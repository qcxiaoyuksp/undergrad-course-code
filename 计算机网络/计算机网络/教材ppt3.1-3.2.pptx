
<file path=[Content_Types].xml><?xml version="1.0" encoding="utf-8"?>
<Types xmlns="http://schemas.openxmlformats.org/package/2006/content-types">
  <Default Extension="png" ContentType="image/png"/>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4"/>
  </p:notesMasterIdLst>
  <p:handoutMasterIdLst>
    <p:handoutMasterId r:id="rId45"/>
  </p:handoutMasterIdLst>
  <p:sldIdLst>
    <p:sldId id="1809" r:id="rId2"/>
    <p:sldId id="1810" r:id="rId3"/>
    <p:sldId id="1811" r:id="rId4"/>
    <p:sldId id="1812" r:id="rId5"/>
    <p:sldId id="1813" r:id="rId6"/>
    <p:sldId id="1814" r:id="rId7"/>
    <p:sldId id="1815" r:id="rId8"/>
    <p:sldId id="1816" r:id="rId9"/>
    <p:sldId id="1817" r:id="rId10"/>
    <p:sldId id="1818" r:id="rId11"/>
    <p:sldId id="1819" r:id="rId12"/>
    <p:sldId id="1820" r:id="rId13"/>
    <p:sldId id="1821" r:id="rId14"/>
    <p:sldId id="1822" r:id="rId15"/>
    <p:sldId id="1823" r:id="rId16"/>
    <p:sldId id="1824" r:id="rId17"/>
    <p:sldId id="1825" r:id="rId18"/>
    <p:sldId id="1826" r:id="rId19"/>
    <p:sldId id="1827" r:id="rId20"/>
    <p:sldId id="1828" r:id="rId21"/>
    <p:sldId id="1829" r:id="rId22"/>
    <p:sldId id="1830" r:id="rId23"/>
    <p:sldId id="1831" r:id="rId24"/>
    <p:sldId id="1850" r:id="rId25"/>
    <p:sldId id="1832" r:id="rId26"/>
    <p:sldId id="1833" r:id="rId27"/>
    <p:sldId id="1834" r:id="rId28"/>
    <p:sldId id="1835" r:id="rId29"/>
    <p:sldId id="1836" r:id="rId30"/>
    <p:sldId id="1837" r:id="rId31"/>
    <p:sldId id="1838" r:id="rId32"/>
    <p:sldId id="1839" r:id="rId33"/>
    <p:sldId id="1840" r:id="rId34"/>
    <p:sldId id="1841" r:id="rId35"/>
    <p:sldId id="1842" r:id="rId36"/>
    <p:sldId id="1843" r:id="rId37"/>
    <p:sldId id="1844" r:id="rId38"/>
    <p:sldId id="1845" r:id="rId39"/>
    <p:sldId id="1846" r:id="rId40"/>
    <p:sldId id="1847" r:id="rId41"/>
    <p:sldId id="1848" r:id="rId42"/>
    <p:sldId id="1849" r:id="rId43"/>
  </p:sldIdLst>
  <p:sldSz cx="9906000" cy="6858000" type="A4"/>
  <p:notesSz cx="9296400" cy="70104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1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CC"/>
    <a:srgbClr val="0000FF"/>
    <a:srgbClr val="FFFF66"/>
    <a:srgbClr val="66FF66"/>
    <a:srgbClr val="000099"/>
    <a:srgbClr val="00FF00"/>
    <a:srgbClr val="33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498" autoAdjust="0"/>
    <p:restoredTop sz="93175" autoAdjust="0"/>
  </p:normalViewPr>
  <p:slideViewPr>
    <p:cSldViewPr>
      <p:cViewPr varScale="1">
        <p:scale>
          <a:sx n="73" d="100"/>
          <a:sy n="73" d="100"/>
        </p:scale>
        <p:origin x="1002" y="60"/>
      </p:cViewPr>
      <p:guideLst>
        <p:guide orient="horz" pos="2160"/>
        <p:guide pos="3120"/>
      </p:guideLst>
    </p:cSldViewPr>
  </p:slideViewPr>
  <p:outlineViewPr>
    <p:cViewPr>
      <p:scale>
        <a:sx n="33" d="100"/>
        <a:sy n="33" d="100"/>
      </p:scale>
      <p:origin x="0" y="0"/>
    </p:cViewPr>
  </p:outlineViewPr>
  <p:notesTextViewPr>
    <p:cViewPr>
      <p:scale>
        <a:sx n="100" d="100"/>
        <a:sy n="100" d="100"/>
      </p:scale>
      <p:origin x="0" y="0"/>
    </p:cViewPr>
  </p:notesTextViewPr>
  <p:gridSpacing cx="72006" cy="72006"/>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1" y="0"/>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200" noProof="1">
                <a:latin typeface="宋体" panose="02010600030101010101" pitchFamily="2" charset="-122"/>
              </a:defRPr>
            </a:lvl1pPr>
          </a:lstStyle>
          <a:p>
            <a:endParaRPr lang="zh-CN" altLang="en-US"/>
          </a:p>
        </p:txBody>
      </p:sp>
      <p:sp>
        <p:nvSpPr>
          <p:cNvPr id="25603" name="Rectangle 3"/>
          <p:cNvSpPr>
            <a:spLocks noGrp="1" noChangeArrowheads="1"/>
          </p:cNvSpPr>
          <p:nvPr>
            <p:ph type="dt" sz="quarter" idx="1"/>
          </p:nvPr>
        </p:nvSpPr>
        <p:spPr bwMode="auto">
          <a:xfrm>
            <a:off x="5265014" y="0"/>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200" noProof="1">
                <a:latin typeface="宋体" panose="02010600030101010101" pitchFamily="2" charset="-122"/>
              </a:defRPr>
            </a:lvl1pPr>
          </a:lstStyle>
          <a:p>
            <a:endParaRPr lang="en-US" altLang="zh-CN"/>
          </a:p>
        </p:txBody>
      </p:sp>
      <p:sp>
        <p:nvSpPr>
          <p:cNvPr id="25604" name="Rectangle 4"/>
          <p:cNvSpPr>
            <a:spLocks noGrp="1" noChangeArrowheads="1"/>
          </p:cNvSpPr>
          <p:nvPr>
            <p:ph type="ftr" sz="quarter" idx="2"/>
          </p:nvPr>
        </p:nvSpPr>
        <p:spPr bwMode="auto">
          <a:xfrm>
            <a:off x="1" y="6658443"/>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200" noProof="1">
                <a:latin typeface="宋体" panose="02010600030101010101" pitchFamily="2" charset="-122"/>
              </a:defRPr>
            </a:lvl1pPr>
          </a:lstStyle>
          <a:p>
            <a:endParaRPr lang="en-US" altLang="zh-CN"/>
          </a:p>
        </p:txBody>
      </p:sp>
      <p:sp>
        <p:nvSpPr>
          <p:cNvPr id="25605" name="Rectangle 5"/>
          <p:cNvSpPr>
            <a:spLocks noGrp="1" noChangeArrowheads="1"/>
          </p:cNvSpPr>
          <p:nvPr>
            <p:ph type="sldNum" sz="quarter" idx="3"/>
          </p:nvPr>
        </p:nvSpPr>
        <p:spPr bwMode="auto">
          <a:xfrm>
            <a:off x="5265014" y="6658443"/>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200" noProof="1">
                <a:latin typeface="宋体" panose="02010600030101010101" pitchFamily="2" charset="-122"/>
              </a:defRPr>
            </a:lvl1pPr>
          </a:lstStyle>
          <a:p>
            <a:fld id="{247E18CD-0C18-4915-AB38-46FC6350B9AD}" type="slidenum">
              <a:rPr lang="zh-CN" altLang="en-US"/>
              <a:pPr/>
              <a:t>‹#›</a:t>
            </a:fld>
            <a:endParaRPr lang="en-US" altLang="zh-CN"/>
          </a:p>
        </p:txBody>
      </p:sp>
    </p:spTree>
    <p:extLst>
      <p:ext uri="{BB962C8B-B14F-4D97-AF65-F5344CB8AC3E}">
        <p14:creationId xmlns:p14="http://schemas.microsoft.com/office/powerpoint/2010/main" val="98835408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3554" name="Rectangle 2"/>
          <p:cNvSpPr>
            <a:spLocks noGrp="1" noChangeArrowheads="1"/>
          </p:cNvSpPr>
          <p:nvPr>
            <p:ph type="hdr" sz="quarter"/>
          </p:nvPr>
        </p:nvSpPr>
        <p:spPr bwMode="auto">
          <a:xfrm>
            <a:off x="1" y="0"/>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200" noProof="1">
                <a:latin typeface="宋体" panose="02010600030101010101" pitchFamily="2" charset="-122"/>
              </a:defRPr>
            </a:lvl1pPr>
          </a:lstStyle>
          <a:p>
            <a:endParaRPr lang="zh-CN" altLang="en-US"/>
          </a:p>
        </p:txBody>
      </p:sp>
      <p:sp>
        <p:nvSpPr>
          <p:cNvPr id="23555" name="Rectangle 3"/>
          <p:cNvSpPr>
            <a:spLocks noGrp="1" noChangeArrowheads="1"/>
          </p:cNvSpPr>
          <p:nvPr>
            <p:ph type="dt" idx="1"/>
          </p:nvPr>
        </p:nvSpPr>
        <p:spPr bwMode="auto">
          <a:xfrm>
            <a:off x="5265014" y="0"/>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200" noProof="1">
                <a:latin typeface="宋体" panose="02010600030101010101" pitchFamily="2" charset="-122"/>
              </a:defRPr>
            </a:lvl1pPr>
          </a:lstStyle>
          <a:p>
            <a:endParaRPr lang="en-US" altLang="zh-CN"/>
          </a:p>
        </p:txBody>
      </p:sp>
      <p:sp>
        <p:nvSpPr>
          <p:cNvPr id="12292" name="Rectangle 4"/>
          <p:cNvSpPr>
            <a:spLocks noGrp="1" noRot="1" noChangeAspect="1" noChangeArrowheads="1" noTextEdit="1"/>
          </p:cNvSpPr>
          <p:nvPr>
            <p:ph type="sldImg" idx="4294967295"/>
          </p:nvPr>
        </p:nvSpPr>
        <p:spPr bwMode="auto">
          <a:xfrm>
            <a:off x="2749550" y="525463"/>
            <a:ext cx="3797300" cy="26289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3" name="Rectangle 5"/>
          <p:cNvSpPr>
            <a:spLocks noGrp="1" noChangeArrowheads="1"/>
          </p:cNvSpPr>
          <p:nvPr>
            <p:ph type="body" sz="quarter" idx="4294967295"/>
          </p:nvPr>
        </p:nvSpPr>
        <p:spPr bwMode="auto">
          <a:xfrm>
            <a:off x="930482" y="3330419"/>
            <a:ext cx="7435436" cy="3154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endParaRPr lang="en-US" altLang="zh-CN" smtClean="0"/>
          </a:p>
          <a:p>
            <a:pPr lvl="1"/>
            <a:r>
              <a:rPr lang="en-US" altLang="zh-CN" smtClean="0"/>
              <a:t>5656</a:t>
            </a:r>
          </a:p>
          <a:p>
            <a:pPr lvl="2"/>
            <a:r>
              <a:rPr lang="zh-CN" altLang="en-US" smtClean="0"/>
              <a:t>第三级</a:t>
            </a:r>
            <a:endParaRPr lang="en-US" altLang="zh-CN" smtClean="0"/>
          </a:p>
          <a:p>
            <a:pPr lvl="3"/>
            <a:r>
              <a:rPr lang="zh-CN" altLang="en-US" smtClean="0"/>
              <a:t>第四级</a:t>
            </a:r>
            <a:endParaRPr lang="en-US" altLang="zh-CN" smtClean="0"/>
          </a:p>
          <a:p>
            <a:pPr lvl="4"/>
            <a:r>
              <a:rPr lang="zh-CN" altLang="en-US" smtClean="0"/>
              <a:t>第五级</a:t>
            </a:r>
            <a:endParaRPr lang="en-US" altLang="zh-CN" smtClean="0"/>
          </a:p>
        </p:txBody>
      </p:sp>
      <p:sp>
        <p:nvSpPr>
          <p:cNvPr id="23558" name="Rectangle 6"/>
          <p:cNvSpPr>
            <a:spLocks noGrp="1" noChangeArrowheads="1"/>
          </p:cNvSpPr>
          <p:nvPr>
            <p:ph type="ftr" sz="quarter" idx="4"/>
          </p:nvPr>
        </p:nvSpPr>
        <p:spPr bwMode="auto">
          <a:xfrm>
            <a:off x="1" y="6658443"/>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200" noProof="1">
                <a:latin typeface="宋体" panose="02010600030101010101" pitchFamily="2" charset="-122"/>
              </a:defRPr>
            </a:lvl1pPr>
          </a:lstStyle>
          <a:p>
            <a:endParaRPr lang="en-US" altLang="zh-CN"/>
          </a:p>
        </p:txBody>
      </p:sp>
      <p:sp>
        <p:nvSpPr>
          <p:cNvPr id="23559" name="Rectangle 7"/>
          <p:cNvSpPr>
            <a:spLocks noGrp="1" noChangeArrowheads="1"/>
          </p:cNvSpPr>
          <p:nvPr>
            <p:ph type="sldNum" sz="quarter" idx="5"/>
          </p:nvPr>
        </p:nvSpPr>
        <p:spPr bwMode="auto">
          <a:xfrm>
            <a:off x="5265014" y="6658443"/>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200" noProof="1">
                <a:latin typeface="宋体" panose="02010600030101010101" pitchFamily="2" charset="-122"/>
              </a:defRPr>
            </a:lvl1pPr>
          </a:lstStyle>
          <a:p>
            <a:fld id="{A143603D-CCA6-45D5-A59D-3B4CD9332246}" type="slidenum">
              <a:rPr lang="zh-CN" altLang="en-US"/>
              <a:pPr/>
              <a:t>‹#›</a:t>
            </a:fld>
            <a:endParaRPr lang="en-US" altLang="zh-CN"/>
          </a:p>
        </p:txBody>
      </p:sp>
    </p:spTree>
    <p:extLst>
      <p:ext uri="{BB962C8B-B14F-4D97-AF65-F5344CB8AC3E}">
        <p14:creationId xmlns:p14="http://schemas.microsoft.com/office/powerpoint/2010/main" val="3293974239"/>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1pPr>
    <a:lvl2pPr marL="4572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2pPr>
    <a:lvl3pPr marL="9144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3pPr>
    <a:lvl4pPr marL="13716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4pPr>
    <a:lvl5pPr marL="18288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881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658A105-5E07-446B-8990-00D69245B64F}" type="slidenum">
              <a:rPr lang="zh-CN" altLang="en-US" smtClean="0">
                <a:latin typeface="宋体" panose="02010600030101010101" pitchFamily="2" charset="-122"/>
              </a:rPr>
              <a:pPr eaLnBrk="1" hangingPunct="1"/>
              <a:t>1</a:t>
            </a:fld>
            <a:endParaRPr lang="en-US" altLang="zh-CN" smtClean="0">
              <a:latin typeface="宋体" panose="02010600030101010101" pitchFamily="2" charset="-122"/>
            </a:endParaRPr>
          </a:p>
        </p:txBody>
      </p:sp>
      <p:sp>
        <p:nvSpPr>
          <p:cNvPr id="418818" name="Rectangle 2"/>
          <p:cNvSpPr>
            <a:spLocks noGrp="1" noRot="1" noChangeAspect="1" noChangeArrowheads="1" noTextEdit="1"/>
          </p:cNvSpPr>
          <p:nvPr>
            <p:ph type="sldImg" idx="4294967295"/>
          </p:nvPr>
        </p:nvSpPr>
        <p:spPr>
          <a:ln/>
        </p:spPr>
      </p:sp>
      <p:sp>
        <p:nvSpPr>
          <p:cNvPr id="418819" name="Rectangle 3"/>
          <p:cNvSpPr>
            <a:spLocks noGrp="1" noChangeArrowheads="1"/>
          </p:cNvSpPr>
          <p:nvPr>
            <p:ph type="body" idx="4294967295"/>
          </p:nvPr>
        </p:nvSpPr>
        <p:spPr/>
        <p:txBody>
          <a:bodyPr/>
          <a:lstStyle/>
          <a:p>
            <a:endParaRPr lang="zh-CN" altLang="en-US" smtClean="0"/>
          </a:p>
        </p:txBody>
      </p:sp>
    </p:spTree>
    <p:extLst>
      <p:ext uri="{BB962C8B-B14F-4D97-AF65-F5344CB8AC3E}">
        <p14:creationId xmlns:p14="http://schemas.microsoft.com/office/powerpoint/2010/main" val="21364382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88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4033126-61BD-4027-B610-E19704F956CC}" type="slidenum">
              <a:rPr lang="en-US" altLang="zh-CN" smtClean="0">
                <a:latin typeface="宋体" panose="02010600030101010101" pitchFamily="2" charset="-122"/>
              </a:rPr>
              <a:pPr eaLnBrk="1" hangingPunct="1"/>
              <a:t>3</a:t>
            </a:fld>
            <a:endParaRPr lang="en-US" altLang="zh-CN" smtClean="0">
              <a:latin typeface="宋体" panose="02010600030101010101" pitchFamily="2" charset="-122"/>
            </a:endParaRPr>
          </a:p>
        </p:txBody>
      </p:sp>
      <p:sp>
        <p:nvSpPr>
          <p:cNvPr id="421890" name="Rectangle 2"/>
          <p:cNvSpPr>
            <a:spLocks noGrp="1" noRot="1" noChangeAspect="1" noChangeArrowheads="1" noTextEdit="1"/>
          </p:cNvSpPr>
          <p:nvPr>
            <p:ph type="sldImg" idx="4294967295"/>
          </p:nvPr>
        </p:nvSpPr>
        <p:spPr>
          <a:ln/>
        </p:spPr>
      </p:sp>
      <p:sp>
        <p:nvSpPr>
          <p:cNvPr id="421891"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4255896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393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49E1837-0061-47BD-9054-D4EA803385DB}" type="slidenum">
              <a:rPr lang="en-US" altLang="zh-CN" smtClean="0">
                <a:latin typeface="宋体" panose="02010600030101010101" pitchFamily="2" charset="-122"/>
              </a:rPr>
              <a:pPr eaLnBrk="1" hangingPunct="1"/>
              <a:t>4</a:t>
            </a:fld>
            <a:endParaRPr lang="en-US" altLang="zh-CN" smtClean="0">
              <a:latin typeface="宋体" panose="02010600030101010101" pitchFamily="2" charset="-122"/>
            </a:endParaRPr>
          </a:p>
        </p:txBody>
      </p:sp>
      <p:sp>
        <p:nvSpPr>
          <p:cNvPr id="423938" name="Rectangle 2"/>
          <p:cNvSpPr>
            <a:spLocks noGrp="1" noRot="1" noChangeAspect="1" noChangeArrowheads="1" noTextEdit="1"/>
          </p:cNvSpPr>
          <p:nvPr>
            <p:ph type="sldImg" idx="4294967295"/>
          </p:nvPr>
        </p:nvSpPr>
        <p:spPr>
          <a:ln/>
        </p:spPr>
      </p:sp>
      <p:sp>
        <p:nvSpPr>
          <p:cNvPr id="423939"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14892228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598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0E10C57-8A92-4D8E-98E0-D2FEB200E9E8}" type="slidenum">
              <a:rPr lang="en-US" altLang="zh-CN" smtClean="0">
                <a:latin typeface="宋体" panose="02010600030101010101" pitchFamily="2" charset="-122"/>
              </a:rPr>
              <a:pPr eaLnBrk="1" hangingPunct="1"/>
              <a:t>5</a:t>
            </a:fld>
            <a:endParaRPr lang="en-US" altLang="zh-CN" smtClean="0">
              <a:latin typeface="宋体" panose="02010600030101010101" pitchFamily="2" charset="-122"/>
            </a:endParaRPr>
          </a:p>
        </p:txBody>
      </p:sp>
      <p:sp>
        <p:nvSpPr>
          <p:cNvPr id="425986" name="Rectangle 2"/>
          <p:cNvSpPr>
            <a:spLocks noGrp="1" noRot="1" noChangeAspect="1" noChangeArrowheads="1" noTextEdit="1"/>
          </p:cNvSpPr>
          <p:nvPr>
            <p:ph type="sldImg" idx="4294967295"/>
          </p:nvPr>
        </p:nvSpPr>
        <p:spPr>
          <a:ln/>
        </p:spPr>
      </p:sp>
      <p:sp>
        <p:nvSpPr>
          <p:cNvPr id="425987"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36738391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905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6F85B47-8133-4F5D-87AF-E7998B42479D}" type="slidenum">
              <a:rPr lang="en-US" altLang="zh-CN" smtClean="0">
                <a:latin typeface="宋体" panose="02010600030101010101" pitchFamily="2" charset="-122"/>
              </a:rPr>
              <a:pPr eaLnBrk="1" hangingPunct="1"/>
              <a:t>7</a:t>
            </a:fld>
            <a:endParaRPr lang="en-US" altLang="zh-CN" smtClean="0">
              <a:latin typeface="宋体" panose="02010600030101010101" pitchFamily="2" charset="-122"/>
            </a:endParaRPr>
          </a:p>
        </p:txBody>
      </p:sp>
      <p:sp>
        <p:nvSpPr>
          <p:cNvPr id="429058" name="Rectangle 2"/>
          <p:cNvSpPr>
            <a:spLocks noGrp="1" noRot="1" noChangeAspect="1" noChangeArrowheads="1" noTextEdit="1"/>
          </p:cNvSpPr>
          <p:nvPr>
            <p:ph type="sldImg" idx="4294967295"/>
          </p:nvPr>
        </p:nvSpPr>
        <p:spPr>
          <a:ln/>
        </p:spPr>
      </p:sp>
      <p:sp>
        <p:nvSpPr>
          <p:cNvPr id="429059"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3952235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110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4548F81-5E43-42C0-9E1A-B813820A73B0}" type="slidenum">
              <a:rPr lang="en-US" altLang="zh-CN" smtClean="0">
                <a:latin typeface="宋体" panose="02010600030101010101" pitchFamily="2" charset="-122"/>
              </a:rPr>
              <a:pPr eaLnBrk="1" hangingPunct="1"/>
              <a:t>8</a:t>
            </a:fld>
            <a:endParaRPr lang="en-US" altLang="zh-CN" smtClean="0">
              <a:latin typeface="宋体" panose="02010600030101010101" pitchFamily="2" charset="-122"/>
            </a:endParaRPr>
          </a:p>
        </p:txBody>
      </p:sp>
      <p:sp>
        <p:nvSpPr>
          <p:cNvPr id="431106" name="Rectangle 2"/>
          <p:cNvSpPr>
            <a:spLocks noGrp="1" noRot="1" noChangeAspect="1" noChangeArrowheads="1" noTextEdit="1"/>
          </p:cNvSpPr>
          <p:nvPr>
            <p:ph type="sldImg" idx="4294967295"/>
          </p:nvPr>
        </p:nvSpPr>
        <p:spPr>
          <a:ln/>
        </p:spPr>
      </p:sp>
      <p:sp>
        <p:nvSpPr>
          <p:cNvPr id="431107"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17427118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315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166BB8E-AEC4-46F9-AF13-D87C422EC59F}" type="slidenum">
              <a:rPr lang="en-US" altLang="zh-CN" smtClean="0">
                <a:latin typeface="宋体" panose="02010600030101010101" pitchFamily="2" charset="-122"/>
              </a:rPr>
              <a:pPr eaLnBrk="1" hangingPunct="1"/>
              <a:t>9</a:t>
            </a:fld>
            <a:endParaRPr lang="en-US" altLang="zh-CN" smtClean="0">
              <a:latin typeface="宋体" panose="02010600030101010101" pitchFamily="2" charset="-122"/>
            </a:endParaRPr>
          </a:p>
        </p:txBody>
      </p:sp>
      <p:sp>
        <p:nvSpPr>
          <p:cNvPr id="433154" name="Rectangle 2"/>
          <p:cNvSpPr>
            <a:spLocks noGrp="1" noRot="1" noChangeAspect="1" noChangeArrowheads="1" noTextEdit="1"/>
          </p:cNvSpPr>
          <p:nvPr>
            <p:ph type="sldImg" idx="4294967295"/>
          </p:nvPr>
        </p:nvSpPr>
        <p:spPr>
          <a:ln/>
        </p:spPr>
      </p:sp>
      <p:sp>
        <p:nvSpPr>
          <p:cNvPr id="433155"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29170939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520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92C6A76-9985-498F-9FDE-7B26A3CA36AA}" type="slidenum">
              <a:rPr lang="en-US" altLang="zh-CN" smtClean="0">
                <a:latin typeface="宋体" panose="02010600030101010101" pitchFamily="2" charset="-122"/>
              </a:rPr>
              <a:pPr eaLnBrk="1" hangingPunct="1"/>
              <a:t>10</a:t>
            </a:fld>
            <a:endParaRPr lang="en-US" altLang="zh-CN" smtClean="0">
              <a:latin typeface="宋体" panose="02010600030101010101" pitchFamily="2" charset="-122"/>
            </a:endParaRPr>
          </a:p>
        </p:txBody>
      </p:sp>
      <p:sp>
        <p:nvSpPr>
          <p:cNvPr id="435202" name="Rectangle 2"/>
          <p:cNvSpPr>
            <a:spLocks noGrp="1" noRot="1" noChangeAspect="1" noChangeArrowheads="1" noTextEdit="1"/>
          </p:cNvSpPr>
          <p:nvPr>
            <p:ph type="sldImg" idx="4294967295"/>
          </p:nvPr>
        </p:nvSpPr>
        <p:spPr>
          <a:ln/>
        </p:spPr>
      </p:sp>
      <p:sp>
        <p:nvSpPr>
          <p:cNvPr id="435203"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17964062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724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4D60D33-0EC8-4D0F-920A-133969E2D229}" type="slidenum">
              <a:rPr lang="en-US" altLang="zh-CN" smtClean="0">
                <a:latin typeface="宋体" panose="02010600030101010101" pitchFamily="2" charset="-122"/>
              </a:rPr>
              <a:pPr eaLnBrk="1" hangingPunct="1"/>
              <a:t>11</a:t>
            </a:fld>
            <a:endParaRPr lang="en-US" altLang="zh-CN" smtClean="0">
              <a:latin typeface="宋体" panose="02010600030101010101" pitchFamily="2" charset="-122"/>
            </a:endParaRPr>
          </a:p>
        </p:txBody>
      </p:sp>
      <p:sp>
        <p:nvSpPr>
          <p:cNvPr id="437250" name="Rectangle 2"/>
          <p:cNvSpPr>
            <a:spLocks noGrp="1" noRot="1" noChangeAspect="1" noChangeArrowheads="1" noTextEdit="1"/>
          </p:cNvSpPr>
          <p:nvPr>
            <p:ph type="sldImg" idx="4294967295"/>
          </p:nvPr>
        </p:nvSpPr>
        <p:spPr>
          <a:ln/>
        </p:spPr>
      </p:sp>
      <p:sp>
        <p:nvSpPr>
          <p:cNvPr id="437251"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35678311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929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EA3B6B3-189B-4DB7-B634-2041B2369758}" type="slidenum">
              <a:rPr lang="en-US" altLang="zh-CN" smtClean="0">
                <a:latin typeface="宋体" panose="02010600030101010101" pitchFamily="2" charset="-122"/>
              </a:rPr>
              <a:pPr eaLnBrk="1" hangingPunct="1"/>
              <a:t>12</a:t>
            </a:fld>
            <a:endParaRPr lang="en-US" altLang="zh-CN" smtClean="0">
              <a:latin typeface="宋体" panose="02010600030101010101" pitchFamily="2" charset="-122"/>
            </a:endParaRPr>
          </a:p>
        </p:txBody>
      </p:sp>
      <p:sp>
        <p:nvSpPr>
          <p:cNvPr id="439298" name="Rectangle 2"/>
          <p:cNvSpPr>
            <a:spLocks noGrp="1" noRot="1" noChangeAspect="1" noChangeArrowheads="1" noTextEdit="1"/>
          </p:cNvSpPr>
          <p:nvPr>
            <p:ph type="sldImg" idx="4294967295"/>
          </p:nvPr>
        </p:nvSpPr>
        <p:spPr>
          <a:ln/>
        </p:spPr>
      </p:sp>
      <p:sp>
        <p:nvSpPr>
          <p:cNvPr id="439299"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28134825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134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C047171-7F42-4F72-8679-EE665CE4B8D1}" type="slidenum">
              <a:rPr lang="en-US" altLang="zh-CN" smtClean="0">
                <a:latin typeface="宋体" panose="02010600030101010101" pitchFamily="2" charset="-122"/>
              </a:rPr>
              <a:pPr eaLnBrk="1" hangingPunct="1"/>
              <a:t>13</a:t>
            </a:fld>
            <a:endParaRPr lang="en-US" altLang="zh-CN" smtClean="0">
              <a:latin typeface="宋体" panose="02010600030101010101" pitchFamily="2" charset="-122"/>
            </a:endParaRPr>
          </a:p>
        </p:txBody>
      </p:sp>
      <p:sp>
        <p:nvSpPr>
          <p:cNvPr id="441346" name="Rectangle 2"/>
          <p:cNvSpPr>
            <a:spLocks noGrp="1" noRot="1" noChangeAspect="1" noChangeArrowheads="1" noTextEdit="1"/>
          </p:cNvSpPr>
          <p:nvPr>
            <p:ph type="sldImg" idx="4294967295"/>
          </p:nvPr>
        </p:nvSpPr>
        <p:spPr>
          <a:ln/>
        </p:spPr>
      </p:sp>
      <p:sp>
        <p:nvSpPr>
          <p:cNvPr id="441347"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14087382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339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E706305-5DEE-4609-A233-5FBACF6FFB38}" type="slidenum">
              <a:rPr lang="en-US" altLang="zh-CN" smtClean="0">
                <a:latin typeface="宋体" panose="02010600030101010101" pitchFamily="2" charset="-122"/>
              </a:rPr>
              <a:pPr eaLnBrk="1" hangingPunct="1"/>
              <a:t>14</a:t>
            </a:fld>
            <a:endParaRPr lang="en-US" altLang="zh-CN" smtClean="0">
              <a:latin typeface="宋体" panose="02010600030101010101" pitchFamily="2" charset="-122"/>
            </a:endParaRPr>
          </a:p>
        </p:txBody>
      </p:sp>
      <p:sp>
        <p:nvSpPr>
          <p:cNvPr id="443394" name="Rectangle 2"/>
          <p:cNvSpPr>
            <a:spLocks noGrp="1" noRot="1" noChangeAspect="1" noChangeArrowheads="1" noTextEdit="1"/>
          </p:cNvSpPr>
          <p:nvPr>
            <p:ph type="sldImg" idx="4294967295"/>
          </p:nvPr>
        </p:nvSpPr>
        <p:spPr>
          <a:ln/>
        </p:spPr>
      </p:sp>
      <p:sp>
        <p:nvSpPr>
          <p:cNvPr id="443395"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27262134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544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C30FC54-FBAF-45D8-ABC0-E861E01E8EC7}" type="slidenum">
              <a:rPr lang="en-US" altLang="zh-CN" smtClean="0">
                <a:latin typeface="宋体" panose="02010600030101010101" pitchFamily="2" charset="-122"/>
              </a:rPr>
              <a:pPr eaLnBrk="1" hangingPunct="1"/>
              <a:t>15</a:t>
            </a:fld>
            <a:endParaRPr lang="en-US" altLang="zh-CN" smtClean="0">
              <a:latin typeface="宋体" panose="02010600030101010101" pitchFamily="2" charset="-122"/>
            </a:endParaRPr>
          </a:p>
        </p:txBody>
      </p:sp>
      <p:sp>
        <p:nvSpPr>
          <p:cNvPr id="445442" name="Rectangle 2"/>
          <p:cNvSpPr>
            <a:spLocks noGrp="1" noRot="1" noChangeAspect="1" noChangeArrowheads="1" noTextEdit="1"/>
          </p:cNvSpPr>
          <p:nvPr>
            <p:ph type="sldImg" idx="4294967295"/>
          </p:nvPr>
        </p:nvSpPr>
        <p:spPr>
          <a:ln/>
        </p:spPr>
      </p:sp>
      <p:sp>
        <p:nvSpPr>
          <p:cNvPr id="445443"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32705990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748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8897355-C380-4110-A627-3743C16AB362}" type="slidenum">
              <a:rPr lang="en-US" altLang="zh-CN" smtClean="0">
                <a:latin typeface="宋体" panose="02010600030101010101" pitchFamily="2" charset="-122"/>
              </a:rPr>
              <a:pPr eaLnBrk="1" hangingPunct="1"/>
              <a:t>16</a:t>
            </a:fld>
            <a:endParaRPr lang="en-US" altLang="zh-CN" smtClean="0">
              <a:latin typeface="宋体" panose="02010600030101010101" pitchFamily="2" charset="-122"/>
            </a:endParaRPr>
          </a:p>
        </p:txBody>
      </p:sp>
      <p:sp>
        <p:nvSpPr>
          <p:cNvPr id="447490" name="Rectangle 2"/>
          <p:cNvSpPr>
            <a:spLocks noGrp="1" noRot="1" noChangeAspect="1" noChangeArrowheads="1" noTextEdit="1"/>
          </p:cNvSpPr>
          <p:nvPr>
            <p:ph type="sldImg" idx="4294967295"/>
          </p:nvPr>
        </p:nvSpPr>
        <p:spPr>
          <a:ln/>
        </p:spPr>
      </p:sp>
      <p:sp>
        <p:nvSpPr>
          <p:cNvPr id="447491"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5178257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953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A36D183-323F-49E6-8428-80E1481E07BC}" type="slidenum">
              <a:rPr lang="en-US" altLang="zh-CN" smtClean="0">
                <a:latin typeface="宋体" panose="02010600030101010101" pitchFamily="2" charset="-122"/>
              </a:rPr>
              <a:pPr eaLnBrk="1" hangingPunct="1"/>
              <a:t>17</a:t>
            </a:fld>
            <a:endParaRPr lang="en-US" altLang="zh-CN" smtClean="0">
              <a:latin typeface="宋体" panose="02010600030101010101" pitchFamily="2" charset="-122"/>
            </a:endParaRPr>
          </a:p>
        </p:txBody>
      </p:sp>
      <p:sp>
        <p:nvSpPr>
          <p:cNvPr id="449538" name="Rectangle 2"/>
          <p:cNvSpPr>
            <a:spLocks noGrp="1" noRot="1" noChangeAspect="1" noChangeArrowheads="1" noTextEdit="1"/>
          </p:cNvSpPr>
          <p:nvPr>
            <p:ph type="sldImg" idx="4294967295"/>
          </p:nvPr>
        </p:nvSpPr>
        <p:spPr>
          <a:ln/>
        </p:spPr>
      </p:sp>
      <p:sp>
        <p:nvSpPr>
          <p:cNvPr id="449539"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20422925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158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4C33C3D-B40E-483B-8649-F98F66ABDC47}" type="slidenum">
              <a:rPr lang="en-US" altLang="zh-CN" smtClean="0">
                <a:latin typeface="宋体" panose="02010600030101010101" pitchFamily="2" charset="-122"/>
              </a:rPr>
              <a:pPr eaLnBrk="1" hangingPunct="1"/>
              <a:t>18</a:t>
            </a:fld>
            <a:endParaRPr lang="en-US" altLang="zh-CN" smtClean="0">
              <a:latin typeface="宋体" panose="02010600030101010101" pitchFamily="2" charset="-122"/>
            </a:endParaRPr>
          </a:p>
        </p:txBody>
      </p:sp>
      <p:sp>
        <p:nvSpPr>
          <p:cNvPr id="451586" name="Rectangle 2"/>
          <p:cNvSpPr>
            <a:spLocks noGrp="1" noRot="1" noChangeAspect="1" noChangeArrowheads="1" noTextEdit="1"/>
          </p:cNvSpPr>
          <p:nvPr>
            <p:ph type="sldImg" idx="4294967295"/>
          </p:nvPr>
        </p:nvSpPr>
        <p:spPr>
          <a:ln/>
        </p:spPr>
      </p:sp>
      <p:sp>
        <p:nvSpPr>
          <p:cNvPr id="451587"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25079055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363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DDF6CBC-537F-4124-8ECC-C5CF0DD910C2}" type="slidenum">
              <a:rPr lang="en-US" altLang="zh-CN" smtClean="0">
                <a:latin typeface="宋体" panose="02010600030101010101" pitchFamily="2" charset="-122"/>
              </a:rPr>
              <a:pPr eaLnBrk="1" hangingPunct="1"/>
              <a:t>19</a:t>
            </a:fld>
            <a:endParaRPr lang="en-US" altLang="zh-CN" smtClean="0">
              <a:latin typeface="宋体" panose="02010600030101010101" pitchFamily="2" charset="-122"/>
            </a:endParaRPr>
          </a:p>
        </p:txBody>
      </p:sp>
      <p:sp>
        <p:nvSpPr>
          <p:cNvPr id="453634" name="Rectangle 2"/>
          <p:cNvSpPr>
            <a:spLocks noGrp="1" noRot="1" noChangeAspect="1" noChangeArrowheads="1" noTextEdit="1"/>
          </p:cNvSpPr>
          <p:nvPr>
            <p:ph type="sldImg" idx="4294967295"/>
          </p:nvPr>
        </p:nvSpPr>
        <p:spPr>
          <a:ln/>
        </p:spPr>
      </p:sp>
      <p:sp>
        <p:nvSpPr>
          <p:cNvPr id="453635"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91327269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568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2C20399-F82A-4B57-A0B3-072D8ED9E131}" type="slidenum">
              <a:rPr lang="en-US" altLang="zh-CN" smtClean="0">
                <a:latin typeface="宋体" panose="02010600030101010101" pitchFamily="2" charset="-122"/>
              </a:rPr>
              <a:pPr eaLnBrk="1" hangingPunct="1"/>
              <a:t>20</a:t>
            </a:fld>
            <a:endParaRPr lang="en-US" altLang="zh-CN" smtClean="0">
              <a:latin typeface="宋体" panose="02010600030101010101" pitchFamily="2" charset="-122"/>
            </a:endParaRPr>
          </a:p>
        </p:txBody>
      </p:sp>
      <p:sp>
        <p:nvSpPr>
          <p:cNvPr id="455682" name="Rectangle 2"/>
          <p:cNvSpPr>
            <a:spLocks noGrp="1" noRot="1" noChangeAspect="1" noChangeArrowheads="1" noTextEdit="1"/>
          </p:cNvSpPr>
          <p:nvPr>
            <p:ph type="sldImg" idx="4294967295"/>
          </p:nvPr>
        </p:nvSpPr>
        <p:spPr>
          <a:ln/>
        </p:spPr>
      </p:sp>
      <p:sp>
        <p:nvSpPr>
          <p:cNvPr id="455683"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251833993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772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A93C81F-F4CB-4A5D-A045-5C5BB4DC9F73}" type="slidenum">
              <a:rPr lang="en-US" altLang="zh-CN" smtClean="0">
                <a:latin typeface="宋体" panose="02010600030101010101" pitchFamily="2" charset="-122"/>
              </a:rPr>
              <a:pPr eaLnBrk="1" hangingPunct="1"/>
              <a:t>21</a:t>
            </a:fld>
            <a:endParaRPr lang="en-US" altLang="zh-CN" smtClean="0">
              <a:latin typeface="宋体" panose="02010600030101010101" pitchFamily="2" charset="-122"/>
            </a:endParaRPr>
          </a:p>
        </p:txBody>
      </p:sp>
      <p:sp>
        <p:nvSpPr>
          <p:cNvPr id="457730" name="Rectangle 2"/>
          <p:cNvSpPr>
            <a:spLocks noGrp="1" noRot="1" noChangeAspect="1" noChangeArrowheads="1" noTextEdit="1"/>
          </p:cNvSpPr>
          <p:nvPr>
            <p:ph type="sldImg" idx="4294967295"/>
          </p:nvPr>
        </p:nvSpPr>
        <p:spPr>
          <a:ln/>
        </p:spPr>
      </p:sp>
      <p:sp>
        <p:nvSpPr>
          <p:cNvPr id="457731"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116754180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977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8C9604D-AC79-4409-B945-7F3A4EC1B525}" type="slidenum">
              <a:rPr lang="en-US" altLang="zh-CN" smtClean="0">
                <a:latin typeface="宋体" panose="02010600030101010101" pitchFamily="2" charset="-122"/>
              </a:rPr>
              <a:pPr eaLnBrk="1" hangingPunct="1"/>
              <a:t>22</a:t>
            </a:fld>
            <a:endParaRPr lang="en-US" altLang="zh-CN" smtClean="0">
              <a:latin typeface="宋体" panose="02010600030101010101" pitchFamily="2" charset="-122"/>
            </a:endParaRPr>
          </a:p>
        </p:txBody>
      </p:sp>
      <p:sp>
        <p:nvSpPr>
          <p:cNvPr id="459778" name="Rectangle 2"/>
          <p:cNvSpPr>
            <a:spLocks noGrp="1" noRot="1" noChangeAspect="1" noChangeArrowheads="1" noTextEdit="1"/>
          </p:cNvSpPr>
          <p:nvPr>
            <p:ph type="sldImg" idx="4294967295"/>
          </p:nvPr>
        </p:nvSpPr>
        <p:spPr>
          <a:ln/>
        </p:spPr>
      </p:sp>
      <p:sp>
        <p:nvSpPr>
          <p:cNvPr id="459779"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26166248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182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F4AB6C1-4A44-4D0D-819B-B1A34D8098C7}" type="slidenum">
              <a:rPr lang="en-US" altLang="zh-CN" smtClean="0">
                <a:latin typeface="宋体" panose="02010600030101010101" pitchFamily="2" charset="-122"/>
              </a:rPr>
              <a:pPr eaLnBrk="1" hangingPunct="1"/>
              <a:t>23</a:t>
            </a:fld>
            <a:endParaRPr lang="en-US" altLang="zh-CN" smtClean="0">
              <a:latin typeface="宋体" panose="02010600030101010101" pitchFamily="2" charset="-122"/>
            </a:endParaRPr>
          </a:p>
        </p:txBody>
      </p:sp>
      <p:sp>
        <p:nvSpPr>
          <p:cNvPr id="461826" name="Rectangle 2"/>
          <p:cNvSpPr>
            <a:spLocks noGrp="1" noRot="1" noChangeAspect="1" noChangeArrowheads="1" noTextEdit="1"/>
          </p:cNvSpPr>
          <p:nvPr>
            <p:ph type="sldImg" idx="4294967295"/>
          </p:nvPr>
        </p:nvSpPr>
        <p:spPr>
          <a:ln/>
        </p:spPr>
      </p:sp>
      <p:sp>
        <p:nvSpPr>
          <p:cNvPr id="461827"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228752966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387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384396B-C066-4404-B4D1-ABAE6F9EA7F3}" type="slidenum">
              <a:rPr lang="en-US" altLang="zh-CN" smtClean="0">
                <a:latin typeface="宋体" panose="02010600030101010101" pitchFamily="2" charset="-122"/>
              </a:rPr>
              <a:pPr eaLnBrk="1" hangingPunct="1"/>
              <a:t>25</a:t>
            </a:fld>
            <a:endParaRPr lang="en-US" altLang="zh-CN" smtClean="0">
              <a:latin typeface="宋体" panose="02010600030101010101" pitchFamily="2" charset="-122"/>
            </a:endParaRPr>
          </a:p>
        </p:txBody>
      </p:sp>
      <p:sp>
        <p:nvSpPr>
          <p:cNvPr id="463874" name="Rectangle 2"/>
          <p:cNvSpPr>
            <a:spLocks noGrp="1" noRot="1" noChangeAspect="1" noChangeArrowheads="1" noTextEdit="1"/>
          </p:cNvSpPr>
          <p:nvPr>
            <p:ph type="sldImg" idx="4294967295"/>
          </p:nvPr>
        </p:nvSpPr>
        <p:spPr>
          <a:ln/>
        </p:spPr>
      </p:sp>
      <p:sp>
        <p:nvSpPr>
          <p:cNvPr id="463875"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105215563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592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D6BB97F-F630-4714-BB8E-F1DF7FDF5646}" type="slidenum">
              <a:rPr lang="en-US" altLang="zh-CN" smtClean="0">
                <a:latin typeface="宋体" panose="02010600030101010101" pitchFamily="2" charset="-122"/>
              </a:rPr>
              <a:pPr eaLnBrk="1" hangingPunct="1"/>
              <a:t>26</a:t>
            </a:fld>
            <a:endParaRPr lang="en-US" altLang="zh-CN" smtClean="0">
              <a:latin typeface="宋体" panose="02010600030101010101" pitchFamily="2" charset="-122"/>
            </a:endParaRPr>
          </a:p>
        </p:txBody>
      </p:sp>
      <p:sp>
        <p:nvSpPr>
          <p:cNvPr id="465922" name="Rectangle 2"/>
          <p:cNvSpPr>
            <a:spLocks noGrp="1" noRot="1" noChangeAspect="1" noChangeArrowheads="1" noTextEdit="1"/>
          </p:cNvSpPr>
          <p:nvPr>
            <p:ph type="sldImg" idx="4294967295"/>
          </p:nvPr>
        </p:nvSpPr>
        <p:spPr>
          <a:ln/>
        </p:spPr>
      </p:sp>
      <p:sp>
        <p:nvSpPr>
          <p:cNvPr id="465923"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55501045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899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7B5E52B-ABB7-420B-B47B-C0ABE1953C55}" type="slidenum">
              <a:rPr lang="en-US" altLang="zh-CN" smtClean="0">
                <a:latin typeface="宋体" panose="02010600030101010101" pitchFamily="2" charset="-122"/>
              </a:rPr>
              <a:pPr eaLnBrk="1" hangingPunct="1"/>
              <a:t>28</a:t>
            </a:fld>
            <a:endParaRPr lang="en-US" altLang="zh-CN" smtClean="0">
              <a:latin typeface="宋体" panose="02010600030101010101" pitchFamily="2" charset="-122"/>
            </a:endParaRPr>
          </a:p>
        </p:txBody>
      </p:sp>
      <p:sp>
        <p:nvSpPr>
          <p:cNvPr id="468994" name="Rectangle 2"/>
          <p:cNvSpPr>
            <a:spLocks noGrp="1" noRot="1" noChangeAspect="1" noChangeArrowheads="1" noTextEdit="1"/>
          </p:cNvSpPr>
          <p:nvPr>
            <p:ph type="sldImg" idx="4294967295"/>
          </p:nvPr>
        </p:nvSpPr>
        <p:spPr>
          <a:ln/>
        </p:spPr>
      </p:sp>
      <p:sp>
        <p:nvSpPr>
          <p:cNvPr id="468995"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112968444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4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63AFA57-97F8-43CE-B742-D9BF96008A65}" type="slidenum">
              <a:rPr lang="en-US" altLang="zh-CN" smtClean="0">
                <a:latin typeface="宋体" panose="02010600030101010101" pitchFamily="2" charset="-122"/>
              </a:rPr>
              <a:pPr eaLnBrk="1" hangingPunct="1"/>
              <a:t>29</a:t>
            </a:fld>
            <a:endParaRPr lang="en-US" altLang="zh-CN" smtClean="0">
              <a:latin typeface="宋体" panose="02010600030101010101" pitchFamily="2" charset="-122"/>
            </a:endParaRPr>
          </a:p>
        </p:txBody>
      </p:sp>
      <p:sp>
        <p:nvSpPr>
          <p:cNvPr id="471042" name="Rectangle 2"/>
          <p:cNvSpPr>
            <a:spLocks noGrp="1" noRot="1" noChangeAspect="1" noChangeArrowheads="1" noTextEdit="1"/>
          </p:cNvSpPr>
          <p:nvPr>
            <p:ph type="sldImg" idx="4294967295"/>
          </p:nvPr>
        </p:nvSpPr>
        <p:spPr>
          <a:ln/>
        </p:spPr>
      </p:sp>
      <p:sp>
        <p:nvSpPr>
          <p:cNvPr id="471043"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58068376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308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541CA55-1A23-419F-AE64-2BFA4FFC4DDE}" type="slidenum">
              <a:rPr lang="en-US" altLang="zh-CN" smtClean="0">
                <a:latin typeface="宋体" panose="02010600030101010101" pitchFamily="2" charset="-122"/>
              </a:rPr>
              <a:pPr eaLnBrk="1" hangingPunct="1"/>
              <a:t>30</a:t>
            </a:fld>
            <a:endParaRPr lang="en-US" altLang="zh-CN" smtClean="0">
              <a:latin typeface="宋体" panose="02010600030101010101" pitchFamily="2" charset="-122"/>
            </a:endParaRPr>
          </a:p>
        </p:txBody>
      </p:sp>
      <p:sp>
        <p:nvSpPr>
          <p:cNvPr id="473090" name="Rectangle 2"/>
          <p:cNvSpPr>
            <a:spLocks noGrp="1" noRot="1" noChangeAspect="1" noChangeArrowheads="1" noTextEdit="1"/>
          </p:cNvSpPr>
          <p:nvPr>
            <p:ph type="sldImg" idx="4294967295"/>
          </p:nvPr>
        </p:nvSpPr>
        <p:spPr>
          <a:ln/>
        </p:spPr>
      </p:sp>
      <p:sp>
        <p:nvSpPr>
          <p:cNvPr id="473091"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30323403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513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1ECE949-01CF-47A3-A1B6-795EB1C7CB14}" type="slidenum">
              <a:rPr lang="en-US" altLang="zh-CN" smtClean="0">
                <a:latin typeface="宋体" panose="02010600030101010101" pitchFamily="2" charset="-122"/>
              </a:rPr>
              <a:pPr eaLnBrk="1" hangingPunct="1"/>
              <a:t>31</a:t>
            </a:fld>
            <a:endParaRPr lang="en-US" altLang="zh-CN" smtClean="0">
              <a:latin typeface="宋体" panose="02010600030101010101" pitchFamily="2" charset="-122"/>
            </a:endParaRPr>
          </a:p>
        </p:txBody>
      </p:sp>
      <p:sp>
        <p:nvSpPr>
          <p:cNvPr id="475138" name="Rectangle 2"/>
          <p:cNvSpPr>
            <a:spLocks noGrp="1" noRot="1" noChangeAspect="1" noChangeArrowheads="1" noTextEdit="1"/>
          </p:cNvSpPr>
          <p:nvPr>
            <p:ph type="sldImg" idx="4294967295"/>
          </p:nvPr>
        </p:nvSpPr>
        <p:spPr>
          <a:ln/>
        </p:spPr>
      </p:sp>
      <p:sp>
        <p:nvSpPr>
          <p:cNvPr id="475139"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354740903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718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27CF027-C01E-4A38-9498-99B15E929A66}" type="slidenum">
              <a:rPr lang="en-US" altLang="zh-CN" smtClean="0">
                <a:latin typeface="宋体" panose="02010600030101010101" pitchFamily="2" charset="-122"/>
              </a:rPr>
              <a:pPr eaLnBrk="1" hangingPunct="1"/>
              <a:t>32</a:t>
            </a:fld>
            <a:endParaRPr lang="en-US" altLang="zh-CN" smtClean="0">
              <a:latin typeface="宋体" panose="02010600030101010101" pitchFamily="2" charset="-122"/>
            </a:endParaRPr>
          </a:p>
        </p:txBody>
      </p:sp>
      <p:sp>
        <p:nvSpPr>
          <p:cNvPr id="477186" name="Rectangle 2"/>
          <p:cNvSpPr>
            <a:spLocks noGrp="1" noRot="1" noChangeAspect="1" noChangeArrowheads="1" noTextEdit="1"/>
          </p:cNvSpPr>
          <p:nvPr>
            <p:ph type="sldImg" idx="4294967295"/>
          </p:nvPr>
        </p:nvSpPr>
        <p:spPr>
          <a:ln/>
        </p:spPr>
      </p:sp>
      <p:sp>
        <p:nvSpPr>
          <p:cNvPr id="477187"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171915821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923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FD03690-4FB5-45F8-A84B-11EA17A27B7D}" type="slidenum">
              <a:rPr lang="en-US" altLang="zh-CN" smtClean="0">
                <a:latin typeface="宋体" panose="02010600030101010101" pitchFamily="2" charset="-122"/>
              </a:rPr>
              <a:pPr eaLnBrk="1" hangingPunct="1"/>
              <a:t>33</a:t>
            </a:fld>
            <a:endParaRPr lang="en-US" altLang="zh-CN" smtClean="0">
              <a:latin typeface="宋体" panose="02010600030101010101" pitchFamily="2" charset="-122"/>
            </a:endParaRPr>
          </a:p>
        </p:txBody>
      </p:sp>
      <p:sp>
        <p:nvSpPr>
          <p:cNvPr id="479234" name="Rectangle 2"/>
          <p:cNvSpPr>
            <a:spLocks noGrp="1" noRot="1" noChangeAspect="1" noChangeArrowheads="1" noTextEdit="1"/>
          </p:cNvSpPr>
          <p:nvPr>
            <p:ph type="sldImg" idx="4294967295"/>
          </p:nvPr>
        </p:nvSpPr>
        <p:spPr>
          <a:ln/>
        </p:spPr>
      </p:sp>
      <p:sp>
        <p:nvSpPr>
          <p:cNvPr id="479235"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237970317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8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E58D52E-C90E-428D-ABBB-BDD0C912FC3D}" type="slidenum">
              <a:rPr lang="en-US" altLang="zh-CN" smtClean="0">
                <a:latin typeface="宋体" panose="02010600030101010101" pitchFamily="2" charset="-122"/>
              </a:rPr>
              <a:pPr eaLnBrk="1" hangingPunct="1"/>
              <a:t>34</a:t>
            </a:fld>
            <a:endParaRPr lang="en-US" altLang="zh-CN" smtClean="0">
              <a:latin typeface="宋体" panose="02010600030101010101" pitchFamily="2" charset="-122"/>
            </a:endParaRPr>
          </a:p>
        </p:txBody>
      </p:sp>
      <p:sp>
        <p:nvSpPr>
          <p:cNvPr id="481282" name="Rectangle 2"/>
          <p:cNvSpPr>
            <a:spLocks noGrp="1" noRot="1" noChangeAspect="1" noChangeArrowheads="1" noTextEdit="1"/>
          </p:cNvSpPr>
          <p:nvPr>
            <p:ph type="sldImg" idx="4294967295"/>
          </p:nvPr>
        </p:nvSpPr>
        <p:spPr>
          <a:ln/>
        </p:spPr>
      </p:sp>
      <p:sp>
        <p:nvSpPr>
          <p:cNvPr id="481283"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328854104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332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34C620A-763A-4008-8755-36FB8B14E6A2}" type="slidenum">
              <a:rPr lang="en-US" altLang="zh-CN" smtClean="0">
                <a:latin typeface="宋体" panose="02010600030101010101" pitchFamily="2" charset="-122"/>
              </a:rPr>
              <a:pPr eaLnBrk="1" hangingPunct="1"/>
              <a:t>35</a:t>
            </a:fld>
            <a:endParaRPr lang="en-US" altLang="zh-CN" smtClean="0">
              <a:latin typeface="宋体" panose="02010600030101010101" pitchFamily="2" charset="-122"/>
            </a:endParaRPr>
          </a:p>
        </p:txBody>
      </p:sp>
      <p:sp>
        <p:nvSpPr>
          <p:cNvPr id="483330" name="Rectangle 2"/>
          <p:cNvSpPr>
            <a:spLocks noGrp="1" noRot="1" noChangeAspect="1" noChangeArrowheads="1" noTextEdit="1"/>
          </p:cNvSpPr>
          <p:nvPr>
            <p:ph type="sldImg" idx="4294967295"/>
          </p:nvPr>
        </p:nvSpPr>
        <p:spPr>
          <a:ln/>
        </p:spPr>
      </p:sp>
      <p:sp>
        <p:nvSpPr>
          <p:cNvPr id="483331"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351341272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537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635700E-3414-4FF8-9B8F-61E012D51683}" type="slidenum">
              <a:rPr lang="en-US" altLang="zh-CN" smtClean="0">
                <a:latin typeface="宋体" panose="02010600030101010101" pitchFamily="2" charset="-122"/>
              </a:rPr>
              <a:pPr eaLnBrk="1" hangingPunct="1"/>
              <a:t>36</a:t>
            </a:fld>
            <a:endParaRPr lang="en-US" altLang="zh-CN" smtClean="0">
              <a:latin typeface="宋体" panose="02010600030101010101" pitchFamily="2" charset="-122"/>
            </a:endParaRPr>
          </a:p>
        </p:txBody>
      </p:sp>
      <p:sp>
        <p:nvSpPr>
          <p:cNvPr id="485378" name="Rectangle 2"/>
          <p:cNvSpPr>
            <a:spLocks noGrp="1" noRot="1" noChangeAspect="1" noChangeArrowheads="1" noTextEdit="1"/>
          </p:cNvSpPr>
          <p:nvPr>
            <p:ph type="sldImg" idx="4294967295"/>
          </p:nvPr>
        </p:nvSpPr>
        <p:spPr>
          <a:ln/>
        </p:spPr>
      </p:sp>
      <p:sp>
        <p:nvSpPr>
          <p:cNvPr id="485379"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150160423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742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AA33DFF-0A41-4158-A90F-A4D524DE8A2F}" type="slidenum">
              <a:rPr lang="en-US" altLang="zh-CN" smtClean="0">
                <a:latin typeface="宋体" panose="02010600030101010101" pitchFamily="2" charset="-122"/>
              </a:rPr>
              <a:pPr eaLnBrk="1" hangingPunct="1"/>
              <a:t>37</a:t>
            </a:fld>
            <a:endParaRPr lang="en-US" altLang="zh-CN" smtClean="0">
              <a:latin typeface="宋体" panose="02010600030101010101" pitchFamily="2" charset="-122"/>
            </a:endParaRPr>
          </a:p>
        </p:txBody>
      </p:sp>
      <p:sp>
        <p:nvSpPr>
          <p:cNvPr id="487426" name="Rectangle 2"/>
          <p:cNvSpPr>
            <a:spLocks noGrp="1" noRot="1" noChangeAspect="1" noChangeArrowheads="1" noTextEdit="1"/>
          </p:cNvSpPr>
          <p:nvPr>
            <p:ph type="sldImg" idx="4294967295"/>
          </p:nvPr>
        </p:nvSpPr>
        <p:spPr>
          <a:ln/>
        </p:spPr>
      </p:sp>
      <p:sp>
        <p:nvSpPr>
          <p:cNvPr id="487427"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220310250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947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AC75960-D115-4287-9D5B-F28C2932F51E}" type="slidenum">
              <a:rPr lang="en-US" altLang="zh-CN" smtClean="0">
                <a:latin typeface="宋体" panose="02010600030101010101" pitchFamily="2" charset="-122"/>
              </a:rPr>
              <a:pPr eaLnBrk="1" hangingPunct="1"/>
              <a:t>38</a:t>
            </a:fld>
            <a:endParaRPr lang="en-US" altLang="zh-CN" smtClean="0">
              <a:latin typeface="宋体" panose="02010600030101010101" pitchFamily="2" charset="-122"/>
            </a:endParaRPr>
          </a:p>
        </p:txBody>
      </p:sp>
      <p:sp>
        <p:nvSpPr>
          <p:cNvPr id="489474" name="Rectangle 2"/>
          <p:cNvSpPr>
            <a:spLocks noGrp="1" noRot="1" noChangeAspect="1" noChangeArrowheads="1" noTextEdit="1"/>
          </p:cNvSpPr>
          <p:nvPr>
            <p:ph type="sldImg" idx="4294967295"/>
          </p:nvPr>
        </p:nvSpPr>
        <p:spPr>
          <a:ln/>
        </p:spPr>
      </p:sp>
      <p:sp>
        <p:nvSpPr>
          <p:cNvPr id="489475"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42026489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254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35FEDC4-4E4C-475A-A2FF-926AFB49F929}" type="slidenum">
              <a:rPr lang="en-US" altLang="zh-CN" smtClean="0">
                <a:latin typeface="宋体" panose="02010600030101010101" pitchFamily="2" charset="-122"/>
              </a:rPr>
              <a:pPr eaLnBrk="1" hangingPunct="1"/>
              <a:t>40</a:t>
            </a:fld>
            <a:endParaRPr lang="en-US" altLang="zh-CN" smtClean="0">
              <a:latin typeface="宋体" panose="02010600030101010101" pitchFamily="2" charset="-122"/>
            </a:endParaRPr>
          </a:p>
        </p:txBody>
      </p:sp>
      <p:sp>
        <p:nvSpPr>
          <p:cNvPr id="492546" name="Rectangle 2"/>
          <p:cNvSpPr>
            <a:spLocks noGrp="1" noRot="1" noChangeAspect="1" noChangeArrowheads="1" noTextEdit="1"/>
          </p:cNvSpPr>
          <p:nvPr>
            <p:ph type="sldImg" idx="4294967295"/>
          </p:nvPr>
        </p:nvSpPr>
        <p:spPr>
          <a:ln/>
        </p:spPr>
      </p:sp>
      <p:sp>
        <p:nvSpPr>
          <p:cNvPr id="492547"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163308739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459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0A76C7C-2F12-4243-AD4B-0A55E23A174E}" type="slidenum">
              <a:rPr lang="en-US" altLang="zh-CN" smtClean="0">
                <a:latin typeface="宋体" panose="02010600030101010101" pitchFamily="2" charset="-122"/>
              </a:rPr>
              <a:pPr eaLnBrk="1" hangingPunct="1"/>
              <a:t>41</a:t>
            </a:fld>
            <a:endParaRPr lang="en-US" altLang="zh-CN" smtClean="0">
              <a:latin typeface="宋体" panose="02010600030101010101" pitchFamily="2" charset="-122"/>
            </a:endParaRPr>
          </a:p>
        </p:txBody>
      </p:sp>
      <p:sp>
        <p:nvSpPr>
          <p:cNvPr id="494594" name="Rectangle 2"/>
          <p:cNvSpPr>
            <a:spLocks noGrp="1" noRot="1" noChangeAspect="1" noChangeArrowheads="1" noTextEdit="1"/>
          </p:cNvSpPr>
          <p:nvPr>
            <p:ph type="sldImg" idx="4294967295"/>
          </p:nvPr>
        </p:nvSpPr>
        <p:spPr>
          <a:ln/>
        </p:spPr>
      </p:sp>
      <p:sp>
        <p:nvSpPr>
          <p:cNvPr id="494595"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209332025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664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56116422-A020-4070-AD3C-9D5386A3EC9E}" type="slidenum">
              <a:rPr lang="en-US" altLang="zh-CN" smtClean="0"/>
              <a:pPr/>
              <a:t>42</a:t>
            </a:fld>
            <a:endParaRPr lang="en-US" altLang="zh-CN" smtClean="0"/>
          </a:p>
        </p:txBody>
      </p:sp>
      <p:sp>
        <p:nvSpPr>
          <p:cNvPr id="496642" name="Rectangle 2"/>
          <p:cNvSpPr>
            <a:spLocks noGrp="1" noRot="1" noChangeAspect="1" noChangeArrowheads="1" noTextEdit="1"/>
          </p:cNvSpPr>
          <p:nvPr>
            <p:ph type="sldImg" idx="4294967295"/>
          </p:nvPr>
        </p:nvSpPr>
        <p:spPr>
          <a:ln/>
        </p:spPr>
      </p:sp>
      <p:sp>
        <p:nvSpPr>
          <p:cNvPr id="496643"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6830251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Rectangle 8" descr="Gold bar"/>
          <p:cNvSpPr>
            <a:spLocks noChangeArrowheads="1"/>
          </p:cNvSpPr>
          <p:nvPr/>
        </p:nvSpPr>
        <p:spPr bwMode="auto">
          <a:xfrm>
            <a:off x="247650" y="2889250"/>
            <a:ext cx="3109913" cy="2016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5" name="Rectangle 9" descr="Orange bar"/>
          <p:cNvSpPr>
            <a:spLocks noChangeArrowheads="1"/>
          </p:cNvSpPr>
          <p:nvPr/>
        </p:nvSpPr>
        <p:spPr bwMode="auto">
          <a:xfrm>
            <a:off x="3357563" y="2889250"/>
            <a:ext cx="3108325" cy="201613"/>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6" name="Rectangle 10" descr="Slate bar"/>
          <p:cNvSpPr>
            <a:spLocks noChangeArrowheads="1"/>
          </p:cNvSpPr>
          <p:nvPr/>
        </p:nvSpPr>
        <p:spPr bwMode="auto">
          <a:xfrm>
            <a:off x="6465888" y="2889250"/>
            <a:ext cx="3109912" cy="201613"/>
          </a:xfrm>
          <a:prstGeom prst="rect">
            <a:avLst/>
          </a:prstGeom>
          <a:solidFill>
            <a:srgbClr val="3333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solidFill>
                <a:srgbClr val="333399"/>
              </a:solidFill>
              <a:ea typeface="宋体" panose="02010600030101010101" pitchFamily="2" charset="-122"/>
            </a:endParaRPr>
          </a:p>
        </p:txBody>
      </p:sp>
      <p:sp>
        <p:nvSpPr>
          <p:cNvPr id="16386" name="Rectangle 2"/>
          <p:cNvSpPr>
            <a:spLocks noGrp="1" noChangeArrowheads="1"/>
          </p:cNvSpPr>
          <p:nvPr>
            <p:ph type="ctrTitle"/>
          </p:nvPr>
        </p:nvSpPr>
        <p:spPr>
          <a:xfrm>
            <a:off x="742950" y="685800"/>
            <a:ext cx="8420100" cy="2127250"/>
          </a:xfrm>
        </p:spPr>
        <p:txBody>
          <a:bodyPr/>
          <a:lstStyle>
            <a:lvl1pPr algn="ctr">
              <a:defRPr sz="5400" b="1">
                <a:solidFill>
                  <a:srgbClr val="333399"/>
                </a:solidFill>
                <a:latin typeface="黑体" panose="02010609060101010101" pitchFamily="2" charset="-122"/>
                <a:ea typeface="黑体" panose="02010609060101010101" pitchFamily="2" charset="-122"/>
              </a:defRPr>
            </a:lvl1pPr>
          </a:lstStyle>
          <a:p>
            <a:pPr lvl="0"/>
            <a:r>
              <a:rPr lang="zh-CN" altLang="en-US" noProof="0" dirty="0"/>
              <a:t>单击此处编辑母版标题样式</a:t>
            </a:r>
            <a:endParaRPr lang="en-US" altLang="zh-CN" noProof="0" dirty="0"/>
          </a:p>
        </p:txBody>
      </p:sp>
      <p:sp>
        <p:nvSpPr>
          <p:cNvPr id="16387" name="Rectangle 3"/>
          <p:cNvSpPr>
            <a:spLocks noGrp="1" noChangeArrowheads="1"/>
          </p:cNvSpPr>
          <p:nvPr>
            <p:ph type="subTitle" idx="1"/>
          </p:nvPr>
        </p:nvSpPr>
        <p:spPr>
          <a:xfrm>
            <a:off x="1485900" y="3270250"/>
            <a:ext cx="6934200" cy="2209800"/>
          </a:xfrm>
        </p:spPr>
        <p:txBody>
          <a:bodyPr/>
          <a:lstStyle>
            <a:lvl1pPr marL="0" indent="0" algn="ctr">
              <a:buFont typeface="Wingdings" panose="05000000000000000000" pitchFamily="2" charset="2"/>
              <a:buNone/>
              <a:defRPr sz="3600" b="1">
                <a:latin typeface="黑体" panose="02010609060101010101" pitchFamily="2" charset="-122"/>
                <a:ea typeface="黑体" panose="02010609060101010101" pitchFamily="2" charset="-122"/>
              </a:defRPr>
            </a:lvl1pPr>
          </a:lstStyle>
          <a:p>
            <a:pPr lvl="0"/>
            <a:r>
              <a:rPr lang="zh-CN" altLang="en-US" noProof="0" dirty="0"/>
              <a:t>单击此处编辑母版副标题样式</a:t>
            </a:r>
            <a:endParaRPr lang="en-US" altLang="zh-CN" noProof="0" dirty="0"/>
          </a:p>
        </p:txBody>
      </p:sp>
      <p:sp>
        <p:nvSpPr>
          <p:cNvPr id="7" name="Rectangle 4"/>
          <p:cNvSpPr>
            <a:spLocks noGrp="1" noChangeArrowheads="1"/>
          </p:cNvSpPr>
          <p:nvPr>
            <p:ph type="dt" sz="half" idx="10"/>
          </p:nvPr>
        </p:nvSpPr>
        <p:spPr/>
        <p:txBody>
          <a:bodyPr/>
          <a:lstStyle>
            <a:lvl1pPr>
              <a:defRPr/>
            </a:lvl1pPr>
          </a:lstStyle>
          <a:p>
            <a:endParaRPr lang="en-US" altLang="zh-CN"/>
          </a:p>
        </p:txBody>
      </p:sp>
      <p:sp>
        <p:nvSpPr>
          <p:cNvPr id="8" name="Rectangle 5"/>
          <p:cNvSpPr>
            <a:spLocks noGrp="1" noChangeArrowheads="1"/>
          </p:cNvSpPr>
          <p:nvPr>
            <p:ph type="ftr" sz="quarter" idx="11"/>
          </p:nvPr>
        </p:nvSpPr>
        <p:spPr/>
        <p:txBody>
          <a:bodyPr/>
          <a:lstStyle>
            <a:lvl1pPr>
              <a:defRPr/>
            </a:lvl1pPr>
          </a:lstStyle>
          <a:p>
            <a:r>
              <a:rPr lang="en-US" altLang="zh-CN"/>
              <a:t>ppt课件</a:t>
            </a:r>
          </a:p>
        </p:txBody>
      </p:sp>
      <p:sp>
        <p:nvSpPr>
          <p:cNvPr id="9" name="Rectangle 6"/>
          <p:cNvSpPr>
            <a:spLocks noGrp="1" noChangeArrowheads="1"/>
          </p:cNvSpPr>
          <p:nvPr>
            <p:ph type="sldNum" sz="quarter" idx="12"/>
          </p:nvPr>
        </p:nvSpPr>
        <p:spPr/>
        <p:txBody>
          <a:bodyPr/>
          <a:lstStyle>
            <a:lvl1pPr>
              <a:defRPr/>
            </a:lvl1pPr>
          </a:lstStyle>
          <a:p>
            <a:fld id="{01D2C440-9E6A-4430-8BAD-CF78432C284C}" type="slidenum">
              <a:rPr lang="zh-CN" altLang="en-US"/>
              <a:pPr/>
              <a:t>‹#›</a:t>
            </a:fld>
            <a:endParaRPr lang="en-US" altLang="zh-CN"/>
          </a:p>
        </p:txBody>
      </p:sp>
    </p:spTree>
    <p:extLst>
      <p:ext uri="{BB962C8B-B14F-4D97-AF65-F5344CB8AC3E}">
        <p14:creationId xmlns:p14="http://schemas.microsoft.com/office/powerpoint/2010/main" val="889173260"/>
      </p:ext>
    </p:extLst>
  </p:cSld>
  <p:clrMapOvr>
    <a:masterClrMapping/>
  </p:clrMapOvr>
  <p:hf/>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4"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内容占位符 2"/>
          <p:cNvSpPr>
            <a:spLocks noGrp="1"/>
          </p:cNvSpPr>
          <p:nvPr>
            <p:ph idx="1"/>
          </p:nvPr>
        </p:nvSpPr>
        <p:spPr>
          <a:xfrm>
            <a:off x="495300" y="1196752"/>
            <a:ext cx="9066212" cy="4934173"/>
          </a:xfrm>
        </p:spPr>
        <p:txBody>
          <a:bodyPr/>
          <a:lstStyle>
            <a:lvl1pPr>
              <a:lnSpc>
                <a:spcPct val="110000"/>
              </a:lnSpc>
              <a:spcBef>
                <a:spcPts val="600"/>
              </a:spcBef>
              <a:defRPr sz="3200" b="1">
                <a:solidFill>
                  <a:schemeClr val="tx1"/>
                </a:solidFill>
                <a:latin typeface="+mn-lt"/>
                <a:ea typeface="黑体" panose="02010609060101010101" pitchFamily="2" charset="-122"/>
              </a:defRPr>
            </a:lvl1pPr>
            <a:lvl2pPr>
              <a:lnSpc>
                <a:spcPct val="110000"/>
              </a:lnSpc>
              <a:spcBef>
                <a:spcPts val="600"/>
              </a:spcBef>
              <a:defRPr sz="2800" b="1">
                <a:solidFill>
                  <a:schemeClr val="tx1"/>
                </a:solidFill>
                <a:latin typeface="+mn-lt"/>
                <a:ea typeface="黑体" panose="02010609060101010101" pitchFamily="2" charset="-122"/>
              </a:defRPr>
            </a:lvl2pPr>
            <a:lvl3pPr>
              <a:lnSpc>
                <a:spcPct val="110000"/>
              </a:lnSpc>
              <a:spcBef>
                <a:spcPts val="600"/>
              </a:spcBef>
              <a:defRPr sz="2400" b="1">
                <a:solidFill>
                  <a:schemeClr val="tx1"/>
                </a:solidFill>
                <a:latin typeface="+mn-lt"/>
                <a:ea typeface="黑体" panose="02010609060101010101" pitchFamily="2" charset="-122"/>
              </a:defRPr>
            </a:lvl3pPr>
            <a:lvl4pPr>
              <a:lnSpc>
                <a:spcPct val="110000"/>
              </a:lnSpc>
              <a:spcBef>
                <a:spcPts val="600"/>
              </a:spcBef>
              <a:defRPr sz="2000" b="1">
                <a:solidFill>
                  <a:schemeClr val="tx1"/>
                </a:solidFill>
                <a:latin typeface="+mn-lt"/>
                <a:ea typeface="黑体" panose="02010609060101010101" pitchFamily="2" charset="-122"/>
              </a:defRPr>
            </a:lvl4pPr>
            <a:lvl5pPr>
              <a:lnSpc>
                <a:spcPct val="110000"/>
              </a:lnSpc>
              <a:spcBef>
                <a:spcPts val="600"/>
              </a:spcBef>
              <a:defRPr sz="2000" b="1">
                <a:solidFill>
                  <a:schemeClr val="tx1"/>
                </a:solidFill>
                <a:latin typeface="+mn-lt"/>
                <a:ea typeface="黑体" panose="02010609060101010101" pitchFamily="2" charset="-122"/>
              </a:defRPr>
            </a:lvl5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日期占位符 3"/>
          <p:cNvSpPr>
            <a:spLocks noGrp="1"/>
          </p:cNvSpPr>
          <p:nvPr>
            <p:ph type="dt" sz="half" idx="10"/>
          </p:nvPr>
        </p:nvSpPr>
        <p:spPr/>
        <p:txBody>
          <a:bodyPr/>
          <a:lstStyle>
            <a:lvl1pPr>
              <a:defRPr dirty="0"/>
            </a:lvl1pPr>
          </a:lstStyle>
          <a:p>
            <a:endParaRPr lang="en-US" altLang="zh-CN"/>
          </a:p>
        </p:txBody>
      </p:sp>
      <p:sp>
        <p:nvSpPr>
          <p:cNvPr id="6" name="页脚占位符 4"/>
          <p:cNvSpPr>
            <a:spLocks noGrp="1"/>
          </p:cNvSpPr>
          <p:nvPr>
            <p:ph type="ftr" sz="quarter" idx="11"/>
          </p:nvPr>
        </p:nvSpPr>
        <p:spPr/>
        <p:txBody>
          <a:bodyPr/>
          <a:lstStyle>
            <a:lvl1pPr>
              <a:defRPr/>
            </a:lvl1pPr>
          </a:lstStyle>
          <a:p>
            <a:r>
              <a:rPr lang="en-US" altLang="zh-CN"/>
              <a:t>ppt课件</a:t>
            </a:r>
          </a:p>
        </p:txBody>
      </p:sp>
      <p:sp>
        <p:nvSpPr>
          <p:cNvPr id="7" name="灯片编号占位符 5"/>
          <p:cNvSpPr>
            <a:spLocks noGrp="1"/>
          </p:cNvSpPr>
          <p:nvPr>
            <p:ph type="sldNum" sz="quarter" idx="12"/>
          </p:nvPr>
        </p:nvSpPr>
        <p:spPr/>
        <p:txBody>
          <a:bodyPr/>
          <a:lstStyle>
            <a:lvl1pPr>
              <a:defRPr/>
            </a:lvl1pPr>
          </a:lstStyle>
          <a:p>
            <a:fld id="{B324A7B3-BB3D-430C-9416-57B4A4106B8F}" type="slidenum">
              <a:rPr lang="zh-CN" altLang="en-US"/>
              <a:pPr/>
              <a:t>‹#›</a:t>
            </a:fld>
            <a:endParaRPr lang="en-US" altLang="zh-CN"/>
          </a:p>
        </p:txBody>
      </p:sp>
    </p:spTree>
    <p:extLst>
      <p:ext uri="{BB962C8B-B14F-4D97-AF65-F5344CB8AC3E}">
        <p14:creationId xmlns:p14="http://schemas.microsoft.com/office/powerpoint/2010/main" val="1563474879"/>
      </p:ext>
    </p:extLst>
  </p:cSld>
  <p:clrMapOvr>
    <a:masterClrMapping/>
  </p:clrMapOvr>
  <p:hf/>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82638" y="4406900"/>
            <a:ext cx="8634858" cy="1362075"/>
          </a:xfrm>
        </p:spPr>
        <p:txBody>
          <a:bodyPr anchor="t"/>
          <a:lstStyle>
            <a:lvl1pPr algn="l">
              <a:defRPr sz="4400" b="1" cap="all">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文本占位符 2"/>
          <p:cNvSpPr>
            <a:spLocks noGrp="1"/>
          </p:cNvSpPr>
          <p:nvPr>
            <p:ph type="body" idx="1"/>
          </p:nvPr>
        </p:nvSpPr>
        <p:spPr>
          <a:xfrm>
            <a:off x="782638" y="2906713"/>
            <a:ext cx="8634858"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
        <p:nvSpPr>
          <p:cNvPr id="4" name="Rectangle 4"/>
          <p:cNvSpPr>
            <a:spLocks noGrp="1" noChangeArrowheads="1"/>
          </p:cNvSpPr>
          <p:nvPr>
            <p:ph type="dt" sz="half" idx="10"/>
          </p:nvPr>
        </p:nvSpPr>
        <p:spPr>
          <a:ln/>
        </p:spPr>
        <p:txBody>
          <a:bodyPr/>
          <a:lstStyle>
            <a:lvl1pPr>
              <a:defRPr/>
            </a:lvl1pPr>
          </a:lstStyle>
          <a:p>
            <a:endParaRPr lang="en-US" altLang="zh-CN"/>
          </a:p>
        </p:txBody>
      </p:sp>
      <p:sp>
        <p:nvSpPr>
          <p:cNvPr id="5"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6" name="Rectangle 6"/>
          <p:cNvSpPr>
            <a:spLocks noGrp="1" noChangeArrowheads="1"/>
          </p:cNvSpPr>
          <p:nvPr>
            <p:ph type="sldNum" sz="quarter" idx="12"/>
          </p:nvPr>
        </p:nvSpPr>
        <p:spPr>
          <a:ln/>
        </p:spPr>
        <p:txBody>
          <a:bodyPr/>
          <a:lstStyle>
            <a:lvl1pPr>
              <a:defRPr/>
            </a:lvl1pPr>
          </a:lstStyle>
          <a:p>
            <a:fld id="{131B3705-864E-4D65-9C72-61CB65F1C9F1}" type="slidenum">
              <a:rPr lang="zh-CN" altLang="en-US"/>
              <a:pPr/>
              <a:t>‹#›</a:t>
            </a:fld>
            <a:endParaRPr lang="en-US" altLang="zh-CN"/>
          </a:p>
        </p:txBody>
      </p:sp>
    </p:spTree>
    <p:extLst>
      <p:ext uri="{BB962C8B-B14F-4D97-AF65-F5344CB8AC3E}">
        <p14:creationId xmlns:p14="http://schemas.microsoft.com/office/powerpoint/2010/main" val="4077824084"/>
      </p:ext>
    </p:extLst>
  </p:cSld>
  <p:clrMapOvr>
    <a:masterClrMapping/>
  </p:clrMapOvr>
  <p:hf/>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5"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内容占位符 2"/>
          <p:cNvSpPr>
            <a:spLocks noGrp="1"/>
          </p:cNvSpPr>
          <p:nvPr>
            <p:ph sz="half" idx="1"/>
          </p:nvPr>
        </p:nvSpPr>
        <p:spPr>
          <a:xfrm>
            <a:off x="495300" y="1196752"/>
            <a:ext cx="4460304" cy="4934173"/>
          </a:xfrm>
        </p:spPr>
        <p:txBody>
          <a:bodyPr/>
          <a:lstStyle>
            <a:lvl1pPr>
              <a:defRPr sz="2800" b="1">
                <a:solidFill>
                  <a:schemeClr val="tx1"/>
                </a:solidFill>
                <a:latin typeface="+mn-lt"/>
                <a:ea typeface="黑体" panose="02010609060101010101" pitchFamily="2" charset="-122"/>
              </a:defRPr>
            </a:lvl1pPr>
            <a:lvl2pPr>
              <a:buClr>
                <a:schemeClr val="accent2"/>
              </a:buCl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buClr>
                <a:srgbClr val="333399"/>
              </a:buClr>
              <a:defRPr sz="1800" b="1">
                <a:solidFill>
                  <a:schemeClr val="tx1"/>
                </a:solidFill>
                <a:latin typeface="+mn-lt"/>
                <a:ea typeface="黑体" panose="02010609060101010101" pitchFamily="2" charset="-122"/>
              </a:defRPr>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5101208" y="1196752"/>
            <a:ext cx="4460304" cy="4934173"/>
          </a:xfrm>
        </p:spPr>
        <p:txBody>
          <a:bodyPr/>
          <a:lstStyle>
            <a:lvl1pPr>
              <a:defRPr sz="2800" b="1">
                <a:solidFill>
                  <a:schemeClr val="tx1"/>
                </a:solidFill>
                <a:latin typeface="+mn-lt"/>
                <a:ea typeface="黑体" panose="02010609060101010101" pitchFamily="2" charset="-122"/>
              </a:defRPr>
            </a:lvl1pPr>
            <a:lvl2pPr>
              <a:buClr>
                <a:schemeClr val="accent2"/>
              </a:buCl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buClr>
                <a:srgbClr val="333399"/>
              </a:buClr>
              <a:defRPr sz="1800" b="1">
                <a:solidFill>
                  <a:schemeClr val="tx1"/>
                </a:solidFill>
                <a:latin typeface="+mn-lt"/>
                <a:ea typeface="黑体" panose="02010609060101010101" pitchFamily="2" charset="-122"/>
              </a:defRPr>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6" name="日期占位符 4"/>
          <p:cNvSpPr>
            <a:spLocks noGrp="1"/>
          </p:cNvSpPr>
          <p:nvPr>
            <p:ph type="dt" sz="half" idx="10"/>
          </p:nvPr>
        </p:nvSpPr>
        <p:spPr/>
        <p:txBody>
          <a:bodyPr/>
          <a:lstStyle>
            <a:lvl1pPr>
              <a:defRPr/>
            </a:lvl1pPr>
          </a:lstStyle>
          <a:p>
            <a:endParaRPr lang="en-US" altLang="zh-CN"/>
          </a:p>
        </p:txBody>
      </p:sp>
      <p:sp>
        <p:nvSpPr>
          <p:cNvPr id="7" name="页脚占位符 5"/>
          <p:cNvSpPr>
            <a:spLocks noGrp="1"/>
          </p:cNvSpPr>
          <p:nvPr>
            <p:ph type="ftr" sz="quarter" idx="11"/>
          </p:nvPr>
        </p:nvSpPr>
        <p:spPr/>
        <p:txBody>
          <a:bodyPr/>
          <a:lstStyle>
            <a:lvl1pPr>
              <a:defRPr/>
            </a:lvl1pPr>
          </a:lstStyle>
          <a:p>
            <a:r>
              <a:rPr lang="en-US" altLang="zh-CN"/>
              <a:t>ppt课件</a:t>
            </a:r>
          </a:p>
        </p:txBody>
      </p:sp>
      <p:sp>
        <p:nvSpPr>
          <p:cNvPr id="8" name="灯片编号占位符 6"/>
          <p:cNvSpPr>
            <a:spLocks noGrp="1"/>
          </p:cNvSpPr>
          <p:nvPr>
            <p:ph type="sldNum" sz="quarter" idx="12"/>
          </p:nvPr>
        </p:nvSpPr>
        <p:spPr/>
        <p:txBody>
          <a:bodyPr/>
          <a:lstStyle>
            <a:lvl1pPr>
              <a:defRPr/>
            </a:lvl1pPr>
          </a:lstStyle>
          <a:p>
            <a:fld id="{02D5D87F-0A7A-4AA9-BC3A-2693AF527683}" type="slidenum">
              <a:rPr lang="zh-CN" altLang="en-US"/>
              <a:pPr/>
              <a:t>‹#›</a:t>
            </a:fld>
            <a:endParaRPr lang="en-US" altLang="zh-CN"/>
          </a:p>
        </p:txBody>
      </p:sp>
    </p:spTree>
    <p:extLst>
      <p:ext uri="{BB962C8B-B14F-4D97-AF65-F5344CB8AC3E}">
        <p14:creationId xmlns:p14="http://schemas.microsoft.com/office/powerpoint/2010/main" val="2949220879"/>
      </p:ext>
    </p:extLst>
  </p:cSld>
  <p:clrMapOvr>
    <a:masterClrMapping/>
  </p:clrMapOvr>
  <p:hf/>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7"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文本占位符 2"/>
          <p:cNvSpPr>
            <a:spLocks noGrp="1"/>
          </p:cNvSpPr>
          <p:nvPr>
            <p:ph type="body" idx="1"/>
          </p:nvPr>
        </p:nvSpPr>
        <p:spPr>
          <a:xfrm>
            <a:off x="495299" y="1207874"/>
            <a:ext cx="4455513" cy="639762"/>
          </a:xfrm>
        </p:spPr>
        <p:txBody>
          <a:bodyPr anchor="b"/>
          <a:lstStyle>
            <a:lvl1pPr marL="0" indent="0">
              <a:buNone/>
              <a:defRPr sz="28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95299" y="1872534"/>
            <a:ext cx="4455513"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5104383" y="1207874"/>
            <a:ext cx="4457129" cy="639762"/>
          </a:xfrm>
        </p:spPr>
        <p:txBody>
          <a:bodyPr anchor="b"/>
          <a:lstStyle>
            <a:lvl1pPr marL="0" indent="0">
              <a:buNone/>
              <a:defRPr sz="28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5104383" y="1872534"/>
            <a:ext cx="4457129"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8" name="日期占位符 6"/>
          <p:cNvSpPr>
            <a:spLocks noGrp="1"/>
          </p:cNvSpPr>
          <p:nvPr>
            <p:ph type="dt" sz="half" idx="10"/>
          </p:nvPr>
        </p:nvSpPr>
        <p:spPr/>
        <p:txBody>
          <a:bodyPr/>
          <a:lstStyle>
            <a:lvl1pPr>
              <a:defRPr/>
            </a:lvl1pPr>
          </a:lstStyle>
          <a:p>
            <a:endParaRPr lang="en-US" altLang="zh-CN"/>
          </a:p>
        </p:txBody>
      </p:sp>
      <p:sp>
        <p:nvSpPr>
          <p:cNvPr id="9" name="页脚占位符 7"/>
          <p:cNvSpPr>
            <a:spLocks noGrp="1"/>
          </p:cNvSpPr>
          <p:nvPr>
            <p:ph type="ftr" sz="quarter" idx="11"/>
          </p:nvPr>
        </p:nvSpPr>
        <p:spPr/>
        <p:txBody>
          <a:bodyPr/>
          <a:lstStyle>
            <a:lvl1pPr>
              <a:defRPr/>
            </a:lvl1pPr>
          </a:lstStyle>
          <a:p>
            <a:r>
              <a:rPr lang="en-US" altLang="zh-CN"/>
              <a:t>ppt课件</a:t>
            </a:r>
          </a:p>
        </p:txBody>
      </p:sp>
      <p:sp>
        <p:nvSpPr>
          <p:cNvPr id="10" name="灯片编号占位符 8"/>
          <p:cNvSpPr>
            <a:spLocks noGrp="1"/>
          </p:cNvSpPr>
          <p:nvPr>
            <p:ph type="sldNum" sz="quarter" idx="12"/>
          </p:nvPr>
        </p:nvSpPr>
        <p:spPr/>
        <p:txBody>
          <a:bodyPr/>
          <a:lstStyle>
            <a:lvl1pPr>
              <a:defRPr/>
            </a:lvl1pPr>
          </a:lstStyle>
          <a:p>
            <a:fld id="{422B1608-A69B-485F-95FB-95438C61343E}" type="slidenum">
              <a:rPr lang="zh-CN" altLang="en-US"/>
              <a:pPr/>
              <a:t>‹#›</a:t>
            </a:fld>
            <a:endParaRPr lang="en-US" altLang="zh-CN"/>
          </a:p>
        </p:txBody>
      </p:sp>
    </p:spTree>
    <p:extLst>
      <p:ext uri="{BB962C8B-B14F-4D97-AF65-F5344CB8AC3E}">
        <p14:creationId xmlns:p14="http://schemas.microsoft.com/office/powerpoint/2010/main" val="949984336"/>
      </p:ext>
    </p:extLst>
  </p:cSld>
  <p:clrMapOvr>
    <a:masterClrMapping/>
  </p:clrMapOvr>
  <p:hf/>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比较">
    <p:spTree>
      <p:nvGrpSpPr>
        <p:cNvPr id="1" name=""/>
        <p:cNvGrpSpPr/>
        <p:nvPr/>
      </p:nvGrpSpPr>
      <p:grpSpPr>
        <a:xfrm>
          <a:off x="0" y="0"/>
          <a:ext cx="0" cy="0"/>
          <a:chOff x="0" y="0"/>
          <a:chExt cx="0" cy="0"/>
        </a:xfrm>
      </p:grpSpPr>
      <p:sp>
        <p:nvSpPr>
          <p:cNvPr id="7"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文本占位符 2"/>
          <p:cNvSpPr>
            <a:spLocks noGrp="1"/>
          </p:cNvSpPr>
          <p:nvPr>
            <p:ph type="body" idx="1"/>
          </p:nvPr>
        </p:nvSpPr>
        <p:spPr>
          <a:xfrm>
            <a:off x="495299" y="1207874"/>
            <a:ext cx="9066213" cy="639762"/>
          </a:xfrm>
        </p:spPr>
        <p:txBody>
          <a:bodyPr anchor="b"/>
          <a:lstStyle>
            <a:lvl1pPr marL="0" indent="0">
              <a:buNone/>
              <a:defRPr sz="32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95299" y="1872534"/>
            <a:ext cx="4455513"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6" name="内容占位符 5"/>
          <p:cNvSpPr>
            <a:spLocks noGrp="1"/>
          </p:cNvSpPr>
          <p:nvPr>
            <p:ph sz="quarter" idx="4"/>
          </p:nvPr>
        </p:nvSpPr>
        <p:spPr>
          <a:xfrm>
            <a:off x="5104383" y="1872534"/>
            <a:ext cx="4457129"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8" name="日期占位符 6"/>
          <p:cNvSpPr>
            <a:spLocks noGrp="1"/>
          </p:cNvSpPr>
          <p:nvPr>
            <p:ph type="dt" sz="half" idx="10"/>
          </p:nvPr>
        </p:nvSpPr>
        <p:spPr/>
        <p:txBody>
          <a:bodyPr/>
          <a:lstStyle>
            <a:lvl1pPr>
              <a:defRPr/>
            </a:lvl1pPr>
          </a:lstStyle>
          <a:p>
            <a:endParaRPr lang="en-US" altLang="zh-CN"/>
          </a:p>
        </p:txBody>
      </p:sp>
      <p:sp>
        <p:nvSpPr>
          <p:cNvPr id="9" name="页脚占位符 7"/>
          <p:cNvSpPr>
            <a:spLocks noGrp="1"/>
          </p:cNvSpPr>
          <p:nvPr>
            <p:ph type="ftr" sz="quarter" idx="11"/>
          </p:nvPr>
        </p:nvSpPr>
        <p:spPr/>
        <p:txBody>
          <a:bodyPr/>
          <a:lstStyle>
            <a:lvl1pPr>
              <a:defRPr/>
            </a:lvl1pPr>
          </a:lstStyle>
          <a:p>
            <a:r>
              <a:rPr lang="en-US" altLang="zh-CN"/>
              <a:t>ppt课件</a:t>
            </a:r>
          </a:p>
        </p:txBody>
      </p:sp>
      <p:sp>
        <p:nvSpPr>
          <p:cNvPr id="10" name="灯片编号占位符 8"/>
          <p:cNvSpPr>
            <a:spLocks noGrp="1"/>
          </p:cNvSpPr>
          <p:nvPr>
            <p:ph type="sldNum" sz="quarter" idx="12"/>
          </p:nvPr>
        </p:nvSpPr>
        <p:spPr/>
        <p:txBody>
          <a:bodyPr/>
          <a:lstStyle>
            <a:lvl1pPr>
              <a:defRPr/>
            </a:lvl1pPr>
          </a:lstStyle>
          <a:p>
            <a:fld id="{82B6D876-83A9-45DC-A9A8-45B00DF3B1AF}" type="slidenum">
              <a:rPr lang="zh-CN" altLang="en-US"/>
              <a:pPr/>
              <a:t>‹#›</a:t>
            </a:fld>
            <a:endParaRPr lang="en-US" altLang="zh-CN"/>
          </a:p>
        </p:txBody>
      </p:sp>
    </p:spTree>
    <p:extLst>
      <p:ext uri="{BB962C8B-B14F-4D97-AF65-F5344CB8AC3E}">
        <p14:creationId xmlns:p14="http://schemas.microsoft.com/office/powerpoint/2010/main" val="2910569552"/>
      </p:ext>
    </p:extLst>
  </p:cSld>
  <p:clrMapOvr>
    <a:masterClrMapping/>
  </p:clrMapOvr>
  <p:hf/>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3"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4" name="日期占位符 2"/>
          <p:cNvSpPr>
            <a:spLocks noGrp="1"/>
          </p:cNvSpPr>
          <p:nvPr>
            <p:ph type="dt" sz="half" idx="10"/>
          </p:nvPr>
        </p:nvSpPr>
        <p:spPr/>
        <p:txBody>
          <a:bodyPr/>
          <a:lstStyle>
            <a:lvl1pPr>
              <a:defRPr/>
            </a:lvl1pPr>
          </a:lstStyle>
          <a:p>
            <a:endParaRPr lang="en-US" altLang="zh-CN"/>
          </a:p>
        </p:txBody>
      </p:sp>
      <p:sp>
        <p:nvSpPr>
          <p:cNvPr id="5" name="页脚占位符 3"/>
          <p:cNvSpPr>
            <a:spLocks noGrp="1"/>
          </p:cNvSpPr>
          <p:nvPr>
            <p:ph type="ftr" sz="quarter" idx="11"/>
          </p:nvPr>
        </p:nvSpPr>
        <p:spPr/>
        <p:txBody>
          <a:bodyPr/>
          <a:lstStyle>
            <a:lvl1pPr>
              <a:defRPr/>
            </a:lvl1pPr>
          </a:lstStyle>
          <a:p>
            <a:r>
              <a:rPr lang="en-US" altLang="zh-CN"/>
              <a:t>ppt课件</a:t>
            </a:r>
          </a:p>
        </p:txBody>
      </p:sp>
      <p:sp>
        <p:nvSpPr>
          <p:cNvPr id="6" name="灯片编号占位符 4"/>
          <p:cNvSpPr>
            <a:spLocks noGrp="1"/>
          </p:cNvSpPr>
          <p:nvPr>
            <p:ph type="sldNum" sz="quarter" idx="12"/>
          </p:nvPr>
        </p:nvSpPr>
        <p:spPr/>
        <p:txBody>
          <a:bodyPr/>
          <a:lstStyle>
            <a:lvl1pPr>
              <a:defRPr/>
            </a:lvl1pPr>
          </a:lstStyle>
          <a:p>
            <a:fld id="{7C661C98-5699-4428-B37E-AF7B22049360}" type="slidenum">
              <a:rPr lang="zh-CN" altLang="en-US"/>
              <a:pPr/>
              <a:t>‹#›</a:t>
            </a:fld>
            <a:endParaRPr lang="en-US" altLang="zh-CN"/>
          </a:p>
        </p:txBody>
      </p:sp>
    </p:spTree>
    <p:extLst>
      <p:ext uri="{BB962C8B-B14F-4D97-AF65-F5344CB8AC3E}">
        <p14:creationId xmlns:p14="http://schemas.microsoft.com/office/powerpoint/2010/main" val="3963861348"/>
      </p:ext>
    </p:extLst>
  </p:cSld>
  <p:clrMapOvr>
    <a:masterClrMapping/>
  </p:clrMapOvr>
  <p:hf/>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endParaRPr lang="en-US" altLang="zh-CN"/>
          </a:p>
        </p:txBody>
      </p:sp>
      <p:sp>
        <p:nvSpPr>
          <p:cNvPr id="3"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4" name="Rectangle 6"/>
          <p:cNvSpPr>
            <a:spLocks noGrp="1" noChangeArrowheads="1"/>
          </p:cNvSpPr>
          <p:nvPr>
            <p:ph type="sldNum" sz="quarter" idx="12"/>
          </p:nvPr>
        </p:nvSpPr>
        <p:spPr>
          <a:ln/>
        </p:spPr>
        <p:txBody>
          <a:bodyPr/>
          <a:lstStyle>
            <a:lvl1pPr>
              <a:defRPr/>
            </a:lvl1pPr>
          </a:lstStyle>
          <a:p>
            <a:fld id="{8F377DAC-F69D-47B1-9C81-D9ECC8A84006}" type="slidenum">
              <a:rPr lang="zh-CN" altLang="en-US"/>
              <a:pPr/>
              <a:t>‹#›</a:t>
            </a:fld>
            <a:endParaRPr lang="en-US" altLang="zh-CN"/>
          </a:p>
        </p:txBody>
      </p:sp>
    </p:spTree>
    <p:extLst>
      <p:ext uri="{BB962C8B-B14F-4D97-AF65-F5344CB8AC3E}">
        <p14:creationId xmlns:p14="http://schemas.microsoft.com/office/powerpoint/2010/main" val="3442894119"/>
      </p:ext>
    </p:extLst>
  </p:cSld>
  <p:clrMapOvr>
    <a:masterClrMapping/>
  </p:clrMapOvr>
  <p:hf/>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95300" y="273050"/>
            <a:ext cx="3259138" cy="1162050"/>
          </a:xfrm>
        </p:spPr>
        <p:txBody>
          <a:bodyPr/>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873500" y="273050"/>
            <a:ext cx="568801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4"/>
          <p:cNvSpPr>
            <a:spLocks noGrp="1" noChangeArrowheads="1"/>
          </p:cNvSpPr>
          <p:nvPr>
            <p:ph type="dt" sz="half" idx="10"/>
          </p:nvPr>
        </p:nvSpPr>
        <p:spPr>
          <a:ln/>
        </p:spPr>
        <p:txBody>
          <a:bodyPr/>
          <a:lstStyle>
            <a:lvl1pPr>
              <a:defRPr/>
            </a:lvl1pPr>
          </a:lstStyle>
          <a:p>
            <a:endParaRPr lang="en-US" altLang="zh-CN"/>
          </a:p>
        </p:txBody>
      </p:sp>
      <p:sp>
        <p:nvSpPr>
          <p:cNvPr id="6"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7" name="Rectangle 6"/>
          <p:cNvSpPr>
            <a:spLocks noGrp="1" noChangeArrowheads="1"/>
          </p:cNvSpPr>
          <p:nvPr>
            <p:ph type="sldNum" sz="quarter" idx="12"/>
          </p:nvPr>
        </p:nvSpPr>
        <p:spPr>
          <a:ln/>
        </p:spPr>
        <p:txBody>
          <a:bodyPr/>
          <a:lstStyle>
            <a:lvl1pPr>
              <a:defRPr/>
            </a:lvl1pPr>
          </a:lstStyle>
          <a:p>
            <a:fld id="{E03CC55C-0818-484B-95B1-0D6AEF3A5121}" type="slidenum">
              <a:rPr lang="zh-CN" altLang="en-US"/>
              <a:pPr/>
              <a:t>‹#›</a:t>
            </a:fld>
            <a:endParaRPr lang="en-US" altLang="zh-CN"/>
          </a:p>
        </p:txBody>
      </p:sp>
    </p:spTree>
    <p:extLst>
      <p:ext uri="{BB962C8B-B14F-4D97-AF65-F5344CB8AC3E}">
        <p14:creationId xmlns:p14="http://schemas.microsoft.com/office/powerpoint/2010/main" val="3588653774"/>
      </p:ext>
    </p:extLst>
  </p:cSld>
  <p:clrMapOvr>
    <a:masterClrMapping/>
  </p:clrMapOvr>
  <p:hf/>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941513" y="4800600"/>
            <a:ext cx="5943600" cy="566738"/>
          </a:xfrm>
        </p:spPr>
        <p:txBody>
          <a:bodyPr/>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noProof="1"/>
              <a:t>单击图标添加图片</a:t>
            </a:r>
          </a:p>
        </p:txBody>
      </p:sp>
      <p:sp>
        <p:nvSpPr>
          <p:cNvPr id="4" name="文本占位符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4"/>
          <p:cNvSpPr>
            <a:spLocks noGrp="1" noChangeArrowheads="1"/>
          </p:cNvSpPr>
          <p:nvPr>
            <p:ph type="dt" sz="half" idx="10"/>
          </p:nvPr>
        </p:nvSpPr>
        <p:spPr>
          <a:ln/>
        </p:spPr>
        <p:txBody>
          <a:bodyPr/>
          <a:lstStyle>
            <a:lvl1pPr>
              <a:defRPr/>
            </a:lvl1pPr>
          </a:lstStyle>
          <a:p>
            <a:endParaRPr lang="en-US" altLang="zh-CN"/>
          </a:p>
        </p:txBody>
      </p:sp>
      <p:sp>
        <p:nvSpPr>
          <p:cNvPr id="6"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7" name="Rectangle 6"/>
          <p:cNvSpPr>
            <a:spLocks noGrp="1" noChangeArrowheads="1"/>
          </p:cNvSpPr>
          <p:nvPr>
            <p:ph type="sldNum" sz="quarter" idx="12"/>
          </p:nvPr>
        </p:nvSpPr>
        <p:spPr>
          <a:ln/>
        </p:spPr>
        <p:txBody>
          <a:bodyPr/>
          <a:lstStyle>
            <a:lvl1pPr>
              <a:defRPr/>
            </a:lvl1pPr>
          </a:lstStyle>
          <a:p>
            <a:fld id="{3AABBE44-C760-482C-BBF4-1AD90914546D}" type="slidenum">
              <a:rPr lang="zh-CN" altLang="en-US"/>
              <a:pPr/>
              <a:t>‹#›</a:t>
            </a:fld>
            <a:endParaRPr lang="en-US" altLang="zh-CN"/>
          </a:p>
        </p:txBody>
      </p:sp>
    </p:spTree>
    <p:extLst>
      <p:ext uri="{BB962C8B-B14F-4D97-AF65-F5344CB8AC3E}">
        <p14:creationId xmlns:p14="http://schemas.microsoft.com/office/powerpoint/2010/main" val="2936825503"/>
      </p:ext>
    </p:extLst>
  </p:cSld>
  <p:clrMapOvr>
    <a:masterClrMapping/>
  </p:clrMapOvr>
  <p:hf/>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p:cNvSpPr>
            <a:spLocks noGrp="1" noChangeArrowheads="1"/>
          </p:cNvSpPr>
          <p:nvPr>
            <p:ph type="dt" sz="half" idx="10"/>
          </p:nvPr>
        </p:nvSpPr>
        <p:spPr>
          <a:ln/>
        </p:spPr>
        <p:txBody>
          <a:bodyPr/>
          <a:lstStyle>
            <a:lvl1pPr>
              <a:defRPr/>
            </a:lvl1pPr>
          </a:lstStyle>
          <a:p>
            <a:endParaRPr lang="en-US" altLang="zh-CN"/>
          </a:p>
        </p:txBody>
      </p:sp>
      <p:sp>
        <p:nvSpPr>
          <p:cNvPr id="5"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6" name="Rectangle 6"/>
          <p:cNvSpPr>
            <a:spLocks noGrp="1" noChangeArrowheads="1"/>
          </p:cNvSpPr>
          <p:nvPr>
            <p:ph type="sldNum" sz="quarter" idx="12"/>
          </p:nvPr>
        </p:nvSpPr>
        <p:spPr>
          <a:ln/>
        </p:spPr>
        <p:txBody>
          <a:bodyPr/>
          <a:lstStyle>
            <a:lvl1pPr>
              <a:defRPr/>
            </a:lvl1pPr>
          </a:lstStyle>
          <a:p>
            <a:fld id="{E1AE9711-D2FE-4E38-90AE-D1E297BAFE81}" type="slidenum">
              <a:rPr lang="zh-CN" altLang="en-US"/>
              <a:pPr/>
              <a:t>‹#›</a:t>
            </a:fld>
            <a:endParaRPr lang="en-US" altLang="zh-CN"/>
          </a:p>
        </p:txBody>
      </p:sp>
    </p:spTree>
    <p:extLst>
      <p:ext uri="{BB962C8B-B14F-4D97-AF65-F5344CB8AC3E}">
        <p14:creationId xmlns:p14="http://schemas.microsoft.com/office/powerpoint/2010/main" val="2473581823"/>
      </p:ext>
    </p:extLst>
  </p:cSld>
  <p:clrMapOvr>
    <a:masterClrMapping/>
  </p:clrMapOvr>
  <p:hf/>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181850" y="277813"/>
            <a:ext cx="2379662" cy="5853112"/>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95300" y="277813"/>
            <a:ext cx="6534150" cy="5853112"/>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p:cNvSpPr>
            <a:spLocks noGrp="1" noChangeArrowheads="1"/>
          </p:cNvSpPr>
          <p:nvPr>
            <p:ph type="dt" sz="half" idx="10"/>
          </p:nvPr>
        </p:nvSpPr>
        <p:spPr>
          <a:ln/>
        </p:spPr>
        <p:txBody>
          <a:bodyPr/>
          <a:lstStyle>
            <a:lvl1pPr>
              <a:defRPr/>
            </a:lvl1pPr>
          </a:lstStyle>
          <a:p>
            <a:endParaRPr lang="en-US" altLang="zh-CN"/>
          </a:p>
        </p:txBody>
      </p:sp>
      <p:sp>
        <p:nvSpPr>
          <p:cNvPr id="5"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6" name="Rectangle 6"/>
          <p:cNvSpPr>
            <a:spLocks noGrp="1" noChangeArrowheads="1"/>
          </p:cNvSpPr>
          <p:nvPr>
            <p:ph type="sldNum" sz="quarter" idx="12"/>
          </p:nvPr>
        </p:nvSpPr>
        <p:spPr>
          <a:ln/>
        </p:spPr>
        <p:txBody>
          <a:bodyPr/>
          <a:lstStyle>
            <a:lvl1pPr>
              <a:defRPr/>
            </a:lvl1pPr>
          </a:lstStyle>
          <a:p>
            <a:fld id="{C4B43DEA-F75B-4EB0-9B6A-B5DA8DF75583}" type="slidenum">
              <a:rPr lang="zh-CN" altLang="en-US"/>
              <a:pPr/>
              <a:t>‹#›</a:t>
            </a:fld>
            <a:endParaRPr lang="en-US" altLang="zh-CN"/>
          </a:p>
        </p:txBody>
      </p:sp>
    </p:spTree>
    <p:extLst>
      <p:ext uri="{BB962C8B-B14F-4D97-AF65-F5344CB8AC3E}">
        <p14:creationId xmlns:p14="http://schemas.microsoft.com/office/powerpoint/2010/main" val="53245461"/>
      </p:ext>
    </p:extLst>
  </p:cSld>
  <p:clrMapOvr>
    <a:masterClrMapping/>
  </p:clrMapOvr>
  <p:hf/>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6"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88504" y="188640"/>
            <a:ext cx="8915400" cy="792088"/>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495300" y="1196752"/>
            <a:ext cx="4381500" cy="493417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quarter" idx="2"/>
          </p:nvPr>
        </p:nvSpPr>
        <p:spPr>
          <a:xfrm>
            <a:off x="5029200" y="1196752"/>
            <a:ext cx="4381500" cy="2376587"/>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内容占位符 4"/>
          <p:cNvSpPr>
            <a:spLocks noGrp="1"/>
          </p:cNvSpPr>
          <p:nvPr>
            <p:ph sz="quarter" idx="3"/>
          </p:nvPr>
        </p:nvSpPr>
        <p:spPr>
          <a:xfrm>
            <a:off x="5029200" y="3754339"/>
            <a:ext cx="4381500" cy="2376586"/>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日期占位符 5"/>
          <p:cNvSpPr>
            <a:spLocks noGrp="1"/>
          </p:cNvSpPr>
          <p:nvPr>
            <p:ph type="dt" sz="half" idx="10"/>
          </p:nvPr>
        </p:nvSpPr>
        <p:spPr>
          <a:xfrm>
            <a:off x="495300" y="6248400"/>
            <a:ext cx="2311400" cy="457200"/>
          </a:xfrm>
        </p:spPr>
        <p:txBody>
          <a:bodyPr/>
          <a:lstStyle>
            <a:lvl1pPr>
              <a:defRPr/>
            </a:lvl1pPr>
          </a:lstStyle>
          <a:p>
            <a:endParaRPr lang="en-US" altLang="zh-CN"/>
          </a:p>
        </p:txBody>
      </p:sp>
      <p:sp>
        <p:nvSpPr>
          <p:cNvPr id="8" name="页脚占位符 6"/>
          <p:cNvSpPr>
            <a:spLocks noGrp="1"/>
          </p:cNvSpPr>
          <p:nvPr>
            <p:ph type="ftr" sz="quarter" idx="11"/>
          </p:nvPr>
        </p:nvSpPr>
        <p:spPr>
          <a:xfrm>
            <a:off x="3384550" y="6248400"/>
            <a:ext cx="3136900" cy="457200"/>
          </a:xfrm>
        </p:spPr>
        <p:txBody>
          <a:bodyPr/>
          <a:lstStyle>
            <a:lvl1pPr>
              <a:defRPr/>
            </a:lvl1pPr>
          </a:lstStyle>
          <a:p>
            <a:r>
              <a:rPr lang="en-US" altLang="zh-CN"/>
              <a:t>ppt课件</a:t>
            </a:r>
          </a:p>
        </p:txBody>
      </p:sp>
      <p:sp>
        <p:nvSpPr>
          <p:cNvPr id="9" name="灯片编号占位符 7"/>
          <p:cNvSpPr>
            <a:spLocks noGrp="1"/>
          </p:cNvSpPr>
          <p:nvPr>
            <p:ph type="sldNum" sz="quarter" idx="12"/>
          </p:nvPr>
        </p:nvSpPr>
        <p:spPr>
          <a:xfrm>
            <a:off x="7099300" y="6248400"/>
            <a:ext cx="2311400" cy="457200"/>
          </a:xfrm>
        </p:spPr>
        <p:txBody>
          <a:bodyPr/>
          <a:lstStyle>
            <a:lvl1pPr>
              <a:defRPr/>
            </a:lvl1pPr>
          </a:lstStyle>
          <a:p>
            <a:fld id="{81D9F3F7-388B-412F-8C50-0C2AA03CD55C}" type="slidenum">
              <a:rPr lang="zh-CN" altLang="en-US"/>
              <a:pPr/>
              <a:t>‹#›</a:t>
            </a:fld>
            <a:endParaRPr lang="en-US" altLang="zh-CN"/>
          </a:p>
        </p:txBody>
      </p:sp>
    </p:spTree>
    <p:extLst>
      <p:ext uri="{BB962C8B-B14F-4D97-AF65-F5344CB8AC3E}">
        <p14:creationId xmlns:p14="http://schemas.microsoft.com/office/powerpoint/2010/main" val="637343236"/>
      </p:ext>
    </p:extLst>
  </p:cSld>
  <p:clrMapOvr>
    <a:masterClrMapping/>
  </p:clrMapOvr>
  <p:hf/>
</p:sldLayout>
</file>

<file path=ppt/slideLayouts/slideLayout14.xml><?xml version="1.0" encoding="utf-8"?>
<p:sldLayout xmlns:a="http://schemas.openxmlformats.org/drawingml/2006/main" xmlns:r="http://schemas.openxmlformats.org/officeDocument/2006/relationships" xmlns:p="http://schemas.openxmlformats.org/presentationml/2006/main" type="txAndClipArt" preserve="1">
  <p:cSld name="标题，文本与剪贴画">
    <p:spTree>
      <p:nvGrpSpPr>
        <p:cNvPr id="1" name=""/>
        <p:cNvGrpSpPr/>
        <p:nvPr/>
      </p:nvGrpSpPr>
      <p:grpSpPr>
        <a:xfrm>
          <a:off x="0" y="0"/>
          <a:ext cx="0" cy="0"/>
          <a:chOff x="0" y="0"/>
          <a:chExt cx="0" cy="0"/>
        </a:xfrm>
      </p:grpSpPr>
      <p:sp>
        <p:nvSpPr>
          <p:cNvPr id="5"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1"/>
            <a:ext cx="8915400" cy="792087"/>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495300" y="1196752"/>
            <a:ext cx="4381500" cy="493417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剪贴画占位符 3"/>
          <p:cNvSpPr>
            <a:spLocks noGrp="1"/>
          </p:cNvSpPr>
          <p:nvPr>
            <p:ph type="clipArt" sz="half" idx="2" hasCustomPrompt="1"/>
          </p:nvPr>
        </p:nvSpPr>
        <p:spPr>
          <a:xfrm>
            <a:off x="5029200" y="1196752"/>
            <a:ext cx="4381500" cy="4934173"/>
          </a:xfrm>
        </p:spPr>
        <p:txBody>
          <a:bodyPr/>
          <a:lstStyle/>
          <a:p>
            <a:r>
              <a:rPr lang="zh-CN" altLang="en-US" noProof="1"/>
              <a:t>单击图标添加剪 贴画</a:t>
            </a:r>
          </a:p>
        </p:txBody>
      </p:sp>
      <p:sp>
        <p:nvSpPr>
          <p:cNvPr id="6" name="日期占位符 4"/>
          <p:cNvSpPr>
            <a:spLocks noGrp="1"/>
          </p:cNvSpPr>
          <p:nvPr>
            <p:ph type="dt" sz="half" idx="10"/>
          </p:nvPr>
        </p:nvSpPr>
        <p:spPr>
          <a:xfrm>
            <a:off x="495300" y="6248400"/>
            <a:ext cx="2311400" cy="457200"/>
          </a:xfrm>
        </p:spPr>
        <p:txBody>
          <a:bodyPr/>
          <a:lstStyle>
            <a:lvl1pPr>
              <a:defRPr/>
            </a:lvl1pPr>
          </a:lstStyle>
          <a:p>
            <a:endParaRPr lang="en-US" altLang="zh-CN"/>
          </a:p>
        </p:txBody>
      </p:sp>
      <p:sp>
        <p:nvSpPr>
          <p:cNvPr id="7" name="页脚占位符 5"/>
          <p:cNvSpPr>
            <a:spLocks noGrp="1"/>
          </p:cNvSpPr>
          <p:nvPr>
            <p:ph type="ftr" sz="quarter" idx="11"/>
          </p:nvPr>
        </p:nvSpPr>
        <p:spPr>
          <a:xfrm>
            <a:off x="3384550" y="6248400"/>
            <a:ext cx="3136900" cy="457200"/>
          </a:xfrm>
        </p:spPr>
        <p:txBody>
          <a:bodyPr/>
          <a:lstStyle>
            <a:lvl1pPr>
              <a:defRPr/>
            </a:lvl1pPr>
          </a:lstStyle>
          <a:p>
            <a:r>
              <a:rPr lang="en-US" altLang="zh-CN"/>
              <a:t>ppt课件</a:t>
            </a:r>
          </a:p>
        </p:txBody>
      </p:sp>
      <p:sp>
        <p:nvSpPr>
          <p:cNvPr id="8" name="灯片编号占位符 6"/>
          <p:cNvSpPr>
            <a:spLocks noGrp="1"/>
          </p:cNvSpPr>
          <p:nvPr>
            <p:ph type="sldNum" sz="quarter" idx="12"/>
          </p:nvPr>
        </p:nvSpPr>
        <p:spPr>
          <a:xfrm>
            <a:off x="7099300" y="6248400"/>
            <a:ext cx="2311400" cy="457200"/>
          </a:xfrm>
        </p:spPr>
        <p:txBody>
          <a:bodyPr/>
          <a:lstStyle>
            <a:lvl1pPr>
              <a:defRPr/>
            </a:lvl1pPr>
          </a:lstStyle>
          <a:p>
            <a:fld id="{1662586B-82D2-4BB4-820A-EB888FEA84BB}" type="slidenum">
              <a:rPr lang="zh-CN" altLang="en-US"/>
              <a:pPr/>
              <a:t>‹#›</a:t>
            </a:fld>
            <a:endParaRPr lang="en-US" altLang="zh-CN"/>
          </a:p>
        </p:txBody>
      </p:sp>
    </p:spTree>
    <p:extLst>
      <p:ext uri="{BB962C8B-B14F-4D97-AF65-F5344CB8AC3E}">
        <p14:creationId xmlns:p14="http://schemas.microsoft.com/office/powerpoint/2010/main" val="2884524900"/>
      </p:ext>
    </p:extLst>
  </p:cSld>
  <p:clrMapOvr>
    <a:masterClrMapping/>
  </p:clrMapOvr>
  <p:hf/>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idx="4294967295"/>
          </p:nvPr>
        </p:nvSpPr>
        <p:spPr bwMode="auto">
          <a:xfrm>
            <a:off x="495300" y="188913"/>
            <a:ext cx="9066213"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smtClean="0"/>
              <a:t>单击此处编辑母版标题样式</a:t>
            </a:r>
            <a:endParaRPr lang="en-US" altLang="zh-CN" smtClean="0"/>
          </a:p>
        </p:txBody>
      </p:sp>
      <p:sp>
        <p:nvSpPr>
          <p:cNvPr id="1027" name="Rectangle 3"/>
          <p:cNvSpPr>
            <a:spLocks noGrp="1" noChangeArrowheads="1"/>
          </p:cNvSpPr>
          <p:nvPr>
            <p:ph type="body" idx="4294967295"/>
          </p:nvPr>
        </p:nvSpPr>
        <p:spPr bwMode="auto">
          <a:xfrm>
            <a:off x="495300" y="1196975"/>
            <a:ext cx="9066213" cy="493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endParaRPr lang="en-US" altLang="zh-CN" smtClean="0"/>
          </a:p>
          <a:p>
            <a:pPr lvl="1"/>
            <a:r>
              <a:rPr lang="zh-CN" altLang="en-US" smtClean="0"/>
              <a:t>第二级</a:t>
            </a:r>
            <a:endParaRPr lang="en-US" altLang="zh-CN" smtClean="0"/>
          </a:p>
          <a:p>
            <a:pPr lvl="2"/>
            <a:r>
              <a:rPr lang="zh-CN" altLang="en-US" smtClean="0"/>
              <a:t>第三级</a:t>
            </a:r>
            <a:endParaRPr lang="en-US" altLang="zh-CN" smtClean="0"/>
          </a:p>
          <a:p>
            <a:pPr lvl="3"/>
            <a:r>
              <a:rPr lang="zh-CN" altLang="en-US" smtClean="0"/>
              <a:t>第四级</a:t>
            </a:r>
            <a:endParaRPr lang="en-US" altLang="zh-CN" smtClean="0"/>
          </a:p>
          <a:p>
            <a:pPr lvl="4"/>
            <a:r>
              <a:rPr lang="zh-CN" altLang="en-US" smtClean="0"/>
              <a:t>第五级</a:t>
            </a:r>
            <a:endParaRPr lang="en-US" altLang="zh-CN" smtClean="0"/>
          </a:p>
        </p:txBody>
      </p:sp>
      <p:sp>
        <p:nvSpPr>
          <p:cNvPr id="15364" name="Rectangle 4"/>
          <p:cNvSpPr>
            <a:spLocks noGrp="1" noChangeArrowheads="1"/>
          </p:cNvSpPr>
          <p:nvPr>
            <p:ph type="dt" sz="half" idx="2"/>
          </p:nvPr>
        </p:nvSpPr>
        <p:spPr bwMode="auto">
          <a:xfrm>
            <a:off x="495300" y="6356350"/>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000" noProof="1" dirty="0">
                <a:ea typeface="宋体" panose="02010600030101010101" pitchFamily="2" charset="-122"/>
              </a:defRPr>
            </a:lvl1pPr>
          </a:lstStyle>
          <a:p>
            <a:endParaRPr lang="en-US" altLang="zh-CN"/>
          </a:p>
        </p:txBody>
      </p:sp>
      <p:sp>
        <p:nvSpPr>
          <p:cNvPr id="15365" name="Rectangle 5"/>
          <p:cNvSpPr>
            <a:spLocks noGrp="1" noChangeArrowheads="1"/>
          </p:cNvSpPr>
          <p:nvPr>
            <p:ph type="ftr" sz="quarter" idx="3"/>
          </p:nvPr>
        </p:nvSpPr>
        <p:spPr bwMode="auto">
          <a:xfrm>
            <a:off x="3384550" y="6356350"/>
            <a:ext cx="31369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eaLnBrk="1" hangingPunct="1">
              <a:defRPr sz="1000" noProof="1">
                <a:ea typeface="宋体" panose="02010600030101010101" pitchFamily="2" charset="-122"/>
              </a:defRPr>
            </a:lvl1pPr>
          </a:lstStyle>
          <a:p>
            <a:r>
              <a:rPr lang="en-US" altLang="zh-CN"/>
              <a:t>ppt课件</a:t>
            </a:r>
          </a:p>
        </p:txBody>
      </p:sp>
      <p:sp>
        <p:nvSpPr>
          <p:cNvPr id="15366" name="Rectangle 6"/>
          <p:cNvSpPr>
            <a:spLocks noGrp="1" noChangeArrowheads="1"/>
          </p:cNvSpPr>
          <p:nvPr>
            <p:ph type="sldNum" sz="quarter" idx="4"/>
          </p:nvPr>
        </p:nvSpPr>
        <p:spPr bwMode="auto">
          <a:xfrm>
            <a:off x="7099300" y="6356350"/>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000" noProof="1">
                <a:ea typeface="宋体" panose="02010600030101010101" pitchFamily="2" charset="-122"/>
              </a:defRPr>
            </a:lvl1pPr>
          </a:lstStyle>
          <a:p>
            <a:fld id="{64D427D7-2ECD-47CB-B1DF-7A19DDD78A9B}" type="slidenum">
              <a:rPr lang="zh-CN" altLang="en-US"/>
              <a:pPr/>
              <a:t>‹#›</a:t>
            </a:fld>
            <a:endParaRPr lang="en-US" altLang="zh-CN"/>
          </a:p>
        </p:txBody>
      </p:sp>
      <p:sp>
        <p:nvSpPr>
          <p:cNvPr id="1031" name="Rectangle 7" descr="Gold bar"/>
          <p:cNvSpPr>
            <a:spLocks noChangeArrowheads="1"/>
          </p:cNvSpPr>
          <p:nvPr/>
        </p:nvSpPr>
        <p:spPr bwMode="auto">
          <a:xfrm>
            <a:off x="0" y="0"/>
            <a:ext cx="247650" cy="228600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imes New Roman" panose="02020603050405020304" pitchFamily="18" charset="0"/>
              <a:ea typeface="宋体" panose="02010600030101010101" pitchFamily="2" charset="-122"/>
            </a:endParaRPr>
          </a:p>
        </p:txBody>
      </p:sp>
      <p:sp>
        <p:nvSpPr>
          <p:cNvPr id="1032" name="Rectangle 9" descr="Orange bar"/>
          <p:cNvSpPr>
            <a:spLocks noChangeArrowheads="1"/>
          </p:cNvSpPr>
          <p:nvPr/>
        </p:nvSpPr>
        <p:spPr bwMode="auto">
          <a:xfrm>
            <a:off x="0" y="2286000"/>
            <a:ext cx="247650" cy="228600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imes New Roman" panose="02020603050405020304" pitchFamily="18" charset="0"/>
              <a:ea typeface="宋体" panose="02010600030101010101" pitchFamily="2" charset="-122"/>
            </a:endParaRPr>
          </a:p>
        </p:txBody>
      </p:sp>
      <p:sp>
        <p:nvSpPr>
          <p:cNvPr id="1033" name="Rectangle 10" descr="Slate bar"/>
          <p:cNvSpPr>
            <a:spLocks noChangeArrowheads="1"/>
          </p:cNvSpPr>
          <p:nvPr/>
        </p:nvSpPr>
        <p:spPr bwMode="auto">
          <a:xfrm>
            <a:off x="0" y="4572000"/>
            <a:ext cx="247650" cy="2286000"/>
          </a:xfrm>
          <a:prstGeom prst="rect">
            <a:avLst/>
          </a:prstGeom>
          <a:solidFill>
            <a:srgbClr val="3333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imes New Roman" panose="02020603050405020304" pitchFamily="18" charset="0"/>
              <a:ea typeface="宋体" panose="02010600030101010101" pitchFamily="2" charset="-122"/>
            </a:endParaRPr>
          </a:p>
        </p:txBody>
      </p:sp>
      <p:pic>
        <p:nvPicPr>
          <p:cNvPr id="1034" name="Picture 2" descr="computer networking 的图像结果"/>
          <p:cNvPicPr>
            <a:picLocks noChangeAspect="1" noChangeArrowheads="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8724900" y="188913"/>
            <a:ext cx="1123950" cy="81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5" name="AutoShape 5" descr="https://publicrelationssydney.com.au/wp-content/uploads/2013/01/shutterstock_80434384.jpg"/>
          <p:cNvSpPr>
            <a:spLocks noChangeAspect="1" noChangeArrowheads="1"/>
          </p:cNvSpPr>
          <p:nvPr userDrawn="1"/>
        </p:nvSpPr>
        <p:spPr bwMode="auto">
          <a:xfrm>
            <a:off x="63500" y="-13652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670" r:id="rId1"/>
    <p:sldLayoutId id="2147483671" r:id="rId2"/>
    <p:sldLayoutId id="2147483669" r:id="rId3"/>
    <p:sldLayoutId id="2147483672" r:id="rId4"/>
    <p:sldLayoutId id="2147483673" r:id="rId5"/>
    <p:sldLayoutId id="2147483674" r:id="rId6"/>
    <p:sldLayoutId id="2147483675" r:id="rId7"/>
    <p:sldLayoutId id="2147483668" r:id="rId8"/>
    <p:sldLayoutId id="2147483667" r:id="rId9"/>
    <p:sldLayoutId id="2147483666" r:id="rId10"/>
    <p:sldLayoutId id="2147483665" r:id="rId11"/>
    <p:sldLayoutId id="2147483664" r:id="rId12"/>
    <p:sldLayoutId id="2147483676" r:id="rId13"/>
    <p:sldLayoutId id="2147483677" r:id="rId14"/>
  </p:sldLayoutIdLst>
  <p:hf/>
  <p:txStyles>
    <p:titleStyle>
      <a:lvl1pPr algn="l" rtl="0" fontAlgn="base">
        <a:spcBef>
          <a:spcPct val="0"/>
        </a:spcBef>
        <a:spcAft>
          <a:spcPct val="0"/>
        </a:spcAft>
        <a:defRPr sz="4400" b="1">
          <a:solidFill>
            <a:srgbClr val="333399"/>
          </a:solidFill>
          <a:latin typeface="+mn-lt"/>
          <a:ea typeface="黑体" panose="02010609060101010101" pitchFamily="2" charset="-122"/>
          <a:cs typeface="+mj-cs"/>
        </a:defRPr>
      </a:lvl1pPr>
      <a:lvl2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2pPr>
      <a:lvl3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3pPr>
      <a:lvl4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4pPr>
      <a:lvl5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5pPr>
      <a:lvl6pPr marL="457200" algn="l" rtl="0" eaLnBrk="1" fontAlgn="base" hangingPunct="1">
        <a:spcBef>
          <a:spcPct val="0"/>
        </a:spcBef>
        <a:spcAft>
          <a:spcPct val="0"/>
        </a:spcAft>
        <a:defRPr sz="4400">
          <a:solidFill>
            <a:schemeClr val="tx2"/>
          </a:solidFill>
          <a:latin typeface="Times New Roman" panose="02020603050405020304" pitchFamily="18" charset="0"/>
        </a:defRPr>
      </a:lvl6pPr>
      <a:lvl7pPr marL="914400" algn="l" rtl="0" eaLnBrk="1" fontAlgn="base" hangingPunct="1">
        <a:spcBef>
          <a:spcPct val="0"/>
        </a:spcBef>
        <a:spcAft>
          <a:spcPct val="0"/>
        </a:spcAft>
        <a:defRPr sz="4400">
          <a:solidFill>
            <a:schemeClr val="tx2"/>
          </a:solidFill>
          <a:latin typeface="Times New Roman" panose="02020603050405020304" pitchFamily="18" charset="0"/>
        </a:defRPr>
      </a:lvl7pPr>
      <a:lvl8pPr marL="1371600" algn="l" rtl="0" eaLnBrk="1" fontAlgn="base" hangingPunct="1">
        <a:spcBef>
          <a:spcPct val="0"/>
        </a:spcBef>
        <a:spcAft>
          <a:spcPct val="0"/>
        </a:spcAft>
        <a:defRPr sz="4400">
          <a:solidFill>
            <a:schemeClr val="tx2"/>
          </a:solidFill>
          <a:latin typeface="Times New Roman" panose="02020603050405020304" pitchFamily="18" charset="0"/>
        </a:defRPr>
      </a:lvl8pPr>
      <a:lvl9pPr marL="1828800" algn="l" rtl="0" eaLnBrk="1" fontAlgn="base" hangingPunct="1">
        <a:spcBef>
          <a:spcPct val="0"/>
        </a:spcBef>
        <a:spcAft>
          <a:spcPct val="0"/>
        </a:spcAft>
        <a:defRPr sz="4400">
          <a:solidFill>
            <a:schemeClr val="tx2"/>
          </a:solidFill>
          <a:latin typeface="Times New Roman" panose="02020603050405020304" pitchFamily="18" charset="0"/>
        </a:defRPr>
      </a:lvl9pPr>
    </p:titleStyle>
    <p:bodyStyle>
      <a:lvl1pPr marL="342900" indent="-342900" algn="l" rtl="0" fontAlgn="base">
        <a:spcBef>
          <a:spcPct val="20000"/>
        </a:spcBef>
        <a:spcAft>
          <a:spcPct val="0"/>
        </a:spcAft>
        <a:buClr>
          <a:srgbClr val="333399"/>
        </a:buClr>
        <a:buSzPct val="75000"/>
        <a:buFont typeface="Wingdings" panose="05000000000000000000" pitchFamily="2" charset="2"/>
        <a:buChar char="n"/>
        <a:defRPr sz="3200" b="1">
          <a:solidFill>
            <a:schemeClr val="tx1"/>
          </a:solidFill>
          <a:latin typeface="+mn-lt"/>
          <a:ea typeface="黑体" panose="02010609060101010101" pitchFamily="2" charset="-122"/>
          <a:cs typeface="+mn-cs"/>
        </a:defRPr>
      </a:lvl1pPr>
      <a:lvl2pPr marL="742950" indent="-285750" algn="l" rtl="0" fontAlgn="base">
        <a:spcBef>
          <a:spcPct val="20000"/>
        </a:spcBef>
        <a:spcAft>
          <a:spcPct val="0"/>
        </a:spcAft>
        <a:buClr>
          <a:schemeClr val="accent2"/>
        </a:buClr>
        <a:buSzPct val="70000"/>
        <a:buFont typeface="Wingdings" panose="05000000000000000000" pitchFamily="2" charset="2"/>
        <a:buChar char="n"/>
        <a:defRPr sz="2800" b="1">
          <a:solidFill>
            <a:schemeClr val="tx1"/>
          </a:solidFill>
          <a:latin typeface="+mn-lt"/>
          <a:ea typeface="黑体" panose="02010609060101010101" pitchFamily="2" charset="-122"/>
        </a:defRPr>
      </a:lvl2pPr>
      <a:lvl3pPr marL="1143000" indent="-228600" algn="l" rtl="0" fontAlgn="base">
        <a:spcBef>
          <a:spcPct val="20000"/>
        </a:spcBef>
        <a:spcAft>
          <a:spcPct val="0"/>
        </a:spcAft>
        <a:buClr>
          <a:srgbClr val="333399"/>
        </a:buClr>
        <a:buSzPct val="65000"/>
        <a:buFont typeface="Wingdings" panose="05000000000000000000" pitchFamily="2" charset="2"/>
        <a:buChar char="p"/>
        <a:defRPr sz="2400" b="1">
          <a:solidFill>
            <a:schemeClr val="tx1"/>
          </a:solidFill>
          <a:latin typeface="+mn-lt"/>
          <a:ea typeface="黑体" panose="02010609060101010101" pitchFamily="2" charset="-122"/>
        </a:defRPr>
      </a:lvl3pPr>
      <a:lvl4pPr marL="1600200" indent="-228600" algn="l" rtl="0" fontAlgn="base">
        <a:spcBef>
          <a:spcPct val="20000"/>
        </a:spcBef>
        <a:spcAft>
          <a:spcPct val="0"/>
        </a:spcAft>
        <a:buClr>
          <a:schemeClr val="bg2"/>
        </a:buClr>
        <a:buSzPct val="65000"/>
        <a:buFont typeface="Wingdings" panose="05000000000000000000" pitchFamily="2" charset="2"/>
        <a:buChar char="n"/>
        <a:defRPr sz="2000" b="1">
          <a:solidFill>
            <a:schemeClr val="tx1"/>
          </a:solidFill>
          <a:latin typeface="+mn-lt"/>
          <a:ea typeface="黑体" panose="02010609060101010101" pitchFamily="2" charset="-122"/>
        </a:defRPr>
      </a:lvl4pPr>
      <a:lvl5pPr marL="2057400" indent="-228600" algn="l" rtl="0" fontAlgn="base">
        <a:spcBef>
          <a:spcPct val="20000"/>
        </a:spcBef>
        <a:spcAft>
          <a:spcPct val="0"/>
        </a:spcAft>
        <a:buClr>
          <a:srgbClr val="333399"/>
        </a:buClr>
        <a:buSzPct val="60000"/>
        <a:buFont typeface="Wingdings" panose="05000000000000000000" pitchFamily="2" charset="2"/>
        <a:buChar char="n"/>
        <a:defRPr sz="2000" b="1">
          <a:solidFill>
            <a:schemeClr val="tx1"/>
          </a:solidFill>
          <a:latin typeface="+mn-lt"/>
          <a:ea typeface="黑体" panose="02010609060101010101" pitchFamily="2" charset="-122"/>
        </a:defRPr>
      </a:lvl5pPr>
      <a:lvl6pPr marL="25146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6pPr>
      <a:lvl7pPr marL="29718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7pPr>
      <a:lvl8pPr marL="34290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8pPr>
      <a:lvl9pPr marL="38862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3.wmf"/></Relationships>
</file>

<file path=ppt/slides/_rels/slide5.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3.w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7793" name="Rectangle 2"/>
          <p:cNvSpPr>
            <a:spLocks noGrp="1" noChangeArrowheads="1"/>
          </p:cNvSpPr>
          <p:nvPr>
            <p:ph type="ctrTitle"/>
          </p:nvPr>
        </p:nvSpPr>
        <p:spPr/>
        <p:txBody>
          <a:bodyPr/>
          <a:lstStyle/>
          <a:p>
            <a:r>
              <a:rPr lang="zh-CN" altLang="en-US" dirty="0" smtClean="0">
                <a:latin typeface="Arial" panose="020B0604020202020204" pitchFamily="34" charset="0"/>
                <a:ea typeface="黑体" panose="02010609060101010101" pitchFamily="49" charset="-122"/>
              </a:rPr>
              <a:t>第 </a:t>
            </a:r>
            <a:r>
              <a:rPr lang="en-US" altLang="zh-CN" dirty="0" smtClean="0">
                <a:latin typeface="Arial" panose="020B0604020202020204" pitchFamily="34" charset="0"/>
                <a:ea typeface="黑体" panose="02010609060101010101" pitchFamily="49" charset="-122"/>
              </a:rPr>
              <a:t>3 </a:t>
            </a:r>
            <a:r>
              <a:rPr lang="zh-CN" altLang="en-US" dirty="0" smtClean="0">
                <a:latin typeface="Arial" panose="020B0604020202020204" pitchFamily="34" charset="0"/>
                <a:ea typeface="黑体" panose="02010609060101010101" pitchFamily="49" charset="-122"/>
              </a:rPr>
              <a:t>章  </a:t>
            </a:r>
            <a:r>
              <a:rPr lang="zh-CN" altLang="zh-CN" dirty="0" smtClean="0">
                <a:latin typeface="黑体" panose="02010609060101010101" pitchFamily="49" charset="-122"/>
                <a:ea typeface="黑体" panose="02010609060101010101" pitchFamily="49" charset="-122"/>
              </a:rPr>
              <a:t>数据链路层</a:t>
            </a:r>
            <a:endParaRPr lang="zh-CN" altLang="en-US" dirty="0" smtClean="0">
              <a:latin typeface="Arial" panose="020B0604020202020204" pitchFamily="34" charset="0"/>
              <a:ea typeface="黑体" panose="02010609060101010101" pitchFamily="49" charset="-122"/>
            </a:endParaRPr>
          </a:p>
        </p:txBody>
      </p:sp>
      <p:sp>
        <p:nvSpPr>
          <p:cNvPr id="417794" name="Rectangle 3"/>
          <p:cNvSpPr>
            <a:spLocks noGrp="1" noChangeArrowheads="1"/>
          </p:cNvSpPr>
          <p:nvPr>
            <p:ph type="subTitle" idx="1"/>
          </p:nvPr>
        </p:nvSpPr>
        <p:spPr/>
        <p:txBody>
          <a:bodyPr/>
          <a:lstStyle/>
          <a:p>
            <a:r>
              <a:rPr lang="en-US" altLang="zh-CN" smtClean="0">
                <a:latin typeface="黑体" panose="02010609060101010101" pitchFamily="49" charset="-122"/>
                <a:ea typeface="宋体" panose="02010600030101010101" pitchFamily="2" charset="-122"/>
              </a:rPr>
              <a:t>3.1-3.2</a:t>
            </a:r>
            <a:endParaRPr lang="zh-CN" altLang="en-US" smtClean="0">
              <a:latin typeface="黑体" panose="02010609060101010101" pitchFamily="49" charset="-122"/>
              <a:ea typeface="宋体" panose="02010600030101010101" pitchFamily="2" charset="-122"/>
            </a:endParaRPr>
          </a:p>
        </p:txBody>
      </p:sp>
      <p:sp>
        <p:nvSpPr>
          <p:cNvPr id="41779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B24FFEA-0416-4593-B51A-3B084525AE1E}" type="slidenum">
              <a:rPr lang="zh-CN" altLang="en-US" smtClean="0"/>
              <a:pPr eaLnBrk="1" hangingPunct="1"/>
              <a:t>1</a:t>
            </a:fld>
            <a:endParaRPr lang="en-US" altLang="zh-CN" smtClean="0"/>
          </a:p>
        </p:txBody>
      </p:sp>
      <p:sp>
        <p:nvSpPr>
          <p:cNvPr id="41779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41" name="标题 1"/>
          <p:cNvSpPr>
            <a:spLocks noGrp="1" noChangeArrowheads="1"/>
          </p:cNvSpPr>
          <p:nvPr>
            <p:ph type="title"/>
          </p:nvPr>
        </p:nvSpPr>
        <p:spPr>
          <a:xfrm>
            <a:off x="495300" y="188913"/>
            <a:ext cx="9066213" cy="792162"/>
          </a:xfrm>
        </p:spPr>
        <p:txBody>
          <a:bodyPr/>
          <a:lstStyle/>
          <a:p>
            <a:r>
              <a:rPr lang="zh-CN" altLang="zh-CN" smtClean="0">
                <a:ea typeface="黑体" panose="02010609060101010101" pitchFamily="49" charset="-122"/>
              </a:rPr>
              <a:t>第</a:t>
            </a:r>
            <a:r>
              <a:rPr lang="en-US" altLang="zh-CN" smtClean="0">
                <a:ea typeface="黑体" panose="02010609060101010101" pitchFamily="49" charset="-122"/>
              </a:rPr>
              <a:t> 3 </a:t>
            </a:r>
            <a:r>
              <a:rPr lang="zh-CN" altLang="zh-CN" smtClean="0">
                <a:ea typeface="黑体" panose="02010609060101010101" pitchFamily="49" charset="-122"/>
              </a:rPr>
              <a:t>章</a:t>
            </a:r>
            <a:r>
              <a:rPr lang="en-US" altLang="zh-CN" smtClean="0">
                <a:ea typeface="黑体" panose="02010609060101010101" pitchFamily="49" charset="-122"/>
              </a:rPr>
              <a:t>  </a:t>
            </a:r>
            <a:r>
              <a:rPr lang="zh-CN" altLang="zh-CN" smtClean="0">
                <a:ea typeface="黑体" panose="02010609060101010101" pitchFamily="49" charset="-122"/>
              </a:rPr>
              <a:t>数据链路层</a:t>
            </a:r>
            <a:endParaRPr lang="zh-CN" altLang="en-US" smtClean="0">
              <a:ea typeface="黑体" panose="02010609060101010101" pitchFamily="49" charset="-122"/>
            </a:endParaRPr>
          </a:p>
        </p:txBody>
      </p:sp>
      <p:sp>
        <p:nvSpPr>
          <p:cNvPr id="419842" name="内容占位符 2"/>
          <p:cNvSpPr>
            <a:spLocks noGrp="1" noChangeArrowheads="1"/>
          </p:cNvSpPr>
          <p:nvPr>
            <p:ph idx="1"/>
          </p:nvPr>
        </p:nvSpPr>
        <p:spPr>
          <a:xfrm>
            <a:off x="495300" y="1196975"/>
            <a:ext cx="9066213" cy="4933950"/>
          </a:xfrm>
        </p:spPr>
        <p:txBody>
          <a:bodyPr/>
          <a:lstStyle/>
          <a:p>
            <a:r>
              <a:rPr lang="en-US" altLang="zh-CN" dirty="0" smtClean="0">
                <a:ea typeface="黑体" panose="02010609060101010101" pitchFamily="49" charset="-122"/>
              </a:rPr>
              <a:t>3.1  </a:t>
            </a:r>
            <a:r>
              <a:rPr lang="zh-CN" altLang="zh-CN" dirty="0" smtClean="0">
                <a:ea typeface="黑体" panose="02010609060101010101" pitchFamily="49" charset="-122"/>
              </a:rPr>
              <a:t>使用点对点信道的数据链路层</a:t>
            </a:r>
          </a:p>
          <a:p>
            <a:r>
              <a:rPr lang="en-US" altLang="zh-CN" dirty="0" smtClean="0">
                <a:ea typeface="黑体" panose="02010609060101010101" pitchFamily="49" charset="-122"/>
              </a:rPr>
              <a:t>3.2  </a:t>
            </a:r>
            <a:r>
              <a:rPr lang="zh-CN" altLang="zh-CN" dirty="0" smtClean="0">
                <a:ea typeface="黑体" panose="02010609060101010101" pitchFamily="49" charset="-122"/>
              </a:rPr>
              <a:t>点对点协议</a:t>
            </a:r>
            <a:r>
              <a:rPr lang="en-US" altLang="zh-CN" dirty="0" smtClean="0">
                <a:ea typeface="黑体" panose="02010609060101010101" pitchFamily="49" charset="-122"/>
              </a:rPr>
              <a:t> PPP</a:t>
            </a:r>
            <a:endParaRPr lang="zh-CN" altLang="zh-CN" dirty="0" smtClean="0">
              <a:ea typeface="黑体" panose="02010609060101010101" pitchFamily="49" charset="-122"/>
            </a:endParaRPr>
          </a:p>
        </p:txBody>
      </p:sp>
      <p:sp>
        <p:nvSpPr>
          <p:cNvPr id="419843"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3C2D96E-D724-421B-ABD3-F3FE8704E888}" type="slidenum">
              <a:rPr lang="zh-CN" altLang="en-US" smtClean="0"/>
              <a:pPr eaLnBrk="1" hangingPunct="1"/>
              <a:t>2</a:t>
            </a:fld>
            <a:endParaRPr lang="en-US" altLang="zh-CN" smtClean="0"/>
          </a:p>
        </p:txBody>
      </p:sp>
      <p:sp>
        <p:nvSpPr>
          <p:cNvPr id="419844"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0865"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数据链路层</a:t>
            </a:r>
            <a:r>
              <a:rPr lang="zh-CN" altLang="zh-CN" smtClean="0">
                <a:ea typeface="黑体" panose="02010609060101010101" pitchFamily="49" charset="-122"/>
              </a:rPr>
              <a:t>使用的信道</a:t>
            </a:r>
            <a:endParaRPr lang="zh-CN" altLang="en-US" smtClean="0">
              <a:ea typeface="黑体" panose="02010609060101010101" pitchFamily="49" charset="-122"/>
            </a:endParaRPr>
          </a:p>
        </p:txBody>
      </p:sp>
      <p:sp>
        <p:nvSpPr>
          <p:cNvPr id="280579" name="Rectangle 3"/>
          <p:cNvSpPr>
            <a:spLocks noGrp="1" noChangeArrowheads="1"/>
          </p:cNvSpPr>
          <p:nvPr>
            <p:ph idx="1"/>
          </p:nvPr>
        </p:nvSpPr>
        <p:spPr>
          <a:xfrm>
            <a:off x="495300" y="1196975"/>
            <a:ext cx="9066213" cy="4933950"/>
          </a:xfrm>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60363" indent="-360363">
              <a:buFont typeface="Wingdings" panose="05000000000000000000" pitchFamily="2" charset="2"/>
              <a:buNone/>
            </a:pPr>
            <a:r>
              <a:rPr lang="en-US" altLang="zh-CN" smtClean="0">
                <a:ea typeface="黑体" panose="02010609060101010101" pitchFamily="49" charset="-122"/>
              </a:rPr>
              <a:t>	</a:t>
            </a:r>
            <a:r>
              <a:rPr lang="zh-CN" altLang="en-US" smtClean="0">
                <a:ea typeface="黑体" panose="02010609060101010101" pitchFamily="49" charset="-122"/>
              </a:rPr>
              <a:t>数据链路层使用的信道主要有以下两种类型：</a:t>
            </a:r>
          </a:p>
          <a:p>
            <a:pPr marL="360363" indent="-360363"/>
            <a:r>
              <a:rPr lang="zh-CN" altLang="en-US" smtClean="0">
                <a:solidFill>
                  <a:srgbClr val="FF0000"/>
                </a:solidFill>
                <a:ea typeface="黑体" panose="02010609060101010101" pitchFamily="49" charset="-122"/>
              </a:rPr>
              <a:t>点对点信道。</a:t>
            </a:r>
            <a:r>
              <a:rPr lang="zh-CN" altLang="en-US" smtClean="0">
                <a:ea typeface="黑体" panose="02010609060101010101" pitchFamily="49" charset="-122"/>
              </a:rPr>
              <a:t>这种信道使用</a:t>
            </a:r>
            <a:r>
              <a:rPr lang="zh-CN" altLang="en-US" smtClean="0">
                <a:solidFill>
                  <a:srgbClr val="FF0000"/>
                </a:solidFill>
                <a:ea typeface="黑体" panose="02010609060101010101" pitchFamily="49" charset="-122"/>
              </a:rPr>
              <a:t>一对一的点对点通信</a:t>
            </a:r>
            <a:r>
              <a:rPr lang="zh-CN" altLang="en-US" smtClean="0">
                <a:ea typeface="黑体" panose="02010609060101010101" pitchFamily="49" charset="-122"/>
              </a:rPr>
              <a:t>方式。</a:t>
            </a:r>
          </a:p>
          <a:p>
            <a:pPr marL="360363" indent="-360363"/>
            <a:r>
              <a:rPr lang="zh-CN" altLang="en-US" smtClean="0">
                <a:solidFill>
                  <a:srgbClr val="FF0000"/>
                </a:solidFill>
                <a:ea typeface="黑体" panose="02010609060101010101" pitchFamily="49" charset="-122"/>
              </a:rPr>
              <a:t>广播信道。</a:t>
            </a:r>
            <a:r>
              <a:rPr lang="zh-CN" altLang="en-US" smtClean="0">
                <a:ea typeface="黑体" panose="02010609060101010101" pitchFamily="49" charset="-122"/>
              </a:rPr>
              <a:t>这种信道使用</a:t>
            </a:r>
            <a:r>
              <a:rPr lang="zh-CN" altLang="en-US" smtClean="0">
                <a:solidFill>
                  <a:srgbClr val="FF0000"/>
                </a:solidFill>
                <a:ea typeface="黑体" panose="02010609060101010101" pitchFamily="49" charset="-122"/>
              </a:rPr>
              <a:t>一对多的广播通信</a:t>
            </a:r>
            <a:r>
              <a:rPr lang="zh-CN" altLang="en-US" smtClean="0">
                <a:ea typeface="黑体" panose="02010609060101010101" pitchFamily="49" charset="-122"/>
              </a:rPr>
              <a:t>方式，因此过程比较复杂。广播信道上连接的主机很多，因此必须使用专用的共享信道协议来协调这些主机的数据发送。 </a:t>
            </a:r>
          </a:p>
        </p:txBody>
      </p:sp>
      <p:sp>
        <p:nvSpPr>
          <p:cNvPr id="42086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5931609-0DE4-4AEF-B57B-46EF2C567B9A}" type="slidenum">
              <a:rPr lang="zh-CN" altLang="en-US" smtClean="0"/>
              <a:pPr eaLnBrk="1" hangingPunct="1"/>
              <a:t>3</a:t>
            </a:fld>
            <a:endParaRPr lang="en-US" altLang="zh-CN" smtClean="0"/>
          </a:p>
        </p:txBody>
      </p:sp>
      <p:sp>
        <p:nvSpPr>
          <p:cNvPr id="42086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2913" name="Rectangle 2"/>
          <p:cNvSpPr>
            <a:spLocks noGrp="1" noChangeArrowheads="1"/>
          </p:cNvSpPr>
          <p:nvPr>
            <p:ph type="title"/>
          </p:nvPr>
        </p:nvSpPr>
        <p:spPr/>
        <p:txBody>
          <a:bodyPr/>
          <a:lstStyle/>
          <a:p>
            <a:pPr algn="ctr"/>
            <a:r>
              <a:rPr lang="zh-CN" altLang="en-US" smtClean="0">
                <a:latin typeface="黑体" panose="02010609060101010101" pitchFamily="49" charset="-122"/>
                <a:ea typeface="黑体" panose="02010609060101010101" pitchFamily="49" charset="-122"/>
              </a:rPr>
              <a:t>数据链路层的简单模型</a:t>
            </a:r>
          </a:p>
        </p:txBody>
      </p:sp>
      <p:sp>
        <p:nvSpPr>
          <p:cNvPr id="422914" name="Line 3"/>
          <p:cNvSpPr>
            <a:spLocks noChangeShapeType="1"/>
          </p:cNvSpPr>
          <p:nvPr/>
        </p:nvSpPr>
        <p:spPr bwMode="auto">
          <a:xfrm flipH="1" flipV="1">
            <a:off x="8539163" y="2720975"/>
            <a:ext cx="728662" cy="6350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2915" name="Line 4"/>
          <p:cNvSpPr>
            <a:spLocks noChangeShapeType="1"/>
          </p:cNvSpPr>
          <p:nvPr/>
        </p:nvSpPr>
        <p:spPr bwMode="auto">
          <a:xfrm flipH="1" flipV="1">
            <a:off x="7356475" y="2416175"/>
            <a:ext cx="687388" cy="21590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2916" name="Line 5"/>
          <p:cNvSpPr>
            <a:spLocks noChangeShapeType="1"/>
          </p:cNvSpPr>
          <p:nvPr/>
        </p:nvSpPr>
        <p:spPr bwMode="auto">
          <a:xfrm flipV="1">
            <a:off x="6392863" y="2403475"/>
            <a:ext cx="825500" cy="15240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2917" name="Line 6"/>
          <p:cNvSpPr>
            <a:spLocks noChangeShapeType="1"/>
          </p:cNvSpPr>
          <p:nvPr/>
        </p:nvSpPr>
        <p:spPr bwMode="auto">
          <a:xfrm flipV="1">
            <a:off x="5237163" y="2479675"/>
            <a:ext cx="990600" cy="7620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2918" name="Line 7"/>
          <p:cNvSpPr>
            <a:spLocks noChangeShapeType="1"/>
          </p:cNvSpPr>
          <p:nvPr/>
        </p:nvSpPr>
        <p:spPr bwMode="auto">
          <a:xfrm>
            <a:off x="4081463" y="2555875"/>
            <a:ext cx="990600"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2919" name="Line 8"/>
          <p:cNvSpPr>
            <a:spLocks noChangeShapeType="1"/>
          </p:cNvSpPr>
          <p:nvPr/>
        </p:nvSpPr>
        <p:spPr bwMode="auto">
          <a:xfrm>
            <a:off x="2843213" y="2327275"/>
            <a:ext cx="990600" cy="22860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2920" name="Freeform 9"/>
          <p:cNvSpPr>
            <a:spLocks noChangeArrowheads="1"/>
          </p:cNvSpPr>
          <p:nvPr/>
        </p:nvSpPr>
        <p:spPr bwMode="auto">
          <a:xfrm>
            <a:off x="889000" y="2365375"/>
            <a:ext cx="1898650" cy="508000"/>
          </a:xfrm>
          <a:custGeom>
            <a:avLst/>
            <a:gdLst>
              <a:gd name="T0" fmla="*/ 0 w 1104"/>
              <a:gd name="T1" fmla="*/ 320 h 320"/>
              <a:gd name="T2" fmla="*/ 568 w 1104"/>
              <a:gd name="T3" fmla="*/ 200 h 320"/>
              <a:gd name="T4" fmla="*/ 1104 w 1104"/>
              <a:gd name="T5" fmla="*/ 0 h 320"/>
            </a:gdLst>
            <a:ahLst/>
            <a:cxnLst>
              <a:cxn ang="0">
                <a:pos x="T0" y="T1"/>
              </a:cxn>
              <a:cxn ang="0">
                <a:pos x="T2" y="T3"/>
              </a:cxn>
              <a:cxn ang="0">
                <a:pos x="T4" y="T5"/>
              </a:cxn>
            </a:cxnLst>
            <a:rect l="0" t="0" r="r" b="b"/>
            <a:pathLst>
              <a:path w="1104" h="320">
                <a:moveTo>
                  <a:pt x="0" y="320"/>
                </a:moveTo>
                <a:lnTo>
                  <a:pt x="568" y="200"/>
                </a:lnTo>
                <a:lnTo>
                  <a:pt x="1104" y="0"/>
                </a:lnTo>
              </a:path>
            </a:pathLst>
          </a:custGeom>
          <a:noFill/>
          <a:ln w="28575">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grpSp>
        <p:nvGrpSpPr>
          <p:cNvPr id="422921" name="Group 10"/>
          <p:cNvGrpSpPr>
            <a:grpSpLocks/>
          </p:cNvGrpSpPr>
          <p:nvPr/>
        </p:nvGrpSpPr>
        <p:grpSpPr bwMode="auto">
          <a:xfrm>
            <a:off x="1274763" y="2174875"/>
            <a:ext cx="1222375" cy="781050"/>
            <a:chOff x="1680" y="240"/>
            <a:chExt cx="2529" cy="1270"/>
          </a:xfrm>
        </p:grpSpPr>
        <p:sp>
          <p:nvSpPr>
            <p:cNvPr id="422922" name="Oval 11"/>
            <p:cNvSpPr>
              <a:spLocks noChangeArrowheads="1"/>
            </p:cNvSpPr>
            <p:nvPr/>
          </p:nvSpPr>
          <p:spPr bwMode="auto">
            <a:xfrm>
              <a:off x="2554" y="240"/>
              <a:ext cx="1088" cy="513"/>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2923" name="Oval 12"/>
            <p:cNvSpPr>
              <a:spLocks noChangeArrowheads="1"/>
            </p:cNvSpPr>
            <p:nvPr/>
          </p:nvSpPr>
          <p:spPr bwMode="auto">
            <a:xfrm>
              <a:off x="1941" y="381"/>
              <a:ext cx="827" cy="513"/>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2924" name="Oval 13"/>
            <p:cNvSpPr>
              <a:spLocks noChangeArrowheads="1"/>
            </p:cNvSpPr>
            <p:nvPr/>
          </p:nvSpPr>
          <p:spPr bwMode="auto">
            <a:xfrm>
              <a:off x="1680" y="702"/>
              <a:ext cx="552" cy="411"/>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2925" name="Oval 14"/>
            <p:cNvSpPr>
              <a:spLocks noChangeArrowheads="1"/>
            </p:cNvSpPr>
            <p:nvPr/>
          </p:nvSpPr>
          <p:spPr bwMode="auto">
            <a:xfrm>
              <a:off x="1849" y="894"/>
              <a:ext cx="842" cy="450"/>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2926" name="Oval 15"/>
            <p:cNvSpPr>
              <a:spLocks noChangeArrowheads="1"/>
            </p:cNvSpPr>
            <p:nvPr/>
          </p:nvSpPr>
          <p:spPr bwMode="auto">
            <a:xfrm>
              <a:off x="2462" y="971"/>
              <a:ext cx="1272" cy="539"/>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2927" name="Oval 16"/>
            <p:cNvSpPr>
              <a:spLocks noChangeArrowheads="1"/>
            </p:cNvSpPr>
            <p:nvPr/>
          </p:nvSpPr>
          <p:spPr bwMode="auto">
            <a:xfrm>
              <a:off x="3289" y="394"/>
              <a:ext cx="797" cy="39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2928" name="Oval 17"/>
            <p:cNvSpPr>
              <a:spLocks noChangeArrowheads="1"/>
            </p:cNvSpPr>
            <p:nvPr/>
          </p:nvSpPr>
          <p:spPr bwMode="auto">
            <a:xfrm>
              <a:off x="3412" y="663"/>
              <a:ext cx="797" cy="39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2929" name="Oval 18"/>
            <p:cNvSpPr>
              <a:spLocks noChangeArrowheads="1"/>
            </p:cNvSpPr>
            <p:nvPr/>
          </p:nvSpPr>
          <p:spPr bwMode="auto">
            <a:xfrm>
              <a:off x="3335" y="753"/>
              <a:ext cx="797" cy="66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2930" name="Oval 19"/>
            <p:cNvSpPr>
              <a:spLocks noChangeArrowheads="1"/>
            </p:cNvSpPr>
            <p:nvPr/>
          </p:nvSpPr>
          <p:spPr bwMode="auto">
            <a:xfrm>
              <a:off x="2140" y="548"/>
              <a:ext cx="1640" cy="667"/>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2931" name="Group 20"/>
          <p:cNvGrpSpPr>
            <a:grpSpLocks/>
          </p:cNvGrpSpPr>
          <p:nvPr/>
        </p:nvGrpSpPr>
        <p:grpSpPr bwMode="auto">
          <a:xfrm>
            <a:off x="3338513" y="2174875"/>
            <a:ext cx="1222375" cy="781050"/>
            <a:chOff x="1680" y="240"/>
            <a:chExt cx="2529" cy="1270"/>
          </a:xfrm>
        </p:grpSpPr>
        <p:sp>
          <p:nvSpPr>
            <p:cNvPr id="422932" name="Oval 21"/>
            <p:cNvSpPr>
              <a:spLocks noChangeArrowheads="1"/>
            </p:cNvSpPr>
            <p:nvPr/>
          </p:nvSpPr>
          <p:spPr bwMode="auto">
            <a:xfrm>
              <a:off x="2554" y="240"/>
              <a:ext cx="1088" cy="513"/>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2933" name="Oval 22"/>
            <p:cNvSpPr>
              <a:spLocks noChangeArrowheads="1"/>
            </p:cNvSpPr>
            <p:nvPr/>
          </p:nvSpPr>
          <p:spPr bwMode="auto">
            <a:xfrm>
              <a:off x="1941" y="381"/>
              <a:ext cx="827" cy="513"/>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2934" name="Oval 23"/>
            <p:cNvSpPr>
              <a:spLocks noChangeArrowheads="1"/>
            </p:cNvSpPr>
            <p:nvPr/>
          </p:nvSpPr>
          <p:spPr bwMode="auto">
            <a:xfrm>
              <a:off x="1680" y="702"/>
              <a:ext cx="552" cy="411"/>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2935" name="Oval 24"/>
            <p:cNvSpPr>
              <a:spLocks noChangeArrowheads="1"/>
            </p:cNvSpPr>
            <p:nvPr/>
          </p:nvSpPr>
          <p:spPr bwMode="auto">
            <a:xfrm>
              <a:off x="1849" y="894"/>
              <a:ext cx="842" cy="450"/>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2936" name="Oval 25"/>
            <p:cNvSpPr>
              <a:spLocks noChangeArrowheads="1"/>
            </p:cNvSpPr>
            <p:nvPr/>
          </p:nvSpPr>
          <p:spPr bwMode="auto">
            <a:xfrm>
              <a:off x="2462" y="971"/>
              <a:ext cx="1272" cy="539"/>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2937" name="Oval 26"/>
            <p:cNvSpPr>
              <a:spLocks noChangeArrowheads="1"/>
            </p:cNvSpPr>
            <p:nvPr/>
          </p:nvSpPr>
          <p:spPr bwMode="auto">
            <a:xfrm>
              <a:off x="3289" y="394"/>
              <a:ext cx="797" cy="39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2938" name="Oval 27"/>
            <p:cNvSpPr>
              <a:spLocks noChangeArrowheads="1"/>
            </p:cNvSpPr>
            <p:nvPr/>
          </p:nvSpPr>
          <p:spPr bwMode="auto">
            <a:xfrm>
              <a:off x="3412" y="663"/>
              <a:ext cx="797" cy="39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2939" name="Oval 28"/>
            <p:cNvSpPr>
              <a:spLocks noChangeArrowheads="1"/>
            </p:cNvSpPr>
            <p:nvPr/>
          </p:nvSpPr>
          <p:spPr bwMode="auto">
            <a:xfrm>
              <a:off x="3335" y="753"/>
              <a:ext cx="797" cy="66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2940" name="Oval 29"/>
            <p:cNvSpPr>
              <a:spLocks noChangeArrowheads="1"/>
            </p:cNvSpPr>
            <p:nvPr/>
          </p:nvSpPr>
          <p:spPr bwMode="auto">
            <a:xfrm>
              <a:off x="2140" y="548"/>
              <a:ext cx="1640" cy="667"/>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sp>
        <p:nvSpPr>
          <p:cNvPr id="422941" name="Text Box 30"/>
          <p:cNvSpPr txBox="1">
            <a:spLocks noChangeArrowheads="1"/>
          </p:cNvSpPr>
          <p:nvPr/>
        </p:nvSpPr>
        <p:spPr bwMode="auto">
          <a:xfrm>
            <a:off x="3544888" y="2363788"/>
            <a:ext cx="87788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局域网</a:t>
            </a:r>
          </a:p>
        </p:txBody>
      </p:sp>
      <p:pic>
        <p:nvPicPr>
          <p:cNvPr id="422942" name="Picture 3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27313" y="2206625"/>
            <a:ext cx="4778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22943" name="Picture 3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06963" y="2403475"/>
            <a:ext cx="4778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22944" name="Picture 3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951913" y="2466975"/>
            <a:ext cx="57785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22945" name="Picture 3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53263" y="2254250"/>
            <a:ext cx="4778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22946" name="Group 35"/>
          <p:cNvGrpSpPr>
            <a:grpSpLocks/>
          </p:cNvGrpSpPr>
          <p:nvPr/>
        </p:nvGrpSpPr>
        <p:grpSpPr bwMode="auto">
          <a:xfrm>
            <a:off x="5649913" y="2174875"/>
            <a:ext cx="1222375" cy="781050"/>
            <a:chOff x="1680" y="240"/>
            <a:chExt cx="2529" cy="1270"/>
          </a:xfrm>
        </p:grpSpPr>
        <p:sp>
          <p:nvSpPr>
            <p:cNvPr id="422947" name="Oval 36"/>
            <p:cNvSpPr>
              <a:spLocks noChangeArrowheads="1"/>
            </p:cNvSpPr>
            <p:nvPr/>
          </p:nvSpPr>
          <p:spPr bwMode="auto">
            <a:xfrm>
              <a:off x="2554" y="240"/>
              <a:ext cx="1088" cy="513"/>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2948" name="Oval 37"/>
            <p:cNvSpPr>
              <a:spLocks noChangeArrowheads="1"/>
            </p:cNvSpPr>
            <p:nvPr/>
          </p:nvSpPr>
          <p:spPr bwMode="auto">
            <a:xfrm>
              <a:off x="1941" y="381"/>
              <a:ext cx="827" cy="513"/>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2949" name="Oval 38"/>
            <p:cNvSpPr>
              <a:spLocks noChangeArrowheads="1"/>
            </p:cNvSpPr>
            <p:nvPr/>
          </p:nvSpPr>
          <p:spPr bwMode="auto">
            <a:xfrm>
              <a:off x="1680" y="702"/>
              <a:ext cx="552" cy="411"/>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2950" name="Oval 39"/>
            <p:cNvSpPr>
              <a:spLocks noChangeArrowheads="1"/>
            </p:cNvSpPr>
            <p:nvPr/>
          </p:nvSpPr>
          <p:spPr bwMode="auto">
            <a:xfrm>
              <a:off x="1849" y="894"/>
              <a:ext cx="842" cy="450"/>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2951" name="Oval 40"/>
            <p:cNvSpPr>
              <a:spLocks noChangeArrowheads="1"/>
            </p:cNvSpPr>
            <p:nvPr/>
          </p:nvSpPr>
          <p:spPr bwMode="auto">
            <a:xfrm>
              <a:off x="2462" y="971"/>
              <a:ext cx="1272" cy="539"/>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2952" name="Oval 41"/>
            <p:cNvSpPr>
              <a:spLocks noChangeArrowheads="1"/>
            </p:cNvSpPr>
            <p:nvPr/>
          </p:nvSpPr>
          <p:spPr bwMode="auto">
            <a:xfrm>
              <a:off x="3289" y="394"/>
              <a:ext cx="797" cy="39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2953" name="Oval 42"/>
            <p:cNvSpPr>
              <a:spLocks noChangeArrowheads="1"/>
            </p:cNvSpPr>
            <p:nvPr/>
          </p:nvSpPr>
          <p:spPr bwMode="auto">
            <a:xfrm>
              <a:off x="3412" y="663"/>
              <a:ext cx="797" cy="39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2954" name="Oval 43"/>
            <p:cNvSpPr>
              <a:spLocks noChangeArrowheads="1"/>
            </p:cNvSpPr>
            <p:nvPr/>
          </p:nvSpPr>
          <p:spPr bwMode="auto">
            <a:xfrm>
              <a:off x="3335" y="753"/>
              <a:ext cx="797" cy="66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2955" name="Oval 44"/>
            <p:cNvSpPr>
              <a:spLocks noChangeArrowheads="1"/>
            </p:cNvSpPr>
            <p:nvPr/>
          </p:nvSpPr>
          <p:spPr bwMode="auto">
            <a:xfrm>
              <a:off x="2140" y="548"/>
              <a:ext cx="1640" cy="667"/>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sp>
        <p:nvSpPr>
          <p:cNvPr id="422956" name="Text Box 45"/>
          <p:cNvSpPr txBox="1">
            <a:spLocks noChangeArrowheads="1"/>
          </p:cNvSpPr>
          <p:nvPr/>
        </p:nvSpPr>
        <p:spPr bwMode="auto">
          <a:xfrm>
            <a:off x="5829300" y="2363788"/>
            <a:ext cx="8763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广域网</a:t>
            </a:r>
          </a:p>
        </p:txBody>
      </p:sp>
      <p:sp>
        <p:nvSpPr>
          <p:cNvPr id="422957" name="Text Box 46"/>
          <p:cNvSpPr txBox="1">
            <a:spLocks noChangeArrowheads="1"/>
          </p:cNvSpPr>
          <p:nvPr/>
        </p:nvSpPr>
        <p:spPr bwMode="auto">
          <a:xfrm>
            <a:off x="395288" y="2028825"/>
            <a:ext cx="9477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主机</a:t>
            </a:r>
            <a:r>
              <a:rPr lang="zh-CN" altLang="en-US" sz="1400" b="1">
                <a:solidFill>
                  <a:srgbClr val="000099"/>
                </a:solidFill>
                <a:ea typeface="黑体" panose="02010609060101010101" pitchFamily="49" charset="-122"/>
              </a:rPr>
              <a:t> </a:t>
            </a:r>
            <a:r>
              <a:rPr lang="en-US" altLang="zh-CN" b="1">
                <a:solidFill>
                  <a:srgbClr val="000099"/>
                </a:solidFill>
                <a:ea typeface="黑体" panose="02010609060101010101" pitchFamily="49" charset="-122"/>
              </a:rPr>
              <a:t>H</a:t>
            </a:r>
            <a:r>
              <a:rPr lang="en-US" altLang="zh-CN" b="1" baseline="-25000">
                <a:solidFill>
                  <a:srgbClr val="000099"/>
                </a:solidFill>
                <a:ea typeface="黑体" panose="02010609060101010101" pitchFamily="49" charset="-122"/>
              </a:rPr>
              <a:t>1</a:t>
            </a:r>
          </a:p>
        </p:txBody>
      </p:sp>
      <p:sp>
        <p:nvSpPr>
          <p:cNvPr id="422958" name="Text Box 47"/>
          <p:cNvSpPr txBox="1">
            <a:spLocks noChangeArrowheads="1"/>
          </p:cNvSpPr>
          <p:nvPr/>
        </p:nvSpPr>
        <p:spPr bwMode="auto">
          <a:xfrm>
            <a:off x="8743950" y="2147888"/>
            <a:ext cx="9477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主机</a:t>
            </a:r>
            <a:r>
              <a:rPr lang="zh-CN" altLang="en-US" sz="1400" b="1">
                <a:solidFill>
                  <a:srgbClr val="000099"/>
                </a:solidFill>
                <a:ea typeface="黑体" panose="02010609060101010101" pitchFamily="49" charset="-122"/>
              </a:rPr>
              <a:t> </a:t>
            </a:r>
            <a:r>
              <a:rPr lang="en-US" altLang="zh-CN" b="1">
                <a:solidFill>
                  <a:srgbClr val="000099"/>
                </a:solidFill>
                <a:ea typeface="黑体" panose="02010609060101010101" pitchFamily="49" charset="-122"/>
              </a:rPr>
              <a:t>H</a:t>
            </a:r>
            <a:r>
              <a:rPr lang="en-US" altLang="zh-CN" b="1" baseline="-25000">
                <a:solidFill>
                  <a:srgbClr val="000099"/>
                </a:solidFill>
                <a:ea typeface="黑体" panose="02010609060101010101" pitchFamily="49" charset="-122"/>
              </a:rPr>
              <a:t>2</a:t>
            </a:r>
          </a:p>
        </p:txBody>
      </p:sp>
      <p:sp>
        <p:nvSpPr>
          <p:cNvPr id="422959" name="Text Box 48"/>
          <p:cNvSpPr txBox="1">
            <a:spLocks noChangeArrowheads="1"/>
          </p:cNvSpPr>
          <p:nvPr/>
        </p:nvSpPr>
        <p:spPr bwMode="auto">
          <a:xfrm>
            <a:off x="2268538" y="1844675"/>
            <a:ext cx="11620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路由器</a:t>
            </a:r>
            <a:r>
              <a:rPr lang="zh-CN" altLang="en-US" sz="900" b="1">
                <a:solidFill>
                  <a:srgbClr val="000099"/>
                </a:solidFill>
                <a:ea typeface="黑体" panose="02010609060101010101" pitchFamily="49" charset="-122"/>
              </a:rPr>
              <a:t> </a:t>
            </a:r>
            <a:r>
              <a:rPr lang="en-US" altLang="zh-CN" b="1">
                <a:solidFill>
                  <a:srgbClr val="000099"/>
                </a:solidFill>
                <a:ea typeface="黑体" panose="02010609060101010101" pitchFamily="49" charset="-122"/>
              </a:rPr>
              <a:t>R</a:t>
            </a:r>
            <a:r>
              <a:rPr lang="en-US" altLang="zh-CN" b="1" baseline="-25000">
                <a:solidFill>
                  <a:srgbClr val="000099"/>
                </a:solidFill>
                <a:ea typeface="黑体" panose="02010609060101010101" pitchFamily="49" charset="-122"/>
              </a:rPr>
              <a:t>1</a:t>
            </a:r>
          </a:p>
        </p:txBody>
      </p:sp>
      <p:sp>
        <p:nvSpPr>
          <p:cNvPr id="422960" name="Text Box 49"/>
          <p:cNvSpPr txBox="1">
            <a:spLocks noChangeArrowheads="1"/>
          </p:cNvSpPr>
          <p:nvPr/>
        </p:nvSpPr>
        <p:spPr bwMode="auto">
          <a:xfrm>
            <a:off x="4608513" y="2041525"/>
            <a:ext cx="11604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路由器</a:t>
            </a:r>
            <a:r>
              <a:rPr lang="zh-CN" altLang="en-US" sz="900" b="1">
                <a:solidFill>
                  <a:srgbClr val="000099"/>
                </a:solidFill>
                <a:ea typeface="黑体" panose="02010609060101010101" pitchFamily="49" charset="-122"/>
              </a:rPr>
              <a:t> </a:t>
            </a:r>
            <a:r>
              <a:rPr lang="en-US" altLang="zh-CN" b="1">
                <a:solidFill>
                  <a:srgbClr val="000099"/>
                </a:solidFill>
                <a:ea typeface="黑体" panose="02010609060101010101" pitchFamily="49" charset="-122"/>
              </a:rPr>
              <a:t>R</a:t>
            </a:r>
            <a:r>
              <a:rPr lang="en-US" altLang="zh-CN" b="1" baseline="-25000">
                <a:solidFill>
                  <a:srgbClr val="000099"/>
                </a:solidFill>
                <a:ea typeface="黑体" panose="02010609060101010101" pitchFamily="49" charset="-122"/>
              </a:rPr>
              <a:t>2</a:t>
            </a:r>
          </a:p>
        </p:txBody>
      </p:sp>
      <p:sp>
        <p:nvSpPr>
          <p:cNvPr id="422961" name="Text Box 50"/>
          <p:cNvSpPr txBox="1">
            <a:spLocks noChangeArrowheads="1"/>
          </p:cNvSpPr>
          <p:nvPr/>
        </p:nvSpPr>
        <p:spPr bwMode="auto">
          <a:xfrm>
            <a:off x="6715125" y="1901825"/>
            <a:ext cx="11604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路由器</a:t>
            </a:r>
            <a:r>
              <a:rPr lang="zh-CN" altLang="en-US" sz="900" b="1">
                <a:solidFill>
                  <a:srgbClr val="000099"/>
                </a:solidFill>
                <a:ea typeface="黑体" panose="02010609060101010101" pitchFamily="49" charset="-122"/>
              </a:rPr>
              <a:t> </a:t>
            </a:r>
            <a:r>
              <a:rPr lang="en-US" altLang="zh-CN" b="1">
                <a:solidFill>
                  <a:srgbClr val="000099"/>
                </a:solidFill>
                <a:ea typeface="黑体" panose="02010609060101010101" pitchFamily="49" charset="-122"/>
              </a:rPr>
              <a:t>R</a:t>
            </a:r>
            <a:r>
              <a:rPr lang="en-US" altLang="zh-CN" b="1" baseline="-25000">
                <a:solidFill>
                  <a:srgbClr val="000099"/>
                </a:solidFill>
                <a:ea typeface="黑体" panose="02010609060101010101" pitchFamily="49" charset="-122"/>
              </a:rPr>
              <a:t>3</a:t>
            </a:r>
          </a:p>
        </p:txBody>
      </p:sp>
      <p:sp>
        <p:nvSpPr>
          <p:cNvPr id="422962" name="Text Box 51"/>
          <p:cNvSpPr txBox="1">
            <a:spLocks noChangeArrowheads="1"/>
          </p:cNvSpPr>
          <p:nvPr/>
        </p:nvSpPr>
        <p:spPr bwMode="auto">
          <a:xfrm>
            <a:off x="1439863" y="2376488"/>
            <a:ext cx="87788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电话网</a:t>
            </a:r>
          </a:p>
        </p:txBody>
      </p:sp>
      <p:grpSp>
        <p:nvGrpSpPr>
          <p:cNvPr id="422963" name="Group 53"/>
          <p:cNvGrpSpPr>
            <a:grpSpLocks/>
          </p:cNvGrpSpPr>
          <p:nvPr/>
        </p:nvGrpSpPr>
        <p:grpSpPr bwMode="auto">
          <a:xfrm>
            <a:off x="449263" y="2403475"/>
            <a:ext cx="720725" cy="546100"/>
            <a:chOff x="624" y="2968"/>
            <a:chExt cx="1331" cy="920"/>
          </a:xfrm>
        </p:grpSpPr>
        <p:sp>
          <p:nvSpPr>
            <p:cNvPr id="422964" name="Freeform 54"/>
            <p:cNvSpPr>
              <a:spLocks noChangeArrowheads="1"/>
            </p:cNvSpPr>
            <p:nvPr/>
          </p:nvSpPr>
          <p:spPr bwMode="auto">
            <a:xfrm>
              <a:off x="1238" y="2968"/>
              <a:ext cx="713" cy="770"/>
            </a:xfrm>
            <a:custGeom>
              <a:avLst/>
              <a:gdLst>
                <a:gd name="T0" fmla="*/ 992 w 1426"/>
                <a:gd name="T1" fmla="*/ 2292 h 2309"/>
                <a:gd name="T2" fmla="*/ 964 w 1426"/>
                <a:gd name="T3" fmla="*/ 2309 h 2309"/>
                <a:gd name="T4" fmla="*/ 0 w 1426"/>
                <a:gd name="T5" fmla="*/ 1462 h 2309"/>
                <a:gd name="T6" fmla="*/ 326 w 1426"/>
                <a:gd name="T7" fmla="*/ 59 h 2309"/>
                <a:gd name="T8" fmla="*/ 369 w 1426"/>
                <a:gd name="T9" fmla="*/ 18 h 2309"/>
                <a:gd name="T10" fmla="*/ 414 w 1426"/>
                <a:gd name="T11" fmla="*/ 0 h 2309"/>
                <a:gd name="T12" fmla="*/ 457 w 1426"/>
                <a:gd name="T13" fmla="*/ 9 h 2309"/>
                <a:gd name="T14" fmla="*/ 1381 w 1426"/>
                <a:gd name="T15" fmla="*/ 400 h 2309"/>
                <a:gd name="T16" fmla="*/ 1411 w 1426"/>
                <a:gd name="T17" fmla="*/ 421 h 2309"/>
                <a:gd name="T18" fmla="*/ 1422 w 1426"/>
                <a:gd name="T19" fmla="*/ 425 h 2309"/>
                <a:gd name="T20" fmla="*/ 1426 w 1426"/>
                <a:gd name="T21" fmla="*/ 445 h 2309"/>
                <a:gd name="T22" fmla="*/ 1017 w 1426"/>
                <a:gd name="T23" fmla="*/ 2306 h 2309"/>
                <a:gd name="T24" fmla="*/ 992 w 1426"/>
                <a:gd name="T25" fmla="*/ 2292 h 2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26" h="2309">
                  <a:moveTo>
                    <a:pt x="992" y="2292"/>
                  </a:moveTo>
                  <a:lnTo>
                    <a:pt x="964" y="2309"/>
                  </a:lnTo>
                  <a:lnTo>
                    <a:pt x="0" y="1462"/>
                  </a:lnTo>
                  <a:lnTo>
                    <a:pt x="326" y="59"/>
                  </a:lnTo>
                  <a:lnTo>
                    <a:pt x="369" y="18"/>
                  </a:lnTo>
                  <a:lnTo>
                    <a:pt x="414" y="0"/>
                  </a:lnTo>
                  <a:lnTo>
                    <a:pt x="457" y="9"/>
                  </a:lnTo>
                  <a:lnTo>
                    <a:pt x="1381" y="400"/>
                  </a:lnTo>
                  <a:lnTo>
                    <a:pt x="1411" y="421"/>
                  </a:lnTo>
                  <a:lnTo>
                    <a:pt x="1422" y="425"/>
                  </a:lnTo>
                  <a:lnTo>
                    <a:pt x="1426" y="445"/>
                  </a:lnTo>
                  <a:lnTo>
                    <a:pt x="1017" y="2306"/>
                  </a:lnTo>
                  <a:lnTo>
                    <a:pt x="992" y="2292"/>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2965" name="Freeform 55"/>
            <p:cNvSpPr>
              <a:spLocks noChangeArrowheads="1"/>
            </p:cNvSpPr>
            <p:nvPr/>
          </p:nvSpPr>
          <p:spPr bwMode="auto">
            <a:xfrm>
              <a:off x="1668" y="3087"/>
              <a:ext cx="286" cy="660"/>
            </a:xfrm>
            <a:custGeom>
              <a:avLst/>
              <a:gdLst>
                <a:gd name="T0" fmla="*/ 573 w 573"/>
                <a:gd name="T1" fmla="*/ 86 h 1980"/>
                <a:gd name="T2" fmla="*/ 568 w 573"/>
                <a:gd name="T3" fmla="*/ 132 h 1980"/>
                <a:gd name="T4" fmla="*/ 155 w 573"/>
                <a:gd name="T5" fmla="*/ 1923 h 1980"/>
                <a:gd name="T6" fmla="*/ 151 w 573"/>
                <a:gd name="T7" fmla="*/ 1955 h 1980"/>
                <a:gd name="T8" fmla="*/ 140 w 573"/>
                <a:gd name="T9" fmla="*/ 1972 h 1980"/>
                <a:gd name="T10" fmla="*/ 125 w 573"/>
                <a:gd name="T11" fmla="*/ 1980 h 1980"/>
                <a:gd name="T12" fmla="*/ 111 w 573"/>
                <a:gd name="T13" fmla="*/ 1975 h 1980"/>
                <a:gd name="T14" fmla="*/ 86 w 573"/>
                <a:gd name="T15" fmla="*/ 1955 h 1980"/>
                <a:gd name="T16" fmla="*/ 0 w 573"/>
                <a:gd name="T17" fmla="*/ 1880 h 1980"/>
                <a:gd name="T18" fmla="*/ 425 w 573"/>
                <a:gd name="T19" fmla="*/ 39 h 1980"/>
                <a:gd name="T20" fmla="*/ 420 w 573"/>
                <a:gd name="T21" fmla="*/ 27 h 1980"/>
                <a:gd name="T22" fmla="*/ 396 w 573"/>
                <a:gd name="T23" fmla="*/ 0 h 1980"/>
                <a:gd name="T24" fmla="*/ 445 w 573"/>
                <a:gd name="T25" fmla="*/ 20 h 1980"/>
                <a:gd name="T26" fmla="*/ 541 w 573"/>
                <a:gd name="T27" fmla="*/ 61 h 1980"/>
                <a:gd name="T28" fmla="*/ 559 w 573"/>
                <a:gd name="T29" fmla="*/ 75 h 1980"/>
                <a:gd name="T30" fmla="*/ 573 w 573"/>
                <a:gd name="T31" fmla="*/ 86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73" h="1980">
                  <a:moveTo>
                    <a:pt x="573" y="86"/>
                  </a:moveTo>
                  <a:lnTo>
                    <a:pt x="568" y="132"/>
                  </a:lnTo>
                  <a:lnTo>
                    <a:pt x="155" y="1923"/>
                  </a:lnTo>
                  <a:lnTo>
                    <a:pt x="151" y="1955"/>
                  </a:lnTo>
                  <a:lnTo>
                    <a:pt x="140" y="1972"/>
                  </a:lnTo>
                  <a:lnTo>
                    <a:pt x="125" y="1980"/>
                  </a:lnTo>
                  <a:lnTo>
                    <a:pt x="111" y="1975"/>
                  </a:lnTo>
                  <a:lnTo>
                    <a:pt x="86" y="1955"/>
                  </a:lnTo>
                  <a:lnTo>
                    <a:pt x="0" y="1880"/>
                  </a:lnTo>
                  <a:lnTo>
                    <a:pt x="425" y="39"/>
                  </a:lnTo>
                  <a:lnTo>
                    <a:pt x="420" y="27"/>
                  </a:lnTo>
                  <a:lnTo>
                    <a:pt x="396" y="0"/>
                  </a:lnTo>
                  <a:lnTo>
                    <a:pt x="445" y="20"/>
                  </a:lnTo>
                  <a:lnTo>
                    <a:pt x="541" y="61"/>
                  </a:lnTo>
                  <a:lnTo>
                    <a:pt x="559" y="75"/>
                  </a:lnTo>
                  <a:lnTo>
                    <a:pt x="573" y="86"/>
                  </a:lnTo>
                  <a:close/>
                </a:path>
              </a:pathLst>
            </a:custGeom>
            <a:solidFill>
              <a:srgbClr val="202020"/>
            </a:solidFill>
            <a:ln w="7938">
              <a:solidFill>
                <a:srgbClr val="202020"/>
              </a:solidFill>
              <a:round/>
              <a:headEnd/>
              <a:tailEnd/>
            </a:ln>
          </p:spPr>
          <p:txBody>
            <a:bodyPr/>
            <a:lstStyle/>
            <a:p>
              <a:pPr eaLnBrk="0" hangingPunct="0"/>
              <a:endParaRPr lang="zh-CN" altLang="en-US" b="1">
                <a:solidFill>
                  <a:srgbClr val="000099"/>
                </a:solidFill>
                <a:ea typeface="黑体" panose="02010609060101010101" pitchFamily="49" charset="-122"/>
              </a:endParaRPr>
            </a:p>
          </p:txBody>
        </p:sp>
        <p:sp>
          <p:nvSpPr>
            <p:cNvPr id="422966" name="Freeform 56"/>
            <p:cNvSpPr>
              <a:spLocks noChangeArrowheads="1"/>
            </p:cNvSpPr>
            <p:nvPr/>
          </p:nvSpPr>
          <p:spPr bwMode="auto">
            <a:xfrm>
              <a:off x="1432" y="2970"/>
              <a:ext cx="523" cy="147"/>
            </a:xfrm>
            <a:custGeom>
              <a:avLst/>
              <a:gdLst>
                <a:gd name="T0" fmla="*/ 0 w 1045"/>
                <a:gd name="T1" fmla="*/ 0 h 441"/>
                <a:gd name="T2" fmla="*/ 31 w 1045"/>
                <a:gd name="T3" fmla="*/ 1 h 441"/>
                <a:gd name="T4" fmla="*/ 62 w 1045"/>
                <a:gd name="T5" fmla="*/ 10 h 441"/>
                <a:gd name="T6" fmla="*/ 1005 w 1045"/>
                <a:gd name="T7" fmla="*/ 409 h 441"/>
                <a:gd name="T8" fmla="*/ 1037 w 1045"/>
                <a:gd name="T9" fmla="*/ 427 h 441"/>
                <a:gd name="T10" fmla="*/ 1045 w 1045"/>
                <a:gd name="T11" fmla="*/ 441 h 441"/>
                <a:gd name="T12" fmla="*/ 0 w 1045"/>
                <a:gd name="T13" fmla="*/ 0 h 441"/>
              </a:gdLst>
              <a:ahLst/>
              <a:cxnLst>
                <a:cxn ang="0">
                  <a:pos x="T0" y="T1"/>
                </a:cxn>
                <a:cxn ang="0">
                  <a:pos x="T2" y="T3"/>
                </a:cxn>
                <a:cxn ang="0">
                  <a:pos x="T4" y="T5"/>
                </a:cxn>
                <a:cxn ang="0">
                  <a:pos x="T6" y="T7"/>
                </a:cxn>
                <a:cxn ang="0">
                  <a:pos x="T8" y="T9"/>
                </a:cxn>
                <a:cxn ang="0">
                  <a:pos x="T10" y="T11"/>
                </a:cxn>
                <a:cxn ang="0">
                  <a:pos x="T12" y="T13"/>
                </a:cxn>
              </a:cxnLst>
              <a:rect l="0" t="0" r="r" b="b"/>
              <a:pathLst>
                <a:path w="1045" h="441">
                  <a:moveTo>
                    <a:pt x="0" y="0"/>
                  </a:moveTo>
                  <a:lnTo>
                    <a:pt x="31" y="1"/>
                  </a:lnTo>
                  <a:lnTo>
                    <a:pt x="62" y="10"/>
                  </a:lnTo>
                  <a:lnTo>
                    <a:pt x="1005" y="409"/>
                  </a:lnTo>
                  <a:lnTo>
                    <a:pt x="1037" y="427"/>
                  </a:lnTo>
                  <a:lnTo>
                    <a:pt x="1045" y="441"/>
                  </a:lnTo>
                  <a:lnTo>
                    <a:pt x="0" y="0"/>
                  </a:lnTo>
                  <a:close/>
                </a:path>
              </a:pathLst>
            </a:custGeom>
            <a:solidFill>
              <a:srgbClr val="202020"/>
            </a:solidFill>
            <a:ln w="7938">
              <a:solidFill>
                <a:srgbClr val="202020"/>
              </a:solidFill>
              <a:round/>
              <a:headEnd/>
              <a:tailEnd/>
            </a:ln>
          </p:spPr>
          <p:txBody>
            <a:bodyPr/>
            <a:lstStyle/>
            <a:p>
              <a:pPr eaLnBrk="0" hangingPunct="0"/>
              <a:endParaRPr lang="zh-CN" altLang="en-US" b="1">
                <a:solidFill>
                  <a:srgbClr val="000099"/>
                </a:solidFill>
                <a:ea typeface="黑体" panose="02010609060101010101" pitchFamily="49" charset="-122"/>
              </a:endParaRPr>
            </a:p>
          </p:txBody>
        </p:sp>
        <p:sp>
          <p:nvSpPr>
            <p:cNvPr id="422967" name="Freeform 57"/>
            <p:cNvSpPr>
              <a:spLocks noChangeArrowheads="1"/>
            </p:cNvSpPr>
            <p:nvPr/>
          </p:nvSpPr>
          <p:spPr bwMode="auto">
            <a:xfrm>
              <a:off x="1315" y="3056"/>
              <a:ext cx="478" cy="573"/>
            </a:xfrm>
            <a:custGeom>
              <a:avLst/>
              <a:gdLst>
                <a:gd name="T0" fmla="*/ 619 w 955"/>
                <a:gd name="T1" fmla="*/ 1719 h 1719"/>
                <a:gd name="T2" fmla="*/ 0 w 955"/>
                <a:gd name="T3" fmla="*/ 1212 h 1719"/>
                <a:gd name="T4" fmla="*/ 290 w 955"/>
                <a:gd name="T5" fmla="*/ 0 h 1719"/>
                <a:gd name="T6" fmla="*/ 955 w 955"/>
                <a:gd name="T7" fmla="*/ 313 h 1719"/>
                <a:gd name="T8" fmla="*/ 619 w 955"/>
                <a:gd name="T9" fmla="*/ 1719 h 1719"/>
              </a:gdLst>
              <a:ahLst/>
              <a:cxnLst>
                <a:cxn ang="0">
                  <a:pos x="T0" y="T1"/>
                </a:cxn>
                <a:cxn ang="0">
                  <a:pos x="T2" y="T3"/>
                </a:cxn>
                <a:cxn ang="0">
                  <a:pos x="T4" y="T5"/>
                </a:cxn>
                <a:cxn ang="0">
                  <a:pos x="T6" y="T7"/>
                </a:cxn>
                <a:cxn ang="0">
                  <a:pos x="T8" y="T9"/>
                </a:cxn>
              </a:cxnLst>
              <a:rect l="0" t="0" r="r" b="b"/>
              <a:pathLst>
                <a:path w="955" h="1719">
                  <a:moveTo>
                    <a:pt x="619" y="1719"/>
                  </a:moveTo>
                  <a:lnTo>
                    <a:pt x="0" y="1212"/>
                  </a:lnTo>
                  <a:lnTo>
                    <a:pt x="290" y="0"/>
                  </a:lnTo>
                  <a:lnTo>
                    <a:pt x="955" y="313"/>
                  </a:lnTo>
                  <a:lnTo>
                    <a:pt x="619" y="1719"/>
                  </a:lnTo>
                  <a:close/>
                </a:path>
              </a:pathLst>
            </a:custGeom>
            <a:solidFill>
              <a:srgbClr val="000000"/>
            </a:solidFill>
            <a:ln w="7938">
              <a:solidFill>
                <a:srgbClr val="808080"/>
              </a:solidFill>
              <a:round/>
              <a:headEnd/>
              <a:tailEnd/>
            </a:ln>
          </p:spPr>
          <p:txBody>
            <a:bodyPr/>
            <a:lstStyle/>
            <a:p>
              <a:pPr eaLnBrk="0" hangingPunct="0"/>
              <a:endParaRPr lang="zh-CN" altLang="en-US" b="1">
                <a:solidFill>
                  <a:srgbClr val="000099"/>
                </a:solidFill>
                <a:ea typeface="黑体" panose="02010609060101010101" pitchFamily="49" charset="-122"/>
              </a:endParaRPr>
            </a:p>
          </p:txBody>
        </p:sp>
        <p:sp>
          <p:nvSpPr>
            <p:cNvPr id="422968" name="Freeform 58"/>
            <p:cNvSpPr>
              <a:spLocks noChangeArrowheads="1"/>
            </p:cNvSpPr>
            <p:nvPr/>
          </p:nvSpPr>
          <p:spPr bwMode="auto">
            <a:xfrm>
              <a:off x="1337" y="3076"/>
              <a:ext cx="431" cy="529"/>
            </a:xfrm>
            <a:custGeom>
              <a:avLst/>
              <a:gdLst>
                <a:gd name="T0" fmla="*/ 546 w 862"/>
                <a:gd name="T1" fmla="*/ 1587 h 1587"/>
                <a:gd name="T2" fmla="*/ 0 w 862"/>
                <a:gd name="T3" fmla="*/ 1134 h 1587"/>
                <a:gd name="T4" fmla="*/ 272 w 862"/>
                <a:gd name="T5" fmla="*/ 0 h 1587"/>
                <a:gd name="T6" fmla="*/ 862 w 862"/>
                <a:gd name="T7" fmla="*/ 268 h 1587"/>
                <a:gd name="T8" fmla="*/ 546 w 862"/>
                <a:gd name="T9" fmla="*/ 1587 h 1587"/>
              </a:gdLst>
              <a:ahLst/>
              <a:cxnLst>
                <a:cxn ang="0">
                  <a:pos x="T0" y="T1"/>
                </a:cxn>
                <a:cxn ang="0">
                  <a:pos x="T2" y="T3"/>
                </a:cxn>
                <a:cxn ang="0">
                  <a:pos x="T4" y="T5"/>
                </a:cxn>
                <a:cxn ang="0">
                  <a:pos x="T6" y="T7"/>
                </a:cxn>
                <a:cxn ang="0">
                  <a:pos x="T8" y="T9"/>
                </a:cxn>
              </a:cxnLst>
              <a:rect l="0" t="0" r="r" b="b"/>
              <a:pathLst>
                <a:path w="862" h="1587">
                  <a:moveTo>
                    <a:pt x="546" y="1587"/>
                  </a:moveTo>
                  <a:lnTo>
                    <a:pt x="0" y="1134"/>
                  </a:lnTo>
                  <a:lnTo>
                    <a:pt x="272" y="0"/>
                  </a:lnTo>
                  <a:lnTo>
                    <a:pt x="862" y="268"/>
                  </a:lnTo>
                  <a:lnTo>
                    <a:pt x="546" y="1587"/>
                  </a:lnTo>
                  <a:close/>
                </a:path>
              </a:pathLst>
            </a:custGeom>
            <a:solidFill>
              <a:srgbClr val="C7C7C7"/>
            </a:solidFill>
            <a:ln w="7938">
              <a:solidFill>
                <a:srgbClr val="404040"/>
              </a:solidFill>
              <a:round/>
              <a:headEnd/>
              <a:tailEnd/>
            </a:ln>
          </p:spPr>
          <p:txBody>
            <a:bodyPr/>
            <a:lstStyle/>
            <a:p>
              <a:pPr eaLnBrk="0" hangingPunct="0"/>
              <a:endParaRPr lang="zh-CN" altLang="en-US" b="1">
                <a:solidFill>
                  <a:srgbClr val="000099"/>
                </a:solidFill>
                <a:ea typeface="黑体" panose="02010609060101010101" pitchFamily="49" charset="-122"/>
              </a:endParaRPr>
            </a:p>
          </p:txBody>
        </p:sp>
        <p:sp>
          <p:nvSpPr>
            <p:cNvPr id="422969" name="Freeform 59"/>
            <p:cNvSpPr>
              <a:spLocks noChangeArrowheads="1"/>
            </p:cNvSpPr>
            <p:nvPr/>
          </p:nvSpPr>
          <p:spPr bwMode="auto">
            <a:xfrm>
              <a:off x="1233" y="2968"/>
              <a:ext cx="203" cy="494"/>
            </a:xfrm>
            <a:custGeom>
              <a:avLst/>
              <a:gdLst>
                <a:gd name="T0" fmla="*/ 393 w 408"/>
                <a:gd name="T1" fmla="*/ 0 h 1480"/>
                <a:gd name="T2" fmla="*/ 370 w 408"/>
                <a:gd name="T3" fmla="*/ 11 h 1480"/>
                <a:gd name="T4" fmla="*/ 356 w 408"/>
                <a:gd name="T5" fmla="*/ 19 h 1480"/>
                <a:gd name="T6" fmla="*/ 338 w 408"/>
                <a:gd name="T7" fmla="*/ 37 h 1480"/>
                <a:gd name="T8" fmla="*/ 325 w 408"/>
                <a:gd name="T9" fmla="*/ 59 h 1480"/>
                <a:gd name="T10" fmla="*/ 320 w 408"/>
                <a:gd name="T11" fmla="*/ 77 h 1480"/>
                <a:gd name="T12" fmla="*/ 0 w 408"/>
                <a:gd name="T13" fmla="*/ 1459 h 1480"/>
                <a:gd name="T14" fmla="*/ 12 w 408"/>
                <a:gd name="T15" fmla="*/ 1480 h 1480"/>
                <a:gd name="T16" fmla="*/ 337 w 408"/>
                <a:gd name="T17" fmla="*/ 77 h 1480"/>
                <a:gd name="T18" fmla="*/ 346 w 408"/>
                <a:gd name="T19" fmla="*/ 57 h 1480"/>
                <a:gd name="T20" fmla="*/ 355 w 408"/>
                <a:gd name="T21" fmla="*/ 43 h 1480"/>
                <a:gd name="T22" fmla="*/ 368 w 408"/>
                <a:gd name="T23" fmla="*/ 30 h 1480"/>
                <a:gd name="T24" fmla="*/ 384 w 408"/>
                <a:gd name="T25" fmla="*/ 19 h 1480"/>
                <a:gd name="T26" fmla="*/ 400 w 408"/>
                <a:gd name="T27" fmla="*/ 12 h 1480"/>
                <a:gd name="T28" fmla="*/ 408 w 408"/>
                <a:gd name="T29" fmla="*/ 5 h 1480"/>
                <a:gd name="T30" fmla="*/ 393 w 408"/>
                <a:gd name="T31" fmla="*/ 0 h 1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08" h="1480">
                  <a:moveTo>
                    <a:pt x="393" y="0"/>
                  </a:moveTo>
                  <a:lnTo>
                    <a:pt x="370" y="11"/>
                  </a:lnTo>
                  <a:lnTo>
                    <a:pt x="356" y="19"/>
                  </a:lnTo>
                  <a:lnTo>
                    <a:pt x="338" y="37"/>
                  </a:lnTo>
                  <a:lnTo>
                    <a:pt x="325" y="59"/>
                  </a:lnTo>
                  <a:lnTo>
                    <a:pt x="320" y="77"/>
                  </a:lnTo>
                  <a:lnTo>
                    <a:pt x="0" y="1459"/>
                  </a:lnTo>
                  <a:lnTo>
                    <a:pt x="12" y="1480"/>
                  </a:lnTo>
                  <a:lnTo>
                    <a:pt x="337" y="77"/>
                  </a:lnTo>
                  <a:lnTo>
                    <a:pt x="346" y="57"/>
                  </a:lnTo>
                  <a:lnTo>
                    <a:pt x="355" y="43"/>
                  </a:lnTo>
                  <a:lnTo>
                    <a:pt x="368" y="30"/>
                  </a:lnTo>
                  <a:lnTo>
                    <a:pt x="384" y="19"/>
                  </a:lnTo>
                  <a:lnTo>
                    <a:pt x="400" y="12"/>
                  </a:lnTo>
                  <a:lnTo>
                    <a:pt x="408" y="5"/>
                  </a:lnTo>
                  <a:lnTo>
                    <a:pt x="393" y="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2970" name="Freeform 60"/>
            <p:cNvSpPr>
              <a:spLocks noChangeArrowheads="1"/>
            </p:cNvSpPr>
            <p:nvPr/>
          </p:nvSpPr>
          <p:spPr bwMode="auto">
            <a:xfrm>
              <a:off x="1204" y="3479"/>
              <a:ext cx="532" cy="321"/>
            </a:xfrm>
            <a:custGeom>
              <a:avLst/>
              <a:gdLst>
                <a:gd name="T0" fmla="*/ 1065 w 1065"/>
                <a:gd name="T1" fmla="*/ 963 h 963"/>
                <a:gd name="T2" fmla="*/ 1047 w 1065"/>
                <a:gd name="T3" fmla="*/ 833 h 963"/>
                <a:gd name="T4" fmla="*/ 1015 w 1065"/>
                <a:gd name="T5" fmla="*/ 776 h 963"/>
                <a:gd name="T6" fmla="*/ 137 w 1065"/>
                <a:gd name="T7" fmla="*/ 3 h 963"/>
                <a:gd name="T8" fmla="*/ 96 w 1065"/>
                <a:gd name="T9" fmla="*/ 0 h 963"/>
                <a:gd name="T10" fmla="*/ 59 w 1065"/>
                <a:gd name="T11" fmla="*/ 3 h 963"/>
                <a:gd name="T12" fmla="*/ 32 w 1065"/>
                <a:gd name="T13" fmla="*/ 42 h 963"/>
                <a:gd name="T14" fmla="*/ 0 w 1065"/>
                <a:gd name="T15" fmla="*/ 145 h 963"/>
                <a:gd name="T16" fmla="*/ 865 w 1065"/>
                <a:gd name="T17" fmla="*/ 954 h 963"/>
                <a:gd name="T18" fmla="*/ 1065 w 1065"/>
                <a:gd name="T19" fmla="*/ 963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65" h="963">
                  <a:moveTo>
                    <a:pt x="1065" y="963"/>
                  </a:moveTo>
                  <a:lnTo>
                    <a:pt x="1047" y="833"/>
                  </a:lnTo>
                  <a:lnTo>
                    <a:pt x="1015" y="776"/>
                  </a:lnTo>
                  <a:lnTo>
                    <a:pt x="137" y="3"/>
                  </a:lnTo>
                  <a:lnTo>
                    <a:pt x="96" y="0"/>
                  </a:lnTo>
                  <a:lnTo>
                    <a:pt x="59" y="3"/>
                  </a:lnTo>
                  <a:lnTo>
                    <a:pt x="32" y="42"/>
                  </a:lnTo>
                  <a:lnTo>
                    <a:pt x="0" y="145"/>
                  </a:lnTo>
                  <a:lnTo>
                    <a:pt x="865" y="954"/>
                  </a:lnTo>
                  <a:lnTo>
                    <a:pt x="1065" y="963"/>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2971" name="Freeform 61"/>
            <p:cNvSpPr>
              <a:spLocks noChangeArrowheads="1"/>
            </p:cNvSpPr>
            <p:nvPr/>
          </p:nvSpPr>
          <p:spPr bwMode="auto">
            <a:xfrm>
              <a:off x="642" y="3519"/>
              <a:ext cx="985" cy="288"/>
            </a:xfrm>
            <a:custGeom>
              <a:avLst/>
              <a:gdLst>
                <a:gd name="T0" fmla="*/ 0 w 1969"/>
                <a:gd name="T1" fmla="*/ 0 h 862"/>
                <a:gd name="T2" fmla="*/ 1121 w 1969"/>
                <a:gd name="T3" fmla="*/ 24 h 862"/>
                <a:gd name="T4" fmla="*/ 1969 w 1969"/>
                <a:gd name="T5" fmla="*/ 814 h 862"/>
                <a:gd name="T6" fmla="*/ 478 w 1969"/>
                <a:gd name="T7" fmla="*/ 862 h 862"/>
                <a:gd name="T8" fmla="*/ 0 w 1969"/>
                <a:gd name="T9" fmla="*/ 0 h 862"/>
              </a:gdLst>
              <a:ahLst/>
              <a:cxnLst>
                <a:cxn ang="0">
                  <a:pos x="T0" y="T1"/>
                </a:cxn>
                <a:cxn ang="0">
                  <a:pos x="T2" y="T3"/>
                </a:cxn>
                <a:cxn ang="0">
                  <a:pos x="T4" y="T5"/>
                </a:cxn>
                <a:cxn ang="0">
                  <a:pos x="T6" y="T7"/>
                </a:cxn>
                <a:cxn ang="0">
                  <a:pos x="T8" y="T9"/>
                </a:cxn>
              </a:cxnLst>
              <a:rect l="0" t="0" r="r" b="b"/>
              <a:pathLst>
                <a:path w="1969" h="862">
                  <a:moveTo>
                    <a:pt x="0" y="0"/>
                  </a:moveTo>
                  <a:lnTo>
                    <a:pt x="1121" y="24"/>
                  </a:lnTo>
                  <a:lnTo>
                    <a:pt x="1969" y="814"/>
                  </a:lnTo>
                  <a:lnTo>
                    <a:pt x="478" y="862"/>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2972" name="Freeform 62"/>
            <p:cNvSpPr>
              <a:spLocks noChangeArrowheads="1"/>
            </p:cNvSpPr>
            <p:nvPr/>
          </p:nvSpPr>
          <p:spPr bwMode="auto">
            <a:xfrm>
              <a:off x="852" y="3789"/>
              <a:ext cx="889" cy="99"/>
            </a:xfrm>
            <a:custGeom>
              <a:avLst/>
              <a:gdLst>
                <a:gd name="T0" fmla="*/ 54 w 1777"/>
                <a:gd name="T1" fmla="*/ 52 h 297"/>
                <a:gd name="T2" fmla="*/ 0 w 1777"/>
                <a:gd name="T3" fmla="*/ 297 h 297"/>
                <a:gd name="T4" fmla="*/ 1759 w 1777"/>
                <a:gd name="T5" fmla="*/ 257 h 297"/>
                <a:gd name="T6" fmla="*/ 1777 w 1777"/>
                <a:gd name="T7" fmla="*/ 173 h 297"/>
                <a:gd name="T8" fmla="*/ 1773 w 1777"/>
                <a:gd name="T9" fmla="*/ 74 h 297"/>
                <a:gd name="T10" fmla="*/ 1768 w 1777"/>
                <a:gd name="T11" fmla="*/ 0 h 297"/>
                <a:gd name="T12" fmla="*/ 54 w 1777"/>
                <a:gd name="T13" fmla="*/ 52 h 297"/>
              </a:gdLst>
              <a:ahLst/>
              <a:cxnLst>
                <a:cxn ang="0">
                  <a:pos x="T0" y="T1"/>
                </a:cxn>
                <a:cxn ang="0">
                  <a:pos x="T2" y="T3"/>
                </a:cxn>
                <a:cxn ang="0">
                  <a:pos x="T4" y="T5"/>
                </a:cxn>
                <a:cxn ang="0">
                  <a:pos x="T6" y="T7"/>
                </a:cxn>
                <a:cxn ang="0">
                  <a:pos x="T8" y="T9"/>
                </a:cxn>
                <a:cxn ang="0">
                  <a:pos x="T10" y="T11"/>
                </a:cxn>
                <a:cxn ang="0">
                  <a:pos x="T12" y="T13"/>
                </a:cxn>
              </a:cxnLst>
              <a:rect l="0" t="0" r="r" b="b"/>
              <a:pathLst>
                <a:path w="1777" h="297">
                  <a:moveTo>
                    <a:pt x="54" y="52"/>
                  </a:moveTo>
                  <a:lnTo>
                    <a:pt x="0" y="297"/>
                  </a:lnTo>
                  <a:lnTo>
                    <a:pt x="1759" y="257"/>
                  </a:lnTo>
                  <a:lnTo>
                    <a:pt x="1777" y="173"/>
                  </a:lnTo>
                  <a:lnTo>
                    <a:pt x="1773" y="74"/>
                  </a:lnTo>
                  <a:lnTo>
                    <a:pt x="1768" y="0"/>
                  </a:lnTo>
                  <a:lnTo>
                    <a:pt x="54" y="52"/>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2973" name="Freeform 63"/>
            <p:cNvSpPr>
              <a:spLocks noChangeArrowheads="1"/>
            </p:cNvSpPr>
            <p:nvPr/>
          </p:nvSpPr>
          <p:spPr bwMode="auto">
            <a:xfrm>
              <a:off x="624" y="3519"/>
              <a:ext cx="256" cy="369"/>
            </a:xfrm>
            <a:custGeom>
              <a:avLst/>
              <a:gdLst>
                <a:gd name="T0" fmla="*/ 37 w 513"/>
                <a:gd name="T1" fmla="*/ 0 h 1106"/>
                <a:gd name="T2" fmla="*/ 0 w 513"/>
                <a:gd name="T3" fmla="*/ 200 h 1106"/>
                <a:gd name="T4" fmla="*/ 457 w 513"/>
                <a:gd name="T5" fmla="*/ 1106 h 1106"/>
                <a:gd name="T6" fmla="*/ 513 w 513"/>
                <a:gd name="T7" fmla="*/ 862 h 1106"/>
                <a:gd name="T8" fmla="*/ 37 w 513"/>
                <a:gd name="T9" fmla="*/ 0 h 1106"/>
              </a:gdLst>
              <a:ahLst/>
              <a:cxnLst>
                <a:cxn ang="0">
                  <a:pos x="T0" y="T1"/>
                </a:cxn>
                <a:cxn ang="0">
                  <a:pos x="T2" y="T3"/>
                </a:cxn>
                <a:cxn ang="0">
                  <a:pos x="T4" y="T5"/>
                </a:cxn>
                <a:cxn ang="0">
                  <a:pos x="T6" y="T7"/>
                </a:cxn>
                <a:cxn ang="0">
                  <a:pos x="T8" y="T9"/>
                </a:cxn>
              </a:cxnLst>
              <a:rect l="0" t="0" r="r" b="b"/>
              <a:pathLst>
                <a:path w="513" h="1106">
                  <a:moveTo>
                    <a:pt x="37" y="0"/>
                  </a:moveTo>
                  <a:lnTo>
                    <a:pt x="0" y="200"/>
                  </a:lnTo>
                  <a:lnTo>
                    <a:pt x="457" y="1106"/>
                  </a:lnTo>
                  <a:lnTo>
                    <a:pt x="513" y="862"/>
                  </a:lnTo>
                  <a:lnTo>
                    <a:pt x="37"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2974" name="Freeform 64"/>
            <p:cNvSpPr>
              <a:spLocks noChangeArrowheads="1"/>
            </p:cNvSpPr>
            <p:nvPr/>
          </p:nvSpPr>
          <p:spPr bwMode="auto">
            <a:xfrm>
              <a:off x="1206" y="3791"/>
              <a:ext cx="132" cy="8"/>
            </a:xfrm>
            <a:custGeom>
              <a:avLst/>
              <a:gdLst>
                <a:gd name="T0" fmla="*/ 2 w 262"/>
                <a:gd name="T1" fmla="*/ 25 h 25"/>
                <a:gd name="T2" fmla="*/ 0 w 262"/>
                <a:gd name="T3" fmla="*/ 0 h 25"/>
                <a:gd name="T4" fmla="*/ 249 w 262"/>
                <a:gd name="T5" fmla="*/ 0 h 25"/>
                <a:gd name="T6" fmla="*/ 262 w 262"/>
                <a:gd name="T7" fmla="*/ 19 h 25"/>
                <a:gd name="T8" fmla="*/ 2 w 262"/>
                <a:gd name="T9" fmla="*/ 25 h 25"/>
              </a:gdLst>
              <a:ahLst/>
              <a:cxnLst>
                <a:cxn ang="0">
                  <a:pos x="T0" y="T1"/>
                </a:cxn>
                <a:cxn ang="0">
                  <a:pos x="T2" y="T3"/>
                </a:cxn>
                <a:cxn ang="0">
                  <a:pos x="T4" y="T5"/>
                </a:cxn>
                <a:cxn ang="0">
                  <a:pos x="T6" y="T7"/>
                </a:cxn>
                <a:cxn ang="0">
                  <a:pos x="T8" y="T9"/>
                </a:cxn>
              </a:cxnLst>
              <a:rect l="0" t="0" r="r" b="b"/>
              <a:pathLst>
                <a:path w="262" h="25">
                  <a:moveTo>
                    <a:pt x="2" y="25"/>
                  </a:moveTo>
                  <a:lnTo>
                    <a:pt x="0" y="0"/>
                  </a:lnTo>
                  <a:lnTo>
                    <a:pt x="249" y="0"/>
                  </a:lnTo>
                  <a:lnTo>
                    <a:pt x="262" y="19"/>
                  </a:lnTo>
                  <a:lnTo>
                    <a:pt x="2" y="25"/>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2975" name="Freeform 65"/>
            <p:cNvSpPr>
              <a:spLocks noChangeArrowheads="1"/>
            </p:cNvSpPr>
            <p:nvPr/>
          </p:nvSpPr>
          <p:spPr bwMode="auto">
            <a:xfrm>
              <a:off x="927" y="3521"/>
              <a:ext cx="281" cy="279"/>
            </a:xfrm>
            <a:custGeom>
              <a:avLst/>
              <a:gdLst>
                <a:gd name="T0" fmla="*/ 557 w 561"/>
                <a:gd name="T1" fmla="*/ 801 h 836"/>
                <a:gd name="T2" fmla="*/ 0 w 561"/>
                <a:gd name="T3" fmla="*/ 0 h 836"/>
                <a:gd name="T4" fmla="*/ 561 w 561"/>
                <a:gd name="T5" fmla="*/ 836 h 836"/>
                <a:gd name="T6" fmla="*/ 557 w 561"/>
                <a:gd name="T7" fmla="*/ 801 h 836"/>
              </a:gdLst>
              <a:ahLst/>
              <a:cxnLst>
                <a:cxn ang="0">
                  <a:pos x="T0" y="T1"/>
                </a:cxn>
                <a:cxn ang="0">
                  <a:pos x="T2" y="T3"/>
                </a:cxn>
                <a:cxn ang="0">
                  <a:pos x="T4" y="T5"/>
                </a:cxn>
                <a:cxn ang="0">
                  <a:pos x="T6" y="T7"/>
                </a:cxn>
              </a:cxnLst>
              <a:rect l="0" t="0" r="r" b="b"/>
              <a:pathLst>
                <a:path w="561" h="836">
                  <a:moveTo>
                    <a:pt x="557" y="801"/>
                  </a:moveTo>
                  <a:lnTo>
                    <a:pt x="0" y="0"/>
                  </a:lnTo>
                  <a:lnTo>
                    <a:pt x="561" y="836"/>
                  </a:lnTo>
                  <a:lnTo>
                    <a:pt x="557" y="801"/>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nvGrpSpPr>
            <p:cNvPr id="422976" name="Group 66"/>
            <p:cNvGrpSpPr>
              <a:grpSpLocks/>
            </p:cNvGrpSpPr>
            <p:nvPr/>
          </p:nvGrpSpPr>
          <p:grpSpPr bwMode="auto">
            <a:xfrm>
              <a:off x="700" y="3526"/>
              <a:ext cx="515" cy="270"/>
              <a:chOff x="700" y="3526"/>
              <a:chExt cx="515" cy="270"/>
            </a:xfrm>
          </p:grpSpPr>
          <p:grpSp>
            <p:nvGrpSpPr>
              <p:cNvPr id="422977" name="Group 67"/>
              <p:cNvGrpSpPr>
                <a:grpSpLocks/>
              </p:cNvGrpSpPr>
              <p:nvPr/>
            </p:nvGrpSpPr>
            <p:grpSpPr bwMode="auto">
              <a:xfrm>
                <a:off x="737" y="3534"/>
                <a:ext cx="49" cy="23"/>
                <a:chOff x="737" y="3534"/>
                <a:chExt cx="49" cy="23"/>
              </a:xfrm>
            </p:grpSpPr>
            <p:sp>
              <p:nvSpPr>
                <p:cNvPr id="422978" name="Freeform 68"/>
                <p:cNvSpPr>
                  <a:spLocks noChangeArrowheads="1"/>
                </p:cNvSpPr>
                <p:nvPr/>
              </p:nvSpPr>
              <p:spPr bwMode="auto">
                <a:xfrm>
                  <a:off x="737" y="3534"/>
                  <a:ext cx="11" cy="23"/>
                </a:xfrm>
                <a:custGeom>
                  <a:avLst/>
                  <a:gdLst>
                    <a:gd name="T0" fmla="*/ 13 w 22"/>
                    <a:gd name="T1" fmla="*/ 67 h 67"/>
                    <a:gd name="T2" fmla="*/ 0 w 22"/>
                    <a:gd name="T3" fmla="*/ 26 h 67"/>
                    <a:gd name="T4" fmla="*/ 9 w 22"/>
                    <a:gd name="T5" fmla="*/ 0 h 67"/>
                    <a:gd name="T6" fmla="*/ 22 w 22"/>
                    <a:gd name="T7" fmla="*/ 30 h 67"/>
                    <a:gd name="T8" fmla="*/ 13 w 22"/>
                    <a:gd name="T9" fmla="*/ 67 h 67"/>
                  </a:gdLst>
                  <a:ahLst/>
                  <a:cxnLst>
                    <a:cxn ang="0">
                      <a:pos x="T0" y="T1"/>
                    </a:cxn>
                    <a:cxn ang="0">
                      <a:pos x="T2" y="T3"/>
                    </a:cxn>
                    <a:cxn ang="0">
                      <a:pos x="T4" y="T5"/>
                    </a:cxn>
                    <a:cxn ang="0">
                      <a:pos x="T6" y="T7"/>
                    </a:cxn>
                    <a:cxn ang="0">
                      <a:pos x="T8" y="T9"/>
                    </a:cxn>
                  </a:cxnLst>
                  <a:rect l="0" t="0" r="r" b="b"/>
                  <a:pathLst>
                    <a:path w="22" h="67">
                      <a:moveTo>
                        <a:pt x="13" y="67"/>
                      </a:moveTo>
                      <a:lnTo>
                        <a:pt x="0" y="26"/>
                      </a:lnTo>
                      <a:lnTo>
                        <a:pt x="9" y="0"/>
                      </a:lnTo>
                      <a:lnTo>
                        <a:pt x="22" y="30"/>
                      </a:lnTo>
                      <a:lnTo>
                        <a:pt x="13" y="67"/>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2979" name="Freeform 69"/>
                <p:cNvSpPr>
                  <a:spLocks noChangeArrowheads="1"/>
                </p:cNvSpPr>
                <p:nvPr/>
              </p:nvSpPr>
              <p:spPr bwMode="auto">
                <a:xfrm>
                  <a:off x="742" y="3535"/>
                  <a:ext cx="36" cy="9"/>
                </a:xfrm>
                <a:custGeom>
                  <a:avLst/>
                  <a:gdLst>
                    <a:gd name="T0" fmla="*/ 2 w 73"/>
                    <a:gd name="T1" fmla="*/ 0 h 29"/>
                    <a:gd name="T2" fmla="*/ 50 w 73"/>
                    <a:gd name="T3" fmla="*/ 0 h 29"/>
                    <a:gd name="T4" fmla="*/ 52 w 73"/>
                    <a:gd name="T5" fmla="*/ 2 h 29"/>
                    <a:gd name="T6" fmla="*/ 55 w 73"/>
                    <a:gd name="T7" fmla="*/ 11 h 29"/>
                    <a:gd name="T8" fmla="*/ 73 w 73"/>
                    <a:gd name="T9" fmla="*/ 29 h 29"/>
                    <a:gd name="T10" fmla="*/ 17 w 73"/>
                    <a:gd name="T11" fmla="*/ 29 h 29"/>
                    <a:gd name="T12" fmla="*/ 8 w 73"/>
                    <a:gd name="T13" fmla="*/ 20 h 29"/>
                    <a:gd name="T14" fmla="*/ 0 w 73"/>
                    <a:gd name="T15" fmla="*/ 6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50" y="0"/>
                      </a:lnTo>
                      <a:lnTo>
                        <a:pt x="52" y="2"/>
                      </a:lnTo>
                      <a:lnTo>
                        <a:pt x="55" y="11"/>
                      </a:lnTo>
                      <a:lnTo>
                        <a:pt x="73" y="29"/>
                      </a:lnTo>
                      <a:lnTo>
                        <a:pt x="17" y="29"/>
                      </a:lnTo>
                      <a:lnTo>
                        <a:pt x="8" y="20"/>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2980" name="Freeform 70"/>
                <p:cNvSpPr>
                  <a:spLocks noChangeArrowheads="1"/>
                </p:cNvSpPr>
                <p:nvPr/>
              </p:nvSpPr>
              <p:spPr bwMode="auto">
                <a:xfrm>
                  <a:off x="744" y="3545"/>
                  <a:ext cx="42" cy="12"/>
                </a:xfrm>
                <a:custGeom>
                  <a:avLst/>
                  <a:gdLst>
                    <a:gd name="T0" fmla="*/ 0 w 82"/>
                    <a:gd name="T1" fmla="*/ 35 h 35"/>
                    <a:gd name="T2" fmla="*/ 1 w 82"/>
                    <a:gd name="T3" fmla="*/ 19 h 35"/>
                    <a:gd name="T4" fmla="*/ 6 w 82"/>
                    <a:gd name="T5" fmla="*/ 7 h 35"/>
                    <a:gd name="T6" fmla="*/ 10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1" y="19"/>
                      </a:lnTo>
                      <a:lnTo>
                        <a:pt x="6" y="7"/>
                      </a:lnTo>
                      <a:lnTo>
                        <a:pt x="10" y="0"/>
                      </a:lnTo>
                      <a:lnTo>
                        <a:pt x="67" y="0"/>
                      </a:lnTo>
                      <a:lnTo>
                        <a:pt x="82" y="35"/>
                      </a:lnTo>
                      <a:lnTo>
                        <a:pt x="0" y="35"/>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2981" name="Group 71"/>
              <p:cNvGrpSpPr>
                <a:grpSpLocks/>
              </p:cNvGrpSpPr>
              <p:nvPr/>
            </p:nvGrpSpPr>
            <p:grpSpPr bwMode="auto">
              <a:xfrm>
                <a:off x="748" y="3547"/>
                <a:ext cx="50" cy="23"/>
                <a:chOff x="748" y="3547"/>
                <a:chExt cx="50" cy="23"/>
              </a:xfrm>
            </p:grpSpPr>
            <p:sp>
              <p:nvSpPr>
                <p:cNvPr id="422982" name="Freeform 72"/>
                <p:cNvSpPr>
                  <a:spLocks noChangeArrowheads="1"/>
                </p:cNvSpPr>
                <p:nvPr/>
              </p:nvSpPr>
              <p:spPr bwMode="auto">
                <a:xfrm>
                  <a:off x="748" y="3547"/>
                  <a:ext cx="13" cy="23"/>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2983" name="Freeform 73"/>
                <p:cNvSpPr>
                  <a:spLocks noChangeArrowheads="1"/>
                </p:cNvSpPr>
                <p:nvPr/>
              </p:nvSpPr>
              <p:spPr bwMode="auto">
                <a:xfrm>
                  <a:off x="753" y="3548"/>
                  <a:ext cx="37" cy="10"/>
                </a:xfrm>
                <a:custGeom>
                  <a:avLst/>
                  <a:gdLst>
                    <a:gd name="T0" fmla="*/ 1 w 74"/>
                    <a:gd name="T1" fmla="*/ 0 h 29"/>
                    <a:gd name="T2" fmla="*/ 49 w 74"/>
                    <a:gd name="T3" fmla="*/ 0 h 29"/>
                    <a:gd name="T4" fmla="*/ 50 w 74"/>
                    <a:gd name="T5" fmla="*/ 2 h 29"/>
                    <a:gd name="T6" fmla="*/ 56 w 74"/>
                    <a:gd name="T7" fmla="*/ 11 h 29"/>
                    <a:gd name="T8" fmla="*/ 74 w 74"/>
                    <a:gd name="T9" fmla="*/ 29 h 29"/>
                    <a:gd name="T10" fmla="*/ 18 w 74"/>
                    <a:gd name="T11" fmla="*/ 29 h 29"/>
                    <a:gd name="T12" fmla="*/ 9 w 74"/>
                    <a:gd name="T13" fmla="*/ 20 h 29"/>
                    <a:gd name="T14" fmla="*/ 0 w 74"/>
                    <a:gd name="T15" fmla="*/ 6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49" y="0"/>
                      </a:lnTo>
                      <a:lnTo>
                        <a:pt x="50" y="2"/>
                      </a:lnTo>
                      <a:lnTo>
                        <a:pt x="56" y="11"/>
                      </a:lnTo>
                      <a:lnTo>
                        <a:pt x="74"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2984" name="Freeform 74"/>
                <p:cNvSpPr>
                  <a:spLocks noChangeArrowheads="1"/>
                </p:cNvSpPr>
                <p:nvPr/>
              </p:nvSpPr>
              <p:spPr bwMode="auto">
                <a:xfrm>
                  <a:off x="757" y="3558"/>
                  <a:ext cx="41" cy="12"/>
                </a:xfrm>
                <a:custGeom>
                  <a:avLst/>
                  <a:gdLst>
                    <a:gd name="T0" fmla="*/ 0 w 81"/>
                    <a:gd name="T1" fmla="*/ 36 h 36"/>
                    <a:gd name="T2" fmla="*/ 1 w 81"/>
                    <a:gd name="T3" fmla="*/ 20 h 36"/>
                    <a:gd name="T4" fmla="*/ 5 w 81"/>
                    <a:gd name="T5" fmla="*/ 8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20"/>
                      </a:lnTo>
                      <a:lnTo>
                        <a:pt x="5"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sp>
            <p:nvSpPr>
              <p:cNvPr id="422985" name="Freeform 75"/>
              <p:cNvSpPr>
                <a:spLocks noChangeArrowheads="1"/>
              </p:cNvSpPr>
              <p:nvPr/>
            </p:nvSpPr>
            <p:spPr bwMode="auto">
              <a:xfrm>
                <a:off x="952" y="3538"/>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2986" name="Freeform 76"/>
              <p:cNvSpPr>
                <a:spLocks noChangeArrowheads="1"/>
              </p:cNvSpPr>
              <p:nvPr/>
            </p:nvSpPr>
            <p:spPr bwMode="auto">
              <a:xfrm>
                <a:off x="861" y="3535"/>
                <a:ext cx="11" cy="22"/>
              </a:xfrm>
              <a:custGeom>
                <a:avLst/>
                <a:gdLst>
                  <a:gd name="T0" fmla="*/ 15 w 24"/>
                  <a:gd name="T1" fmla="*/ 68 h 68"/>
                  <a:gd name="T2" fmla="*/ 0 w 24"/>
                  <a:gd name="T3" fmla="*/ 27 h 68"/>
                  <a:gd name="T4" fmla="*/ 11 w 24"/>
                  <a:gd name="T5" fmla="*/ 0 h 68"/>
                  <a:gd name="T6" fmla="*/ 24 w 24"/>
                  <a:gd name="T7" fmla="*/ 31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2987" name="Freeform 77"/>
              <p:cNvSpPr>
                <a:spLocks noChangeArrowheads="1"/>
              </p:cNvSpPr>
              <p:nvPr/>
            </p:nvSpPr>
            <p:spPr bwMode="auto">
              <a:xfrm>
                <a:off x="867" y="3535"/>
                <a:ext cx="34" cy="10"/>
              </a:xfrm>
              <a:custGeom>
                <a:avLst/>
                <a:gdLst>
                  <a:gd name="T0" fmla="*/ 0 w 70"/>
                  <a:gd name="T1" fmla="*/ 0 h 30"/>
                  <a:gd name="T2" fmla="*/ 49 w 70"/>
                  <a:gd name="T3" fmla="*/ 0 h 30"/>
                  <a:gd name="T4" fmla="*/ 50 w 70"/>
                  <a:gd name="T5" fmla="*/ 3 h 30"/>
                  <a:gd name="T6" fmla="*/ 54 w 70"/>
                  <a:gd name="T7" fmla="*/ 13 h 30"/>
                  <a:gd name="T8" fmla="*/ 70 w 70"/>
                  <a:gd name="T9" fmla="*/ 30 h 30"/>
                  <a:gd name="T10" fmla="*/ 16 w 70"/>
                  <a:gd name="T11" fmla="*/ 30 h 30"/>
                  <a:gd name="T12" fmla="*/ 7 w 70"/>
                  <a:gd name="T13" fmla="*/ 21 h 30"/>
                  <a:gd name="T14" fmla="*/ 0 w 70"/>
                  <a:gd name="T15" fmla="*/ 7 h 30"/>
                  <a:gd name="T16" fmla="*/ 0 w 70"/>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0" h="30">
                    <a:moveTo>
                      <a:pt x="0" y="0"/>
                    </a:moveTo>
                    <a:lnTo>
                      <a:pt x="49" y="0"/>
                    </a:lnTo>
                    <a:lnTo>
                      <a:pt x="50" y="3"/>
                    </a:lnTo>
                    <a:lnTo>
                      <a:pt x="54" y="13"/>
                    </a:lnTo>
                    <a:lnTo>
                      <a:pt x="70" y="30"/>
                    </a:lnTo>
                    <a:lnTo>
                      <a:pt x="16" y="30"/>
                    </a:lnTo>
                    <a:lnTo>
                      <a:pt x="7" y="21"/>
                    </a:lnTo>
                    <a:lnTo>
                      <a:pt x="0" y="7"/>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2988" name="Freeform 78"/>
              <p:cNvSpPr>
                <a:spLocks noChangeArrowheads="1"/>
              </p:cNvSpPr>
              <p:nvPr/>
            </p:nvSpPr>
            <p:spPr bwMode="auto">
              <a:xfrm>
                <a:off x="868" y="3545"/>
                <a:ext cx="42" cy="12"/>
              </a:xfrm>
              <a:custGeom>
                <a:avLst/>
                <a:gdLst>
                  <a:gd name="T0" fmla="*/ 0 w 83"/>
                  <a:gd name="T1" fmla="*/ 36 h 36"/>
                  <a:gd name="T2" fmla="*/ 1 w 83"/>
                  <a:gd name="T3" fmla="*/ 19 h 36"/>
                  <a:gd name="T4" fmla="*/ 7 w 83"/>
                  <a:gd name="T5" fmla="*/ 8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nvGrpSpPr>
              <p:cNvPr id="422989" name="Group 79"/>
              <p:cNvGrpSpPr>
                <a:grpSpLocks/>
              </p:cNvGrpSpPr>
              <p:nvPr/>
            </p:nvGrpSpPr>
            <p:grpSpPr bwMode="auto">
              <a:xfrm>
                <a:off x="872" y="3547"/>
                <a:ext cx="50" cy="23"/>
                <a:chOff x="872" y="3547"/>
                <a:chExt cx="50" cy="23"/>
              </a:xfrm>
            </p:grpSpPr>
            <p:sp>
              <p:nvSpPr>
                <p:cNvPr id="422990" name="Freeform 80"/>
                <p:cNvSpPr>
                  <a:spLocks noChangeArrowheads="1"/>
                </p:cNvSpPr>
                <p:nvPr/>
              </p:nvSpPr>
              <p:spPr bwMode="auto">
                <a:xfrm>
                  <a:off x="872" y="3547"/>
                  <a:ext cx="13" cy="23"/>
                </a:xfrm>
                <a:custGeom>
                  <a:avLst/>
                  <a:gdLst>
                    <a:gd name="T0" fmla="*/ 14 w 25"/>
                    <a:gd name="T1" fmla="*/ 68 h 68"/>
                    <a:gd name="T2" fmla="*/ 0 w 25"/>
                    <a:gd name="T3" fmla="*/ 27 h 68"/>
                    <a:gd name="T4" fmla="*/ 10 w 25"/>
                    <a:gd name="T5" fmla="*/ 0 h 68"/>
                    <a:gd name="T6" fmla="*/ 25 w 25"/>
                    <a:gd name="T7" fmla="*/ 31 h 68"/>
                    <a:gd name="T8" fmla="*/ 14 w 25"/>
                    <a:gd name="T9" fmla="*/ 68 h 68"/>
                  </a:gdLst>
                  <a:ahLst/>
                  <a:cxnLst>
                    <a:cxn ang="0">
                      <a:pos x="T0" y="T1"/>
                    </a:cxn>
                    <a:cxn ang="0">
                      <a:pos x="T2" y="T3"/>
                    </a:cxn>
                    <a:cxn ang="0">
                      <a:pos x="T4" y="T5"/>
                    </a:cxn>
                    <a:cxn ang="0">
                      <a:pos x="T6" y="T7"/>
                    </a:cxn>
                    <a:cxn ang="0">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2991" name="Freeform 81"/>
                <p:cNvSpPr>
                  <a:spLocks noChangeArrowheads="1"/>
                </p:cNvSpPr>
                <p:nvPr/>
              </p:nvSpPr>
              <p:spPr bwMode="auto">
                <a:xfrm>
                  <a:off x="878" y="3547"/>
                  <a:ext cx="36" cy="10"/>
                </a:xfrm>
                <a:custGeom>
                  <a:avLst/>
                  <a:gdLst>
                    <a:gd name="T0" fmla="*/ 2 w 73"/>
                    <a:gd name="T1" fmla="*/ 0 h 30"/>
                    <a:gd name="T2" fmla="*/ 49 w 73"/>
                    <a:gd name="T3" fmla="*/ 0 h 30"/>
                    <a:gd name="T4" fmla="*/ 50 w 73"/>
                    <a:gd name="T5" fmla="*/ 3 h 30"/>
                    <a:gd name="T6" fmla="*/ 57 w 73"/>
                    <a:gd name="T7" fmla="*/ 12 h 30"/>
                    <a:gd name="T8" fmla="*/ 73 w 73"/>
                    <a:gd name="T9" fmla="*/ 30 h 30"/>
                    <a:gd name="T10" fmla="*/ 19 w 73"/>
                    <a:gd name="T11" fmla="*/ 30 h 30"/>
                    <a:gd name="T12" fmla="*/ 10 w 73"/>
                    <a:gd name="T13" fmla="*/ 21 h 30"/>
                    <a:gd name="T14" fmla="*/ 0 w 73"/>
                    <a:gd name="T15" fmla="*/ 7 h 30"/>
                    <a:gd name="T16" fmla="*/ 2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2" y="0"/>
                      </a:moveTo>
                      <a:lnTo>
                        <a:pt x="49" y="0"/>
                      </a:lnTo>
                      <a:lnTo>
                        <a:pt x="50" y="3"/>
                      </a:lnTo>
                      <a:lnTo>
                        <a:pt x="57" y="12"/>
                      </a:lnTo>
                      <a:lnTo>
                        <a:pt x="73" y="30"/>
                      </a:lnTo>
                      <a:lnTo>
                        <a:pt x="19" y="30"/>
                      </a:lnTo>
                      <a:lnTo>
                        <a:pt x="10" y="21"/>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2992" name="Freeform 82"/>
                <p:cNvSpPr>
                  <a:spLocks noChangeArrowheads="1"/>
                </p:cNvSpPr>
                <p:nvPr/>
              </p:nvSpPr>
              <p:spPr bwMode="auto">
                <a:xfrm>
                  <a:off x="880" y="3558"/>
                  <a:ext cx="42" cy="12"/>
                </a:xfrm>
                <a:custGeom>
                  <a:avLst/>
                  <a:gdLst>
                    <a:gd name="T0" fmla="*/ 0 w 82"/>
                    <a:gd name="T1" fmla="*/ 36 h 36"/>
                    <a:gd name="T2" fmla="*/ 2 w 82"/>
                    <a:gd name="T3" fmla="*/ 19 h 36"/>
                    <a:gd name="T4" fmla="*/ 6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2993" name="Group 83"/>
              <p:cNvGrpSpPr>
                <a:grpSpLocks/>
              </p:cNvGrpSpPr>
              <p:nvPr/>
            </p:nvGrpSpPr>
            <p:grpSpPr bwMode="auto">
              <a:xfrm>
                <a:off x="885" y="3559"/>
                <a:ext cx="50" cy="23"/>
                <a:chOff x="885" y="3559"/>
                <a:chExt cx="50" cy="23"/>
              </a:xfrm>
            </p:grpSpPr>
            <p:sp>
              <p:nvSpPr>
                <p:cNvPr id="422994" name="Freeform 84"/>
                <p:cNvSpPr>
                  <a:spLocks noChangeArrowheads="1"/>
                </p:cNvSpPr>
                <p:nvPr/>
              </p:nvSpPr>
              <p:spPr bwMode="auto">
                <a:xfrm>
                  <a:off x="885" y="3559"/>
                  <a:ext cx="12" cy="23"/>
                </a:xfrm>
                <a:custGeom>
                  <a:avLst/>
                  <a:gdLst>
                    <a:gd name="T0" fmla="*/ 16 w 25"/>
                    <a:gd name="T1" fmla="*/ 68 h 68"/>
                    <a:gd name="T2" fmla="*/ 0 w 25"/>
                    <a:gd name="T3" fmla="*/ 26 h 68"/>
                    <a:gd name="T4" fmla="*/ 12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6"/>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2995" name="Freeform 85"/>
                <p:cNvSpPr>
                  <a:spLocks noChangeArrowheads="1"/>
                </p:cNvSpPr>
                <p:nvPr/>
              </p:nvSpPr>
              <p:spPr bwMode="auto">
                <a:xfrm>
                  <a:off x="890" y="3560"/>
                  <a:ext cx="37" cy="10"/>
                </a:xfrm>
                <a:custGeom>
                  <a:avLst/>
                  <a:gdLst>
                    <a:gd name="T0" fmla="*/ 3 w 74"/>
                    <a:gd name="T1" fmla="*/ 0 h 30"/>
                    <a:gd name="T2" fmla="*/ 49 w 74"/>
                    <a:gd name="T3" fmla="*/ 0 h 30"/>
                    <a:gd name="T4" fmla="*/ 52 w 74"/>
                    <a:gd name="T5" fmla="*/ 3 h 30"/>
                    <a:gd name="T6" fmla="*/ 57 w 74"/>
                    <a:gd name="T7" fmla="*/ 12 h 30"/>
                    <a:gd name="T8" fmla="*/ 74 w 74"/>
                    <a:gd name="T9" fmla="*/ 30 h 30"/>
                    <a:gd name="T10" fmla="*/ 19 w 74"/>
                    <a:gd name="T11" fmla="*/ 30 h 30"/>
                    <a:gd name="T12" fmla="*/ 10 w 74"/>
                    <a:gd name="T13" fmla="*/ 21 h 30"/>
                    <a:gd name="T14" fmla="*/ 0 w 74"/>
                    <a:gd name="T15" fmla="*/ 6 h 30"/>
                    <a:gd name="T16" fmla="*/ 3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3" y="0"/>
                      </a:moveTo>
                      <a:lnTo>
                        <a:pt x="49" y="0"/>
                      </a:lnTo>
                      <a:lnTo>
                        <a:pt x="52" y="3"/>
                      </a:lnTo>
                      <a:lnTo>
                        <a:pt x="57" y="12"/>
                      </a:lnTo>
                      <a:lnTo>
                        <a:pt x="74" y="30"/>
                      </a:lnTo>
                      <a:lnTo>
                        <a:pt x="19" y="30"/>
                      </a:lnTo>
                      <a:lnTo>
                        <a:pt x="10" y="21"/>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2996" name="Freeform 86"/>
                <p:cNvSpPr>
                  <a:spLocks noChangeArrowheads="1"/>
                </p:cNvSpPr>
                <p:nvPr/>
              </p:nvSpPr>
              <p:spPr bwMode="auto">
                <a:xfrm>
                  <a:off x="893" y="3570"/>
                  <a:ext cx="42" cy="12"/>
                </a:xfrm>
                <a:custGeom>
                  <a:avLst/>
                  <a:gdLst>
                    <a:gd name="T0" fmla="*/ 0 w 83"/>
                    <a:gd name="T1" fmla="*/ 36 h 36"/>
                    <a:gd name="T2" fmla="*/ 1 w 83"/>
                    <a:gd name="T3" fmla="*/ 19 h 36"/>
                    <a:gd name="T4" fmla="*/ 6 w 83"/>
                    <a:gd name="T5" fmla="*/ 8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6"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2997" name="Group 87"/>
              <p:cNvGrpSpPr>
                <a:grpSpLocks/>
              </p:cNvGrpSpPr>
              <p:nvPr/>
            </p:nvGrpSpPr>
            <p:grpSpPr bwMode="auto">
              <a:xfrm>
                <a:off x="898" y="3571"/>
                <a:ext cx="49" cy="23"/>
                <a:chOff x="898" y="3571"/>
                <a:chExt cx="49" cy="23"/>
              </a:xfrm>
            </p:grpSpPr>
            <p:sp>
              <p:nvSpPr>
                <p:cNvPr id="422998" name="Freeform 88"/>
                <p:cNvSpPr>
                  <a:spLocks noChangeArrowheads="1"/>
                </p:cNvSpPr>
                <p:nvPr/>
              </p:nvSpPr>
              <p:spPr bwMode="auto">
                <a:xfrm>
                  <a:off x="898" y="3571"/>
                  <a:ext cx="13" cy="23"/>
                </a:xfrm>
                <a:custGeom>
                  <a:avLst/>
                  <a:gdLst>
                    <a:gd name="T0" fmla="*/ 16 w 25"/>
                    <a:gd name="T1" fmla="*/ 69 h 69"/>
                    <a:gd name="T2" fmla="*/ 0 w 25"/>
                    <a:gd name="T3" fmla="*/ 27 h 69"/>
                    <a:gd name="T4" fmla="*/ 9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9"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2999" name="Freeform 89"/>
                <p:cNvSpPr>
                  <a:spLocks noChangeArrowheads="1"/>
                </p:cNvSpPr>
                <p:nvPr/>
              </p:nvSpPr>
              <p:spPr bwMode="auto">
                <a:xfrm>
                  <a:off x="903" y="3572"/>
                  <a:ext cx="37" cy="10"/>
                </a:xfrm>
                <a:custGeom>
                  <a:avLst/>
                  <a:gdLst>
                    <a:gd name="T0" fmla="*/ 2 w 75"/>
                    <a:gd name="T1" fmla="*/ 0 h 29"/>
                    <a:gd name="T2" fmla="*/ 50 w 75"/>
                    <a:gd name="T3" fmla="*/ 0 h 29"/>
                    <a:gd name="T4" fmla="*/ 52 w 75"/>
                    <a:gd name="T5" fmla="*/ 2 h 29"/>
                    <a:gd name="T6" fmla="*/ 57 w 75"/>
                    <a:gd name="T7" fmla="*/ 11 h 29"/>
                    <a:gd name="T8" fmla="*/ 75 w 75"/>
                    <a:gd name="T9" fmla="*/ 29 h 29"/>
                    <a:gd name="T10" fmla="*/ 19 w 75"/>
                    <a:gd name="T11" fmla="*/ 29 h 29"/>
                    <a:gd name="T12" fmla="*/ 11 w 75"/>
                    <a:gd name="T13" fmla="*/ 20 h 29"/>
                    <a:gd name="T14" fmla="*/ 0 w 75"/>
                    <a:gd name="T15" fmla="*/ 5 h 29"/>
                    <a:gd name="T16" fmla="*/ 2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2" y="0"/>
                      </a:moveTo>
                      <a:lnTo>
                        <a:pt x="50" y="0"/>
                      </a:lnTo>
                      <a:lnTo>
                        <a:pt x="52" y="2"/>
                      </a:lnTo>
                      <a:lnTo>
                        <a:pt x="57" y="11"/>
                      </a:lnTo>
                      <a:lnTo>
                        <a:pt x="75" y="29"/>
                      </a:lnTo>
                      <a:lnTo>
                        <a:pt x="19" y="29"/>
                      </a:lnTo>
                      <a:lnTo>
                        <a:pt x="11"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000" name="Freeform 90"/>
                <p:cNvSpPr>
                  <a:spLocks noChangeArrowheads="1"/>
                </p:cNvSpPr>
                <p:nvPr/>
              </p:nvSpPr>
              <p:spPr bwMode="auto">
                <a:xfrm>
                  <a:off x="907" y="3582"/>
                  <a:ext cx="40" cy="12"/>
                </a:xfrm>
                <a:custGeom>
                  <a:avLst/>
                  <a:gdLst>
                    <a:gd name="T0" fmla="*/ 0 w 82"/>
                    <a:gd name="T1" fmla="*/ 36 h 36"/>
                    <a:gd name="T2" fmla="*/ 2 w 82"/>
                    <a:gd name="T3" fmla="*/ 20 h 36"/>
                    <a:gd name="T4" fmla="*/ 5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5"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001" name="Group 91"/>
              <p:cNvGrpSpPr>
                <a:grpSpLocks/>
              </p:cNvGrpSpPr>
              <p:nvPr/>
            </p:nvGrpSpPr>
            <p:grpSpPr bwMode="auto">
              <a:xfrm>
                <a:off x="911" y="3585"/>
                <a:ext cx="49" cy="23"/>
                <a:chOff x="911" y="3585"/>
                <a:chExt cx="49" cy="23"/>
              </a:xfrm>
            </p:grpSpPr>
            <p:sp>
              <p:nvSpPr>
                <p:cNvPr id="423002" name="Freeform 92"/>
                <p:cNvSpPr>
                  <a:spLocks noChangeArrowheads="1"/>
                </p:cNvSpPr>
                <p:nvPr/>
              </p:nvSpPr>
              <p:spPr bwMode="auto">
                <a:xfrm>
                  <a:off x="911" y="3585"/>
                  <a:ext cx="12" cy="23"/>
                </a:xfrm>
                <a:custGeom>
                  <a:avLst/>
                  <a:gdLst>
                    <a:gd name="T0" fmla="*/ 15 w 24"/>
                    <a:gd name="T1" fmla="*/ 69 h 69"/>
                    <a:gd name="T2" fmla="*/ 0 w 24"/>
                    <a:gd name="T3" fmla="*/ 27 h 69"/>
                    <a:gd name="T4" fmla="*/ 10 w 24"/>
                    <a:gd name="T5" fmla="*/ 0 h 69"/>
                    <a:gd name="T6" fmla="*/ 24 w 24"/>
                    <a:gd name="T7" fmla="*/ 32 h 69"/>
                    <a:gd name="T8" fmla="*/ 15 w 24"/>
                    <a:gd name="T9" fmla="*/ 69 h 69"/>
                  </a:gdLst>
                  <a:ahLst/>
                  <a:cxnLst>
                    <a:cxn ang="0">
                      <a:pos x="T0" y="T1"/>
                    </a:cxn>
                    <a:cxn ang="0">
                      <a:pos x="T2" y="T3"/>
                    </a:cxn>
                    <a:cxn ang="0">
                      <a:pos x="T4" y="T5"/>
                    </a:cxn>
                    <a:cxn ang="0">
                      <a:pos x="T6" y="T7"/>
                    </a:cxn>
                    <a:cxn ang="0">
                      <a:pos x="T8" y="T9"/>
                    </a:cxn>
                  </a:cxnLst>
                  <a:rect l="0" t="0" r="r" b="b"/>
                  <a:pathLst>
                    <a:path w="24" h="69">
                      <a:moveTo>
                        <a:pt x="15" y="69"/>
                      </a:moveTo>
                      <a:lnTo>
                        <a:pt x="0" y="27"/>
                      </a:lnTo>
                      <a:lnTo>
                        <a:pt x="10" y="0"/>
                      </a:lnTo>
                      <a:lnTo>
                        <a:pt x="24"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003" name="Freeform 93"/>
                <p:cNvSpPr>
                  <a:spLocks noChangeArrowheads="1"/>
                </p:cNvSpPr>
                <p:nvPr/>
              </p:nvSpPr>
              <p:spPr bwMode="auto">
                <a:xfrm>
                  <a:off x="915" y="3585"/>
                  <a:ext cx="38" cy="10"/>
                </a:xfrm>
                <a:custGeom>
                  <a:avLst/>
                  <a:gdLst>
                    <a:gd name="T0" fmla="*/ 3 w 75"/>
                    <a:gd name="T1" fmla="*/ 0 h 30"/>
                    <a:gd name="T2" fmla="*/ 52 w 75"/>
                    <a:gd name="T3" fmla="*/ 0 h 30"/>
                    <a:gd name="T4" fmla="*/ 53 w 75"/>
                    <a:gd name="T5" fmla="*/ 3 h 30"/>
                    <a:gd name="T6" fmla="*/ 57 w 75"/>
                    <a:gd name="T7" fmla="*/ 12 h 30"/>
                    <a:gd name="T8" fmla="*/ 75 w 75"/>
                    <a:gd name="T9" fmla="*/ 30 h 30"/>
                    <a:gd name="T10" fmla="*/ 19 w 75"/>
                    <a:gd name="T11" fmla="*/ 30 h 30"/>
                    <a:gd name="T12" fmla="*/ 11 w 75"/>
                    <a:gd name="T13" fmla="*/ 21 h 30"/>
                    <a:gd name="T14" fmla="*/ 0 w 75"/>
                    <a:gd name="T15" fmla="*/ 6 h 30"/>
                    <a:gd name="T16" fmla="*/ 3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3" y="0"/>
                      </a:moveTo>
                      <a:lnTo>
                        <a:pt x="52" y="0"/>
                      </a:lnTo>
                      <a:lnTo>
                        <a:pt x="53" y="3"/>
                      </a:lnTo>
                      <a:lnTo>
                        <a:pt x="57" y="12"/>
                      </a:lnTo>
                      <a:lnTo>
                        <a:pt x="75" y="30"/>
                      </a:lnTo>
                      <a:lnTo>
                        <a:pt x="19" y="30"/>
                      </a:lnTo>
                      <a:lnTo>
                        <a:pt x="11" y="21"/>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004" name="Freeform 94"/>
                <p:cNvSpPr>
                  <a:spLocks noChangeArrowheads="1"/>
                </p:cNvSpPr>
                <p:nvPr/>
              </p:nvSpPr>
              <p:spPr bwMode="auto">
                <a:xfrm>
                  <a:off x="919" y="3596"/>
                  <a:ext cx="41" cy="12"/>
                </a:xfrm>
                <a:custGeom>
                  <a:avLst/>
                  <a:gdLst>
                    <a:gd name="T0" fmla="*/ 0 w 82"/>
                    <a:gd name="T1" fmla="*/ 36 h 36"/>
                    <a:gd name="T2" fmla="*/ 1 w 82"/>
                    <a:gd name="T3" fmla="*/ 19 h 36"/>
                    <a:gd name="T4" fmla="*/ 7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7"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005" name="Group 95"/>
              <p:cNvGrpSpPr>
                <a:grpSpLocks/>
              </p:cNvGrpSpPr>
              <p:nvPr/>
            </p:nvGrpSpPr>
            <p:grpSpPr bwMode="auto">
              <a:xfrm>
                <a:off x="923" y="3600"/>
                <a:ext cx="99" cy="73"/>
                <a:chOff x="923" y="3600"/>
                <a:chExt cx="99" cy="73"/>
              </a:xfrm>
            </p:grpSpPr>
            <p:grpSp>
              <p:nvGrpSpPr>
                <p:cNvPr id="423006" name="Group 96"/>
                <p:cNvGrpSpPr>
                  <a:grpSpLocks/>
                </p:cNvGrpSpPr>
                <p:nvPr/>
              </p:nvGrpSpPr>
              <p:grpSpPr bwMode="auto">
                <a:xfrm>
                  <a:off x="923" y="3600"/>
                  <a:ext cx="49" cy="23"/>
                  <a:chOff x="923" y="3600"/>
                  <a:chExt cx="49" cy="23"/>
                </a:xfrm>
              </p:grpSpPr>
              <p:sp>
                <p:nvSpPr>
                  <p:cNvPr id="423007" name="Freeform 97"/>
                  <p:cNvSpPr>
                    <a:spLocks noChangeArrowheads="1"/>
                  </p:cNvSpPr>
                  <p:nvPr/>
                </p:nvSpPr>
                <p:spPr bwMode="auto">
                  <a:xfrm>
                    <a:off x="923" y="3600"/>
                    <a:ext cx="13" cy="23"/>
                  </a:xfrm>
                  <a:custGeom>
                    <a:avLst/>
                    <a:gdLst>
                      <a:gd name="T0" fmla="*/ 13 w 25"/>
                      <a:gd name="T1" fmla="*/ 69 h 69"/>
                      <a:gd name="T2" fmla="*/ 0 w 25"/>
                      <a:gd name="T3" fmla="*/ 27 h 69"/>
                      <a:gd name="T4" fmla="*/ 9 w 25"/>
                      <a:gd name="T5" fmla="*/ 0 h 69"/>
                      <a:gd name="T6" fmla="*/ 25 w 25"/>
                      <a:gd name="T7" fmla="*/ 30 h 69"/>
                      <a:gd name="T8" fmla="*/ 13 w 25"/>
                      <a:gd name="T9" fmla="*/ 69 h 69"/>
                    </a:gdLst>
                    <a:ahLst/>
                    <a:cxnLst>
                      <a:cxn ang="0">
                        <a:pos x="T0" y="T1"/>
                      </a:cxn>
                      <a:cxn ang="0">
                        <a:pos x="T2" y="T3"/>
                      </a:cxn>
                      <a:cxn ang="0">
                        <a:pos x="T4" y="T5"/>
                      </a:cxn>
                      <a:cxn ang="0">
                        <a:pos x="T6" y="T7"/>
                      </a:cxn>
                      <a:cxn ang="0">
                        <a:pos x="T8" y="T9"/>
                      </a:cxn>
                    </a:cxnLst>
                    <a:rect l="0" t="0" r="r" b="b"/>
                    <a:pathLst>
                      <a:path w="25" h="69">
                        <a:moveTo>
                          <a:pt x="13" y="69"/>
                        </a:moveTo>
                        <a:lnTo>
                          <a:pt x="0" y="27"/>
                        </a:lnTo>
                        <a:lnTo>
                          <a:pt x="9" y="0"/>
                        </a:lnTo>
                        <a:lnTo>
                          <a:pt x="25" y="30"/>
                        </a:lnTo>
                        <a:lnTo>
                          <a:pt x="13"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008" name="Freeform 98"/>
                  <p:cNvSpPr>
                    <a:spLocks noChangeArrowheads="1"/>
                  </p:cNvSpPr>
                  <p:nvPr/>
                </p:nvSpPr>
                <p:spPr bwMode="auto">
                  <a:xfrm>
                    <a:off x="928" y="3600"/>
                    <a:ext cx="37" cy="10"/>
                  </a:xfrm>
                  <a:custGeom>
                    <a:avLst/>
                    <a:gdLst>
                      <a:gd name="T0" fmla="*/ 2 w 75"/>
                      <a:gd name="T1" fmla="*/ 0 h 29"/>
                      <a:gd name="T2" fmla="*/ 50 w 75"/>
                      <a:gd name="T3" fmla="*/ 0 h 29"/>
                      <a:gd name="T4" fmla="*/ 52 w 75"/>
                      <a:gd name="T5" fmla="*/ 3 h 29"/>
                      <a:gd name="T6" fmla="*/ 57 w 75"/>
                      <a:gd name="T7" fmla="*/ 12 h 29"/>
                      <a:gd name="T8" fmla="*/ 75 w 75"/>
                      <a:gd name="T9" fmla="*/ 29 h 29"/>
                      <a:gd name="T10" fmla="*/ 19 w 75"/>
                      <a:gd name="T11" fmla="*/ 29 h 29"/>
                      <a:gd name="T12" fmla="*/ 9 w 75"/>
                      <a:gd name="T13" fmla="*/ 20 h 29"/>
                      <a:gd name="T14" fmla="*/ 0 w 75"/>
                      <a:gd name="T15" fmla="*/ 6 h 29"/>
                      <a:gd name="T16" fmla="*/ 2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2" y="0"/>
                        </a:moveTo>
                        <a:lnTo>
                          <a:pt x="50" y="0"/>
                        </a:lnTo>
                        <a:lnTo>
                          <a:pt x="52" y="3"/>
                        </a:lnTo>
                        <a:lnTo>
                          <a:pt x="57" y="12"/>
                        </a:lnTo>
                        <a:lnTo>
                          <a:pt x="75" y="29"/>
                        </a:lnTo>
                        <a:lnTo>
                          <a:pt x="19" y="29"/>
                        </a:lnTo>
                        <a:lnTo>
                          <a:pt x="9"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009" name="Freeform 99"/>
                  <p:cNvSpPr>
                    <a:spLocks noChangeArrowheads="1"/>
                  </p:cNvSpPr>
                  <p:nvPr/>
                </p:nvSpPr>
                <p:spPr bwMode="auto">
                  <a:xfrm>
                    <a:off x="930" y="3610"/>
                    <a:ext cx="42" cy="13"/>
                  </a:xfrm>
                  <a:custGeom>
                    <a:avLst/>
                    <a:gdLst>
                      <a:gd name="T0" fmla="*/ 0 w 82"/>
                      <a:gd name="T1" fmla="*/ 37 h 37"/>
                      <a:gd name="T2" fmla="*/ 2 w 82"/>
                      <a:gd name="T3" fmla="*/ 22 h 37"/>
                      <a:gd name="T4" fmla="*/ 7 w 82"/>
                      <a:gd name="T5" fmla="*/ 7 h 37"/>
                      <a:gd name="T6" fmla="*/ 13 w 82"/>
                      <a:gd name="T7" fmla="*/ 0 h 37"/>
                      <a:gd name="T8" fmla="*/ 69 w 82"/>
                      <a:gd name="T9" fmla="*/ 0 h 37"/>
                      <a:gd name="T10" fmla="*/ 82 w 82"/>
                      <a:gd name="T11" fmla="*/ 37 h 37"/>
                      <a:gd name="T12" fmla="*/ 0 w 82"/>
                      <a:gd name="T13" fmla="*/ 37 h 37"/>
                    </a:gdLst>
                    <a:ahLst/>
                    <a:cxnLst>
                      <a:cxn ang="0">
                        <a:pos x="T0" y="T1"/>
                      </a:cxn>
                      <a:cxn ang="0">
                        <a:pos x="T2" y="T3"/>
                      </a:cxn>
                      <a:cxn ang="0">
                        <a:pos x="T4" y="T5"/>
                      </a:cxn>
                      <a:cxn ang="0">
                        <a:pos x="T6" y="T7"/>
                      </a:cxn>
                      <a:cxn ang="0">
                        <a:pos x="T8" y="T9"/>
                      </a:cxn>
                      <a:cxn ang="0">
                        <a:pos x="T10" y="T11"/>
                      </a:cxn>
                      <a:cxn ang="0">
                        <a:pos x="T12" y="T13"/>
                      </a:cxn>
                    </a:cxnLst>
                    <a:rect l="0" t="0" r="r" b="b"/>
                    <a:pathLst>
                      <a:path w="82" h="37">
                        <a:moveTo>
                          <a:pt x="0" y="37"/>
                        </a:moveTo>
                        <a:lnTo>
                          <a:pt x="2" y="22"/>
                        </a:lnTo>
                        <a:lnTo>
                          <a:pt x="7" y="7"/>
                        </a:lnTo>
                        <a:lnTo>
                          <a:pt x="13" y="0"/>
                        </a:lnTo>
                        <a:lnTo>
                          <a:pt x="69" y="0"/>
                        </a:lnTo>
                        <a:lnTo>
                          <a:pt x="82" y="37"/>
                        </a:lnTo>
                        <a:lnTo>
                          <a:pt x="0" y="3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010" name="Group 100"/>
                <p:cNvGrpSpPr>
                  <a:grpSpLocks/>
                </p:cNvGrpSpPr>
                <p:nvPr/>
              </p:nvGrpSpPr>
              <p:grpSpPr bwMode="auto">
                <a:xfrm>
                  <a:off x="935" y="3612"/>
                  <a:ext cx="48" cy="23"/>
                  <a:chOff x="935" y="3612"/>
                  <a:chExt cx="48" cy="23"/>
                </a:xfrm>
              </p:grpSpPr>
              <p:sp>
                <p:nvSpPr>
                  <p:cNvPr id="423011" name="Freeform 101"/>
                  <p:cNvSpPr>
                    <a:spLocks noChangeArrowheads="1"/>
                  </p:cNvSpPr>
                  <p:nvPr/>
                </p:nvSpPr>
                <p:spPr bwMode="auto">
                  <a:xfrm>
                    <a:off x="935" y="3612"/>
                    <a:ext cx="12" cy="23"/>
                  </a:xfrm>
                  <a:custGeom>
                    <a:avLst/>
                    <a:gdLst>
                      <a:gd name="T0" fmla="*/ 14 w 25"/>
                      <a:gd name="T1" fmla="*/ 69 h 69"/>
                      <a:gd name="T2" fmla="*/ 0 w 25"/>
                      <a:gd name="T3" fmla="*/ 28 h 69"/>
                      <a:gd name="T4" fmla="*/ 9 w 25"/>
                      <a:gd name="T5" fmla="*/ 0 h 69"/>
                      <a:gd name="T6" fmla="*/ 25 w 25"/>
                      <a:gd name="T7" fmla="*/ 32 h 69"/>
                      <a:gd name="T8" fmla="*/ 14 w 25"/>
                      <a:gd name="T9" fmla="*/ 69 h 69"/>
                    </a:gdLst>
                    <a:ahLst/>
                    <a:cxnLst>
                      <a:cxn ang="0">
                        <a:pos x="T0" y="T1"/>
                      </a:cxn>
                      <a:cxn ang="0">
                        <a:pos x="T2" y="T3"/>
                      </a:cxn>
                      <a:cxn ang="0">
                        <a:pos x="T4" y="T5"/>
                      </a:cxn>
                      <a:cxn ang="0">
                        <a:pos x="T6" y="T7"/>
                      </a:cxn>
                      <a:cxn ang="0">
                        <a:pos x="T8" y="T9"/>
                      </a:cxn>
                    </a:cxnLst>
                    <a:rect l="0" t="0" r="r" b="b"/>
                    <a:pathLst>
                      <a:path w="25" h="69">
                        <a:moveTo>
                          <a:pt x="14" y="69"/>
                        </a:moveTo>
                        <a:lnTo>
                          <a:pt x="0" y="28"/>
                        </a:lnTo>
                        <a:lnTo>
                          <a:pt x="9"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012" name="Freeform 102"/>
                  <p:cNvSpPr>
                    <a:spLocks noChangeArrowheads="1"/>
                  </p:cNvSpPr>
                  <p:nvPr/>
                </p:nvSpPr>
                <p:spPr bwMode="auto">
                  <a:xfrm>
                    <a:off x="939" y="3612"/>
                    <a:ext cx="38" cy="11"/>
                  </a:xfrm>
                  <a:custGeom>
                    <a:avLst/>
                    <a:gdLst>
                      <a:gd name="T0" fmla="*/ 1 w 75"/>
                      <a:gd name="T1" fmla="*/ 0 h 31"/>
                      <a:gd name="T2" fmla="*/ 50 w 75"/>
                      <a:gd name="T3" fmla="*/ 0 h 31"/>
                      <a:gd name="T4" fmla="*/ 53 w 75"/>
                      <a:gd name="T5" fmla="*/ 3 h 31"/>
                      <a:gd name="T6" fmla="*/ 56 w 75"/>
                      <a:gd name="T7" fmla="*/ 13 h 31"/>
                      <a:gd name="T8" fmla="*/ 75 w 75"/>
                      <a:gd name="T9" fmla="*/ 31 h 31"/>
                      <a:gd name="T10" fmla="*/ 18 w 75"/>
                      <a:gd name="T11" fmla="*/ 31 h 31"/>
                      <a:gd name="T12" fmla="*/ 9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3" y="3"/>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013" name="Freeform 103"/>
                  <p:cNvSpPr>
                    <a:spLocks noChangeArrowheads="1"/>
                  </p:cNvSpPr>
                  <p:nvPr/>
                </p:nvSpPr>
                <p:spPr bwMode="auto">
                  <a:xfrm>
                    <a:off x="943" y="3623"/>
                    <a:ext cx="40" cy="12"/>
                  </a:xfrm>
                  <a:custGeom>
                    <a:avLst/>
                    <a:gdLst>
                      <a:gd name="T0" fmla="*/ 0 w 82"/>
                      <a:gd name="T1" fmla="*/ 36 h 36"/>
                      <a:gd name="T2" fmla="*/ 2 w 82"/>
                      <a:gd name="T3" fmla="*/ 19 h 36"/>
                      <a:gd name="T4" fmla="*/ 6 w 82"/>
                      <a:gd name="T5" fmla="*/ 8 h 36"/>
                      <a:gd name="T6" fmla="*/ 12 w 82"/>
                      <a:gd name="T7" fmla="*/ 0 h 36"/>
                      <a:gd name="T8" fmla="*/ 69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2"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014" name="Group 104"/>
                <p:cNvGrpSpPr>
                  <a:grpSpLocks/>
                </p:cNvGrpSpPr>
                <p:nvPr/>
              </p:nvGrpSpPr>
              <p:grpSpPr bwMode="auto">
                <a:xfrm>
                  <a:off x="947" y="3625"/>
                  <a:ext cx="50" cy="22"/>
                  <a:chOff x="947" y="3625"/>
                  <a:chExt cx="50" cy="22"/>
                </a:xfrm>
              </p:grpSpPr>
              <p:sp>
                <p:nvSpPr>
                  <p:cNvPr id="423015" name="Freeform 105"/>
                  <p:cNvSpPr>
                    <a:spLocks noChangeArrowheads="1"/>
                  </p:cNvSpPr>
                  <p:nvPr/>
                </p:nvSpPr>
                <p:spPr bwMode="auto">
                  <a:xfrm>
                    <a:off x="947" y="3625"/>
                    <a:ext cx="13" cy="22"/>
                  </a:xfrm>
                  <a:custGeom>
                    <a:avLst/>
                    <a:gdLst>
                      <a:gd name="T0" fmla="*/ 14 w 25"/>
                      <a:gd name="T1" fmla="*/ 68 h 68"/>
                      <a:gd name="T2" fmla="*/ 0 w 25"/>
                      <a:gd name="T3" fmla="*/ 27 h 68"/>
                      <a:gd name="T4" fmla="*/ 10 w 25"/>
                      <a:gd name="T5" fmla="*/ 0 h 68"/>
                      <a:gd name="T6" fmla="*/ 25 w 25"/>
                      <a:gd name="T7" fmla="*/ 31 h 68"/>
                      <a:gd name="T8" fmla="*/ 14 w 25"/>
                      <a:gd name="T9" fmla="*/ 68 h 68"/>
                    </a:gdLst>
                    <a:ahLst/>
                    <a:cxnLst>
                      <a:cxn ang="0">
                        <a:pos x="T0" y="T1"/>
                      </a:cxn>
                      <a:cxn ang="0">
                        <a:pos x="T2" y="T3"/>
                      </a:cxn>
                      <a:cxn ang="0">
                        <a:pos x="T4" y="T5"/>
                      </a:cxn>
                      <a:cxn ang="0">
                        <a:pos x="T6" y="T7"/>
                      </a:cxn>
                      <a:cxn ang="0">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016" name="Freeform 106"/>
                  <p:cNvSpPr>
                    <a:spLocks noChangeArrowheads="1"/>
                  </p:cNvSpPr>
                  <p:nvPr/>
                </p:nvSpPr>
                <p:spPr bwMode="auto">
                  <a:xfrm>
                    <a:off x="953" y="3625"/>
                    <a:ext cx="36" cy="10"/>
                  </a:xfrm>
                  <a:custGeom>
                    <a:avLst/>
                    <a:gdLst>
                      <a:gd name="T0" fmla="*/ 2 w 73"/>
                      <a:gd name="T1" fmla="*/ 0 h 29"/>
                      <a:gd name="T2" fmla="*/ 50 w 73"/>
                      <a:gd name="T3" fmla="*/ 0 h 29"/>
                      <a:gd name="T4" fmla="*/ 51 w 73"/>
                      <a:gd name="T5" fmla="*/ 2 h 29"/>
                      <a:gd name="T6" fmla="*/ 57 w 73"/>
                      <a:gd name="T7" fmla="*/ 11 h 29"/>
                      <a:gd name="T8" fmla="*/ 73 w 73"/>
                      <a:gd name="T9" fmla="*/ 29 h 29"/>
                      <a:gd name="T10" fmla="*/ 19 w 73"/>
                      <a:gd name="T11" fmla="*/ 29 h 29"/>
                      <a:gd name="T12" fmla="*/ 9 w 73"/>
                      <a:gd name="T13" fmla="*/ 20 h 29"/>
                      <a:gd name="T14" fmla="*/ 0 w 73"/>
                      <a:gd name="T15" fmla="*/ 5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50" y="0"/>
                        </a:lnTo>
                        <a:lnTo>
                          <a:pt x="51" y="2"/>
                        </a:lnTo>
                        <a:lnTo>
                          <a:pt x="57" y="11"/>
                        </a:lnTo>
                        <a:lnTo>
                          <a:pt x="73" y="29"/>
                        </a:lnTo>
                        <a:lnTo>
                          <a:pt x="19" y="29"/>
                        </a:lnTo>
                        <a:lnTo>
                          <a:pt x="9"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017" name="Freeform 107"/>
                  <p:cNvSpPr>
                    <a:spLocks noChangeArrowheads="1"/>
                  </p:cNvSpPr>
                  <p:nvPr/>
                </p:nvSpPr>
                <p:spPr bwMode="auto">
                  <a:xfrm>
                    <a:off x="955" y="3635"/>
                    <a:ext cx="42" cy="12"/>
                  </a:xfrm>
                  <a:custGeom>
                    <a:avLst/>
                    <a:gdLst>
                      <a:gd name="T0" fmla="*/ 0 w 83"/>
                      <a:gd name="T1" fmla="*/ 36 h 36"/>
                      <a:gd name="T2" fmla="*/ 3 w 83"/>
                      <a:gd name="T3" fmla="*/ 20 h 36"/>
                      <a:gd name="T4" fmla="*/ 7 w 83"/>
                      <a:gd name="T5" fmla="*/ 8 h 36"/>
                      <a:gd name="T6" fmla="*/ 12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20"/>
                        </a:lnTo>
                        <a:lnTo>
                          <a:pt x="7" y="8"/>
                        </a:lnTo>
                        <a:lnTo>
                          <a:pt x="12"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018" name="Group 108"/>
                <p:cNvGrpSpPr>
                  <a:grpSpLocks/>
                </p:cNvGrpSpPr>
                <p:nvPr/>
              </p:nvGrpSpPr>
              <p:grpSpPr bwMode="auto">
                <a:xfrm>
                  <a:off x="960" y="3637"/>
                  <a:ext cx="50" cy="23"/>
                  <a:chOff x="960" y="3637"/>
                  <a:chExt cx="50" cy="23"/>
                </a:xfrm>
              </p:grpSpPr>
              <p:sp>
                <p:nvSpPr>
                  <p:cNvPr id="423019" name="Freeform 109"/>
                  <p:cNvSpPr>
                    <a:spLocks noChangeArrowheads="1"/>
                  </p:cNvSpPr>
                  <p:nvPr/>
                </p:nvSpPr>
                <p:spPr bwMode="auto">
                  <a:xfrm>
                    <a:off x="960" y="3637"/>
                    <a:ext cx="12" cy="23"/>
                  </a:xfrm>
                  <a:custGeom>
                    <a:avLst/>
                    <a:gdLst>
                      <a:gd name="T0" fmla="*/ 15 w 25"/>
                      <a:gd name="T1" fmla="*/ 69 h 69"/>
                      <a:gd name="T2" fmla="*/ 0 w 25"/>
                      <a:gd name="T3" fmla="*/ 27 h 69"/>
                      <a:gd name="T4" fmla="*/ 12 w 25"/>
                      <a:gd name="T5" fmla="*/ 0 h 69"/>
                      <a:gd name="T6" fmla="*/ 25 w 25"/>
                      <a:gd name="T7" fmla="*/ 32 h 69"/>
                      <a:gd name="T8" fmla="*/ 15 w 25"/>
                      <a:gd name="T9" fmla="*/ 69 h 69"/>
                    </a:gdLst>
                    <a:ahLst/>
                    <a:cxnLst>
                      <a:cxn ang="0">
                        <a:pos x="T0" y="T1"/>
                      </a:cxn>
                      <a:cxn ang="0">
                        <a:pos x="T2" y="T3"/>
                      </a:cxn>
                      <a:cxn ang="0">
                        <a:pos x="T4" y="T5"/>
                      </a:cxn>
                      <a:cxn ang="0">
                        <a:pos x="T6" y="T7"/>
                      </a:cxn>
                      <a:cxn ang="0">
                        <a:pos x="T8" y="T9"/>
                      </a:cxn>
                    </a:cxnLst>
                    <a:rect l="0" t="0" r="r" b="b"/>
                    <a:pathLst>
                      <a:path w="25" h="69">
                        <a:moveTo>
                          <a:pt x="15" y="69"/>
                        </a:moveTo>
                        <a:lnTo>
                          <a:pt x="0" y="27"/>
                        </a:lnTo>
                        <a:lnTo>
                          <a:pt x="12"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020" name="Freeform 110"/>
                  <p:cNvSpPr>
                    <a:spLocks noChangeArrowheads="1"/>
                  </p:cNvSpPr>
                  <p:nvPr/>
                </p:nvSpPr>
                <p:spPr bwMode="auto">
                  <a:xfrm>
                    <a:off x="965" y="3638"/>
                    <a:ext cx="37" cy="9"/>
                  </a:xfrm>
                  <a:custGeom>
                    <a:avLst/>
                    <a:gdLst>
                      <a:gd name="T0" fmla="*/ 3 w 74"/>
                      <a:gd name="T1" fmla="*/ 0 h 29"/>
                      <a:gd name="T2" fmla="*/ 49 w 74"/>
                      <a:gd name="T3" fmla="*/ 0 h 29"/>
                      <a:gd name="T4" fmla="*/ 53 w 74"/>
                      <a:gd name="T5" fmla="*/ 2 h 29"/>
                      <a:gd name="T6" fmla="*/ 57 w 74"/>
                      <a:gd name="T7" fmla="*/ 11 h 29"/>
                      <a:gd name="T8" fmla="*/ 74 w 74"/>
                      <a:gd name="T9" fmla="*/ 29 h 29"/>
                      <a:gd name="T10" fmla="*/ 19 w 74"/>
                      <a:gd name="T11" fmla="*/ 29 h 29"/>
                      <a:gd name="T12" fmla="*/ 9 w 74"/>
                      <a:gd name="T13" fmla="*/ 20 h 29"/>
                      <a:gd name="T14" fmla="*/ 0 w 74"/>
                      <a:gd name="T15" fmla="*/ 5 h 29"/>
                      <a:gd name="T16" fmla="*/ 3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3" y="0"/>
                        </a:moveTo>
                        <a:lnTo>
                          <a:pt x="49" y="0"/>
                        </a:lnTo>
                        <a:lnTo>
                          <a:pt x="53" y="2"/>
                        </a:lnTo>
                        <a:lnTo>
                          <a:pt x="57" y="11"/>
                        </a:lnTo>
                        <a:lnTo>
                          <a:pt x="74" y="29"/>
                        </a:lnTo>
                        <a:lnTo>
                          <a:pt x="19" y="29"/>
                        </a:lnTo>
                        <a:lnTo>
                          <a:pt x="9" y="20"/>
                        </a:lnTo>
                        <a:lnTo>
                          <a:pt x="0" y="5"/>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021" name="Freeform 111"/>
                  <p:cNvSpPr>
                    <a:spLocks noChangeArrowheads="1"/>
                  </p:cNvSpPr>
                  <p:nvPr/>
                </p:nvSpPr>
                <p:spPr bwMode="auto">
                  <a:xfrm>
                    <a:off x="968" y="3648"/>
                    <a:ext cx="42" cy="12"/>
                  </a:xfrm>
                  <a:custGeom>
                    <a:avLst/>
                    <a:gdLst>
                      <a:gd name="T0" fmla="*/ 0 w 83"/>
                      <a:gd name="T1" fmla="*/ 35 h 35"/>
                      <a:gd name="T2" fmla="*/ 1 w 83"/>
                      <a:gd name="T3" fmla="*/ 19 h 35"/>
                      <a:gd name="T4" fmla="*/ 6 w 83"/>
                      <a:gd name="T5" fmla="*/ 7 h 35"/>
                      <a:gd name="T6" fmla="*/ 10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1" y="19"/>
                        </a:lnTo>
                        <a:lnTo>
                          <a:pt x="6" y="7"/>
                        </a:lnTo>
                        <a:lnTo>
                          <a:pt x="10"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022" name="Group 112"/>
                <p:cNvGrpSpPr>
                  <a:grpSpLocks/>
                </p:cNvGrpSpPr>
                <p:nvPr/>
              </p:nvGrpSpPr>
              <p:grpSpPr bwMode="auto">
                <a:xfrm>
                  <a:off x="973" y="3650"/>
                  <a:ext cx="49" cy="23"/>
                  <a:chOff x="973" y="3650"/>
                  <a:chExt cx="49" cy="23"/>
                </a:xfrm>
              </p:grpSpPr>
              <p:sp>
                <p:nvSpPr>
                  <p:cNvPr id="423023" name="Freeform 113"/>
                  <p:cNvSpPr>
                    <a:spLocks noChangeArrowheads="1"/>
                  </p:cNvSpPr>
                  <p:nvPr/>
                </p:nvSpPr>
                <p:spPr bwMode="auto">
                  <a:xfrm>
                    <a:off x="973" y="3650"/>
                    <a:ext cx="12" cy="23"/>
                  </a:xfrm>
                  <a:custGeom>
                    <a:avLst/>
                    <a:gdLst>
                      <a:gd name="T0" fmla="*/ 16 w 25"/>
                      <a:gd name="T1" fmla="*/ 68 h 68"/>
                      <a:gd name="T2" fmla="*/ 0 w 25"/>
                      <a:gd name="T3" fmla="*/ 26 h 68"/>
                      <a:gd name="T4" fmla="*/ 10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6"/>
                        </a:lnTo>
                        <a:lnTo>
                          <a:pt x="10"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024" name="Freeform 114"/>
                  <p:cNvSpPr>
                    <a:spLocks noChangeArrowheads="1"/>
                  </p:cNvSpPr>
                  <p:nvPr/>
                </p:nvSpPr>
                <p:spPr bwMode="auto">
                  <a:xfrm>
                    <a:off x="978" y="3651"/>
                    <a:ext cx="37" cy="10"/>
                  </a:xfrm>
                  <a:custGeom>
                    <a:avLst/>
                    <a:gdLst>
                      <a:gd name="T0" fmla="*/ 2 w 74"/>
                      <a:gd name="T1" fmla="*/ 0 h 29"/>
                      <a:gd name="T2" fmla="*/ 49 w 74"/>
                      <a:gd name="T3" fmla="*/ 0 h 29"/>
                      <a:gd name="T4" fmla="*/ 50 w 74"/>
                      <a:gd name="T5" fmla="*/ 2 h 29"/>
                      <a:gd name="T6" fmla="*/ 57 w 74"/>
                      <a:gd name="T7" fmla="*/ 11 h 29"/>
                      <a:gd name="T8" fmla="*/ 74 w 74"/>
                      <a:gd name="T9" fmla="*/ 29 h 29"/>
                      <a:gd name="T10" fmla="*/ 19 w 74"/>
                      <a:gd name="T11" fmla="*/ 29 h 29"/>
                      <a:gd name="T12" fmla="*/ 10 w 74"/>
                      <a:gd name="T13" fmla="*/ 20 h 29"/>
                      <a:gd name="T14" fmla="*/ 0 w 74"/>
                      <a:gd name="T15" fmla="*/ 5 h 29"/>
                      <a:gd name="T16" fmla="*/ 2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2" y="0"/>
                        </a:moveTo>
                        <a:lnTo>
                          <a:pt x="49" y="0"/>
                        </a:lnTo>
                        <a:lnTo>
                          <a:pt x="50" y="2"/>
                        </a:lnTo>
                        <a:lnTo>
                          <a:pt x="57" y="11"/>
                        </a:lnTo>
                        <a:lnTo>
                          <a:pt x="74" y="29"/>
                        </a:lnTo>
                        <a:lnTo>
                          <a:pt x="19" y="29"/>
                        </a:lnTo>
                        <a:lnTo>
                          <a:pt x="10"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025" name="Freeform 115"/>
                  <p:cNvSpPr>
                    <a:spLocks noChangeArrowheads="1"/>
                  </p:cNvSpPr>
                  <p:nvPr/>
                </p:nvSpPr>
                <p:spPr bwMode="auto">
                  <a:xfrm>
                    <a:off x="982" y="3661"/>
                    <a:ext cx="40" cy="12"/>
                  </a:xfrm>
                  <a:custGeom>
                    <a:avLst/>
                    <a:gdLst>
                      <a:gd name="T0" fmla="*/ 0 w 82"/>
                      <a:gd name="T1" fmla="*/ 36 h 36"/>
                      <a:gd name="T2" fmla="*/ 1 w 82"/>
                      <a:gd name="T3" fmla="*/ 20 h 36"/>
                      <a:gd name="T4" fmla="*/ 5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20"/>
                        </a:lnTo>
                        <a:lnTo>
                          <a:pt x="5"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grpSp>
            <p:nvGrpSpPr>
              <p:cNvPr id="423026" name="Group 116"/>
              <p:cNvGrpSpPr>
                <a:grpSpLocks/>
              </p:cNvGrpSpPr>
              <p:nvPr/>
            </p:nvGrpSpPr>
            <p:grpSpPr bwMode="auto">
              <a:xfrm>
                <a:off x="985" y="3665"/>
                <a:ext cx="100" cy="73"/>
                <a:chOff x="985" y="3665"/>
                <a:chExt cx="100" cy="73"/>
              </a:xfrm>
            </p:grpSpPr>
            <p:grpSp>
              <p:nvGrpSpPr>
                <p:cNvPr id="423027" name="Group 117"/>
                <p:cNvGrpSpPr>
                  <a:grpSpLocks/>
                </p:cNvGrpSpPr>
                <p:nvPr/>
              </p:nvGrpSpPr>
              <p:grpSpPr bwMode="auto">
                <a:xfrm>
                  <a:off x="985" y="3665"/>
                  <a:ext cx="50" cy="23"/>
                  <a:chOff x="985" y="3665"/>
                  <a:chExt cx="50" cy="23"/>
                </a:xfrm>
              </p:grpSpPr>
              <p:sp>
                <p:nvSpPr>
                  <p:cNvPr id="423028" name="Freeform 118"/>
                  <p:cNvSpPr>
                    <a:spLocks noChangeArrowheads="1"/>
                  </p:cNvSpPr>
                  <p:nvPr/>
                </p:nvSpPr>
                <p:spPr bwMode="auto">
                  <a:xfrm>
                    <a:off x="985" y="3665"/>
                    <a:ext cx="12" cy="23"/>
                  </a:xfrm>
                  <a:custGeom>
                    <a:avLst/>
                    <a:gdLst>
                      <a:gd name="T0" fmla="*/ 15 w 25"/>
                      <a:gd name="T1" fmla="*/ 68 h 68"/>
                      <a:gd name="T2" fmla="*/ 0 w 25"/>
                      <a:gd name="T3" fmla="*/ 27 h 68"/>
                      <a:gd name="T4" fmla="*/ 9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7"/>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029" name="Freeform 119"/>
                  <p:cNvSpPr>
                    <a:spLocks noChangeArrowheads="1"/>
                  </p:cNvSpPr>
                  <p:nvPr/>
                </p:nvSpPr>
                <p:spPr bwMode="auto">
                  <a:xfrm>
                    <a:off x="989" y="3665"/>
                    <a:ext cx="38" cy="11"/>
                  </a:xfrm>
                  <a:custGeom>
                    <a:avLst/>
                    <a:gdLst>
                      <a:gd name="T0" fmla="*/ 1 w 75"/>
                      <a:gd name="T1" fmla="*/ 0 h 31"/>
                      <a:gd name="T2" fmla="*/ 50 w 75"/>
                      <a:gd name="T3" fmla="*/ 0 h 31"/>
                      <a:gd name="T4" fmla="*/ 52 w 75"/>
                      <a:gd name="T5" fmla="*/ 4 h 31"/>
                      <a:gd name="T6" fmla="*/ 56 w 75"/>
                      <a:gd name="T7" fmla="*/ 13 h 31"/>
                      <a:gd name="T8" fmla="*/ 75 w 75"/>
                      <a:gd name="T9" fmla="*/ 31 h 31"/>
                      <a:gd name="T10" fmla="*/ 18 w 75"/>
                      <a:gd name="T11" fmla="*/ 31 h 31"/>
                      <a:gd name="T12" fmla="*/ 10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2" y="4"/>
                        </a:lnTo>
                        <a:lnTo>
                          <a:pt x="56" y="13"/>
                        </a:lnTo>
                        <a:lnTo>
                          <a:pt x="75" y="31"/>
                        </a:lnTo>
                        <a:lnTo>
                          <a:pt x="18" y="31"/>
                        </a:lnTo>
                        <a:lnTo>
                          <a:pt x="10"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030" name="Freeform 120"/>
                  <p:cNvSpPr>
                    <a:spLocks noChangeArrowheads="1"/>
                  </p:cNvSpPr>
                  <p:nvPr/>
                </p:nvSpPr>
                <p:spPr bwMode="auto">
                  <a:xfrm>
                    <a:off x="993" y="3676"/>
                    <a:ext cx="42" cy="12"/>
                  </a:xfrm>
                  <a:custGeom>
                    <a:avLst/>
                    <a:gdLst>
                      <a:gd name="T0" fmla="*/ 0 w 83"/>
                      <a:gd name="T1" fmla="*/ 36 h 36"/>
                      <a:gd name="T2" fmla="*/ 1 w 83"/>
                      <a:gd name="T3" fmla="*/ 20 h 36"/>
                      <a:gd name="T4" fmla="*/ 6 w 83"/>
                      <a:gd name="T5" fmla="*/ 8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6"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031" name="Group 121"/>
                <p:cNvGrpSpPr>
                  <a:grpSpLocks/>
                </p:cNvGrpSpPr>
                <p:nvPr/>
              </p:nvGrpSpPr>
              <p:grpSpPr bwMode="auto">
                <a:xfrm>
                  <a:off x="997" y="3677"/>
                  <a:ext cx="49" cy="23"/>
                  <a:chOff x="997" y="3677"/>
                  <a:chExt cx="49" cy="23"/>
                </a:xfrm>
              </p:grpSpPr>
              <p:sp>
                <p:nvSpPr>
                  <p:cNvPr id="423032" name="Freeform 122"/>
                  <p:cNvSpPr>
                    <a:spLocks noChangeArrowheads="1"/>
                  </p:cNvSpPr>
                  <p:nvPr/>
                </p:nvSpPr>
                <p:spPr bwMode="auto">
                  <a:xfrm>
                    <a:off x="997" y="3677"/>
                    <a:ext cx="13" cy="23"/>
                  </a:xfrm>
                  <a:custGeom>
                    <a:avLst/>
                    <a:gdLst>
                      <a:gd name="T0" fmla="*/ 13 w 25"/>
                      <a:gd name="T1" fmla="*/ 69 h 69"/>
                      <a:gd name="T2" fmla="*/ 0 w 25"/>
                      <a:gd name="T3" fmla="*/ 27 h 69"/>
                      <a:gd name="T4" fmla="*/ 9 w 25"/>
                      <a:gd name="T5" fmla="*/ 0 h 69"/>
                      <a:gd name="T6" fmla="*/ 25 w 25"/>
                      <a:gd name="T7" fmla="*/ 31 h 69"/>
                      <a:gd name="T8" fmla="*/ 13 w 25"/>
                      <a:gd name="T9" fmla="*/ 69 h 69"/>
                    </a:gdLst>
                    <a:ahLst/>
                    <a:cxnLst>
                      <a:cxn ang="0">
                        <a:pos x="T0" y="T1"/>
                      </a:cxn>
                      <a:cxn ang="0">
                        <a:pos x="T2" y="T3"/>
                      </a:cxn>
                      <a:cxn ang="0">
                        <a:pos x="T4" y="T5"/>
                      </a:cxn>
                      <a:cxn ang="0">
                        <a:pos x="T6" y="T7"/>
                      </a:cxn>
                      <a:cxn ang="0">
                        <a:pos x="T8" y="T9"/>
                      </a:cxn>
                    </a:cxnLst>
                    <a:rect l="0" t="0" r="r" b="b"/>
                    <a:pathLst>
                      <a:path w="25" h="69">
                        <a:moveTo>
                          <a:pt x="13" y="69"/>
                        </a:moveTo>
                        <a:lnTo>
                          <a:pt x="0" y="27"/>
                        </a:lnTo>
                        <a:lnTo>
                          <a:pt x="9" y="0"/>
                        </a:lnTo>
                        <a:lnTo>
                          <a:pt x="25" y="31"/>
                        </a:lnTo>
                        <a:lnTo>
                          <a:pt x="13"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033" name="Freeform 123"/>
                  <p:cNvSpPr>
                    <a:spLocks noChangeArrowheads="1"/>
                  </p:cNvSpPr>
                  <p:nvPr/>
                </p:nvSpPr>
                <p:spPr bwMode="auto">
                  <a:xfrm>
                    <a:off x="1002" y="3678"/>
                    <a:ext cx="37" cy="10"/>
                  </a:xfrm>
                  <a:custGeom>
                    <a:avLst/>
                    <a:gdLst>
                      <a:gd name="T0" fmla="*/ 1 w 73"/>
                      <a:gd name="T1" fmla="*/ 0 h 30"/>
                      <a:gd name="T2" fmla="*/ 50 w 73"/>
                      <a:gd name="T3" fmla="*/ 0 h 30"/>
                      <a:gd name="T4" fmla="*/ 51 w 73"/>
                      <a:gd name="T5" fmla="*/ 3 h 30"/>
                      <a:gd name="T6" fmla="*/ 56 w 73"/>
                      <a:gd name="T7" fmla="*/ 12 h 30"/>
                      <a:gd name="T8" fmla="*/ 73 w 73"/>
                      <a:gd name="T9" fmla="*/ 30 h 30"/>
                      <a:gd name="T10" fmla="*/ 18 w 73"/>
                      <a:gd name="T11" fmla="*/ 30 h 30"/>
                      <a:gd name="T12" fmla="*/ 10 w 73"/>
                      <a:gd name="T13" fmla="*/ 21 h 30"/>
                      <a:gd name="T14" fmla="*/ 0 w 73"/>
                      <a:gd name="T15" fmla="*/ 7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50" y="0"/>
                        </a:lnTo>
                        <a:lnTo>
                          <a:pt x="51" y="3"/>
                        </a:lnTo>
                        <a:lnTo>
                          <a:pt x="56" y="12"/>
                        </a:lnTo>
                        <a:lnTo>
                          <a:pt x="73" y="30"/>
                        </a:lnTo>
                        <a:lnTo>
                          <a:pt x="18" y="30"/>
                        </a:lnTo>
                        <a:lnTo>
                          <a:pt x="10"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034" name="Freeform 124"/>
                  <p:cNvSpPr>
                    <a:spLocks noChangeArrowheads="1"/>
                  </p:cNvSpPr>
                  <p:nvPr/>
                </p:nvSpPr>
                <p:spPr bwMode="auto">
                  <a:xfrm>
                    <a:off x="1005" y="3688"/>
                    <a:ext cx="41" cy="12"/>
                  </a:xfrm>
                  <a:custGeom>
                    <a:avLst/>
                    <a:gdLst>
                      <a:gd name="T0" fmla="*/ 0 w 83"/>
                      <a:gd name="T1" fmla="*/ 37 h 37"/>
                      <a:gd name="T2" fmla="*/ 4 w 83"/>
                      <a:gd name="T3" fmla="*/ 19 h 37"/>
                      <a:gd name="T4" fmla="*/ 8 w 83"/>
                      <a:gd name="T5" fmla="*/ 8 h 37"/>
                      <a:gd name="T6" fmla="*/ 13 w 83"/>
                      <a:gd name="T7" fmla="*/ 0 h 37"/>
                      <a:gd name="T8" fmla="*/ 68 w 83"/>
                      <a:gd name="T9" fmla="*/ 0 h 37"/>
                      <a:gd name="T10" fmla="*/ 83 w 83"/>
                      <a:gd name="T11" fmla="*/ 37 h 37"/>
                      <a:gd name="T12" fmla="*/ 0 w 83"/>
                      <a:gd name="T13" fmla="*/ 37 h 37"/>
                    </a:gdLst>
                    <a:ahLst/>
                    <a:cxnLst>
                      <a:cxn ang="0">
                        <a:pos x="T0" y="T1"/>
                      </a:cxn>
                      <a:cxn ang="0">
                        <a:pos x="T2" y="T3"/>
                      </a:cxn>
                      <a:cxn ang="0">
                        <a:pos x="T4" y="T5"/>
                      </a:cxn>
                      <a:cxn ang="0">
                        <a:pos x="T6" y="T7"/>
                      </a:cxn>
                      <a:cxn ang="0">
                        <a:pos x="T8" y="T9"/>
                      </a:cxn>
                      <a:cxn ang="0">
                        <a:pos x="T10" y="T11"/>
                      </a:cxn>
                      <a:cxn ang="0">
                        <a:pos x="T12" y="T13"/>
                      </a:cxn>
                    </a:cxnLst>
                    <a:rect l="0" t="0" r="r" b="b"/>
                    <a:pathLst>
                      <a:path w="83" h="37">
                        <a:moveTo>
                          <a:pt x="0" y="37"/>
                        </a:moveTo>
                        <a:lnTo>
                          <a:pt x="4" y="19"/>
                        </a:lnTo>
                        <a:lnTo>
                          <a:pt x="8" y="8"/>
                        </a:lnTo>
                        <a:lnTo>
                          <a:pt x="13" y="0"/>
                        </a:lnTo>
                        <a:lnTo>
                          <a:pt x="68" y="0"/>
                        </a:lnTo>
                        <a:lnTo>
                          <a:pt x="83" y="37"/>
                        </a:lnTo>
                        <a:lnTo>
                          <a:pt x="0" y="3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035" name="Group 125"/>
                <p:cNvGrpSpPr>
                  <a:grpSpLocks/>
                </p:cNvGrpSpPr>
                <p:nvPr/>
              </p:nvGrpSpPr>
              <p:grpSpPr bwMode="auto">
                <a:xfrm>
                  <a:off x="1010" y="3690"/>
                  <a:ext cx="48" cy="23"/>
                  <a:chOff x="1010" y="3690"/>
                  <a:chExt cx="48" cy="23"/>
                </a:xfrm>
              </p:grpSpPr>
              <p:sp>
                <p:nvSpPr>
                  <p:cNvPr id="423036" name="Freeform 126"/>
                  <p:cNvSpPr>
                    <a:spLocks noChangeArrowheads="1"/>
                  </p:cNvSpPr>
                  <p:nvPr/>
                </p:nvSpPr>
                <p:spPr bwMode="auto">
                  <a:xfrm>
                    <a:off x="1010" y="3690"/>
                    <a:ext cx="12" cy="23"/>
                  </a:xfrm>
                  <a:custGeom>
                    <a:avLst/>
                    <a:gdLst>
                      <a:gd name="T0" fmla="*/ 14 w 25"/>
                      <a:gd name="T1" fmla="*/ 69 h 69"/>
                      <a:gd name="T2" fmla="*/ 0 w 25"/>
                      <a:gd name="T3" fmla="*/ 28 h 69"/>
                      <a:gd name="T4" fmla="*/ 9 w 25"/>
                      <a:gd name="T5" fmla="*/ 0 h 69"/>
                      <a:gd name="T6" fmla="*/ 25 w 25"/>
                      <a:gd name="T7" fmla="*/ 32 h 69"/>
                      <a:gd name="T8" fmla="*/ 14 w 25"/>
                      <a:gd name="T9" fmla="*/ 69 h 69"/>
                    </a:gdLst>
                    <a:ahLst/>
                    <a:cxnLst>
                      <a:cxn ang="0">
                        <a:pos x="T0" y="T1"/>
                      </a:cxn>
                      <a:cxn ang="0">
                        <a:pos x="T2" y="T3"/>
                      </a:cxn>
                      <a:cxn ang="0">
                        <a:pos x="T4" y="T5"/>
                      </a:cxn>
                      <a:cxn ang="0">
                        <a:pos x="T6" y="T7"/>
                      </a:cxn>
                      <a:cxn ang="0">
                        <a:pos x="T8" y="T9"/>
                      </a:cxn>
                    </a:cxnLst>
                    <a:rect l="0" t="0" r="r" b="b"/>
                    <a:pathLst>
                      <a:path w="25" h="69">
                        <a:moveTo>
                          <a:pt x="14" y="69"/>
                        </a:moveTo>
                        <a:lnTo>
                          <a:pt x="0" y="28"/>
                        </a:lnTo>
                        <a:lnTo>
                          <a:pt x="9"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037" name="Freeform 127"/>
                  <p:cNvSpPr>
                    <a:spLocks noChangeArrowheads="1"/>
                  </p:cNvSpPr>
                  <p:nvPr/>
                </p:nvSpPr>
                <p:spPr bwMode="auto">
                  <a:xfrm>
                    <a:off x="1014" y="3690"/>
                    <a:ext cx="38" cy="10"/>
                  </a:xfrm>
                  <a:custGeom>
                    <a:avLst/>
                    <a:gdLst>
                      <a:gd name="T0" fmla="*/ 1 w 75"/>
                      <a:gd name="T1" fmla="*/ 0 h 31"/>
                      <a:gd name="T2" fmla="*/ 50 w 75"/>
                      <a:gd name="T3" fmla="*/ 0 h 31"/>
                      <a:gd name="T4" fmla="*/ 52 w 75"/>
                      <a:gd name="T5" fmla="*/ 3 h 31"/>
                      <a:gd name="T6" fmla="*/ 56 w 75"/>
                      <a:gd name="T7" fmla="*/ 12 h 31"/>
                      <a:gd name="T8" fmla="*/ 75 w 75"/>
                      <a:gd name="T9" fmla="*/ 31 h 31"/>
                      <a:gd name="T10" fmla="*/ 18 w 75"/>
                      <a:gd name="T11" fmla="*/ 31 h 31"/>
                      <a:gd name="T12" fmla="*/ 9 w 75"/>
                      <a:gd name="T13" fmla="*/ 22 h 31"/>
                      <a:gd name="T14" fmla="*/ 0 w 75"/>
                      <a:gd name="T15" fmla="*/ 6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2" y="3"/>
                        </a:lnTo>
                        <a:lnTo>
                          <a:pt x="56" y="12"/>
                        </a:lnTo>
                        <a:lnTo>
                          <a:pt x="75" y="31"/>
                        </a:lnTo>
                        <a:lnTo>
                          <a:pt x="18" y="31"/>
                        </a:lnTo>
                        <a:lnTo>
                          <a:pt x="9" y="22"/>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038" name="Freeform 128"/>
                  <p:cNvSpPr>
                    <a:spLocks noChangeArrowheads="1"/>
                  </p:cNvSpPr>
                  <p:nvPr/>
                </p:nvSpPr>
                <p:spPr bwMode="auto">
                  <a:xfrm>
                    <a:off x="1018" y="3701"/>
                    <a:ext cx="40" cy="12"/>
                  </a:xfrm>
                  <a:custGeom>
                    <a:avLst/>
                    <a:gdLst>
                      <a:gd name="T0" fmla="*/ 0 w 82"/>
                      <a:gd name="T1" fmla="*/ 35 h 35"/>
                      <a:gd name="T2" fmla="*/ 2 w 82"/>
                      <a:gd name="T3" fmla="*/ 19 h 35"/>
                      <a:gd name="T4" fmla="*/ 8 w 82"/>
                      <a:gd name="T5" fmla="*/ 7 h 35"/>
                      <a:gd name="T6" fmla="*/ 12 w 82"/>
                      <a:gd name="T7" fmla="*/ 0 h 35"/>
                      <a:gd name="T8" fmla="*/ 69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2" y="19"/>
                        </a:lnTo>
                        <a:lnTo>
                          <a:pt x="8" y="7"/>
                        </a:lnTo>
                        <a:lnTo>
                          <a:pt x="12" y="0"/>
                        </a:lnTo>
                        <a:lnTo>
                          <a:pt x="69"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039" name="Group 129"/>
                <p:cNvGrpSpPr>
                  <a:grpSpLocks/>
                </p:cNvGrpSpPr>
                <p:nvPr/>
              </p:nvGrpSpPr>
              <p:grpSpPr bwMode="auto">
                <a:xfrm>
                  <a:off x="1023" y="3703"/>
                  <a:ext cx="49" cy="22"/>
                  <a:chOff x="1023" y="3703"/>
                  <a:chExt cx="49" cy="22"/>
                </a:xfrm>
              </p:grpSpPr>
              <p:sp>
                <p:nvSpPr>
                  <p:cNvPr id="423040" name="Freeform 130"/>
                  <p:cNvSpPr>
                    <a:spLocks noChangeArrowheads="1"/>
                  </p:cNvSpPr>
                  <p:nvPr/>
                </p:nvSpPr>
                <p:spPr bwMode="auto">
                  <a:xfrm>
                    <a:off x="1023" y="3703"/>
                    <a:ext cx="12" cy="22"/>
                  </a:xfrm>
                  <a:custGeom>
                    <a:avLst/>
                    <a:gdLst>
                      <a:gd name="T0" fmla="*/ 13 w 25"/>
                      <a:gd name="T1" fmla="*/ 68 h 68"/>
                      <a:gd name="T2" fmla="*/ 0 w 25"/>
                      <a:gd name="T3" fmla="*/ 27 h 68"/>
                      <a:gd name="T4" fmla="*/ 9 w 25"/>
                      <a:gd name="T5" fmla="*/ 0 h 68"/>
                      <a:gd name="T6" fmla="*/ 25 w 25"/>
                      <a:gd name="T7" fmla="*/ 30 h 68"/>
                      <a:gd name="T8" fmla="*/ 13 w 25"/>
                      <a:gd name="T9" fmla="*/ 68 h 68"/>
                    </a:gdLst>
                    <a:ahLst/>
                    <a:cxnLst>
                      <a:cxn ang="0">
                        <a:pos x="T0" y="T1"/>
                      </a:cxn>
                      <a:cxn ang="0">
                        <a:pos x="T2" y="T3"/>
                      </a:cxn>
                      <a:cxn ang="0">
                        <a:pos x="T4" y="T5"/>
                      </a:cxn>
                      <a:cxn ang="0">
                        <a:pos x="T6" y="T7"/>
                      </a:cxn>
                      <a:cxn ang="0">
                        <a:pos x="T8" y="T9"/>
                      </a:cxn>
                    </a:cxnLst>
                    <a:rect l="0" t="0" r="r" b="b"/>
                    <a:pathLst>
                      <a:path w="25" h="68">
                        <a:moveTo>
                          <a:pt x="13" y="68"/>
                        </a:moveTo>
                        <a:lnTo>
                          <a:pt x="0" y="27"/>
                        </a:lnTo>
                        <a:lnTo>
                          <a:pt x="9" y="0"/>
                        </a:lnTo>
                        <a:lnTo>
                          <a:pt x="25" y="30"/>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041" name="Freeform 131"/>
                  <p:cNvSpPr>
                    <a:spLocks noChangeArrowheads="1"/>
                  </p:cNvSpPr>
                  <p:nvPr/>
                </p:nvSpPr>
                <p:spPr bwMode="auto">
                  <a:xfrm>
                    <a:off x="1028" y="3703"/>
                    <a:ext cx="37" cy="10"/>
                  </a:xfrm>
                  <a:custGeom>
                    <a:avLst/>
                    <a:gdLst>
                      <a:gd name="T0" fmla="*/ 1 w 75"/>
                      <a:gd name="T1" fmla="*/ 0 h 29"/>
                      <a:gd name="T2" fmla="*/ 50 w 75"/>
                      <a:gd name="T3" fmla="*/ 0 h 29"/>
                      <a:gd name="T4" fmla="*/ 51 w 75"/>
                      <a:gd name="T5" fmla="*/ 2 h 29"/>
                      <a:gd name="T6" fmla="*/ 57 w 75"/>
                      <a:gd name="T7" fmla="*/ 11 h 29"/>
                      <a:gd name="T8" fmla="*/ 75 w 75"/>
                      <a:gd name="T9" fmla="*/ 29 h 29"/>
                      <a:gd name="T10" fmla="*/ 18 w 75"/>
                      <a:gd name="T11" fmla="*/ 29 h 29"/>
                      <a:gd name="T12" fmla="*/ 9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2"/>
                        </a:lnTo>
                        <a:lnTo>
                          <a:pt x="57" y="11"/>
                        </a:lnTo>
                        <a:lnTo>
                          <a:pt x="75"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042" name="Freeform 132"/>
                  <p:cNvSpPr>
                    <a:spLocks noChangeArrowheads="1"/>
                  </p:cNvSpPr>
                  <p:nvPr/>
                </p:nvSpPr>
                <p:spPr bwMode="auto">
                  <a:xfrm>
                    <a:off x="1030" y="3713"/>
                    <a:ext cx="42" cy="12"/>
                  </a:xfrm>
                  <a:custGeom>
                    <a:avLst/>
                    <a:gdLst>
                      <a:gd name="T0" fmla="*/ 0 w 83"/>
                      <a:gd name="T1" fmla="*/ 36 h 36"/>
                      <a:gd name="T2" fmla="*/ 3 w 83"/>
                      <a:gd name="T3" fmla="*/ 19 h 36"/>
                      <a:gd name="T4" fmla="*/ 7 w 83"/>
                      <a:gd name="T5" fmla="*/ 7 h 36"/>
                      <a:gd name="T6" fmla="*/ 13 w 83"/>
                      <a:gd name="T7" fmla="*/ 0 h 36"/>
                      <a:gd name="T8" fmla="*/ 70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19"/>
                        </a:lnTo>
                        <a:lnTo>
                          <a:pt x="7" y="7"/>
                        </a:lnTo>
                        <a:lnTo>
                          <a:pt x="13" y="0"/>
                        </a:lnTo>
                        <a:lnTo>
                          <a:pt x="70"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043" name="Group 133"/>
                <p:cNvGrpSpPr>
                  <a:grpSpLocks/>
                </p:cNvGrpSpPr>
                <p:nvPr/>
              </p:nvGrpSpPr>
              <p:grpSpPr bwMode="auto">
                <a:xfrm>
                  <a:off x="1036" y="3716"/>
                  <a:ext cx="49" cy="22"/>
                  <a:chOff x="1036" y="3716"/>
                  <a:chExt cx="49" cy="22"/>
                </a:xfrm>
              </p:grpSpPr>
              <p:sp>
                <p:nvSpPr>
                  <p:cNvPr id="423044" name="Freeform 134"/>
                  <p:cNvSpPr>
                    <a:spLocks noChangeArrowheads="1"/>
                  </p:cNvSpPr>
                  <p:nvPr/>
                </p:nvSpPr>
                <p:spPr bwMode="auto">
                  <a:xfrm>
                    <a:off x="1036" y="3716"/>
                    <a:ext cx="11" cy="22"/>
                  </a:xfrm>
                  <a:custGeom>
                    <a:avLst/>
                    <a:gdLst>
                      <a:gd name="T0" fmla="*/ 13 w 22"/>
                      <a:gd name="T1" fmla="*/ 68 h 68"/>
                      <a:gd name="T2" fmla="*/ 0 w 22"/>
                      <a:gd name="T3" fmla="*/ 27 h 68"/>
                      <a:gd name="T4" fmla="*/ 9 w 22"/>
                      <a:gd name="T5" fmla="*/ 0 h 68"/>
                      <a:gd name="T6" fmla="*/ 22 w 22"/>
                      <a:gd name="T7" fmla="*/ 31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1"/>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045" name="Freeform 135"/>
                  <p:cNvSpPr>
                    <a:spLocks noChangeArrowheads="1"/>
                  </p:cNvSpPr>
                  <p:nvPr/>
                </p:nvSpPr>
                <p:spPr bwMode="auto">
                  <a:xfrm>
                    <a:off x="1040" y="3716"/>
                    <a:ext cx="37" cy="10"/>
                  </a:xfrm>
                  <a:custGeom>
                    <a:avLst/>
                    <a:gdLst>
                      <a:gd name="T0" fmla="*/ 3 w 75"/>
                      <a:gd name="T1" fmla="*/ 0 h 29"/>
                      <a:gd name="T2" fmla="*/ 51 w 75"/>
                      <a:gd name="T3" fmla="*/ 0 h 29"/>
                      <a:gd name="T4" fmla="*/ 53 w 75"/>
                      <a:gd name="T5" fmla="*/ 2 h 29"/>
                      <a:gd name="T6" fmla="*/ 57 w 75"/>
                      <a:gd name="T7" fmla="*/ 11 h 29"/>
                      <a:gd name="T8" fmla="*/ 75 w 75"/>
                      <a:gd name="T9" fmla="*/ 29 h 29"/>
                      <a:gd name="T10" fmla="*/ 18 w 75"/>
                      <a:gd name="T11" fmla="*/ 29 h 29"/>
                      <a:gd name="T12" fmla="*/ 9 w 75"/>
                      <a:gd name="T13" fmla="*/ 20 h 29"/>
                      <a:gd name="T14" fmla="*/ 0 w 75"/>
                      <a:gd name="T15" fmla="*/ 5 h 29"/>
                      <a:gd name="T16" fmla="*/ 3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3" y="0"/>
                        </a:moveTo>
                        <a:lnTo>
                          <a:pt x="51" y="0"/>
                        </a:lnTo>
                        <a:lnTo>
                          <a:pt x="53" y="2"/>
                        </a:lnTo>
                        <a:lnTo>
                          <a:pt x="57" y="11"/>
                        </a:lnTo>
                        <a:lnTo>
                          <a:pt x="75" y="29"/>
                        </a:lnTo>
                        <a:lnTo>
                          <a:pt x="18" y="29"/>
                        </a:lnTo>
                        <a:lnTo>
                          <a:pt x="9" y="20"/>
                        </a:lnTo>
                        <a:lnTo>
                          <a:pt x="0" y="5"/>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046" name="Freeform 136"/>
                  <p:cNvSpPr>
                    <a:spLocks noChangeArrowheads="1"/>
                  </p:cNvSpPr>
                  <p:nvPr/>
                </p:nvSpPr>
                <p:spPr bwMode="auto">
                  <a:xfrm>
                    <a:off x="1043" y="3726"/>
                    <a:ext cx="42" cy="12"/>
                  </a:xfrm>
                  <a:custGeom>
                    <a:avLst/>
                    <a:gdLst>
                      <a:gd name="T0" fmla="*/ 0 w 82"/>
                      <a:gd name="T1" fmla="*/ 36 h 36"/>
                      <a:gd name="T2" fmla="*/ 1 w 82"/>
                      <a:gd name="T3" fmla="*/ 20 h 36"/>
                      <a:gd name="T4" fmla="*/ 6 w 82"/>
                      <a:gd name="T5" fmla="*/ 8 h 36"/>
                      <a:gd name="T6" fmla="*/ 10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20"/>
                        </a:lnTo>
                        <a:lnTo>
                          <a:pt x="6" y="8"/>
                        </a:lnTo>
                        <a:lnTo>
                          <a:pt x="10"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grpSp>
            <p:nvGrpSpPr>
              <p:cNvPr id="423047" name="Group 137"/>
              <p:cNvGrpSpPr>
                <a:grpSpLocks/>
              </p:cNvGrpSpPr>
              <p:nvPr/>
            </p:nvGrpSpPr>
            <p:grpSpPr bwMode="auto">
              <a:xfrm>
                <a:off x="1046" y="3727"/>
                <a:ext cx="49" cy="23"/>
                <a:chOff x="1046" y="3727"/>
                <a:chExt cx="49" cy="23"/>
              </a:xfrm>
            </p:grpSpPr>
            <p:sp>
              <p:nvSpPr>
                <p:cNvPr id="423048" name="Freeform 138"/>
                <p:cNvSpPr>
                  <a:spLocks noChangeArrowheads="1"/>
                </p:cNvSpPr>
                <p:nvPr/>
              </p:nvSpPr>
              <p:spPr bwMode="auto">
                <a:xfrm>
                  <a:off x="1046" y="3727"/>
                  <a:ext cx="12" cy="23"/>
                </a:xfrm>
                <a:custGeom>
                  <a:avLst/>
                  <a:gdLst>
                    <a:gd name="T0" fmla="*/ 14 w 24"/>
                    <a:gd name="T1" fmla="*/ 68 h 68"/>
                    <a:gd name="T2" fmla="*/ 0 w 24"/>
                    <a:gd name="T3" fmla="*/ 27 h 68"/>
                    <a:gd name="T4" fmla="*/ 10 w 24"/>
                    <a:gd name="T5" fmla="*/ 0 h 68"/>
                    <a:gd name="T6" fmla="*/ 24 w 24"/>
                    <a:gd name="T7" fmla="*/ 32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7"/>
                      </a:lnTo>
                      <a:lnTo>
                        <a:pt x="10" y="0"/>
                      </a:lnTo>
                      <a:lnTo>
                        <a:pt x="24" y="32"/>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049" name="Freeform 139"/>
                <p:cNvSpPr>
                  <a:spLocks noChangeArrowheads="1"/>
                </p:cNvSpPr>
                <p:nvPr/>
              </p:nvSpPr>
              <p:spPr bwMode="auto">
                <a:xfrm>
                  <a:off x="1051" y="3727"/>
                  <a:ext cx="36" cy="11"/>
                </a:xfrm>
                <a:custGeom>
                  <a:avLst/>
                  <a:gdLst>
                    <a:gd name="T0" fmla="*/ 2 w 73"/>
                    <a:gd name="T1" fmla="*/ 0 h 31"/>
                    <a:gd name="T2" fmla="*/ 49 w 73"/>
                    <a:gd name="T3" fmla="*/ 0 h 31"/>
                    <a:gd name="T4" fmla="*/ 50 w 73"/>
                    <a:gd name="T5" fmla="*/ 4 h 31"/>
                    <a:gd name="T6" fmla="*/ 57 w 73"/>
                    <a:gd name="T7" fmla="*/ 13 h 31"/>
                    <a:gd name="T8" fmla="*/ 73 w 73"/>
                    <a:gd name="T9" fmla="*/ 31 h 31"/>
                    <a:gd name="T10" fmla="*/ 17 w 73"/>
                    <a:gd name="T11" fmla="*/ 31 h 31"/>
                    <a:gd name="T12" fmla="*/ 10 w 73"/>
                    <a:gd name="T13" fmla="*/ 22 h 31"/>
                    <a:gd name="T14" fmla="*/ 0 w 73"/>
                    <a:gd name="T15" fmla="*/ 6 h 31"/>
                    <a:gd name="T16" fmla="*/ 2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2" y="0"/>
                      </a:moveTo>
                      <a:lnTo>
                        <a:pt x="49" y="0"/>
                      </a:lnTo>
                      <a:lnTo>
                        <a:pt x="50" y="4"/>
                      </a:lnTo>
                      <a:lnTo>
                        <a:pt x="57" y="13"/>
                      </a:lnTo>
                      <a:lnTo>
                        <a:pt x="73" y="31"/>
                      </a:lnTo>
                      <a:lnTo>
                        <a:pt x="17" y="31"/>
                      </a:lnTo>
                      <a:lnTo>
                        <a:pt x="10"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050" name="Freeform 140"/>
                <p:cNvSpPr>
                  <a:spLocks noChangeArrowheads="1"/>
                </p:cNvSpPr>
                <p:nvPr/>
              </p:nvSpPr>
              <p:spPr bwMode="auto">
                <a:xfrm>
                  <a:off x="1054" y="3738"/>
                  <a:ext cx="41" cy="12"/>
                </a:xfrm>
                <a:custGeom>
                  <a:avLst/>
                  <a:gdLst>
                    <a:gd name="T0" fmla="*/ 0 w 82"/>
                    <a:gd name="T1" fmla="*/ 35 h 35"/>
                    <a:gd name="T2" fmla="*/ 1 w 82"/>
                    <a:gd name="T3" fmla="*/ 19 h 35"/>
                    <a:gd name="T4" fmla="*/ 6 w 82"/>
                    <a:gd name="T5" fmla="*/ 6 h 35"/>
                    <a:gd name="T6" fmla="*/ 10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1" y="19"/>
                      </a:lnTo>
                      <a:lnTo>
                        <a:pt x="6" y="6"/>
                      </a:lnTo>
                      <a:lnTo>
                        <a:pt x="10"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051" name="Group 141"/>
              <p:cNvGrpSpPr>
                <a:grpSpLocks/>
              </p:cNvGrpSpPr>
              <p:nvPr/>
            </p:nvGrpSpPr>
            <p:grpSpPr bwMode="auto">
              <a:xfrm>
                <a:off x="1058" y="3739"/>
                <a:ext cx="50" cy="23"/>
                <a:chOff x="1058" y="3739"/>
                <a:chExt cx="50" cy="23"/>
              </a:xfrm>
            </p:grpSpPr>
            <p:sp>
              <p:nvSpPr>
                <p:cNvPr id="423052" name="Freeform 142"/>
                <p:cNvSpPr>
                  <a:spLocks noChangeArrowheads="1"/>
                </p:cNvSpPr>
                <p:nvPr/>
              </p:nvSpPr>
              <p:spPr bwMode="auto">
                <a:xfrm>
                  <a:off x="1058" y="3739"/>
                  <a:ext cx="13" cy="23"/>
                </a:xfrm>
                <a:custGeom>
                  <a:avLst/>
                  <a:gdLst>
                    <a:gd name="T0" fmla="*/ 16 w 25"/>
                    <a:gd name="T1" fmla="*/ 68 h 68"/>
                    <a:gd name="T2" fmla="*/ 0 w 25"/>
                    <a:gd name="T3" fmla="*/ 27 h 68"/>
                    <a:gd name="T4" fmla="*/ 10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0"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053" name="Freeform 143"/>
                <p:cNvSpPr>
                  <a:spLocks noChangeArrowheads="1"/>
                </p:cNvSpPr>
                <p:nvPr/>
              </p:nvSpPr>
              <p:spPr bwMode="auto">
                <a:xfrm>
                  <a:off x="1063" y="3740"/>
                  <a:ext cx="37" cy="10"/>
                </a:xfrm>
                <a:custGeom>
                  <a:avLst/>
                  <a:gdLst>
                    <a:gd name="T0" fmla="*/ 3 w 75"/>
                    <a:gd name="T1" fmla="*/ 0 h 30"/>
                    <a:gd name="T2" fmla="*/ 50 w 75"/>
                    <a:gd name="T3" fmla="*/ 0 h 30"/>
                    <a:gd name="T4" fmla="*/ 51 w 75"/>
                    <a:gd name="T5" fmla="*/ 3 h 30"/>
                    <a:gd name="T6" fmla="*/ 58 w 75"/>
                    <a:gd name="T7" fmla="*/ 12 h 30"/>
                    <a:gd name="T8" fmla="*/ 75 w 75"/>
                    <a:gd name="T9" fmla="*/ 30 h 30"/>
                    <a:gd name="T10" fmla="*/ 18 w 75"/>
                    <a:gd name="T11" fmla="*/ 30 h 30"/>
                    <a:gd name="T12" fmla="*/ 11 w 75"/>
                    <a:gd name="T13" fmla="*/ 21 h 30"/>
                    <a:gd name="T14" fmla="*/ 0 w 75"/>
                    <a:gd name="T15" fmla="*/ 7 h 30"/>
                    <a:gd name="T16" fmla="*/ 3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3" y="0"/>
                      </a:moveTo>
                      <a:lnTo>
                        <a:pt x="50" y="0"/>
                      </a:lnTo>
                      <a:lnTo>
                        <a:pt x="51" y="3"/>
                      </a:lnTo>
                      <a:lnTo>
                        <a:pt x="58" y="12"/>
                      </a:lnTo>
                      <a:lnTo>
                        <a:pt x="75" y="30"/>
                      </a:lnTo>
                      <a:lnTo>
                        <a:pt x="18" y="30"/>
                      </a:lnTo>
                      <a:lnTo>
                        <a:pt x="11" y="21"/>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054" name="Freeform 144"/>
                <p:cNvSpPr>
                  <a:spLocks noChangeArrowheads="1"/>
                </p:cNvSpPr>
                <p:nvPr/>
              </p:nvSpPr>
              <p:spPr bwMode="auto">
                <a:xfrm>
                  <a:off x="1067" y="3750"/>
                  <a:ext cx="41" cy="12"/>
                </a:xfrm>
                <a:custGeom>
                  <a:avLst/>
                  <a:gdLst>
                    <a:gd name="T0" fmla="*/ 0 w 81"/>
                    <a:gd name="T1" fmla="*/ 36 h 36"/>
                    <a:gd name="T2" fmla="*/ 1 w 81"/>
                    <a:gd name="T3" fmla="*/ 19 h 36"/>
                    <a:gd name="T4" fmla="*/ 5 w 81"/>
                    <a:gd name="T5" fmla="*/ 8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055" name="Group 145"/>
              <p:cNvGrpSpPr>
                <a:grpSpLocks/>
              </p:cNvGrpSpPr>
              <p:nvPr/>
            </p:nvGrpSpPr>
            <p:grpSpPr bwMode="auto">
              <a:xfrm>
                <a:off x="1072" y="3753"/>
                <a:ext cx="48" cy="22"/>
                <a:chOff x="1072" y="3753"/>
                <a:chExt cx="48" cy="22"/>
              </a:xfrm>
            </p:grpSpPr>
            <p:sp>
              <p:nvSpPr>
                <p:cNvPr id="423056" name="Freeform 146"/>
                <p:cNvSpPr>
                  <a:spLocks noChangeArrowheads="1"/>
                </p:cNvSpPr>
                <p:nvPr/>
              </p:nvSpPr>
              <p:spPr bwMode="auto">
                <a:xfrm>
                  <a:off x="1072" y="3753"/>
                  <a:ext cx="11" cy="22"/>
                </a:xfrm>
                <a:custGeom>
                  <a:avLst/>
                  <a:gdLst>
                    <a:gd name="T0" fmla="*/ 15 w 24"/>
                    <a:gd name="T1" fmla="*/ 68 h 68"/>
                    <a:gd name="T2" fmla="*/ 0 w 24"/>
                    <a:gd name="T3" fmla="*/ 27 h 68"/>
                    <a:gd name="T4" fmla="*/ 9 w 24"/>
                    <a:gd name="T5" fmla="*/ 0 h 68"/>
                    <a:gd name="T6" fmla="*/ 24 w 24"/>
                    <a:gd name="T7" fmla="*/ 30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9"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057" name="Freeform 147"/>
                <p:cNvSpPr>
                  <a:spLocks noChangeArrowheads="1"/>
                </p:cNvSpPr>
                <p:nvPr/>
              </p:nvSpPr>
              <p:spPr bwMode="auto">
                <a:xfrm>
                  <a:off x="1076" y="3753"/>
                  <a:ext cx="37" cy="10"/>
                </a:xfrm>
                <a:custGeom>
                  <a:avLst/>
                  <a:gdLst>
                    <a:gd name="T0" fmla="*/ 2 w 74"/>
                    <a:gd name="T1" fmla="*/ 0 h 31"/>
                    <a:gd name="T2" fmla="*/ 50 w 74"/>
                    <a:gd name="T3" fmla="*/ 0 h 31"/>
                    <a:gd name="T4" fmla="*/ 52 w 74"/>
                    <a:gd name="T5" fmla="*/ 4 h 31"/>
                    <a:gd name="T6" fmla="*/ 57 w 74"/>
                    <a:gd name="T7" fmla="*/ 13 h 31"/>
                    <a:gd name="T8" fmla="*/ 74 w 74"/>
                    <a:gd name="T9" fmla="*/ 31 h 31"/>
                    <a:gd name="T10" fmla="*/ 19 w 74"/>
                    <a:gd name="T11" fmla="*/ 31 h 31"/>
                    <a:gd name="T12" fmla="*/ 11 w 74"/>
                    <a:gd name="T13" fmla="*/ 20 h 31"/>
                    <a:gd name="T14" fmla="*/ 0 w 74"/>
                    <a:gd name="T15" fmla="*/ 6 h 31"/>
                    <a:gd name="T16" fmla="*/ 2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2" y="0"/>
                      </a:moveTo>
                      <a:lnTo>
                        <a:pt x="50" y="0"/>
                      </a:lnTo>
                      <a:lnTo>
                        <a:pt x="52" y="4"/>
                      </a:lnTo>
                      <a:lnTo>
                        <a:pt x="57" y="13"/>
                      </a:lnTo>
                      <a:lnTo>
                        <a:pt x="74" y="31"/>
                      </a:lnTo>
                      <a:lnTo>
                        <a:pt x="19" y="31"/>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058" name="Freeform 148"/>
                <p:cNvSpPr>
                  <a:spLocks noChangeArrowheads="1"/>
                </p:cNvSpPr>
                <p:nvPr/>
              </p:nvSpPr>
              <p:spPr bwMode="auto">
                <a:xfrm>
                  <a:off x="1079" y="3763"/>
                  <a:ext cx="41" cy="12"/>
                </a:xfrm>
                <a:custGeom>
                  <a:avLst/>
                  <a:gdLst>
                    <a:gd name="T0" fmla="*/ 0 w 81"/>
                    <a:gd name="T1" fmla="*/ 36 h 36"/>
                    <a:gd name="T2" fmla="*/ 3 w 81"/>
                    <a:gd name="T3" fmla="*/ 20 h 36"/>
                    <a:gd name="T4" fmla="*/ 6 w 81"/>
                    <a:gd name="T5" fmla="*/ 7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3" y="20"/>
                      </a:lnTo>
                      <a:lnTo>
                        <a:pt x="6"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sp>
            <p:nvSpPr>
              <p:cNvPr id="423059" name="Freeform 149"/>
              <p:cNvSpPr>
                <a:spLocks noChangeArrowheads="1"/>
              </p:cNvSpPr>
              <p:nvPr/>
            </p:nvSpPr>
            <p:spPr bwMode="auto">
              <a:xfrm>
                <a:off x="820" y="3535"/>
                <a:ext cx="12" cy="23"/>
              </a:xfrm>
              <a:custGeom>
                <a:avLst/>
                <a:gdLst>
                  <a:gd name="T0" fmla="*/ 14 w 23"/>
                  <a:gd name="T1" fmla="*/ 68 h 68"/>
                  <a:gd name="T2" fmla="*/ 0 w 23"/>
                  <a:gd name="T3" fmla="*/ 27 h 68"/>
                  <a:gd name="T4" fmla="*/ 9 w 23"/>
                  <a:gd name="T5" fmla="*/ 0 h 68"/>
                  <a:gd name="T6" fmla="*/ 23 w 23"/>
                  <a:gd name="T7" fmla="*/ 31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7"/>
                    </a:lnTo>
                    <a:lnTo>
                      <a:pt x="9" y="0"/>
                    </a:lnTo>
                    <a:lnTo>
                      <a:pt x="23" y="31"/>
                    </a:lnTo>
                    <a:lnTo>
                      <a:pt x="14"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060" name="Freeform 150"/>
              <p:cNvSpPr>
                <a:spLocks noChangeArrowheads="1"/>
              </p:cNvSpPr>
              <p:nvPr/>
            </p:nvSpPr>
            <p:spPr bwMode="auto">
              <a:xfrm>
                <a:off x="825" y="3535"/>
                <a:ext cx="36" cy="9"/>
              </a:xfrm>
              <a:custGeom>
                <a:avLst/>
                <a:gdLst>
                  <a:gd name="T0" fmla="*/ 0 w 71"/>
                  <a:gd name="T1" fmla="*/ 0 h 27"/>
                  <a:gd name="T2" fmla="*/ 49 w 71"/>
                  <a:gd name="T3" fmla="*/ 0 h 27"/>
                  <a:gd name="T4" fmla="*/ 51 w 71"/>
                  <a:gd name="T5" fmla="*/ 2 h 27"/>
                  <a:gd name="T6" fmla="*/ 55 w 71"/>
                  <a:gd name="T7" fmla="*/ 12 h 27"/>
                  <a:gd name="T8" fmla="*/ 71 w 71"/>
                  <a:gd name="T9" fmla="*/ 27 h 27"/>
                  <a:gd name="T10" fmla="*/ 17 w 71"/>
                  <a:gd name="T11" fmla="*/ 27 h 27"/>
                  <a:gd name="T12" fmla="*/ 8 w 71"/>
                  <a:gd name="T13" fmla="*/ 20 h 27"/>
                  <a:gd name="T14" fmla="*/ 0 w 71"/>
                  <a:gd name="T15" fmla="*/ 6 h 27"/>
                  <a:gd name="T16" fmla="*/ 0 w 71"/>
                  <a:gd name="T17"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1" h="27">
                    <a:moveTo>
                      <a:pt x="0" y="0"/>
                    </a:moveTo>
                    <a:lnTo>
                      <a:pt x="49" y="0"/>
                    </a:lnTo>
                    <a:lnTo>
                      <a:pt x="51" y="2"/>
                    </a:lnTo>
                    <a:lnTo>
                      <a:pt x="55" y="12"/>
                    </a:lnTo>
                    <a:lnTo>
                      <a:pt x="71" y="27"/>
                    </a:lnTo>
                    <a:lnTo>
                      <a:pt x="17" y="27"/>
                    </a:lnTo>
                    <a:lnTo>
                      <a:pt x="8" y="20"/>
                    </a:lnTo>
                    <a:lnTo>
                      <a:pt x="0" y="6"/>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061" name="Freeform 151"/>
              <p:cNvSpPr>
                <a:spLocks noChangeArrowheads="1"/>
              </p:cNvSpPr>
              <p:nvPr/>
            </p:nvSpPr>
            <p:spPr bwMode="auto">
              <a:xfrm>
                <a:off x="828" y="3546"/>
                <a:ext cx="40" cy="12"/>
              </a:xfrm>
              <a:custGeom>
                <a:avLst/>
                <a:gdLst>
                  <a:gd name="T0" fmla="*/ 0 w 82"/>
                  <a:gd name="T1" fmla="*/ 36 h 36"/>
                  <a:gd name="T2" fmla="*/ 2 w 82"/>
                  <a:gd name="T3" fmla="*/ 21 h 36"/>
                  <a:gd name="T4" fmla="*/ 6 w 82"/>
                  <a:gd name="T5" fmla="*/ 8 h 36"/>
                  <a:gd name="T6" fmla="*/ 11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1"/>
                    </a:lnTo>
                    <a:lnTo>
                      <a:pt x="6" y="8"/>
                    </a:lnTo>
                    <a:lnTo>
                      <a:pt x="11" y="0"/>
                    </a:lnTo>
                    <a:lnTo>
                      <a:pt x="68" y="0"/>
                    </a:lnTo>
                    <a:lnTo>
                      <a:pt x="82"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nvGrpSpPr>
              <p:cNvPr id="423062" name="Group 152"/>
              <p:cNvGrpSpPr>
                <a:grpSpLocks/>
              </p:cNvGrpSpPr>
              <p:nvPr/>
            </p:nvGrpSpPr>
            <p:grpSpPr bwMode="auto">
              <a:xfrm>
                <a:off x="832" y="3547"/>
                <a:ext cx="49" cy="23"/>
                <a:chOff x="832" y="3547"/>
                <a:chExt cx="49" cy="23"/>
              </a:xfrm>
            </p:grpSpPr>
            <p:sp>
              <p:nvSpPr>
                <p:cNvPr id="423063" name="Freeform 153"/>
                <p:cNvSpPr>
                  <a:spLocks noChangeArrowheads="1"/>
                </p:cNvSpPr>
                <p:nvPr/>
              </p:nvSpPr>
              <p:spPr bwMode="auto">
                <a:xfrm>
                  <a:off x="832" y="3547"/>
                  <a:ext cx="12" cy="23"/>
                </a:xfrm>
                <a:custGeom>
                  <a:avLst/>
                  <a:gdLst>
                    <a:gd name="T0" fmla="*/ 15 w 24"/>
                    <a:gd name="T1" fmla="*/ 68 h 68"/>
                    <a:gd name="T2" fmla="*/ 0 w 24"/>
                    <a:gd name="T3" fmla="*/ 27 h 68"/>
                    <a:gd name="T4" fmla="*/ 11 w 24"/>
                    <a:gd name="T5" fmla="*/ 0 h 68"/>
                    <a:gd name="T6" fmla="*/ 24 w 24"/>
                    <a:gd name="T7" fmla="*/ 31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064" name="Freeform 154"/>
                <p:cNvSpPr>
                  <a:spLocks noChangeArrowheads="1"/>
                </p:cNvSpPr>
                <p:nvPr/>
              </p:nvSpPr>
              <p:spPr bwMode="auto">
                <a:xfrm>
                  <a:off x="837" y="3548"/>
                  <a:ext cx="36" cy="10"/>
                </a:xfrm>
                <a:custGeom>
                  <a:avLst/>
                  <a:gdLst>
                    <a:gd name="T0" fmla="*/ 1 w 72"/>
                    <a:gd name="T1" fmla="*/ 0 h 29"/>
                    <a:gd name="T2" fmla="*/ 49 w 72"/>
                    <a:gd name="T3" fmla="*/ 0 h 29"/>
                    <a:gd name="T4" fmla="*/ 50 w 72"/>
                    <a:gd name="T5" fmla="*/ 2 h 29"/>
                    <a:gd name="T6" fmla="*/ 56 w 72"/>
                    <a:gd name="T7" fmla="*/ 11 h 29"/>
                    <a:gd name="T8" fmla="*/ 72 w 72"/>
                    <a:gd name="T9" fmla="*/ 29 h 29"/>
                    <a:gd name="T10" fmla="*/ 17 w 72"/>
                    <a:gd name="T11" fmla="*/ 29 h 29"/>
                    <a:gd name="T12" fmla="*/ 9 w 72"/>
                    <a:gd name="T13" fmla="*/ 20 h 29"/>
                    <a:gd name="T14" fmla="*/ 0 w 72"/>
                    <a:gd name="T15" fmla="*/ 6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49" y="0"/>
                      </a:lnTo>
                      <a:lnTo>
                        <a:pt x="50" y="2"/>
                      </a:lnTo>
                      <a:lnTo>
                        <a:pt x="56" y="11"/>
                      </a:lnTo>
                      <a:lnTo>
                        <a:pt x="72" y="29"/>
                      </a:lnTo>
                      <a:lnTo>
                        <a:pt x="17"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065" name="Freeform 155"/>
                <p:cNvSpPr>
                  <a:spLocks noChangeArrowheads="1"/>
                </p:cNvSpPr>
                <p:nvPr/>
              </p:nvSpPr>
              <p:spPr bwMode="auto">
                <a:xfrm>
                  <a:off x="840" y="3558"/>
                  <a:ext cx="41" cy="12"/>
                </a:xfrm>
                <a:custGeom>
                  <a:avLst/>
                  <a:gdLst>
                    <a:gd name="T0" fmla="*/ 0 w 83"/>
                    <a:gd name="T1" fmla="*/ 36 h 36"/>
                    <a:gd name="T2" fmla="*/ 1 w 83"/>
                    <a:gd name="T3" fmla="*/ 20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066" name="Group 156"/>
              <p:cNvGrpSpPr>
                <a:grpSpLocks/>
              </p:cNvGrpSpPr>
              <p:nvPr/>
            </p:nvGrpSpPr>
            <p:grpSpPr bwMode="auto">
              <a:xfrm>
                <a:off x="844" y="3560"/>
                <a:ext cx="49" cy="22"/>
                <a:chOff x="844" y="3560"/>
                <a:chExt cx="49" cy="22"/>
              </a:xfrm>
            </p:grpSpPr>
            <p:sp>
              <p:nvSpPr>
                <p:cNvPr id="423067" name="Freeform 157"/>
                <p:cNvSpPr>
                  <a:spLocks noChangeArrowheads="1"/>
                </p:cNvSpPr>
                <p:nvPr/>
              </p:nvSpPr>
              <p:spPr bwMode="auto">
                <a:xfrm>
                  <a:off x="844" y="3560"/>
                  <a:ext cx="13"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068" name="Freeform 158"/>
                <p:cNvSpPr>
                  <a:spLocks noChangeArrowheads="1"/>
                </p:cNvSpPr>
                <p:nvPr/>
              </p:nvSpPr>
              <p:spPr bwMode="auto">
                <a:xfrm>
                  <a:off x="849" y="3560"/>
                  <a:ext cx="37" cy="10"/>
                </a:xfrm>
                <a:custGeom>
                  <a:avLst/>
                  <a:gdLst>
                    <a:gd name="T0" fmla="*/ 1 w 73"/>
                    <a:gd name="T1" fmla="*/ 0 h 29"/>
                    <a:gd name="T2" fmla="*/ 48 w 73"/>
                    <a:gd name="T3" fmla="*/ 0 h 29"/>
                    <a:gd name="T4" fmla="*/ 50 w 73"/>
                    <a:gd name="T5" fmla="*/ 2 h 29"/>
                    <a:gd name="T6" fmla="*/ 56 w 73"/>
                    <a:gd name="T7" fmla="*/ 11 h 29"/>
                    <a:gd name="T8" fmla="*/ 73 w 73"/>
                    <a:gd name="T9" fmla="*/ 29 h 29"/>
                    <a:gd name="T10" fmla="*/ 18 w 73"/>
                    <a:gd name="T11" fmla="*/ 29 h 29"/>
                    <a:gd name="T12" fmla="*/ 9 w 73"/>
                    <a:gd name="T13" fmla="*/ 20 h 29"/>
                    <a:gd name="T14" fmla="*/ 0 w 73"/>
                    <a:gd name="T15" fmla="*/ 5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48" y="0"/>
                      </a:lnTo>
                      <a:lnTo>
                        <a:pt x="50" y="2"/>
                      </a:lnTo>
                      <a:lnTo>
                        <a:pt x="56" y="11"/>
                      </a:lnTo>
                      <a:lnTo>
                        <a:pt x="73"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069" name="Freeform 159"/>
                <p:cNvSpPr>
                  <a:spLocks noChangeArrowheads="1"/>
                </p:cNvSpPr>
                <p:nvPr/>
              </p:nvSpPr>
              <p:spPr bwMode="auto">
                <a:xfrm>
                  <a:off x="853" y="3571"/>
                  <a:ext cx="40" cy="11"/>
                </a:xfrm>
                <a:custGeom>
                  <a:avLst/>
                  <a:gdLst>
                    <a:gd name="T0" fmla="*/ 0 w 82"/>
                    <a:gd name="T1" fmla="*/ 35 h 35"/>
                    <a:gd name="T2" fmla="*/ 2 w 82"/>
                    <a:gd name="T3" fmla="*/ 19 h 35"/>
                    <a:gd name="T4" fmla="*/ 6 w 82"/>
                    <a:gd name="T5" fmla="*/ 7 h 35"/>
                    <a:gd name="T6" fmla="*/ 11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2" y="19"/>
                      </a:lnTo>
                      <a:lnTo>
                        <a:pt x="6" y="7"/>
                      </a:lnTo>
                      <a:lnTo>
                        <a:pt x="11"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070" name="Group 160"/>
              <p:cNvGrpSpPr>
                <a:grpSpLocks/>
              </p:cNvGrpSpPr>
              <p:nvPr/>
            </p:nvGrpSpPr>
            <p:grpSpPr bwMode="auto">
              <a:xfrm>
                <a:off x="857" y="3572"/>
                <a:ext cx="50" cy="23"/>
                <a:chOff x="857" y="3572"/>
                <a:chExt cx="50" cy="23"/>
              </a:xfrm>
            </p:grpSpPr>
            <p:sp>
              <p:nvSpPr>
                <p:cNvPr id="423071" name="Freeform 161"/>
                <p:cNvSpPr>
                  <a:spLocks noChangeArrowheads="1"/>
                </p:cNvSpPr>
                <p:nvPr/>
              </p:nvSpPr>
              <p:spPr bwMode="auto">
                <a:xfrm>
                  <a:off x="857" y="3572"/>
                  <a:ext cx="12" cy="23"/>
                </a:xfrm>
                <a:custGeom>
                  <a:avLst/>
                  <a:gdLst>
                    <a:gd name="T0" fmla="*/ 14 w 23"/>
                    <a:gd name="T1" fmla="*/ 68 h 68"/>
                    <a:gd name="T2" fmla="*/ 0 w 23"/>
                    <a:gd name="T3" fmla="*/ 25 h 68"/>
                    <a:gd name="T4" fmla="*/ 9 w 23"/>
                    <a:gd name="T5" fmla="*/ 0 h 68"/>
                    <a:gd name="T6" fmla="*/ 23 w 23"/>
                    <a:gd name="T7" fmla="*/ 30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5"/>
                      </a:lnTo>
                      <a:lnTo>
                        <a:pt x="9" y="0"/>
                      </a:lnTo>
                      <a:lnTo>
                        <a:pt x="23" y="30"/>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072" name="Freeform 162"/>
                <p:cNvSpPr>
                  <a:spLocks noChangeArrowheads="1"/>
                </p:cNvSpPr>
                <p:nvPr/>
              </p:nvSpPr>
              <p:spPr bwMode="auto">
                <a:xfrm>
                  <a:off x="862" y="3573"/>
                  <a:ext cx="37" cy="9"/>
                </a:xfrm>
                <a:custGeom>
                  <a:avLst/>
                  <a:gdLst>
                    <a:gd name="T0" fmla="*/ 1 w 73"/>
                    <a:gd name="T1" fmla="*/ 0 h 29"/>
                    <a:gd name="T2" fmla="*/ 50 w 73"/>
                    <a:gd name="T3" fmla="*/ 0 h 29"/>
                    <a:gd name="T4" fmla="*/ 51 w 73"/>
                    <a:gd name="T5" fmla="*/ 2 h 29"/>
                    <a:gd name="T6" fmla="*/ 56 w 73"/>
                    <a:gd name="T7" fmla="*/ 11 h 29"/>
                    <a:gd name="T8" fmla="*/ 73 w 73"/>
                    <a:gd name="T9" fmla="*/ 29 h 29"/>
                    <a:gd name="T10" fmla="*/ 18 w 73"/>
                    <a:gd name="T11" fmla="*/ 29 h 29"/>
                    <a:gd name="T12" fmla="*/ 10 w 73"/>
                    <a:gd name="T13" fmla="*/ 20 h 29"/>
                    <a:gd name="T14" fmla="*/ 0 w 73"/>
                    <a:gd name="T15" fmla="*/ 5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50" y="0"/>
                      </a:lnTo>
                      <a:lnTo>
                        <a:pt x="51" y="2"/>
                      </a:lnTo>
                      <a:lnTo>
                        <a:pt x="56" y="11"/>
                      </a:lnTo>
                      <a:lnTo>
                        <a:pt x="73"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073" name="Freeform 163"/>
                <p:cNvSpPr>
                  <a:spLocks noChangeArrowheads="1"/>
                </p:cNvSpPr>
                <p:nvPr/>
              </p:nvSpPr>
              <p:spPr bwMode="auto">
                <a:xfrm>
                  <a:off x="865" y="3583"/>
                  <a:ext cx="42" cy="12"/>
                </a:xfrm>
                <a:custGeom>
                  <a:avLst/>
                  <a:gdLst>
                    <a:gd name="T0" fmla="*/ 0 w 83"/>
                    <a:gd name="T1" fmla="*/ 36 h 36"/>
                    <a:gd name="T2" fmla="*/ 3 w 83"/>
                    <a:gd name="T3" fmla="*/ 19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19"/>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074" name="Group 164"/>
              <p:cNvGrpSpPr>
                <a:grpSpLocks/>
              </p:cNvGrpSpPr>
              <p:nvPr/>
            </p:nvGrpSpPr>
            <p:grpSpPr bwMode="auto">
              <a:xfrm>
                <a:off x="870" y="3585"/>
                <a:ext cx="48" cy="23"/>
                <a:chOff x="870" y="3585"/>
                <a:chExt cx="48" cy="23"/>
              </a:xfrm>
            </p:grpSpPr>
            <p:sp>
              <p:nvSpPr>
                <p:cNvPr id="423075" name="Freeform 165"/>
                <p:cNvSpPr>
                  <a:spLocks noChangeArrowheads="1"/>
                </p:cNvSpPr>
                <p:nvPr/>
              </p:nvSpPr>
              <p:spPr bwMode="auto">
                <a:xfrm>
                  <a:off x="870" y="3585"/>
                  <a:ext cx="12" cy="23"/>
                </a:xfrm>
                <a:custGeom>
                  <a:avLst/>
                  <a:gdLst>
                    <a:gd name="T0" fmla="*/ 15 w 25"/>
                    <a:gd name="T1" fmla="*/ 68 h 68"/>
                    <a:gd name="T2" fmla="*/ 0 w 25"/>
                    <a:gd name="T3" fmla="*/ 26 h 68"/>
                    <a:gd name="T4" fmla="*/ 9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6"/>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076" name="Freeform 166"/>
                <p:cNvSpPr>
                  <a:spLocks noChangeArrowheads="1"/>
                </p:cNvSpPr>
                <p:nvPr/>
              </p:nvSpPr>
              <p:spPr bwMode="auto">
                <a:xfrm>
                  <a:off x="874" y="3586"/>
                  <a:ext cx="38" cy="10"/>
                </a:xfrm>
                <a:custGeom>
                  <a:avLst/>
                  <a:gdLst>
                    <a:gd name="T0" fmla="*/ 1 w 75"/>
                    <a:gd name="T1" fmla="*/ 0 h 29"/>
                    <a:gd name="T2" fmla="*/ 50 w 75"/>
                    <a:gd name="T3" fmla="*/ 0 h 29"/>
                    <a:gd name="T4" fmla="*/ 52 w 75"/>
                    <a:gd name="T5" fmla="*/ 2 h 29"/>
                    <a:gd name="T6" fmla="*/ 56 w 75"/>
                    <a:gd name="T7" fmla="*/ 11 h 29"/>
                    <a:gd name="T8" fmla="*/ 75 w 75"/>
                    <a:gd name="T9" fmla="*/ 29 h 29"/>
                    <a:gd name="T10" fmla="*/ 18 w 75"/>
                    <a:gd name="T11" fmla="*/ 29 h 29"/>
                    <a:gd name="T12" fmla="*/ 10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2"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077" name="Freeform 167"/>
                <p:cNvSpPr>
                  <a:spLocks noChangeArrowheads="1"/>
                </p:cNvSpPr>
                <p:nvPr/>
              </p:nvSpPr>
              <p:spPr bwMode="auto">
                <a:xfrm>
                  <a:off x="878" y="3596"/>
                  <a:ext cx="40" cy="12"/>
                </a:xfrm>
                <a:custGeom>
                  <a:avLst/>
                  <a:gdLst>
                    <a:gd name="T0" fmla="*/ 0 w 80"/>
                    <a:gd name="T1" fmla="*/ 36 h 36"/>
                    <a:gd name="T2" fmla="*/ 1 w 80"/>
                    <a:gd name="T3" fmla="*/ 20 h 36"/>
                    <a:gd name="T4" fmla="*/ 6 w 80"/>
                    <a:gd name="T5" fmla="*/ 8 h 36"/>
                    <a:gd name="T6" fmla="*/ 10 w 80"/>
                    <a:gd name="T7" fmla="*/ 0 h 36"/>
                    <a:gd name="T8" fmla="*/ 67 w 80"/>
                    <a:gd name="T9" fmla="*/ 0 h 36"/>
                    <a:gd name="T10" fmla="*/ 80 w 80"/>
                    <a:gd name="T11" fmla="*/ 36 h 36"/>
                    <a:gd name="T12" fmla="*/ 0 w 8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0" h="36">
                      <a:moveTo>
                        <a:pt x="0" y="36"/>
                      </a:moveTo>
                      <a:lnTo>
                        <a:pt x="1" y="20"/>
                      </a:lnTo>
                      <a:lnTo>
                        <a:pt x="6" y="8"/>
                      </a:lnTo>
                      <a:lnTo>
                        <a:pt x="10" y="0"/>
                      </a:lnTo>
                      <a:lnTo>
                        <a:pt x="67" y="0"/>
                      </a:lnTo>
                      <a:lnTo>
                        <a:pt x="80"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078" name="Group 168"/>
              <p:cNvGrpSpPr>
                <a:grpSpLocks/>
              </p:cNvGrpSpPr>
              <p:nvPr/>
            </p:nvGrpSpPr>
            <p:grpSpPr bwMode="auto">
              <a:xfrm>
                <a:off x="882" y="3600"/>
                <a:ext cx="100" cy="73"/>
                <a:chOff x="882" y="3600"/>
                <a:chExt cx="100" cy="73"/>
              </a:xfrm>
            </p:grpSpPr>
            <p:grpSp>
              <p:nvGrpSpPr>
                <p:cNvPr id="423079" name="Group 169"/>
                <p:cNvGrpSpPr>
                  <a:grpSpLocks/>
                </p:cNvGrpSpPr>
                <p:nvPr/>
              </p:nvGrpSpPr>
              <p:grpSpPr bwMode="auto">
                <a:xfrm>
                  <a:off x="882" y="3600"/>
                  <a:ext cx="49" cy="23"/>
                  <a:chOff x="882" y="3600"/>
                  <a:chExt cx="49" cy="23"/>
                </a:xfrm>
              </p:grpSpPr>
              <p:sp>
                <p:nvSpPr>
                  <p:cNvPr id="423080" name="Freeform 170"/>
                  <p:cNvSpPr>
                    <a:spLocks noChangeArrowheads="1"/>
                  </p:cNvSpPr>
                  <p:nvPr/>
                </p:nvSpPr>
                <p:spPr bwMode="auto">
                  <a:xfrm>
                    <a:off x="882" y="3600"/>
                    <a:ext cx="12" cy="23"/>
                  </a:xfrm>
                  <a:custGeom>
                    <a:avLst/>
                    <a:gdLst>
                      <a:gd name="T0" fmla="*/ 13 w 23"/>
                      <a:gd name="T1" fmla="*/ 70 h 70"/>
                      <a:gd name="T2" fmla="*/ 0 w 23"/>
                      <a:gd name="T3" fmla="*/ 27 h 70"/>
                      <a:gd name="T4" fmla="*/ 9 w 23"/>
                      <a:gd name="T5" fmla="*/ 0 h 70"/>
                      <a:gd name="T6" fmla="*/ 23 w 23"/>
                      <a:gd name="T7" fmla="*/ 31 h 70"/>
                      <a:gd name="T8" fmla="*/ 13 w 23"/>
                      <a:gd name="T9" fmla="*/ 70 h 70"/>
                    </a:gdLst>
                    <a:ahLst/>
                    <a:cxnLst>
                      <a:cxn ang="0">
                        <a:pos x="T0" y="T1"/>
                      </a:cxn>
                      <a:cxn ang="0">
                        <a:pos x="T2" y="T3"/>
                      </a:cxn>
                      <a:cxn ang="0">
                        <a:pos x="T4" y="T5"/>
                      </a:cxn>
                      <a:cxn ang="0">
                        <a:pos x="T6" y="T7"/>
                      </a:cxn>
                      <a:cxn ang="0">
                        <a:pos x="T8" y="T9"/>
                      </a:cxn>
                    </a:cxnLst>
                    <a:rect l="0" t="0" r="r" b="b"/>
                    <a:pathLst>
                      <a:path w="23" h="70">
                        <a:moveTo>
                          <a:pt x="13" y="70"/>
                        </a:moveTo>
                        <a:lnTo>
                          <a:pt x="0" y="27"/>
                        </a:lnTo>
                        <a:lnTo>
                          <a:pt x="9" y="0"/>
                        </a:lnTo>
                        <a:lnTo>
                          <a:pt x="23"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081" name="Freeform 171"/>
                  <p:cNvSpPr>
                    <a:spLocks noChangeArrowheads="1"/>
                  </p:cNvSpPr>
                  <p:nvPr/>
                </p:nvSpPr>
                <p:spPr bwMode="auto">
                  <a:xfrm>
                    <a:off x="887" y="3600"/>
                    <a:ext cx="37" cy="11"/>
                  </a:xfrm>
                  <a:custGeom>
                    <a:avLst/>
                    <a:gdLst>
                      <a:gd name="T0" fmla="*/ 1 w 73"/>
                      <a:gd name="T1" fmla="*/ 0 h 31"/>
                      <a:gd name="T2" fmla="*/ 50 w 73"/>
                      <a:gd name="T3" fmla="*/ 0 h 31"/>
                      <a:gd name="T4" fmla="*/ 51 w 73"/>
                      <a:gd name="T5" fmla="*/ 4 h 31"/>
                      <a:gd name="T6" fmla="*/ 56 w 73"/>
                      <a:gd name="T7" fmla="*/ 13 h 31"/>
                      <a:gd name="T8" fmla="*/ 73 w 73"/>
                      <a:gd name="T9" fmla="*/ 31 h 31"/>
                      <a:gd name="T10" fmla="*/ 18 w 73"/>
                      <a:gd name="T11" fmla="*/ 31 h 31"/>
                      <a:gd name="T12" fmla="*/ 9 w 73"/>
                      <a:gd name="T13" fmla="*/ 22 h 31"/>
                      <a:gd name="T14" fmla="*/ 0 w 73"/>
                      <a:gd name="T15" fmla="*/ 7 h 31"/>
                      <a:gd name="T16" fmla="*/ 1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1" y="0"/>
                        </a:moveTo>
                        <a:lnTo>
                          <a:pt x="50" y="0"/>
                        </a:lnTo>
                        <a:lnTo>
                          <a:pt x="51" y="4"/>
                        </a:lnTo>
                        <a:lnTo>
                          <a:pt x="56" y="13"/>
                        </a:lnTo>
                        <a:lnTo>
                          <a:pt x="73"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082" name="Freeform 172"/>
                  <p:cNvSpPr>
                    <a:spLocks noChangeArrowheads="1"/>
                  </p:cNvSpPr>
                  <p:nvPr/>
                </p:nvSpPr>
                <p:spPr bwMode="auto">
                  <a:xfrm>
                    <a:off x="890" y="3611"/>
                    <a:ext cx="41" cy="12"/>
                  </a:xfrm>
                  <a:custGeom>
                    <a:avLst/>
                    <a:gdLst>
                      <a:gd name="T0" fmla="*/ 0 w 83"/>
                      <a:gd name="T1" fmla="*/ 38 h 38"/>
                      <a:gd name="T2" fmla="*/ 1 w 83"/>
                      <a:gd name="T3" fmla="*/ 22 h 38"/>
                      <a:gd name="T4" fmla="*/ 8 w 83"/>
                      <a:gd name="T5" fmla="*/ 8 h 38"/>
                      <a:gd name="T6" fmla="*/ 12 w 83"/>
                      <a:gd name="T7" fmla="*/ 0 h 38"/>
                      <a:gd name="T8" fmla="*/ 68 w 83"/>
                      <a:gd name="T9" fmla="*/ 0 h 38"/>
                      <a:gd name="T10" fmla="*/ 83 w 83"/>
                      <a:gd name="T11" fmla="*/ 38 h 38"/>
                      <a:gd name="T12" fmla="*/ 0 w 83"/>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3" h="38">
                        <a:moveTo>
                          <a:pt x="0" y="38"/>
                        </a:moveTo>
                        <a:lnTo>
                          <a:pt x="1" y="22"/>
                        </a:lnTo>
                        <a:lnTo>
                          <a:pt x="8" y="8"/>
                        </a:lnTo>
                        <a:lnTo>
                          <a:pt x="12" y="0"/>
                        </a:lnTo>
                        <a:lnTo>
                          <a:pt x="68" y="0"/>
                        </a:lnTo>
                        <a:lnTo>
                          <a:pt x="83"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083" name="Group 173"/>
                <p:cNvGrpSpPr>
                  <a:grpSpLocks/>
                </p:cNvGrpSpPr>
                <p:nvPr/>
              </p:nvGrpSpPr>
              <p:grpSpPr bwMode="auto">
                <a:xfrm>
                  <a:off x="894" y="3612"/>
                  <a:ext cx="49" cy="23"/>
                  <a:chOff x="894" y="3612"/>
                  <a:chExt cx="49" cy="23"/>
                </a:xfrm>
              </p:grpSpPr>
              <p:sp>
                <p:nvSpPr>
                  <p:cNvPr id="423084" name="Freeform 174"/>
                  <p:cNvSpPr>
                    <a:spLocks noChangeArrowheads="1"/>
                  </p:cNvSpPr>
                  <p:nvPr/>
                </p:nvSpPr>
                <p:spPr bwMode="auto">
                  <a:xfrm>
                    <a:off x="894" y="3612"/>
                    <a:ext cx="13" cy="23"/>
                  </a:xfrm>
                  <a:custGeom>
                    <a:avLst/>
                    <a:gdLst>
                      <a:gd name="T0" fmla="*/ 15 w 25"/>
                      <a:gd name="T1" fmla="*/ 69 h 69"/>
                      <a:gd name="T2" fmla="*/ 0 w 25"/>
                      <a:gd name="T3" fmla="*/ 28 h 69"/>
                      <a:gd name="T4" fmla="*/ 9 w 25"/>
                      <a:gd name="T5" fmla="*/ 0 h 69"/>
                      <a:gd name="T6" fmla="*/ 25 w 25"/>
                      <a:gd name="T7" fmla="*/ 32 h 69"/>
                      <a:gd name="T8" fmla="*/ 15 w 25"/>
                      <a:gd name="T9" fmla="*/ 69 h 69"/>
                    </a:gdLst>
                    <a:ahLst/>
                    <a:cxnLst>
                      <a:cxn ang="0">
                        <a:pos x="T0" y="T1"/>
                      </a:cxn>
                      <a:cxn ang="0">
                        <a:pos x="T2" y="T3"/>
                      </a:cxn>
                      <a:cxn ang="0">
                        <a:pos x="T4" y="T5"/>
                      </a:cxn>
                      <a:cxn ang="0">
                        <a:pos x="T6" y="T7"/>
                      </a:cxn>
                      <a:cxn ang="0">
                        <a:pos x="T8" y="T9"/>
                      </a:cxn>
                    </a:cxnLst>
                    <a:rect l="0" t="0" r="r" b="b"/>
                    <a:pathLst>
                      <a:path w="25" h="69">
                        <a:moveTo>
                          <a:pt x="15" y="69"/>
                        </a:moveTo>
                        <a:lnTo>
                          <a:pt x="0" y="28"/>
                        </a:lnTo>
                        <a:lnTo>
                          <a:pt x="9"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085" name="Freeform 175"/>
                  <p:cNvSpPr>
                    <a:spLocks noChangeArrowheads="1"/>
                  </p:cNvSpPr>
                  <p:nvPr/>
                </p:nvSpPr>
                <p:spPr bwMode="auto">
                  <a:xfrm>
                    <a:off x="899" y="3613"/>
                    <a:ext cx="37" cy="10"/>
                  </a:xfrm>
                  <a:custGeom>
                    <a:avLst/>
                    <a:gdLst>
                      <a:gd name="T0" fmla="*/ 2 w 75"/>
                      <a:gd name="T1" fmla="*/ 0 h 32"/>
                      <a:gd name="T2" fmla="*/ 50 w 75"/>
                      <a:gd name="T3" fmla="*/ 0 h 32"/>
                      <a:gd name="T4" fmla="*/ 52 w 75"/>
                      <a:gd name="T5" fmla="*/ 3 h 32"/>
                      <a:gd name="T6" fmla="*/ 57 w 75"/>
                      <a:gd name="T7" fmla="*/ 15 h 32"/>
                      <a:gd name="T8" fmla="*/ 75 w 75"/>
                      <a:gd name="T9" fmla="*/ 32 h 32"/>
                      <a:gd name="T10" fmla="*/ 19 w 75"/>
                      <a:gd name="T11" fmla="*/ 32 h 32"/>
                      <a:gd name="T12" fmla="*/ 10 w 75"/>
                      <a:gd name="T13" fmla="*/ 22 h 32"/>
                      <a:gd name="T14" fmla="*/ 0 w 75"/>
                      <a:gd name="T15" fmla="*/ 7 h 32"/>
                      <a:gd name="T16" fmla="*/ 2 w 75"/>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2">
                        <a:moveTo>
                          <a:pt x="2" y="0"/>
                        </a:moveTo>
                        <a:lnTo>
                          <a:pt x="50" y="0"/>
                        </a:lnTo>
                        <a:lnTo>
                          <a:pt x="52" y="3"/>
                        </a:lnTo>
                        <a:lnTo>
                          <a:pt x="57" y="15"/>
                        </a:lnTo>
                        <a:lnTo>
                          <a:pt x="75" y="32"/>
                        </a:lnTo>
                        <a:lnTo>
                          <a:pt x="19" y="32"/>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086" name="Freeform 176"/>
                  <p:cNvSpPr>
                    <a:spLocks noChangeArrowheads="1"/>
                  </p:cNvSpPr>
                  <p:nvPr/>
                </p:nvSpPr>
                <p:spPr bwMode="auto">
                  <a:xfrm>
                    <a:off x="902" y="3623"/>
                    <a:ext cx="41" cy="12"/>
                  </a:xfrm>
                  <a:custGeom>
                    <a:avLst/>
                    <a:gdLst>
                      <a:gd name="T0" fmla="*/ 0 w 81"/>
                      <a:gd name="T1" fmla="*/ 36 h 36"/>
                      <a:gd name="T2" fmla="*/ 1 w 81"/>
                      <a:gd name="T3" fmla="*/ 21 h 36"/>
                      <a:gd name="T4" fmla="*/ 5 w 81"/>
                      <a:gd name="T5" fmla="*/ 8 h 36"/>
                      <a:gd name="T6" fmla="*/ 12 w 81"/>
                      <a:gd name="T7" fmla="*/ 0 h 36"/>
                      <a:gd name="T8" fmla="*/ 68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21"/>
                        </a:lnTo>
                        <a:lnTo>
                          <a:pt x="5" y="8"/>
                        </a:lnTo>
                        <a:lnTo>
                          <a:pt x="12" y="0"/>
                        </a:lnTo>
                        <a:lnTo>
                          <a:pt x="68"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087" name="Group 177"/>
                <p:cNvGrpSpPr>
                  <a:grpSpLocks/>
                </p:cNvGrpSpPr>
                <p:nvPr/>
              </p:nvGrpSpPr>
              <p:grpSpPr bwMode="auto">
                <a:xfrm>
                  <a:off x="907" y="3625"/>
                  <a:ext cx="49" cy="23"/>
                  <a:chOff x="907" y="3625"/>
                  <a:chExt cx="49" cy="23"/>
                </a:xfrm>
              </p:grpSpPr>
              <p:sp>
                <p:nvSpPr>
                  <p:cNvPr id="423088" name="Freeform 178"/>
                  <p:cNvSpPr>
                    <a:spLocks noChangeArrowheads="1"/>
                  </p:cNvSpPr>
                  <p:nvPr/>
                </p:nvSpPr>
                <p:spPr bwMode="auto">
                  <a:xfrm>
                    <a:off x="907" y="3625"/>
                    <a:ext cx="11" cy="23"/>
                  </a:xfrm>
                  <a:custGeom>
                    <a:avLst/>
                    <a:gdLst>
                      <a:gd name="T0" fmla="*/ 15 w 24"/>
                      <a:gd name="T1" fmla="*/ 68 h 68"/>
                      <a:gd name="T2" fmla="*/ 0 w 24"/>
                      <a:gd name="T3" fmla="*/ 27 h 68"/>
                      <a:gd name="T4" fmla="*/ 11 w 24"/>
                      <a:gd name="T5" fmla="*/ 0 h 68"/>
                      <a:gd name="T6" fmla="*/ 24 w 24"/>
                      <a:gd name="T7" fmla="*/ 30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1"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089" name="Freeform 179"/>
                  <p:cNvSpPr>
                    <a:spLocks noChangeArrowheads="1"/>
                  </p:cNvSpPr>
                  <p:nvPr/>
                </p:nvSpPr>
                <p:spPr bwMode="auto">
                  <a:xfrm>
                    <a:off x="912" y="3626"/>
                    <a:ext cx="36" cy="9"/>
                  </a:xfrm>
                  <a:custGeom>
                    <a:avLst/>
                    <a:gdLst>
                      <a:gd name="T0" fmla="*/ 1 w 72"/>
                      <a:gd name="T1" fmla="*/ 0 h 29"/>
                      <a:gd name="T2" fmla="*/ 50 w 72"/>
                      <a:gd name="T3" fmla="*/ 0 h 29"/>
                      <a:gd name="T4" fmla="*/ 51 w 72"/>
                      <a:gd name="T5" fmla="*/ 2 h 29"/>
                      <a:gd name="T6" fmla="*/ 56 w 72"/>
                      <a:gd name="T7" fmla="*/ 11 h 29"/>
                      <a:gd name="T8" fmla="*/ 72 w 72"/>
                      <a:gd name="T9" fmla="*/ 29 h 29"/>
                      <a:gd name="T10" fmla="*/ 17 w 72"/>
                      <a:gd name="T11" fmla="*/ 29 h 29"/>
                      <a:gd name="T12" fmla="*/ 9 w 72"/>
                      <a:gd name="T13" fmla="*/ 20 h 29"/>
                      <a:gd name="T14" fmla="*/ 0 w 72"/>
                      <a:gd name="T15" fmla="*/ 6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50" y="0"/>
                        </a:lnTo>
                        <a:lnTo>
                          <a:pt x="51" y="2"/>
                        </a:lnTo>
                        <a:lnTo>
                          <a:pt x="56" y="11"/>
                        </a:lnTo>
                        <a:lnTo>
                          <a:pt x="72" y="29"/>
                        </a:lnTo>
                        <a:lnTo>
                          <a:pt x="17"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090" name="Freeform 180"/>
                  <p:cNvSpPr>
                    <a:spLocks noChangeArrowheads="1"/>
                  </p:cNvSpPr>
                  <p:nvPr/>
                </p:nvSpPr>
                <p:spPr bwMode="auto">
                  <a:xfrm>
                    <a:off x="914" y="3636"/>
                    <a:ext cx="42" cy="12"/>
                  </a:xfrm>
                  <a:custGeom>
                    <a:avLst/>
                    <a:gdLst>
                      <a:gd name="T0" fmla="*/ 0 w 83"/>
                      <a:gd name="T1" fmla="*/ 36 h 36"/>
                      <a:gd name="T2" fmla="*/ 1 w 83"/>
                      <a:gd name="T3" fmla="*/ 19 h 36"/>
                      <a:gd name="T4" fmla="*/ 7 w 83"/>
                      <a:gd name="T5" fmla="*/ 7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7"/>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091" name="Group 181"/>
                <p:cNvGrpSpPr>
                  <a:grpSpLocks/>
                </p:cNvGrpSpPr>
                <p:nvPr/>
              </p:nvGrpSpPr>
              <p:grpSpPr bwMode="auto">
                <a:xfrm>
                  <a:off x="919" y="3638"/>
                  <a:ext cx="49" cy="22"/>
                  <a:chOff x="919" y="3638"/>
                  <a:chExt cx="49" cy="22"/>
                </a:xfrm>
              </p:grpSpPr>
              <p:sp>
                <p:nvSpPr>
                  <p:cNvPr id="423092" name="Freeform 182"/>
                  <p:cNvSpPr>
                    <a:spLocks noChangeArrowheads="1"/>
                  </p:cNvSpPr>
                  <p:nvPr/>
                </p:nvSpPr>
                <p:spPr bwMode="auto">
                  <a:xfrm>
                    <a:off x="919" y="3638"/>
                    <a:ext cx="13"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093" name="Freeform 183"/>
                  <p:cNvSpPr>
                    <a:spLocks noChangeArrowheads="1"/>
                  </p:cNvSpPr>
                  <p:nvPr/>
                </p:nvSpPr>
                <p:spPr bwMode="auto">
                  <a:xfrm>
                    <a:off x="924" y="3638"/>
                    <a:ext cx="37" cy="10"/>
                  </a:xfrm>
                  <a:custGeom>
                    <a:avLst/>
                    <a:gdLst>
                      <a:gd name="T0" fmla="*/ 1 w 73"/>
                      <a:gd name="T1" fmla="*/ 0 h 30"/>
                      <a:gd name="T2" fmla="*/ 48 w 73"/>
                      <a:gd name="T3" fmla="*/ 0 h 30"/>
                      <a:gd name="T4" fmla="*/ 52 w 73"/>
                      <a:gd name="T5" fmla="*/ 3 h 30"/>
                      <a:gd name="T6" fmla="*/ 56 w 73"/>
                      <a:gd name="T7" fmla="*/ 12 h 30"/>
                      <a:gd name="T8" fmla="*/ 73 w 73"/>
                      <a:gd name="T9" fmla="*/ 30 h 30"/>
                      <a:gd name="T10" fmla="*/ 18 w 73"/>
                      <a:gd name="T11" fmla="*/ 30 h 30"/>
                      <a:gd name="T12" fmla="*/ 9 w 73"/>
                      <a:gd name="T13" fmla="*/ 21 h 30"/>
                      <a:gd name="T14" fmla="*/ 0 w 73"/>
                      <a:gd name="T15" fmla="*/ 5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48" y="0"/>
                        </a:lnTo>
                        <a:lnTo>
                          <a:pt x="52" y="3"/>
                        </a:lnTo>
                        <a:lnTo>
                          <a:pt x="56" y="12"/>
                        </a:lnTo>
                        <a:lnTo>
                          <a:pt x="73"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094" name="Freeform 184"/>
                  <p:cNvSpPr>
                    <a:spLocks noChangeArrowheads="1"/>
                  </p:cNvSpPr>
                  <p:nvPr/>
                </p:nvSpPr>
                <p:spPr bwMode="auto">
                  <a:xfrm>
                    <a:off x="928" y="3648"/>
                    <a:ext cx="40" cy="12"/>
                  </a:xfrm>
                  <a:custGeom>
                    <a:avLst/>
                    <a:gdLst>
                      <a:gd name="T0" fmla="*/ 0 w 82"/>
                      <a:gd name="T1" fmla="*/ 36 h 36"/>
                      <a:gd name="T2" fmla="*/ 2 w 82"/>
                      <a:gd name="T3" fmla="*/ 19 h 36"/>
                      <a:gd name="T4" fmla="*/ 6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095" name="Group 185"/>
                <p:cNvGrpSpPr>
                  <a:grpSpLocks/>
                </p:cNvGrpSpPr>
                <p:nvPr/>
              </p:nvGrpSpPr>
              <p:grpSpPr bwMode="auto">
                <a:xfrm>
                  <a:off x="932" y="3651"/>
                  <a:ext cx="50" cy="22"/>
                  <a:chOff x="932" y="3651"/>
                  <a:chExt cx="50" cy="22"/>
                </a:xfrm>
              </p:grpSpPr>
              <p:sp>
                <p:nvSpPr>
                  <p:cNvPr id="423096" name="Freeform 186"/>
                  <p:cNvSpPr>
                    <a:spLocks noChangeArrowheads="1"/>
                  </p:cNvSpPr>
                  <p:nvPr/>
                </p:nvSpPr>
                <p:spPr bwMode="auto">
                  <a:xfrm>
                    <a:off x="932" y="3651"/>
                    <a:ext cx="12" cy="22"/>
                  </a:xfrm>
                  <a:custGeom>
                    <a:avLst/>
                    <a:gdLst>
                      <a:gd name="T0" fmla="*/ 15 w 24"/>
                      <a:gd name="T1" fmla="*/ 67 h 67"/>
                      <a:gd name="T2" fmla="*/ 0 w 24"/>
                      <a:gd name="T3" fmla="*/ 26 h 67"/>
                      <a:gd name="T4" fmla="*/ 11 w 24"/>
                      <a:gd name="T5" fmla="*/ 0 h 67"/>
                      <a:gd name="T6" fmla="*/ 24 w 24"/>
                      <a:gd name="T7" fmla="*/ 30 h 67"/>
                      <a:gd name="T8" fmla="*/ 15 w 24"/>
                      <a:gd name="T9" fmla="*/ 67 h 67"/>
                    </a:gdLst>
                    <a:ahLst/>
                    <a:cxnLst>
                      <a:cxn ang="0">
                        <a:pos x="T0" y="T1"/>
                      </a:cxn>
                      <a:cxn ang="0">
                        <a:pos x="T2" y="T3"/>
                      </a:cxn>
                      <a:cxn ang="0">
                        <a:pos x="T4" y="T5"/>
                      </a:cxn>
                      <a:cxn ang="0">
                        <a:pos x="T6" y="T7"/>
                      </a:cxn>
                      <a:cxn ang="0">
                        <a:pos x="T8" y="T9"/>
                      </a:cxn>
                    </a:cxnLst>
                    <a:rect l="0" t="0" r="r" b="b"/>
                    <a:pathLst>
                      <a:path w="24" h="67">
                        <a:moveTo>
                          <a:pt x="15" y="67"/>
                        </a:moveTo>
                        <a:lnTo>
                          <a:pt x="0" y="26"/>
                        </a:lnTo>
                        <a:lnTo>
                          <a:pt x="11" y="0"/>
                        </a:lnTo>
                        <a:lnTo>
                          <a:pt x="24" y="30"/>
                        </a:lnTo>
                        <a:lnTo>
                          <a:pt x="15"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097" name="Freeform 187"/>
                  <p:cNvSpPr>
                    <a:spLocks noChangeArrowheads="1"/>
                  </p:cNvSpPr>
                  <p:nvPr/>
                </p:nvSpPr>
                <p:spPr bwMode="auto">
                  <a:xfrm>
                    <a:off x="937" y="3651"/>
                    <a:ext cx="37" cy="10"/>
                  </a:xfrm>
                  <a:custGeom>
                    <a:avLst/>
                    <a:gdLst>
                      <a:gd name="T0" fmla="*/ 1 w 72"/>
                      <a:gd name="T1" fmla="*/ 0 h 29"/>
                      <a:gd name="T2" fmla="*/ 49 w 72"/>
                      <a:gd name="T3" fmla="*/ 0 h 29"/>
                      <a:gd name="T4" fmla="*/ 50 w 72"/>
                      <a:gd name="T5" fmla="*/ 2 h 29"/>
                      <a:gd name="T6" fmla="*/ 57 w 72"/>
                      <a:gd name="T7" fmla="*/ 11 h 29"/>
                      <a:gd name="T8" fmla="*/ 72 w 72"/>
                      <a:gd name="T9" fmla="*/ 29 h 29"/>
                      <a:gd name="T10" fmla="*/ 18 w 72"/>
                      <a:gd name="T11" fmla="*/ 29 h 29"/>
                      <a:gd name="T12" fmla="*/ 9 w 72"/>
                      <a:gd name="T13" fmla="*/ 20 h 29"/>
                      <a:gd name="T14" fmla="*/ 0 w 72"/>
                      <a:gd name="T15" fmla="*/ 5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49" y="0"/>
                        </a:lnTo>
                        <a:lnTo>
                          <a:pt x="50" y="2"/>
                        </a:lnTo>
                        <a:lnTo>
                          <a:pt x="57" y="11"/>
                        </a:lnTo>
                        <a:lnTo>
                          <a:pt x="72"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098" name="Freeform 188"/>
                  <p:cNvSpPr>
                    <a:spLocks noChangeArrowheads="1"/>
                  </p:cNvSpPr>
                  <p:nvPr/>
                </p:nvSpPr>
                <p:spPr bwMode="auto">
                  <a:xfrm>
                    <a:off x="940" y="3662"/>
                    <a:ext cx="42" cy="11"/>
                  </a:xfrm>
                  <a:custGeom>
                    <a:avLst/>
                    <a:gdLst>
                      <a:gd name="T0" fmla="*/ 0 w 83"/>
                      <a:gd name="T1" fmla="*/ 35 h 35"/>
                      <a:gd name="T2" fmla="*/ 3 w 83"/>
                      <a:gd name="T3" fmla="*/ 19 h 35"/>
                      <a:gd name="T4" fmla="*/ 7 w 83"/>
                      <a:gd name="T5" fmla="*/ 7 h 35"/>
                      <a:gd name="T6" fmla="*/ 11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3" y="19"/>
                        </a:lnTo>
                        <a:lnTo>
                          <a:pt x="7" y="7"/>
                        </a:lnTo>
                        <a:lnTo>
                          <a:pt x="11"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grpSp>
            <p:nvGrpSpPr>
              <p:cNvPr id="423099" name="Group 189"/>
              <p:cNvGrpSpPr>
                <a:grpSpLocks/>
              </p:cNvGrpSpPr>
              <p:nvPr/>
            </p:nvGrpSpPr>
            <p:grpSpPr bwMode="auto">
              <a:xfrm>
                <a:off x="944" y="3665"/>
                <a:ext cx="99" cy="74"/>
                <a:chOff x="944" y="3665"/>
                <a:chExt cx="99" cy="74"/>
              </a:xfrm>
            </p:grpSpPr>
            <p:grpSp>
              <p:nvGrpSpPr>
                <p:cNvPr id="423100" name="Group 190"/>
                <p:cNvGrpSpPr>
                  <a:grpSpLocks/>
                </p:cNvGrpSpPr>
                <p:nvPr/>
              </p:nvGrpSpPr>
              <p:grpSpPr bwMode="auto">
                <a:xfrm>
                  <a:off x="944" y="3665"/>
                  <a:ext cx="49" cy="23"/>
                  <a:chOff x="944" y="3665"/>
                  <a:chExt cx="49" cy="23"/>
                </a:xfrm>
              </p:grpSpPr>
              <p:sp>
                <p:nvSpPr>
                  <p:cNvPr id="423101" name="Freeform 191"/>
                  <p:cNvSpPr>
                    <a:spLocks noChangeArrowheads="1"/>
                  </p:cNvSpPr>
                  <p:nvPr/>
                </p:nvSpPr>
                <p:spPr bwMode="auto">
                  <a:xfrm>
                    <a:off x="944" y="3665"/>
                    <a:ext cx="13" cy="23"/>
                  </a:xfrm>
                  <a:custGeom>
                    <a:avLst/>
                    <a:gdLst>
                      <a:gd name="T0" fmla="*/ 16 w 25"/>
                      <a:gd name="T1" fmla="*/ 69 h 69"/>
                      <a:gd name="T2" fmla="*/ 0 w 25"/>
                      <a:gd name="T3" fmla="*/ 27 h 69"/>
                      <a:gd name="T4" fmla="*/ 9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9"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102" name="Freeform 192"/>
                  <p:cNvSpPr>
                    <a:spLocks noChangeArrowheads="1"/>
                  </p:cNvSpPr>
                  <p:nvPr/>
                </p:nvSpPr>
                <p:spPr bwMode="auto">
                  <a:xfrm>
                    <a:off x="949" y="3666"/>
                    <a:ext cx="37" cy="10"/>
                  </a:xfrm>
                  <a:custGeom>
                    <a:avLst/>
                    <a:gdLst>
                      <a:gd name="T0" fmla="*/ 2 w 75"/>
                      <a:gd name="T1" fmla="*/ 0 h 31"/>
                      <a:gd name="T2" fmla="*/ 50 w 75"/>
                      <a:gd name="T3" fmla="*/ 0 h 31"/>
                      <a:gd name="T4" fmla="*/ 52 w 75"/>
                      <a:gd name="T5" fmla="*/ 4 h 31"/>
                      <a:gd name="T6" fmla="*/ 57 w 75"/>
                      <a:gd name="T7" fmla="*/ 13 h 31"/>
                      <a:gd name="T8" fmla="*/ 75 w 75"/>
                      <a:gd name="T9" fmla="*/ 31 h 31"/>
                      <a:gd name="T10" fmla="*/ 19 w 75"/>
                      <a:gd name="T11" fmla="*/ 31 h 31"/>
                      <a:gd name="T12" fmla="*/ 11 w 75"/>
                      <a:gd name="T13" fmla="*/ 22 h 31"/>
                      <a:gd name="T14" fmla="*/ 0 w 75"/>
                      <a:gd name="T15" fmla="*/ 7 h 31"/>
                      <a:gd name="T16" fmla="*/ 2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2" y="0"/>
                        </a:moveTo>
                        <a:lnTo>
                          <a:pt x="50" y="0"/>
                        </a:lnTo>
                        <a:lnTo>
                          <a:pt x="52" y="4"/>
                        </a:lnTo>
                        <a:lnTo>
                          <a:pt x="57" y="13"/>
                        </a:lnTo>
                        <a:lnTo>
                          <a:pt x="75" y="31"/>
                        </a:lnTo>
                        <a:lnTo>
                          <a:pt x="19" y="31"/>
                        </a:lnTo>
                        <a:lnTo>
                          <a:pt x="11"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103" name="Freeform 193"/>
                  <p:cNvSpPr>
                    <a:spLocks noChangeArrowheads="1"/>
                  </p:cNvSpPr>
                  <p:nvPr/>
                </p:nvSpPr>
                <p:spPr bwMode="auto">
                  <a:xfrm>
                    <a:off x="953" y="3676"/>
                    <a:ext cx="40" cy="12"/>
                  </a:xfrm>
                  <a:custGeom>
                    <a:avLst/>
                    <a:gdLst>
                      <a:gd name="T0" fmla="*/ 0 w 82"/>
                      <a:gd name="T1" fmla="*/ 36 h 36"/>
                      <a:gd name="T2" fmla="*/ 2 w 82"/>
                      <a:gd name="T3" fmla="*/ 20 h 36"/>
                      <a:gd name="T4" fmla="*/ 5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5"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104" name="Group 194"/>
                <p:cNvGrpSpPr>
                  <a:grpSpLocks/>
                </p:cNvGrpSpPr>
                <p:nvPr/>
              </p:nvGrpSpPr>
              <p:grpSpPr bwMode="auto">
                <a:xfrm>
                  <a:off x="957" y="3678"/>
                  <a:ext cx="48" cy="23"/>
                  <a:chOff x="957" y="3678"/>
                  <a:chExt cx="48" cy="23"/>
                </a:xfrm>
              </p:grpSpPr>
              <p:sp>
                <p:nvSpPr>
                  <p:cNvPr id="423105" name="Freeform 195"/>
                  <p:cNvSpPr>
                    <a:spLocks noChangeArrowheads="1"/>
                  </p:cNvSpPr>
                  <p:nvPr/>
                </p:nvSpPr>
                <p:spPr bwMode="auto">
                  <a:xfrm>
                    <a:off x="957" y="3678"/>
                    <a:ext cx="11" cy="23"/>
                  </a:xfrm>
                  <a:custGeom>
                    <a:avLst/>
                    <a:gdLst>
                      <a:gd name="T0" fmla="*/ 13 w 24"/>
                      <a:gd name="T1" fmla="*/ 70 h 70"/>
                      <a:gd name="T2" fmla="*/ 0 w 24"/>
                      <a:gd name="T3" fmla="*/ 27 h 70"/>
                      <a:gd name="T4" fmla="*/ 9 w 24"/>
                      <a:gd name="T5" fmla="*/ 0 h 70"/>
                      <a:gd name="T6" fmla="*/ 24 w 24"/>
                      <a:gd name="T7" fmla="*/ 31 h 70"/>
                      <a:gd name="T8" fmla="*/ 13 w 24"/>
                      <a:gd name="T9" fmla="*/ 70 h 70"/>
                    </a:gdLst>
                    <a:ahLst/>
                    <a:cxnLst>
                      <a:cxn ang="0">
                        <a:pos x="T0" y="T1"/>
                      </a:cxn>
                      <a:cxn ang="0">
                        <a:pos x="T2" y="T3"/>
                      </a:cxn>
                      <a:cxn ang="0">
                        <a:pos x="T4" y="T5"/>
                      </a:cxn>
                      <a:cxn ang="0">
                        <a:pos x="T6" y="T7"/>
                      </a:cxn>
                      <a:cxn ang="0">
                        <a:pos x="T8" y="T9"/>
                      </a:cxn>
                    </a:cxnLst>
                    <a:rect l="0" t="0" r="r" b="b"/>
                    <a:pathLst>
                      <a:path w="24" h="70">
                        <a:moveTo>
                          <a:pt x="13" y="70"/>
                        </a:moveTo>
                        <a:lnTo>
                          <a:pt x="0" y="27"/>
                        </a:lnTo>
                        <a:lnTo>
                          <a:pt x="9" y="0"/>
                        </a:lnTo>
                        <a:lnTo>
                          <a:pt x="24"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106" name="Freeform 196"/>
                  <p:cNvSpPr>
                    <a:spLocks noChangeArrowheads="1"/>
                  </p:cNvSpPr>
                  <p:nvPr/>
                </p:nvSpPr>
                <p:spPr bwMode="auto">
                  <a:xfrm>
                    <a:off x="961" y="3678"/>
                    <a:ext cx="37" cy="10"/>
                  </a:xfrm>
                  <a:custGeom>
                    <a:avLst/>
                    <a:gdLst>
                      <a:gd name="T0" fmla="*/ 2 w 74"/>
                      <a:gd name="T1" fmla="*/ 0 h 30"/>
                      <a:gd name="T2" fmla="*/ 50 w 74"/>
                      <a:gd name="T3" fmla="*/ 0 h 30"/>
                      <a:gd name="T4" fmla="*/ 52 w 74"/>
                      <a:gd name="T5" fmla="*/ 3 h 30"/>
                      <a:gd name="T6" fmla="*/ 56 w 74"/>
                      <a:gd name="T7" fmla="*/ 12 h 30"/>
                      <a:gd name="T8" fmla="*/ 74 w 74"/>
                      <a:gd name="T9" fmla="*/ 30 h 30"/>
                      <a:gd name="T10" fmla="*/ 19 w 74"/>
                      <a:gd name="T11" fmla="*/ 30 h 30"/>
                      <a:gd name="T12" fmla="*/ 11 w 74"/>
                      <a:gd name="T13" fmla="*/ 20 h 30"/>
                      <a:gd name="T14" fmla="*/ 0 w 74"/>
                      <a:gd name="T15" fmla="*/ 6 h 30"/>
                      <a:gd name="T16" fmla="*/ 2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2" y="0"/>
                        </a:moveTo>
                        <a:lnTo>
                          <a:pt x="50" y="0"/>
                        </a:lnTo>
                        <a:lnTo>
                          <a:pt x="52" y="3"/>
                        </a:lnTo>
                        <a:lnTo>
                          <a:pt x="56" y="12"/>
                        </a:lnTo>
                        <a:lnTo>
                          <a:pt x="74" y="30"/>
                        </a:lnTo>
                        <a:lnTo>
                          <a:pt x="19" y="30"/>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107" name="Freeform 197"/>
                  <p:cNvSpPr>
                    <a:spLocks noChangeArrowheads="1"/>
                  </p:cNvSpPr>
                  <p:nvPr/>
                </p:nvSpPr>
                <p:spPr bwMode="auto">
                  <a:xfrm>
                    <a:off x="964" y="3688"/>
                    <a:ext cx="41" cy="13"/>
                  </a:xfrm>
                  <a:custGeom>
                    <a:avLst/>
                    <a:gdLst>
                      <a:gd name="T0" fmla="*/ 0 w 82"/>
                      <a:gd name="T1" fmla="*/ 38 h 38"/>
                      <a:gd name="T2" fmla="*/ 2 w 82"/>
                      <a:gd name="T3" fmla="*/ 21 h 38"/>
                      <a:gd name="T4" fmla="*/ 7 w 82"/>
                      <a:gd name="T5" fmla="*/ 8 h 38"/>
                      <a:gd name="T6" fmla="*/ 11 w 82"/>
                      <a:gd name="T7" fmla="*/ 0 h 38"/>
                      <a:gd name="T8" fmla="*/ 68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2" y="21"/>
                        </a:lnTo>
                        <a:lnTo>
                          <a:pt x="7" y="8"/>
                        </a:lnTo>
                        <a:lnTo>
                          <a:pt x="11" y="0"/>
                        </a:lnTo>
                        <a:lnTo>
                          <a:pt x="68"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108" name="Group 198"/>
                <p:cNvGrpSpPr>
                  <a:grpSpLocks/>
                </p:cNvGrpSpPr>
                <p:nvPr/>
              </p:nvGrpSpPr>
              <p:grpSpPr bwMode="auto">
                <a:xfrm>
                  <a:off x="969" y="3690"/>
                  <a:ext cx="49" cy="23"/>
                  <a:chOff x="969" y="3690"/>
                  <a:chExt cx="49" cy="23"/>
                </a:xfrm>
              </p:grpSpPr>
              <p:sp>
                <p:nvSpPr>
                  <p:cNvPr id="423109" name="Freeform 199"/>
                  <p:cNvSpPr>
                    <a:spLocks noChangeArrowheads="1"/>
                  </p:cNvSpPr>
                  <p:nvPr/>
                </p:nvSpPr>
                <p:spPr bwMode="auto">
                  <a:xfrm>
                    <a:off x="969" y="3690"/>
                    <a:ext cx="13" cy="23"/>
                  </a:xfrm>
                  <a:custGeom>
                    <a:avLst/>
                    <a:gdLst>
                      <a:gd name="T0" fmla="*/ 15 w 25"/>
                      <a:gd name="T1" fmla="*/ 70 h 70"/>
                      <a:gd name="T2" fmla="*/ 0 w 25"/>
                      <a:gd name="T3" fmla="*/ 29 h 70"/>
                      <a:gd name="T4" fmla="*/ 9 w 25"/>
                      <a:gd name="T5" fmla="*/ 0 h 70"/>
                      <a:gd name="T6" fmla="*/ 25 w 25"/>
                      <a:gd name="T7" fmla="*/ 33 h 70"/>
                      <a:gd name="T8" fmla="*/ 15 w 25"/>
                      <a:gd name="T9" fmla="*/ 70 h 70"/>
                    </a:gdLst>
                    <a:ahLst/>
                    <a:cxnLst>
                      <a:cxn ang="0">
                        <a:pos x="T0" y="T1"/>
                      </a:cxn>
                      <a:cxn ang="0">
                        <a:pos x="T2" y="T3"/>
                      </a:cxn>
                      <a:cxn ang="0">
                        <a:pos x="T4" y="T5"/>
                      </a:cxn>
                      <a:cxn ang="0">
                        <a:pos x="T6" y="T7"/>
                      </a:cxn>
                      <a:cxn ang="0">
                        <a:pos x="T8" y="T9"/>
                      </a:cxn>
                    </a:cxnLst>
                    <a:rect l="0" t="0" r="r" b="b"/>
                    <a:pathLst>
                      <a:path w="25" h="70">
                        <a:moveTo>
                          <a:pt x="15" y="70"/>
                        </a:moveTo>
                        <a:lnTo>
                          <a:pt x="0" y="29"/>
                        </a:lnTo>
                        <a:lnTo>
                          <a:pt x="9" y="0"/>
                        </a:lnTo>
                        <a:lnTo>
                          <a:pt x="25" y="33"/>
                        </a:lnTo>
                        <a:lnTo>
                          <a:pt x="15"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110" name="Freeform 200"/>
                  <p:cNvSpPr>
                    <a:spLocks noChangeArrowheads="1"/>
                  </p:cNvSpPr>
                  <p:nvPr/>
                </p:nvSpPr>
                <p:spPr bwMode="auto">
                  <a:xfrm>
                    <a:off x="974" y="3691"/>
                    <a:ext cx="37" cy="10"/>
                  </a:xfrm>
                  <a:custGeom>
                    <a:avLst/>
                    <a:gdLst>
                      <a:gd name="T0" fmla="*/ 2 w 75"/>
                      <a:gd name="T1" fmla="*/ 0 h 31"/>
                      <a:gd name="T2" fmla="*/ 50 w 75"/>
                      <a:gd name="T3" fmla="*/ 0 h 31"/>
                      <a:gd name="T4" fmla="*/ 52 w 75"/>
                      <a:gd name="T5" fmla="*/ 2 h 31"/>
                      <a:gd name="T6" fmla="*/ 57 w 75"/>
                      <a:gd name="T7" fmla="*/ 11 h 31"/>
                      <a:gd name="T8" fmla="*/ 75 w 75"/>
                      <a:gd name="T9" fmla="*/ 31 h 31"/>
                      <a:gd name="T10" fmla="*/ 19 w 75"/>
                      <a:gd name="T11" fmla="*/ 31 h 31"/>
                      <a:gd name="T12" fmla="*/ 9 w 75"/>
                      <a:gd name="T13" fmla="*/ 22 h 31"/>
                      <a:gd name="T14" fmla="*/ 0 w 75"/>
                      <a:gd name="T15" fmla="*/ 6 h 31"/>
                      <a:gd name="T16" fmla="*/ 2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2" y="0"/>
                        </a:moveTo>
                        <a:lnTo>
                          <a:pt x="50" y="0"/>
                        </a:lnTo>
                        <a:lnTo>
                          <a:pt x="52" y="2"/>
                        </a:lnTo>
                        <a:lnTo>
                          <a:pt x="57" y="11"/>
                        </a:lnTo>
                        <a:lnTo>
                          <a:pt x="75" y="31"/>
                        </a:lnTo>
                        <a:lnTo>
                          <a:pt x="19" y="31"/>
                        </a:lnTo>
                        <a:lnTo>
                          <a:pt x="9"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111" name="Freeform 201"/>
                  <p:cNvSpPr>
                    <a:spLocks noChangeArrowheads="1"/>
                  </p:cNvSpPr>
                  <p:nvPr/>
                </p:nvSpPr>
                <p:spPr bwMode="auto">
                  <a:xfrm>
                    <a:off x="977" y="3701"/>
                    <a:ext cx="41" cy="12"/>
                  </a:xfrm>
                  <a:custGeom>
                    <a:avLst/>
                    <a:gdLst>
                      <a:gd name="T0" fmla="*/ 0 w 81"/>
                      <a:gd name="T1" fmla="*/ 36 h 36"/>
                      <a:gd name="T2" fmla="*/ 1 w 81"/>
                      <a:gd name="T3" fmla="*/ 19 h 36"/>
                      <a:gd name="T4" fmla="*/ 6 w 81"/>
                      <a:gd name="T5" fmla="*/ 7 h 36"/>
                      <a:gd name="T6" fmla="*/ 12 w 81"/>
                      <a:gd name="T7" fmla="*/ 0 h 36"/>
                      <a:gd name="T8" fmla="*/ 68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6" y="7"/>
                        </a:lnTo>
                        <a:lnTo>
                          <a:pt x="12" y="0"/>
                        </a:lnTo>
                        <a:lnTo>
                          <a:pt x="68"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112" name="Group 202"/>
                <p:cNvGrpSpPr>
                  <a:grpSpLocks/>
                </p:cNvGrpSpPr>
                <p:nvPr/>
              </p:nvGrpSpPr>
              <p:grpSpPr bwMode="auto">
                <a:xfrm>
                  <a:off x="982" y="3703"/>
                  <a:ext cx="49" cy="23"/>
                  <a:chOff x="982" y="3703"/>
                  <a:chExt cx="49" cy="23"/>
                </a:xfrm>
              </p:grpSpPr>
              <p:sp>
                <p:nvSpPr>
                  <p:cNvPr id="423113" name="Freeform 203"/>
                  <p:cNvSpPr>
                    <a:spLocks noChangeArrowheads="1"/>
                  </p:cNvSpPr>
                  <p:nvPr/>
                </p:nvSpPr>
                <p:spPr bwMode="auto">
                  <a:xfrm>
                    <a:off x="982" y="3703"/>
                    <a:ext cx="13" cy="23"/>
                  </a:xfrm>
                  <a:custGeom>
                    <a:avLst/>
                    <a:gdLst>
                      <a:gd name="T0" fmla="*/ 14 w 25"/>
                      <a:gd name="T1" fmla="*/ 68 h 68"/>
                      <a:gd name="T2" fmla="*/ 0 w 25"/>
                      <a:gd name="T3" fmla="*/ 27 h 68"/>
                      <a:gd name="T4" fmla="*/ 10 w 25"/>
                      <a:gd name="T5" fmla="*/ 0 h 68"/>
                      <a:gd name="T6" fmla="*/ 25 w 25"/>
                      <a:gd name="T7" fmla="*/ 31 h 68"/>
                      <a:gd name="T8" fmla="*/ 14 w 25"/>
                      <a:gd name="T9" fmla="*/ 68 h 68"/>
                    </a:gdLst>
                    <a:ahLst/>
                    <a:cxnLst>
                      <a:cxn ang="0">
                        <a:pos x="T0" y="T1"/>
                      </a:cxn>
                      <a:cxn ang="0">
                        <a:pos x="T2" y="T3"/>
                      </a:cxn>
                      <a:cxn ang="0">
                        <a:pos x="T4" y="T5"/>
                      </a:cxn>
                      <a:cxn ang="0">
                        <a:pos x="T6" y="T7"/>
                      </a:cxn>
                      <a:cxn ang="0">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114" name="Freeform 204"/>
                  <p:cNvSpPr>
                    <a:spLocks noChangeArrowheads="1"/>
                  </p:cNvSpPr>
                  <p:nvPr/>
                </p:nvSpPr>
                <p:spPr bwMode="auto">
                  <a:xfrm>
                    <a:off x="987" y="3703"/>
                    <a:ext cx="37" cy="10"/>
                  </a:xfrm>
                  <a:custGeom>
                    <a:avLst/>
                    <a:gdLst>
                      <a:gd name="T0" fmla="*/ 1 w 73"/>
                      <a:gd name="T1" fmla="*/ 0 h 30"/>
                      <a:gd name="T2" fmla="*/ 50 w 73"/>
                      <a:gd name="T3" fmla="*/ 0 h 30"/>
                      <a:gd name="T4" fmla="*/ 51 w 73"/>
                      <a:gd name="T5" fmla="*/ 3 h 30"/>
                      <a:gd name="T6" fmla="*/ 56 w 73"/>
                      <a:gd name="T7" fmla="*/ 12 h 30"/>
                      <a:gd name="T8" fmla="*/ 73 w 73"/>
                      <a:gd name="T9" fmla="*/ 30 h 30"/>
                      <a:gd name="T10" fmla="*/ 18 w 73"/>
                      <a:gd name="T11" fmla="*/ 30 h 30"/>
                      <a:gd name="T12" fmla="*/ 9 w 73"/>
                      <a:gd name="T13" fmla="*/ 21 h 30"/>
                      <a:gd name="T14" fmla="*/ 0 w 73"/>
                      <a:gd name="T15" fmla="*/ 7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50" y="0"/>
                        </a:lnTo>
                        <a:lnTo>
                          <a:pt x="51" y="3"/>
                        </a:lnTo>
                        <a:lnTo>
                          <a:pt x="56" y="12"/>
                        </a:lnTo>
                        <a:lnTo>
                          <a:pt x="73" y="30"/>
                        </a:lnTo>
                        <a:lnTo>
                          <a:pt x="18" y="30"/>
                        </a:lnTo>
                        <a:lnTo>
                          <a:pt x="9"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115" name="Freeform 205"/>
                  <p:cNvSpPr>
                    <a:spLocks noChangeArrowheads="1"/>
                  </p:cNvSpPr>
                  <p:nvPr/>
                </p:nvSpPr>
                <p:spPr bwMode="auto">
                  <a:xfrm>
                    <a:off x="989" y="3714"/>
                    <a:ext cx="42" cy="12"/>
                  </a:xfrm>
                  <a:custGeom>
                    <a:avLst/>
                    <a:gdLst>
                      <a:gd name="T0" fmla="*/ 0 w 83"/>
                      <a:gd name="T1" fmla="*/ 36 h 36"/>
                      <a:gd name="T2" fmla="*/ 1 w 83"/>
                      <a:gd name="T3" fmla="*/ 19 h 36"/>
                      <a:gd name="T4" fmla="*/ 6 w 83"/>
                      <a:gd name="T5" fmla="*/ 8 h 36"/>
                      <a:gd name="T6" fmla="*/ 13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6" y="8"/>
                        </a:lnTo>
                        <a:lnTo>
                          <a:pt x="13"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116" name="Group 206"/>
                <p:cNvGrpSpPr>
                  <a:grpSpLocks/>
                </p:cNvGrpSpPr>
                <p:nvPr/>
              </p:nvGrpSpPr>
              <p:grpSpPr bwMode="auto">
                <a:xfrm>
                  <a:off x="995" y="3716"/>
                  <a:ext cx="48" cy="23"/>
                  <a:chOff x="995" y="3716"/>
                  <a:chExt cx="48" cy="23"/>
                </a:xfrm>
              </p:grpSpPr>
              <p:sp>
                <p:nvSpPr>
                  <p:cNvPr id="423117" name="Freeform 207"/>
                  <p:cNvSpPr>
                    <a:spLocks noChangeArrowheads="1"/>
                  </p:cNvSpPr>
                  <p:nvPr/>
                </p:nvSpPr>
                <p:spPr bwMode="auto">
                  <a:xfrm>
                    <a:off x="995" y="3716"/>
                    <a:ext cx="11" cy="23"/>
                  </a:xfrm>
                  <a:custGeom>
                    <a:avLst/>
                    <a:gdLst>
                      <a:gd name="T0" fmla="*/ 15 w 24"/>
                      <a:gd name="T1" fmla="*/ 68 h 68"/>
                      <a:gd name="T2" fmla="*/ 0 w 24"/>
                      <a:gd name="T3" fmla="*/ 27 h 68"/>
                      <a:gd name="T4" fmla="*/ 10 w 24"/>
                      <a:gd name="T5" fmla="*/ 0 h 68"/>
                      <a:gd name="T6" fmla="*/ 24 w 24"/>
                      <a:gd name="T7" fmla="*/ 30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0"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118" name="Freeform 208"/>
                  <p:cNvSpPr>
                    <a:spLocks noChangeArrowheads="1"/>
                  </p:cNvSpPr>
                  <p:nvPr/>
                </p:nvSpPr>
                <p:spPr bwMode="auto">
                  <a:xfrm>
                    <a:off x="999" y="3717"/>
                    <a:ext cx="38" cy="9"/>
                  </a:xfrm>
                  <a:custGeom>
                    <a:avLst/>
                    <a:gdLst>
                      <a:gd name="T0" fmla="*/ 1 w 74"/>
                      <a:gd name="T1" fmla="*/ 0 h 29"/>
                      <a:gd name="T2" fmla="*/ 49 w 74"/>
                      <a:gd name="T3" fmla="*/ 0 h 29"/>
                      <a:gd name="T4" fmla="*/ 52 w 74"/>
                      <a:gd name="T5" fmla="*/ 3 h 29"/>
                      <a:gd name="T6" fmla="*/ 56 w 74"/>
                      <a:gd name="T7" fmla="*/ 11 h 29"/>
                      <a:gd name="T8" fmla="*/ 74 w 74"/>
                      <a:gd name="T9" fmla="*/ 29 h 29"/>
                      <a:gd name="T10" fmla="*/ 18 w 74"/>
                      <a:gd name="T11" fmla="*/ 29 h 29"/>
                      <a:gd name="T12" fmla="*/ 9 w 74"/>
                      <a:gd name="T13" fmla="*/ 20 h 29"/>
                      <a:gd name="T14" fmla="*/ 0 w 74"/>
                      <a:gd name="T15" fmla="*/ 6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49" y="0"/>
                        </a:lnTo>
                        <a:lnTo>
                          <a:pt x="52" y="3"/>
                        </a:lnTo>
                        <a:lnTo>
                          <a:pt x="56" y="11"/>
                        </a:lnTo>
                        <a:lnTo>
                          <a:pt x="74"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119" name="Freeform 209"/>
                  <p:cNvSpPr>
                    <a:spLocks noChangeArrowheads="1"/>
                  </p:cNvSpPr>
                  <p:nvPr/>
                </p:nvSpPr>
                <p:spPr bwMode="auto">
                  <a:xfrm>
                    <a:off x="1003" y="3727"/>
                    <a:ext cx="40" cy="12"/>
                  </a:xfrm>
                  <a:custGeom>
                    <a:avLst/>
                    <a:gdLst>
                      <a:gd name="T0" fmla="*/ 0 w 82"/>
                      <a:gd name="T1" fmla="*/ 36 h 36"/>
                      <a:gd name="T2" fmla="*/ 1 w 82"/>
                      <a:gd name="T3" fmla="*/ 19 h 36"/>
                      <a:gd name="T4" fmla="*/ 5 w 82"/>
                      <a:gd name="T5" fmla="*/ 7 h 36"/>
                      <a:gd name="T6" fmla="*/ 11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5" y="7"/>
                        </a:lnTo>
                        <a:lnTo>
                          <a:pt x="11"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grpSp>
            <p:nvGrpSpPr>
              <p:cNvPr id="423120" name="Group 210"/>
              <p:cNvGrpSpPr>
                <a:grpSpLocks/>
              </p:cNvGrpSpPr>
              <p:nvPr/>
            </p:nvGrpSpPr>
            <p:grpSpPr bwMode="auto">
              <a:xfrm>
                <a:off x="1005" y="3727"/>
                <a:ext cx="49" cy="23"/>
                <a:chOff x="1005" y="3727"/>
                <a:chExt cx="49" cy="23"/>
              </a:xfrm>
            </p:grpSpPr>
            <p:sp>
              <p:nvSpPr>
                <p:cNvPr id="423121" name="Freeform 211"/>
                <p:cNvSpPr>
                  <a:spLocks noChangeArrowheads="1"/>
                </p:cNvSpPr>
                <p:nvPr/>
              </p:nvSpPr>
              <p:spPr bwMode="auto">
                <a:xfrm>
                  <a:off x="1005" y="3727"/>
                  <a:ext cx="12" cy="23"/>
                </a:xfrm>
                <a:custGeom>
                  <a:avLst/>
                  <a:gdLst>
                    <a:gd name="T0" fmla="*/ 16 w 25"/>
                    <a:gd name="T1" fmla="*/ 69 h 69"/>
                    <a:gd name="T2" fmla="*/ 0 w 25"/>
                    <a:gd name="T3" fmla="*/ 27 h 69"/>
                    <a:gd name="T4" fmla="*/ 12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2"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122" name="Freeform 212"/>
                <p:cNvSpPr>
                  <a:spLocks noChangeArrowheads="1"/>
                </p:cNvSpPr>
                <p:nvPr/>
              </p:nvSpPr>
              <p:spPr bwMode="auto">
                <a:xfrm>
                  <a:off x="1010" y="3728"/>
                  <a:ext cx="37" cy="10"/>
                </a:xfrm>
                <a:custGeom>
                  <a:avLst/>
                  <a:gdLst>
                    <a:gd name="T0" fmla="*/ 2 w 73"/>
                    <a:gd name="T1" fmla="*/ 0 h 31"/>
                    <a:gd name="T2" fmla="*/ 48 w 73"/>
                    <a:gd name="T3" fmla="*/ 0 h 31"/>
                    <a:gd name="T4" fmla="*/ 51 w 73"/>
                    <a:gd name="T5" fmla="*/ 4 h 31"/>
                    <a:gd name="T6" fmla="*/ 56 w 73"/>
                    <a:gd name="T7" fmla="*/ 13 h 31"/>
                    <a:gd name="T8" fmla="*/ 73 w 73"/>
                    <a:gd name="T9" fmla="*/ 31 h 31"/>
                    <a:gd name="T10" fmla="*/ 18 w 73"/>
                    <a:gd name="T11" fmla="*/ 31 h 31"/>
                    <a:gd name="T12" fmla="*/ 9 w 73"/>
                    <a:gd name="T13" fmla="*/ 22 h 31"/>
                    <a:gd name="T14" fmla="*/ 0 w 73"/>
                    <a:gd name="T15" fmla="*/ 7 h 31"/>
                    <a:gd name="T16" fmla="*/ 2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2" y="0"/>
                      </a:moveTo>
                      <a:lnTo>
                        <a:pt x="48" y="0"/>
                      </a:lnTo>
                      <a:lnTo>
                        <a:pt x="51" y="4"/>
                      </a:lnTo>
                      <a:lnTo>
                        <a:pt x="56" y="13"/>
                      </a:lnTo>
                      <a:lnTo>
                        <a:pt x="73" y="31"/>
                      </a:lnTo>
                      <a:lnTo>
                        <a:pt x="18" y="31"/>
                      </a:lnTo>
                      <a:lnTo>
                        <a:pt x="9"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123" name="Freeform 213"/>
                <p:cNvSpPr>
                  <a:spLocks noChangeArrowheads="1"/>
                </p:cNvSpPr>
                <p:nvPr/>
              </p:nvSpPr>
              <p:spPr bwMode="auto">
                <a:xfrm>
                  <a:off x="1013" y="3738"/>
                  <a:ext cx="41" cy="12"/>
                </a:xfrm>
                <a:custGeom>
                  <a:avLst/>
                  <a:gdLst>
                    <a:gd name="T0" fmla="*/ 0 w 83"/>
                    <a:gd name="T1" fmla="*/ 36 h 36"/>
                    <a:gd name="T2" fmla="*/ 1 w 83"/>
                    <a:gd name="T3" fmla="*/ 20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124" name="Group 214"/>
              <p:cNvGrpSpPr>
                <a:grpSpLocks/>
              </p:cNvGrpSpPr>
              <p:nvPr/>
            </p:nvGrpSpPr>
            <p:grpSpPr bwMode="auto">
              <a:xfrm>
                <a:off x="1018" y="3740"/>
                <a:ext cx="49" cy="22"/>
                <a:chOff x="1018" y="3740"/>
                <a:chExt cx="49" cy="22"/>
              </a:xfrm>
            </p:grpSpPr>
            <p:sp>
              <p:nvSpPr>
                <p:cNvPr id="423125" name="Freeform 215"/>
                <p:cNvSpPr>
                  <a:spLocks noChangeArrowheads="1"/>
                </p:cNvSpPr>
                <p:nvPr/>
              </p:nvSpPr>
              <p:spPr bwMode="auto">
                <a:xfrm>
                  <a:off x="1018" y="3740"/>
                  <a:ext cx="12"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126" name="Freeform 216"/>
                <p:cNvSpPr>
                  <a:spLocks noChangeArrowheads="1"/>
                </p:cNvSpPr>
                <p:nvPr/>
              </p:nvSpPr>
              <p:spPr bwMode="auto">
                <a:xfrm>
                  <a:off x="1022" y="3740"/>
                  <a:ext cx="38" cy="10"/>
                </a:xfrm>
                <a:custGeom>
                  <a:avLst/>
                  <a:gdLst>
                    <a:gd name="T0" fmla="*/ 2 w 74"/>
                    <a:gd name="T1" fmla="*/ 0 h 31"/>
                    <a:gd name="T2" fmla="*/ 49 w 74"/>
                    <a:gd name="T3" fmla="*/ 0 h 31"/>
                    <a:gd name="T4" fmla="*/ 51 w 74"/>
                    <a:gd name="T5" fmla="*/ 4 h 31"/>
                    <a:gd name="T6" fmla="*/ 57 w 74"/>
                    <a:gd name="T7" fmla="*/ 13 h 31"/>
                    <a:gd name="T8" fmla="*/ 74 w 74"/>
                    <a:gd name="T9" fmla="*/ 31 h 31"/>
                    <a:gd name="T10" fmla="*/ 18 w 74"/>
                    <a:gd name="T11" fmla="*/ 31 h 31"/>
                    <a:gd name="T12" fmla="*/ 10 w 74"/>
                    <a:gd name="T13" fmla="*/ 22 h 31"/>
                    <a:gd name="T14" fmla="*/ 0 w 74"/>
                    <a:gd name="T15" fmla="*/ 7 h 31"/>
                    <a:gd name="T16" fmla="*/ 2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2" y="0"/>
                      </a:moveTo>
                      <a:lnTo>
                        <a:pt x="49" y="0"/>
                      </a:lnTo>
                      <a:lnTo>
                        <a:pt x="51" y="4"/>
                      </a:lnTo>
                      <a:lnTo>
                        <a:pt x="57" y="13"/>
                      </a:lnTo>
                      <a:lnTo>
                        <a:pt x="74" y="31"/>
                      </a:lnTo>
                      <a:lnTo>
                        <a:pt x="18" y="31"/>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127" name="Freeform 217"/>
                <p:cNvSpPr>
                  <a:spLocks noChangeArrowheads="1"/>
                </p:cNvSpPr>
                <p:nvPr/>
              </p:nvSpPr>
              <p:spPr bwMode="auto">
                <a:xfrm>
                  <a:off x="1026" y="3750"/>
                  <a:ext cx="41" cy="12"/>
                </a:xfrm>
                <a:custGeom>
                  <a:avLst/>
                  <a:gdLst>
                    <a:gd name="T0" fmla="*/ 0 w 82"/>
                    <a:gd name="T1" fmla="*/ 36 h 36"/>
                    <a:gd name="T2" fmla="*/ 2 w 82"/>
                    <a:gd name="T3" fmla="*/ 21 h 36"/>
                    <a:gd name="T4" fmla="*/ 6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1"/>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128" name="Group 218"/>
              <p:cNvGrpSpPr>
                <a:grpSpLocks/>
              </p:cNvGrpSpPr>
              <p:nvPr/>
            </p:nvGrpSpPr>
            <p:grpSpPr bwMode="auto">
              <a:xfrm>
                <a:off x="1030" y="3753"/>
                <a:ext cx="49" cy="23"/>
                <a:chOff x="1030" y="3753"/>
                <a:chExt cx="49" cy="23"/>
              </a:xfrm>
            </p:grpSpPr>
            <p:sp>
              <p:nvSpPr>
                <p:cNvPr id="423129" name="Freeform 219"/>
                <p:cNvSpPr>
                  <a:spLocks noChangeArrowheads="1"/>
                </p:cNvSpPr>
                <p:nvPr/>
              </p:nvSpPr>
              <p:spPr bwMode="auto">
                <a:xfrm>
                  <a:off x="1030" y="3753"/>
                  <a:ext cx="13" cy="23"/>
                </a:xfrm>
                <a:custGeom>
                  <a:avLst/>
                  <a:gdLst>
                    <a:gd name="T0" fmla="*/ 16 w 25"/>
                    <a:gd name="T1" fmla="*/ 68 h 68"/>
                    <a:gd name="T2" fmla="*/ 0 w 25"/>
                    <a:gd name="T3" fmla="*/ 27 h 68"/>
                    <a:gd name="T4" fmla="*/ 11 w 25"/>
                    <a:gd name="T5" fmla="*/ 0 h 68"/>
                    <a:gd name="T6" fmla="*/ 25 w 25"/>
                    <a:gd name="T7" fmla="*/ 32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2"/>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130" name="Freeform 220"/>
                <p:cNvSpPr>
                  <a:spLocks noChangeArrowheads="1"/>
                </p:cNvSpPr>
                <p:nvPr/>
              </p:nvSpPr>
              <p:spPr bwMode="auto">
                <a:xfrm>
                  <a:off x="1035" y="3753"/>
                  <a:ext cx="37" cy="11"/>
                </a:xfrm>
                <a:custGeom>
                  <a:avLst/>
                  <a:gdLst>
                    <a:gd name="T0" fmla="*/ 2 w 74"/>
                    <a:gd name="T1" fmla="*/ 0 h 31"/>
                    <a:gd name="T2" fmla="*/ 51 w 74"/>
                    <a:gd name="T3" fmla="*/ 0 h 31"/>
                    <a:gd name="T4" fmla="*/ 52 w 74"/>
                    <a:gd name="T5" fmla="*/ 4 h 31"/>
                    <a:gd name="T6" fmla="*/ 56 w 74"/>
                    <a:gd name="T7" fmla="*/ 13 h 31"/>
                    <a:gd name="T8" fmla="*/ 74 w 74"/>
                    <a:gd name="T9" fmla="*/ 31 h 31"/>
                    <a:gd name="T10" fmla="*/ 18 w 74"/>
                    <a:gd name="T11" fmla="*/ 31 h 31"/>
                    <a:gd name="T12" fmla="*/ 10 w 74"/>
                    <a:gd name="T13" fmla="*/ 22 h 31"/>
                    <a:gd name="T14" fmla="*/ 0 w 74"/>
                    <a:gd name="T15" fmla="*/ 7 h 31"/>
                    <a:gd name="T16" fmla="*/ 2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2" y="0"/>
                      </a:moveTo>
                      <a:lnTo>
                        <a:pt x="51" y="0"/>
                      </a:lnTo>
                      <a:lnTo>
                        <a:pt x="52" y="4"/>
                      </a:lnTo>
                      <a:lnTo>
                        <a:pt x="56" y="13"/>
                      </a:lnTo>
                      <a:lnTo>
                        <a:pt x="74" y="31"/>
                      </a:lnTo>
                      <a:lnTo>
                        <a:pt x="18" y="31"/>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131" name="Freeform 221"/>
                <p:cNvSpPr>
                  <a:spLocks noChangeArrowheads="1"/>
                </p:cNvSpPr>
                <p:nvPr/>
              </p:nvSpPr>
              <p:spPr bwMode="auto">
                <a:xfrm>
                  <a:off x="1039" y="3764"/>
                  <a:ext cx="40" cy="12"/>
                </a:xfrm>
                <a:custGeom>
                  <a:avLst/>
                  <a:gdLst>
                    <a:gd name="T0" fmla="*/ 0 w 82"/>
                    <a:gd name="T1" fmla="*/ 35 h 35"/>
                    <a:gd name="T2" fmla="*/ 2 w 82"/>
                    <a:gd name="T3" fmla="*/ 19 h 35"/>
                    <a:gd name="T4" fmla="*/ 7 w 82"/>
                    <a:gd name="T5" fmla="*/ 7 h 35"/>
                    <a:gd name="T6" fmla="*/ 11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2" y="19"/>
                      </a:lnTo>
                      <a:lnTo>
                        <a:pt x="7" y="7"/>
                      </a:lnTo>
                      <a:lnTo>
                        <a:pt x="11"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sp>
            <p:nvSpPr>
              <p:cNvPr id="423132" name="Freeform 222"/>
              <p:cNvSpPr>
                <a:spLocks noChangeArrowheads="1"/>
              </p:cNvSpPr>
              <p:nvPr/>
            </p:nvSpPr>
            <p:spPr bwMode="auto">
              <a:xfrm>
                <a:off x="778" y="3535"/>
                <a:ext cx="12" cy="23"/>
              </a:xfrm>
              <a:custGeom>
                <a:avLst/>
                <a:gdLst>
                  <a:gd name="T0" fmla="*/ 13 w 24"/>
                  <a:gd name="T1" fmla="*/ 68 h 68"/>
                  <a:gd name="T2" fmla="*/ 0 w 24"/>
                  <a:gd name="T3" fmla="*/ 27 h 68"/>
                  <a:gd name="T4" fmla="*/ 9 w 24"/>
                  <a:gd name="T5" fmla="*/ 0 h 68"/>
                  <a:gd name="T6" fmla="*/ 24 w 24"/>
                  <a:gd name="T7" fmla="*/ 31 h 68"/>
                  <a:gd name="T8" fmla="*/ 13 w 24"/>
                  <a:gd name="T9" fmla="*/ 68 h 68"/>
                </a:gdLst>
                <a:ahLst/>
                <a:cxnLst>
                  <a:cxn ang="0">
                    <a:pos x="T0" y="T1"/>
                  </a:cxn>
                  <a:cxn ang="0">
                    <a:pos x="T2" y="T3"/>
                  </a:cxn>
                  <a:cxn ang="0">
                    <a:pos x="T4" y="T5"/>
                  </a:cxn>
                  <a:cxn ang="0">
                    <a:pos x="T6" y="T7"/>
                  </a:cxn>
                  <a:cxn ang="0">
                    <a:pos x="T8" y="T9"/>
                  </a:cxn>
                </a:cxnLst>
                <a:rect l="0" t="0" r="r" b="b"/>
                <a:pathLst>
                  <a:path w="24" h="68">
                    <a:moveTo>
                      <a:pt x="13" y="68"/>
                    </a:moveTo>
                    <a:lnTo>
                      <a:pt x="0" y="27"/>
                    </a:lnTo>
                    <a:lnTo>
                      <a:pt x="9" y="0"/>
                    </a:lnTo>
                    <a:lnTo>
                      <a:pt x="24"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133" name="Freeform 223"/>
              <p:cNvSpPr>
                <a:spLocks noChangeArrowheads="1"/>
              </p:cNvSpPr>
              <p:nvPr/>
            </p:nvSpPr>
            <p:spPr bwMode="auto">
              <a:xfrm>
                <a:off x="783" y="3535"/>
                <a:ext cx="36" cy="11"/>
              </a:xfrm>
              <a:custGeom>
                <a:avLst/>
                <a:gdLst>
                  <a:gd name="T0" fmla="*/ 1 w 72"/>
                  <a:gd name="T1" fmla="*/ 0 h 31"/>
                  <a:gd name="T2" fmla="*/ 50 w 72"/>
                  <a:gd name="T3" fmla="*/ 0 h 31"/>
                  <a:gd name="T4" fmla="*/ 51 w 72"/>
                  <a:gd name="T5" fmla="*/ 4 h 31"/>
                  <a:gd name="T6" fmla="*/ 57 w 72"/>
                  <a:gd name="T7" fmla="*/ 13 h 31"/>
                  <a:gd name="T8" fmla="*/ 72 w 72"/>
                  <a:gd name="T9" fmla="*/ 31 h 31"/>
                  <a:gd name="T10" fmla="*/ 18 w 72"/>
                  <a:gd name="T11" fmla="*/ 31 h 31"/>
                  <a:gd name="T12" fmla="*/ 9 w 72"/>
                  <a:gd name="T13" fmla="*/ 22 h 31"/>
                  <a:gd name="T14" fmla="*/ 0 w 72"/>
                  <a:gd name="T15" fmla="*/ 7 h 31"/>
                  <a:gd name="T16" fmla="*/ 1 w 72"/>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1">
                    <a:moveTo>
                      <a:pt x="1" y="0"/>
                    </a:moveTo>
                    <a:lnTo>
                      <a:pt x="50" y="0"/>
                    </a:lnTo>
                    <a:lnTo>
                      <a:pt x="51" y="4"/>
                    </a:lnTo>
                    <a:lnTo>
                      <a:pt x="57" y="13"/>
                    </a:lnTo>
                    <a:lnTo>
                      <a:pt x="72" y="31"/>
                    </a:lnTo>
                    <a:lnTo>
                      <a:pt x="18" y="31"/>
                    </a:lnTo>
                    <a:lnTo>
                      <a:pt x="9" y="22"/>
                    </a:lnTo>
                    <a:lnTo>
                      <a:pt x="0" y="7"/>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134" name="Freeform 224"/>
              <p:cNvSpPr>
                <a:spLocks noChangeArrowheads="1"/>
              </p:cNvSpPr>
              <p:nvPr/>
            </p:nvSpPr>
            <p:spPr bwMode="auto">
              <a:xfrm>
                <a:off x="786" y="3546"/>
                <a:ext cx="41" cy="12"/>
              </a:xfrm>
              <a:custGeom>
                <a:avLst/>
                <a:gdLst>
                  <a:gd name="T0" fmla="*/ 0 w 83"/>
                  <a:gd name="T1" fmla="*/ 36 h 36"/>
                  <a:gd name="T2" fmla="*/ 3 w 83"/>
                  <a:gd name="T3" fmla="*/ 21 h 36"/>
                  <a:gd name="T4" fmla="*/ 7 w 83"/>
                  <a:gd name="T5" fmla="*/ 8 h 36"/>
                  <a:gd name="T6" fmla="*/ 12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21"/>
                    </a:lnTo>
                    <a:lnTo>
                      <a:pt x="7" y="8"/>
                    </a:lnTo>
                    <a:lnTo>
                      <a:pt x="12"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nvGrpSpPr>
              <p:cNvPr id="423135" name="Group 225"/>
              <p:cNvGrpSpPr>
                <a:grpSpLocks/>
              </p:cNvGrpSpPr>
              <p:nvPr/>
            </p:nvGrpSpPr>
            <p:grpSpPr bwMode="auto">
              <a:xfrm>
                <a:off x="790" y="3547"/>
                <a:ext cx="49" cy="23"/>
                <a:chOff x="790" y="3547"/>
                <a:chExt cx="49" cy="23"/>
              </a:xfrm>
            </p:grpSpPr>
            <p:sp>
              <p:nvSpPr>
                <p:cNvPr id="423136" name="Freeform 226"/>
                <p:cNvSpPr>
                  <a:spLocks noChangeArrowheads="1"/>
                </p:cNvSpPr>
                <p:nvPr/>
              </p:nvSpPr>
              <p:spPr bwMode="auto">
                <a:xfrm>
                  <a:off x="790" y="3547"/>
                  <a:ext cx="12" cy="23"/>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137" name="Freeform 227"/>
                <p:cNvSpPr>
                  <a:spLocks noChangeArrowheads="1"/>
                </p:cNvSpPr>
                <p:nvPr/>
              </p:nvSpPr>
              <p:spPr bwMode="auto">
                <a:xfrm>
                  <a:off x="795" y="3548"/>
                  <a:ext cx="37" cy="10"/>
                </a:xfrm>
                <a:custGeom>
                  <a:avLst/>
                  <a:gdLst>
                    <a:gd name="T0" fmla="*/ 1 w 73"/>
                    <a:gd name="T1" fmla="*/ 0 h 29"/>
                    <a:gd name="T2" fmla="*/ 48 w 73"/>
                    <a:gd name="T3" fmla="*/ 0 h 29"/>
                    <a:gd name="T4" fmla="*/ 50 w 73"/>
                    <a:gd name="T5" fmla="*/ 2 h 29"/>
                    <a:gd name="T6" fmla="*/ 56 w 73"/>
                    <a:gd name="T7" fmla="*/ 11 h 29"/>
                    <a:gd name="T8" fmla="*/ 73 w 73"/>
                    <a:gd name="T9" fmla="*/ 29 h 29"/>
                    <a:gd name="T10" fmla="*/ 18 w 73"/>
                    <a:gd name="T11" fmla="*/ 29 h 29"/>
                    <a:gd name="T12" fmla="*/ 9 w 73"/>
                    <a:gd name="T13" fmla="*/ 20 h 29"/>
                    <a:gd name="T14" fmla="*/ 0 w 73"/>
                    <a:gd name="T15" fmla="*/ 6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48" y="0"/>
                      </a:lnTo>
                      <a:lnTo>
                        <a:pt x="50"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138" name="Freeform 228"/>
                <p:cNvSpPr>
                  <a:spLocks noChangeArrowheads="1"/>
                </p:cNvSpPr>
                <p:nvPr/>
              </p:nvSpPr>
              <p:spPr bwMode="auto">
                <a:xfrm>
                  <a:off x="798" y="3558"/>
                  <a:ext cx="41" cy="12"/>
                </a:xfrm>
                <a:custGeom>
                  <a:avLst/>
                  <a:gdLst>
                    <a:gd name="T0" fmla="*/ 0 w 82"/>
                    <a:gd name="T1" fmla="*/ 36 h 36"/>
                    <a:gd name="T2" fmla="*/ 2 w 82"/>
                    <a:gd name="T3" fmla="*/ 20 h 36"/>
                    <a:gd name="T4" fmla="*/ 7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7"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139" name="Group 229"/>
              <p:cNvGrpSpPr>
                <a:grpSpLocks/>
              </p:cNvGrpSpPr>
              <p:nvPr/>
            </p:nvGrpSpPr>
            <p:grpSpPr bwMode="auto">
              <a:xfrm>
                <a:off x="803" y="3560"/>
                <a:ext cx="49" cy="22"/>
                <a:chOff x="803" y="3560"/>
                <a:chExt cx="49" cy="22"/>
              </a:xfrm>
            </p:grpSpPr>
            <p:sp>
              <p:nvSpPr>
                <p:cNvPr id="423140" name="Freeform 230"/>
                <p:cNvSpPr>
                  <a:spLocks noChangeArrowheads="1"/>
                </p:cNvSpPr>
                <p:nvPr/>
              </p:nvSpPr>
              <p:spPr bwMode="auto">
                <a:xfrm>
                  <a:off x="803" y="3560"/>
                  <a:ext cx="12" cy="22"/>
                </a:xfrm>
                <a:custGeom>
                  <a:avLst/>
                  <a:gdLst>
                    <a:gd name="T0" fmla="*/ 14 w 24"/>
                    <a:gd name="T1" fmla="*/ 68 h 68"/>
                    <a:gd name="T2" fmla="*/ 0 w 24"/>
                    <a:gd name="T3" fmla="*/ 27 h 68"/>
                    <a:gd name="T4" fmla="*/ 10 w 24"/>
                    <a:gd name="T5" fmla="*/ 0 h 68"/>
                    <a:gd name="T6" fmla="*/ 24 w 24"/>
                    <a:gd name="T7" fmla="*/ 31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7"/>
                      </a:lnTo>
                      <a:lnTo>
                        <a:pt x="10" y="0"/>
                      </a:lnTo>
                      <a:lnTo>
                        <a:pt x="24"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141" name="Freeform 231"/>
                <p:cNvSpPr>
                  <a:spLocks noChangeArrowheads="1"/>
                </p:cNvSpPr>
                <p:nvPr/>
              </p:nvSpPr>
              <p:spPr bwMode="auto">
                <a:xfrm>
                  <a:off x="808" y="3560"/>
                  <a:ext cx="36" cy="10"/>
                </a:xfrm>
                <a:custGeom>
                  <a:avLst/>
                  <a:gdLst>
                    <a:gd name="T0" fmla="*/ 1 w 72"/>
                    <a:gd name="T1" fmla="*/ 0 h 29"/>
                    <a:gd name="T2" fmla="*/ 49 w 72"/>
                    <a:gd name="T3" fmla="*/ 0 h 29"/>
                    <a:gd name="T4" fmla="*/ 50 w 72"/>
                    <a:gd name="T5" fmla="*/ 2 h 29"/>
                    <a:gd name="T6" fmla="*/ 57 w 72"/>
                    <a:gd name="T7" fmla="*/ 11 h 29"/>
                    <a:gd name="T8" fmla="*/ 72 w 72"/>
                    <a:gd name="T9" fmla="*/ 29 h 29"/>
                    <a:gd name="T10" fmla="*/ 18 w 72"/>
                    <a:gd name="T11" fmla="*/ 29 h 29"/>
                    <a:gd name="T12" fmla="*/ 9 w 72"/>
                    <a:gd name="T13" fmla="*/ 20 h 29"/>
                    <a:gd name="T14" fmla="*/ 0 w 72"/>
                    <a:gd name="T15" fmla="*/ 5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49" y="0"/>
                      </a:lnTo>
                      <a:lnTo>
                        <a:pt x="50" y="2"/>
                      </a:lnTo>
                      <a:lnTo>
                        <a:pt x="57" y="11"/>
                      </a:lnTo>
                      <a:lnTo>
                        <a:pt x="72"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142" name="Freeform 232"/>
                <p:cNvSpPr>
                  <a:spLocks noChangeArrowheads="1"/>
                </p:cNvSpPr>
                <p:nvPr/>
              </p:nvSpPr>
              <p:spPr bwMode="auto">
                <a:xfrm>
                  <a:off x="811" y="3571"/>
                  <a:ext cx="41" cy="11"/>
                </a:xfrm>
                <a:custGeom>
                  <a:avLst/>
                  <a:gdLst>
                    <a:gd name="T0" fmla="*/ 0 w 83"/>
                    <a:gd name="T1" fmla="*/ 35 h 35"/>
                    <a:gd name="T2" fmla="*/ 3 w 83"/>
                    <a:gd name="T3" fmla="*/ 19 h 35"/>
                    <a:gd name="T4" fmla="*/ 7 w 83"/>
                    <a:gd name="T5" fmla="*/ 7 h 35"/>
                    <a:gd name="T6" fmla="*/ 12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3" y="19"/>
                      </a:lnTo>
                      <a:lnTo>
                        <a:pt x="7" y="7"/>
                      </a:lnTo>
                      <a:lnTo>
                        <a:pt x="12"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143" name="Group 233"/>
              <p:cNvGrpSpPr>
                <a:grpSpLocks/>
              </p:cNvGrpSpPr>
              <p:nvPr/>
            </p:nvGrpSpPr>
            <p:grpSpPr bwMode="auto">
              <a:xfrm>
                <a:off x="815" y="3572"/>
                <a:ext cx="50" cy="23"/>
                <a:chOff x="815" y="3572"/>
                <a:chExt cx="50" cy="23"/>
              </a:xfrm>
            </p:grpSpPr>
            <p:sp>
              <p:nvSpPr>
                <p:cNvPr id="423144" name="Freeform 234"/>
                <p:cNvSpPr>
                  <a:spLocks noChangeArrowheads="1"/>
                </p:cNvSpPr>
                <p:nvPr/>
              </p:nvSpPr>
              <p:spPr bwMode="auto">
                <a:xfrm>
                  <a:off x="815" y="3572"/>
                  <a:ext cx="13" cy="23"/>
                </a:xfrm>
                <a:custGeom>
                  <a:avLst/>
                  <a:gdLst>
                    <a:gd name="T0" fmla="*/ 16 w 25"/>
                    <a:gd name="T1" fmla="*/ 68 h 68"/>
                    <a:gd name="T2" fmla="*/ 0 w 25"/>
                    <a:gd name="T3" fmla="*/ 25 h 68"/>
                    <a:gd name="T4" fmla="*/ 10 w 25"/>
                    <a:gd name="T5" fmla="*/ 0 h 68"/>
                    <a:gd name="T6" fmla="*/ 25 w 25"/>
                    <a:gd name="T7" fmla="*/ 30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5"/>
                      </a:lnTo>
                      <a:lnTo>
                        <a:pt x="10"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145" name="Freeform 235"/>
                <p:cNvSpPr>
                  <a:spLocks noChangeArrowheads="1"/>
                </p:cNvSpPr>
                <p:nvPr/>
              </p:nvSpPr>
              <p:spPr bwMode="auto">
                <a:xfrm>
                  <a:off x="820" y="3573"/>
                  <a:ext cx="37" cy="9"/>
                </a:xfrm>
                <a:custGeom>
                  <a:avLst/>
                  <a:gdLst>
                    <a:gd name="T0" fmla="*/ 1 w 75"/>
                    <a:gd name="T1" fmla="*/ 0 h 29"/>
                    <a:gd name="T2" fmla="*/ 50 w 75"/>
                    <a:gd name="T3" fmla="*/ 0 h 29"/>
                    <a:gd name="T4" fmla="*/ 52 w 75"/>
                    <a:gd name="T5" fmla="*/ 2 h 29"/>
                    <a:gd name="T6" fmla="*/ 56 w 75"/>
                    <a:gd name="T7" fmla="*/ 11 h 29"/>
                    <a:gd name="T8" fmla="*/ 75 w 75"/>
                    <a:gd name="T9" fmla="*/ 29 h 29"/>
                    <a:gd name="T10" fmla="*/ 18 w 75"/>
                    <a:gd name="T11" fmla="*/ 29 h 29"/>
                    <a:gd name="T12" fmla="*/ 10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2"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146" name="Freeform 236"/>
                <p:cNvSpPr>
                  <a:spLocks noChangeArrowheads="1"/>
                </p:cNvSpPr>
                <p:nvPr/>
              </p:nvSpPr>
              <p:spPr bwMode="auto">
                <a:xfrm>
                  <a:off x="824" y="3583"/>
                  <a:ext cx="41" cy="12"/>
                </a:xfrm>
                <a:custGeom>
                  <a:avLst/>
                  <a:gdLst>
                    <a:gd name="T0" fmla="*/ 0 w 82"/>
                    <a:gd name="T1" fmla="*/ 36 h 36"/>
                    <a:gd name="T2" fmla="*/ 1 w 82"/>
                    <a:gd name="T3" fmla="*/ 19 h 36"/>
                    <a:gd name="T4" fmla="*/ 6 w 82"/>
                    <a:gd name="T5" fmla="*/ 7 h 36"/>
                    <a:gd name="T6" fmla="*/ 10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6" y="7"/>
                      </a:lnTo>
                      <a:lnTo>
                        <a:pt x="10"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147" name="Group 237"/>
              <p:cNvGrpSpPr>
                <a:grpSpLocks/>
              </p:cNvGrpSpPr>
              <p:nvPr/>
            </p:nvGrpSpPr>
            <p:grpSpPr bwMode="auto">
              <a:xfrm>
                <a:off x="828" y="3585"/>
                <a:ext cx="49" cy="23"/>
                <a:chOff x="828" y="3585"/>
                <a:chExt cx="49" cy="23"/>
              </a:xfrm>
            </p:grpSpPr>
            <p:sp>
              <p:nvSpPr>
                <p:cNvPr id="423148" name="Freeform 238"/>
                <p:cNvSpPr>
                  <a:spLocks noChangeArrowheads="1"/>
                </p:cNvSpPr>
                <p:nvPr/>
              </p:nvSpPr>
              <p:spPr bwMode="auto">
                <a:xfrm>
                  <a:off x="828" y="3585"/>
                  <a:ext cx="13" cy="23"/>
                </a:xfrm>
                <a:custGeom>
                  <a:avLst/>
                  <a:gdLst>
                    <a:gd name="T0" fmla="*/ 16 w 25"/>
                    <a:gd name="T1" fmla="*/ 68 h 68"/>
                    <a:gd name="T2" fmla="*/ 0 w 25"/>
                    <a:gd name="T3" fmla="*/ 26 h 68"/>
                    <a:gd name="T4" fmla="*/ 9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6"/>
                      </a:lnTo>
                      <a:lnTo>
                        <a:pt x="9"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149" name="Freeform 239"/>
                <p:cNvSpPr>
                  <a:spLocks noChangeArrowheads="1"/>
                </p:cNvSpPr>
                <p:nvPr/>
              </p:nvSpPr>
              <p:spPr bwMode="auto">
                <a:xfrm>
                  <a:off x="833" y="3586"/>
                  <a:ext cx="37" cy="10"/>
                </a:xfrm>
                <a:custGeom>
                  <a:avLst/>
                  <a:gdLst>
                    <a:gd name="T0" fmla="*/ 1 w 75"/>
                    <a:gd name="T1" fmla="*/ 0 h 29"/>
                    <a:gd name="T2" fmla="*/ 50 w 75"/>
                    <a:gd name="T3" fmla="*/ 0 h 29"/>
                    <a:gd name="T4" fmla="*/ 51 w 75"/>
                    <a:gd name="T5" fmla="*/ 2 h 29"/>
                    <a:gd name="T6" fmla="*/ 57 w 75"/>
                    <a:gd name="T7" fmla="*/ 11 h 29"/>
                    <a:gd name="T8" fmla="*/ 75 w 75"/>
                    <a:gd name="T9" fmla="*/ 29 h 29"/>
                    <a:gd name="T10" fmla="*/ 18 w 75"/>
                    <a:gd name="T11" fmla="*/ 29 h 29"/>
                    <a:gd name="T12" fmla="*/ 11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2"/>
                      </a:lnTo>
                      <a:lnTo>
                        <a:pt x="57" y="11"/>
                      </a:lnTo>
                      <a:lnTo>
                        <a:pt x="75" y="29"/>
                      </a:lnTo>
                      <a:lnTo>
                        <a:pt x="18" y="29"/>
                      </a:lnTo>
                      <a:lnTo>
                        <a:pt x="11"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150" name="Freeform 240"/>
                <p:cNvSpPr>
                  <a:spLocks noChangeArrowheads="1"/>
                </p:cNvSpPr>
                <p:nvPr/>
              </p:nvSpPr>
              <p:spPr bwMode="auto">
                <a:xfrm>
                  <a:off x="837" y="3596"/>
                  <a:ext cx="40" cy="12"/>
                </a:xfrm>
                <a:custGeom>
                  <a:avLst/>
                  <a:gdLst>
                    <a:gd name="T0" fmla="*/ 0 w 80"/>
                    <a:gd name="T1" fmla="*/ 36 h 36"/>
                    <a:gd name="T2" fmla="*/ 1 w 80"/>
                    <a:gd name="T3" fmla="*/ 20 h 36"/>
                    <a:gd name="T4" fmla="*/ 5 w 80"/>
                    <a:gd name="T5" fmla="*/ 8 h 36"/>
                    <a:gd name="T6" fmla="*/ 10 w 80"/>
                    <a:gd name="T7" fmla="*/ 0 h 36"/>
                    <a:gd name="T8" fmla="*/ 67 w 80"/>
                    <a:gd name="T9" fmla="*/ 0 h 36"/>
                    <a:gd name="T10" fmla="*/ 80 w 80"/>
                    <a:gd name="T11" fmla="*/ 36 h 36"/>
                    <a:gd name="T12" fmla="*/ 0 w 8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0" h="36">
                      <a:moveTo>
                        <a:pt x="0" y="36"/>
                      </a:moveTo>
                      <a:lnTo>
                        <a:pt x="1" y="20"/>
                      </a:lnTo>
                      <a:lnTo>
                        <a:pt x="5" y="8"/>
                      </a:lnTo>
                      <a:lnTo>
                        <a:pt x="10" y="0"/>
                      </a:lnTo>
                      <a:lnTo>
                        <a:pt x="67" y="0"/>
                      </a:lnTo>
                      <a:lnTo>
                        <a:pt x="80"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151" name="Group 241"/>
              <p:cNvGrpSpPr>
                <a:grpSpLocks/>
              </p:cNvGrpSpPr>
              <p:nvPr/>
            </p:nvGrpSpPr>
            <p:grpSpPr bwMode="auto">
              <a:xfrm>
                <a:off x="840" y="3600"/>
                <a:ext cx="100" cy="73"/>
                <a:chOff x="840" y="3600"/>
                <a:chExt cx="100" cy="73"/>
              </a:xfrm>
            </p:grpSpPr>
            <p:grpSp>
              <p:nvGrpSpPr>
                <p:cNvPr id="423152" name="Group 242"/>
                <p:cNvGrpSpPr>
                  <a:grpSpLocks/>
                </p:cNvGrpSpPr>
                <p:nvPr/>
              </p:nvGrpSpPr>
              <p:grpSpPr bwMode="auto">
                <a:xfrm>
                  <a:off x="840" y="3600"/>
                  <a:ext cx="49" cy="23"/>
                  <a:chOff x="840" y="3600"/>
                  <a:chExt cx="49" cy="23"/>
                </a:xfrm>
              </p:grpSpPr>
              <p:sp>
                <p:nvSpPr>
                  <p:cNvPr id="423153" name="Freeform 243"/>
                  <p:cNvSpPr>
                    <a:spLocks noChangeArrowheads="1"/>
                  </p:cNvSpPr>
                  <p:nvPr/>
                </p:nvSpPr>
                <p:spPr bwMode="auto">
                  <a:xfrm>
                    <a:off x="840" y="3600"/>
                    <a:ext cx="13" cy="23"/>
                  </a:xfrm>
                  <a:custGeom>
                    <a:avLst/>
                    <a:gdLst>
                      <a:gd name="T0" fmla="*/ 15 w 25"/>
                      <a:gd name="T1" fmla="*/ 70 h 70"/>
                      <a:gd name="T2" fmla="*/ 0 w 25"/>
                      <a:gd name="T3" fmla="*/ 27 h 70"/>
                      <a:gd name="T4" fmla="*/ 10 w 25"/>
                      <a:gd name="T5" fmla="*/ 0 h 70"/>
                      <a:gd name="T6" fmla="*/ 25 w 25"/>
                      <a:gd name="T7" fmla="*/ 31 h 70"/>
                      <a:gd name="T8" fmla="*/ 15 w 25"/>
                      <a:gd name="T9" fmla="*/ 70 h 70"/>
                    </a:gdLst>
                    <a:ahLst/>
                    <a:cxnLst>
                      <a:cxn ang="0">
                        <a:pos x="T0" y="T1"/>
                      </a:cxn>
                      <a:cxn ang="0">
                        <a:pos x="T2" y="T3"/>
                      </a:cxn>
                      <a:cxn ang="0">
                        <a:pos x="T4" y="T5"/>
                      </a:cxn>
                      <a:cxn ang="0">
                        <a:pos x="T6" y="T7"/>
                      </a:cxn>
                      <a:cxn ang="0">
                        <a:pos x="T8" y="T9"/>
                      </a:cxn>
                    </a:cxnLst>
                    <a:rect l="0" t="0" r="r" b="b"/>
                    <a:pathLst>
                      <a:path w="25" h="70">
                        <a:moveTo>
                          <a:pt x="15" y="70"/>
                        </a:moveTo>
                        <a:lnTo>
                          <a:pt x="0" y="27"/>
                        </a:lnTo>
                        <a:lnTo>
                          <a:pt x="10" y="0"/>
                        </a:lnTo>
                        <a:lnTo>
                          <a:pt x="25" y="31"/>
                        </a:lnTo>
                        <a:lnTo>
                          <a:pt x="15"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154" name="Freeform 244"/>
                  <p:cNvSpPr>
                    <a:spLocks noChangeArrowheads="1"/>
                  </p:cNvSpPr>
                  <p:nvPr/>
                </p:nvSpPr>
                <p:spPr bwMode="auto">
                  <a:xfrm>
                    <a:off x="845" y="3600"/>
                    <a:ext cx="37" cy="11"/>
                  </a:xfrm>
                  <a:custGeom>
                    <a:avLst/>
                    <a:gdLst>
                      <a:gd name="T0" fmla="*/ 1 w 75"/>
                      <a:gd name="T1" fmla="*/ 0 h 31"/>
                      <a:gd name="T2" fmla="*/ 50 w 75"/>
                      <a:gd name="T3" fmla="*/ 0 h 31"/>
                      <a:gd name="T4" fmla="*/ 52 w 75"/>
                      <a:gd name="T5" fmla="*/ 4 h 31"/>
                      <a:gd name="T6" fmla="*/ 56 w 75"/>
                      <a:gd name="T7" fmla="*/ 13 h 31"/>
                      <a:gd name="T8" fmla="*/ 75 w 75"/>
                      <a:gd name="T9" fmla="*/ 31 h 31"/>
                      <a:gd name="T10" fmla="*/ 18 w 75"/>
                      <a:gd name="T11" fmla="*/ 31 h 31"/>
                      <a:gd name="T12" fmla="*/ 9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2" y="4"/>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155" name="Freeform 245"/>
                  <p:cNvSpPr>
                    <a:spLocks noChangeArrowheads="1"/>
                  </p:cNvSpPr>
                  <p:nvPr/>
                </p:nvSpPr>
                <p:spPr bwMode="auto">
                  <a:xfrm>
                    <a:off x="848" y="3611"/>
                    <a:ext cx="41" cy="12"/>
                  </a:xfrm>
                  <a:custGeom>
                    <a:avLst/>
                    <a:gdLst>
                      <a:gd name="T0" fmla="*/ 0 w 82"/>
                      <a:gd name="T1" fmla="*/ 38 h 38"/>
                      <a:gd name="T2" fmla="*/ 2 w 82"/>
                      <a:gd name="T3" fmla="*/ 22 h 38"/>
                      <a:gd name="T4" fmla="*/ 8 w 82"/>
                      <a:gd name="T5" fmla="*/ 8 h 38"/>
                      <a:gd name="T6" fmla="*/ 12 w 82"/>
                      <a:gd name="T7" fmla="*/ 0 h 38"/>
                      <a:gd name="T8" fmla="*/ 69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2" y="22"/>
                        </a:lnTo>
                        <a:lnTo>
                          <a:pt x="8" y="8"/>
                        </a:lnTo>
                        <a:lnTo>
                          <a:pt x="12"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156" name="Group 246"/>
                <p:cNvGrpSpPr>
                  <a:grpSpLocks/>
                </p:cNvGrpSpPr>
                <p:nvPr/>
              </p:nvGrpSpPr>
              <p:grpSpPr bwMode="auto">
                <a:xfrm>
                  <a:off x="853" y="3612"/>
                  <a:ext cx="48" cy="23"/>
                  <a:chOff x="853" y="3612"/>
                  <a:chExt cx="48" cy="23"/>
                </a:xfrm>
              </p:grpSpPr>
              <p:sp>
                <p:nvSpPr>
                  <p:cNvPr id="423157" name="Freeform 247"/>
                  <p:cNvSpPr>
                    <a:spLocks noChangeArrowheads="1"/>
                  </p:cNvSpPr>
                  <p:nvPr/>
                </p:nvSpPr>
                <p:spPr bwMode="auto">
                  <a:xfrm>
                    <a:off x="853" y="3612"/>
                    <a:ext cx="12" cy="23"/>
                  </a:xfrm>
                  <a:custGeom>
                    <a:avLst/>
                    <a:gdLst>
                      <a:gd name="T0" fmla="*/ 14 w 25"/>
                      <a:gd name="T1" fmla="*/ 69 h 69"/>
                      <a:gd name="T2" fmla="*/ 0 w 25"/>
                      <a:gd name="T3" fmla="*/ 28 h 69"/>
                      <a:gd name="T4" fmla="*/ 10 w 25"/>
                      <a:gd name="T5" fmla="*/ 0 h 69"/>
                      <a:gd name="T6" fmla="*/ 25 w 25"/>
                      <a:gd name="T7" fmla="*/ 32 h 69"/>
                      <a:gd name="T8" fmla="*/ 14 w 25"/>
                      <a:gd name="T9" fmla="*/ 69 h 69"/>
                    </a:gdLst>
                    <a:ahLst/>
                    <a:cxnLst>
                      <a:cxn ang="0">
                        <a:pos x="T0" y="T1"/>
                      </a:cxn>
                      <a:cxn ang="0">
                        <a:pos x="T2" y="T3"/>
                      </a:cxn>
                      <a:cxn ang="0">
                        <a:pos x="T4" y="T5"/>
                      </a:cxn>
                      <a:cxn ang="0">
                        <a:pos x="T6" y="T7"/>
                      </a:cxn>
                      <a:cxn ang="0">
                        <a:pos x="T8" y="T9"/>
                      </a:cxn>
                    </a:cxnLst>
                    <a:rect l="0" t="0" r="r" b="b"/>
                    <a:pathLst>
                      <a:path w="25" h="69">
                        <a:moveTo>
                          <a:pt x="14" y="69"/>
                        </a:moveTo>
                        <a:lnTo>
                          <a:pt x="0" y="28"/>
                        </a:lnTo>
                        <a:lnTo>
                          <a:pt x="10"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158" name="Freeform 248"/>
                  <p:cNvSpPr>
                    <a:spLocks noChangeArrowheads="1"/>
                  </p:cNvSpPr>
                  <p:nvPr/>
                </p:nvSpPr>
                <p:spPr bwMode="auto">
                  <a:xfrm>
                    <a:off x="857" y="3613"/>
                    <a:ext cx="37" cy="10"/>
                  </a:xfrm>
                  <a:custGeom>
                    <a:avLst/>
                    <a:gdLst>
                      <a:gd name="T0" fmla="*/ 1 w 73"/>
                      <a:gd name="T1" fmla="*/ 0 h 32"/>
                      <a:gd name="T2" fmla="*/ 50 w 73"/>
                      <a:gd name="T3" fmla="*/ 0 h 32"/>
                      <a:gd name="T4" fmla="*/ 51 w 73"/>
                      <a:gd name="T5" fmla="*/ 3 h 32"/>
                      <a:gd name="T6" fmla="*/ 56 w 73"/>
                      <a:gd name="T7" fmla="*/ 15 h 32"/>
                      <a:gd name="T8" fmla="*/ 73 w 73"/>
                      <a:gd name="T9" fmla="*/ 32 h 32"/>
                      <a:gd name="T10" fmla="*/ 18 w 73"/>
                      <a:gd name="T11" fmla="*/ 32 h 32"/>
                      <a:gd name="T12" fmla="*/ 9 w 73"/>
                      <a:gd name="T13" fmla="*/ 22 h 32"/>
                      <a:gd name="T14" fmla="*/ 0 w 73"/>
                      <a:gd name="T15" fmla="*/ 7 h 32"/>
                      <a:gd name="T16" fmla="*/ 1 w 73"/>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2">
                        <a:moveTo>
                          <a:pt x="1" y="0"/>
                        </a:moveTo>
                        <a:lnTo>
                          <a:pt x="50" y="0"/>
                        </a:lnTo>
                        <a:lnTo>
                          <a:pt x="51" y="3"/>
                        </a:lnTo>
                        <a:lnTo>
                          <a:pt x="56" y="15"/>
                        </a:lnTo>
                        <a:lnTo>
                          <a:pt x="73" y="32"/>
                        </a:lnTo>
                        <a:lnTo>
                          <a:pt x="18" y="32"/>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159" name="Freeform 249"/>
                  <p:cNvSpPr>
                    <a:spLocks noChangeArrowheads="1"/>
                  </p:cNvSpPr>
                  <p:nvPr/>
                </p:nvSpPr>
                <p:spPr bwMode="auto">
                  <a:xfrm>
                    <a:off x="860" y="3623"/>
                    <a:ext cx="41" cy="12"/>
                  </a:xfrm>
                  <a:custGeom>
                    <a:avLst/>
                    <a:gdLst>
                      <a:gd name="T0" fmla="*/ 0 w 83"/>
                      <a:gd name="T1" fmla="*/ 36 h 36"/>
                      <a:gd name="T2" fmla="*/ 1 w 83"/>
                      <a:gd name="T3" fmla="*/ 21 h 36"/>
                      <a:gd name="T4" fmla="*/ 6 w 83"/>
                      <a:gd name="T5" fmla="*/ 8 h 36"/>
                      <a:gd name="T6" fmla="*/ 13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1"/>
                        </a:lnTo>
                        <a:lnTo>
                          <a:pt x="6" y="8"/>
                        </a:lnTo>
                        <a:lnTo>
                          <a:pt x="13"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160" name="Group 250"/>
                <p:cNvGrpSpPr>
                  <a:grpSpLocks/>
                </p:cNvGrpSpPr>
                <p:nvPr/>
              </p:nvGrpSpPr>
              <p:grpSpPr bwMode="auto">
                <a:xfrm>
                  <a:off x="865" y="3625"/>
                  <a:ext cx="49" cy="23"/>
                  <a:chOff x="865" y="3625"/>
                  <a:chExt cx="49" cy="23"/>
                </a:xfrm>
              </p:grpSpPr>
              <p:sp>
                <p:nvSpPr>
                  <p:cNvPr id="423161" name="Freeform 251"/>
                  <p:cNvSpPr>
                    <a:spLocks noChangeArrowheads="1"/>
                  </p:cNvSpPr>
                  <p:nvPr/>
                </p:nvSpPr>
                <p:spPr bwMode="auto">
                  <a:xfrm>
                    <a:off x="865" y="3625"/>
                    <a:ext cx="12" cy="23"/>
                  </a:xfrm>
                  <a:custGeom>
                    <a:avLst/>
                    <a:gdLst>
                      <a:gd name="T0" fmla="*/ 16 w 25"/>
                      <a:gd name="T1" fmla="*/ 68 h 68"/>
                      <a:gd name="T2" fmla="*/ 0 w 25"/>
                      <a:gd name="T3" fmla="*/ 27 h 68"/>
                      <a:gd name="T4" fmla="*/ 11 w 25"/>
                      <a:gd name="T5" fmla="*/ 0 h 68"/>
                      <a:gd name="T6" fmla="*/ 25 w 25"/>
                      <a:gd name="T7" fmla="*/ 30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162" name="Freeform 252"/>
                  <p:cNvSpPr>
                    <a:spLocks noChangeArrowheads="1"/>
                  </p:cNvSpPr>
                  <p:nvPr/>
                </p:nvSpPr>
                <p:spPr bwMode="auto">
                  <a:xfrm>
                    <a:off x="870" y="3626"/>
                    <a:ext cx="37" cy="9"/>
                  </a:xfrm>
                  <a:custGeom>
                    <a:avLst/>
                    <a:gdLst>
                      <a:gd name="T0" fmla="*/ 1 w 73"/>
                      <a:gd name="T1" fmla="*/ 0 h 29"/>
                      <a:gd name="T2" fmla="*/ 50 w 73"/>
                      <a:gd name="T3" fmla="*/ 0 h 29"/>
                      <a:gd name="T4" fmla="*/ 52 w 73"/>
                      <a:gd name="T5" fmla="*/ 2 h 29"/>
                      <a:gd name="T6" fmla="*/ 56 w 73"/>
                      <a:gd name="T7" fmla="*/ 11 h 29"/>
                      <a:gd name="T8" fmla="*/ 73 w 73"/>
                      <a:gd name="T9" fmla="*/ 29 h 29"/>
                      <a:gd name="T10" fmla="*/ 18 w 73"/>
                      <a:gd name="T11" fmla="*/ 29 h 29"/>
                      <a:gd name="T12" fmla="*/ 9 w 73"/>
                      <a:gd name="T13" fmla="*/ 20 h 29"/>
                      <a:gd name="T14" fmla="*/ 0 w 73"/>
                      <a:gd name="T15" fmla="*/ 6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50" y="0"/>
                        </a:lnTo>
                        <a:lnTo>
                          <a:pt x="52"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163" name="Freeform 253"/>
                  <p:cNvSpPr>
                    <a:spLocks noChangeArrowheads="1"/>
                  </p:cNvSpPr>
                  <p:nvPr/>
                </p:nvSpPr>
                <p:spPr bwMode="auto">
                  <a:xfrm>
                    <a:off x="873" y="3636"/>
                    <a:ext cx="41" cy="12"/>
                  </a:xfrm>
                  <a:custGeom>
                    <a:avLst/>
                    <a:gdLst>
                      <a:gd name="T0" fmla="*/ 0 w 82"/>
                      <a:gd name="T1" fmla="*/ 36 h 36"/>
                      <a:gd name="T2" fmla="*/ 1 w 82"/>
                      <a:gd name="T3" fmla="*/ 19 h 36"/>
                      <a:gd name="T4" fmla="*/ 7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7"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164" name="Group 254"/>
                <p:cNvGrpSpPr>
                  <a:grpSpLocks/>
                </p:cNvGrpSpPr>
                <p:nvPr/>
              </p:nvGrpSpPr>
              <p:grpSpPr bwMode="auto">
                <a:xfrm>
                  <a:off x="878" y="3638"/>
                  <a:ext cx="49" cy="22"/>
                  <a:chOff x="878" y="3638"/>
                  <a:chExt cx="49" cy="22"/>
                </a:xfrm>
              </p:grpSpPr>
              <p:sp>
                <p:nvSpPr>
                  <p:cNvPr id="423165" name="Freeform 255"/>
                  <p:cNvSpPr>
                    <a:spLocks noChangeArrowheads="1"/>
                  </p:cNvSpPr>
                  <p:nvPr/>
                </p:nvSpPr>
                <p:spPr bwMode="auto">
                  <a:xfrm>
                    <a:off x="878" y="3638"/>
                    <a:ext cx="12"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166" name="Freeform 256"/>
                  <p:cNvSpPr>
                    <a:spLocks noChangeArrowheads="1"/>
                  </p:cNvSpPr>
                  <p:nvPr/>
                </p:nvSpPr>
                <p:spPr bwMode="auto">
                  <a:xfrm>
                    <a:off x="883" y="3638"/>
                    <a:ext cx="36" cy="10"/>
                  </a:xfrm>
                  <a:custGeom>
                    <a:avLst/>
                    <a:gdLst>
                      <a:gd name="T0" fmla="*/ 1 w 72"/>
                      <a:gd name="T1" fmla="*/ 0 h 30"/>
                      <a:gd name="T2" fmla="*/ 49 w 72"/>
                      <a:gd name="T3" fmla="*/ 0 h 30"/>
                      <a:gd name="T4" fmla="*/ 51 w 72"/>
                      <a:gd name="T5" fmla="*/ 3 h 30"/>
                      <a:gd name="T6" fmla="*/ 56 w 72"/>
                      <a:gd name="T7" fmla="*/ 12 h 30"/>
                      <a:gd name="T8" fmla="*/ 72 w 72"/>
                      <a:gd name="T9" fmla="*/ 30 h 30"/>
                      <a:gd name="T10" fmla="*/ 18 w 72"/>
                      <a:gd name="T11" fmla="*/ 30 h 30"/>
                      <a:gd name="T12" fmla="*/ 9 w 72"/>
                      <a:gd name="T13" fmla="*/ 21 h 30"/>
                      <a:gd name="T14" fmla="*/ 0 w 72"/>
                      <a:gd name="T15" fmla="*/ 5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49" y="0"/>
                        </a:lnTo>
                        <a:lnTo>
                          <a:pt x="51" y="3"/>
                        </a:lnTo>
                        <a:lnTo>
                          <a:pt x="56" y="12"/>
                        </a:lnTo>
                        <a:lnTo>
                          <a:pt x="72"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167" name="Freeform 257"/>
                  <p:cNvSpPr>
                    <a:spLocks noChangeArrowheads="1"/>
                  </p:cNvSpPr>
                  <p:nvPr/>
                </p:nvSpPr>
                <p:spPr bwMode="auto">
                  <a:xfrm>
                    <a:off x="886" y="3648"/>
                    <a:ext cx="41" cy="12"/>
                  </a:xfrm>
                  <a:custGeom>
                    <a:avLst/>
                    <a:gdLst>
                      <a:gd name="T0" fmla="*/ 0 w 82"/>
                      <a:gd name="T1" fmla="*/ 36 h 36"/>
                      <a:gd name="T2" fmla="*/ 2 w 82"/>
                      <a:gd name="T3" fmla="*/ 19 h 36"/>
                      <a:gd name="T4" fmla="*/ 6 w 82"/>
                      <a:gd name="T5" fmla="*/ 8 h 36"/>
                      <a:gd name="T6" fmla="*/ 11 w 82"/>
                      <a:gd name="T7" fmla="*/ 0 h 36"/>
                      <a:gd name="T8" fmla="*/ 66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1" y="0"/>
                        </a:lnTo>
                        <a:lnTo>
                          <a:pt x="66"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168" name="Group 258"/>
                <p:cNvGrpSpPr>
                  <a:grpSpLocks/>
                </p:cNvGrpSpPr>
                <p:nvPr/>
              </p:nvGrpSpPr>
              <p:grpSpPr bwMode="auto">
                <a:xfrm>
                  <a:off x="890" y="3651"/>
                  <a:ext cx="50" cy="22"/>
                  <a:chOff x="890" y="3651"/>
                  <a:chExt cx="50" cy="22"/>
                </a:xfrm>
              </p:grpSpPr>
              <p:sp>
                <p:nvSpPr>
                  <p:cNvPr id="423169" name="Freeform 259"/>
                  <p:cNvSpPr>
                    <a:spLocks noChangeArrowheads="1"/>
                  </p:cNvSpPr>
                  <p:nvPr/>
                </p:nvSpPr>
                <p:spPr bwMode="auto">
                  <a:xfrm>
                    <a:off x="890" y="3651"/>
                    <a:ext cx="13" cy="22"/>
                  </a:xfrm>
                  <a:custGeom>
                    <a:avLst/>
                    <a:gdLst>
                      <a:gd name="T0" fmla="*/ 16 w 25"/>
                      <a:gd name="T1" fmla="*/ 67 h 67"/>
                      <a:gd name="T2" fmla="*/ 0 w 25"/>
                      <a:gd name="T3" fmla="*/ 26 h 67"/>
                      <a:gd name="T4" fmla="*/ 12 w 25"/>
                      <a:gd name="T5" fmla="*/ 0 h 67"/>
                      <a:gd name="T6" fmla="*/ 25 w 25"/>
                      <a:gd name="T7" fmla="*/ 30 h 67"/>
                      <a:gd name="T8" fmla="*/ 16 w 25"/>
                      <a:gd name="T9" fmla="*/ 67 h 67"/>
                    </a:gdLst>
                    <a:ahLst/>
                    <a:cxnLst>
                      <a:cxn ang="0">
                        <a:pos x="T0" y="T1"/>
                      </a:cxn>
                      <a:cxn ang="0">
                        <a:pos x="T2" y="T3"/>
                      </a:cxn>
                      <a:cxn ang="0">
                        <a:pos x="T4" y="T5"/>
                      </a:cxn>
                      <a:cxn ang="0">
                        <a:pos x="T6" y="T7"/>
                      </a:cxn>
                      <a:cxn ang="0">
                        <a:pos x="T8" y="T9"/>
                      </a:cxn>
                    </a:cxnLst>
                    <a:rect l="0" t="0" r="r" b="b"/>
                    <a:pathLst>
                      <a:path w="25" h="67">
                        <a:moveTo>
                          <a:pt x="16" y="67"/>
                        </a:moveTo>
                        <a:lnTo>
                          <a:pt x="0" y="26"/>
                        </a:lnTo>
                        <a:lnTo>
                          <a:pt x="12" y="0"/>
                        </a:lnTo>
                        <a:lnTo>
                          <a:pt x="25" y="30"/>
                        </a:lnTo>
                        <a:lnTo>
                          <a:pt x="16"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170" name="Freeform 260"/>
                  <p:cNvSpPr>
                    <a:spLocks noChangeArrowheads="1"/>
                  </p:cNvSpPr>
                  <p:nvPr/>
                </p:nvSpPr>
                <p:spPr bwMode="auto">
                  <a:xfrm>
                    <a:off x="895" y="3651"/>
                    <a:ext cx="37" cy="10"/>
                  </a:xfrm>
                  <a:custGeom>
                    <a:avLst/>
                    <a:gdLst>
                      <a:gd name="T0" fmla="*/ 2 w 73"/>
                      <a:gd name="T1" fmla="*/ 0 h 29"/>
                      <a:gd name="T2" fmla="*/ 48 w 73"/>
                      <a:gd name="T3" fmla="*/ 0 h 29"/>
                      <a:gd name="T4" fmla="*/ 51 w 73"/>
                      <a:gd name="T5" fmla="*/ 2 h 29"/>
                      <a:gd name="T6" fmla="*/ 56 w 73"/>
                      <a:gd name="T7" fmla="*/ 11 h 29"/>
                      <a:gd name="T8" fmla="*/ 73 w 73"/>
                      <a:gd name="T9" fmla="*/ 29 h 29"/>
                      <a:gd name="T10" fmla="*/ 18 w 73"/>
                      <a:gd name="T11" fmla="*/ 29 h 29"/>
                      <a:gd name="T12" fmla="*/ 9 w 73"/>
                      <a:gd name="T13" fmla="*/ 20 h 29"/>
                      <a:gd name="T14" fmla="*/ 0 w 73"/>
                      <a:gd name="T15" fmla="*/ 5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48" y="0"/>
                        </a:lnTo>
                        <a:lnTo>
                          <a:pt x="51" y="2"/>
                        </a:lnTo>
                        <a:lnTo>
                          <a:pt x="56" y="11"/>
                        </a:lnTo>
                        <a:lnTo>
                          <a:pt x="73" y="29"/>
                        </a:lnTo>
                        <a:lnTo>
                          <a:pt x="18" y="29"/>
                        </a:lnTo>
                        <a:lnTo>
                          <a:pt x="9"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171" name="Freeform 261"/>
                  <p:cNvSpPr>
                    <a:spLocks noChangeArrowheads="1"/>
                  </p:cNvSpPr>
                  <p:nvPr/>
                </p:nvSpPr>
                <p:spPr bwMode="auto">
                  <a:xfrm>
                    <a:off x="899" y="3662"/>
                    <a:ext cx="41" cy="11"/>
                  </a:xfrm>
                  <a:custGeom>
                    <a:avLst/>
                    <a:gdLst>
                      <a:gd name="T0" fmla="*/ 0 w 83"/>
                      <a:gd name="T1" fmla="*/ 35 h 35"/>
                      <a:gd name="T2" fmla="*/ 2 w 83"/>
                      <a:gd name="T3" fmla="*/ 19 h 35"/>
                      <a:gd name="T4" fmla="*/ 7 w 83"/>
                      <a:gd name="T5" fmla="*/ 7 h 35"/>
                      <a:gd name="T6" fmla="*/ 11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2" y="19"/>
                        </a:lnTo>
                        <a:lnTo>
                          <a:pt x="7" y="7"/>
                        </a:lnTo>
                        <a:lnTo>
                          <a:pt x="11"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grpSp>
            <p:nvGrpSpPr>
              <p:cNvPr id="423172" name="Group 262"/>
              <p:cNvGrpSpPr>
                <a:grpSpLocks/>
              </p:cNvGrpSpPr>
              <p:nvPr/>
            </p:nvGrpSpPr>
            <p:grpSpPr bwMode="auto">
              <a:xfrm>
                <a:off x="903" y="3665"/>
                <a:ext cx="99" cy="74"/>
                <a:chOff x="903" y="3665"/>
                <a:chExt cx="99" cy="74"/>
              </a:xfrm>
            </p:grpSpPr>
            <p:grpSp>
              <p:nvGrpSpPr>
                <p:cNvPr id="423173" name="Group 263"/>
                <p:cNvGrpSpPr>
                  <a:grpSpLocks/>
                </p:cNvGrpSpPr>
                <p:nvPr/>
              </p:nvGrpSpPr>
              <p:grpSpPr bwMode="auto">
                <a:xfrm>
                  <a:off x="903" y="3665"/>
                  <a:ext cx="49" cy="23"/>
                  <a:chOff x="903" y="3665"/>
                  <a:chExt cx="49" cy="23"/>
                </a:xfrm>
              </p:grpSpPr>
              <p:sp>
                <p:nvSpPr>
                  <p:cNvPr id="423174" name="Freeform 264"/>
                  <p:cNvSpPr>
                    <a:spLocks noChangeArrowheads="1"/>
                  </p:cNvSpPr>
                  <p:nvPr/>
                </p:nvSpPr>
                <p:spPr bwMode="auto">
                  <a:xfrm>
                    <a:off x="903" y="3665"/>
                    <a:ext cx="12" cy="23"/>
                  </a:xfrm>
                  <a:custGeom>
                    <a:avLst/>
                    <a:gdLst>
                      <a:gd name="T0" fmla="*/ 16 w 25"/>
                      <a:gd name="T1" fmla="*/ 69 h 69"/>
                      <a:gd name="T2" fmla="*/ 0 w 25"/>
                      <a:gd name="T3" fmla="*/ 27 h 69"/>
                      <a:gd name="T4" fmla="*/ 10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0"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175" name="Freeform 265"/>
                  <p:cNvSpPr>
                    <a:spLocks noChangeArrowheads="1"/>
                  </p:cNvSpPr>
                  <p:nvPr/>
                </p:nvSpPr>
                <p:spPr bwMode="auto">
                  <a:xfrm>
                    <a:off x="907" y="3666"/>
                    <a:ext cx="37" cy="10"/>
                  </a:xfrm>
                  <a:custGeom>
                    <a:avLst/>
                    <a:gdLst>
                      <a:gd name="T0" fmla="*/ 1 w 73"/>
                      <a:gd name="T1" fmla="*/ 0 h 31"/>
                      <a:gd name="T2" fmla="*/ 49 w 73"/>
                      <a:gd name="T3" fmla="*/ 0 h 31"/>
                      <a:gd name="T4" fmla="*/ 51 w 73"/>
                      <a:gd name="T5" fmla="*/ 4 h 31"/>
                      <a:gd name="T6" fmla="*/ 56 w 73"/>
                      <a:gd name="T7" fmla="*/ 13 h 31"/>
                      <a:gd name="T8" fmla="*/ 73 w 73"/>
                      <a:gd name="T9" fmla="*/ 31 h 31"/>
                      <a:gd name="T10" fmla="*/ 18 w 73"/>
                      <a:gd name="T11" fmla="*/ 31 h 31"/>
                      <a:gd name="T12" fmla="*/ 10 w 73"/>
                      <a:gd name="T13" fmla="*/ 22 h 31"/>
                      <a:gd name="T14" fmla="*/ 0 w 73"/>
                      <a:gd name="T15" fmla="*/ 7 h 31"/>
                      <a:gd name="T16" fmla="*/ 1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1" y="0"/>
                        </a:moveTo>
                        <a:lnTo>
                          <a:pt x="49" y="0"/>
                        </a:lnTo>
                        <a:lnTo>
                          <a:pt x="51" y="4"/>
                        </a:lnTo>
                        <a:lnTo>
                          <a:pt x="56" y="13"/>
                        </a:lnTo>
                        <a:lnTo>
                          <a:pt x="73" y="31"/>
                        </a:lnTo>
                        <a:lnTo>
                          <a:pt x="18" y="31"/>
                        </a:lnTo>
                        <a:lnTo>
                          <a:pt x="10"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176" name="Freeform 266"/>
                  <p:cNvSpPr>
                    <a:spLocks noChangeArrowheads="1"/>
                  </p:cNvSpPr>
                  <p:nvPr/>
                </p:nvSpPr>
                <p:spPr bwMode="auto">
                  <a:xfrm>
                    <a:off x="911" y="3676"/>
                    <a:ext cx="41" cy="12"/>
                  </a:xfrm>
                  <a:custGeom>
                    <a:avLst/>
                    <a:gdLst>
                      <a:gd name="T0" fmla="*/ 0 w 82"/>
                      <a:gd name="T1" fmla="*/ 36 h 36"/>
                      <a:gd name="T2" fmla="*/ 2 w 82"/>
                      <a:gd name="T3" fmla="*/ 20 h 36"/>
                      <a:gd name="T4" fmla="*/ 6 w 82"/>
                      <a:gd name="T5" fmla="*/ 7 h 36"/>
                      <a:gd name="T6" fmla="*/ 11 w 82"/>
                      <a:gd name="T7" fmla="*/ 0 h 36"/>
                      <a:gd name="T8" fmla="*/ 66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6" y="7"/>
                        </a:lnTo>
                        <a:lnTo>
                          <a:pt x="11" y="0"/>
                        </a:lnTo>
                        <a:lnTo>
                          <a:pt x="66"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177" name="Group 267"/>
                <p:cNvGrpSpPr>
                  <a:grpSpLocks/>
                </p:cNvGrpSpPr>
                <p:nvPr/>
              </p:nvGrpSpPr>
              <p:grpSpPr bwMode="auto">
                <a:xfrm>
                  <a:off x="914" y="3678"/>
                  <a:ext cx="49" cy="23"/>
                  <a:chOff x="914" y="3678"/>
                  <a:chExt cx="49" cy="23"/>
                </a:xfrm>
              </p:grpSpPr>
              <p:sp>
                <p:nvSpPr>
                  <p:cNvPr id="423178" name="Freeform 268"/>
                  <p:cNvSpPr>
                    <a:spLocks noChangeArrowheads="1"/>
                  </p:cNvSpPr>
                  <p:nvPr/>
                </p:nvSpPr>
                <p:spPr bwMode="auto">
                  <a:xfrm>
                    <a:off x="914" y="3678"/>
                    <a:ext cx="13" cy="23"/>
                  </a:xfrm>
                  <a:custGeom>
                    <a:avLst/>
                    <a:gdLst>
                      <a:gd name="T0" fmla="*/ 14 w 25"/>
                      <a:gd name="T1" fmla="*/ 70 h 70"/>
                      <a:gd name="T2" fmla="*/ 0 w 25"/>
                      <a:gd name="T3" fmla="*/ 27 h 70"/>
                      <a:gd name="T4" fmla="*/ 9 w 25"/>
                      <a:gd name="T5" fmla="*/ 0 h 70"/>
                      <a:gd name="T6" fmla="*/ 25 w 25"/>
                      <a:gd name="T7" fmla="*/ 31 h 70"/>
                      <a:gd name="T8" fmla="*/ 14 w 25"/>
                      <a:gd name="T9" fmla="*/ 70 h 70"/>
                    </a:gdLst>
                    <a:ahLst/>
                    <a:cxnLst>
                      <a:cxn ang="0">
                        <a:pos x="T0" y="T1"/>
                      </a:cxn>
                      <a:cxn ang="0">
                        <a:pos x="T2" y="T3"/>
                      </a:cxn>
                      <a:cxn ang="0">
                        <a:pos x="T4" y="T5"/>
                      </a:cxn>
                      <a:cxn ang="0">
                        <a:pos x="T6" y="T7"/>
                      </a:cxn>
                      <a:cxn ang="0">
                        <a:pos x="T8" y="T9"/>
                      </a:cxn>
                    </a:cxnLst>
                    <a:rect l="0" t="0" r="r" b="b"/>
                    <a:pathLst>
                      <a:path w="25" h="70">
                        <a:moveTo>
                          <a:pt x="14" y="70"/>
                        </a:moveTo>
                        <a:lnTo>
                          <a:pt x="0" y="27"/>
                        </a:lnTo>
                        <a:lnTo>
                          <a:pt x="9" y="0"/>
                        </a:lnTo>
                        <a:lnTo>
                          <a:pt x="25" y="31"/>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179" name="Freeform 269"/>
                  <p:cNvSpPr>
                    <a:spLocks noChangeArrowheads="1"/>
                  </p:cNvSpPr>
                  <p:nvPr/>
                </p:nvSpPr>
                <p:spPr bwMode="auto">
                  <a:xfrm>
                    <a:off x="919" y="3678"/>
                    <a:ext cx="38" cy="10"/>
                  </a:xfrm>
                  <a:custGeom>
                    <a:avLst/>
                    <a:gdLst>
                      <a:gd name="T0" fmla="*/ 1 w 75"/>
                      <a:gd name="T1" fmla="*/ 0 h 30"/>
                      <a:gd name="T2" fmla="*/ 50 w 75"/>
                      <a:gd name="T3" fmla="*/ 0 h 30"/>
                      <a:gd name="T4" fmla="*/ 51 w 75"/>
                      <a:gd name="T5" fmla="*/ 3 h 30"/>
                      <a:gd name="T6" fmla="*/ 57 w 75"/>
                      <a:gd name="T7" fmla="*/ 12 h 30"/>
                      <a:gd name="T8" fmla="*/ 75 w 75"/>
                      <a:gd name="T9" fmla="*/ 30 h 30"/>
                      <a:gd name="T10" fmla="*/ 19 w 75"/>
                      <a:gd name="T11" fmla="*/ 30 h 30"/>
                      <a:gd name="T12" fmla="*/ 11 w 75"/>
                      <a:gd name="T13" fmla="*/ 20 h 30"/>
                      <a:gd name="T14" fmla="*/ 0 w 75"/>
                      <a:gd name="T15" fmla="*/ 6 h 30"/>
                      <a:gd name="T16" fmla="*/ 1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1" y="0"/>
                        </a:moveTo>
                        <a:lnTo>
                          <a:pt x="50" y="0"/>
                        </a:lnTo>
                        <a:lnTo>
                          <a:pt x="51" y="3"/>
                        </a:lnTo>
                        <a:lnTo>
                          <a:pt x="57" y="12"/>
                        </a:lnTo>
                        <a:lnTo>
                          <a:pt x="75" y="30"/>
                        </a:lnTo>
                        <a:lnTo>
                          <a:pt x="19" y="30"/>
                        </a:lnTo>
                        <a:lnTo>
                          <a:pt x="11"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180" name="Freeform 270"/>
                  <p:cNvSpPr>
                    <a:spLocks noChangeArrowheads="1"/>
                  </p:cNvSpPr>
                  <p:nvPr/>
                </p:nvSpPr>
                <p:spPr bwMode="auto">
                  <a:xfrm>
                    <a:off x="922" y="3688"/>
                    <a:ext cx="41" cy="13"/>
                  </a:xfrm>
                  <a:custGeom>
                    <a:avLst/>
                    <a:gdLst>
                      <a:gd name="T0" fmla="*/ 0 w 81"/>
                      <a:gd name="T1" fmla="*/ 38 h 38"/>
                      <a:gd name="T2" fmla="*/ 2 w 81"/>
                      <a:gd name="T3" fmla="*/ 21 h 38"/>
                      <a:gd name="T4" fmla="*/ 8 w 81"/>
                      <a:gd name="T5" fmla="*/ 8 h 38"/>
                      <a:gd name="T6" fmla="*/ 12 w 81"/>
                      <a:gd name="T7" fmla="*/ 0 h 38"/>
                      <a:gd name="T8" fmla="*/ 68 w 81"/>
                      <a:gd name="T9" fmla="*/ 0 h 38"/>
                      <a:gd name="T10" fmla="*/ 81 w 81"/>
                      <a:gd name="T11" fmla="*/ 38 h 38"/>
                      <a:gd name="T12" fmla="*/ 0 w 81"/>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1" h="38">
                        <a:moveTo>
                          <a:pt x="0" y="38"/>
                        </a:moveTo>
                        <a:lnTo>
                          <a:pt x="2" y="21"/>
                        </a:lnTo>
                        <a:lnTo>
                          <a:pt x="8" y="8"/>
                        </a:lnTo>
                        <a:lnTo>
                          <a:pt x="12" y="0"/>
                        </a:lnTo>
                        <a:lnTo>
                          <a:pt x="68" y="0"/>
                        </a:lnTo>
                        <a:lnTo>
                          <a:pt x="81"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181" name="Group 271"/>
                <p:cNvGrpSpPr>
                  <a:grpSpLocks/>
                </p:cNvGrpSpPr>
                <p:nvPr/>
              </p:nvGrpSpPr>
              <p:grpSpPr bwMode="auto">
                <a:xfrm>
                  <a:off x="928" y="3690"/>
                  <a:ext cx="48" cy="23"/>
                  <a:chOff x="928" y="3690"/>
                  <a:chExt cx="48" cy="23"/>
                </a:xfrm>
              </p:grpSpPr>
              <p:sp>
                <p:nvSpPr>
                  <p:cNvPr id="423182" name="Freeform 272"/>
                  <p:cNvSpPr>
                    <a:spLocks noChangeArrowheads="1"/>
                  </p:cNvSpPr>
                  <p:nvPr/>
                </p:nvSpPr>
                <p:spPr bwMode="auto">
                  <a:xfrm>
                    <a:off x="928" y="3690"/>
                    <a:ext cx="12" cy="23"/>
                  </a:xfrm>
                  <a:custGeom>
                    <a:avLst/>
                    <a:gdLst>
                      <a:gd name="T0" fmla="*/ 13 w 25"/>
                      <a:gd name="T1" fmla="*/ 70 h 70"/>
                      <a:gd name="T2" fmla="*/ 0 w 25"/>
                      <a:gd name="T3" fmla="*/ 29 h 70"/>
                      <a:gd name="T4" fmla="*/ 9 w 25"/>
                      <a:gd name="T5" fmla="*/ 0 h 70"/>
                      <a:gd name="T6" fmla="*/ 25 w 25"/>
                      <a:gd name="T7" fmla="*/ 33 h 70"/>
                      <a:gd name="T8" fmla="*/ 13 w 25"/>
                      <a:gd name="T9" fmla="*/ 70 h 70"/>
                    </a:gdLst>
                    <a:ahLst/>
                    <a:cxnLst>
                      <a:cxn ang="0">
                        <a:pos x="T0" y="T1"/>
                      </a:cxn>
                      <a:cxn ang="0">
                        <a:pos x="T2" y="T3"/>
                      </a:cxn>
                      <a:cxn ang="0">
                        <a:pos x="T4" y="T5"/>
                      </a:cxn>
                      <a:cxn ang="0">
                        <a:pos x="T6" y="T7"/>
                      </a:cxn>
                      <a:cxn ang="0">
                        <a:pos x="T8" y="T9"/>
                      </a:cxn>
                    </a:cxnLst>
                    <a:rect l="0" t="0" r="r" b="b"/>
                    <a:pathLst>
                      <a:path w="25" h="70">
                        <a:moveTo>
                          <a:pt x="13" y="70"/>
                        </a:moveTo>
                        <a:lnTo>
                          <a:pt x="0" y="29"/>
                        </a:lnTo>
                        <a:lnTo>
                          <a:pt x="9" y="0"/>
                        </a:lnTo>
                        <a:lnTo>
                          <a:pt x="25" y="33"/>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183" name="Freeform 273"/>
                  <p:cNvSpPr>
                    <a:spLocks noChangeArrowheads="1"/>
                  </p:cNvSpPr>
                  <p:nvPr/>
                </p:nvSpPr>
                <p:spPr bwMode="auto">
                  <a:xfrm>
                    <a:off x="932" y="3691"/>
                    <a:ext cx="38" cy="10"/>
                  </a:xfrm>
                  <a:custGeom>
                    <a:avLst/>
                    <a:gdLst>
                      <a:gd name="T0" fmla="*/ 2 w 75"/>
                      <a:gd name="T1" fmla="*/ 0 h 31"/>
                      <a:gd name="T2" fmla="*/ 50 w 75"/>
                      <a:gd name="T3" fmla="*/ 0 h 31"/>
                      <a:gd name="T4" fmla="*/ 52 w 75"/>
                      <a:gd name="T5" fmla="*/ 2 h 31"/>
                      <a:gd name="T6" fmla="*/ 57 w 75"/>
                      <a:gd name="T7" fmla="*/ 11 h 31"/>
                      <a:gd name="T8" fmla="*/ 75 w 75"/>
                      <a:gd name="T9" fmla="*/ 31 h 31"/>
                      <a:gd name="T10" fmla="*/ 19 w 75"/>
                      <a:gd name="T11" fmla="*/ 31 h 31"/>
                      <a:gd name="T12" fmla="*/ 10 w 75"/>
                      <a:gd name="T13" fmla="*/ 22 h 31"/>
                      <a:gd name="T14" fmla="*/ 0 w 75"/>
                      <a:gd name="T15" fmla="*/ 6 h 31"/>
                      <a:gd name="T16" fmla="*/ 2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2" y="0"/>
                        </a:moveTo>
                        <a:lnTo>
                          <a:pt x="50" y="0"/>
                        </a:lnTo>
                        <a:lnTo>
                          <a:pt x="52" y="2"/>
                        </a:lnTo>
                        <a:lnTo>
                          <a:pt x="57" y="11"/>
                        </a:lnTo>
                        <a:lnTo>
                          <a:pt x="75" y="31"/>
                        </a:lnTo>
                        <a:lnTo>
                          <a:pt x="19" y="31"/>
                        </a:lnTo>
                        <a:lnTo>
                          <a:pt x="10"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184" name="Freeform 274"/>
                  <p:cNvSpPr>
                    <a:spLocks noChangeArrowheads="1"/>
                  </p:cNvSpPr>
                  <p:nvPr/>
                </p:nvSpPr>
                <p:spPr bwMode="auto">
                  <a:xfrm>
                    <a:off x="935" y="3701"/>
                    <a:ext cx="41" cy="12"/>
                  </a:xfrm>
                  <a:custGeom>
                    <a:avLst/>
                    <a:gdLst>
                      <a:gd name="T0" fmla="*/ 0 w 83"/>
                      <a:gd name="T1" fmla="*/ 36 h 36"/>
                      <a:gd name="T2" fmla="*/ 2 w 83"/>
                      <a:gd name="T3" fmla="*/ 19 h 36"/>
                      <a:gd name="T4" fmla="*/ 8 w 83"/>
                      <a:gd name="T5" fmla="*/ 7 h 36"/>
                      <a:gd name="T6" fmla="*/ 13 w 83"/>
                      <a:gd name="T7" fmla="*/ 0 h 36"/>
                      <a:gd name="T8" fmla="*/ 69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19"/>
                        </a:lnTo>
                        <a:lnTo>
                          <a:pt x="8" y="7"/>
                        </a:lnTo>
                        <a:lnTo>
                          <a:pt x="13" y="0"/>
                        </a:lnTo>
                        <a:lnTo>
                          <a:pt x="69"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185" name="Group 275"/>
                <p:cNvGrpSpPr>
                  <a:grpSpLocks/>
                </p:cNvGrpSpPr>
                <p:nvPr/>
              </p:nvGrpSpPr>
              <p:grpSpPr bwMode="auto">
                <a:xfrm>
                  <a:off x="940" y="3703"/>
                  <a:ext cx="49" cy="23"/>
                  <a:chOff x="940" y="3703"/>
                  <a:chExt cx="49" cy="23"/>
                </a:xfrm>
              </p:grpSpPr>
              <p:sp>
                <p:nvSpPr>
                  <p:cNvPr id="423186" name="Freeform 276"/>
                  <p:cNvSpPr>
                    <a:spLocks noChangeArrowheads="1"/>
                  </p:cNvSpPr>
                  <p:nvPr/>
                </p:nvSpPr>
                <p:spPr bwMode="auto">
                  <a:xfrm>
                    <a:off x="940" y="3703"/>
                    <a:ext cx="13" cy="23"/>
                  </a:xfrm>
                  <a:custGeom>
                    <a:avLst/>
                    <a:gdLst>
                      <a:gd name="T0" fmla="*/ 15 w 25"/>
                      <a:gd name="T1" fmla="*/ 68 h 68"/>
                      <a:gd name="T2" fmla="*/ 0 w 25"/>
                      <a:gd name="T3" fmla="*/ 27 h 68"/>
                      <a:gd name="T4" fmla="*/ 9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7"/>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187" name="Freeform 277"/>
                  <p:cNvSpPr>
                    <a:spLocks noChangeArrowheads="1"/>
                  </p:cNvSpPr>
                  <p:nvPr/>
                </p:nvSpPr>
                <p:spPr bwMode="auto">
                  <a:xfrm>
                    <a:off x="945" y="3703"/>
                    <a:ext cx="37" cy="10"/>
                  </a:xfrm>
                  <a:custGeom>
                    <a:avLst/>
                    <a:gdLst>
                      <a:gd name="T0" fmla="*/ 2 w 75"/>
                      <a:gd name="T1" fmla="*/ 0 h 30"/>
                      <a:gd name="T2" fmla="*/ 52 w 75"/>
                      <a:gd name="T3" fmla="*/ 0 h 30"/>
                      <a:gd name="T4" fmla="*/ 53 w 75"/>
                      <a:gd name="T5" fmla="*/ 3 h 30"/>
                      <a:gd name="T6" fmla="*/ 57 w 75"/>
                      <a:gd name="T7" fmla="*/ 12 h 30"/>
                      <a:gd name="T8" fmla="*/ 75 w 75"/>
                      <a:gd name="T9" fmla="*/ 30 h 30"/>
                      <a:gd name="T10" fmla="*/ 19 w 75"/>
                      <a:gd name="T11" fmla="*/ 30 h 30"/>
                      <a:gd name="T12" fmla="*/ 10 w 75"/>
                      <a:gd name="T13" fmla="*/ 21 h 30"/>
                      <a:gd name="T14" fmla="*/ 0 w 75"/>
                      <a:gd name="T15" fmla="*/ 7 h 30"/>
                      <a:gd name="T16" fmla="*/ 2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2" y="0"/>
                        </a:moveTo>
                        <a:lnTo>
                          <a:pt x="52" y="0"/>
                        </a:lnTo>
                        <a:lnTo>
                          <a:pt x="53" y="3"/>
                        </a:lnTo>
                        <a:lnTo>
                          <a:pt x="57" y="12"/>
                        </a:lnTo>
                        <a:lnTo>
                          <a:pt x="75" y="30"/>
                        </a:lnTo>
                        <a:lnTo>
                          <a:pt x="19" y="30"/>
                        </a:lnTo>
                        <a:lnTo>
                          <a:pt x="10" y="21"/>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188" name="Freeform 278"/>
                  <p:cNvSpPr>
                    <a:spLocks noChangeArrowheads="1"/>
                  </p:cNvSpPr>
                  <p:nvPr/>
                </p:nvSpPr>
                <p:spPr bwMode="auto">
                  <a:xfrm>
                    <a:off x="948" y="3714"/>
                    <a:ext cx="41" cy="12"/>
                  </a:xfrm>
                  <a:custGeom>
                    <a:avLst/>
                    <a:gdLst>
                      <a:gd name="T0" fmla="*/ 0 w 82"/>
                      <a:gd name="T1" fmla="*/ 36 h 36"/>
                      <a:gd name="T2" fmla="*/ 1 w 82"/>
                      <a:gd name="T3" fmla="*/ 19 h 36"/>
                      <a:gd name="T4" fmla="*/ 7 w 82"/>
                      <a:gd name="T5" fmla="*/ 8 h 36"/>
                      <a:gd name="T6" fmla="*/ 12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7" y="8"/>
                        </a:lnTo>
                        <a:lnTo>
                          <a:pt x="12"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189" name="Group 279"/>
                <p:cNvGrpSpPr>
                  <a:grpSpLocks/>
                </p:cNvGrpSpPr>
                <p:nvPr/>
              </p:nvGrpSpPr>
              <p:grpSpPr bwMode="auto">
                <a:xfrm>
                  <a:off x="953" y="3716"/>
                  <a:ext cx="49" cy="23"/>
                  <a:chOff x="953" y="3716"/>
                  <a:chExt cx="49" cy="23"/>
                </a:xfrm>
              </p:grpSpPr>
              <p:sp>
                <p:nvSpPr>
                  <p:cNvPr id="423190" name="Freeform 280"/>
                  <p:cNvSpPr>
                    <a:spLocks noChangeArrowheads="1"/>
                  </p:cNvSpPr>
                  <p:nvPr/>
                </p:nvSpPr>
                <p:spPr bwMode="auto">
                  <a:xfrm>
                    <a:off x="953" y="3716"/>
                    <a:ext cx="12" cy="23"/>
                  </a:xfrm>
                  <a:custGeom>
                    <a:avLst/>
                    <a:gdLst>
                      <a:gd name="T0" fmla="*/ 14 w 23"/>
                      <a:gd name="T1" fmla="*/ 68 h 68"/>
                      <a:gd name="T2" fmla="*/ 0 w 23"/>
                      <a:gd name="T3" fmla="*/ 27 h 68"/>
                      <a:gd name="T4" fmla="*/ 9 w 23"/>
                      <a:gd name="T5" fmla="*/ 0 h 68"/>
                      <a:gd name="T6" fmla="*/ 23 w 23"/>
                      <a:gd name="T7" fmla="*/ 30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7"/>
                        </a:lnTo>
                        <a:lnTo>
                          <a:pt x="9" y="0"/>
                        </a:lnTo>
                        <a:lnTo>
                          <a:pt x="23" y="30"/>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191" name="Freeform 281"/>
                  <p:cNvSpPr>
                    <a:spLocks noChangeArrowheads="1"/>
                  </p:cNvSpPr>
                  <p:nvPr/>
                </p:nvSpPr>
                <p:spPr bwMode="auto">
                  <a:xfrm>
                    <a:off x="958" y="3717"/>
                    <a:ext cx="37" cy="9"/>
                  </a:xfrm>
                  <a:custGeom>
                    <a:avLst/>
                    <a:gdLst>
                      <a:gd name="T0" fmla="*/ 1 w 75"/>
                      <a:gd name="T1" fmla="*/ 0 h 29"/>
                      <a:gd name="T2" fmla="*/ 50 w 75"/>
                      <a:gd name="T3" fmla="*/ 0 h 29"/>
                      <a:gd name="T4" fmla="*/ 51 w 75"/>
                      <a:gd name="T5" fmla="*/ 3 h 29"/>
                      <a:gd name="T6" fmla="*/ 56 w 75"/>
                      <a:gd name="T7" fmla="*/ 11 h 29"/>
                      <a:gd name="T8" fmla="*/ 75 w 75"/>
                      <a:gd name="T9" fmla="*/ 29 h 29"/>
                      <a:gd name="T10" fmla="*/ 18 w 75"/>
                      <a:gd name="T11" fmla="*/ 29 h 29"/>
                      <a:gd name="T12" fmla="*/ 9 w 75"/>
                      <a:gd name="T13" fmla="*/ 20 h 29"/>
                      <a:gd name="T14" fmla="*/ 0 w 75"/>
                      <a:gd name="T15" fmla="*/ 6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3"/>
                        </a:lnTo>
                        <a:lnTo>
                          <a:pt x="56" y="11"/>
                        </a:lnTo>
                        <a:lnTo>
                          <a:pt x="75"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192" name="Freeform 282"/>
                  <p:cNvSpPr>
                    <a:spLocks noChangeArrowheads="1"/>
                  </p:cNvSpPr>
                  <p:nvPr/>
                </p:nvSpPr>
                <p:spPr bwMode="auto">
                  <a:xfrm>
                    <a:off x="961" y="3727"/>
                    <a:ext cx="41" cy="12"/>
                  </a:xfrm>
                  <a:custGeom>
                    <a:avLst/>
                    <a:gdLst>
                      <a:gd name="T0" fmla="*/ 0 w 82"/>
                      <a:gd name="T1" fmla="*/ 36 h 36"/>
                      <a:gd name="T2" fmla="*/ 2 w 82"/>
                      <a:gd name="T3" fmla="*/ 19 h 36"/>
                      <a:gd name="T4" fmla="*/ 6 w 82"/>
                      <a:gd name="T5" fmla="*/ 7 h 36"/>
                      <a:gd name="T6" fmla="*/ 11 w 82"/>
                      <a:gd name="T7" fmla="*/ 0 h 36"/>
                      <a:gd name="T8" fmla="*/ 69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7"/>
                        </a:lnTo>
                        <a:lnTo>
                          <a:pt x="11"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grpSp>
            <p:nvGrpSpPr>
              <p:cNvPr id="423193" name="Group 283"/>
              <p:cNvGrpSpPr>
                <a:grpSpLocks/>
              </p:cNvGrpSpPr>
              <p:nvPr/>
            </p:nvGrpSpPr>
            <p:grpSpPr bwMode="auto">
              <a:xfrm>
                <a:off x="963" y="3727"/>
                <a:ext cx="49" cy="23"/>
                <a:chOff x="963" y="3727"/>
                <a:chExt cx="49" cy="23"/>
              </a:xfrm>
            </p:grpSpPr>
            <p:sp>
              <p:nvSpPr>
                <p:cNvPr id="423194" name="Freeform 284"/>
                <p:cNvSpPr>
                  <a:spLocks noChangeArrowheads="1"/>
                </p:cNvSpPr>
                <p:nvPr/>
              </p:nvSpPr>
              <p:spPr bwMode="auto">
                <a:xfrm>
                  <a:off x="963" y="3727"/>
                  <a:ext cx="13" cy="23"/>
                </a:xfrm>
                <a:custGeom>
                  <a:avLst/>
                  <a:gdLst>
                    <a:gd name="T0" fmla="*/ 16 w 25"/>
                    <a:gd name="T1" fmla="*/ 69 h 69"/>
                    <a:gd name="T2" fmla="*/ 0 w 25"/>
                    <a:gd name="T3" fmla="*/ 27 h 69"/>
                    <a:gd name="T4" fmla="*/ 11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1"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195" name="Freeform 285"/>
                <p:cNvSpPr>
                  <a:spLocks noChangeArrowheads="1"/>
                </p:cNvSpPr>
                <p:nvPr/>
              </p:nvSpPr>
              <p:spPr bwMode="auto">
                <a:xfrm>
                  <a:off x="968" y="3728"/>
                  <a:ext cx="37" cy="10"/>
                </a:xfrm>
                <a:custGeom>
                  <a:avLst/>
                  <a:gdLst>
                    <a:gd name="T0" fmla="*/ 1 w 73"/>
                    <a:gd name="T1" fmla="*/ 0 h 31"/>
                    <a:gd name="T2" fmla="*/ 48 w 73"/>
                    <a:gd name="T3" fmla="*/ 0 h 31"/>
                    <a:gd name="T4" fmla="*/ 50 w 73"/>
                    <a:gd name="T5" fmla="*/ 4 h 31"/>
                    <a:gd name="T6" fmla="*/ 56 w 73"/>
                    <a:gd name="T7" fmla="*/ 13 h 31"/>
                    <a:gd name="T8" fmla="*/ 73 w 73"/>
                    <a:gd name="T9" fmla="*/ 31 h 31"/>
                    <a:gd name="T10" fmla="*/ 18 w 73"/>
                    <a:gd name="T11" fmla="*/ 31 h 31"/>
                    <a:gd name="T12" fmla="*/ 9 w 73"/>
                    <a:gd name="T13" fmla="*/ 22 h 31"/>
                    <a:gd name="T14" fmla="*/ 0 w 73"/>
                    <a:gd name="T15" fmla="*/ 7 h 31"/>
                    <a:gd name="T16" fmla="*/ 1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1" y="0"/>
                      </a:moveTo>
                      <a:lnTo>
                        <a:pt x="48" y="0"/>
                      </a:lnTo>
                      <a:lnTo>
                        <a:pt x="50" y="4"/>
                      </a:lnTo>
                      <a:lnTo>
                        <a:pt x="56" y="13"/>
                      </a:lnTo>
                      <a:lnTo>
                        <a:pt x="73"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196" name="Freeform 286"/>
                <p:cNvSpPr>
                  <a:spLocks noChangeArrowheads="1"/>
                </p:cNvSpPr>
                <p:nvPr/>
              </p:nvSpPr>
              <p:spPr bwMode="auto">
                <a:xfrm>
                  <a:off x="972" y="3738"/>
                  <a:ext cx="40" cy="12"/>
                </a:xfrm>
                <a:custGeom>
                  <a:avLst/>
                  <a:gdLst>
                    <a:gd name="T0" fmla="*/ 0 w 82"/>
                    <a:gd name="T1" fmla="*/ 36 h 36"/>
                    <a:gd name="T2" fmla="*/ 2 w 82"/>
                    <a:gd name="T3" fmla="*/ 20 h 36"/>
                    <a:gd name="T4" fmla="*/ 6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6"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197" name="Group 287"/>
              <p:cNvGrpSpPr>
                <a:grpSpLocks/>
              </p:cNvGrpSpPr>
              <p:nvPr/>
            </p:nvGrpSpPr>
            <p:grpSpPr bwMode="auto">
              <a:xfrm>
                <a:off x="976" y="3740"/>
                <a:ext cx="50" cy="22"/>
                <a:chOff x="976" y="3740"/>
                <a:chExt cx="50" cy="22"/>
              </a:xfrm>
            </p:grpSpPr>
            <p:sp>
              <p:nvSpPr>
                <p:cNvPr id="423198" name="Freeform 288"/>
                <p:cNvSpPr>
                  <a:spLocks noChangeArrowheads="1"/>
                </p:cNvSpPr>
                <p:nvPr/>
              </p:nvSpPr>
              <p:spPr bwMode="auto">
                <a:xfrm>
                  <a:off x="976" y="3740"/>
                  <a:ext cx="12" cy="22"/>
                </a:xfrm>
                <a:custGeom>
                  <a:avLst/>
                  <a:gdLst>
                    <a:gd name="T0" fmla="*/ 14 w 23"/>
                    <a:gd name="T1" fmla="*/ 68 h 68"/>
                    <a:gd name="T2" fmla="*/ 0 w 23"/>
                    <a:gd name="T3" fmla="*/ 27 h 68"/>
                    <a:gd name="T4" fmla="*/ 10 w 23"/>
                    <a:gd name="T5" fmla="*/ 0 h 68"/>
                    <a:gd name="T6" fmla="*/ 23 w 23"/>
                    <a:gd name="T7" fmla="*/ 31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7"/>
                      </a:lnTo>
                      <a:lnTo>
                        <a:pt x="10" y="0"/>
                      </a:lnTo>
                      <a:lnTo>
                        <a:pt x="23"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199" name="Freeform 289"/>
                <p:cNvSpPr>
                  <a:spLocks noChangeArrowheads="1"/>
                </p:cNvSpPr>
                <p:nvPr/>
              </p:nvSpPr>
              <p:spPr bwMode="auto">
                <a:xfrm>
                  <a:off x="980" y="3740"/>
                  <a:ext cx="38" cy="10"/>
                </a:xfrm>
                <a:custGeom>
                  <a:avLst/>
                  <a:gdLst>
                    <a:gd name="T0" fmla="*/ 4 w 75"/>
                    <a:gd name="T1" fmla="*/ 0 h 31"/>
                    <a:gd name="T2" fmla="*/ 52 w 75"/>
                    <a:gd name="T3" fmla="*/ 0 h 31"/>
                    <a:gd name="T4" fmla="*/ 53 w 75"/>
                    <a:gd name="T5" fmla="*/ 4 h 31"/>
                    <a:gd name="T6" fmla="*/ 60 w 75"/>
                    <a:gd name="T7" fmla="*/ 13 h 31"/>
                    <a:gd name="T8" fmla="*/ 75 w 75"/>
                    <a:gd name="T9" fmla="*/ 31 h 31"/>
                    <a:gd name="T10" fmla="*/ 19 w 75"/>
                    <a:gd name="T11" fmla="*/ 31 h 31"/>
                    <a:gd name="T12" fmla="*/ 12 w 75"/>
                    <a:gd name="T13" fmla="*/ 22 h 31"/>
                    <a:gd name="T14" fmla="*/ 0 w 75"/>
                    <a:gd name="T15" fmla="*/ 7 h 31"/>
                    <a:gd name="T16" fmla="*/ 4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4" y="0"/>
                      </a:moveTo>
                      <a:lnTo>
                        <a:pt x="52" y="0"/>
                      </a:lnTo>
                      <a:lnTo>
                        <a:pt x="53" y="4"/>
                      </a:lnTo>
                      <a:lnTo>
                        <a:pt x="60" y="13"/>
                      </a:lnTo>
                      <a:lnTo>
                        <a:pt x="75" y="31"/>
                      </a:lnTo>
                      <a:lnTo>
                        <a:pt x="19" y="31"/>
                      </a:lnTo>
                      <a:lnTo>
                        <a:pt x="12" y="22"/>
                      </a:lnTo>
                      <a:lnTo>
                        <a:pt x="0" y="7"/>
                      </a:lnTo>
                      <a:lnTo>
                        <a:pt x="4"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200" name="Freeform 290"/>
                <p:cNvSpPr>
                  <a:spLocks noChangeArrowheads="1"/>
                </p:cNvSpPr>
                <p:nvPr/>
              </p:nvSpPr>
              <p:spPr bwMode="auto">
                <a:xfrm>
                  <a:off x="984" y="3750"/>
                  <a:ext cx="42" cy="12"/>
                </a:xfrm>
                <a:custGeom>
                  <a:avLst/>
                  <a:gdLst>
                    <a:gd name="T0" fmla="*/ 0 w 83"/>
                    <a:gd name="T1" fmla="*/ 36 h 36"/>
                    <a:gd name="T2" fmla="*/ 2 w 83"/>
                    <a:gd name="T3" fmla="*/ 21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21"/>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201" name="Group 291"/>
              <p:cNvGrpSpPr>
                <a:grpSpLocks/>
              </p:cNvGrpSpPr>
              <p:nvPr/>
            </p:nvGrpSpPr>
            <p:grpSpPr bwMode="auto">
              <a:xfrm>
                <a:off x="761" y="3560"/>
                <a:ext cx="50" cy="22"/>
                <a:chOff x="761" y="3560"/>
                <a:chExt cx="50" cy="22"/>
              </a:xfrm>
            </p:grpSpPr>
            <p:sp>
              <p:nvSpPr>
                <p:cNvPr id="423202" name="Freeform 292"/>
                <p:cNvSpPr>
                  <a:spLocks noChangeArrowheads="1"/>
                </p:cNvSpPr>
                <p:nvPr/>
              </p:nvSpPr>
              <p:spPr bwMode="auto">
                <a:xfrm>
                  <a:off x="761" y="3560"/>
                  <a:ext cx="12" cy="22"/>
                </a:xfrm>
                <a:custGeom>
                  <a:avLst/>
                  <a:gdLst>
                    <a:gd name="T0" fmla="*/ 16 w 25"/>
                    <a:gd name="T1" fmla="*/ 68 h 68"/>
                    <a:gd name="T2" fmla="*/ 0 w 25"/>
                    <a:gd name="T3" fmla="*/ 27 h 68"/>
                    <a:gd name="T4" fmla="*/ 12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203" name="Freeform 293"/>
                <p:cNvSpPr>
                  <a:spLocks noChangeArrowheads="1"/>
                </p:cNvSpPr>
                <p:nvPr/>
              </p:nvSpPr>
              <p:spPr bwMode="auto">
                <a:xfrm>
                  <a:off x="767" y="3560"/>
                  <a:ext cx="36" cy="10"/>
                </a:xfrm>
                <a:custGeom>
                  <a:avLst/>
                  <a:gdLst>
                    <a:gd name="T0" fmla="*/ 2 w 73"/>
                    <a:gd name="T1" fmla="*/ 0 h 29"/>
                    <a:gd name="T2" fmla="*/ 49 w 73"/>
                    <a:gd name="T3" fmla="*/ 0 h 29"/>
                    <a:gd name="T4" fmla="*/ 50 w 73"/>
                    <a:gd name="T5" fmla="*/ 2 h 29"/>
                    <a:gd name="T6" fmla="*/ 55 w 73"/>
                    <a:gd name="T7" fmla="*/ 11 h 29"/>
                    <a:gd name="T8" fmla="*/ 73 w 73"/>
                    <a:gd name="T9" fmla="*/ 29 h 29"/>
                    <a:gd name="T10" fmla="*/ 17 w 73"/>
                    <a:gd name="T11" fmla="*/ 29 h 29"/>
                    <a:gd name="T12" fmla="*/ 8 w 73"/>
                    <a:gd name="T13" fmla="*/ 20 h 29"/>
                    <a:gd name="T14" fmla="*/ 0 w 73"/>
                    <a:gd name="T15" fmla="*/ 5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49" y="0"/>
                      </a:lnTo>
                      <a:lnTo>
                        <a:pt x="50" y="2"/>
                      </a:lnTo>
                      <a:lnTo>
                        <a:pt x="55" y="11"/>
                      </a:lnTo>
                      <a:lnTo>
                        <a:pt x="73" y="29"/>
                      </a:lnTo>
                      <a:lnTo>
                        <a:pt x="17" y="29"/>
                      </a:lnTo>
                      <a:lnTo>
                        <a:pt x="8"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204" name="Freeform 294"/>
                <p:cNvSpPr>
                  <a:spLocks noChangeArrowheads="1"/>
                </p:cNvSpPr>
                <p:nvPr/>
              </p:nvSpPr>
              <p:spPr bwMode="auto">
                <a:xfrm>
                  <a:off x="769" y="3571"/>
                  <a:ext cx="42" cy="11"/>
                </a:xfrm>
                <a:custGeom>
                  <a:avLst/>
                  <a:gdLst>
                    <a:gd name="T0" fmla="*/ 0 w 83"/>
                    <a:gd name="T1" fmla="*/ 35 h 35"/>
                    <a:gd name="T2" fmla="*/ 2 w 83"/>
                    <a:gd name="T3" fmla="*/ 19 h 35"/>
                    <a:gd name="T4" fmla="*/ 7 w 83"/>
                    <a:gd name="T5" fmla="*/ 7 h 35"/>
                    <a:gd name="T6" fmla="*/ 11 w 83"/>
                    <a:gd name="T7" fmla="*/ 0 h 35"/>
                    <a:gd name="T8" fmla="*/ 68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2" y="19"/>
                      </a:lnTo>
                      <a:lnTo>
                        <a:pt x="7" y="7"/>
                      </a:lnTo>
                      <a:lnTo>
                        <a:pt x="11" y="0"/>
                      </a:lnTo>
                      <a:lnTo>
                        <a:pt x="68"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205" name="Group 295"/>
              <p:cNvGrpSpPr>
                <a:grpSpLocks/>
              </p:cNvGrpSpPr>
              <p:nvPr/>
            </p:nvGrpSpPr>
            <p:grpSpPr bwMode="auto">
              <a:xfrm>
                <a:off x="774" y="3572"/>
                <a:ext cx="49" cy="23"/>
                <a:chOff x="774" y="3572"/>
                <a:chExt cx="49" cy="23"/>
              </a:xfrm>
            </p:grpSpPr>
            <p:sp>
              <p:nvSpPr>
                <p:cNvPr id="423206" name="Freeform 296"/>
                <p:cNvSpPr>
                  <a:spLocks noChangeArrowheads="1"/>
                </p:cNvSpPr>
                <p:nvPr/>
              </p:nvSpPr>
              <p:spPr bwMode="auto">
                <a:xfrm>
                  <a:off x="774" y="3572"/>
                  <a:ext cx="12" cy="23"/>
                </a:xfrm>
                <a:custGeom>
                  <a:avLst/>
                  <a:gdLst>
                    <a:gd name="T0" fmla="*/ 15 w 25"/>
                    <a:gd name="T1" fmla="*/ 68 h 68"/>
                    <a:gd name="T2" fmla="*/ 0 w 25"/>
                    <a:gd name="T3" fmla="*/ 25 h 68"/>
                    <a:gd name="T4" fmla="*/ 9 w 25"/>
                    <a:gd name="T5" fmla="*/ 0 h 68"/>
                    <a:gd name="T6" fmla="*/ 25 w 25"/>
                    <a:gd name="T7" fmla="*/ 30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5"/>
                      </a:lnTo>
                      <a:lnTo>
                        <a:pt x="9" y="0"/>
                      </a:lnTo>
                      <a:lnTo>
                        <a:pt x="25"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207" name="Freeform 297"/>
                <p:cNvSpPr>
                  <a:spLocks noChangeArrowheads="1"/>
                </p:cNvSpPr>
                <p:nvPr/>
              </p:nvSpPr>
              <p:spPr bwMode="auto">
                <a:xfrm>
                  <a:off x="778" y="3573"/>
                  <a:ext cx="38" cy="9"/>
                </a:xfrm>
                <a:custGeom>
                  <a:avLst/>
                  <a:gdLst>
                    <a:gd name="T0" fmla="*/ 1 w 75"/>
                    <a:gd name="T1" fmla="*/ 0 h 29"/>
                    <a:gd name="T2" fmla="*/ 50 w 75"/>
                    <a:gd name="T3" fmla="*/ 0 h 29"/>
                    <a:gd name="T4" fmla="*/ 51 w 75"/>
                    <a:gd name="T5" fmla="*/ 2 h 29"/>
                    <a:gd name="T6" fmla="*/ 56 w 75"/>
                    <a:gd name="T7" fmla="*/ 11 h 29"/>
                    <a:gd name="T8" fmla="*/ 75 w 75"/>
                    <a:gd name="T9" fmla="*/ 29 h 29"/>
                    <a:gd name="T10" fmla="*/ 18 w 75"/>
                    <a:gd name="T11" fmla="*/ 29 h 29"/>
                    <a:gd name="T12" fmla="*/ 10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208" name="Freeform 298"/>
                <p:cNvSpPr>
                  <a:spLocks noChangeArrowheads="1"/>
                </p:cNvSpPr>
                <p:nvPr/>
              </p:nvSpPr>
              <p:spPr bwMode="auto">
                <a:xfrm>
                  <a:off x="782" y="3583"/>
                  <a:ext cx="41" cy="12"/>
                </a:xfrm>
                <a:custGeom>
                  <a:avLst/>
                  <a:gdLst>
                    <a:gd name="T0" fmla="*/ 0 w 81"/>
                    <a:gd name="T1" fmla="*/ 36 h 36"/>
                    <a:gd name="T2" fmla="*/ 1 w 81"/>
                    <a:gd name="T3" fmla="*/ 19 h 36"/>
                    <a:gd name="T4" fmla="*/ 5 w 81"/>
                    <a:gd name="T5" fmla="*/ 7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209" name="Group 299"/>
              <p:cNvGrpSpPr>
                <a:grpSpLocks/>
              </p:cNvGrpSpPr>
              <p:nvPr/>
            </p:nvGrpSpPr>
            <p:grpSpPr bwMode="auto">
              <a:xfrm>
                <a:off x="787" y="3585"/>
                <a:ext cx="49" cy="23"/>
                <a:chOff x="787" y="3585"/>
                <a:chExt cx="49" cy="23"/>
              </a:xfrm>
            </p:grpSpPr>
            <p:sp>
              <p:nvSpPr>
                <p:cNvPr id="423210" name="Freeform 300"/>
                <p:cNvSpPr>
                  <a:spLocks noChangeArrowheads="1"/>
                </p:cNvSpPr>
                <p:nvPr/>
              </p:nvSpPr>
              <p:spPr bwMode="auto">
                <a:xfrm>
                  <a:off x="787" y="3585"/>
                  <a:ext cx="12" cy="23"/>
                </a:xfrm>
                <a:custGeom>
                  <a:avLst/>
                  <a:gdLst>
                    <a:gd name="T0" fmla="*/ 14 w 24"/>
                    <a:gd name="T1" fmla="*/ 68 h 68"/>
                    <a:gd name="T2" fmla="*/ 0 w 24"/>
                    <a:gd name="T3" fmla="*/ 26 h 68"/>
                    <a:gd name="T4" fmla="*/ 9 w 24"/>
                    <a:gd name="T5" fmla="*/ 0 h 68"/>
                    <a:gd name="T6" fmla="*/ 24 w 24"/>
                    <a:gd name="T7" fmla="*/ 31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6"/>
                      </a:lnTo>
                      <a:lnTo>
                        <a:pt x="9" y="0"/>
                      </a:lnTo>
                      <a:lnTo>
                        <a:pt x="24"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211" name="Freeform 301"/>
                <p:cNvSpPr>
                  <a:spLocks noChangeArrowheads="1"/>
                </p:cNvSpPr>
                <p:nvPr/>
              </p:nvSpPr>
              <p:spPr bwMode="auto">
                <a:xfrm>
                  <a:off x="792" y="3586"/>
                  <a:ext cx="36" cy="10"/>
                </a:xfrm>
                <a:custGeom>
                  <a:avLst/>
                  <a:gdLst>
                    <a:gd name="T0" fmla="*/ 1 w 74"/>
                    <a:gd name="T1" fmla="*/ 0 h 29"/>
                    <a:gd name="T2" fmla="*/ 50 w 74"/>
                    <a:gd name="T3" fmla="*/ 0 h 29"/>
                    <a:gd name="T4" fmla="*/ 51 w 74"/>
                    <a:gd name="T5" fmla="*/ 2 h 29"/>
                    <a:gd name="T6" fmla="*/ 55 w 74"/>
                    <a:gd name="T7" fmla="*/ 11 h 29"/>
                    <a:gd name="T8" fmla="*/ 74 w 74"/>
                    <a:gd name="T9" fmla="*/ 29 h 29"/>
                    <a:gd name="T10" fmla="*/ 19 w 74"/>
                    <a:gd name="T11" fmla="*/ 29 h 29"/>
                    <a:gd name="T12" fmla="*/ 11 w 74"/>
                    <a:gd name="T13" fmla="*/ 20 h 29"/>
                    <a:gd name="T14" fmla="*/ 0 w 74"/>
                    <a:gd name="T15" fmla="*/ 5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50" y="0"/>
                      </a:lnTo>
                      <a:lnTo>
                        <a:pt x="51" y="2"/>
                      </a:lnTo>
                      <a:lnTo>
                        <a:pt x="55" y="11"/>
                      </a:lnTo>
                      <a:lnTo>
                        <a:pt x="74" y="29"/>
                      </a:lnTo>
                      <a:lnTo>
                        <a:pt x="19" y="29"/>
                      </a:lnTo>
                      <a:lnTo>
                        <a:pt x="11"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212" name="Freeform 302"/>
                <p:cNvSpPr>
                  <a:spLocks noChangeArrowheads="1"/>
                </p:cNvSpPr>
                <p:nvPr/>
              </p:nvSpPr>
              <p:spPr bwMode="auto">
                <a:xfrm>
                  <a:off x="795" y="3596"/>
                  <a:ext cx="41" cy="12"/>
                </a:xfrm>
                <a:custGeom>
                  <a:avLst/>
                  <a:gdLst>
                    <a:gd name="T0" fmla="*/ 0 w 81"/>
                    <a:gd name="T1" fmla="*/ 36 h 36"/>
                    <a:gd name="T2" fmla="*/ 1 w 81"/>
                    <a:gd name="T3" fmla="*/ 20 h 36"/>
                    <a:gd name="T4" fmla="*/ 6 w 81"/>
                    <a:gd name="T5" fmla="*/ 8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20"/>
                      </a:lnTo>
                      <a:lnTo>
                        <a:pt x="6"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213" name="Group 303"/>
              <p:cNvGrpSpPr>
                <a:grpSpLocks/>
              </p:cNvGrpSpPr>
              <p:nvPr/>
            </p:nvGrpSpPr>
            <p:grpSpPr bwMode="auto">
              <a:xfrm>
                <a:off x="799" y="3600"/>
                <a:ext cx="99" cy="73"/>
                <a:chOff x="799" y="3600"/>
                <a:chExt cx="99" cy="73"/>
              </a:xfrm>
            </p:grpSpPr>
            <p:grpSp>
              <p:nvGrpSpPr>
                <p:cNvPr id="423214" name="Group 304"/>
                <p:cNvGrpSpPr>
                  <a:grpSpLocks/>
                </p:cNvGrpSpPr>
                <p:nvPr/>
              </p:nvGrpSpPr>
              <p:grpSpPr bwMode="auto">
                <a:xfrm>
                  <a:off x="799" y="3600"/>
                  <a:ext cx="48" cy="23"/>
                  <a:chOff x="799" y="3600"/>
                  <a:chExt cx="48" cy="23"/>
                </a:xfrm>
              </p:grpSpPr>
              <p:sp>
                <p:nvSpPr>
                  <p:cNvPr id="423215" name="Freeform 305"/>
                  <p:cNvSpPr>
                    <a:spLocks noChangeArrowheads="1"/>
                  </p:cNvSpPr>
                  <p:nvPr/>
                </p:nvSpPr>
                <p:spPr bwMode="auto">
                  <a:xfrm>
                    <a:off x="799" y="3600"/>
                    <a:ext cx="12" cy="23"/>
                  </a:xfrm>
                  <a:custGeom>
                    <a:avLst/>
                    <a:gdLst>
                      <a:gd name="T0" fmla="*/ 14 w 25"/>
                      <a:gd name="T1" fmla="*/ 70 h 70"/>
                      <a:gd name="T2" fmla="*/ 0 w 25"/>
                      <a:gd name="T3" fmla="*/ 27 h 70"/>
                      <a:gd name="T4" fmla="*/ 9 w 25"/>
                      <a:gd name="T5" fmla="*/ 0 h 70"/>
                      <a:gd name="T6" fmla="*/ 25 w 25"/>
                      <a:gd name="T7" fmla="*/ 31 h 70"/>
                      <a:gd name="T8" fmla="*/ 14 w 25"/>
                      <a:gd name="T9" fmla="*/ 70 h 70"/>
                    </a:gdLst>
                    <a:ahLst/>
                    <a:cxnLst>
                      <a:cxn ang="0">
                        <a:pos x="T0" y="T1"/>
                      </a:cxn>
                      <a:cxn ang="0">
                        <a:pos x="T2" y="T3"/>
                      </a:cxn>
                      <a:cxn ang="0">
                        <a:pos x="T4" y="T5"/>
                      </a:cxn>
                      <a:cxn ang="0">
                        <a:pos x="T6" y="T7"/>
                      </a:cxn>
                      <a:cxn ang="0">
                        <a:pos x="T8" y="T9"/>
                      </a:cxn>
                    </a:cxnLst>
                    <a:rect l="0" t="0" r="r" b="b"/>
                    <a:pathLst>
                      <a:path w="25" h="70">
                        <a:moveTo>
                          <a:pt x="14" y="70"/>
                        </a:moveTo>
                        <a:lnTo>
                          <a:pt x="0" y="27"/>
                        </a:lnTo>
                        <a:lnTo>
                          <a:pt x="9" y="0"/>
                        </a:lnTo>
                        <a:lnTo>
                          <a:pt x="25" y="31"/>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216" name="Freeform 306"/>
                  <p:cNvSpPr>
                    <a:spLocks noChangeArrowheads="1"/>
                  </p:cNvSpPr>
                  <p:nvPr/>
                </p:nvSpPr>
                <p:spPr bwMode="auto">
                  <a:xfrm>
                    <a:off x="803" y="3600"/>
                    <a:ext cx="38" cy="11"/>
                  </a:xfrm>
                  <a:custGeom>
                    <a:avLst/>
                    <a:gdLst>
                      <a:gd name="T0" fmla="*/ 1 w 75"/>
                      <a:gd name="T1" fmla="*/ 0 h 31"/>
                      <a:gd name="T2" fmla="*/ 50 w 75"/>
                      <a:gd name="T3" fmla="*/ 0 h 31"/>
                      <a:gd name="T4" fmla="*/ 51 w 75"/>
                      <a:gd name="T5" fmla="*/ 4 h 31"/>
                      <a:gd name="T6" fmla="*/ 56 w 75"/>
                      <a:gd name="T7" fmla="*/ 13 h 31"/>
                      <a:gd name="T8" fmla="*/ 75 w 75"/>
                      <a:gd name="T9" fmla="*/ 31 h 31"/>
                      <a:gd name="T10" fmla="*/ 18 w 75"/>
                      <a:gd name="T11" fmla="*/ 31 h 31"/>
                      <a:gd name="T12" fmla="*/ 9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1" y="4"/>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217" name="Freeform 307"/>
                  <p:cNvSpPr>
                    <a:spLocks noChangeArrowheads="1"/>
                  </p:cNvSpPr>
                  <p:nvPr/>
                </p:nvSpPr>
                <p:spPr bwMode="auto">
                  <a:xfrm>
                    <a:off x="807" y="3611"/>
                    <a:ext cx="40" cy="12"/>
                  </a:xfrm>
                  <a:custGeom>
                    <a:avLst/>
                    <a:gdLst>
                      <a:gd name="T0" fmla="*/ 0 w 82"/>
                      <a:gd name="T1" fmla="*/ 38 h 38"/>
                      <a:gd name="T2" fmla="*/ 2 w 82"/>
                      <a:gd name="T3" fmla="*/ 22 h 38"/>
                      <a:gd name="T4" fmla="*/ 7 w 82"/>
                      <a:gd name="T5" fmla="*/ 8 h 38"/>
                      <a:gd name="T6" fmla="*/ 12 w 82"/>
                      <a:gd name="T7" fmla="*/ 0 h 38"/>
                      <a:gd name="T8" fmla="*/ 69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2" y="22"/>
                        </a:lnTo>
                        <a:lnTo>
                          <a:pt x="7" y="8"/>
                        </a:lnTo>
                        <a:lnTo>
                          <a:pt x="12"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218" name="Group 308"/>
                <p:cNvGrpSpPr>
                  <a:grpSpLocks/>
                </p:cNvGrpSpPr>
                <p:nvPr/>
              </p:nvGrpSpPr>
              <p:grpSpPr bwMode="auto">
                <a:xfrm>
                  <a:off x="811" y="3612"/>
                  <a:ext cx="48" cy="23"/>
                  <a:chOff x="811" y="3612"/>
                  <a:chExt cx="48" cy="23"/>
                </a:xfrm>
              </p:grpSpPr>
              <p:sp>
                <p:nvSpPr>
                  <p:cNvPr id="423219" name="Freeform 309"/>
                  <p:cNvSpPr>
                    <a:spLocks noChangeArrowheads="1"/>
                  </p:cNvSpPr>
                  <p:nvPr/>
                </p:nvSpPr>
                <p:spPr bwMode="auto">
                  <a:xfrm>
                    <a:off x="811" y="3612"/>
                    <a:ext cx="12" cy="23"/>
                  </a:xfrm>
                  <a:custGeom>
                    <a:avLst/>
                    <a:gdLst>
                      <a:gd name="T0" fmla="*/ 15 w 25"/>
                      <a:gd name="T1" fmla="*/ 69 h 69"/>
                      <a:gd name="T2" fmla="*/ 0 w 25"/>
                      <a:gd name="T3" fmla="*/ 28 h 69"/>
                      <a:gd name="T4" fmla="*/ 11 w 25"/>
                      <a:gd name="T5" fmla="*/ 0 h 69"/>
                      <a:gd name="T6" fmla="*/ 25 w 25"/>
                      <a:gd name="T7" fmla="*/ 32 h 69"/>
                      <a:gd name="T8" fmla="*/ 15 w 25"/>
                      <a:gd name="T9" fmla="*/ 69 h 69"/>
                    </a:gdLst>
                    <a:ahLst/>
                    <a:cxnLst>
                      <a:cxn ang="0">
                        <a:pos x="T0" y="T1"/>
                      </a:cxn>
                      <a:cxn ang="0">
                        <a:pos x="T2" y="T3"/>
                      </a:cxn>
                      <a:cxn ang="0">
                        <a:pos x="T4" y="T5"/>
                      </a:cxn>
                      <a:cxn ang="0">
                        <a:pos x="T6" y="T7"/>
                      </a:cxn>
                      <a:cxn ang="0">
                        <a:pos x="T8" y="T9"/>
                      </a:cxn>
                    </a:cxnLst>
                    <a:rect l="0" t="0" r="r" b="b"/>
                    <a:pathLst>
                      <a:path w="25" h="69">
                        <a:moveTo>
                          <a:pt x="15" y="69"/>
                        </a:moveTo>
                        <a:lnTo>
                          <a:pt x="0" y="28"/>
                        </a:lnTo>
                        <a:lnTo>
                          <a:pt x="11"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220" name="Freeform 310"/>
                  <p:cNvSpPr>
                    <a:spLocks noChangeArrowheads="1"/>
                  </p:cNvSpPr>
                  <p:nvPr/>
                </p:nvSpPr>
                <p:spPr bwMode="auto">
                  <a:xfrm>
                    <a:off x="815" y="3613"/>
                    <a:ext cx="38" cy="10"/>
                  </a:xfrm>
                  <a:custGeom>
                    <a:avLst/>
                    <a:gdLst>
                      <a:gd name="T0" fmla="*/ 3 w 75"/>
                      <a:gd name="T1" fmla="*/ 0 h 32"/>
                      <a:gd name="T2" fmla="*/ 52 w 75"/>
                      <a:gd name="T3" fmla="*/ 0 h 32"/>
                      <a:gd name="T4" fmla="*/ 53 w 75"/>
                      <a:gd name="T5" fmla="*/ 3 h 32"/>
                      <a:gd name="T6" fmla="*/ 57 w 75"/>
                      <a:gd name="T7" fmla="*/ 15 h 32"/>
                      <a:gd name="T8" fmla="*/ 75 w 75"/>
                      <a:gd name="T9" fmla="*/ 32 h 32"/>
                      <a:gd name="T10" fmla="*/ 19 w 75"/>
                      <a:gd name="T11" fmla="*/ 32 h 32"/>
                      <a:gd name="T12" fmla="*/ 10 w 75"/>
                      <a:gd name="T13" fmla="*/ 22 h 32"/>
                      <a:gd name="T14" fmla="*/ 0 w 75"/>
                      <a:gd name="T15" fmla="*/ 7 h 32"/>
                      <a:gd name="T16" fmla="*/ 3 w 75"/>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2">
                        <a:moveTo>
                          <a:pt x="3" y="0"/>
                        </a:moveTo>
                        <a:lnTo>
                          <a:pt x="52" y="0"/>
                        </a:lnTo>
                        <a:lnTo>
                          <a:pt x="53" y="3"/>
                        </a:lnTo>
                        <a:lnTo>
                          <a:pt x="57" y="15"/>
                        </a:lnTo>
                        <a:lnTo>
                          <a:pt x="75" y="32"/>
                        </a:lnTo>
                        <a:lnTo>
                          <a:pt x="19" y="32"/>
                        </a:lnTo>
                        <a:lnTo>
                          <a:pt x="10" y="22"/>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221" name="Freeform 311"/>
                  <p:cNvSpPr>
                    <a:spLocks noChangeArrowheads="1"/>
                  </p:cNvSpPr>
                  <p:nvPr/>
                </p:nvSpPr>
                <p:spPr bwMode="auto">
                  <a:xfrm>
                    <a:off x="819" y="3623"/>
                    <a:ext cx="40" cy="12"/>
                  </a:xfrm>
                  <a:custGeom>
                    <a:avLst/>
                    <a:gdLst>
                      <a:gd name="T0" fmla="*/ 0 w 82"/>
                      <a:gd name="T1" fmla="*/ 36 h 36"/>
                      <a:gd name="T2" fmla="*/ 1 w 82"/>
                      <a:gd name="T3" fmla="*/ 21 h 36"/>
                      <a:gd name="T4" fmla="*/ 7 w 82"/>
                      <a:gd name="T5" fmla="*/ 8 h 36"/>
                      <a:gd name="T6" fmla="*/ 12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21"/>
                        </a:lnTo>
                        <a:lnTo>
                          <a:pt x="7" y="8"/>
                        </a:lnTo>
                        <a:lnTo>
                          <a:pt x="12"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222" name="Group 312"/>
                <p:cNvGrpSpPr>
                  <a:grpSpLocks/>
                </p:cNvGrpSpPr>
                <p:nvPr/>
              </p:nvGrpSpPr>
              <p:grpSpPr bwMode="auto">
                <a:xfrm>
                  <a:off x="823" y="3625"/>
                  <a:ext cx="49" cy="23"/>
                  <a:chOff x="823" y="3625"/>
                  <a:chExt cx="49" cy="23"/>
                </a:xfrm>
              </p:grpSpPr>
              <p:sp>
                <p:nvSpPr>
                  <p:cNvPr id="423223" name="Freeform 313"/>
                  <p:cNvSpPr>
                    <a:spLocks noChangeArrowheads="1"/>
                  </p:cNvSpPr>
                  <p:nvPr/>
                </p:nvSpPr>
                <p:spPr bwMode="auto">
                  <a:xfrm>
                    <a:off x="823" y="3625"/>
                    <a:ext cx="13" cy="23"/>
                  </a:xfrm>
                  <a:custGeom>
                    <a:avLst/>
                    <a:gdLst>
                      <a:gd name="T0" fmla="*/ 16 w 25"/>
                      <a:gd name="T1" fmla="*/ 68 h 68"/>
                      <a:gd name="T2" fmla="*/ 0 w 25"/>
                      <a:gd name="T3" fmla="*/ 27 h 68"/>
                      <a:gd name="T4" fmla="*/ 11 w 25"/>
                      <a:gd name="T5" fmla="*/ 0 h 68"/>
                      <a:gd name="T6" fmla="*/ 25 w 25"/>
                      <a:gd name="T7" fmla="*/ 30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224" name="Freeform 314"/>
                  <p:cNvSpPr>
                    <a:spLocks noChangeArrowheads="1"/>
                  </p:cNvSpPr>
                  <p:nvPr/>
                </p:nvSpPr>
                <p:spPr bwMode="auto">
                  <a:xfrm>
                    <a:off x="828" y="3626"/>
                    <a:ext cx="37" cy="9"/>
                  </a:xfrm>
                  <a:custGeom>
                    <a:avLst/>
                    <a:gdLst>
                      <a:gd name="T0" fmla="*/ 1 w 73"/>
                      <a:gd name="T1" fmla="*/ 0 h 29"/>
                      <a:gd name="T2" fmla="*/ 50 w 73"/>
                      <a:gd name="T3" fmla="*/ 0 h 29"/>
                      <a:gd name="T4" fmla="*/ 51 w 73"/>
                      <a:gd name="T5" fmla="*/ 2 h 29"/>
                      <a:gd name="T6" fmla="*/ 56 w 73"/>
                      <a:gd name="T7" fmla="*/ 11 h 29"/>
                      <a:gd name="T8" fmla="*/ 73 w 73"/>
                      <a:gd name="T9" fmla="*/ 29 h 29"/>
                      <a:gd name="T10" fmla="*/ 18 w 73"/>
                      <a:gd name="T11" fmla="*/ 29 h 29"/>
                      <a:gd name="T12" fmla="*/ 9 w 73"/>
                      <a:gd name="T13" fmla="*/ 20 h 29"/>
                      <a:gd name="T14" fmla="*/ 0 w 73"/>
                      <a:gd name="T15" fmla="*/ 6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50" y="0"/>
                        </a:lnTo>
                        <a:lnTo>
                          <a:pt x="51"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225" name="Freeform 315"/>
                  <p:cNvSpPr>
                    <a:spLocks noChangeArrowheads="1"/>
                  </p:cNvSpPr>
                  <p:nvPr/>
                </p:nvSpPr>
                <p:spPr bwMode="auto">
                  <a:xfrm>
                    <a:off x="832" y="3636"/>
                    <a:ext cx="40" cy="12"/>
                  </a:xfrm>
                  <a:custGeom>
                    <a:avLst/>
                    <a:gdLst>
                      <a:gd name="T0" fmla="*/ 0 w 82"/>
                      <a:gd name="T1" fmla="*/ 36 h 36"/>
                      <a:gd name="T2" fmla="*/ 2 w 82"/>
                      <a:gd name="T3" fmla="*/ 19 h 36"/>
                      <a:gd name="T4" fmla="*/ 6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226" name="Group 316"/>
                <p:cNvGrpSpPr>
                  <a:grpSpLocks/>
                </p:cNvGrpSpPr>
                <p:nvPr/>
              </p:nvGrpSpPr>
              <p:grpSpPr bwMode="auto">
                <a:xfrm>
                  <a:off x="836" y="3638"/>
                  <a:ext cx="50" cy="22"/>
                  <a:chOff x="836" y="3638"/>
                  <a:chExt cx="50" cy="22"/>
                </a:xfrm>
              </p:grpSpPr>
              <p:sp>
                <p:nvSpPr>
                  <p:cNvPr id="423227" name="Freeform 317"/>
                  <p:cNvSpPr>
                    <a:spLocks noChangeArrowheads="1"/>
                  </p:cNvSpPr>
                  <p:nvPr/>
                </p:nvSpPr>
                <p:spPr bwMode="auto">
                  <a:xfrm>
                    <a:off x="836" y="3638"/>
                    <a:ext cx="12" cy="22"/>
                  </a:xfrm>
                  <a:custGeom>
                    <a:avLst/>
                    <a:gdLst>
                      <a:gd name="T0" fmla="*/ 16 w 25"/>
                      <a:gd name="T1" fmla="*/ 68 h 68"/>
                      <a:gd name="T2" fmla="*/ 0 w 25"/>
                      <a:gd name="T3" fmla="*/ 27 h 68"/>
                      <a:gd name="T4" fmla="*/ 12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228" name="Freeform 318"/>
                  <p:cNvSpPr>
                    <a:spLocks noChangeArrowheads="1"/>
                  </p:cNvSpPr>
                  <p:nvPr/>
                </p:nvSpPr>
                <p:spPr bwMode="auto">
                  <a:xfrm>
                    <a:off x="842" y="3638"/>
                    <a:ext cx="36" cy="10"/>
                  </a:xfrm>
                  <a:custGeom>
                    <a:avLst/>
                    <a:gdLst>
                      <a:gd name="T0" fmla="*/ 1 w 72"/>
                      <a:gd name="T1" fmla="*/ 0 h 30"/>
                      <a:gd name="T2" fmla="*/ 49 w 72"/>
                      <a:gd name="T3" fmla="*/ 0 h 30"/>
                      <a:gd name="T4" fmla="*/ 51 w 72"/>
                      <a:gd name="T5" fmla="*/ 3 h 30"/>
                      <a:gd name="T6" fmla="*/ 55 w 72"/>
                      <a:gd name="T7" fmla="*/ 12 h 30"/>
                      <a:gd name="T8" fmla="*/ 72 w 72"/>
                      <a:gd name="T9" fmla="*/ 30 h 30"/>
                      <a:gd name="T10" fmla="*/ 17 w 72"/>
                      <a:gd name="T11" fmla="*/ 30 h 30"/>
                      <a:gd name="T12" fmla="*/ 8 w 72"/>
                      <a:gd name="T13" fmla="*/ 21 h 30"/>
                      <a:gd name="T14" fmla="*/ 0 w 72"/>
                      <a:gd name="T15" fmla="*/ 5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49" y="0"/>
                        </a:lnTo>
                        <a:lnTo>
                          <a:pt x="51" y="3"/>
                        </a:lnTo>
                        <a:lnTo>
                          <a:pt x="55" y="12"/>
                        </a:lnTo>
                        <a:lnTo>
                          <a:pt x="72" y="30"/>
                        </a:lnTo>
                        <a:lnTo>
                          <a:pt x="17" y="30"/>
                        </a:lnTo>
                        <a:lnTo>
                          <a:pt x="8"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229" name="Freeform 319"/>
                  <p:cNvSpPr>
                    <a:spLocks noChangeArrowheads="1"/>
                  </p:cNvSpPr>
                  <p:nvPr/>
                </p:nvSpPr>
                <p:spPr bwMode="auto">
                  <a:xfrm>
                    <a:off x="844" y="3648"/>
                    <a:ext cx="42" cy="12"/>
                  </a:xfrm>
                  <a:custGeom>
                    <a:avLst/>
                    <a:gdLst>
                      <a:gd name="T0" fmla="*/ 0 w 83"/>
                      <a:gd name="T1" fmla="*/ 36 h 36"/>
                      <a:gd name="T2" fmla="*/ 2 w 83"/>
                      <a:gd name="T3" fmla="*/ 19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19"/>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230" name="Group 320"/>
                <p:cNvGrpSpPr>
                  <a:grpSpLocks/>
                </p:cNvGrpSpPr>
                <p:nvPr/>
              </p:nvGrpSpPr>
              <p:grpSpPr bwMode="auto">
                <a:xfrm>
                  <a:off x="849" y="3651"/>
                  <a:ext cx="49" cy="22"/>
                  <a:chOff x="849" y="3651"/>
                  <a:chExt cx="49" cy="22"/>
                </a:xfrm>
              </p:grpSpPr>
              <p:sp>
                <p:nvSpPr>
                  <p:cNvPr id="423231" name="Freeform 321"/>
                  <p:cNvSpPr>
                    <a:spLocks noChangeArrowheads="1"/>
                  </p:cNvSpPr>
                  <p:nvPr/>
                </p:nvSpPr>
                <p:spPr bwMode="auto">
                  <a:xfrm>
                    <a:off x="849" y="3651"/>
                    <a:ext cx="12" cy="22"/>
                  </a:xfrm>
                  <a:custGeom>
                    <a:avLst/>
                    <a:gdLst>
                      <a:gd name="T0" fmla="*/ 15 w 25"/>
                      <a:gd name="T1" fmla="*/ 67 h 67"/>
                      <a:gd name="T2" fmla="*/ 0 w 25"/>
                      <a:gd name="T3" fmla="*/ 26 h 67"/>
                      <a:gd name="T4" fmla="*/ 10 w 25"/>
                      <a:gd name="T5" fmla="*/ 0 h 67"/>
                      <a:gd name="T6" fmla="*/ 25 w 25"/>
                      <a:gd name="T7" fmla="*/ 30 h 67"/>
                      <a:gd name="T8" fmla="*/ 15 w 25"/>
                      <a:gd name="T9" fmla="*/ 67 h 67"/>
                    </a:gdLst>
                    <a:ahLst/>
                    <a:cxnLst>
                      <a:cxn ang="0">
                        <a:pos x="T0" y="T1"/>
                      </a:cxn>
                      <a:cxn ang="0">
                        <a:pos x="T2" y="T3"/>
                      </a:cxn>
                      <a:cxn ang="0">
                        <a:pos x="T4" y="T5"/>
                      </a:cxn>
                      <a:cxn ang="0">
                        <a:pos x="T6" y="T7"/>
                      </a:cxn>
                      <a:cxn ang="0">
                        <a:pos x="T8" y="T9"/>
                      </a:cxn>
                    </a:cxnLst>
                    <a:rect l="0" t="0" r="r" b="b"/>
                    <a:pathLst>
                      <a:path w="25" h="67">
                        <a:moveTo>
                          <a:pt x="15" y="67"/>
                        </a:moveTo>
                        <a:lnTo>
                          <a:pt x="0" y="26"/>
                        </a:lnTo>
                        <a:lnTo>
                          <a:pt x="10" y="0"/>
                        </a:lnTo>
                        <a:lnTo>
                          <a:pt x="25" y="30"/>
                        </a:lnTo>
                        <a:lnTo>
                          <a:pt x="15"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232" name="Freeform 322"/>
                  <p:cNvSpPr>
                    <a:spLocks noChangeArrowheads="1"/>
                  </p:cNvSpPr>
                  <p:nvPr/>
                </p:nvSpPr>
                <p:spPr bwMode="auto">
                  <a:xfrm>
                    <a:off x="854" y="3651"/>
                    <a:ext cx="37" cy="10"/>
                  </a:xfrm>
                  <a:custGeom>
                    <a:avLst/>
                    <a:gdLst>
                      <a:gd name="T0" fmla="*/ 1 w 74"/>
                      <a:gd name="T1" fmla="*/ 0 h 29"/>
                      <a:gd name="T2" fmla="*/ 49 w 74"/>
                      <a:gd name="T3" fmla="*/ 0 h 29"/>
                      <a:gd name="T4" fmla="*/ 50 w 74"/>
                      <a:gd name="T5" fmla="*/ 2 h 29"/>
                      <a:gd name="T6" fmla="*/ 57 w 74"/>
                      <a:gd name="T7" fmla="*/ 11 h 29"/>
                      <a:gd name="T8" fmla="*/ 74 w 74"/>
                      <a:gd name="T9" fmla="*/ 29 h 29"/>
                      <a:gd name="T10" fmla="*/ 18 w 74"/>
                      <a:gd name="T11" fmla="*/ 29 h 29"/>
                      <a:gd name="T12" fmla="*/ 9 w 74"/>
                      <a:gd name="T13" fmla="*/ 20 h 29"/>
                      <a:gd name="T14" fmla="*/ 0 w 74"/>
                      <a:gd name="T15" fmla="*/ 5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49" y="0"/>
                        </a:lnTo>
                        <a:lnTo>
                          <a:pt x="50" y="2"/>
                        </a:lnTo>
                        <a:lnTo>
                          <a:pt x="57" y="11"/>
                        </a:lnTo>
                        <a:lnTo>
                          <a:pt x="74"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233" name="Freeform 323"/>
                  <p:cNvSpPr>
                    <a:spLocks noChangeArrowheads="1"/>
                  </p:cNvSpPr>
                  <p:nvPr/>
                </p:nvSpPr>
                <p:spPr bwMode="auto">
                  <a:xfrm>
                    <a:off x="857" y="3662"/>
                    <a:ext cx="41" cy="11"/>
                  </a:xfrm>
                  <a:custGeom>
                    <a:avLst/>
                    <a:gdLst>
                      <a:gd name="T0" fmla="*/ 0 w 81"/>
                      <a:gd name="T1" fmla="*/ 35 h 35"/>
                      <a:gd name="T2" fmla="*/ 1 w 81"/>
                      <a:gd name="T3" fmla="*/ 19 h 35"/>
                      <a:gd name="T4" fmla="*/ 5 w 81"/>
                      <a:gd name="T5" fmla="*/ 7 h 35"/>
                      <a:gd name="T6" fmla="*/ 10 w 81"/>
                      <a:gd name="T7" fmla="*/ 0 h 35"/>
                      <a:gd name="T8" fmla="*/ 67 w 81"/>
                      <a:gd name="T9" fmla="*/ 0 h 35"/>
                      <a:gd name="T10" fmla="*/ 81 w 81"/>
                      <a:gd name="T11" fmla="*/ 35 h 35"/>
                      <a:gd name="T12" fmla="*/ 0 w 81"/>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1" h="35">
                        <a:moveTo>
                          <a:pt x="0" y="35"/>
                        </a:moveTo>
                        <a:lnTo>
                          <a:pt x="1" y="19"/>
                        </a:lnTo>
                        <a:lnTo>
                          <a:pt x="5" y="7"/>
                        </a:lnTo>
                        <a:lnTo>
                          <a:pt x="10" y="0"/>
                        </a:lnTo>
                        <a:lnTo>
                          <a:pt x="67" y="0"/>
                        </a:lnTo>
                        <a:lnTo>
                          <a:pt x="81"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grpSp>
            <p:nvGrpSpPr>
              <p:cNvPr id="423234" name="Group 324"/>
              <p:cNvGrpSpPr>
                <a:grpSpLocks/>
              </p:cNvGrpSpPr>
              <p:nvPr/>
            </p:nvGrpSpPr>
            <p:grpSpPr bwMode="auto">
              <a:xfrm>
                <a:off x="861" y="3665"/>
                <a:ext cx="99" cy="74"/>
                <a:chOff x="861" y="3665"/>
                <a:chExt cx="99" cy="74"/>
              </a:xfrm>
            </p:grpSpPr>
            <p:grpSp>
              <p:nvGrpSpPr>
                <p:cNvPr id="423235" name="Group 325"/>
                <p:cNvGrpSpPr>
                  <a:grpSpLocks/>
                </p:cNvGrpSpPr>
                <p:nvPr/>
              </p:nvGrpSpPr>
              <p:grpSpPr bwMode="auto">
                <a:xfrm>
                  <a:off x="861" y="3665"/>
                  <a:ext cx="50" cy="23"/>
                  <a:chOff x="861" y="3665"/>
                  <a:chExt cx="50" cy="23"/>
                </a:xfrm>
              </p:grpSpPr>
              <p:sp>
                <p:nvSpPr>
                  <p:cNvPr id="423236" name="Freeform 326"/>
                  <p:cNvSpPr>
                    <a:spLocks noChangeArrowheads="1"/>
                  </p:cNvSpPr>
                  <p:nvPr/>
                </p:nvSpPr>
                <p:spPr bwMode="auto">
                  <a:xfrm>
                    <a:off x="861" y="3665"/>
                    <a:ext cx="12" cy="23"/>
                  </a:xfrm>
                  <a:custGeom>
                    <a:avLst/>
                    <a:gdLst>
                      <a:gd name="T0" fmla="*/ 16 w 25"/>
                      <a:gd name="T1" fmla="*/ 69 h 69"/>
                      <a:gd name="T2" fmla="*/ 0 w 25"/>
                      <a:gd name="T3" fmla="*/ 27 h 69"/>
                      <a:gd name="T4" fmla="*/ 11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1"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237" name="Freeform 327"/>
                  <p:cNvSpPr>
                    <a:spLocks noChangeArrowheads="1"/>
                  </p:cNvSpPr>
                  <p:nvPr/>
                </p:nvSpPr>
                <p:spPr bwMode="auto">
                  <a:xfrm>
                    <a:off x="865" y="3666"/>
                    <a:ext cx="38" cy="10"/>
                  </a:xfrm>
                  <a:custGeom>
                    <a:avLst/>
                    <a:gdLst>
                      <a:gd name="T0" fmla="*/ 3 w 75"/>
                      <a:gd name="T1" fmla="*/ 0 h 31"/>
                      <a:gd name="T2" fmla="*/ 52 w 75"/>
                      <a:gd name="T3" fmla="*/ 0 h 31"/>
                      <a:gd name="T4" fmla="*/ 53 w 75"/>
                      <a:gd name="T5" fmla="*/ 4 h 31"/>
                      <a:gd name="T6" fmla="*/ 57 w 75"/>
                      <a:gd name="T7" fmla="*/ 13 h 31"/>
                      <a:gd name="T8" fmla="*/ 75 w 75"/>
                      <a:gd name="T9" fmla="*/ 31 h 31"/>
                      <a:gd name="T10" fmla="*/ 19 w 75"/>
                      <a:gd name="T11" fmla="*/ 31 h 31"/>
                      <a:gd name="T12" fmla="*/ 11 w 75"/>
                      <a:gd name="T13" fmla="*/ 22 h 31"/>
                      <a:gd name="T14" fmla="*/ 0 w 75"/>
                      <a:gd name="T15" fmla="*/ 7 h 31"/>
                      <a:gd name="T16" fmla="*/ 3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3" y="0"/>
                        </a:moveTo>
                        <a:lnTo>
                          <a:pt x="52" y="0"/>
                        </a:lnTo>
                        <a:lnTo>
                          <a:pt x="53" y="4"/>
                        </a:lnTo>
                        <a:lnTo>
                          <a:pt x="57" y="13"/>
                        </a:lnTo>
                        <a:lnTo>
                          <a:pt x="75" y="31"/>
                        </a:lnTo>
                        <a:lnTo>
                          <a:pt x="19" y="31"/>
                        </a:lnTo>
                        <a:lnTo>
                          <a:pt x="11" y="22"/>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238" name="Freeform 328"/>
                  <p:cNvSpPr>
                    <a:spLocks noChangeArrowheads="1"/>
                  </p:cNvSpPr>
                  <p:nvPr/>
                </p:nvSpPr>
                <p:spPr bwMode="auto">
                  <a:xfrm>
                    <a:off x="869" y="3676"/>
                    <a:ext cx="42" cy="12"/>
                  </a:xfrm>
                  <a:custGeom>
                    <a:avLst/>
                    <a:gdLst>
                      <a:gd name="T0" fmla="*/ 0 w 83"/>
                      <a:gd name="T1" fmla="*/ 36 h 36"/>
                      <a:gd name="T2" fmla="*/ 2 w 83"/>
                      <a:gd name="T3" fmla="*/ 20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239" name="Group 329"/>
                <p:cNvGrpSpPr>
                  <a:grpSpLocks/>
                </p:cNvGrpSpPr>
                <p:nvPr/>
              </p:nvGrpSpPr>
              <p:grpSpPr bwMode="auto">
                <a:xfrm>
                  <a:off x="873" y="3678"/>
                  <a:ext cx="49" cy="23"/>
                  <a:chOff x="873" y="3678"/>
                  <a:chExt cx="49" cy="23"/>
                </a:xfrm>
              </p:grpSpPr>
              <p:sp>
                <p:nvSpPr>
                  <p:cNvPr id="423240" name="Freeform 330"/>
                  <p:cNvSpPr>
                    <a:spLocks noChangeArrowheads="1"/>
                  </p:cNvSpPr>
                  <p:nvPr/>
                </p:nvSpPr>
                <p:spPr bwMode="auto">
                  <a:xfrm>
                    <a:off x="873" y="3678"/>
                    <a:ext cx="13" cy="23"/>
                  </a:xfrm>
                  <a:custGeom>
                    <a:avLst/>
                    <a:gdLst>
                      <a:gd name="T0" fmla="*/ 13 w 25"/>
                      <a:gd name="T1" fmla="*/ 70 h 70"/>
                      <a:gd name="T2" fmla="*/ 0 w 25"/>
                      <a:gd name="T3" fmla="*/ 27 h 70"/>
                      <a:gd name="T4" fmla="*/ 9 w 25"/>
                      <a:gd name="T5" fmla="*/ 0 h 70"/>
                      <a:gd name="T6" fmla="*/ 25 w 25"/>
                      <a:gd name="T7" fmla="*/ 31 h 70"/>
                      <a:gd name="T8" fmla="*/ 13 w 25"/>
                      <a:gd name="T9" fmla="*/ 70 h 70"/>
                    </a:gdLst>
                    <a:ahLst/>
                    <a:cxnLst>
                      <a:cxn ang="0">
                        <a:pos x="T0" y="T1"/>
                      </a:cxn>
                      <a:cxn ang="0">
                        <a:pos x="T2" y="T3"/>
                      </a:cxn>
                      <a:cxn ang="0">
                        <a:pos x="T4" y="T5"/>
                      </a:cxn>
                      <a:cxn ang="0">
                        <a:pos x="T6" y="T7"/>
                      </a:cxn>
                      <a:cxn ang="0">
                        <a:pos x="T8" y="T9"/>
                      </a:cxn>
                    </a:cxnLst>
                    <a:rect l="0" t="0" r="r" b="b"/>
                    <a:pathLst>
                      <a:path w="25" h="70">
                        <a:moveTo>
                          <a:pt x="13" y="70"/>
                        </a:moveTo>
                        <a:lnTo>
                          <a:pt x="0" y="27"/>
                        </a:lnTo>
                        <a:lnTo>
                          <a:pt x="9" y="0"/>
                        </a:lnTo>
                        <a:lnTo>
                          <a:pt x="25"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241" name="Freeform 331"/>
                  <p:cNvSpPr>
                    <a:spLocks noChangeArrowheads="1"/>
                  </p:cNvSpPr>
                  <p:nvPr/>
                </p:nvSpPr>
                <p:spPr bwMode="auto">
                  <a:xfrm>
                    <a:off x="878" y="3678"/>
                    <a:ext cx="37" cy="10"/>
                  </a:xfrm>
                  <a:custGeom>
                    <a:avLst/>
                    <a:gdLst>
                      <a:gd name="T0" fmla="*/ 2 w 75"/>
                      <a:gd name="T1" fmla="*/ 0 h 30"/>
                      <a:gd name="T2" fmla="*/ 50 w 75"/>
                      <a:gd name="T3" fmla="*/ 0 h 30"/>
                      <a:gd name="T4" fmla="*/ 52 w 75"/>
                      <a:gd name="T5" fmla="*/ 3 h 30"/>
                      <a:gd name="T6" fmla="*/ 57 w 75"/>
                      <a:gd name="T7" fmla="*/ 12 h 30"/>
                      <a:gd name="T8" fmla="*/ 75 w 75"/>
                      <a:gd name="T9" fmla="*/ 30 h 30"/>
                      <a:gd name="T10" fmla="*/ 19 w 75"/>
                      <a:gd name="T11" fmla="*/ 30 h 30"/>
                      <a:gd name="T12" fmla="*/ 11 w 75"/>
                      <a:gd name="T13" fmla="*/ 20 h 30"/>
                      <a:gd name="T14" fmla="*/ 0 w 75"/>
                      <a:gd name="T15" fmla="*/ 6 h 30"/>
                      <a:gd name="T16" fmla="*/ 2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2" y="0"/>
                        </a:moveTo>
                        <a:lnTo>
                          <a:pt x="50" y="0"/>
                        </a:lnTo>
                        <a:lnTo>
                          <a:pt x="52" y="3"/>
                        </a:lnTo>
                        <a:lnTo>
                          <a:pt x="57" y="12"/>
                        </a:lnTo>
                        <a:lnTo>
                          <a:pt x="75" y="30"/>
                        </a:lnTo>
                        <a:lnTo>
                          <a:pt x="19" y="30"/>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242" name="Freeform 332"/>
                  <p:cNvSpPr>
                    <a:spLocks noChangeArrowheads="1"/>
                  </p:cNvSpPr>
                  <p:nvPr/>
                </p:nvSpPr>
                <p:spPr bwMode="auto">
                  <a:xfrm>
                    <a:off x="880" y="3688"/>
                    <a:ext cx="42" cy="13"/>
                  </a:xfrm>
                  <a:custGeom>
                    <a:avLst/>
                    <a:gdLst>
                      <a:gd name="T0" fmla="*/ 0 w 82"/>
                      <a:gd name="T1" fmla="*/ 38 h 38"/>
                      <a:gd name="T2" fmla="*/ 4 w 82"/>
                      <a:gd name="T3" fmla="*/ 21 h 38"/>
                      <a:gd name="T4" fmla="*/ 8 w 82"/>
                      <a:gd name="T5" fmla="*/ 8 h 38"/>
                      <a:gd name="T6" fmla="*/ 13 w 82"/>
                      <a:gd name="T7" fmla="*/ 0 h 38"/>
                      <a:gd name="T8" fmla="*/ 69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4" y="21"/>
                        </a:lnTo>
                        <a:lnTo>
                          <a:pt x="8" y="8"/>
                        </a:lnTo>
                        <a:lnTo>
                          <a:pt x="13"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243" name="Group 333"/>
                <p:cNvGrpSpPr>
                  <a:grpSpLocks/>
                </p:cNvGrpSpPr>
                <p:nvPr/>
              </p:nvGrpSpPr>
              <p:grpSpPr bwMode="auto">
                <a:xfrm>
                  <a:off x="886" y="3690"/>
                  <a:ext cx="49" cy="23"/>
                  <a:chOff x="886" y="3690"/>
                  <a:chExt cx="49" cy="23"/>
                </a:xfrm>
              </p:grpSpPr>
              <p:sp>
                <p:nvSpPr>
                  <p:cNvPr id="423244" name="Freeform 334"/>
                  <p:cNvSpPr>
                    <a:spLocks noChangeArrowheads="1"/>
                  </p:cNvSpPr>
                  <p:nvPr/>
                </p:nvSpPr>
                <p:spPr bwMode="auto">
                  <a:xfrm>
                    <a:off x="886" y="3690"/>
                    <a:ext cx="12" cy="23"/>
                  </a:xfrm>
                  <a:custGeom>
                    <a:avLst/>
                    <a:gdLst>
                      <a:gd name="T0" fmla="*/ 14 w 24"/>
                      <a:gd name="T1" fmla="*/ 70 h 70"/>
                      <a:gd name="T2" fmla="*/ 0 w 24"/>
                      <a:gd name="T3" fmla="*/ 29 h 70"/>
                      <a:gd name="T4" fmla="*/ 10 w 24"/>
                      <a:gd name="T5" fmla="*/ 0 h 70"/>
                      <a:gd name="T6" fmla="*/ 24 w 24"/>
                      <a:gd name="T7" fmla="*/ 33 h 70"/>
                      <a:gd name="T8" fmla="*/ 14 w 24"/>
                      <a:gd name="T9" fmla="*/ 70 h 70"/>
                    </a:gdLst>
                    <a:ahLst/>
                    <a:cxnLst>
                      <a:cxn ang="0">
                        <a:pos x="T0" y="T1"/>
                      </a:cxn>
                      <a:cxn ang="0">
                        <a:pos x="T2" y="T3"/>
                      </a:cxn>
                      <a:cxn ang="0">
                        <a:pos x="T4" y="T5"/>
                      </a:cxn>
                      <a:cxn ang="0">
                        <a:pos x="T6" y="T7"/>
                      </a:cxn>
                      <a:cxn ang="0">
                        <a:pos x="T8" y="T9"/>
                      </a:cxn>
                    </a:cxnLst>
                    <a:rect l="0" t="0" r="r" b="b"/>
                    <a:pathLst>
                      <a:path w="24" h="70">
                        <a:moveTo>
                          <a:pt x="14" y="70"/>
                        </a:moveTo>
                        <a:lnTo>
                          <a:pt x="0" y="29"/>
                        </a:lnTo>
                        <a:lnTo>
                          <a:pt x="10" y="0"/>
                        </a:lnTo>
                        <a:lnTo>
                          <a:pt x="24" y="33"/>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245" name="Freeform 335"/>
                  <p:cNvSpPr>
                    <a:spLocks noChangeArrowheads="1"/>
                  </p:cNvSpPr>
                  <p:nvPr/>
                </p:nvSpPr>
                <p:spPr bwMode="auto">
                  <a:xfrm>
                    <a:off x="890" y="3691"/>
                    <a:ext cx="38" cy="10"/>
                  </a:xfrm>
                  <a:custGeom>
                    <a:avLst/>
                    <a:gdLst>
                      <a:gd name="T0" fmla="*/ 3 w 75"/>
                      <a:gd name="T1" fmla="*/ 0 h 31"/>
                      <a:gd name="T2" fmla="*/ 52 w 75"/>
                      <a:gd name="T3" fmla="*/ 0 h 31"/>
                      <a:gd name="T4" fmla="*/ 53 w 75"/>
                      <a:gd name="T5" fmla="*/ 2 h 31"/>
                      <a:gd name="T6" fmla="*/ 57 w 75"/>
                      <a:gd name="T7" fmla="*/ 11 h 31"/>
                      <a:gd name="T8" fmla="*/ 75 w 75"/>
                      <a:gd name="T9" fmla="*/ 31 h 31"/>
                      <a:gd name="T10" fmla="*/ 19 w 75"/>
                      <a:gd name="T11" fmla="*/ 31 h 31"/>
                      <a:gd name="T12" fmla="*/ 10 w 75"/>
                      <a:gd name="T13" fmla="*/ 22 h 31"/>
                      <a:gd name="T14" fmla="*/ 0 w 75"/>
                      <a:gd name="T15" fmla="*/ 6 h 31"/>
                      <a:gd name="T16" fmla="*/ 3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3" y="0"/>
                        </a:moveTo>
                        <a:lnTo>
                          <a:pt x="52" y="0"/>
                        </a:lnTo>
                        <a:lnTo>
                          <a:pt x="53" y="2"/>
                        </a:lnTo>
                        <a:lnTo>
                          <a:pt x="57" y="11"/>
                        </a:lnTo>
                        <a:lnTo>
                          <a:pt x="75" y="31"/>
                        </a:lnTo>
                        <a:lnTo>
                          <a:pt x="19" y="31"/>
                        </a:lnTo>
                        <a:lnTo>
                          <a:pt x="10" y="22"/>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246" name="Freeform 336"/>
                  <p:cNvSpPr>
                    <a:spLocks noChangeArrowheads="1"/>
                  </p:cNvSpPr>
                  <p:nvPr/>
                </p:nvSpPr>
                <p:spPr bwMode="auto">
                  <a:xfrm>
                    <a:off x="893" y="3701"/>
                    <a:ext cx="42" cy="12"/>
                  </a:xfrm>
                  <a:custGeom>
                    <a:avLst/>
                    <a:gdLst>
                      <a:gd name="T0" fmla="*/ 0 w 83"/>
                      <a:gd name="T1" fmla="*/ 36 h 36"/>
                      <a:gd name="T2" fmla="*/ 1 w 83"/>
                      <a:gd name="T3" fmla="*/ 19 h 36"/>
                      <a:gd name="T4" fmla="*/ 8 w 83"/>
                      <a:gd name="T5" fmla="*/ 7 h 36"/>
                      <a:gd name="T6" fmla="*/ 12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8" y="7"/>
                        </a:lnTo>
                        <a:lnTo>
                          <a:pt x="12"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247" name="Group 337"/>
                <p:cNvGrpSpPr>
                  <a:grpSpLocks/>
                </p:cNvGrpSpPr>
                <p:nvPr/>
              </p:nvGrpSpPr>
              <p:grpSpPr bwMode="auto">
                <a:xfrm>
                  <a:off x="899" y="3703"/>
                  <a:ext cx="48" cy="23"/>
                  <a:chOff x="899" y="3703"/>
                  <a:chExt cx="48" cy="23"/>
                </a:xfrm>
              </p:grpSpPr>
              <p:sp>
                <p:nvSpPr>
                  <p:cNvPr id="423248" name="Freeform 338"/>
                  <p:cNvSpPr>
                    <a:spLocks noChangeArrowheads="1"/>
                  </p:cNvSpPr>
                  <p:nvPr/>
                </p:nvSpPr>
                <p:spPr bwMode="auto">
                  <a:xfrm>
                    <a:off x="899" y="3703"/>
                    <a:ext cx="12" cy="23"/>
                  </a:xfrm>
                  <a:custGeom>
                    <a:avLst/>
                    <a:gdLst>
                      <a:gd name="T0" fmla="*/ 15 w 25"/>
                      <a:gd name="T1" fmla="*/ 68 h 68"/>
                      <a:gd name="T2" fmla="*/ 0 w 25"/>
                      <a:gd name="T3" fmla="*/ 27 h 68"/>
                      <a:gd name="T4" fmla="*/ 10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7"/>
                        </a:lnTo>
                        <a:lnTo>
                          <a:pt x="10"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249" name="Freeform 339"/>
                  <p:cNvSpPr>
                    <a:spLocks noChangeArrowheads="1"/>
                  </p:cNvSpPr>
                  <p:nvPr/>
                </p:nvSpPr>
                <p:spPr bwMode="auto">
                  <a:xfrm>
                    <a:off x="903" y="3703"/>
                    <a:ext cx="38" cy="10"/>
                  </a:xfrm>
                  <a:custGeom>
                    <a:avLst/>
                    <a:gdLst>
                      <a:gd name="T0" fmla="*/ 1 w 75"/>
                      <a:gd name="T1" fmla="*/ 0 h 30"/>
                      <a:gd name="T2" fmla="*/ 50 w 75"/>
                      <a:gd name="T3" fmla="*/ 0 h 30"/>
                      <a:gd name="T4" fmla="*/ 51 w 75"/>
                      <a:gd name="T5" fmla="*/ 3 h 30"/>
                      <a:gd name="T6" fmla="*/ 56 w 75"/>
                      <a:gd name="T7" fmla="*/ 12 h 30"/>
                      <a:gd name="T8" fmla="*/ 75 w 75"/>
                      <a:gd name="T9" fmla="*/ 30 h 30"/>
                      <a:gd name="T10" fmla="*/ 18 w 75"/>
                      <a:gd name="T11" fmla="*/ 30 h 30"/>
                      <a:gd name="T12" fmla="*/ 9 w 75"/>
                      <a:gd name="T13" fmla="*/ 21 h 30"/>
                      <a:gd name="T14" fmla="*/ 0 w 75"/>
                      <a:gd name="T15" fmla="*/ 7 h 30"/>
                      <a:gd name="T16" fmla="*/ 1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1" y="0"/>
                        </a:moveTo>
                        <a:lnTo>
                          <a:pt x="50" y="0"/>
                        </a:lnTo>
                        <a:lnTo>
                          <a:pt x="51" y="3"/>
                        </a:lnTo>
                        <a:lnTo>
                          <a:pt x="56" y="12"/>
                        </a:lnTo>
                        <a:lnTo>
                          <a:pt x="75" y="30"/>
                        </a:lnTo>
                        <a:lnTo>
                          <a:pt x="18" y="30"/>
                        </a:lnTo>
                        <a:lnTo>
                          <a:pt x="9"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250" name="Freeform 340"/>
                  <p:cNvSpPr>
                    <a:spLocks noChangeArrowheads="1"/>
                  </p:cNvSpPr>
                  <p:nvPr/>
                </p:nvSpPr>
                <p:spPr bwMode="auto">
                  <a:xfrm>
                    <a:off x="907" y="3714"/>
                    <a:ext cx="40" cy="12"/>
                  </a:xfrm>
                  <a:custGeom>
                    <a:avLst/>
                    <a:gdLst>
                      <a:gd name="T0" fmla="*/ 0 w 82"/>
                      <a:gd name="T1" fmla="*/ 36 h 36"/>
                      <a:gd name="T2" fmla="*/ 2 w 82"/>
                      <a:gd name="T3" fmla="*/ 19 h 36"/>
                      <a:gd name="T4" fmla="*/ 5 w 82"/>
                      <a:gd name="T5" fmla="*/ 8 h 36"/>
                      <a:gd name="T6" fmla="*/ 12 w 82"/>
                      <a:gd name="T7" fmla="*/ 0 h 36"/>
                      <a:gd name="T8" fmla="*/ 69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5" y="8"/>
                        </a:lnTo>
                        <a:lnTo>
                          <a:pt x="12"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251" name="Group 341"/>
                <p:cNvGrpSpPr>
                  <a:grpSpLocks/>
                </p:cNvGrpSpPr>
                <p:nvPr/>
              </p:nvGrpSpPr>
              <p:grpSpPr bwMode="auto">
                <a:xfrm>
                  <a:off x="912" y="3716"/>
                  <a:ext cx="48" cy="23"/>
                  <a:chOff x="912" y="3716"/>
                  <a:chExt cx="48" cy="23"/>
                </a:xfrm>
              </p:grpSpPr>
              <p:sp>
                <p:nvSpPr>
                  <p:cNvPr id="423252" name="Freeform 342"/>
                  <p:cNvSpPr>
                    <a:spLocks noChangeArrowheads="1"/>
                  </p:cNvSpPr>
                  <p:nvPr/>
                </p:nvSpPr>
                <p:spPr bwMode="auto">
                  <a:xfrm>
                    <a:off x="912" y="3716"/>
                    <a:ext cx="11" cy="23"/>
                  </a:xfrm>
                  <a:custGeom>
                    <a:avLst/>
                    <a:gdLst>
                      <a:gd name="T0" fmla="*/ 13 w 22"/>
                      <a:gd name="T1" fmla="*/ 68 h 68"/>
                      <a:gd name="T2" fmla="*/ 0 w 22"/>
                      <a:gd name="T3" fmla="*/ 27 h 68"/>
                      <a:gd name="T4" fmla="*/ 9 w 22"/>
                      <a:gd name="T5" fmla="*/ 0 h 68"/>
                      <a:gd name="T6" fmla="*/ 22 w 22"/>
                      <a:gd name="T7" fmla="*/ 30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0"/>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253" name="Freeform 343"/>
                  <p:cNvSpPr>
                    <a:spLocks noChangeArrowheads="1"/>
                  </p:cNvSpPr>
                  <p:nvPr/>
                </p:nvSpPr>
                <p:spPr bwMode="auto">
                  <a:xfrm>
                    <a:off x="916" y="3717"/>
                    <a:ext cx="37" cy="9"/>
                  </a:xfrm>
                  <a:custGeom>
                    <a:avLst/>
                    <a:gdLst>
                      <a:gd name="T0" fmla="*/ 1 w 74"/>
                      <a:gd name="T1" fmla="*/ 0 h 29"/>
                      <a:gd name="T2" fmla="*/ 50 w 74"/>
                      <a:gd name="T3" fmla="*/ 0 h 29"/>
                      <a:gd name="T4" fmla="*/ 51 w 74"/>
                      <a:gd name="T5" fmla="*/ 3 h 29"/>
                      <a:gd name="T6" fmla="*/ 55 w 74"/>
                      <a:gd name="T7" fmla="*/ 11 h 29"/>
                      <a:gd name="T8" fmla="*/ 74 w 74"/>
                      <a:gd name="T9" fmla="*/ 29 h 29"/>
                      <a:gd name="T10" fmla="*/ 18 w 74"/>
                      <a:gd name="T11" fmla="*/ 29 h 29"/>
                      <a:gd name="T12" fmla="*/ 8 w 74"/>
                      <a:gd name="T13" fmla="*/ 20 h 29"/>
                      <a:gd name="T14" fmla="*/ 0 w 74"/>
                      <a:gd name="T15" fmla="*/ 6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50" y="0"/>
                        </a:lnTo>
                        <a:lnTo>
                          <a:pt x="51" y="3"/>
                        </a:lnTo>
                        <a:lnTo>
                          <a:pt x="55" y="11"/>
                        </a:lnTo>
                        <a:lnTo>
                          <a:pt x="74" y="29"/>
                        </a:lnTo>
                        <a:lnTo>
                          <a:pt x="18" y="29"/>
                        </a:lnTo>
                        <a:lnTo>
                          <a:pt x="8"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254" name="Freeform 344"/>
                  <p:cNvSpPr>
                    <a:spLocks noChangeArrowheads="1"/>
                  </p:cNvSpPr>
                  <p:nvPr/>
                </p:nvSpPr>
                <p:spPr bwMode="auto">
                  <a:xfrm>
                    <a:off x="919" y="3727"/>
                    <a:ext cx="41" cy="12"/>
                  </a:xfrm>
                  <a:custGeom>
                    <a:avLst/>
                    <a:gdLst>
                      <a:gd name="T0" fmla="*/ 0 w 83"/>
                      <a:gd name="T1" fmla="*/ 36 h 36"/>
                      <a:gd name="T2" fmla="*/ 1 w 83"/>
                      <a:gd name="T3" fmla="*/ 19 h 36"/>
                      <a:gd name="T4" fmla="*/ 7 w 83"/>
                      <a:gd name="T5" fmla="*/ 7 h 36"/>
                      <a:gd name="T6" fmla="*/ 11 w 83"/>
                      <a:gd name="T7" fmla="*/ 0 h 36"/>
                      <a:gd name="T8" fmla="*/ 69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7"/>
                        </a:lnTo>
                        <a:lnTo>
                          <a:pt x="11" y="0"/>
                        </a:lnTo>
                        <a:lnTo>
                          <a:pt x="69"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grpSp>
            <p:nvGrpSpPr>
              <p:cNvPr id="423255" name="Group 345"/>
              <p:cNvGrpSpPr>
                <a:grpSpLocks/>
              </p:cNvGrpSpPr>
              <p:nvPr/>
            </p:nvGrpSpPr>
            <p:grpSpPr bwMode="auto">
              <a:xfrm>
                <a:off x="922" y="3727"/>
                <a:ext cx="49" cy="23"/>
                <a:chOff x="922" y="3727"/>
                <a:chExt cx="49" cy="23"/>
              </a:xfrm>
            </p:grpSpPr>
            <p:sp>
              <p:nvSpPr>
                <p:cNvPr id="423256" name="Freeform 346"/>
                <p:cNvSpPr>
                  <a:spLocks noChangeArrowheads="1"/>
                </p:cNvSpPr>
                <p:nvPr/>
              </p:nvSpPr>
              <p:spPr bwMode="auto">
                <a:xfrm>
                  <a:off x="922" y="3727"/>
                  <a:ext cx="12" cy="23"/>
                </a:xfrm>
                <a:custGeom>
                  <a:avLst/>
                  <a:gdLst>
                    <a:gd name="T0" fmla="*/ 15 w 24"/>
                    <a:gd name="T1" fmla="*/ 69 h 69"/>
                    <a:gd name="T2" fmla="*/ 0 w 24"/>
                    <a:gd name="T3" fmla="*/ 27 h 69"/>
                    <a:gd name="T4" fmla="*/ 11 w 24"/>
                    <a:gd name="T5" fmla="*/ 0 h 69"/>
                    <a:gd name="T6" fmla="*/ 24 w 24"/>
                    <a:gd name="T7" fmla="*/ 32 h 69"/>
                    <a:gd name="T8" fmla="*/ 15 w 24"/>
                    <a:gd name="T9" fmla="*/ 69 h 69"/>
                  </a:gdLst>
                  <a:ahLst/>
                  <a:cxnLst>
                    <a:cxn ang="0">
                      <a:pos x="T0" y="T1"/>
                    </a:cxn>
                    <a:cxn ang="0">
                      <a:pos x="T2" y="T3"/>
                    </a:cxn>
                    <a:cxn ang="0">
                      <a:pos x="T4" y="T5"/>
                    </a:cxn>
                    <a:cxn ang="0">
                      <a:pos x="T6" y="T7"/>
                    </a:cxn>
                    <a:cxn ang="0">
                      <a:pos x="T8" y="T9"/>
                    </a:cxn>
                  </a:cxnLst>
                  <a:rect l="0" t="0" r="r" b="b"/>
                  <a:pathLst>
                    <a:path w="24" h="69">
                      <a:moveTo>
                        <a:pt x="15" y="69"/>
                      </a:moveTo>
                      <a:lnTo>
                        <a:pt x="0" y="27"/>
                      </a:lnTo>
                      <a:lnTo>
                        <a:pt x="11" y="0"/>
                      </a:lnTo>
                      <a:lnTo>
                        <a:pt x="24"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257" name="Freeform 347"/>
                <p:cNvSpPr>
                  <a:spLocks noChangeArrowheads="1"/>
                </p:cNvSpPr>
                <p:nvPr/>
              </p:nvSpPr>
              <p:spPr bwMode="auto">
                <a:xfrm>
                  <a:off x="927" y="3728"/>
                  <a:ext cx="36" cy="10"/>
                </a:xfrm>
                <a:custGeom>
                  <a:avLst/>
                  <a:gdLst>
                    <a:gd name="T0" fmla="*/ 1 w 72"/>
                    <a:gd name="T1" fmla="*/ 0 h 31"/>
                    <a:gd name="T2" fmla="*/ 49 w 72"/>
                    <a:gd name="T3" fmla="*/ 0 h 31"/>
                    <a:gd name="T4" fmla="*/ 50 w 72"/>
                    <a:gd name="T5" fmla="*/ 4 h 31"/>
                    <a:gd name="T6" fmla="*/ 56 w 72"/>
                    <a:gd name="T7" fmla="*/ 13 h 31"/>
                    <a:gd name="T8" fmla="*/ 72 w 72"/>
                    <a:gd name="T9" fmla="*/ 31 h 31"/>
                    <a:gd name="T10" fmla="*/ 18 w 72"/>
                    <a:gd name="T11" fmla="*/ 31 h 31"/>
                    <a:gd name="T12" fmla="*/ 9 w 72"/>
                    <a:gd name="T13" fmla="*/ 22 h 31"/>
                    <a:gd name="T14" fmla="*/ 0 w 72"/>
                    <a:gd name="T15" fmla="*/ 7 h 31"/>
                    <a:gd name="T16" fmla="*/ 1 w 72"/>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1">
                      <a:moveTo>
                        <a:pt x="1" y="0"/>
                      </a:moveTo>
                      <a:lnTo>
                        <a:pt x="49" y="0"/>
                      </a:lnTo>
                      <a:lnTo>
                        <a:pt x="50" y="4"/>
                      </a:lnTo>
                      <a:lnTo>
                        <a:pt x="56" y="13"/>
                      </a:lnTo>
                      <a:lnTo>
                        <a:pt x="72"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258" name="Freeform 348"/>
                <p:cNvSpPr>
                  <a:spLocks noChangeArrowheads="1"/>
                </p:cNvSpPr>
                <p:nvPr/>
              </p:nvSpPr>
              <p:spPr bwMode="auto">
                <a:xfrm>
                  <a:off x="930" y="3738"/>
                  <a:ext cx="41" cy="12"/>
                </a:xfrm>
                <a:custGeom>
                  <a:avLst/>
                  <a:gdLst>
                    <a:gd name="T0" fmla="*/ 0 w 83"/>
                    <a:gd name="T1" fmla="*/ 36 h 36"/>
                    <a:gd name="T2" fmla="*/ 2 w 83"/>
                    <a:gd name="T3" fmla="*/ 20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259" name="Group 349"/>
              <p:cNvGrpSpPr>
                <a:grpSpLocks/>
              </p:cNvGrpSpPr>
              <p:nvPr/>
            </p:nvGrpSpPr>
            <p:grpSpPr bwMode="auto">
              <a:xfrm>
                <a:off x="895" y="3526"/>
                <a:ext cx="44" cy="23"/>
                <a:chOff x="895" y="3526"/>
                <a:chExt cx="44" cy="23"/>
              </a:xfrm>
            </p:grpSpPr>
            <p:sp>
              <p:nvSpPr>
                <p:cNvPr id="423260" name="Freeform 350"/>
                <p:cNvSpPr>
                  <a:spLocks noChangeArrowheads="1"/>
                </p:cNvSpPr>
                <p:nvPr/>
              </p:nvSpPr>
              <p:spPr bwMode="auto">
                <a:xfrm>
                  <a:off x="895" y="3526"/>
                  <a:ext cx="19" cy="23"/>
                </a:xfrm>
                <a:custGeom>
                  <a:avLst/>
                  <a:gdLst>
                    <a:gd name="T0" fmla="*/ 22 w 38"/>
                    <a:gd name="T1" fmla="*/ 69 h 69"/>
                    <a:gd name="T2" fmla="*/ 0 w 38"/>
                    <a:gd name="T3" fmla="*/ 34 h 69"/>
                    <a:gd name="T4" fmla="*/ 11 w 38"/>
                    <a:gd name="T5" fmla="*/ 0 h 69"/>
                    <a:gd name="T6" fmla="*/ 38 w 38"/>
                    <a:gd name="T7" fmla="*/ 34 h 69"/>
                    <a:gd name="T8" fmla="*/ 22 w 38"/>
                    <a:gd name="T9" fmla="*/ 69 h 69"/>
                  </a:gdLst>
                  <a:ahLst/>
                  <a:cxnLst>
                    <a:cxn ang="0">
                      <a:pos x="T0" y="T1"/>
                    </a:cxn>
                    <a:cxn ang="0">
                      <a:pos x="T2" y="T3"/>
                    </a:cxn>
                    <a:cxn ang="0">
                      <a:pos x="T4" y="T5"/>
                    </a:cxn>
                    <a:cxn ang="0">
                      <a:pos x="T6" y="T7"/>
                    </a:cxn>
                    <a:cxn ang="0">
                      <a:pos x="T8" y="T9"/>
                    </a:cxn>
                  </a:cxnLst>
                  <a:rect l="0" t="0" r="r" b="b"/>
                  <a:pathLst>
                    <a:path w="38" h="69">
                      <a:moveTo>
                        <a:pt x="22" y="69"/>
                      </a:moveTo>
                      <a:lnTo>
                        <a:pt x="0" y="34"/>
                      </a:lnTo>
                      <a:lnTo>
                        <a:pt x="11" y="0"/>
                      </a:lnTo>
                      <a:lnTo>
                        <a:pt x="38" y="34"/>
                      </a:lnTo>
                      <a:lnTo>
                        <a:pt x="22"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261" name="Freeform 351"/>
                <p:cNvSpPr>
                  <a:spLocks noChangeArrowheads="1"/>
                </p:cNvSpPr>
                <p:nvPr/>
              </p:nvSpPr>
              <p:spPr bwMode="auto">
                <a:xfrm>
                  <a:off x="901" y="3526"/>
                  <a:ext cx="33" cy="12"/>
                </a:xfrm>
                <a:custGeom>
                  <a:avLst/>
                  <a:gdLst>
                    <a:gd name="T0" fmla="*/ 0 w 64"/>
                    <a:gd name="T1" fmla="*/ 0 h 35"/>
                    <a:gd name="T2" fmla="*/ 40 w 64"/>
                    <a:gd name="T3" fmla="*/ 0 h 35"/>
                    <a:gd name="T4" fmla="*/ 64 w 64"/>
                    <a:gd name="T5" fmla="*/ 35 h 35"/>
                    <a:gd name="T6" fmla="*/ 23 w 64"/>
                    <a:gd name="T7" fmla="*/ 35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40" y="0"/>
                      </a:lnTo>
                      <a:lnTo>
                        <a:pt x="64" y="35"/>
                      </a:lnTo>
                      <a:lnTo>
                        <a:pt x="23"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262" name="Freeform 352"/>
                <p:cNvSpPr>
                  <a:spLocks noChangeArrowheads="1"/>
                </p:cNvSpPr>
                <p:nvPr/>
              </p:nvSpPr>
              <p:spPr bwMode="auto">
                <a:xfrm>
                  <a:off x="907" y="3538"/>
                  <a:ext cx="32" cy="11"/>
                </a:xfrm>
                <a:custGeom>
                  <a:avLst/>
                  <a:gdLst>
                    <a:gd name="T0" fmla="*/ 0 w 65"/>
                    <a:gd name="T1" fmla="*/ 31 h 31"/>
                    <a:gd name="T2" fmla="*/ 13 w 65"/>
                    <a:gd name="T3" fmla="*/ 0 h 31"/>
                    <a:gd name="T4" fmla="*/ 54 w 65"/>
                    <a:gd name="T5" fmla="*/ 0 h 31"/>
                    <a:gd name="T6" fmla="*/ 65 w 65"/>
                    <a:gd name="T7" fmla="*/ 31 h 31"/>
                    <a:gd name="T8" fmla="*/ 0 w 65"/>
                    <a:gd name="T9" fmla="*/ 31 h 31"/>
                  </a:gdLst>
                  <a:ahLst/>
                  <a:cxnLst>
                    <a:cxn ang="0">
                      <a:pos x="T0" y="T1"/>
                    </a:cxn>
                    <a:cxn ang="0">
                      <a:pos x="T2" y="T3"/>
                    </a:cxn>
                    <a:cxn ang="0">
                      <a:pos x="T4" y="T5"/>
                    </a:cxn>
                    <a:cxn ang="0">
                      <a:pos x="T6" y="T7"/>
                    </a:cxn>
                    <a:cxn ang="0">
                      <a:pos x="T8" y="T9"/>
                    </a:cxn>
                  </a:cxnLst>
                  <a:rect l="0" t="0" r="r" b="b"/>
                  <a:pathLst>
                    <a:path w="65" h="31">
                      <a:moveTo>
                        <a:pt x="0" y="31"/>
                      </a:moveTo>
                      <a:lnTo>
                        <a:pt x="13" y="0"/>
                      </a:lnTo>
                      <a:lnTo>
                        <a:pt x="54" y="0"/>
                      </a:lnTo>
                      <a:lnTo>
                        <a:pt x="65"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263" name="Group 353"/>
              <p:cNvGrpSpPr>
                <a:grpSpLocks/>
              </p:cNvGrpSpPr>
              <p:nvPr/>
            </p:nvGrpSpPr>
            <p:grpSpPr bwMode="auto">
              <a:xfrm>
                <a:off x="907" y="3540"/>
                <a:ext cx="45" cy="22"/>
                <a:chOff x="907" y="3540"/>
                <a:chExt cx="45" cy="22"/>
              </a:xfrm>
            </p:grpSpPr>
            <p:sp>
              <p:nvSpPr>
                <p:cNvPr id="423264" name="Freeform 354"/>
                <p:cNvSpPr>
                  <a:spLocks noChangeArrowheads="1"/>
                </p:cNvSpPr>
                <p:nvPr/>
              </p:nvSpPr>
              <p:spPr bwMode="auto">
                <a:xfrm>
                  <a:off x="907" y="3540"/>
                  <a:ext cx="20" cy="22"/>
                </a:xfrm>
                <a:custGeom>
                  <a:avLst/>
                  <a:gdLst>
                    <a:gd name="T0" fmla="*/ 22 w 39"/>
                    <a:gd name="T1" fmla="*/ 68 h 68"/>
                    <a:gd name="T2" fmla="*/ 0 w 39"/>
                    <a:gd name="T3" fmla="*/ 34 h 68"/>
                    <a:gd name="T4" fmla="*/ 11 w 39"/>
                    <a:gd name="T5" fmla="*/ 0 h 68"/>
                    <a:gd name="T6" fmla="*/ 39 w 39"/>
                    <a:gd name="T7" fmla="*/ 34 h 68"/>
                    <a:gd name="T8" fmla="*/ 22 w 39"/>
                    <a:gd name="T9" fmla="*/ 68 h 68"/>
                  </a:gdLst>
                  <a:ahLst/>
                  <a:cxnLst>
                    <a:cxn ang="0">
                      <a:pos x="T0" y="T1"/>
                    </a:cxn>
                    <a:cxn ang="0">
                      <a:pos x="T2" y="T3"/>
                    </a:cxn>
                    <a:cxn ang="0">
                      <a:pos x="T4" y="T5"/>
                    </a:cxn>
                    <a:cxn ang="0">
                      <a:pos x="T6" y="T7"/>
                    </a:cxn>
                    <a:cxn ang="0">
                      <a:pos x="T8" y="T9"/>
                    </a:cxn>
                  </a:cxnLst>
                  <a:rect l="0" t="0" r="r" b="b"/>
                  <a:pathLst>
                    <a:path w="39" h="68">
                      <a:moveTo>
                        <a:pt x="22" y="68"/>
                      </a:moveTo>
                      <a:lnTo>
                        <a:pt x="0" y="34"/>
                      </a:lnTo>
                      <a:lnTo>
                        <a:pt x="11" y="0"/>
                      </a:lnTo>
                      <a:lnTo>
                        <a:pt x="39" y="34"/>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265" name="Freeform 355"/>
                <p:cNvSpPr>
                  <a:spLocks noChangeArrowheads="1"/>
                </p:cNvSpPr>
                <p:nvPr/>
              </p:nvSpPr>
              <p:spPr bwMode="auto">
                <a:xfrm>
                  <a:off x="914" y="3540"/>
                  <a:ext cx="32" cy="11"/>
                </a:xfrm>
                <a:custGeom>
                  <a:avLst/>
                  <a:gdLst>
                    <a:gd name="T0" fmla="*/ 0 w 64"/>
                    <a:gd name="T1" fmla="*/ 0 h 34"/>
                    <a:gd name="T2" fmla="*/ 40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40"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266" name="Freeform 356"/>
                <p:cNvSpPr>
                  <a:spLocks noChangeArrowheads="1"/>
                </p:cNvSpPr>
                <p:nvPr/>
              </p:nvSpPr>
              <p:spPr bwMode="auto">
                <a:xfrm>
                  <a:off x="919" y="3552"/>
                  <a:ext cx="33" cy="10"/>
                </a:xfrm>
                <a:custGeom>
                  <a:avLst/>
                  <a:gdLst>
                    <a:gd name="T0" fmla="*/ 0 w 66"/>
                    <a:gd name="T1" fmla="*/ 30 h 30"/>
                    <a:gd name="T2" fmla="*/ 12 w 66"/>
                    <a:gd name="T3" fmla="*/ 0 h 30"/>
                    <a:gd name="T4" fmla="*/ 54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2"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267" name="Group 357"/>
              <p:cNvGrpSpPr>
                <a:grpSpLocks/>
              </p:cNvGrpSpPr>
              <p:nvPr/>
            </p:nvGrpSpPr>
            <p:grpSpPr bwMode="auto">
              <a:xfrm>
                <a:off x="920" y="3553"/>
                <a:ext cx="45" cy="23"/>
                <a:chOff x="920" y="3553"/>
                <a:chExt cx="45" cy="23"/>
              </a:xfrm>
            </p:grpSpPr>
            <p:sp>
              <p:nvSpPr>
                <p:cNvPr id="423268" name="Freeform 358"/>
                <p:cNvSpPr>
                  <a:spLocks noChangeArrowheads="1"/>
                </p:cNvSpPr>
                <p:nvPr/>
              </p:nvSpPr>
              <p:spPr bwMode="auto">
                <a:xfrm>
                  <a:off x="920" y="3553"/>
                  <a:ext cx="20" cy="23"/>
                </a:xfrm>
                <a:custGeom>
                  <a:avLst/>
                  <a:gdLst>
                    <a:gd name="T0" fmla="*/ 24 w 41"/>
                    <a:gd name="T1" fmla="*/ 68 h 68"/>
                    <a:gd name="T2" fmla="*/ 0 w 41"/>
                    <a:gd name="T3" fmla="*/ 32 h 68"/>
                    <a:gd name="T4" fmla="*/ 14 w 41"/>
                    <a:gd name="T5" fmla="*/ 0 h 68"/>
                    <a:gd name="T6" fmla="*/ 41 w 41"/>
                    <a:gd name="T7" fmla="*/ 32 h 68"/>
                    <a:gd name="T8" fmla="*/ 24 w 41"/>
                    <a:gd name="T9" fmla="*/ 68 h 68"/>
                  </a:gdLst>
                  <a:ahLst/>
                  <a:cxnLst>
                    <a:cxn ang="0">
                      <a:pos x="T0" y="T1"/>
                    </a:cxn>
                    <a:cxn ang="0">
                      <a:pos x="T2" y="T3"/>
                    </a:cxn>
                    <a:cxn ang="0">
                      <a:pos x="T4" y="T5"/>
                    </a:cxn>
                    <a:cxn ang="0">
                      <a:pos x="T6" y="T7"/>
                    </a:cxn>
                    <a:cxn ang="0">
                      <a:pos x="T8" y="T9"/>
                    </a:cxn>
                  </a:cxnLst>
                  <a:rect l="0" t="0" r="r" b="b"/>
                  <a:pathLst>
                    <a:path w="41" h="68">
                      <a:moveTo>
                        <a:pt x="24" y="68"/>
                      </a:moveTo>
                      <a:lnTo>
                        <a:pt x="0" y="32"/>
                      </a:lnTo>
                      <a:lnTo>
                        <a:pt x="14" y="0"/>
                      </a:lnTo>
                      <a:lnTo>
                        <a:pt x="41" y="32"/>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269" name="Freeform 359"/>
                <p:cNvSpPr>
                  <a:spLocks noChangeArrowheads="1"/>
                </p:cNvSpPr>
                <p:nvPr/>
              </p:nvSpPr>
              <p:spPr bwMode="auto">
                <a:xfrm>
                  <a:off x="927" y="3554"/>
                  <a:ext cx="32" cy="11"/>
                </a:xfrm>
                <a:custGeom>
                  <a:avLst/>
                  <a:gdLst>
                    <a:gd name="T0" fmla="*/ 0 w 63"/>
                    <a:gd name="T1" fmla="*/ 0 h 33"/>
                    <a:gd name="T2" fmla="*/ 39 w 63"/>
                    <a:gd name="T3" fmla="*/ 0 h 33"/>
                    <a:gd name="T4" fmla="*/ 63 w 63"/>
                    <a:gd name="T5" fmla="*/ 33 h 33"/>
                    <a:gd name="T6" fmla="*/ 24 w 63"/>
                    <a:gd name="T7" fmla="*/ 33 h 33"/>
                    <a:gd name="T8" fmla="*/ 0 w 63"/>
                    <a:gd name="T9" fmla="*/ 0 h 33"/>
                  </a:gdLst>
                  <a:ahLst/>
                  <a:cxnLst>
                    <a:cxn ang="0">
                      <a:pos x="T0" y="T1"/>
                    </a:cxn>
                    <a:cxn ang="0">
                      <a:pos x="T2" y="T3"/>
                    </a:cxn>
                    <a:cxn ang="0">
                      <a:pos x="T4" y="T5"/>
                    </a:cxn>
                    <a:cxn ang="0">
                      <a:pos x="T6" y="T7"/>
                    </a:cxn>
                    <a:cxn ang="0">
                      <a:pos x="T8" y="T9"/>
                    </a:cxn>
                  </a:cxnLst>
                  <a:rect l="0" t="0" r="r" b="b"/>
                  <a:pathLst>
                    <a:path w="63" h="33">
                      <a:moveTo>
                        <a:pt x="0" y="0"/>
                      </a:moveTo>
                      <a:lnTo>
                        <a:pt x="39" y="0"/>
                      </a:lnTo>
                      <a:lnTo>
                        <a:pt x="63" y="33"/>
                      </a:lnTo>
                      <a:lnTo>
                        <a:pt x="24"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270" name="Freeform 360"/>
                <p:cNvSpPr>
                  <a:spLocks noChangeArrowheads="1"/>
                </p:cNvSpPr>
                <p:nvPr/>
              </p:nvSpPr>
              <p:spPr bwMode="auto">
                <a:xfrm>
                  <a:off x="932" y="3566"/>
                  <a:ext cx="33" cy="10"/>
                </a:xfrm>
                <a:custGeom>
                  <a:avLst/>
                  <a:gdLst>
                    <a:gd name="T0" fmla="*/ 0 w 66"/>
                    <a:gd name="T1" fmla="*/ 30 h 30"/>
                    <a:gd name="T2" fmla="*/ 12 w 66"/>
                    <a:gd name="T3" fmla="*/ 0 h 30"/>
                    <a:gd name="T4" fmla="*/ 53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2" y="0"/>
                      </a:lnTo>
                      <a:lnTo>
                        <a:pt x="53"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271" name="Group 361"/>
              <p:cNvGrpSpPr>
                <a:grpSpLocks/>
              </p:cNvGrpSpPr>
              <p:nvPr/>
            </p:nvGrpSpPr>
            <p:grpSpPr bwMode="auto">
              <a:xfrm>
                <a:off x="934" y="3566"/>
                <a:ext cx="44" cy="23"/>
                <a:chOff x="934" y="3566"/>
                <a:chExt cx="44" cy="23"/>
              </a:xfrm>
            </p:grpSpPr>
            <p:sp>
              <p:nvSpPr>
                <p:cNvPr id="423272" name="Freeform 362"/>
                <p:cNvSpPr>
                  <a:spLocks noChangeArrowheads="1"/>
                </p:cNvSpPr>
                <p:nvPr/>
              </p:nvSpPr>
              <p:spPr bwMode="auto">
                <a:xfrm>
                  <a:off x="934" y="3566"/>
                  <a:ext cx="19" cy="23"/>
                </a:xfrm>
                <a:custGeom>
                  <a:avLst/>
                  <a:gdLst>
                    <a:gd name="T0" fmla="*/ 22 w 40"/>
                    <a:gd name="T1" fmla="*/ 68 h 68"/>
                    <a:gd name="T2" fmla="*/ 0 w 40"/>
                    <a:gd name="T3" fmla="*/ 33 h 68"/>
                    <a:gd name="T4" fmla="*/ 12 w 40"/>
                    <a:gd name="T5" fmla="*/ 0 h 68"/>
                    <a:gd name="T6" fmla="*/ 40 w 40"/>
                    <a:gd name="T7" fmla="*/ 33 h 68"/>
                    <a:gd name="T8" fmla="*/ 22 w 40"/>
                    <a:gd name="T9" fmla="*/ 68 h 68"/>
                  </a:gdLst>
                  <a:ahLst/>
                  <a:cxnLst>
                    <a:cxn ang="0">
                      <a:pos x="T0" y="T1"/>
                    </a:cxn>
                    <a:cxn ang="0">
                      <a:pos x="T2" y="T3"/>
                    </a:cxn>
                    <a:cxn ang="0">
                      <a:pos x="T4" y="T5"/>
                    </a:cxn>
                    <a:cxn ang="0">
                      <a:pos x="T6" y="T7"/>
                    </a:cxn>
                    <a:cxn ang="0">
                      <a:pos x="T8" y="T9"/>
                    </a:cxn>
                  </a:cxnLst>
                  <a:rect l="0" t="0" r="r" b="b"/>
                  <a:pathLst>
                    <a:path w="40" h="68">
                      <a:moveTo>
                        <a:pt x="22" y="68"/>
                      </a:moveTo>
                      <a:lnTo>
                        <a:pt x="0" y="33"/>
                      </a:lnTo>
                      <a:lnTo>
                        <a:pt x="12" y="0"/>
                      </a:lnTo>
                      <a:lnTo>
                        <a:pt x="40" y="33"/>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273" name="Freeform 363"/>
                <p:cNvSpPr>
                  <a:spLocks noChangeArrowheads="1"/>
                </p:cNvSpPr>
                <p:nvPr/>
              </p:nvSpPr>
              <p:spPr bwMode="auto">
                <a:xfrm>
                  <a:off x="940" y="3567"/>
                  <a:ext cx="32" cy="11"/>
                </a:xfrm>
                <a:custGeom>
                  <a:avLst/>
                  <a:gdLst>
                    <a:gd name="T0" fmla="*/ 0 w 65"/>
                    <a:gd name="T1" fmla="*/ 0 h 35"/>
                    <a:gd name="T2" fmla="*/ 41 w 65"/>
                    <a:gd name="T3" fmla="*/ 0 h 35"/>
                    <a:gd name="T4" fmla="*/ 65 w 65"/>
                    <a:gd name="T5" fmla="*/ 35 h 35"/>
                    <a:gd name="T6" fmla="*/ 25 w 65"/>
                    <a:gd name="T7" fmla="*/ 35 h 35"/>
                    <a:gd name="T8" fmla="*/ 0 w 65"/>
                    <a:gd name="T9" fmla="*/ 0 h 35"/>
                  </a:gdLst>
                  <a:ahLst/>
                  <a:cxnLst>
                    <a:cxn ang="0">
                      <a:pos x="T0" y="T1"/>
                    </a:cxn>
                    <a:cxn ang="0">
                      <a:pos x="T2" y="T3"/>
                    </a:cxn>
                    <a:cxn ang="0">
                      <a:pos x="T4" y="T5"/>
                    </a:cxn>
                    <a:cxn ang="0">
                      <a:pos x="T6" y="T7"/>
                    </a:cxn>
                    <a:cxn ang="0">
                      <a:pos x="T8" y="T9"/>
                    </a:cxn>
                  </a:cxnLst>
                  <a:rect l="0" t="0" r="r" b="b"/>
                  <a:pathLst>
                    <a:path w="65" h="35">
                      <a:moveTo>
                        <a:pt x="0" y="0"/>
                      </a:moveTo>
                      <a:lnTo>
                        <a:pt x="41"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274" name="Freeform 364"/>
                <p:cNvSpPr>
                  <a:spLocks noChangeArrowheads="1"/>
                </p:cNvSpPr>
                <p:nvPr/>
              </p:nvSpPr>
              <p:spPr bwMode="auto">
                <a:xfrm>
                  <a:off x="945" y="3579"/>
                  <a:ext cx="33" cy="9"/>
                </a:xfrm>
                <a:custGeom>
                  <a:avLst/>
                  <a:gdLst>
                    <a:gd name="T0" fmla="*/ 0 w 65"/>
                    <a:gd name="T1" fmla="*/ 28 h 28"/>
                    <a:gd name="T2" fmla="*/ 13 w 65"/>
                    <a:gd name="T3" fmla="*/ 0 h 28"/>
                    <a:gd name="T4" fmla="*/ 54 w 65"/>
                    <a:gd name="T5" fmla="*/ 0 h 28"/>
                    <a:gd name="T6" fmla="*/ 65 w 65"/>
                    <a:gd name="T7" fmla="*/ 28 h 28"/>
                    <a:gd name="T8" fmla="*/ 0 w 65"/>
                    <a:gd name="T9" fmla="*/ 28 h 28"/>
                  </a:gdLst>
                  <a:ahLst/>
                  <a:cxnLst>
                    <a:cxn ang="0">
                      <a:pos x="T0" y="T1"/>
                    </a:cxn>
                    <a:cxn ang="0">
                      <a:pos x="T2" y="T3"/>
                    </a:cxn>
                    <a:cxn ang="0">
                      <a:pos x="T4" y="T5"/>
                    </a:cxn>
                    <a:cxn ang="0">
                      <a:pos x="T6" y="T7"/>
                    </a:cxn>
                    <a:cxn ang="0">
                      <a:pos x="T8" y="T9"/>
                    </a:cxn>
                  </a:cxnLst>
                  <a:rect l="0" t="0" r="r" b="b"/>
                  <a:pathLst>
                    <a:path w="65" h="28">
                      <a:moveTo>
                        <a:pt x="0" y="28"/>
                      </a:moveTo>
                      <a:lnTo>
                        <a:pt x="13" y="0"/>
                      </a:lnTo>
                      <a:lnTo>
                        <a:pt x="54" y="0"/>
                      </a:lnTo>
                      <a:lnTo>
                        <a:pt x="65"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275" name="Group 365"/>
              <p:cNvGrpSpPr>
                <a:grpSpLocks/>
              </p:cNvGrpSpPr>
              <p:nvPr/>
            </p:nvGrpSpPr>
            <p:grpSpPr bwMode="auto">
              <a:xfrm>
                <a:off x="949" y="3579"/>
                <a:ext cx="83" cy="63"/>
                <a:chOff x="949" y="3579"/>
                <a:chExt cx="83" cy="63"/>
              </a:xfrm>
            </p:grpSpPr>
            <p:grpSp>
              <p:nvGrpSpPr>
                <p:cNvPr id="423276" name="Group 366"/>
                <p:cNvGrpSpPr>
                  <a:grpSpLocks/>
                </p:cNvGrpSpPr>
                <p:nvPr/>
              </p:nvGrpSpPr>
              <p:grpSpPr bwMode="auto">
                <a:xfrm>
                  <a:off x="949" y="3579"/>
                  <a:ext cx="44" cy="23"/>
                  <a:chOff x="949" y="3579"/>
                  <a:chExt cx="44" cy="23"/>
                </a:xfrm>
              </p:grpSpPr>
              <p:sp>
                <p:nvSpPr>
                  <p:cNvPr id="423277" name="Freeform 367"/>
                  <p:cNvSpPr>
                    <a:spLocks noChangeArrowheads="1"/>
                  </p:cNvSpPr>
                  <p:nvPr/>
                </p:nvSpPr>
                <p:spPr bwMode="auto">
                  <a:xfrm>
                    <a:off x="949" y="3579"/>
                    <a:ext cx="19" cy="23"/>
                  </a:xfrm>
                  <a:custGeom>
                    <a:avLst/>
                    <a:gdLst>
                      <a:gd name="T0" fmla="*/ 21 w 38"/>
                      <a:gd name="T1" fmla="*/ 68 h 68"/>
                      <a:gd name="T2" fmla="*/ 0 w 38"/>
                      <a:gd name="T3" fmla="*/ 32 h 68"/>
                      <a:gd name="T4" fmla="*/ 11 w 38"/>
                      <a:gd name="T5" fmla="*/ 0 h 68"/>
                      <a:gd name="T6" fmla="*/ 38 w 38"/>
                      <a:gd name="T7" fmla="*/ 32 h 68"/>
                      <a:gd name="T8" fmla="*/ 21 w 38"/>
                      <a:gd name="T9" fmla="*/ 68 h 68"/>
                    </a:gdLst>
                    <a:ahLst/>
                    <a:cxnLst>
                      <a:cxn ang="0">
                        <a:pos x="T0" y="T1"/>
                      </a:cxn>
                      <a:cxn ang="0">
                        <a:pos x="T2" y="T3"/>
                      </a:cxn>
                      <a:cxn ang="0">
                        <a:pos x="T4" y="T5"/>
                      </a:cxn>
                      <a:cxn ang="0">
                        <a:pos x="T6" y="T7"/>
                      </a:cxn>
                      <a:cxn ang="0">
                        <a:pos x="T8" y="T9"/>
                      </a:cxn>
                    </a:cxnLst>
                    <a:rect l="0" t="0" r="r" b="b"/>
                    <a:pathLst>
                      <a:path w="38" h="68">
                        <a:moveTo>
                          <a:pt x="21" y="68"/>
                        </a:moveTo>
                        <a:lnTo>
                          <a:pt x="0" y="32"/>
                        </a:lnTo>
                        <a:lnTo>
                          <a:pt x="11" y="0"/>
                        </a:lnTo>
                        <a:lnTo>
                          <a:pt x="38" y="32"/>
                        </a:lnTo>
                        <a:lnTo>
                          <a:pt x="21"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278" name="Freeform 368"/>
                  <p:cNvSpPr>
                    <a:spLocks noChangeArrowheads="1"/>
                  </p:cNvSpPr>
                  <p:nvPr/>
                </p:nvSpPr>
                <p:spPr bwMode="auto">
                  <a:xfrm>
                    <a:off x="955" y="3579"/>
                    <a:ext cx="32" cy="11"/>
                  </a:xfrm>
                  <a:custGeom>
                    <a:avLst/>
                    <a:gdLst>
                      <a:gd name="T0" fmla="*/ 0 w 66"/>
                      <a:gd name="T1" fmla="*/ 0 h 32"/>
                      <a:gd name="T2" fmla="*/ 42 w 66"/>
                      <a:gd name="T3" fmla="*/ 0 h 32"/>
                      <a:gd name="T4" fmla="*/ 66 w 66"/>
                      <a:gd name="T5" fmla="*/ 32 h 32"/>
                      <a:gd name="T6" fmla="*/ 25 w 66"/>
                      <a:gd name="T7" fmla="*/ 32 h 32"/>
                      <a:gd name="T8" fmla="*/ 0 w 66"/>
                      <a:gd name="T9" fmla="*/ 0 h 32"/>
                    </a:gdLst>
                    <a:ahLst/>
                    <a:cxnLst>
                      <a:cxn ang="0">
                        <a:pos x="T0" y="T1"/>
                      </a:cxn>
                      <a:cxn ang="0">
                        <a:pos x="T2" y="T3"/>
                      </a:cxn>
                      <a:cxn ang="0">
                        <a:pos x="T4" y="T5"/>
                      </a:cxn>
                      <a:cxn ang="0">
                        <a:pos x="T6" y="T7"/>
                      </a:cxn>
                      <a:cxn ang="0">
                        <a:pos x="T8" y="T9"/>
                      </a:cxn>
                    </a:cxnLst>
                    <a:rect l="0" t="0" r="r" b="b"/>
                    <a:pathLst>
                      <a:path w="66" h="32">
                        <a:moveTo>
                          <a:pt x="0" y="0"/>
                        </a:moveTo>
                        <a:lnTo>
                          <a:pt x="42" y="0"/>
                        </a:lnTo>
                        <a:lnTo>
                          <a:pt x="66" y="32"/>
                        </a:lnTo>
                        <a:lnTo>
                          <a:pt x="25" y="32"/>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279" name="Freeform 369"/>
                  <p:cNvSpPr>
                    <a:spLocks noChangeArrowheads="1"/>
                  </p:cNvSpPr>
                  <p:nvPr/>
                </p:nvSpPr>
                <p:spPr bwMode="auto">
                  <a:xfrm>
                    <a:off x="960" y="3591"/>
                    <a:ext cx="33" cy="10"/>
                  </a:xfrm>
                  <a:custGeom>
                    <a:avLst/>
                    <a:gdLst>
                      <a:gd name="T0" fmla="*/ 0 w 65"/>
                      <a:gd name="T1" fmla="*/ 31 h 31"/>
                      <a:gd name="T2" fmla="*/ 14 w 65"/>
                      <a:gd name="T3" fmla="*/ 0 h 31"/>
                      <a:gd name="T4" fmla="*/ 55 w 65"/>
                      <a:gd name="T5" fmla="*/ 0 h 31"/>
                      <a:gd name="T6" fmla="*/ 65 w 65"/>
                      <a:gd name="T7" fmla="*/ 31 h 31"/>
                      <a:gd name="T8" fmla="*/ 0 w 65"/>
                      <a:gd name="T9" fmla="*/ 31 h 31"/>
                    </a:gdLst>
                    <a:ahLst/>
                    <a:cxnLst>
                      <a:cxn ang="0">
                        <a:pos x="T0" y="T1"/>
                      </a:cxn>
                      <a:cxn ang="0">
                        <a:pos x="T2" y="T3"/>
                      </a:cxn>
                      <a:cxn ang="0">
                        <a:pos x="T4" y="T5"/>
                      </a:cxn>
                      <a:cxn ang="0">
                        <a:pos x="T6" y="T7"/>
                      </a:cxn>
                      <a:cxn ang="0">
                        <a:pos x="T8" y="T9"/>
                      </a:cxn>
                    </a:cxnLst>
                    <a:rect l="0" t="0" r="r" b="b"/>
                    <a:pathLst>
                      <a:path w="65" h="31">
                        <a:moveTo>
                          <a:pt x="0" y="31"/>
                        </a:moveTo>
                        <a:lnTo>
                          <a:pt x="14" y="0"/>
                        </a:lnTo>
                        <a:lnTo>
                          <a:pt x="55" y="0"/>
                        </a:lnTo>
                        <a:lnTo>
                          <a:pt x="65"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280" name="Group 370"/>
                <p:cNvGrpSpPr>
                  <a:grpSpLocks/>
                </p:cNvGrpSpPr>
                <p:nvPr/>
              </p:nvGrpSpPr>
              <p:grpSpPr bwMode="auto">
                <a:xfrm>
                  <a:off x="961" y="3592"/>
                  <a:ext cx="45" cy="23"/>
                  <a:chOff x="961" y="3592"/>
                  <a:chExt cx="45" cy="23"/>
                </a:xfrm>
              </p:grpSpPr>
              <p:sp>
                <p:nvSpPr>
                  <p:cNvPr id="423281" name="Freeform 371"/>
                  <p:cNvSpPr>
                    <a:spLocks noChangeArrowheads="1"/>
                  </p:cNvSpPr>
                  <p:nvPr/>
                </p:nvSpPr>
                <p:spPr bwMode="auto">
                  <a:xfrm>
                    <a:off x="961" y="3592"/>
                    <a:ext cx="20" cy="23"/>
                  </a:xfrm>
                  <a:custGeom>
                    <a:avLst/>
                    <a:gdLst>
                      <a:gd name="T0" fmla="*/ 23 w 40"/>
                      <a:gd name="T1" fmla="*/ 69 h 69"/>
                      <a:gd name="T2" fmla="*/ 0 w 40"/>
                      <a:gd name="T3" fmla="*/ 33 h 69"/>
                      <a:gd name="T4" fmla="*/ 12 w 40"/>
                      <a:gd name="T5" fmla="*/ 0 h 69"/>
                      <a:gd name="T6" fmla="*/ 40 w 40"/>
                      <a:gd name="T7" fmla="*/ 33 h 69"/>
                      <a:gd name="T8" fmla="*/ 23 w 40"/>
                      <a:gd name="T9" fmla="*/ 69 h 69"/>
                    </a:gdLst>
                    <a:ahLst/>
                    <a:cxnLst>
                      <a:cxn ang="0">
                        <a:pos x="T0" y="T1"/>
                      </a:cxn>
                      <a:cxn ang="0">
                        <a:pos x="T2" y="T3"/>
                      </a:cxn>
                      <a:cxn ang="0">
                        <a:pos x="T4" y="T5"/>
                      </a:cxn>
                      <a:cxn ang="0">
                        <a:pos x="T6" y="T7"/>
                      </a:cxn>
                      <a:cxn ang="0">
                        <a:pos x="T8" y="T9"/>
                      </a:cxn>
                    </a:cxnLst>
                    <a:rect l="0" t="0" r="r" b="b"/>
                    <a:pathLst>
                      <a:path w="40" h="69">
                        <a:moveTo>
                          <a:pt x="23" y="69"/>
                        </a:moveTo>
                        <a:lnTo>
                          <a:pt x="0" y="33"/>
                        </a:lnTo>
                        <a:lnTo>
                          <a:pt x="12" y="0"/>
                        </a:lnTo>
                        <a:lnTo>
                          <a:pt x="40" y="33"/>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282" name="Freeform 372"/>
                  <p:cNvSpPr>
                    <a:spLocks noChangeArrowheads="1"/>
                  </p:cNvSpPr>
                  <p:nvPr/>
                </p:nvSpPr>
                <p:spPr bwMode="auto">
                  <a:xfrm>
                    <a:off x="968" y="3593"/>
                    <a:ext cx="33" cy="11"/>
                  </a:xfrm>
                  <a:custGeom>
                    <a:avLst/>
                    <a:gdLst>
                      <a:gd name="T0" fmla="*/ 0 w 66"/>
                      <a:gd name="T1" fmla="*/ 0 h 35"/>
                      <a:gd name="T2" fmla="*/ 41 w 66"/>
                      <a:gd name="T3" fmla="*/ 0 h 35"/>
                      <a:gd name="T4" fmla="*/ 66 w 66"/>
                      <a:gd name="T5" fmla="*/ 35 h 35"/>
                      <a:gd name="T6" fmla="*/ 24 w 66"/>
                      <a:gd name="T7" fmla="*/ 35 h 35"/>
                      <a:gd name="T8" fmla="*/ 0 w 66"/>
                      <a:gd name="T9" fmla="*/ 0 h 35"/>
                    </a:gdLst>
                    <a:ahLst/>
                    <a:cxnLst>
                      <a:cxn ang="0">
                        <a:pos x="T0" y="T1"/>
                      </a:cxn>
                      <a:cxn ang="0">
                        <a:pos x="T2" y="T3"/>
                      </a:cxn>
                      <a:cxn ang="0">
                        <a:pos x="T4" y="T5"/>
                      </a:cxn>
                      <a:cxn ang="0">
                        <a:pos x="T6" y="T7"/>
                      </a:cxn>
                      <a:cxn ang="0">
                        <a:pos x="T8" y="T9"/>
                      </a:cxn>
                    </a:cxnLst>
                    <a:rect l="0" t="0" r="r" b="b"/>
                    <a:pathLst>
                      <a:path w="66" h="35">
                        <a:moveTo>
                          <a:pt x="0" y="0"/>
                        </a:moveTo>
                        <a:lnTo>
                          <a:pt x="41" y="0"/>
                        </a:lnTo>
                        <a:lnTo>
                          <a:pt x="66"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283" name="Freeform 373"/>
                  <p:cNvSpPr>
                    <a:spLocks noChangeArrowheads="1"/>
                  </p:cNvSpPr>
                  <p:nvPr/>
                </p:nvSpPr>
                <p:spPr bwMode="auto">
                  <a:xfrm>
                    <a:off x="973" y="3605"/>
                    <a:ext cx="33" cy="10"/>
                  </a:xfrm>
                  <a:custGeom>
                    <a:avLst/>
                    <a:gdLst>
                      <a:gd name="T0" fmla="*/ 0 w 66"/>
                      <a:gd name="T1" fmla="*/ 30 h 30"/>
                      <a:gd name="T2" fmla="*/ 13 w 66"/>
                      <a:gd name="T3" fmla="*/ 0 h 30"/>
                      <a:gd name="T4" fmla="*/ 55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3" y="0"/>
                        </a:lnTo>
                        <a:lnTo>
                          <a:pt x="55"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284" name="Group 374"/>
                <p:cNvGrpSpPr>
                  <a:grpSpLocks/>
                </p:cNvGrpSpPr>
                <p:nvPr/>
              </p:nvGrpSpPr>
              <p:grpSpPr bwMode="auto">
                <a:xfrm>
                  <a:off x="974" y="3606"/>
                  <a:ext cx="44" cy="23"/>
                  <a:chOff x="974" y="3606"/>
                  <a:chExt cx="44" cy="23"/>
                </a:xfrm>
              </p:grpSpPr>
              <p:sp>
                <p:nvSpPr>
                  <p:cNvPr id="423285" name="Freeform 375"/>
                  <p:cNvSpPr>
                    <a:spLocks noChangeArrowheads="1"/>
                  </p:cNvSpPr>
                  <p:nvPr/>
                </p:nvSpPr>
                <p:spPr bwMode="auto">
                  <a:xfrm>
                    <a:off x="974" y="3606"/>
                    <a:ext cx="19" cy="23"/>
                  </a:xfrm>
                  <a:custGeom>
                    <a:avLst/>
                    <a:gdLst>
                      <a:gd name="T0" fmla="*/ 24 w 40"/>
                      <a:gd name="T1" fmla="*/ 68 h 68"/>
                      <a:gd name="T2" fmla="*/ 0 w 40"/>
                      <a:gd name="T3" fmla="*/ 35 h 68"/>
                      <a:gd name="T4" fmla="*/ 12 w 40"/>
                      <a:gd name="T5" fmla="*/ 0 h 68"/>
                      <a:gd name="T6" fmla="*/ 40 w 40"/>
                      <a:gd name="T7" fmla="*/ 35 h 68"/>
                      <a:gd name="T8" fmla="*/ 24 w 40"/>
                      <a:gd name="T9" fmla="*/ 68 h 68"/>
                    </a:gdLst>
                    <a:ahLst/>
                    <a:cxnLst>
                      <a:cxn ang="0">
                        <a:pos x="T0" y="T1"/>
                      </a:cxn>
                      <a:cxn ang="0">
                        <a:pos x="T2" y="T3"/>
                      </a:cxn>
                      <a:cxn ang="0">
                        <a:pos x="T4" y="T5"/>
                      </a:cxn>
                      <a:cxn ang="0">
                        <a:pos x="T6" y="T7"/>
                      </a:cxn>
                      <a:cxn ang="0">
                        <a:pos x="T8" y="T9"/>
                      </a:cxn>
                    </a:cxnLst>
                    <a:rect l="0" t="0" r="r" b="b"/>
                    <a:pathLst>
                      <a:path w="40" h="68">
                        <a:moveTo>
                          <a:pt x="24" y="68"/>
                        </a:moveTo>
                        <a:lnTo>
                          <a:pt x="0" y="35"/>
                        </a:lnTo>
                        <a:lnTo>
                          <a:pt x="12" y="0"/>
                        </a:lnTo>
                        <a:lnTo>
                          <a:pt x="40" y="35"/>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286" name="Freeform 376"/>
                  <p:cNvSpPr>
                    <a:spLocks noChangeArrowheads="1"/>
                  </p:cNvSpPr>
                  <p:nvPr/>
                </p:nvSpPr>
                <p:spPr bwMode="auto">
                  <a:xfrm>
                    <a:off x="980" y="3606"/>
                    <a:ext cx="32" cy="12"/>
                  </a:xfrm>
                  <a:custGeom>
                    <a:avLst/>
                    <a:gdLst>
                      <a:gd name="T0" fmla="*/ 0 w 65"/>
                      <a:gd name="T1" fmla="*/ 0 h 35"/>
                      <a:gd name="T2" fmla="*/ 42 w 65"/>
                      <a:gd name="T3" fmla="*/ 0 h 35"/>
                      <a:gd name="T4" fmla="*/ 65 w 65"/>
                      <a:gd name="T5" fmla="*/ 35 h 35"/>
                      <a:gd name="T6" fmla="*/ 25 w 65"/>
                      <a:gd name="T7" fmla="*/ 35 h 35"/>
                      <a:gd name="T8" fmla="*/ 0 w 65"/>
                      <a:gd name="T9" fmla="*/ 0 h 35"/>
                    </a:gdLst>
                    <a:ahLst/>
                    <a:cxnLst>
                      <a:cxn ang="0">
                        <a:pos x="T0" y="T1"/>
                      </a:cxn>
                      <a:cxn ang="0">
                        <a:pos x="T2" y="T3"/>
                      </a:cxn>
                      <a:cxn ang="0">
                        <a:pos x="T4" y="T5"/>
                      </a:cxn>
                      <a:cxn ang="0">
                        <a:pos x="T6" y="T7"/>
                      </a:cxn>
                      <a:cxn ang="0">
                        <a:pos x="T8" y="T9"/>
                      </a:cxn>
                    </a:cxnLst>
                    <a:rect l="0" t="0" r="r" b="b"/>
                    <a:pathLst>
                      <a:path w="65" h="35">
                        <a:moveTo>
                          <a:pt x="0" y="0"/>
                        </a:moveTo>
                        <a:lnTo>
                          <a:pt x="42"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287" name="Freeform 377"/>
                  <p:cNvSpPr>
                    <a:spLocks noChangeArrowheads="1"/>
                  </p:cNvSpPr>
                  <p:nvPr/>
                </p:nvSpPr>
                <p:spPr bwMode="auto">
                  <a:xfrm>
                    <a:off x="986" y="3619"/>
                    <a:ext cx="32" cy="9"/>
                  </a:xfrm>
                  <a:custGeom>
                    <a:avLst/>
                    <a:gdLst>
                      <a:gd name="T0" fmla="*/ 0 w 65"/>
                      <a:gd name="T1" fmla="*/ 29 h 29"/>
                      <a:gd name="T2" fmla="*/ 12 w 65"/>
                      <a:gd name="T3" fmla="*/ 0 h 29"/>
                      <a:gd name="T4" fmla="*/ 53 w 65"/>
                      <a:gd name="T5" fmla="*/ 0 h 29"/>
                      <a:gd name="T6" fmla="*/ 65 w 65"/>
                      <a:gd name="T7" fmla="*/ 29 h 29"/>
                      <a:gd name="T8" fmla="*/ 0 w 65"/>
                      <a:gd name="T9" fmla="*/ 29 h 29"/>
                    </a:gdLst>
                    <a:ahLst/>
                    <a:cxnLst>
                      <a:cxn ang="0">
                        <a:pos x="T0" y="T1"/>
                      </a:cxn>
                      <a:cxn ang="0">
                        <a:pos x="T2" y="T3"/>
                      </a:cxn>
                      <a:cxn ang="0">
                        <a:pos x="T4" y="T5"/>
                      </a:cxn>
                      <a:cxn ang="0">
                        <a:pos x="T6" y="T7"/>
                      </a:cxn>
                      <a:cxn ang="0">
                        <a:pos x="T8" y="T9"/>
                      </a:cxn>
                    </a:cxnLst>
                    <a:rect l="0" t="0" r="r" b="b"/>
                    <a:pathLst>
                      <a:path w="65" h="29">
                        <a:moveTo>
                          <a:pt x="0" y="29"/>
                        </a:moveTo>
                        <a:lnTo>
                          <a:pt x="12" y="0"/>
                        </a:lnTo>
                        <a:lnTo>
                          <a:pt x="53" y="0"/>
                        </a:lnTo>
                        <a:lnTo>
                          <a:pt x="65"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288" name="Group 378"/>
                <p:cNvGrpSpPr>
                  <a:grpSpLocks/>
                </p:cNvGrpSpPr>
                <p:nvPr/>
              </p:nvGrpSpPr>
              <p:grpSpPr bwMode="auto">
                <a:xfrm>
                  <a:off x="987" y="3619"/>
                  <a:ext cx="45" cy="23"/>
                  <a:chOff x="987" y="3619"/>
                  <a:chExt cx="45" cy="23"/>
                </a:xfrm>
              </p:grpSpPr>
              <p:sp>
                <p:nvSpPr>
                  <p:cNvPr id="423289" name="Freeform 379"/>
                  <p:cNvSpPr>
                    <a:spLocks noChangeArrowheads="1"/>
                  </p:cNvSpPr>
                  <p:nvPr/>
                </p:nvSpPr>
                <p:spPr bwMode="auto">
                  <a:xfrm>
                    <a:off x="987" y="3619"/>
                    <a:ext cx="20" cy="23"/>
                  </a:xfrm>
                  <a:custGeom>
                    <a:avLst/>
                    <a:gdLst>
                      <a:gd name="T0" fmla="*/ 22 w 39"/>
                      <a:gd name="T1" fmla="*/ 68 h 68"/>
                      <a:gd name="T2" fmla="*/ 0 w 39"/>
                      <a:gd name="T3" fmla="*/ 33 h 68"/>
                      <a:gd name="T4" fmla="*/ 12 w 39"/>
                      <a:gd name="T5" fmla="*/ 0 h 68"/>
                      <a:gd name="T6" fmla="*/ 39 w 39"/>
                      <a:gd name="T7" fmla="*/ 33 h 68"/>
                      <a:gd name="T8" fmla="*/ 22 w 39"/>
                      <a:gd name="T9" fmla="*/ 68 h 68"/>
                    </a:gdLst>
                    <a:ahLst/>
                    <a:cxnLst>
                      <a:cxn ang="0">
                        <a:pos x="T0" y="T1"/>
                      </a:cxn>
                      <a:cxn ang="0">
                        <a:pos x="T2" y="T3"/>
                      </a:cxn>
                      <a:cxn ang="0">
                        <a:pos x="T4" y="T5"/>
                      </a:cxn>
                      <a:cxn ang="0">
                        <a:pos x="T6" y="T7"/>
                      </a:cxn>
                      <a:cxn ang="0">
                        <a:pos x="T8" y="T9"/>
                      </a:cxn>
                    </a:cxnLst>
                    <a:rect l="0" t="0" r="r" b="b"/>
                    <a:pathLst>
                      <a:path w="39" h="68">
                        <a:moveTo>
                          <a:pt x="22" y="68"/>
                        </a:moveTo>
                        <a:lnTo>
                          <a:pt x="0" y="33"/>
                        </a:lnTo>
                        <a:lnTo>
                          <a:pt x="12" y="0"/>
                        </a:lnTo>
                        <a:lnTo>
                          <a:pt x="39" y="33"/>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290" name="Freeform 380"/>
                  <p:cNvSpPr>
                    <a:spLocks noChangeArrowheads="1"/>
                  </p:cNvSpPr>
                  <p:nvPr/>
                </p:nvSpPr>
                <p:spPr bwMode="auto">
                  <a:xfrm>
                    <a:off x="994" y="3620"/>
                    <a:ext cx="32" cy="11"/>
                  </a:xfrm>
                  <a:custGeom>
                    <a:avLst/>
                    <a:gdLst>
                      <a:gd name="T0" fmla="*/ 0 w 64"/>
                      <a:gd name="T1" fmla="*/ 0 h 33"/>
                      <a:gd name="T2" fmla="*/ 41 w 64"/>
                      <a:gd name="T3" fmla="*/ 0 h 33"/>
                      <a:gd name="T4" fmla="*/ 64 w 64"/>
                      <a:gd name="T5" fmla="*/ 33 h 33"/>
                      <a:gd name="T6" fmla="*/ 25 w 64"/>
                      <a:gd name="T7" fmla="*/ 33 h 33"/>
                      <a:gd name="T8" fmla="*/ 0 w 64"/>
                      <a:gd name="T9" fmla="*/ 0 h 33"/>
                    </a:gdLst>
                    <a:ahLst/>
                    <a:cxnLst>
                      <a:cxn ang="0">
                        <a:pos x="T0" y="T1"/>
                      </a:cxn>
                      <a:cxn ang="0">
                        <a:pos x="T2" y="T3"/>
                      </a:cxn>
                      <a:cxn ang="0">
                        <a:pos x="T4" y="T5"/>
                      </a:cxn>
                      <a:cxn ang="0">
                        <a:pos x="T6" y="T7"/>
                      </a:cxn>
                      <a:cxn ang="0">
                        <a:pos x="T8" y="T9"/>
                      </a:cxn>
                    </a:cxnLst>
                    <a:rect l="0" t="0" r="r" b="b"/>
                    <a:pathLst>
                      <a:path w="64" h="33">
                        <a:moveTo>
                          <a:pt x="0" y="0"/>
                        </a:moveTo>
                        <a:lnTo>
                          <a:pt x="41" y="0"/>
                        </a:lnTo>
                        <a:lnTo>
                          <a:pt x="64" y="33"/>
                        </a:lnTo>
                        <a:lnTo>
                          <a:pt x="25"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291" name="Freeform 381"/>
                  <p:cNvSpPr>
                    <a:spLocks noChangeArrowheads="1"/>
                  </p:cNvSpPr>
                  <p:nvPr/>
                </p:nvSpPr>
                <p:spPr bwMode="auto">
                  <a:xfrm>
                    <a:off x="999" y="3632"/>
                    <a:ext cx="33" cy="9"/>
                  </a:xfrm>
                  <a:custGeom>
                    <a:avLst/>
                    <a:gdLst>
                      <a:gd name="T0" fmla="*/ 0 w 65"/>
                      <a:gd name="T1" fmla="*/ 29 h 29"/>
                      <a:gd name="T2" fmla="*/ 14 w 65"/>
                      <a:gd name="T3" fmla="*/ 0 h 29"/>
                      <a:gd name="T4" fmla="*/ 53 w 65"/>
                      <a:gd name="T5" fmla="*/ 0 h 29"/>
                      <a:gd name="T6" fmla="*/ 65 w 65"/>
                      <a:gd name="T7" fmla="*/ 29 h 29"/>
                      <a:gd name="T8" fmla="*/ 0 w 65"/>
                      <a:gd name="T9" fmla="*/ 29 h 29"/>
                    </a:gdLst>
                    <a:ahLst/>
                    <a:cxnLst>
                      <a:cxn ang="0">
                        <a:pos x="T0" y="T1"/>
                      </a:cxn>
                      <a:cxn ang="0">
                        <a:pos x="T2" y="T3"/>
                      </a:cxn>
                      <a:cxn ang="0">
                        <a:pos x="T4" y="T5"/>
                      </a:cxn>
                      <a:cxn ang="0">
                        <a:pos x="T6" y="T7"/>
                      </a:cxn>
                      <a:cxn ang="0">
                        <a:pos x="T8" y="T9"/>
                      </a:cxn>
                    </a:cxnLst>
                    <a:rect l="0" t="0" r="r" b="b"/>
                    <a:pathLst>
                      <a:path w="65" h="29">
                        <a:moveTo>
                          <a:pt x="0" y="29"/>
                        </a:moveTo>
                        <a:lnTo>
                          <a:pt x="14" y="0"/>
                        </a:lnTo>
                        <a:lnTo>
                          <a:pt x="53" y="0"/>
                        </a:lnTo>
                        <a:lnTo>
                          <a:pt x="65"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grpSp>
            <p:nvGrpSpPr>
              <p:cNvPr id="423292" name="Group 382"/>
              <p:cNvGrpSpPr>
                <a:grpSpLocks/>
              </p:cNvGrpSpPr>
              <p:nvPr/>
            </p:nvGrpSpPr>
            <p:grpSpPr bwMode="auto">
              <a:xfrm>
                <a:off x="1002" y="3632"/>
                <a:ext cx="83" cy="63"/>
                <a:chOff x="1002" y="3632"/>
                <a:chExt cx="83" cy="63"/>
              </a:xfrm>
            </p:grpSpPr>
            <p:grpSp>
              <p:nvGrpSpPr>
                <p:cNvPr id="423293" name="Group 383"/>
                <p:cNvGrpSpPr>
                  <a:grpSpLocks/>
                </p:cNvGrpSpPr>
                <p:nvPr/>
              </p:nvGrpSpPr>
              <p:grpSpPr bwMode="auto">
                <a:xfrm>
                  <a:off x="1002" y="3632"/>
                  <a:ext cx="44" cy="22"/>
                  <a:chOff x="1002" y="3632"/>
                  <a:chExt cx="44" cy="22"/>
                </a:xfrm>
              </p:grpSpPr>
              <p:sp>
                <p:nvSpPr>
                  <p:cNvPr id="423294" name="Freeform 384"/>
                  <p:cNvSpPr>
                    <a:spLocks noChangeArrowheads="1"/>
                  </p:cNvSpPr>
                  <p:nvPr/>
                </p:nvSpPr>
                <p:spPr bwMode="auto">
                  <a:xfrm>
                    <a:off x="1002" y="3632"/>
                    <a:ext cx="19" cy="22"/>
                  </a:xfrm>
                  <a:custGeom>
                    <a:avLst/>
                    <a:gdLst>
                      <a:gd name="T0" fmla="*/ 21 w 38"/>
                      <a:gd name="T1" fmla="*/ 68 h 68"/>
                      <a:gd name="T2" fmla="*/ 0 w 38"/>
                      <a:gd name="T3" fmla="*/ 33 h 68"/>
                      <a:gd name="T4" fmla="*/ 10 w 38"/>
                      <a:gd name="T5" fmla="*/ 0 h 68"/>
                      <a:gd name="T6" fmla="*/ 38 w 38"/>
                      <a:gd name="T7" fmla="*/ 33 h 68"/>
                      <a:gd name="T8" fmla="*/ 21 w 38"/>
                      <a:gd name="T9" fmla="*/ 68 h 68"/>
                    </a:gdLst>
                    <a:ahLst/>
                    <a:cxnLst>
                      <a:cxn ang="0">
                        <a:pos x="T0" y="T1"/>
                      </a:cxn>
                      <a:cxn ang="0">
                        <a:pos x="T2" y="T3"/>
                      </a:cxn>
                      <a:cxn ang="0">
                        <a:pos x="T4" y="T5"/>
                      </a:cxn>
                      <a:cxn ang="0">
                        <a:pos x="T6" y="T7"/>
                      </a:cxn>
                      <a:cxn ang="0">
                        <a:pos x="T8" y="T9"/>
                      </a:cxn>
                    </a:cxnLst>
                    <a:rect l="0" t="0" r="r" b="b"/>
                    <a:pathLst>
                      <a:path w="38" h="68">
                        <a:moveTo>
                          <a:pt x="21" y="68"/>
                        </a:moveTo>
                        <a:lnTo>
                          <a:pt x="0" y="33"/>
                        </a:lnTo>
                        <a:lnTo>
                          <a:pt x="10" y="0"/>
                        </a:lnTo>
                        <a:lnTo>
                          <a:pt x="38" y="33"/>
                        </a:lnTo>
                        <a:lnTo>
                          <a:pt x="21"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295" name="Freeform 385"/>
                  <p:cNvSpPr>
                    <a:spLocks noChangeArrowheads="1"/>
                  </p:cNvSpPr>
                  <p:nvPr/>
                </p:nvSpPr>
                <p:spPr bwMode="auto">
                  <a:xfrm>
                    <a:off x="1008" y="3632"/>
                    <a:ext cx="33" cy="12"/>
                  </a:xfrm>
                  <a:custGeom>
                    <a:avLst/>
                    <a:gdLst>
                      <a:gd name="T0" fmla="*/ 0 w 65"/>
                      <a:gd name="T1" fmla="*/ 0 h 35"/>
                      <a:gd name="T2" fmla="*/ 40 w 65"/>
                      <a:gd name="T3" fmla="*/ 0 h 35"/>
                      <a:gd name="T4" fmla="*/ 65 w 65"/>
                      <a:gd name="T5" fmla="*/ 35 h 35"/>
                      <a:gd name="T6" fmla="*/ 25 w 65"/>
                      <a:gd name="T7" fmla="*/ 35 h 35"/>
                      <a:gd name="T8" fmla="*/ 0 w 65"/>
                      <a:gd name="T9" fmla="*/ 0 h 35"/>
                    </a:gdLst>
                    <a:ahLst/>
                    <a:cxnLst>
                      <a:cxn ang="0">
                        <a:pos x="T0" y="T1"/>
                      </a:cxn>
                      <a:cxn ang="0">
                        <a:pos x="T2" y="T3"/>
                      </a:cxn>
                      <a:cxn ang="0">
                        <a:pos x="T4" y="T5"/>
                      </a:cxn>
                      <a:cxn ang="0">
                        <a:pos x="T6" y="T7"/>
                      </a:cxn>
                      <a:cxn ang="0">
                        <a:pos x="T8" y="T9"/>
                      </a:cxn>
                    </a:cxnLst>
                    <a:rect l="0" t="0" r="r" b="b"/>
                    <a:pathLst>
                      <a:path w="65" h="35">
                        <a:moveTo>
                          <a:pt x="0" y="0"/>
                        </a:moveTo>
                        <a:lnTo>
                          <a:pt x="40"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296" name="Freeform 386"/>
                  <p:cNvSpPr>
                    <a:spLocks noChangeArrowheads="1"/>
                  </p:cNvSpPr>
                  <p:nvPr/>
                </p:nvSpPr>
                <p:spPr bwMode="auto">
                  <a:xfrm>
                    <a:off x="1013" y="3644"/>
                    <a:ext cx="33" cy="10"/>
                  </a:xfrm>
                  <a:custGeom>
                    <a:avLst/>
                    <a:gdLst>
                      <a:gd name="T0" fmla="*/ 0 w 66"/>
                      <a:gd name="T1" fmla="*/ 28 h 28"/>
                      <a:gd name="T2" fmla="*/ 13 w 66"/>
                      <a:gd name="T3" fmla="*/ 0 h 28"/>
                      <a:gd name="T4" fmla="*/ 55 w 66"/>
                      <a:gd name="T5" fmla="*/ 0 h 28"/>
                      <a:gd name="T6" fmla="*/ 66 w 66"/>
                      <a:gd name="T7" fmla="*/ 28 h 28"/>
                      <a:gd name="T8" fmla="*/ 0 w 66"/>
                      <a:gd name="T9" fmla="*/ 28 h 28"/>
                    </a:gdLst>
                    <a:ahLst/>
                    <a:cxnLst>
                      <a:cxn ang="0">
                        <a:pos x="T0" y="T1"/>
                      </a:cxn>
                      <a:cxn ang="0">
                        <a:pos x="T2" y="T3"/>
                      </a:cxn>
                      <a:cxn ang="0">
                        <a:pos x="T4" y="T5"/>
                      </a:cxn>
                      <a:cxn ang="0">
                        <a:pos x="T6" y="T7"/>
                      </a:cxn>
                      <a:cxn ang="0">
                        <a:pos x="T8" y="T9"/>
                      </a:cxn>
                    </a:cxnLst>
                    <a:rect l="0" t="0" r="r" b="b"/>
                    <a:pathLst>
                      <a:path w="66" h="28">
                        <a:moveTo>
                          <a:pt x="0" y="28"/>
                        </a:moveTo>
                        <a:lnTo>
                          <a:pt x="13" y="0"/>
                        </a:lnTo>
                        <a:lnTo>
                          <a:pt x="55" y="0"/>
                        </a:lnTo>
                        <a:lnTo>
                          <a:pt x="66"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297" name="Group 387"/>
                <p:cNvGrpSpPr>
                  <a:grpSpLocks/>
                </p:cNvGrpSpPr>
                <p:nvPr/>
              </p:nvGrpSpPr>
              <p:grpSpPr bwMode="auto">
                <a:xfrm>
                  <a:off x="1014" y="3645"/>
                  <a:ext cx="44" cy="23"/>
                  <a:chOff x="1014" y="3645"/>
                  <a:chExt cx="44" cy="23"/>
                </a:xfrm>
              </p:grpSpPr>
              <p:sp>
                <p:nvSpPr>
                  <p:cNvPr id="423298" name="Freeform 388"/>
                  <p:cNvSpPr>
                    <a:spLocks noChangeArrowheads="1"/>
                  </p:cNvSpPr>
                  <p:nvPr/>
                </p:nvSpPr>
                <p:spPr bwMode="auto">
                  <a:xfrm>
                    <a:off x="1014" y="3645"/>
                    <a:ext cx="19" cy="23"/>
                  </a:xfrm>
                  <a:custGeom>
                    <a:avLst/>
                    <a:gdLst>
                      <a:gd name="T0" fmla="*/ 24 w 40"/>
                      <a:gd name="T1" fmla="*/ 68 h 68"/>
                      <a:gd name="T2" fmla="*/ 0 w 40"/>
                      <a:gd name="T3" fmla="*/ 33 h 68"/>
                      <a:gd name="T4" fmla="*/ 14 w 40"/>
                      <a:gd name="T5" fmla="*/ 0 h 68"/>
                      <a:gd name="T6" fmla="*/ 40 w 40"/>
                      <a:gd name="T7" fmla="*/ 33 h 68"/>
                      <a:gd name="T8" fmla="*/ 24 w 40"/>
                      <a:gd name="T9" fmla="*/ 68 h 68"/>
                    </a:gdLst>
                    <a:ahLst/>
                    <a:cxnLst>
                      <a:cxn ang="0">
                        <a:pos x="T0" y="T1"/>
                      </a:cxn>
                      <a:cxn ang="0">
                        <a:pos x="T2" y="T3"/>
                      </a:cxn>
                      <a:cxn ang="0">
                        <a:pos x="T4" y="T5"/>
                      </a:cxn>
                      <a:cxn ang="0">
                        <a:pos x="T6" y="T7"/>
                      </a:cxn>
                      <a:cxn ang="0">
                        <a:pos x="T8" y="T9"/>
                      </a:cxn>
                    </a:cxnLst>
                    <a:rect l="0" t="0" r="r" b="b"/>
                    <a:pathLst>
                      <a:path w="40" h="68">
                        <a:moveTo>
                          <a:pt x="24" y="68"/>
                        </a:moveTo>
                        <a:lnTo>
                          <a:pt x="0" y="33"/>
                        </a:lnTo>
                        <a:lnTo>
                          <a:pt x="14" y="0"/>
                        </a:lnTo>
                        <a:lnTo>
                          <a:pt x="40" y="33"/>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299" name="Freeform 389"/>
                  <p:cNvSpPr>
                    <a:spLocks noChangeArrowheads="1"/>
                  </p:cNvSpPr>
                  <p:nvPr/>
                </p:nvSpPr>
                <p:spPr bwMode="auto">
                  <a:xfrm>
                    <a:off x="1021" y="3646"/>
                    <a:ext cx="32" cy="11"/>
                  </a:xfrm>
                  <a:custGeom>
                    <a:avLst/>
                    <a:gdLst>
                      <a:gd name="T0" fmla="*/ 0 w 63"/>
                      <a:gd name="T1" fmla="*/ 0 h 33"/>
                      <a:gd name="T2" fmla="*/ 41 w 63"/>
                      <a:gd name="T3" fmla="*/ 0 h 33"/>
                      <a:gd name="T4" fmla="*/ 63 w 63"/>
                      <a:gd name="T5" fmla="*/ 33 h 33"/>
                      <a:gd name="T6" fmla="*/ 24 w 63"/>
                      <a:gd name="T7" fmla="*/ 33 h 33"/>
                      <a:gd name="T8" fmla="*/ 0 w 63"/>
                      <a:gd name="T9" fmla="*/ 0 h 33"/>
                    </a:gdLst>
                    <a:ahLst/>
                    <a:cxnLst>
                      <a:cxn ang="0">
                        <a:pos x="T0" y="T1"/>
                      </a:cxn>
                      <a:cxn ang="0">
                        <a:pos x="T2" y="T3"/>
                      </a:cxn>
                      <a:cxn ang="0">
                        <a:pos x="T4" y="T5"/>
                      </a:cxn>
                      <a:cxn ang="0">
                        <a:pos x="T6" y="T7"/>
                      </a:cxn>
                      <a:cxn ang="0">
                        <a:pos x="T8" y="T9"/>
                      </a:cxn>
                    </a:cxnLst>
                    <a:rect l="0" t="0" r="r" b="b"/>
                    <a:pathLst>
                      <a:path w="63" h="33">
                        <a:moveTo>
                          <a:pt x="0" y="0"/>
                        </a:moveTo>
                        <a:lnTo>
                          <a:pt x="41" y="0"/>
                        </a:lnTo>
                        <a:lnTo>
                          <a:pt x="63" y="33"/>
                        </a:lnTo>
                        <a:lnTo>
                          <a:pt x="24"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300" name="Freeform 390"/>
                  <p:cNvSpPr>
                    <a:spLocks noChangeArrowheads="1"/>
                  </p:cNvSpPr>
                  <p:nvPr/>
                </p:nvSpPr>
                <p:spPr bwMode="auto">
                  <a:xfrm>
                    <a:off x="1026" y="3658"/>
                    <a:ext cx="32" cy="10"/>
                  </a:xfrm>
                  <a:custGeom>
                    <a:avLst/>
                    <a:gdLst>
                      <a:gd name="T0" fmla="*/ 0 w 65"/>
                      <a:gd name="T1" fmla="*/ 30 h 30"/>
                      <a:gd name="T2" fmla="*/ 12 w 65"/>
                      <a:gd name="T3" fmla="*/ 0 h 30"/>
                      <a:gd name="T4" fmla="*/ 53 w 65"/>
                      <a:gd name="T5" fmla="*/ 0 h 30"/>
                      <a:gd name="T6" fmla="*/ 65 w 65"/>
                      <a:gd name="T7" fmla="*/ 30 h 30"/>
                      <a:gd name="T8" fmla="*/ 0 w 65"/>
                      <a:gd name="T9" fmla="*/ 30 h 30"/>
                    </a:gdLst>
                    <a:ahLst/>
                    <a:cxnLst>
                      <a:cxn ang="0">
                        <a:pos x="T0" y="T1"/>
                      </a:cxn>
                      <a:cxn ang="0">
                        <a:pos x="T2" y="T3"/>
                      </a:cxn>
                      <a:cxn ang="0">
                        <a:pos x="T4" y="T5"/>
                      </a:cxn>
                      <a:cxn ang="0">
                        <a:pos x="T6" y="T7"/>
                      </a:cxn>
                      <a:cxn ang="0">
                        <a:pos x="T8" y="T9"/>
                      </a:cxn>
                    </a:cxnLst>
                    <a:rect l="0" t="0" r="r" b="b"/>
                    <a:pathLst>
                      <a:path w="65" h="30">
                        <a:moveTo>
                          <a:pt x="0" y="30"/>
                        </a:moveTo>
                        <a:lnTo>
                          <a:pt x="12" y="0"/>
                        </a:lnTo>
                        <a:lnTo>
                          <a:pt x="53" y="0"/>
                        </a:lnTo>
                        <a:lnTo>
                          <a:pt x="65"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301" name="Group 391"/>
                <p:cNvGrpSpPr>
                  <a:grpSpLocks/>
                </p:cNvGrpSpPr>
                <p:nvPr/>
              </p:nvGrpSpPr>
              <p:grpSpPr bwMode="auto">
                <a:xfrm>
                  <a:off x="1027" y="3659"/>
                  <a:ext cx="45" cy="23"/>
                  <a:chOff x="1027" y="3659"/>
                  <a:chExt cx="45" cy="23"/>
                </a:xfrm>
              </p:grpSpPr>
              <p:sp>
                <p:nvSpPr>
                  <p:cNvPr id="423302" name="Freeform 392"/>
                  <p:cNvSpPr>
                    <a:spLocks noChangeArrowheads="1"/>
                  </p:cNvSpPr>
                  <p:nvPr/>
                </p:nvSpPr>
                <p:spPr bwMode="auto">
                  <a:xfrm>
                    <a:off x="1027" y="3659"/>
                    <a:ext cx="20" cy="23"/>
                  </a:xfrm>
                  <a:custGeom>
                    <a:avLst/>
                    <a:gdLst>
                      <a:gd name="T0" fmla="*/ 22 w 39"/>
                      <a:gd name="T1" fmla="*/ 70 h 70"/>
                      <a:gd name="T2" fmla="*/ 0 w 39"/>
                      <a:gd name="T3" fmla="*/ 34 h 70"/>
                      <a:gd name="T4" fmla="*/ 12 w 39"/>
                      <a:gd name="T5" fmla="*/ 0 h 70"/>
                      <a:gd name="T6" fmla="*/ 39 w 39"/>
                      <a:gd name="T7" fmla="*/ 34 h 70"/>
                      <a:gd name="T8" fmla="*/ 22 w 39"/>
                      <a:gd name="T9" fmla="*/ 70 h 70"/>
                    </a:gdLst>
                    <a:ahLst/>
                    <a:cxnLst>
                      <a:cxn ang="0">
                        <a:pos x="T0" y="T1"/>
                      </a:cxn>
                      <a:cxn ang="0">
                        <a:pos x="T2" y="T3"/>
                      </a:cxn>
                      <a:cxn ang="0">
                        <a:pos x="T4" y="T5"/>
                      </a:cxn>
                      <a:cxn ang="0">
                        <a:pos x="T6" y="T7"/>
                      </a:cxn>
                      <a:cxn ang="0">
                        <a:pos x="T8" y="T9"/>
                      </a:cxn>
                    </a:cxnLst>
                    <a:rect l="0" t="0" r="r" b="b"/>
                    <a:pathLst>
                      <a:path w="39" h="70">
                        <a:moveTo>
                          <a:pt x="22" y="70"/>
                        </a:moveTo>
                        <a:lnTo>
                          <a:pt x="0" y="34"/>
                        </a:lnTo>
                        <a:lnTo>
                          <a:pt x="12" y="0"/>
                        </a:lnTo>
                        <a:lnTo>
                          <a:pt x="39" y="34"/>
                        </a:lnTo>
                        <a:lnTo>
                          <a:pt x="22"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303" name="Freeform 393"/>
                  <p:cNvSpPr>
                    <a:spLocks noChangeArrowheads="1"/>
                  </p:cNvSpPr>
                  <p:nvPr/>
                </p:nvSpPr>
                <p:spPr bwMode="auto">
                  <a:xfrm>
                    <a:off x="1033" y="3659"/>
                    <a:ext cx="33" cy="11"/>
                  </a:xfrm>
                  <a:custGeom>
                    <a:avLst/>
                    <a:gdLst>
                      <a:gd name="T0" fmla="*/ 0 w 64"/>
                      <a:gd name="T1" fmla="*/ 0 h 34"/>
                      <a:gd name="T2" fmla="*/ 39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39"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304" name="Freeform 394"/>
                  <p:cNvSpPr>
                    <a:spLocks noChangeArrowheads="1"/>
                  </p:cNvSpPr>
                  <p:nvPr/>
                </p:nvSpPr>
                <p:spPr bwMode="auto">
                  <a:xfrm>
                    <a:off x="1039" y="3671"/>
                    <a:ext cx="33" cy="10"/>
                  </a:xfrm>
                  <a:custGeom>
                    <a:avLst/>
                    <a:gdLst>
                      <a:gd name="T0" fmla="*/ 0 w 66"/>
                      <a:gd name="T1" fmla="*/ 30 h 30"/>
                      <a:gd name="T2" fmla="*/ 12 w 66"/>
                      <a:gd name="T3" fmla="*/ 0 h 30"/>
                      <a:gd name="T4" fmla="*/ 54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2"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305" name="Group 395"/>
                <p:cNvGrpSpPr>
                  <a:grpSpLocks/>
                </p:cNvGrpSpPr>
                <p:nvPr/>
              </p:nvGrpSpPr>
              <p:grpSpPr bwMode="auto">
                <a:xfrm>
                  <a:off x="1040" y="3672"/>
                  <a:ext cx="45" cy="23"/>
                  <a:chOff x="1040" y="3672"/>
                  <a:chExt cx="45" cy="23"/>
                </a:xfrm>
              </p:grpSpPr>
              <p:sp>
                <p:nvSpPr>
                  <p:cNvPr id="423306" name="Freeform 396"/>
                  <p:cNvSpPr>
                    <a:spLocks noChangeArrowheads="1"/>
                  </p:cNvSpPr>
                  <p:nvPr/>
                </p:nvSpPr>
                <p:spPr bwMode="auto">
                  <a:xfrm>
                    <a:off x="1040" y="3672"/>
                    <a:ext cx="20" cy="23"/>
                  </a:xfrm>
                  <a:custGeom>
                    <a:avLst/>
                    <a:gdLst>
                      <a:gd name="T0" fmla="*/ 24 w 41"/>
                      <a:gd name="T1" fmla="*/ 70 h 70"/>
                      <a:gd name="T2" fmla="*/ 0 w 41"/>
                      <a:gd name="T3" fmla="*/ 35 h 70"/>
                      <a:gd name="T4" fmla="*/ 13 w 41"/>
                      <a:gd name="T5" fmla="*/ 0 h 70"/>
                      <a:gd name="T6" fmla="*/ 41 w 41"/>
                      <a:gd name="T7" fmla="*/ 35 h 70"/>
                      <a:gd name="T8" fmla="*/ 24 w 41"/>
                      <a:gd name="T9" fmla="*/ 70 h 70"/>
                    </a:gdLst>
                    <a:ahLst/>
                    <a:cxnLst>
                      <a:cxn ang="0">
                        <a:pos x="T0" y="T1"/>
                      </a:cxn>
                      <a:cxn ang="0">
                        <a:pos x="T2" y="T3"/>
                      </a:cxn>
                      <a:cxn ang="0">
                        <a:pos x="T4" y="T5"/>
                      </a:cxn>
                      <a:cxn ang="0">
                        <a:pos x="T6" y="T7"/>
                      </a:cxn>
                      <a:cxn ang="0">
                        <a:pos x="T8" y="T9"/>
                      </a:cxn>
                    </a:cxnLst>
                    <a:rect l="0" t="0" r="r" b="b"/>
                    <a:pathLst>
                      <a:path w="41" h="70">
                        <a:moveTo>
                          <a:pt x="24" y="70"/>
                        </a:moveTo>
                        <a:lnTo>
                          <a:pt x="0" y="35"/>
                        </a:lnTo>
                        <a:lnTo>
                          <a:pt x="13" y="0"/>
                        </a:lnTo>
                        <a:lnTo>
                          <a:pt x="41" y="35"/>
                        </a:lnTo>
                        <a:lnTo>
                          <a:pt x="24"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307" name="Freeform 397"/>
                  <p:cNvSpPr>
                    <a:spLocks noChangeArrowheads="1"/>
                  </p:cNvSpPr>
                  <p:nvPr/>
                </p:nvSpPr>
                <p:spPr bwMode="auto">
                  <a:xfrm>
                    <a:off x="1047" y="3672"/>
                    <a:ext cx="32" cy="12"/>
                  </a:xfrm>
                  <a:custGeom>
                    <a:avLst/>
                    <a:gdLst>
                      <a:gd name="T0" fmla="*/ 0 w 65"/>
                      <a:gd name="T1" fmla="*/ 0 h 34"/>
                      <a:gd name="T2" fmla="*/ 41 w 65"/>
                      <a:gd name="T3" fmla="*/ 0 h 34"/>
                      <a:gd name="T4" fmla="*/ 65 w 65"/>
                      <a:gd name="T5" fmla="*/ 34 h 34"/>
                      <a:gd name="T6" fmla="*/ 24 w 65"/>
                      <a:gd name="T7" fmla="*/ 34 h 34"/>
                      <a:gd name="T8" fmla="*/ 0 w 65"/>
                      <a:gd name="T9" fmla="*/ 0 h 34"/>
                    </a:gdLst>
                    <a:ahLst/>
                    <a:cxnLst>
                      <a:cxn ang="0">
                        <a:pos x="T0" y="T1"/>
                      </a:cxn>
                      <a:cxn ang="0">
                        <a:pos x="T2" y="T3"/>
                      </a:cxn>
                      <a:cxn ang="0">
                        <a:pos x="T4" y="T5"/>
                      </a:cxn>
                      <a:cxn ang="0">
                        <a:pos x="T6" y="T7"/>
                      </a:cxn>
                      <a:cxn ang="0">
                        <a:pos x="T8" y="T9"/>
                      </a:cxn>
                    </a:cxnLst>
                    <a:rect l="0" t="0" r="r" b="b"/>
                    <a:pathLst>
                      <a:path w="65" h="34">
                        <a:moveTo>
                          <a:pt x="0" y="0"/>
                        </a:moveTo>
                        <a:lnTo>
                          <a:pt x="41" y="0"/>
                        </a:lnTo>
                        <a:lnTo>
                          <a:pt x="65" y="34"/>
                        </a:lnTo>
                        <a:lnTo>
                          <a:pt x="24"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308" name="Freeform 398"/>
                  <p:cNvSpPr>
                    <a:spLocks noChangeArrowheads="1"/>
                  </p:cNvSpPr>
                  <p:nvPr/>
                </p:nvSpPr>
                <p:spPr bwMode="auto">
                  <a:xfrm>
                    <a:off x="1053" y="3685"/>
                    <a:ext cx="32" cy="9"/>
                  </a:xfrm>
                  <a:custGeom>
                    <a:avLst/>
                    <a:gdLst>
                      <a:gd name="T0" fmla="*/ 0 w 66"/>
                      <a:gd name="T1" fmla="*/ 28 h 28"/>
                      <a:gd name="T2" fmla="*/ 12 w 66"/>
                      <a:gd name="T3" fmla="*/ 0 h 28"/>
                      <a:gd name="T4" fmla="*/ 54 w 66"/>
                      <a:gd name="T5" fmla="*/ 0 h 28"/>
                      <a:gd name="T6" fmla="*/ 66 w 66"/>
                      <a:gd name="T7" fmla="*/ 28 h 28"/>
                      <a:gd name="T8" fmla="*/ 0 w 66"/>
                      <a:gd name="T9" fmla="*/ 28 h 28"/>
                    </a:gdLst>
                    <a:ahLst/>
                    <a:cxnLst>
                      <a:cxn ang="0">
                        <a:pos x="T0" y="T1"/>
                      </a:cxn>
                      <a:cxn ang="0">
                        <a:pos x="T2" y="T3"/>
                      </a:cxn>
                      <a:cxn ang="0">
                        <a:pos x="T4" y="T5"/>
                      </a:cxn>
                      <a:cxn ang="0">
                        <a:pos x="T6" y="T7"/>
                      </a:cxn>
                      <a:cxn ang="0">
                        <a:pos x="T8" y="T9"/>
                      </a:cxn>
                    </a:cxnLst>
                    <a:rect l="0" t="0" r="r" b="b"/>
                    <a:pathLst>
                      <a:path w="66" h="28">
                        <a:moveTo>
                          <a:pt x="0" y="28"/>
                        </a:moveTo>
                        <a:lnTo>
                          <a:pt x="12" y="0"/>
                        </a:lnTo>
                        <a:lnTo>
                          <a:pt x="54" y="0"/>
                        </a:lnTo>
                        <a:lnTo>
                          <a:pt x="66"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grpSp>
            <p:nvGrpSpPr>
              <p:cNvPr id="423309" name="Group 399"/>
              <p:cNvGrpSpPr>
                <a:grpSpLocks/>
              </p:cNvGrpSpPr>
              <p:nvPr/>
            </p:nvGrpSpPr>
            <p:grpSpPr bwMode="auto">
              <a:xfrm>
                <a:off x="1054" y="3685"/>
                <a:ext cx="45" cy="23"/>
                <a:chOff x="1054" y="3685"/>
                <a:chExt cx="45" cy="23"/>
              </a:xfrm>
            </p:grpSpPr>
            <p:sp>
              <p:nvSpPr>
                <p:cNvPr id="423310" name="Freeform 400"/>
                <p:cNvSpPr>
                  <a:spLocks noChangeArrowheads="1"/>
                </p:cNvSpPr>
                <p:nvPr/>
              </p:nvSpPr>
              <p:spPr bwMode="auto">
                <a:xfrm>
                  <a:off x="1054" y="3685"/>
                  <a:ext cx="20" cy="23"/>
                </a:xfrm>
                <a:custGeom>
                  <a:avLst/>
                  <a:gdLst>
                    <a:gd name="T0" fmla="*/ 23 w 39"/>
                    <a:gd name="T1" fmla="*/ 70 h 70"/>
                    <a:gd name="T2" fmla="*/ 0 w 39"/>
                    <a:gd name="T3" fmla="*/ 34 h 70"/>
                    <a:gd name="T4" fmla="*/ 13 w 39"/>
                    <a:gd name="T5" fmla="*/ 0 h 70"/>
                    <a:gd name="T6" fmla="*/ 39 w 39"/>
                    <a:gd name="T7" fmla="*/ 34 h 70"/>
                    <a:gd name="T8" fmla="*/ 23 w 39"/>
                    <a:gd name="T9" fmla="*/ 70 h 70"/>
                  </a:gdLst>
                  <a:ahLst/>
                  <a:cxnLst>
                    <a:cxn ang="0">
                      <a:pos x="T0" y="T1"/>
                    </a:cxn>
                    <a:cxn ang="0">
                      <a:pos x="T2" y="T3"/>
                    </a:cxn>
                    <a:cxn ang="0">
                      <a:pos x="T4" y="T5"/>
                    </a:cxn>
                    <a:cxn ang="0">
                      <a:pos x="T6" y="T7"/>
                    </a:cxn>
                    <a:cxn ang="0">
                      <a:pos x="T8" y="T9"/>
                    </a:cxn>
                  </a:cxnLst>
                  <a:rect l="0" t="0" r="r" b="b"/>
                  <a:pathLst>
                    <a:path w="39" h="70">
                      <a:moveTo>
                        <a:pt x="23" y="70"/>
                      </a:moveTo>
                      <a:lnTo>
                        <a:pt x="0" y="34"/>
                      </a:lnTo>
                      <a:lnTo>
                        <a:pt x="13" y="0"/>
                      </a:lnTo>
                      <a:lnTo>
                        <a:pt x="39" y="34"/>
                      </a:lnTo>
                      <a:lnTo>
                        <a:pt x="23"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311" name="Freeform 401"/>
                <p:cNvSpPr>
                  <a:spLocks noChangeArrowheads="1"/>
                </p:cNvSpPr>
                <p:nvPr/>
              </p:nvSpPr>
              <p:spPr bwMode="auto">
                <a:xfrm>
                  <a:off x="1061" y="3685"/>
                  <a:ext cx="32" cy="12"/>
                </a:xfrm>
                <a:custGeom>
                  <a:avLst/>
                  <a:gdLst>
                    <a:gd name="T0" fmla="*/ 0 w 63"/>
                    <a:gd name="T1" fmla="*/ 0 h 35"/>
                    <a:gd name="T2" fmla="*/ 41 w 63"/>
                    <a:gd name="T3" fmla="*/ 0 h 35"/>
                    <a:gd name="T4" fmla="*/ 63 w 63"/>
                    <a:gd name="T5" fmla="*/ 35 h 35"/>
                    <a:gd name="T6" fmla="*/ 24 w 63"/>
                    <a:gd name="T7" fmla="*/ 35 h 35"/>
                    <a:gd name="T8" fmla="*/ 0 w 63"/>
                    <a:gd name="T9" fmla="*/ 0 h 35"/>
                  </a:gdLst>
                  <a:ahLst/>
                  <a:cxnLst>
                    <a:cxn ang="0">
                      <a:pos x="T0" y="T1"/>
                    </a:cxn>
                    <a:cxn ang="0">
                      <a:pos x="T2" y="T3"/>
                    </a:cxn>
                    <a:cxn ang="0">
                      <a:pos x="T4" y="T5"/>
                    </a:cxn>
                    <a:cxn ang="0">
                      <a:pos x="T6" y="T7"/>
                    </a:cxn>
                    <a:cxn ang="0">
                      <a:pos x="T8" y="T9"/>
                    </a:cxn>
                  </a:cxnLst>
                  <a:rect l="0" t="0" r="r" b="b"/>
                  <a:pathLst>
                    <a:path w="63" h="35">
                      <a:moveTo>
                        <a:pt x="0" y="0"/>
                      </a:moveTo>
                      <a:lnTo>
                        <a:pt x="41" y="0"/>
                      </a:lnTo>
                      <a:lnTo>
                        <a:pt x="63"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312" name="Freeform 402"/>
                <p:cNvSpPr>
                  <a:spLocks noChangeArrowheads="1"/>
                </p:cNvSpPr>
                <p:nvPr/>
              </p:nvSpPr>
              <p:spPr bwMode="auto">
                <a:xfrm>
                  <a:off x="1066" y="3697"/>
                  <a:ext cx="33" cy="10"/>
                </a:xfrm>
                <a:custGeom>
                  <a:avLst/>
                  <a:gdLst>
                    <a:gd name="T0" fmla="*/ 0 w 64"/>
                    <a:gd name="T1" fmla="*/ 30 h 30"/>
                    <a:gd name="T2" fmla="*/ 13 w 64"/>
                    <a:gd name="T3" fmla="*/ 0 h 30"/>
                    <a:gd name="T4" fmla="*/ 52 w 64"/>
                    <a:gd name="T5" fmla="*/ 0 h 30"/>
                    <a:gd name="T6" fmla="*/ 64 w 64"/>
                    <a:gd name="T7" fmla="*/ 30 h 30"/>
                    <a:gd name="T8" fmla="*/ 0 w 64"/>
                    <a:gd name="T9" fmla="*/ 30 h 30"/>
                  </a:gdLst>
                  <a:ahLst/>
                  <a:cxnLst>
                    <a:cxn ang="0">
                      <a:pos x="T0" y="T1"/>
                    </a:cxn>
                    <a:cxn ang="0">
                      <a:pos x="T2" y="T3"/>
                    </a:cxn>
                    <a:cxn ang="0">
                      <a:pos x="T4" y="T5"/>
                    </a:cxn>
                    <a:cxn ang="0">
                      <a:pos x="T6" y="T7"/>
                    </a:cxn>
                    <a:cxn ang="0">
                      <a:pos x="T8" y="T9"/>
                    </a:cxn>
                  </a:cxnLst>
                  <a:rect l="0" t="0" r="r" b="b"/>
                  <a:pathLst>
                    <a:path w="64" h="30">
                      <a:moveTo>
                        <a:pt x="0" y="30"/>
                      </a:moveTo>
                      <a:lnTo>
                        <a:pt x="13" y="0"/>
                      </a:lnTo>
                      <a:lnTo>
                        <a:pt x="52" y="0"/>
                      </a:lnTo>
                      <a:lnTo>
                        <a:pt x="64"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313" name="Group 403"/>
              <p:cNvGrpSpPr>
                <a:grpSpLocks/>
              </p:cNvGrpSpPr>
              <p:nvPr/>
            </p:nvGrpSpPr>
            <p:grpSpPr bwMode="auto">
              <a:xfrm>
                <a:off x="1067" y="3698"/>
                <a:ext cx="45" cy="23"/>
                <a:chOff x="1067" y="3698"/>
                <a:chExt cx="45" cy="23"/>
              </a:xfrm>
            </p:grpSpPr>
            <p:sp>
              <p:nvSpPr>
                <p:cNvPr id="423314" name="Freeform 404"/>
                <p:cNvSpPr>
                  <a:spLocks noChangeArrowheads="1"/>
                </p:cNvSpPr>
                <p:nvPr/>
              </p:nvSpPr>
              <p:spPr bwMode="auto">
                <a:xfrm>
                  <a:off x="1067" y="3698"/>
                  <a:ext cx="20" cy="23"/>
                </a:xfrm>
                <a:custGeom>
                  <a:avLst/>
                  <a:gdLst>
                    <a:gd name="T0" fmla="*/ 22 w 39"/>
                    <a:gd name="T1" fmla="*/ 69 h 69"/>
                    <a:gd name="T2" fmla="*/ 0 w 39"/>
                    <a:gd name="T3" fmla="*/ 34 h 69"/>
                    <a:gd name="T4" fmla="*/ 12 w 39"/>
                    <a:gd name="T5" fmla="*/ 0 h 69"/>
                    <a:gd name="T6" fmla="*/ 39 w 39"/>
                    <a:gd name="T7" fmla="*/ 34 h 69"/>
                    <a:gd name="T8" fmla="*/ 22 w 39"/>
                    <a:gd name="T9" fmla="*/ 69 h 69"/>
                  </a:gdLst>
                  <a:ahLst/>
                  <a:cxnLst>
                    <a:cxn ang="0">
                      <a:pos x="T0" y="T1"/>
                    </a:cxn>
                    <a:cxn ang="0">
                      <a:pos x="T2" y="T3"/>
                    </a:cxn>
                    <a:cxn ang="0">
                      <a:pos x="T4" y="T5"/>
                    </a:cxn>
                    <a:cxn ang="0">
                      <a:pos x="T6" y="T7"/>
                    </a:cxn>
                    <a:cxn ang="0">
                      <a:pos x="T8" y="T9"/>
                    </a:cxn>
                  </a:cxnLst>
                  <a:rect l="0" t="0" r="r" b="b"/>
                  <a:pathLst>
                    <a:path w="39" h="69">
                      <a:moveTo>
                        <a:pt x="22" y="69"/>
                      </a:moveTo>
                      <a:lnTo>
                        <a:pt x="0" y="34"/>
                      </a:lnTo>
                      <a:lnTo>
                        <a:pt x="12" y="0"/>
                      </a:lnTo>
                      <a:lnTo>
                        <a:pt x="39" y="34"/>
                      </a:lnTo>
                      <a:lnTo>
                        <a:pt x="22"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315" name="Freeform 405"/>
                <p:cNvSpPr>
                  <a:spLocks noChangeArrowheads="1"/>
                </p:cNvSpPr>
                <p:nvPr/>
              </p:nvSpPr>
              <p:spPr bwMode="auto">
                <a:xfrm>
                  <a:off x="1074" y="3699"/>
                  <a:ext cx="32" cy="11"/>
                </a:xfrm>
                <a:custGeom>
                  <a:avLst/>
                  <a:gdLst>
                    <a:gd name="T0" fmla="*/ 0 w 64"/>
                    <a:gd name="T1" fmla="*/ 0 h 34"/>
                    <a:gd name="T2" fmla="*/ 39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39"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316" name="Freeform 406"/>
                <p:cNvSpPr>
                  <a:spLocks noChangeArrowheads="1"/>
                </p:cNvSpPr>
                <p:nvPr/>
              </p:nvSpPr>
              <p:spPr bwMode="auto">
                <a:xfrm>
                  <a:off x="1079" y="3711"/>
                  <a:ext cx="33" cy="10"/>
                </a:xfrm>
                <a:custGeom>
                  <a:avLst/>
                  <a:gdLst>
                    <a:gd name="T0" fmla="*/ 0 w 65"/>
                    <a:gd name="T1" fmla="*/ 30 h 30"/>
                    <a:gd name="T2" fmla="*/ 11 w 65"/>
                    <a:gd name="T3" fmla="*/ 0 h 30"/>
                    <a:gd name="T4" fmla="*/ 53 w 65"/>
                    <a:gd name="T5" fmla="*/ 0 h 30"/>
                    <a:gd name="T6" fmla="*/ 65 w 65"/>
                    <a:gd name="T7" fmla="*/ 30 h 30"/>
                    <a:gd name="T8" fmla="*/ 0 w 65"/>
                    <a:gd name="T9" fmla="*/ 30 h 30"/>
                  </a:gdLst>
                  <a:ahLst/>
                  <a:cxnLst>
                    <a:cxn ang="0">
                      <a:pos x="T0" y="T1"/>
                    </a:cxn>
                    <a:cxn ang="0">
                      <a:pos x="T2" y="T3"/>
                    </a:cxn>
                    <a:cxn ang="0">
                      <a:pos x="T4" y="T5"/>
                    </a:cxn>
                    <a:cxn ang="0">
                      <a:pos x="T6" y="T7"/>
                    </a:cxn>
                    <a:cxn ang="0">
                      <a:pos x="T8" y="T9"/>
                    </a:cxn>
                  </a:cxnLst>
                  <a:rect l="0" t="0" r="r" b="b"/>
                  <a:pathLst>
                    <a:path w="65" h="30">
                      <a:moveTo>
                        <a:pt x="0" y="30"/>
                      </a:moveTo>
                      <a:lnTo>
                        <a:pt x="11" y="0"/>
                      </a:lnTo>
                      <a:lnTo>
                        <a:pt x="53" y="0"/>
                      </a:lnTo>
                      <a:lnTo>
                        <a:pt x="65"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317" name="Group 407"/>
              <p:cNvGrpSpPr>
                <a:grpSpLocks/>
              </p:cNvGrpSpPr>
              <p:nvPr/>
            </p:nvGrpSpPr>
            <p:grpSpPr bwMode="auto">
              <a:xfrm>
                <a:off x="1079" y="3712"/>
                <a:ext cx="44" cy="23"/>
                <a:chOff x="1079" y="3712"/>
                <a:chExt cx="44" cy="23"/>
              </a:xfrm>
            </p:grpSpPr>
            <p:sp>
              <p:nvSpPr>
                <p:cNvPr id="423318" name="Freeform 408"/>
                <p:cNvSpPr>
                  <a:spLocks noChangeArrowheads="1"/>
                </p:cNvSpPr>
                <p:nvPr/>
              </p:nvSpPr>
              <p:spPr bwMode="auto">
                <a:xfrm>
                  <a:off x="1079" y="3712"/>
                  <a:ext cx="21" cy="23"/>
                </a:xfrm>
                <a:custGeom>
                  <a:avLst/>
                  <a:gdLst>
                    <a:gd name="T0" fmla="*/ 24 w 41"/>
                    <a:gd name="T1" fmla="*/ 68 h 68"/>
                    <a:gd name="T2" fmla="*/ 0 w 41"/>
                    <a:gd name="T3" fmla="*/ 32 h 68"/>
                    <a:gd name="T4" fmla="*/ 13 w 41"/>
                    <a:gd name="T5" fmla="*/ 0 h 68"/>
                    <a:gd name="T6" fmla="*/ 41 w 41"/>
                    <a:gd name="T7" fmla="*/ 32 h 68"/>
                    <a:gd name="T8" fmla="*/ 24 w 41"/>
                    <a:gd name="T9" fmla="*/ 68 h 68"/>
                  </a:gdLst>
                  <a:ahLst/>
                  <a:cxnLst>
                    <a:cxn ang="0">
                      <a:pos x="T0" y="T1"/>
                    </a:cxn>
                    <a:cxn ang="0">
                      <a:pos x="T2" y="T3"/>
                    </a:cxn>
                    <a:cxn ang="0">
                      <a:pos x="T4" y="T5"/>
                    </a:cxn>
                    <a:cxn ang="0">
                      <a:pos x="T6" y="T7"/>
                    </a:cxn>
                    <a:cxn ang="0">
                      <a:pos x="T8" y="T9"/>
                    </a:cxn>
                  </a:cxnLst>
                  <a:rect l="0" t="0" r="r" b="b"/>
                  <a:pathLst>
                    <a:path w="41" h="68">
                      <a:moveTo>
                        <a:pt x="24" y="68"/>
                      </a:moveTo>
                      <a:lnTo>
                        <a:pt x="0" y="32"/>
                      </a:lnTo>
                      <a:lnTo>
                        <a:pt x="13" y="0"/>
                      </a:lnTo>
                      <a:lnTo>
                        <a:pt x="41" y="32"/>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319" name="Freeform 409"/>
                <p:cNvSpPr>
                  <a:spLocks noChangeArrowheads="1"/>
                </p:cNvSpPr>
                <p:nvPr/>
              </p:nvSpPr>
              <p:spPr bwMode="auto">
                <a:xfrm>
                  <a:off x="1087" y="3713"/>
                  <a:ext cx="31" cy="10"/>
                </a:xfrm>
                <a:custGeom>
                  <a:avLst/>
                  <a:gdLst>
                    <a:gd name="T0" fmla="*/ 0 w 63"/>
                    <a:gd name="T1" fmla="*/ 0 h 32"/>
                    <a:gd name="T2" fmla="*/ 40 w 63"/>
                    <a:gd name="T3" fmla="*/ 0 h 32"/>
                    <a:gd name="T4" fmla="*/ 63 w 63"/>
                    <a:gd name="T5" fmla="*/ 32 h 32"/>
                    <a:gd name="T6" fmla="*/ 23 w 63"/>
                    <a:gd name="T7" fmla="*/ 32 h 32"/>
                    <a:gd name="T8" fmla="*/ 0 w 63"/>
                    <a:gd name="T9" fmla="*/ 0 h 32"/>
                  </a:gdLst>
                  <a:ahLst/>
                  <a:cxnLst>
                    <a:cxn ang="0">
                      <a:pos x="T0" y="T1"/>
                    </a:cxn>
                    <a:cxn ang="0">
                      <a:pos x="T2" y="T3"/>
                    </a:cxn>
                    <a:cxn ang="0">
                      <a:pos x="T4" y="T5"/>
                    </a:cxn>
                    <a:cxn ang="0">
                      <a:pos x="T6" y="T7"/>
                    </a:cxn>
                    <a:cxn ang="0">
                      <a:pos x="T8" y="T9"/>
                    </a:cxn>
                  </a:cxnLst>
                  <a:rect l="0" t="0" r="r" b="b"/>
                  <a:pathLst>
                    <a:path w="63" h="32">
                      <a:moveTo>
                        <a:pt x="0" y="0"/>
                      </a:moveTo>
                      <a:lnTo>
                        <a:pt x="40" y="0"/>
                      </a:lnTo>
                      <a:lnTo>
                        <a:pt x="63" y="32"/>
                      </a:lnTo>
                      <a:lnTo>
                        <a:pt x="23" y="32"/>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320" name="Freeform 410"/>
                <p:cNvSpPr>
                  <a:spLocks noChangeArrowheads="1"/>
                </p:cNvSpPr>
                <p:nvPr/>
              </p:nvSpPr>
              <p:spPr bwMode="auto">
                <a:xfrm>
                  <a:off x="1092" y="3724"/>
                  <a:ext cx="31" cy="11"/>
                </a:xfrm>
                <a:custGeom>
                  <a:avLst/>
                  <a:gdLst>
                    <a:gd name="T0" fmla="*/ 0 w 63"/>
                    <a:gd name="T1" fmla="*/ 31 h 31"/>
                    <a:gd name="T2" fmla="*/ 12 w 63"/>
                    <a:gd name="T3" fmla="*/ 0 h 31"/>
                    <a:gd name="T4" fmla="*/ 52 w 63"/>
                    <a:gd name="T5" fmla="*/ 0 h 31"/>
                    <a:gd name="T6" fmla="*/ 63 w 63"/>
                    <a:gd name="T7" fmla="*/ 31 h 31"/>
                    <a:gd name="T8" fmla="*/ 0 w 63"/>
                    <a:gd name="T9" fmla="*/ 31 h 31"/>
                  </a:gdLst>
                  <a:ahLst/>
                  <a:cxnLst>
                    <a:cxn ang="0">
                      <a:pos x="T0" y="T1"/>
                    </a:cxn>
                    <a:cxn ang="0">
                      <a:pos x="T2" y="T3"/>
                    </a:cxn>
                    <a:cxn ang="0">
                      <a:pos x="T4" y="T5"/>
                    </a:cxn>
                    <a:cxn ang="0">
                      <a:pos x="T6" y="T7"/>
                    </a:cxn>
                    <a:cxn ang="0">
                      <a:pos x="T8" y="T9"/>
                    </a:cxn>
                  </a:cxnLst>
                  <a:rect l="0" t="0" r="r" b="b"/>
                  <a:pathLst>
                    <a:path w="63" h="31">
                      <a:moveTo>
                        <a:pt x="0" y="31"/>
                      </a:moveTo>
                      <a:lnTo>
                        <a:pt x="12" y="0"/>
                      </a:lnTo>
                      <a:lnTo>
                        <a:pt x="52" y="0"/>
                      </a:lnTo>
                      <a:lnTo>
                        <a:pt x="63"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321" name="Group 411"/>
              <p:cNvGrpSpPr>
                <a:grpSpLocks/>
              </p:cNvGrpSpPr>
              <p:nvPr/>
            </p:nvGrpSpPr>
            <p:grpSpPr bwMode="auto">
              <a:xfrm>
                <a:off x="1093" y="3725"/>
                <a:ext cx="45" cy="23"/>
                <a:chOff x="1093" y="3725"/>
                <a:chExt cx="45" cy="23"/>
              </a:xfrm>
            </p:grpSpPr>
            <p:sp>
              <p:nvSpPr>
                <p:cNvPr id="423322" name="Freeform 412"/>
                <p:cNvSpPr>
                  <a:spLocks noChangeArrowheads="1"/>
                </p:cNvSpPr>
                <p:nvPr/>
              </p:nvSpPr>
              <p:spPr bwMode="auto">
                <a:xfrm>
                  <a:off x="1093" y="3725"/>
                  <a:ext cx="20" cy="23"/>
                </a:xfrm>
                <a:custGeom>
                  <a:avLst/>
                  <a:gdLst>
                    <a:gd name="T0" fmla="*/ 24 w 40"/>
                    <a:gd name="T1" fmla="*/ 68 h 68"/>
                    <a:gd name="T2" fmla="*/ 0 w 40"/>
                    <a:gd name="T3" fmla="*/ 33 h 68"/>
                    <a:gd name="T4" fmla="*/ 12 w 40"/>
                    <a:gd name="T5" fmla="*/ 0 h 68"/>
                    <a:gd name="T6" fmla="*/ 40 w 40"/>
                    <a:gd name="T7" fmla="*/ 33 h 68"/>
                    <a:gd name="T8" fmla="*/ 24 w 40"/>
                    <a:gd name="T9" fmla="*/ 68 h 68"/>
                  </a:gdLst>
                  <a:ahLst/>
                  <a:cxnLst>
                    <a:cxn ang="0">
                      <a:pos x="T0" y="T1"/>
                    </a:cxn>
                    <a:cxn ang="0">
                      <a:pos x="T2" y="T3"/>
                    </a:cxn>
                    <a:cxn ang="0">
                      <a:pos x="T4" y="T5"/>
                    </a:cxn>
                    <a:cxn ang="0">
                      <a:pos x="T6" y="T7"/>
                    </a:cxn>
                    <a:cxn ang="0">
                      <a:pos x="T8" y="T9"/>
                    </a:cxn>
                  </a:cxnLst>
                  <a:rect l="0" t="0" r="r" b="b"/>
                  <a:pathLst>
                    <a:path w="40" h="68">
                      <a:moveTo>
                        <a:pt x="24" y="68"/>
                      </a:moveTo>
                      <a:lnTo>
                        <a:pt x="0" y="33"/>
                      </a:lnTo>
                      <a:lnTo>
                        <a:pt x="12" y="0"/>
                      </a:lnTo>
                      <a:lnTo>
                        <a:pt x="40" y="33"/>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323" name="Freeform 413"/>
                <p:cNvSpPr>
                  <a:spLocks noChangeArrowheads="1"/>
                </p:cNvSpPr>
                <p:nvPr/>
              </p:nvSpPr>
              <p:spPr bwMode="auto">
                <a:xfrm>
                  <a:off x="1100" y="3726"/>
                  <a:ext cx="32" cy="11"/>
                </a:xfrm>
                <a:custGeom>
                  <a:avLst/>
                  <a:gdLst>
                    <a:gd name="T0" fmla="*/ 0 w 64"/>
                    <a:gd name="T1" fmla="*/ 0 h 34"/>
                    <a:gd name="T2" fmla="*/ 40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40"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324" name="Freeform 414"/>
                <p:cNvSpPr>
                  <a:spLocks noChangeArrowheads="1"/>
                </p:cNvSpPr>
                <p:nvPr/>
              </p:nvSpPr>
              <p:spPr bwMode="auto">
                <a:xfrm>
                  <a:off x="1106" y="3738"/>
                  <a:ext cx="32" cy="9"/>
                </a:xfrm>
                <a:custGeom>
                  <a:avLst/>
                  <a:gdLst>
                    <a:gd name="T0" fmla="*/ 0 w 65"/>
                    <a:gd name="T1" fmla="*/ 28 h 28"/>
                    <a:gd name="T2" fmla="*/ 12 w 65"/>
                    <a:gd name="T3" fmla="*/ 0 h 28"/>
                    <a:gd name="T4" fmla="*/ 53 w 65"/>
                    <a:gd name="T5" fmla="*/ 0 h 28"/>
                    <a:gd name="T6" fmla="*/ 65 w 65"/>
                    <a:gd name="T7" fmla="*/ 28 h 28"/>
                    <a:gd name="T8" fmla="*/ 0 w 65"/>
                    <a:gd name="T9" fmla="*/ 28 h 28"/>
                  </a:gdLst>
                  <a:ahLst/>
                  <a:cxnLst>
                    <a:cxn ang="0">
                      <a:pos x="T0" y="T1"/>
                    </a:cxn>
                    <a:cxn ang="0">
                      <a:pos x="T2" y="T3"/>
                    </a:cxn>
                    <a:cxn ang="0">
                      <a:pos x="T4" y="T5"/>
                    </a:cxn>
                    <a:cxn ang="0">
                      <a:pos x="T6" y="T7"/>
                    </a:cxn>
                    <a:cxn ang="0">
                      <a:pos x="T8" y="T9"/>
                    </a:cxn>
                  </a:cxnLst>
                  <a:rect l="0" t="0" r="r" b="b"/>
                  <a:pathLst>
                    <a:path w="65" h="28">
                      <a:moveTo>
                        <a:pt x="0" y="28"/>
                      </a:moveTo>
                      <a:lnTo>
                        <a:pt x="12" y="0"/>
                      </a:lnTo>
                      <a:lnTo>
                        <a:pt x="53" y="0"/>
                      </a:lnTo>
                      <a:lnTo>
                        <a:pt x="65"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325" name="Group 415"/>
              <p:cNvGrpSpPr>
                <a:grpSpLocks/>
              </p:cNvGrpSpPr>
              <p:nvPr/>
            </p:nvGrpSpPr>
            <p:grpSpPr bwMode="auto">
              <a:xfrm>
                <a:off x="1108" y="3739"/>
                <a:ext cx="44" cy="23"/>
                <a:chOff x="1108" y="3739"/>
                <a:chExt cx="44" cy="23"/>
              </a:xfrm>
            </p:grpSpPr>
            <p:sp>
              <p:nvSpPr>
                <p:cNvPr id="423326" name="Freeform 416"/>
                <p:cNvSpPr>
                  <a:spLocks noChangeArrowheads="1"/>
                </p:cNvSpPr>
                <p:nvPr/>
              </p:nvSpPr>
              <p:spPr bwMode="auto">
                <a:xfrm>
                  <a:off x="1108" y="3739"/>
                  <a:ext cx="19" cy="23"/>
                </a:xfrm>
                <a:custGeom>
                  <a:avLst/>
                  <a:gdLst>
                    <a:gd name="T0" fmla="*/ 23 w 40"/>
                    <a:gd name="T1" fmla="*/ 69 h 69"/>
                    <a:gd name="T2" fmla="*/ 0 w 40"/>
                    <a:gd name="T3" fmla="*/ 34 h 69"/>
                    <a:gd name="T4" fmla="*/ 12 w 40"/>
                    <a:gd name="T5" fmla="*/ 0 h 69"/>
                    <a:gd name="T6" fmla="*/ 40 w 40"/>
                    <a:gd name="T7" fmla="*/ 34 h 69"/>
                    <a:gd name="T8" fmla="*/ 23 w 40"/>
                    <a:gd name="T9" fmla="*/ 69 h 69"/>
                  </a:gdLst>
                  <a:ahLst/>
                  <a:cxnLst>
                    <a:cxn ang="0">
                      <a:pos x="T0" y="T1"/>
                    </a:cxn>
                    <a:cxn ang="0">
                      <a:pos x="T2" y="T3"/>
                    </a:cxn>
                    <a:cxn ang="0">
                      <a:pos x="T4" y="T5"/>
                    </a:cxn>
                    <a:cxn ang="0">
                      <a:pos x="T6" y="T7"/>
                    </a:cxn>
                    <a:cxn ang="0">
                      <a:pos x="T8" y="T9"/>
                    </a:cxn>
                  </a:cxnLst>
                  <a:rect l="0" t="0" r="r" b="b"/>
                  <a:pathLst>
                    <a:path w="40" h="69">
                      <a:moveTo>
                        <a:pt x="23" y="69"/>
                      </a:moveTo>
                      <a:lnTo>
                        <a:pt x="0" y="34"/>
                      </a:lnTo>
                      <a:lnTo>
                        <a:pt x="12" y="0"/>
                      </a:lnTo>
                      <a:lnTo>
                        <a:pt x="40" y="34"/>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327" name="Freeform 417"/>
                <p:cNvSpPr>
                  <a:spLocks noChangeArrowheads="1"/>
                </p:cNvSpPr>
                <p:nvPr/>
              </p:nvSpPr>
              <p:spPr bwMode="auto">
                <a:xfrm>
                  <a:off x="1114" y="3740"/>
                  <a:ext cx="32" cy="11"/>
                </a:xfrm>
                <a:custGeom>
                  <a:avLst/>
                  <a:gdLst>
                    <a:gd name="T0" fmla="*/ 0 w 64"/>
                    <a:gd name="T1" fmla="*/ 0 h 35"/>
                    <a:gd name="T2" fmla="*/ 42 w 64"/>
                    <a:gd name="T3" fmla="*/ 0 h 35"/>
                    <a:gd name="T4" fmla="*/ 64 w 64"/>
                    <a:gd name="T5" fmla="*/ 35 h 35"/>
                    <a:gd name="T6" fmla="*/ 25 w 64"/>
                    <a:gd name="T7" fmla="*/ 35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42" y="0"/>
                      </a:lnTo>
                      <a:lnTo>
                        <a:pt x="64"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328" name="Freeform 418"/>
                <p:cNvSpPr>
                  <a:spLocks noChangeArrowheads="1"/>
                </p:cNvSpPr>
                <p:nvPr/>
              </p:nvSpPr>
              <p:spPr bwMode="auto">
                <a:xfrm>
                  <a:off x="1120" y="3752"/>
                  <a:ext cx="32" cy="10"/>
                </a:xfrm>
                <a:custGeom>
                  <a:avLst/>
                  <a:gdLst>
                    <a:gd name="T0" fmla="*/ 0 w 66"/>
                    <a:gd name="T1" fmla="*/ 30 h 30"/>
                    <a:gd name="T2" fmla="*/ 15 w 66"/>
                    <a:gd name="T3" fmla="*/ 0 h 30"/>
                    <a:gd name="T4" fmla="*/ 54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5"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329" name="Group 419"/>
              <p:cNvGrpSpPr>
                <a:grpSpLocks/>
              </p:cNvGrpSpPr>
              <p:nvPr/>
            </p:nvGrpSpPr>
            <p:grpSpPr bwMode="auto">
              <a:xfrm>
                <a:off x="1121" y="3753"/>
                <a:ext cx="45" cy="23"/>
                <a:chOff x="1121" y="3753"/>
                <a:chExt cx="45" cy="23"/>
              </a:xfrm>
            </p:grpSpPr>
            <p:sp>
              <p:nvSpPr>
                <p:cNvPr id="423330" name="Freeform 420"/>
                <p:cNvSpPr>
                  <a:spLocks noChangeArrowheads="1"/>
                </p:cNvSpPr>
                <p:nvPr/>
              </p:nvSpPr>
              <p:spPr bwMode="auto">
                <a:xfrm>
                  <a:off x="1121" y="3753"/>
                  <a:ext cx="20" cy="23"/>
                </a:xfrm>
                <a:custGeom>
                  <a:avLst/>
                  <a:gdLst>
                    <a:gd name="T0" fmla="*/ 22 w 39"/>
                    <a:gd name="T1" fmla="*/ 68 h 68"/>
                    <a:gd name="T2" fmla="*/ 0 w 39"/>
                    <a:gd name="T3" fmla="*/ 35 h 68"/>
                    <a:gd name="T4" fmla="*/ 12 w 39"/>
                    <a:gd name="T5" fmla="*/ 0 h 68"/>
                    <a:gd name="T6" fmla="*/ 39 w 39"/>
                    <a:gd name="T7" fmla="*/ 35 h 68"/>
                    <a:gd name="T8" fmla="*/ 22 w 39"/>
                    <a:gd name="T9" fmla="*/ 68 h 68"/>
                  </a:gdLst>
                  <a:ahLst/>
                  <a:cxnLst>
                    <a:cxn ang="0">
                      <a:pos x="T0" y="T1"/>
                    </a:cxn>
                    <a:cxn ang="0">
                      <a:pos x="T2" y="T3"/>
                    </a:cxn>
                    <a:cxn ang="0">
                      <a:pos x="T4" y="T5"/>
                    </a:cxn>
                    <a:cxn ang="0">
                      <a:pos x="T6" y="T7"/>
                    </a:cxn>
                    <a:cxn ang="0">
                      <a:pos x="T8" y="T9"/>
                    </a:cxn>
                  </a:cxnLst>
                  <a:rect l="0" t="0" r="r" b="b"/>
                  <a:pathLst>
                    <a:path w="39" h="68">
                      <a:moveTo>
                        <a:pt x="22" y="68"/>
                      </a:moveTo>
                      <a:lnTo>
                        <a:pt x="0" y="35"/>
                      </a:lnTo>
                      <a:lnTo>
                        <a:pt x="12" y="0"/>
                      </a:lnTo>
                      <a:lnTo>
                        <a:pt x="39" y="35"/>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331" name="Freeform 421"/>
                <p:cNvSpPr>
                  <a:spLocks noChangeArrowheads="1"/>
                </p:cNvSpPr>
                <p:nvPr/>
              </p:nvSpPr>
              <p:spPr bwMode="auto">
                <a:xfrm>
                  <a:off x="1127" y="3753"/>
                  <a:ext cx="33" cy="12"/>
                </a:xfrm>
                <a:custGeom>
                  <a:avLst/>
                  <a:gdLst>
                    <a:gd name="T0" fmla="*/ 0 w 64"/>
                    <a:gd name="T1" fmla="*/ 0 h 35"/>
                    <a:gd name="T2" fmla="*/ 39 w 64"/>
                    <a:gd name="T3" fmla="*/ 0 h 35"/>
                    <a:gd name="T4" fmla="*/ 64 w 64"/>
                    <a:gd name="T5" fmla="*/ 35 h 35"/>
                    <a:gd name="T6" fmla="*/ 24 w 64"/>
                    <a:gd name="T7" fmla="*/ 35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39" y="0"/>
                      </a:lnTo>
                      <a:lnTo>
                        <a:pt x="64"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332" name="Freeform 422"/>
                <p:cNvSpPr>
                  <a:spLocks noChangeArrowheads="1"/>
                </p:cNvSpPr>
                <p:nvPr/>
              </p:nvSpPr>
              <p:spPr bwMode="auto">
                <a:xfrm>
                  <a:off x="1133" y="3766"/>
                  <a:ext cx="33" cy="9"/>
                </a:xfrm>
                <a:custGeom>
                  <a:avLst/>
                  <a:gdLst>
                    <a:gd name="T0" fmla="*/ 0 w 66"/>
                    <a:gd name="T1" fmla="*/ 29 h 29"/>
                    <a:gd name="T2" fmla="*/ 12 w 66"/>
                    <a:gd name="T3" fmla="*/ 0 h 29"/>
                    <a:gd name="T4" fmla="*/ 54 w 66"/>
                    <a:gd name="T5" fmla="*/ 0 h 29"/>
                    <a:gd name="T6" fmla="*/ 66 w 66"/>
                    <a:gd name="T7" fmla="*/ 29 h 29"/>
                    <a:gd name="T8" fmla="*/ 0 w 66"/>
                    <a:gd name="T9" fmla="*/ 29 h 29"/>
                  </a:gdLst>
                  <a:ahLst/>
                  <a:cxnLst>
                    <a:cxn ang="0">
                      <a:pos x="T0" y="T1"/>
                    </a:cxn>
                    <a:cxn ang="0">
                      <a:pos x="T2" y="T3"/>
                    </a:cxn>
                    <a:cxn ang="0">
                      <a:pos x="T4" y="T5"/>
                    </a:cxn>
                    <a:cxn ang="0">
                      <a:pos x="T6" y="T7"/>
                    </a:cxn>
                    <a:cxn ang="0">
                      <a:pos x="T8" y="T9"/>
                    </a:cxn>
                  </a:cxnLst>
                  <a:rect l="0" t="0" r="r" b="b"/>
                  <a:pathLst>
                    <a:path w="66" h="29">
                      <a:moveTo>
                        <a:pt x="0" y="29"/>
                      </a:moveTo>
                      <a:lnTo>
                        <a:pt x="12" y="0"/>
                      </a:lnTo>
                      <a:lnTo>
                        <a:pt x="54" y="0"/>
                      </a:lnTo>
                      <a:lnTo>
                        <a:pt x="66"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333" name="Group 423"/>
              <p:cNvGrpSpPr>
                <a:grpSpLocks/>
              </p:cNvGrpSpPr>
              <p:nvPr/>
            </p:nvGrpSpPr>
            <p:grpSpPr bwMode="auto">
              <a:xfrm>
                <a:off x="1133" y="3767"/>
                <a:ext cx="44" cy="23"/>
                <a:chOff x="1133" y="3767"/>
                <a:chExt cx="44" cy="23"/>
              </a:xfrm>
            </p:grpSpPr>
            <p:sp>
              <p:nvSpPr>
                <p:cNvPr id="423334" name="Freeform 424"/>
                <p:cNvSpPr>
                  <a:spLocks noChangeArrowheads="1"/>
                </p:cNvSpPr>
                <p:nvPr/>
              </p:nvSpPr>
              <p:spPr bwMode="auto">
                <a:xfrm>
                  <a:off x="1133" y="3767"/>
                  <a:ext cx="20" cy="23"/>
                </a:xfrm>
                <a:custGeom>
                  <a:avLst/>
                  <a:gdLst>
                    <a:gd name="T0" fmla="*/ 23 w 39"/>
                    <a:gd name="T1" fmla="*/ 69 h 69"/>
                    <a:gd name="T2" fmla="*/ 0 w 39"/>
                    <a:gd name="T3" fmla="*/ 33 h 69"/>
                    <a:gd name="T4" fmla="*/ 12 w 39"/>
                    <a:gd name="T5" fmla="*/ 0 h 69"/>
                    <a:gd name="T6" fmla="*/ 39 w 39"/>
                    <a:gd name="T7" fmla="*/ 33 h 69"/>
                    <a:gd name="T8" fmla="*/ 23 w 39"/>
                    <a:gd name="T9" fmla="*/ 69 h 69"/>
                  </a:gdLst>
                  <a:ahLst/>
                  <a:cxnLst>
                    <a:cxn ang="0">
                      <a:pos x="T0" y="T1"/>
                    </a:cxn>
                    <a:cxn ang="0">
                      <a:pos x="T2" y="T3"/>
                    </a:cxn>
                    <a:cxn ang="0">
                      <a:pos x="T4" y="T5"/>
                    </a:cxn>
                    <a:cxn ang="0">
                      <a:pos x="T6" y="T7"/>
                    </a:cxn>
                    <a:cxn ang="0">
                      <a:pos x="T8" y="T9"/>
                    </a:cxn>
                  </a:cxnLst>
                  <a:rect l="0" t="0" r="r" b="b"/>
                  <a:pathLst>
                    <a:path w="39" h="69">
                      <a:moveTo>
                        <a:pt x="23" y="69"/>
                      </a:moveTo>
                      <a:lnTo>
                        <a:pt x="0" y="33"/>
                      </a:lnTo>
                      <a:lnTo>
                        <a:pt x="12" y="0"/>
                      </a:lnTo>
                      <a:lnTo>
                        <a:pt x="39" y="33"/>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335" name="Freeform 425"/>
                <p:cNvSpPr>
                  <a:spLocks noChangeArrowheads="1"/>
                </p:cNvSpPr>
                <p:nvPr/>
              </p:nvSpPr>
              <p:spPr bwMode="auto">
                <a:xfrm>
                  <a:off x="1140" y="3767"/>
                  <a:ext cx="32" cy="11"/>
                </a:xfrm>
                <a:custGeom>
                  <a:avLst/>
                  <a:gdLst>
                    <a:gd name="T0" fmla="*/ 0 w 64"/>
                    <a:gd name="T1" fmla="*/ 0 h 33"/>
                    <a:gd name="T2" fmla="*/ 41 w 64"/>
                    <a:gd name="T3" fmla="*/ 0 h 33"/>
                    <a:gd name="T4" fmla="*/ 64 w 64"/>
                    <a:gd name="T5" fmla="*/ 33 h 33"/>
                    <a:gd name="T6" fmla="*/ 23 w 64"/>
                    <a:gd name="T7" fmla="*/ 33 h 33"/>
                    <a:gd name="T8" fmla="*/ 0 w 64"/>
                    <a:gd name="T9" fmla="*/ 0 h 33"/>
                  </a:gdLst>
                  <a:ahLst/>
                  <a:cxnLst>
                    <a:cxn ang="0">
                      <a:pos x="T0" y="T1"/>
                    </a:cxn>
                    <a:cxn ang="0">
                      <a:pos x="T2" y="T3"/>
                    </a:cxn>
                    <a:cxn ang="0">
                      <a:pos x="T4" y="T5"/>
                    </a:cxn>
                    <a:cxn ang="0">
                      <a:pos x="T6" y="T7"/>
                    </a:cxn>
                    <a:cxn ang="0">
                      <a:pos x="T8" y="T9"/>
                    </a:cxn>
                  </a:cxnLst>
                  <a:rect l="0" t="0" r="r" b="b"/>
                  <a:pathLst>
                    <a:path w="64" h="33">
                      <a:moveTo>
                        <a:pt x="0" y="0"/>
                      </a:moveTo>
                      <a:lnTo>
                        <a:pt x="41" y="0"/>
                      </a:lnTo>
                      <a:lnTo>
                        <a:pt x="64" y="33"/>
                      </a:lnTo>
                      <a:lnTo>
                        <a:pt x="23"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336" name="Freeform 426"/>
                <p:cNvSpPr>
                  <a:spLocks noChangeArrowheads="1"/>
                </p:cNvSpPr>
                <p:nvPr/>
              </p:nvSpPr>
              <p:spPr bwMode="auto">
                <a:xfrm>
                  <a:off x="1146" y="3779"/>
                  <a:ext cx="31" cy="10"/>
                </a:xfrm>
                <a:custGeom>
                  <a:avLst/>
                  <a:gdLst>
                    <a:gd name="T0" fmla="*/ 0 w 63"/>
                    <a:gd name="T1" fmla="*/ 31 h 31"/>
                    <a:gd name="T2" fmla="*/ 11 w 63"/>
                    <a:gd name="T3" fmla="*/ 0 h 31"/>
                    <a:gd name="T4" fmla="*/ 52 w 63"/>
                    <a:gd name="T5" fmla="*/ 0 h 31"/>
                    <a:gd name="T6" fmla="*/ 63 w 63"/>
                    <a:gd name="T7" fmla="*/ 31 h 31"/>
                    <a:gd name="T8" fmla="*/ 0 w 63"/>
                    <a:gd name="T9" fmla="*/ 31 h 31"/>
                  </a:gdLst>
                  <a:ahLst/>
                  <a:cxnLst>
                    <a:cxn ang="0">
                      <a:pos x="T0" y="T1"/>
                    </a:cxn>
                    <a:cxn ang="0">
                      <a:pos x="T2" y="T3"/>
                    </a:cxn>
                    <a:cxn ang="0">
                      <a:pos x="T4" y="T5"/>
                    </a:cxn>
                    <a:cxn ang="0">
                      <a:pos x="T6" y="T7"/>
                    </a:cxn>
                    <a:cxn ang="0">
                      <a:pos x="T8" y="T9"/>
                    </a:cxn>
                  </a:cxnLst>
                  <a:rect l="0" t="0" r="r" b="b"/>
                  <a:pathLst>
                    <a:path w="63" h="31">
                      <a:moveTo>
                        <a:pt x="0" y="31"/>
                      </a:moveTo>
                      <a:lnTo>
                        <a:pt x="11" y="0"/>
                      </a:lnTo>
                      <a:lnTo>
                        <a:pt x="52" y="0"/>
                      </a:lnTo>
                      <a:lnTo>
                        <a:pt x="63"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sp>
            <p:nvSpPr>
              <p:cNvPr id="423337" name="Freeform 427"/>
              <p:cNvSpPr>
                <a:spLocks noChangeArrowheads="1"/>
              </p:cNvSpPr>
              <p:nvPr/>
            </p:nvSpPr>
            <p:spPr bwMode="auto">
              <a:xfrm>
                <a:off x="972" y="3556"/>
                <a:ext cx="40" cy="12"/>
              </a:xfrm>
              <a:custGeom>
                <a:avLst/>
                <a:gdLst>
                  <a:gd name="T0" fmla="*/ 0 w 79"/>
                  <a:gd name="T1" fmla="*/ 0 h 36"/>
                  <a:gd name="T2" fmla="*/ 27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7"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338" name="Freeform 428"/>
              <p:cNvSpPr>
                <a:spLocks noChangeArrowheads="1"/>
              </p:cNvSpPr>
              <p:nvPr/>
            </p:nvSpPr>
            <p:spPr bwMode="auto">
              <a:xfrm>
                <a:off x="993" y="3576"/>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339" name="Freeform 429"/>
              <p:cNvSpPr>
                <a:spLocks noChangeArrowheads="1"/>
              </p:cNvSpPr>
              <p:nvPr/>
            </p:nvSpPr>
            <p:spPr bwMode="auto">
              <a:xfrm>
                <a:off x="1012" y="3594"/>
                <a:ext cx="39" cy="12"/>
              </a:xfrm>
              <a:custGeom>
                <a:avLst/>
                <a:gdLst>
                  <a:gd name="T0" fmla="*/ 0 w 78"/>
                  <a:gd name="T1" fmla="*/ 0 h 36"/>
                  <a:gd name="T2" fmla="*/ 27 w 78"/>
                  <a:gd name="T3" fmla="*/ 36 h 36"/>
                  <a:gd name="T4" fmla="*/ 78 w 78"/>
                  <a:gd name="T5" fmla="*/ 36 h 36"/>
                  <a:gd name="T6" fmla="*/ 49 w 78"/>
                  <a:gd name="T7" fmla="*/ 0 h 36"/>
                  <a:gd name="T8" fmla="*/ 0 w 78"/>
                  <a:gd name="T9" fmla="*/ 0 h 36"/>
                </a:gdLst>
                <a:ahLst/>
                <a:cxnLst>
                  <a:cxn ang="0">
                    <a:pos x="T0" y="T1"/>
                  </a:cxn>
                  <a:cxn ang="0">
                    <a:pos x="T2" y="T3"/>
                  </a:cxn>
                  <a:cxn ang="0">
                    <a:pos x="T4" y="T5"/>
                  </a:cxn>
                  <a:cxn ang="0">
                    <a:pos x="T6" y="T7"/>
                  </a:cxn>
                  <a:cxn ang="0">
                    <a:pos x="T8" y="T9"/>
                  </a:cxn>
                </a:cxnLst>
                <a:rect l="0" t="0" r="r" b="b"/>
                <a:pathLst>
                  <a:path w="78" h="36">
                    <a:moveTo>
                      <a:pt x="0" y="0"/>
                    </a:moveTo>
                    <a:lnTo>
                      <a:pt x="27" y="36"/>
                    </a:lnTo>
                    <a:lnTo>
                      <a:pt x="78" y="36"/>
                    </a:lnTo>
                    <a:lnTo>
                      <a:pt x="49"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340" name="Freeform 430"/>
              <p:cNvSpPr>
                <a:spLocks noChangeArrowheads="1"/>
              </p:cNvSpPr>
              <p:nvPr/>
            </p:nvSpPr>
            <p:spPr bwMode="auto">
              <a:xfrm>
                <a:off x="1032" y="3613"/>
                <a:ext cx="40"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341" name="Freeform 431"/>
              <p:cNvSpPr>
                <a:spLocks noChangeArrowheads="1"/>
              </p:cNvSpPr>
              <p:nvPr/>
            </p:nvSpPr>
            <p:spPr bwMode="auto">
              <a:xfrm>
                <a:off x="1053" y="3632"/>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342" name="Freeform 432"/>
              <p:cNvSpPr>
                <a:spLocks noChangeArrowheads="1"/>
              </p:cNvSpPr>
              <p:nvPr/>
            </p:nvSpPr>
            <p:spPr bwMode="auto">
              <a:xfrm>
                <a:off x="1074" y="3651"/>
                <a:ext cx="40" cy="12"/>
              </a:xfrm>
              <a:custGeom>
                <a:avLst/>
                <a:gdLst>
                  <a:gd name="T0" fmla="*/ 0 w 79"/>
                  <a:gd name="T1" fmla="*/ 0 h 35"/>
                  <a:gd name="T2" fmla="*/ 28 w 79"/>
                  <a:gd name="T3" fmla="*/ 35 h 35"/>
                  <a:gd name="T4" fmla="*/ 79 w 79"/>
                  <a:gd name="T5" fmla="*/ 35 h 35"/>
                  <a:gd name="T6" fmla="*/ 50 w 79"/>
                  <a:gd name="T7" fmla="*/ 0 h 35"/>
                  <a:gd name="T8" fmla="*/ 0 w 79"/>
                  <a:gd name="T9" fmla="*/ 0 h 35"/>
                </a:gdLst>
                <a:ahLst/>
                <a:cxnLst>
                  <a:cxn ang="0">
                    <a:pos x="T0" y="T1"/>
                  </a:cxn>
                  <a:cxn ang="0">
                    <a:pos x="T2" y="T3"/>
                  </a:cxn>
                  <a:cxn ang="0">
                    <a:pos x="T4" y="T5"/>
                  </a:cxn>
                  <a:cxn ang="0">
                    <a:pos x="T6" y="T7"/>
                  </a:cxn>
                  <a:cxn ang="0">
                    <a:pos x="T8" y="T9"/>
                  </a:cxn>
                </a:cxnLst>
                <a:rect l="0" t="0" r="r" b="b"/>
                <a:pathLst>
                  <a:path w="79" h="35">
                    <a:moveTo>
                      <a:pt x="0" y="0"/>
                    </a:moveTo>
                    <a:lnTo>
                      <a:pt x="28" y="35"/>
                    </a:lnTo>
                    <a:lnTo>
                      <a:pt x="79" y="35"/>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343" name="Freeform 433"/>
              <p:cNvSpPr>
                <a:spLocks noChangeArrowheads="1"/>
              </p:cNvSpPr>
              <p:nvPr/>
            </p:nvSpPr>
            <p:spPr bwMode="auto">
              <a:xfrm>
                <a:off x="1095" y="3669"/>
                <a:ext cx="40" cy="12"/>
              </a:xfrm>
              <a:custGeom>
                <a:avLst/>
                <a:gdLst>
                  <a:gd name="T0" fmla="*/ 0 w 80"/>
                  <a:gd name="T1" fmla="*/ 0 h 36"/>
                  <a:gd name="T2" fmla="*/ 28 w 80"/>
                  <a:gd name="T3" fmla="*/ 36 h 36"/>
                  <a:gd name="T4" fmla="*/ 80 w 80"/>
                  <a:gd name="T5" fmla="*/ 36 h 36"/>
                  <a:gd name="T6" fmla="*/ 51 w 80"/>
                  <a:gd name="T7" fmla="*/ 0 h 36"/>
                  <a:gd name="T8" fmla="*/ 0 w 80"/>
                  <a:gd name="T9" fmla="*/ 0 h 36"/>
                </a:gdLst>
                <a:ahLst/>
                <a:cxnLst>
                  <a:cxn ang="0">
                    <a:pos x="T0" y="T1"/>
                  </a:cxn>
                  <a:cxn ang="0">
                    <a:pos x="T2" y="T3"/>
                  </a:cxn>
                  <a:cxn ang="0">
                    <a:pos x="T4" y="T5"/>
                  </a:cxn>
                  <a:cxn ang="0">
                    <a:pos x="T6" y="T7"/>
                  </a:cxn>
                  <a:cxn ang="0">
                    <a:pos x="T8" y="T9"/>
                  </a:cxn>
                </a:cxnLst>
                <a:rect l="0" t="0" r="r" b="b"/>
                <a:pathLst>
                  <a:path w="80" h="36">
                    <a:moveTo>
                      <a:pt x="0" y="0"/>
                    </a:moveTo>
                    <a:lnTo>
                      <a:pt x="28"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344" name="Freeform 434"/>
              <p:cNvSpPr>
                <a:spLocks noChangeArrowheads="1"/>
              </p:cNvSpPr>
              <p:nvPr/>
            </p:nvSpPr>
            <p:spPr bwMode="auto">
              <a:xfrm>
                <a:off x="1115" y="3688"/>
                <a:ext cx="40" cy="12"/>
              </a:xfrm>
              <a:custGeom>
                <a:avLst/>
                <a:gdLst>
                  <a:gd name="T0" fmla="*/ 0 w 80"/>
                  <a:gd name="T1" fmla="*/ 0 h 36"/>
                  <a:gd name="T2" fmla="*/ 27 w 80"/>
                  <a:gd name="T3" fmla="*/ 36 h 36"/>
                  <a:gd name="T4" fmla="*/ 80 w 80"/>
                  <a:gd name="T5" fmla="*/ 36 h 36"/>
                  <a:gd name="T6" fmla="*/ 51 w 80"/>
                  <a:gd name="T7" fmla="*/ 0 h 36"/>
                  <a:gd name="T8" fmla="*/ 0 w 80"/>
                  <a:gd name="T9" fmla="*/ 0 h 36"/>
                </a:gdLst>
                <a:ahLst/>
                <a:cxnLst>
                  <a:cxn ang="0">
                    <a:pos x="T0" y="T1"/>
                  </a:cxn>
                  <a:cxn ang="0">
                    <a:pos x="T2" y="T3"/>
                  </a:cxn>
                  <a:cxn ang="0">
                    <a:pos x="T4" y="T5"/>
                  </a:cxn>
                  <a:cxn ang="0">
                    <a:pos x="T6" y="T7"/>
                  </a:cxn>
                  <a:cxn ang="0">
                    <a:pos x="T8" y="T9"/>
                  </a:cxn>
                </a:cxnLst>
                <a:rect l="0" t="0" r="r" b="b"/>
                <a:pathLst>
                  <a:path w="80" h="36">
                    <a:moveTo>
                      <a:pt x="0" y="0"/>
                    </a:moveTo>
                    <a:lnTo>
                      <a:pt x="27"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345" name="Freeform 435"/>
              <p:cNvSpPr>
                <a:spLocks noChangeArrowheads="1"/>
              </p:cNvSpPr>
              <p:nvPr/>
            </p:nvSpPr>
            <p:spPr bwMode="auto">
              <a:xfrm>
                <a:off x="1134" y="3707"/>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346" name="Freeform 436"/>
              <p:cNvSpPr>
                <a:spLocks noChangeArrowheads="1"/>
              </p:cNvSpPr>
              <p:nvPr/>
            </p:nvSpPr>
            <p:spPr bwMode="auto">
              <a:xfrm>
                <a:off x="1154" y="3726"/>
                <a:ext cx="40" cy="12"/>
              </a:xfrm>
              <a:custGeom>
                <a:avLst/>
                <a:gdLst>
                  <a:gd name="T0" fmla="*/ 0 w 80"/>
                  <a:gd name="T1" fmla="*/ 0 h 36"/>
                  <a:gd name="T2" fmla="*/ 27 w 80"/>
                  <a:gd name="T3" fmla="*/ 36 h 36"/>
                  <a:gd name="T4" fmla="*/ 80 w 80"/>
                  <a:gd name="T5" fmla="*/ 36 h 36"/>
                  <a:gd name="T6" fmla="*/ 51 w 80"/>
                  <a:gd name="T7" fmla="*/ 0 h 36"/>
                  <a:gd name="T8" fmla="*/ 0 w 80"/>
                  <a:gd name="T9" fmla="*/ 0 h 36"/>
                </a:gdLst>
                <a:ahLst/>
                <a:cxnLst>
                  <a:cxn ang="0">
                    <a:pos x="T0" y="T1"/>
                  </a:cxn>
                  <a:cxn ang="0">
                    <a:pos x="T2" y="T3"/>
                  </a:cxn>
                  <a:cxn ang="0">
                    <a:pos x="T4" y="T5"/>
                  </a:cxn>
                  <a:cxn ang="0">
                    <a:pos x="T6" y="T7"/>
                  </a:cxn>
                  <a:cxn ang="0">
                    <a:pos x="T8" y="T9"/>
                  </a:cxn>
                </a:cxnLst>
                <a:rect l="0" t="0" r="r" b="b"/>
                <a:pathLst>
                  <a:path w="80" h="36">
                    <a:moveTo>
                      <a:pt x="0" y="0"/>
                    </a:moveTo>
                    <a:lnTo>
                      <a:pt x="27"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347" name="Freeform 437"/>
              <p:cNvSpPr>
                <a:spLocks noChangeArrowheads="1"/>
              </p:cNvSpPr>
              <p:nvPr/>
            </p:nvSpPr>
            <p:spPr bwMode="auto">
              <a:xfrm>
                <a:off x="1175" y="3745"/>
                <a:ext cx="40" cy="12"/>
              </a:xfrm>
              <a:custGeom>
                <a:avLst/>
                <a:gdLst>
                  <a:gd name="T0" fmla="*/ 0 w 81"/>
                  <a:gd name="T1" fmla="*/ 0 h 36"/>
                  <a:gd name="T2" fmla="*/ 28 w 81"/>
                  <a:gd name="T3" fmla="*/ 36 h 36"/>
                  <a:gd name="T4" fmla="*/ 81 w 81"/>
                  <a:gd name="T5" fmla="*/ 36 h 36"/>
                  <a:gd name="T6" fmla="*/ 52 w 81"/>
                  <a:gd name="T7" fmla="*/ 0 h 36"/>
                  <a:gd name="T8" fmla="*/ 0 w 81"/>
                  <a:gd name="T9" fmla="*/ 0 h 36"/>
                </a:gdLst>
                <a:ahLst/>
                <a:cxnLst>
                  <a:cxn ang="0">
                    <a:pos x="T0" y="T1"/>
                  </a:cxn>
                  <a:cxn ang="0">
                    <a:pos x="T2" y="T3"/>
                  </a:cxn>
                  <a:cxn ang="0">
                    <a:pos x="T4" y="T5"/>
                  </a:cxn>
                  <a:cxn ang="0">
                    <a:pos x="T6" y="T7"/>
                  </a:cxn>
                  <a:cxn ang="0">
                    <a:pos x="T8" y="T9"/>
                  </a:cxn>
                </a:cxnLst>
                <a:rect l="0" t="0" r="r" b="b"/>
                <a:pathLst>
                  <a:path w="81" h="36">
                    <a:moveTo>
                      <a:pt x="0" y="0"/>
                    </a:moveTo>
                    <a:lnTo>
                      <a:pt x="28" y="36"/>
                    </a:lnTo>
                    <a:lnTo>
                      <a:pt x="81" y="36"/>
                    </a:lnTo>
                    <a:lnTo>
                      <a:pt x="52"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nvGrpSpPr>
              <p:cNvPr id="423348" name="Group 438"/>
              <p:cNvGrpSpPr>
                <a:grpSpLocks/>
              </p:cNvGrpSpPr>
              <p:nvPr/>
            </p:nvGrpSpPr>
            <p:grpSpPr bwMode="auto">
              <a:xfrm>
                <a:off x="700" y="3535"/>
                <a:ext cx="49" cy="24"/>
                <a:chOff x="700" y="3535"/>
                <a:chExt cx="49" cy="24"/>
              </a:xfrm>
            </p:grpSpPr>
            <p:sp>
              <p:nvSpPr>
                <p:cNvPr id="423349" name="Freeform 439"/>
                <p:cNvSpPr>
                  <a:spLocks noChangeArrowheads="1"/>
                </p:cNvSpPr>
                <p:nvPr/>
              </p:nvSpPr>
              <p:spPr bwMode="auto">
                <a:xfrm>
                  <a:off x="700" y="3535"/>
                  <a:ext cx="12" cy="24"/>
                </a:xfrm>
                <a:custGeom>
                  <a:avLst/>
                  <a:gdLst>
                    <a:gd name="T0" fmla="*/ 15 w 24"/>
                    <a:gd name="T1" fmla="*/ 70 h 70"/>
                    <a:gd name="T2" fmla="*/ 0 w 24"/>
                    <a:gd name="T3" fmla="*/ 27 h 70"/>
                    <a:gd name="T4" fmla="*/ 10 w 24"/>
                    <a:gd name="T5" fmla="*/ 0 h 70"/>
                    <a:gd name="T6" fmla="*/ 24 w 24"/>
                    <a:gd name="T7" fmla="*/ 32 h 70"/>
                    <a:gd name="T8" fmla="*/ 15 w 24"/>
                    <a:gd name="T9" fmla="*/ 70 h 70"/>
                  </a:gdLst>
                  <a:ahLst/>
                  <a:cxnLst>
                    <a:cxn ang="0">
                      <a:pos x="T0" y="T1"/>
                    </a:cxn>
                    <a:cxn ang="0">
                      <a:pos x="T2" y="T3"/>
                    </a:cxn>
                    <a:cxn ang="0">
                      <a:pos x="T4" y="T5"/>
                    </a:cxn>
                    <a:cxn ang="0">
                      <a:pos x="T6" y="T7"/>
                    </a:cxn>
                    <a:cxn ang="0">
                      <a:pos x="T8" y="T9"/>
                    </a:cxn>
                  </a:cxnLst>
                  <a:rect l="0" t="0" r="r" b="b"/>
                  <a:pathLst>
                    <a:path w="24" h="70">
                      <a:moveTo>
                        <a:pt x="15" y="70"/>
                      </a:moveTo>
                      <a:lnTo>
                        <a:pt x="0" y="27"/>
                      </a:lnTo>
                      <a:lnTo>
                        <a:pt x="10" y="0"/>
                      </a:lnTo>
                      <a:lnTo>
                        <a:pt x="24" y="32"/>
                      </a:lnTo>
                      <a:lnTo>
                        <a:pt x="15" y="7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350" name="Freeform 440"/>
                <p:cNvSpPr>
                  <a:spLocks noChangeArrowheads="1"/>
                </p:cNvSpPr>
                <p:nvPr/>
              </p:nvSpPr>
              <p:spPr bwMode="auto">
                <a:xfrm>
                  <a:off x="705" y="3536"/>
                  <a:ext cx="37" cy="10"/>
                </a:xfrm>
                <a:custGeom>
                  <a:avLst/>
                  <a:gdLst>
                    <a:gd name="T0" fmla="*/ 1 w 73"/>
                    <a:gd name="T1" fmla="*/ 0 h 30"/>
                    <a:gd name="T2" fmla="*/ 50 w 73"/>
                    <a:gd name="T3" fmla="*/ 0 h 30"/>
                    <a:gd name="T4" fmla="*/ 52 w 73"/>
                    <a:gd name="T5" fmla="*/ 4 h 30"/>
                    <a:gd name="T6" fmla="*/ 56 w 73"/>
                    <a:gd name="T7" fmla="*/ 12 h 30"/>
                    <a:gd name="T8" fmla="*/ 73 w 73"/>
                    <a:gd name="T9" fmla="*/ 30 h 30"/>
                    <a:gd name="T10" fmla="*/ 18 w 73"/>
                    <a:gd name="T11" fmla="*/ 30 h 30"/>
                    <a:gd name="T12" fmla="*/ 9 w 73"/>
                    <a:gd name="T13" fmla="*/ 21 h 30"/>
                    <a:gd name="T14" fmla="*/ 0 w 73"/>
                    <a:gd name="T15" fmla="*/ 6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50" y="0"/>
                      </a:lnTo>
                      <a:lnTo>
                        <a:pt x="52" y="4"/>
                      </a:lnTo>
                      <a:lnTo>
                        <a:pt x="56" y="12"/>
                      </a:lnTo>
                      <a:lnTo>
                        <a:pt x="73" y="30"/>
                      </a:lnTo>
                      <a:lnTo>
                        <a:pt x="18" y="30"/>
                      </a:lnTo>
                      <a:lnTo>
                        <a:pt x="9" y="21"/>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351" name="Freeform 441"/>
                <p:cNvSpPr>
                  <a:spLocks noChangeArrowheads="1"/>
                </p:cNvSpPr>
                <p:nvPr/>
              </p:nvSpPr>
              <p:spPr bwMode="auto">
                <a:xfrm>
                  <a:off x="708" y="3547"/>
                  <a:ext cx="41" cy="12"/>
                </a:xfrm>
                <a:custGeom>
                  <a:avLst/>
                  <a:gdLst>
                    <a:gd name="T0" fmla="*/ 0 w 82"/>
                    <a:gd name="T1" fmla="*/ 36 h 36"/>
                    <a:gd name="T2" fmla="*/ 2 w 82"/>
                    <a:gd name="T3" fmla="*/ 19 h 36"/>
                    <a:gd name="T4" fmla="*/ 6 w 82"/>
                    <a:gd name="T5" fmla="*/ 6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6"/>
                      </a:lnTo>
                      <a:lnTo>
                        <a:pt x="11" y="0"/>
                      </a:lnTo>
                      <a:lnTo>
                        <a:pt x="67" y="0"/>
                      </a:lnTo>
                      <a:lnTo>
                        <a:pt x="82"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352" name="Group 442"/>
              <p:cNvGrpSpPr>
                <a:grpSpLocks/>
              </p:cNvGrpSpPr>
              <p:nvPr/>
            </p:nvGrpSpPr>
            <p:grpSpPr bwMode="auto">
              <a:xfrm>
                <a:off x="714" y="3551"/>
                <a:ext cx="49" cy="22"/>
                <a:chOff x="714" y="3551"/>
                <a:chExt cx="49" cy="22"/>
              </a:xfrm>
            </p:grpSpPr>
            <p:sp>
              <p:nvSpPr>
                <p:cNvPr id="423353" name="Freeform 443"/>
                <p:cNvSpPr>
                  <a:spLocks noChangeArrowheads="1"/>
                </p:cNvSpPr>
                <p:nvPr/>
              </p:nvSpPr>
              <p:spPr bwMode="auto">
                <a:xfrm>
                  <a:off x="714" y="3551"/>
                  <a:ext cx="12" cy="22"/>
                </a:xfrm>
                <a:custGeom>
                  <a:avLst/>
                  <a:gdLst>
                    <a:gd name="T0" fmla="*/ 15 w 24"/>
                    <a:gd name="T1" fmla="*/ 67 h 67"/>
                    <a:gd name="T2" fmla="*/ 0 w 24"/>
                    <a:gd name="T3" fmla="*/ 26 h 67"/>
                    <a:gd name="T4" fmla="*/ 9 w 24"/>
                    <a:gd name="T5" fmla="*/ 0 h 67"/>
                    <a:gd name="T6" fmla="*/ 24 w 24"/>
                    <a:gd name="T7" fmla="*/ 30 h 67"/>
                    <a:gd name="T8" fmla="*/ 15 w 24"/>
                    <a:gd name="T9" fmla="*/ 67 h 67"/>
                  </a:gdLst>
                  <a:ahLst/>
                  <a:cxnLst>
                    <a:cxn ang="0">
                      <a:pos x="T0" y="T1"/>
                    </a:cxn>
                    <a:cxn ang="0">
                      <a:pos x="T2" y="T3"/>
                    </a:cxn>
                    <a:cxn ang="0">
                      <a:pos x="T4" y="T5"/>
                    </a:cxn>
                    <a:cxn ang="0">
                      <a:pos x="T6" y="T7"/>
                    </a:cxn>
                    <a:cxn ang="0">
                      <a:pos x="T8" y="T9"/>
                    </a:cxn>
                  </a:cxnLst>
                  <a:rect l="0" t="0" r="r" b="b"/>
                  <a:pathLst>
                    <a:path w="24" h="67">
                      <a:moveTo>
                        <a:pt x="15" y="67"/>
                      </a:moveTo>
                      <a:lnTo>
                        <a:pt x="0" y="26"/>
                      </a:lnTo>
                      <a:lnTo>
                        <a:pt x="9" y="0"/>
                      </a:lnTo>
                      <a:lnTo>
                        <a:pt x="24" y="30"/>
                      </a:lnTo>
                      <a:lnTo>
                        <a:pt x="15" y="67"/>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354" name="Freeform 444"/>
                <p:cNvSpPr>
                  <a:spLocks noChangeArrowheads="1"/>
                </p:cNvSpPr>
                <p:nvPr/>
              </p:nvSpPr>
              <p:spPr bwMode="auto">
                <a:xfrm>
                  <a:off x="719" y="3551"/>
                  <a:ext cx="36" cy="10"/>
                </a:xfrm>
                <a:custGeom>
                  <a:avLst/>
                  <a:gdLst>
                    <a:gd name="T0" fmla="*/ 2 w 74"/>
                    <a:gd name="T1" fmla="*/ 0 h 29"/>
                    <a:gd name="T2" fmla="*/ 50 w 74"/>
                    <a:gd name="T3" fmla="*/ 0 h 29"/>
                    <a:gd name="T4" fmla="*/ 52 w 74"/>
                    <a:gd name="T5" fmla="*/ 2 h 29"/>
                    <a:gd name="T6" fmla="*/ 57 w 74"/>
                    <a:gd name="T7" fmla="*/ 13 h 29"/>
                    <a:gd name="T8" fmla="*/ 74 w 74"/>
                    <a:gd name="T9" fmla="*/ 29 h 29"/>
                    <a:gd name="T10" fmla="*/ 19 w 74"/>
                    <a:gd name="T11" fmla="*/ 29 h 29"/>
                    <a:gd name="T12" fmla="*/ 9 w 74"/>
                    <a:gd name="T13" fmla="*/ 20 h 29"/>
                    <a:gd name="T14" fmla="*/ 0 w 74"/>
                    <a:gd name="T15" fmla="*/ 6 h 29"/>
                    <a:gd name="T16" fmla="*/ 2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2" y="0"/>
                      </a:moveTo>
                      <a:lnTo>
                        <a:pt x="50" y="0"/>
                      </a:lnTo>
                      <a:lnTo>
                        <a:pt x="52" y="2"/>
                      </a:lnTo>
                      <a:lnTo>
                        <a:pt x="57" y="13"/>
                      </a:lnTo>
                      <a:lnTo>
                        <a:pt x="74" y="29"/>
                      </a:lnTo>
                      <a:lnTo>
                        <a:pt x="19" y="29"/>
                      </a:lnTo>
                      <a:lnTo>
                        <a:pt x="9" y="20"/>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355" name="Freeform 445"/>
                <p:cNvSpPr>
                  <a:spLocks noChangeArrowheads="1"/>
                </p:cNvSpPr>
                <p:nvPr/>
              </p:nvSpPr>
              <p:spPr bwMode="auto">
                <a:xfrm>
                  <a:off x="722" y="3562"/>
                  <a:ext cx="41" cy="11"/>
                </a:xfrm>
                <a:custGeom>
                  <a:avLst/>
                  <a:gdLst>
                    <a:gd name="T0" fmla="*/ 0 w 81"/>
                    <a:gd name="T1" fmla="*/ 35 h 35"/>
                    <a:gd name="T2" fmla="*/ 1 w 81"/>
                    <a:gd name="T3" fmla="*/ 19 h 35"/>
                    <a:gd name="T4" fmla="*/ 5 w 81"/>
                    <a:gd name="T5" fmla="*/ 7 h 35"/>
                    <a:gd name="T6" fmla="*/ 10 w 81"/>
                    <a:gd name="T7" fmla="*/ 0 h 35"/>
                    <a:gd name="T8" fmla="*/ 67 w 81"/>
                    <a:gd name="T9" fmla="*/ 0 h 35"/>
                    <a:gd name="T10" fmla="*/ 81 w 81"/>
                    <a:gd name="T11" fmla="*/ 35 h 35"/>
                    <a:gd name="T12" fmla="*/ 0 w 81"/>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1" h="35">
                      <a:moveTo>
                        <a:pt x="0" y="35"/>
                      </a:moveTo>
                      <a:lnTo>
                        <a:pt x="1" y="19"/>
                      </a:lnTo>
                      <a:lnTo>
                        <a:pt x="5" y="7"/>
                      </a:lnTo>
                      <a:lnTo>
                        <a:pt x="10" y="0"/>
                      </a:lnTo>
                      <a:lnTo>
                        <a:pt x="67" y="0"/>
                      </a:lnTo>
                      <a:lnTo>
                        <a:pt x="81" y="35"/>
                      </a:lnTo>
                      <a:lnTo>
                        <a:pt x="0" y="35"/>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356" name="Group 446"/>
              <p:cNvGrpSpPr>
                <a:grpSpLocks/>
              </p:cNvGrpSpPr>
              <p:nvPr/>
            </p:nvGrpSpPr>
            <p:grpSpPr bwMode="auto">
              <a:xfrm>
                <a:off x="728" y="3564"/>
                <a:ext cx="48" cy="23"/>
                <a:chOff x="728" y="3564"/>
                <a:chExt cx="48" cy="23"/>
              </a:xfrm>
            </p:grpSpPr>
            <p:sp>
              <p:nvSpPr>
                <p:cNvPr id="423357" name="Freeform 447"/>
                <p:cNvSpPr>
                  <a:spLocks noChangeArrowheads="1"/>
                </p:cNvSpPr>
                <p:nvPr/>
              </p:nvSpPr>
              <p:spPr bwMode="auto">
                <a:xfrm>
                  <a:off x="728" y="3564"/>
                  <a:ext cx="11" cy="23"/>
                </a:xfrm>
                <a:custGeom>
                  <a:avLst/>
                  <a:gdLst>
                    <a:gd name="T0" fmla="*/ 13 w 22"/>
                    <a:gd name="T1" fmla="*/ 68 h 68"/>
                    <a:gd name="T2" fmla="*/ 0 w 22"/>
                    <a:gd name="T3" fmla="*/ 27 h 68"/>
                    <a:gd name="T4" fmla="*/ 9 w 22"/>
                    <a:gd name="T5" fmla="*/ 0 h 68"/>
                    <a:gd name="T6" fmla="*/ 22 w 22"/>
                    <a:gd name="T7" fmla="*/ 31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358" name="Freeform 448"/>
                <p:cNvSpPr>
                  <a:spLocks noChangeArrowheads="1"/>
                </p:cNvSpPr>
                <p:nvPr/>
              </p:nvSpPr>
              <p:spPr bwMode="auto">
                <a:xfrm>
                  <a:off x="732" y="3565"/>
                  <a:ext cx="37" cy="10"/>
                </a:xfrm>
                <a:custGeom>
                  <a:avLst/>
                  <a:gdLst>
                    <a:gd name="T0" fmla="*/ 1 w 72"/>
                    <a:gd name="T1" fmla="*/ 0 h 30"/>
                    <a:gd name="T2" fmla="*/ 50 w 72"/>
                    <a:gd name="T3" fmla="*/ 0 h 30"/>
                    <a:gd name="T4" fmla="*/ 51 w 72"/>
                    <a:gd name="T5" fmla="*/ 3 h 30"/>
                    <a:gd name="T6" fmla="*/ 56 w 72"/>
                    <a:gd name="T7" fmla="*/ 12 h 30"/>
                    <a:gd name="T8" fmla="*/ 72 w 72"/>
                    <a:gd name="T9" fmla="*/ 30 h 30"/>
                    <a:gd name="T10" fmla="*/ 18 w 72"/>
                    <a:gd name="T11" fmla="*/ 30 h 30"/>
                    <a:gd name="T12" fmla="*/ 9 w 72"/>
                    <a:gd name="T13" fmla="*/ 21 h 30"/>
                    <a:gd name="T14" fmla="*/ 0 w 72"/>
                    <a:gd name="T15" fmla="*/ 6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50" y="0"/>
                      </a:lnTo>
                      <a:lnTo>
                        <a:pt x="51" y="3"/>
                      </a:lnTo>
                      <a:lnTo>
                        <a:pt x="56" y="12"/>
                      </a:lnTo>
                      <a:lnTo>
                        <a:pt x="72" y="30"/>
                      </a:lnTo>
                      <a:lnTo>
                        <a:pt x="18" y="30"/>
                      </a:lnTo>
                      <a:lnTo>
                        <a:pt x="9" y="21"/>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359" name="Freeform 449"/>
                <p:cNvSpPr>
                  <a:spLocks noChangeArrowheads="1"/>
                </p:cNvSpPr>
                <p:nvPr/>
              </p:nvSpPr>
              <p:spPr bwMode="auto">
                <a:xfrm>
                  <a:off x="735" y="3575"/>
                  <a:ext cx="41" cy="12"/>
                </a:xfrm>
                <a:custGeom>
                  <a:avLst/>
                  <a:gdLst>
                    <a:gd name="T0" fmla="*/ 0 w 83"/>
                    <a:gd name="T1" fmla="*/ 36 h 36"/>
                    <a:gd name="T2" fmla="*/ 1 w 83"/>
                    <a:gd name="T3" fmla="*/ 21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1"/>
                      </a:lnTo>
                      <a:lnTo>
                        <a:pt x="7" y="8"/>
                      </a:lnTo>
                      <a:lnTo>
                        <a:pt x="11"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360" name="Group 450"/>
              <p:cNvGrpSpPr>
                <a:grpSpLocks/>
              </p:cNvGrpSpPr>
              <p:nvPr/>
            </p:nvGrpSpPr>
            <p:grpSpPr bwMode="auto">
              <a:xfrm>
                <a:off x="742" y="3582"/>
                <a:ext cx="49" cy="23"/>
                <a:chOff x="742" y="3582"/>
                <a:chExt cx="49" cy="23"/>
              </a:xfrm>
            </p:grpSpPr>
            <p:sp>
              <p:nvSpPr>
                <p:cNvPr id="423361" name="Freeform 451"/>
                <p:cNvSpPr>
                  <a:spLocks noChangeArrowheads="1"/>
                </p:cNvSpPr>
                <p:nvPr/>
              </p:nvSpPr>
              <p:spPr bwMode="auto">
                <a:xfrm>
                  <a:off x="742" y="3582"/>
                  <a:ext cx="11" cy="23"/>
                </a:xfrm>
                <a:custGeom>
                  <a:avLst/>
                  <a:gdLst>
                    <a:gd name="T0" fmla="*/ 15 w 24"/>
                    <a:gd name="T1" fmla="*/ 68 h 68"/>
                    <a:gd name="T2" fmla="*/ 0 w 24"/>
                    <a:gd name="T3" fmla="*/ 26 h 68"/>
                    <a:gd name="T4" fmla="*/ 11 w 24"/>
                    <a:gd name="T5" fmla="*/ 0 h 68"/>
                    <a:gd name="T6" fmla="*/ 24 w 24"/>
                    <a:gd name="T7" fmla="*/ 31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6"/>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362" name="Freeform 452"/>
                <p:cNvSpPr>
                  <a:spLocks noChangeArrowheads="1"/>
                </p:cNvSpPr>
                <p:nvPr/>
              </p:nvSpPr>
              <p:spPr bwMode="auto">
                <a:xfrm>
                  <a:off x="747" y="3582"/>
                  <a:ext cx="36" cy="10"/>
                </a:xfrm>
                <a:custGeom>
                  <a:avLst/>
                  <a:gdLst>
                    <a:gd name="T0" fmla="*/ 1 w 72"/>
                    <a:gd name="T1" fmla="*/ 0 h 30"/>
                    <a:gd name="T2" fmla="*/ 48 w 72"/>
                    <a:gd name="T3" fmla="*/ 0 h 30"/>
                    <a:gd name="T4" fmla="*/ 50 w 72"/>
                    <a:gd name="T5" fmla="*/ 3 h 30"/>
                    <a:gd name="T6" fmla="*/ 56 w 72"/>
                    <a:gd name="T7" fmla="*/ 12 h 30"/>
                    <a:gd name="T8" fmla="*/ 72 w 72"/>
                    <a:gd name="T9" fmla="*/ 30 h 30"/>
                    <a:gd name="T10" fmla="*/ 17 w 72"/>
                    <a:gd name="T11" fmla="*/ 30 h 30"/>
                    <a:gd name="T12" fmla="*/ 8 w 72"/>
                    <a:gd name="T13" fmla="*/ 21 h 30"/>
                    <a:gd name="T14" fmla="*/ 0 w 72"/>
                    <a:gd name="T15" fmla="*/ 6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48" y="0"/>
                      </a:lnTo>
                      <a:lnTo>
                        <a:pt x="50" y="3"/>
                      </a:lnTo>
                      <a:lnTo>
                        <a:pt x="56" y="12"/>
                      </a:lnTo>
                      <a:lnTo>
                        <a:pt x="72" y="30"/>
                      </a:lnTo>
                      <a:lnTo>
                        <a:pt x="17" y="30"/>
                      </a:lnTo>
                      <a:lnTo>
                        <a:pt x="8" y="21"/>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363" name="Freeform 453"/>
                <p:cNvSpPr>
                  <a:spLocks noChangeArrowheads="1"/>
                </p:cNvSpPr>
                <p:nvPr/>
              </p:nvSpPr>
              <p:spPr bwMode="auto">
                <a:xfrm>
                  <a:off x="750" y="3593"/>
                  <a:ext cx="41" cy="12"/>
                </a:xfrm>
                <a:custGeom>
                  <a:avLst/>
                  <a:gdLst>
                    <a:gd name="T0" fmla="*/ 0 w 83"/>
                    <a:gd name="T1" fmla="*/ 36 h 36"/>
                    <a:gd name="T2" fmla="*/ 1 w 83"/>
                    <a:gd name="T3" fmla="*/ 19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364" name="Group 454"/>
              <p:cNvGrpSpPr>
                <a:grpSpLocks/>
              </p:cNvGrpSpPr>
              <p:nvPr/>
            </p:nvGrpSpPr>
            <p:grpSpPr bwMode="auto">
              <a:xfrm>
                <a:off x="752" y="3597"/>
                <a:ext cx="133" cy="106"/>
                <a:chOff x="752" y="3597"/>
                <a:chExt cx="133" cy="106"/>
              </a:xfrm>
            </p:grpSpPr>
            <p:sp>
              <p:nvSpPr>
                <p:cNvPr id="423365" name="Freeform 455"/>
                <p:cNvSpPr>
                  <a:spLocks noChangeArrowheads="1"/>
                </p:cNvSpPr>
                <p:nvPr/>
              </p:nvSpPr>
              <p:spPr bwMode="auto">
                <a:xfrm>
                  <a:off x="752" y="3598"/>
                  <a:ext cx="91" cy="105"/>
                </a:xfrm>
                <a:custGeom>
                  <a:avLst/>
                  <a:gdLst>
                    <a:gd name="T0" fmla="*/ 171 w 182"/>
                    <a:gd name="T1" fmla="*/ 314 h 314"/>
                    <a:gd name="T2" fmla="*/ 0 w 182"/>
                    <a:gd name="T3" fmla="*/ 27 h 314"/>
                    <a:gd name="T4" fmla="*/ 13 w 182"/>
                    <a:gd name="T5" fmla="*/ 0 h 314"/>
                    <a:gd name="T6" fmla="*/ 182 w 182"/>
                    <a:gd name="T7" fmla="*/ 278 h 314"/>
                    <a:gd name="T8" fmla="*/ 171 w 182"/>
                    <a:gd name="T9" fmla="*/ 314 h 314"/>
                  </a:gdLst>
                  <a:ahLst/>
                  <a:cxnLst>
                    <a:cxn ang="0">
                      <a:pos x="T0" y="T1"/>
                    </a:cxn>
                    <a:cxn ang="0">
                      <a:pos x="T2" y="T3"/>
                    </a:cxn>
                    <a:cxn ang="0">
                      <a:pos x="T4" y="T5"/>
                    </a:cxn>
                    <a:cxn ang="0">
                      <a:pos x="T6" y="T7"/>
                    </a:cxn>
                    <a:cxn ang="0">
                      <a:pos x="T8" y="T9"/>
                    </a:cxn>
                  </a:cxnLst>
                  <a:rect l="0" t="0" r="r" b="b"/>
                  <a:pathLst>
                    <a:path w="182" h="314">
                      <a:moveTo>
                        <a:pt x="171" y="314"/>
                      </a:moveTo>
                      <a:lnTo>
                        <a:pt x="0" y="27"/>
                      </a:lnTo>
                      <a:lnTo>
                        <a:pt x="13" y="0"/>
                      </a:lnTo>
                      <a:lnTo>
                        <a:pt x="182" y="278"/>
                      </a:lnTo>
                      <a:lnTo>
                        <a:pt x="171" y="314"/>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366" name="Freeform 456"/>
                <p:cNvSpPr>
                  <a:spLocks noChangeArrowheads="1"/>
                </p:cNvSpPr>
                <p:nvPr/>
              </p:nvSpPr>
              <p:spPr bwMode="auto">
                <a:xfrm>
                  <a:off x="759" y="3597"/>
                  <a:ext cx="118" cy="94"/>
                </a:xfrm>
                <a:custGeom>
                  <a:avLst/>
                  <a:gdLst>
                    <a:gd name="T0" fmla="*/ 1 w 235"/>
                    <a:gd name="T1" fmla="*/ 0 h 281"/>
                    <a:gd name="T2" fmla="*/ 56 w 235"/>
                    <a:gd name="T3" fmla="*/ 0 h 281"/>
                    <a:gd name="T4" fmla="*/ 58 w 235"/>
                    <a:gd name="T5" fmla="*/ 0 h 281"/>
                    <a:gd name="T6" fmla="*/ 65 w 235"/>
                    <a:gd name="T7" fmla="*/ 10 h 281"/>
                    <a:gd name="T8" fmla="*/ 235 w 235"/>
                    <a:gd name="T9" fmla="*/ 281 h 281"/>
                    <a:gd name="T10" fmla="*/ 165 w 235"/>
                    <a:gd name="T11" fmla="*/ 277 h 281"/>
                    <a:gd name="T12" fmla="*/ 9 w 235"/>
                    <a:gd name="T13" fmla="*/ 19 h 281"/>
                    <a:gd name="T14" fmla="*/ 0 w 235"/>
                    <a:gd name="T15" fmla="*/ 4 h 281"/>
                    <a:gd name="T16" fmla="*/ 1 w 235"/>
                    <a:gd name="T17" fmla="*/ 0 h 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5" h="281">
                      <a:moveTo>
                        <a:pt x="1" y="0"/>
                      </a:moveTo>
                      <a:lnTo>
                        <a:pt x="56" y="0"/>
                      </a:lnTo>
                      <a:lnTo>
                        <a:pt x="58" y="0"/>
                      </a:lnTo>
                      <a:lnTo>
                        <a:pt x="65" y="10"/>
                      </a:lnTo>
                      <a:lnTo>
                        <a:pt x="235" y="281"/>
                      </a:lnTo>
                      <a:lnTo>
                        <a:pt x="165" y="277"/>
                      </a:lnTo>
                      <a:lnTo>
                        <a:pt x="9" y="19"/>
                      </a:lnTo>
                      <a:lnTo>
                        <a:pt x="0" y="4"/>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367" name="Freeform 457"/>
                <p:cNvSpPr>
                  <a:spLocks noChangeArrowheads="1"/>
                </p:cNvSpPr>
                <p:nvPr/>
              </p:nvSpPr>
              <p:spPr bwMode="auto">
                <a:xfrm>
                  <a:off x="838" y="3691"/>
                  <a:ext cx="47" cy="12"/>
                </a:xfrm>
                <a:custGeom>
                  <a:avLst/>
                  <a:gdLst>
                    <a:gd name="T0" fmla="*/ 0 w 95"/>
                    <a:gd name="T1" fmla="*/ 36 h 36"/>
                    <a:gd name="T2" fmla="*/ 2 w 95"/>
                    <a:gd name="T3" fmla="*/ 19 h 36"/>
                    <a:gd name="T4" fmla="*/ 8 w 95"/>
                    <a:gd name="T5" fmla="*/ 7 h 36"/>
                    <a:gd name="T6" fmla="*/ 12 w 95"/>
                    <a:gd name="T7" fmla="*/ 0 h 36"/>
                    <a:gd name="T8" fmla="*/ 76 w 95"/>
                    <a:gd name="T9" fmla="*/ 0 h 36"/>
                    <a:gd name="T10" fmla="*/ 95 w 95"/>
                    <a:gd name="T11" fmla="*/ 36 h 36"/>
                    <a:gd name="T12" fmla="*/ 0 w 95"/>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95" h="36">
                      <a:moveTo>
                        <a:pt x="0" y="36"/>
                      </a:moveTo>
                      <a:lnTo>
                        <a:pt x="2" y="19"/>
                      </a:lnTo>
                      <a:lnTo>
                        <a:pt x="8" y="7"/>
                      </a:lnTo>
                      <a:lnTo>
                        <a:pt x="12" y="0"/>
                      </a:lnTo>
                      <a:lnTo>
                        <a:pt x="76" y="0"/>
                      </a:lnTo>
                      <a:lnTo>
                        <a:pt x="95"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368" name="Group 458"/>
              <p:cNvGrpSpPr>
                <a:grpSpLocks/>
              </p:cNvGrpSpPr>
              <p:nvPr/>
            </p:nvGrpSpPr>
            <p:grpSpPr bwMode="auto">
              <a:xfrm>
                <a:off x="844" y="3694"/>
                <a:ext cx="48" cy="23"/>
                <a:chOff x="844" y="3694"/>
                <a:chExt cx="48" cy="23"/>
              </a:xfrm>
            </p:grpSpPr>
            <p:sp>
              <p:nvSpPr>
                <p:cNvPr id="423369" name="Freeform 459"/>
                <p:cNvSpPr>
                  <a:spLocks noChangeArrowheads="1"/>
                </p:cNvSpPr>
                <p:nvPr/>
              </p:nvSpPr>
              <p:spPr bwMode="auto">
                <a:xfrm>
                  <a:off x="844" y="3694"/>
                  <a:ext cx="11" cy="23"/>
                </a:xfrm>
                <a:custGeom>
                  <a:avLst/>
                  <a:gdLst>
                    <a:gd name="T0" fmla="*/ 14 w 24"/>
                    <a:gd name="T1" fmla="*/ 68 h 68"/>
                    <a:gd name="T2" fmla="*/ 0 w 24"/>
                    <a:gd name="T3" fmla="*/ 27 h 68"/>
                    <a:gd name="T4" fmla="*/ 9 w 24"/>
                    <a:gd name="T5" fmla="*/ 0 h 68"/>
                    <a:gd name="T6" fmla="*/ 24 w 24"/>
                    <a:gd name="T7" fmla="*/ 32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7"/>
                      </a:lnTo>
                      <a:lnTo>
                        <a:pt x="9" y="0"/>
                      </a:lnTo>
                      <a:lnTo>
                        <a:pt x="24" y="32"/>
                      </a:lnTo>
                      <a:lnTo>
                        <a:pt x="14"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370" name="Freeform 460"/>
                <p:cNvSpPr>
                  <a:spLocks noChangeArrowheads="1"/>
                </p:cNvSpPr>
                <p:nvPr/>
              </p:nvSpPr>
              <p:spPr bwMode="auto">
                <a:xfrm>
                  <a:off x="848" y="3695"/>
                  <a:ext cx="37" cy="10"/>
                </a:xfrm>
                <a:custGeom>
                  <a:avLst/>
                  <a:gdLst>
                    <a:gd name="T0" fmla="*/ 2 w 74"/>
                    <a:gd name="T1" fmla="*/ 0 h 30"/>
                    <a:gd name="T2" fmla="*/ 50 w 74"/>
                    <a:gd name="T3" fmla="*/ 0 h 30"/>
                    <a:gd name="T4" fmla="*/ 51 w 74"/>
                    <a:gd name="T5" fmla="*/ 3 h 30"/>
                    <a:gd name="T6" fmla="*/ 57 w 74"/>
                    <a:gd name="T7" fmla="*/ 12 h 30"/>
                    <a:gd name="T8" fmla="*/ 74 w 74"/>
                    <a:gd name="T9" fmla="*/ 30 h 30"/>
                    <a:gd name="T10" fmla="*/ 19 w 74"/>
                    <a:gd name="T11" fmla="*/ 30 h 30"/>
                    <a:gd name="T12" fmla="*/ 9 w 74"/>
                    <a:gd name="T13" fmla="*/ 21 h 30"/>
                    <a:gd name="T14" fmla="*/ 0 w 74"/>
                    <a:gd name="T15" fmla="*/ 6 h 30"/>
                    <a:gd name="T16" fmla="*/ 2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2" y="0"/>
                      </a:moveTo>
                      <a:lnTo>
                        <a:pt x="50" y="0"/>
                      </a:lnTo>
                      <a:lnTo>
                        <a:pt x="51" y="3"/>
                      </a:lnTo>
                      <a:lnTo>
                        <a:pt x="57" y="12"/>
                      </a:lnTo>
                      <a:lnTo>
                        <a:pt x="74" y="30"/>
                      </a:lnTo>
                      <a:lnTo>
                        <a:pt x="19" y="30"/>
                      </a:lnTo>
                      <a:lnTo>
                        <a:pt x="9" y="21"/>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371" name="Freeform 461"/>
                <p:cNvSpPr>
                  <a:spLocks noChangeArrowheads="1"/>
                </p:cNvSpPr>
                <p:nvPr/>
              </p:nvSpPr>
              <p:spPr bwMode="auto">
                <a:xfrm>
                  <a:off x="851" y="3706"/>
                  <a:ext cx="41" cy="11"/>
                </a:xfrm>
                <a:custGeom>
                  <a:avLst/>
                  <a:gdLst>
                    <a:gd name="T0" fmla="*/ 0 w 81"/>
                    <a:gd name="T1" fmla="*/ 34 h 34"/>
                    <a:gd name="T2" fmla="*/ 1 w 81"/>
                    <a:gd name="T3" fmla="*/ 19 h 34"/>
                    <a:gd name="T4" fmla="*/ 5 w 81"/>
                    <a:gd name="T5" fmla="*/ 6 h 34"/>
                    <a:gd name="T6" fmla="*/ 10 w 81"/>
                    <a:gd name="T7" fmla="*/ 0 h 34"/>
                    <a:gd name="T8" fmla="*/ 67 w 81"/>
                    <a:gd name="T9" fmla="*/ 0 h 34"/>
                    <a:gd name="T10" fmla="*/ 81 w 81"/>
                    <a:gd name="T11" fmla="*/ 34 h 34"/>
                    <a:gd name="T12" fmla="*/ 0 w 81"/>
                    <a:gd name="T13" fmla="*/ 34 h 34"/>
                  </a:gdLst>
                  <a:ahLst/>
                  <a:cxnLst>
                    <a:cxn ang="0">
                      <a:pos x="T0" y="T1"/>
                    </a:cxn>
                    <a:cxn ang="0">
                      <a:pos x="T2" y="T3"/>
                    </a:cxn>
                    <a:cxn ang="0">
                      <a:pos x="T4" y="T5"/>
                    </a:cxn>
                    <a:cxn ang="0">
                      <a:pos x="T6" y="T7"/>
                    </a:cxn>
                    <a:cxn ang="0">
                      <a:pos x="T8" y="T9"/>
                    </a:cxn>
                    <a:cxn ang="0">
                      <a:pos x="T10" y="T11"/>
                    </a:cxn>
                    <a:cxn ang="0">
                      <a:pos x="T12" y="T13"/>
                    </a:cxn>
                  </a:cxnLst>
                  <a:rect l="0" t="0" r="r" b="b"/>
                  <a:pathLst>
                    <a:path w="81" h="34">
                      <a:moveTo>
                        <a:pt x="0" y="34"/>
                      </a:moveTo>
                      <a:lnTo>
                        <a:pt x="1" y="19"/>
                      </a:lnTo>
                      <a:lnTo>
                        <a:pt x="5" y="6"/>
                      </a:lnTo>
                      <a:lnTo>
                        <a:pt x="10" y="0"/>
                      </a:lnTo>
                      <a:lnTo>
                        <a:pt x="67" y="0"/>
                      </a:lnTo>
                      <a:lnTo>
                        <a:pt x="81" y="34"/>
                      </a:lnTo>
                      <a:lnTo>
                        <a:pt x="0" y="34"/>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372" name="Group 462"/>
              <p:cNvGrpSpPr>
                <a:grpSpLocks/>
              </p:cNvGrpSpPr>
              <p:nvPr/>
            </p:nvGrpSpPr>
            <p:grpSpPr bwMode="auto">
              <a:xfrm>
                <a:off x="857" y="3710"/>
                <a:ext cx="49" cy="22"/>
                <a:chOff x="857" y="3710"/>
                <a:chExt cx="49" cy="22"/>
              </a:xfrm>
            </p:grpSpPr>
            <p:sp>
              <p:nvSpPr>
                <p:cNvPr id="423373" name="Freeform 463"/>
                <p:cNvSpPr>
                  <a:spLocks noChangeArrowheads="1"/>
                </p:cNvSpPr>
                <p:nvPr/>
              </p:nvSpPr>
              <p:spPr bwMode="auto">
                <a:xfrm>
                  <a:off x="857" y="3710"/>
                  <a:ext cx="11" cy="22"/>
                </a:xfrm>
                <a:custGeom>
                  <a:avLst/>
                  <a:gdLst>
                    <a:gd name="T0" fmla="*/ 13 w 22"/>
                    <a:gd name="T1" fmla="*/ 68 h 68"/>
                    <a:gd name="T2" fmla="*/ 0 w 22"/>
                    <a:gd name="T3" fmla="*/ 27 h 68"/>
                    <a:gd name="T4" fmla="*/ 9 w 22"/>
                    <a:gd name="T5" fmla="*/ 0 h 68"/>
                    <a:gd name="T6" fmla="*/ 22 w 22"/>
                    <a:gd name="T7" fmla="*/ 31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374" name="Freeform 464"/>
                <p:cNvSpPr>
                  <a:spLocks noChangeArrowheads="1"/>
                </p:cNvSpPr>
                <p:nvPr/>
              </p:nvSpPr>
              <p:spPr bwMode="auto">
                <a:xfrm>
                  <a:off x="862" y="3710"/>
                  <a:ext cx="36" cy="10"/>
                </a:xfrm>
                <a:custGeom>
                  <a:avLst/>
                  <a:gdLst>
                    <a:gd name="T0" fmla="*/ 1 w 72"/>
                    <a:gd name="T1" fmla="*/ 0 h 29"/>
                    <a:gd name="T2" fmla="*/ 50 w 72"/>
                    <a:gd name="T3" fmla="*/ 0 h 29"/>
                    <a:gd name="T4" fmla="*/ 51 w 72"/>
                    <a:gd name="T5" fmla="*/ 2 h 29"/>
                    <a:gd name="T6" fmla="*/ 56 w 72"/>
                    <a:gd name="T7" fmla="*/ 11 h 29"/>
                    <a:gd name="T8" fmla="*/ 72 w 72"/>
                    <a:gd name="T9" fmla="*/ 29 h 29"/>
                    <a:gd name="T10" fmla="*/ 17 w 72"/>
                    <a:gd name="T11" fmla="*/ 29 h 29"/>
                    <a:gd name="T12" fmla="*/ 9 w 72"/>
                    <a:gd name="T13" fmla="*/ 20 h 29"/>
                    <a:gd name="T14" fmla="*/ 0 w 72"/>
                    <a:gd name="T15" fmla="*/ 6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50" y="0"/>
                      </a:lnTo>
                      <a:lnTo>
                        <a:pt x="51" y="2"/>
                      </a:lnTo>
                      <a:lnTo>
                        <a:pt x="56" y="11"/>
                      </a:lnTo>
                      <a:lnTo>
                        <a:pt x="72" y="29"/>
                      </a:lnTo>
                      <a:lnTo>
                        <a:pt x="17" y="29"/>
                      </a:lnTo>
                      <a:lnTo>
                        <a:pt x="9" y="20"/>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375" name="Freeform 465"/>
                <p:cNvSpPr>
                  <a:spLocks noChangeArrowheads="1"/>
                </p:cNvSpPr>
                <p:nvPr/>
              </p:nvSpPr>
              <p:spPr bwMode="auto">
                <a:xfrm>
                  <a:off x="865" y="3720"/>
                  <a:ext cx="41" cy="12"/>
                </a:xfrm>
                <a:custGeom>
                  <a:avLst/>
                  <a:gdLst>
                    <a:gd name="T0" fmla="*/ 0 w 83"/>
                    <a:gd name="T1" fmla="*/ 36 h 36"/>
                    <a:gd name="T2" fmla="*/ 1 w 83"/>
                    <a:gd name="T3" fmla="*/ 20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7" y="8"/>
                      </a:lnTo>
                      <a:lnTo>
                        <a:pt x="11"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376" name="Group 466"/>
              <p:cNvGrpSpPr>
                <a:grpSpLocks/>
              </p:cNvGrpSpPr>
              <p:nvPr/>
            </p:nvGrpSpPr>
            <p:grpSpPr bwMode="auto">
              <a:xfrm>
                <a:off x="1086" y="3766"/>
                <a:ext cx="49" cy="23"/>
                <a:chOff x="1086" y="3766"/>
                <a:chExt cx="49" cy="23"/>
              </a:xfrm>
            </p:grpSpPr>
            <p:sp>
              <p:nvSpPr>
                <p:cNvPr id="423377" name="Freeform 467"/>
                <p:cNvSpPr>
                  <a:spLocks noChangeArrowheads="1"/>
                </p:cNvSpPr>
                <p:nvPr/>
              </p:nvSpPr>
              <p:spPr bwMode="auto">
                <a:xfrm>
                  <a:off x="1086" y="3766"/>
                  <a:ext cx="11" cy="23"/>
                </a:xfrm>
                <a:custGeom>
                  <a:avLst/>
                  <a:gdLst>
                    <a:gd name="T0" fmla="*/ 13 w 22"/>
                    <a:gd name="T1" fmla="*/ 69 h 69"/>
                    <a:gd name="T2" fmla="*/ 0 w 22"/>
                    <a:gd name="T3" fmla="*/ 27 h 69"/>
                    <a:gd name="T4" fmla="*/ 9 w 22"/>
                    <a:gd name="T5" fmla="*/ 0 h 69"/>
                    <a:gd name="T6" fmla="*/ 22 w 22"/>
                    <a:gd name="T7" fmla="*/ 32 h 69"/>
                    <a:gd name="T8" fmla="*/ 13 w 22"/>
                    <a:gd name="T9" fmla="*/ 69 h 69"/>
                  </a:gdLst>
                  <a:ahLst/>
                  <a:cxnLst>
                    <a:cxn ang="0">
                      <a:pos x="T0" y="T1"/>
                    </a:cxn>
                    <a:cxn ang="0">
                      <a:pos x="T2" y="T3"/>
                    </a:cxn>
                    <a:cxn ang="0">
                      <a:pos x="T4" y="T5"/>
                    </a:cxn>
                    <a:cxn ang="0">
                      <a:pos x="T6" y="T7"/>
                    </a:cxn>
                    <a:cxn ang="0">
                      <a:pos x="T8" y="T9"/>
                    </a:cxn>
                  </a:cxnLst>
                  <a:rect l="0" t="0" r="r" b="b"/>
                  <a:pathLst>
                    <a:path w="22" h="69">
                      <a:moveTo>
                        <a:pt x="13" y="69"/>
                      </a:moveTo>
                      <a:lnTo>
                        <a:pt x="0" y="27"/>
                      </a:lnTo>
                      <a:lnTo>
                        <a:pt x="9" y="0"/>
                      </a:lnTo>
                      <a:lnTo>
                        <a:pt x="22" y="32"/>
                      </a:lnTo>
                      <a:lnTo>
                        <a:pt x="13" y="69"/>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378" name="Freeform 468"/>
                <p:cNvSpPr>
                  <a:spLocks noChangeArrowheads="1"/>
                </p:cNvSpPr>
                <p:nvPr/>
              </p:nvSpPr>
              <p:spPr bwMode="auto">
                <a:xfrm>
                  <a:off x="1090" y="3767"/>
                  <a:ext cx="37" cy="10"/>
                </a:xfrm>
                <a:custGeom>
                  <a:avLst/>
                  <a:gdLst>
                    <a:gd name="T0" fmla="*/ 3 w 74"/>
                    <a:gd name="T1" fmla="*/ 0 h 31"/>
                    <a:gd name="T2" fmla="*/ 51 w 74"/>
                    <a:gd name="T3" fmla="*/ 0 h 31"/>
                    <a:gd name="T4" fmla="*/ 53 w 74"/>
                    <a:gd name="T5" fmla="*/ 4 h 31"/>
                    <a:gd name="T6" fmla="*/ 56 w 74"/>
                    <a:gd name="T7" fmla="*/ 13 h 31"/>
                    <a:gd name="T8" fmla="*/ 74 w 74"/>
                    <a:gd name="T9" fmla="*/ 31 h 31"/>
                    <a:gd name="T10" fmla="*/ 18 w 74"/>
                    <a:gd name="T11" fmla="*/ 31 h 31"/>
                    <a:gd name="T12" fmla="*/ 9 w 74"/>
                    <a:gd name="T13" fmla="*/ 22 h 31"/>
                    <a:gd name="T14" fmla="*/ 0 w 74"/>
                    <a:gd name="T15" fmla="*/ 6 h 31"/>
                    <a:gd name="T16" fmla="*/ 3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3" y="0"/>
                      </a:moveTo>
                      <a:lnTo>
                        <a:pt x="51" y="0"/>
                      </a:lnTo>
                      <a:lnTo>
                        <a:pt x="53" y="4"/>
                      </a:lnTo>
                      <a:lnTo>
                        <a:pt x="56" y="13"/>
                      </a:lnTo>
                      <a:lnTo>
                        <a:pt x="74" y="31"/>
                      </a:lnTo>
                      <a:lnTo>
                        <a:pt x="18" y="31"/>
                      </a:lnTo>
                      <a:lnTo>
                        <a:pt x="9" y="22"/>
                      </a:lnTo>
                      <a:lnTo>
                        <a:pt x="0" y="6"/>
                      </a:lnTo>
                      <a:lnTo>
                        <a:pt x="3"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379" name="Freeform 469"/>
                <p:cNvSpPr>
                  <a:spLocks noChangeArrowheads="1"/>
                </p:cNvSpPr>
                <p:nvPr/>
              </p:nvSpPr>
              <p:spPr bwMode="auto">
                <a:xfrm>
                  <a:off x="1093" y="3777"/>
                  <a:ext cx="42" cy="12"/>
                </a:xfrm>
                <a:custGeom>
                  <a:avLst/>
                  <a:gdLst>
                    <a:gd name="T0" fmla="*/ 0 w 83"/>
                    <a:gd name="T1" fmla="*/ 36 h 36"/>
                    <a:gd name="T2" fmla="*/ 2 w 83"/>
                    <a:gd name="T3" fmla="*/ 19 h 36"/>
                    <a:gd name="T4" fmla="*/ 7 w 83"/>
                    <a:gd name="T5" fmla="*/ 6 h 36"/>
                    <a:gd name="T6" fmla="*/ 11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19"/>
                      </a:lnTo>
                      <a:lnTo>
                        <a:pt x="7" y="6"/>
                      </a:lnTo>
                      <a:lnTo>
                        <a:pt x="11" y="0"/>
                      </a:lnTo>
                      <a:lnTo>
                        <a:pt x="68"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380" name="Group 470"/>
              <p:cNvGrpSpPr>
                <a:grpSpLocks/>
              </p:cNvGrpSpPr>
              <p:nvPr/>
            </p:nvGrpSpPr>
            <p:grpSpPr bwMode="auto">
              <a:xfrm>
                <a:off x="934" y="3740"/>
                <a:ext cx="48" cy="23"/>
                <a:chOff x="934" y="3740"/>
                <a:chExt cx="48" cy="23"/>
              </a:xfrm>
            </p:grpSpPr>
            <p:sp>
              <p:nvSpPr>
                <p:cNvPr id="423381" name="Freeform 471"/>
                <p:cNvSpPr>
                  <a:spLocks noChangeArrowheads="1"/>
                </p:cNvSpPr>
                <p:nvPr/>
              </p:nvSpPr>
              <p:spPr bwMode="auto">
                <a:xfrm>
                  <a:off x="934" y="3740"/>
                  <a:ext cx="11" cy="23"/>
                </a:xfrm>
                <a:custGeom>
                  <a:avLst/>
                  <a:gdLst>
                    <a:gd name="T0" fmla="*/ 15 w 24"/>
                    <a:gd name="T1" fmla="*/ 70 h 70"/>
                    <a:gd name="T2" fmla="*/ 0 w 24"/>
                    <a:gd name="T3" fmla="*/ 27 h 70"/>
                    <a:gd name="T4" fmla="*/ 9 w 24"/>
                    <a:gd name="T5" fmla="*/ 0 h 70"/>
                    <a:gd name="T6" fmla="*/ 24 w 24"/>
                    <a:gd name="T7" fmla="*/ 32 h 70"/>
                    <a:gd name="T8" fmla="*/ 15 w 24"/>
                    <a:gd name="T9" fmla="*/ 70 h 70"/>
                  </a:gdLst>
                  <a:ahLst/>
                  <a:cxnLst>
                    <a:cxn ang="0">
                      <a:pos x="T0" y="T1"/>
                    </a:cxn>
                    <a:cxn ang="0">
                      <a:pos x="T2" y="T3"/>
                    </a:cxn>
                    <a:cxn ang="0">
                      <a:pos x="T4" y="T5"/>
                    </a:cxn>
                    <a:cxn ang="0">
                      <a:pos x="T6" y="T7"/>
                    </a:cxn>
                    <a:cxn ang="0">
                      <a:pos x="T8" y="T9"/>
                    </a:cxn>
                  </a:cxnLst>
                  <a:rect l="0" t="0" r="r" b="b"/>
                  <a:pathLst>
                    <a:path w="24" h="70">
                      <a:moveTo>
                        <a:pt x="15" y="70"/>
                      </a:moveTo>
                      <a:lnTo>
                        <a:pt x="0" y="27"/>
                      </a:lnTo>
                      <a:lnTo>
                        <a:pt x="9" y="0"/>
                      </a:lnTo>
                      <a:lnTo>
                        <a:pt x="24" y="32"/>
                      </a:lnTo>
                      <a:lnTo>
                        <a:pt x="15" y="7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382" name="Freeform 472"/>
                <p:cNvSpPr>
                  <a:spLocks noChangeArrowheads="1"/>
                </p:cNvSpPr>
                <p:nvPr/>
              </p:nvSpPr>
              <p:spPr bwMode="auto">
                <a:xfrm>
                  <a:off x="938" y="3741"/>
                  <a:ext cx="37" cy="10"/>
                </a:xfrm>
                <a:custGeom>
                  <a:avLst/>
                  <a:gdLst>
                    <a:gd name="T0" fmla="*/ 2 w 74"/>
                    <a:gd name="T1" fmla="*/ 0 h 30"/>
                    <a:gd name="T2" fmla="*/ 50 w 74"/>
                    <a:gd name="T3" fmla="*/ 0 h 30"/>
                    <a:gd name="T4" fmla="*/ 52 w 74"/>
                    <a:gd name="T5" fmla="*/ 4 h 30"/>
                    <a:gd name="T6" fmla="*/ 57 w 74"/>
                    <a:gd name="T7" fmla="*/ 13 h 30"/>
                    <a:gd name="T8" fmla="*/ 74 w 74"/>
                    <a:gd name="T9" fmla="*/ 30 h 30"/>
                    <a:gd name="T10" fmla="*/ 19 w 74"/>
                    <a:gd name="T11" fmla="*/ 30 h 30"/>
                    <a:gd name="T12" fmla="*/ 9 w 74"/>
                    <a:gd name="T13" fmla="*/ 22 h 30"/>
                    <a:gd name="T14" fmla="*/ 0 w 74"/>
                    <a:gd name="T15" fmla="*/ 6 h 30"/>
                    <a:gd name="T16" fmla="*/ 2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2" y="0"/>
                      </a:moveTo>
                      <a:lnTo>
                        <a:pt x="50" y="0"/>
                      </a:lnTo>
                      <a:lnTo>
                        <a:pt x="52" y="4"/>
                      </a:lnTo>
                      <a:lnTo>
                        <a:pt x="57" y="13"/>
                      </a:lnTo>
                      <a:lnTo>
                        <a:pt x="74" y="30"/>
                      </a:lnTo>
                      <a:lnTo>
                        <a:pt x="19" y="30"/>
                      </a:lnTo>
                      <a:lnTo>
                        <a:pt x="9" y="22"/>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383" name="Freeform 473"/>
                <p:cNvSpPr>
                  <a:spLocks noChangeArrowheads="1"/>
                </p:cNvSpPr>
                <p:nvPr/>
              </p:nvSpPr>
              <p:spPr bwMode="auto">
                <a:xfrm>
                  <a:off x="941" y="3751"/>
                  <a:ext cx="41" cy="12"/>
                </a:xfrm>
                <a:custGeom>
                  <a:avLst/>
                  <a:gdLst>
                    <a:gd name="T0" fmla="*/ 0 w 81"/>
                    <a:gd name="T1" fmla="*/ 36 h 36"/>
                    <a:gd name="T2" fmla="*/ 1 w 81"/>
                    <a:gd name="T3" fmla="*/ 19 h 36"/>
                    <a:gd name="T4" fmla="*/ 5 w 81"/>
                    <a:gd name="T5" fmla="*/ 6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6"/>
                      </a:lnTo>
                      <a:lnTo>
                        <a:pt x="10" y="0"/>
                      </a:lnTo>
                      <a:lnTo>
                        <a:pt x="67" y="0"/>
                      </a:lnTo>
                      <a:lnTo>
                        <a:pt x="81"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384" name="Group 474"/>
              <p:cNvGrpSpPr>
                <a:grpSpLocks/>
              </p:cNvGrpSpPr>
              <p:nvPr/>
            </p:nvGrpSpPr>
            <p:grpSpPr bwMode="auto">
              <a:xfrm>
                <a:off x="943" y="3754"/>
                <a:ext cx="49" cy="23"/>
                <a:chOff x="943" y="3754"/>
                <a:chExt cx="49" cy="23"/>
              </a:xfrm>
            </p:grpSpPr>
            <p:sp>
              <p:nvSpPr>
                <p:cNvPr id="423385" name="Freeform 475"/>
                <p:cNvSpPr>
                  <a:spLocks noChangeArrowheads="1"/>
                </p:cNvSpPr>
                <p:nvPr/>
              </p:nvSpPr>
              <p:spPr bwMode="auto">
                <a:xfrm>
                  <a:off x="943" y="3754"/>
                  <a:ext cx="12" cy="23"/>
                </a:xfrm>
                <a:custGeom>
                  <a:avLst/>
                  <a:gdLst>
                    <a:gd name="T0" fmla="*/ 16 w 25"/>
                    <a:gd name="T1" fmla="*/ 68 h 68"/>
                    <a:gd name="T2" fmla="*/ 0 w 25"/>
                    <a:gd name="T3" fmla="*/ 25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5"/>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386" name="Freeform 476"/>
                <p:cNvSpPr>
                  <a:spLocks noChangeArrowheads="1"/>
                </p:cNvSpPr>
                <p:nvPr/>
              </p:nvSpPr>
              <p:spPr bwMode="auto">
                <a:xfrm>
                  <a:off x="948" y="3755"/>
                  <a:ext cx="37" cy="10"/>
                </a:xfrm>
                <a:custGeom>
                  <a:avLst/>
                  <a:gdLst>
                    <a:gd name="T0" fmla="*/ 1 w 74"/>
                    <a:gd name="T1" fmla="*/ 0 h 30"/>
                    <a:gd name="T2" fmla="*/ 49 w 74"/>
                    <a:gd name="T3" fmla="*/ 0 h 30"/>
                    <a:gd name="T4" fmla="*/ 50 w 74"/>
                    <a:gd name="T5" fmla="*/ 3 h 30"/>
                    <a:gd name="T6" fmla="*/ 57 w 74"/>
                    <a:gd name="T7" fmla="*/ 12 h 30"/>
                    <a:gd name="T8" fmla="*/ 74 w 74"/>
                    <a:gd name="T9" fmla="*/ 30 h 30"/>
                    <a:gd name="T10" fmla="*/ 18 w 74"/>
                    <a:gd name="T11" fmla="*/ 30 h 30"/>
                    <a:gd name="T12" fmla="*/ 9 w 74"/>
                    <a:gd name="T13" fmla="*/ 21 h 30"/>
                    <a:gd name="T14" fmla="*/ 0 w 74"/>
                    <a:gd name="T15" fmla="*/ 5 h 30"/>
                    <a:gd name="T16" fmla="*/ 1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1" y="0"/>
                      </a:moveTo>
                      <a:lnTo>
                        <a:pt x="49" y="0"/>
                      </a:lnTo>
                      <a:lnTo>
                        <a:pt x="50" y="3"/>
                      </a:lnTo>
                      <a:lnTo>
                        <a:pt x="57" y="12"/>
                      </a:lnTo>
                      <a:lnTo>
                        <a:pt x="74"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387" name="Freeform 477"/>
                <p:cNvSpPr>
                  <a:spLocks noChangeArrowheads="1"/>
                </p:cNvSpPr>
                <p:nvPr/>
              </p:nvSpPr>
              <p:spPr bwMode="auto">
                <a:xfrm>
                  <a:off x="951" y="3765"/>
                  <a:ext cx="41" cy="12"/>
                </a:xfrm>
                <a:custGeom>
                  <a:avLst/>
                  <a:gdLst>
                    <a:gd name="T0" fmla="*/ 0 w 81"/>
                    <a:gd name="T1" fmla="*/ 36 h 36"/>
                    <a:gd name="T2" fmla="*/ 1 w 81"/>
                    <a:gd name="T3" fmla="*/ 19 h 36"/>
                    <a:gd name="T4" fmla="*/ 5 w 81"/>
                    <a:gd name="T5" fmla="*/ 7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sp>
            <p:nvSpPr>
              <p:cNvPr id="423388" name="Freeform 478"/>
              <p:cNvSpPr>
                <a:spLocks noChangeArrowheads="1"/>
              </p:cNvSpPr>
              <p:nvPr/>
            </p:nvSpPr>
            <p:spPr bwMode="auto">
              <a:xfrm>
                <a:off x="987" y="3753"/>
                <a:ext cx="25" cy="43"/>
              </a:xfrm>
              <a:custGeom>
                <a:avLst/>
                <a:gdLst>
                  <a:gd name="T0" fmla="*/ 40 w 51"/>
                  <a:gd name="T1" fmla="*/ 128 h 128"/>
                  <a:gd name="T2" fmla="*/ 0 w 51"/>
                  <a:gd name="T3" fmla="*/ 29 h 128"/>
                  <a:gd name="T4" fmla="*/ 0 w 51"/>
                  <a:gd name="T5" fmla="*/ 20 h 128"/>
                  <a:gd name="T6" fmla="*/ 2 w 51"/>
                  <a:gd name="T7" fmla="*/ 11 h 128"/>
                  <a:gd name="T8" fmla="*/ 10 w 51"/>
                  <a:gd name="T9" fmla="*/ 0 h 128"/>
                  <a:gd name="T10" fmla="*/ 51 w 51"/>
                  <a:gd name="T11" fmla="*/ 91 h 128"/>
                  <a:gd name="T12" fmla="*/ 40 w 51"/>
                  <a:gd name="T13" fmla="*/ 128 h 128"/>
                </a:gdLst>
                <a:ahLst/>
                <a:cxnLst>
                  <a:cxn ang="0">
                    <a:pos x="T0" y="T1"/>
                  </a:cxn>
                  <a:cxn ang="0">
                    <a:pos x="T2" y="T3"/>
                  </a:cxn>
                  <a:cxn ang="0">
                    <a:pos x="T4" y="T5"/>
                  </a:cxn>
                  <a:cxn ang="0">
                    <a:pos x="T6" y="T7"/>
                  </a:cxn>
                  <a:cxn ang="0">
                    <a:pos x="T8" y="T9"/>
                  </a:cxn>
                  <a:cxn ang="0">
                    <a:pos x="T10" y="T11"/>
                  </a:cxn>
                  <a:cxn ang="0">
                    <a:pos x="T12" y="T13"/>
                  </a:cxn>
                </a:cxnLst>
                <a:rect l="0" t="0" r="r" b="b"/>
                <a:pathLst>
                  <a:path w="51" h="128">
                    <a:moveTo>
                      <a:pt x="40" y="128"/>
                    </a:moveTo>
                    <a:lnTo>
                      <a:pt x="0" y="29"/>
                    </a:lnTo>
                    <a:lnTo>
                      <a:pt x="0" y="20"/>
                    </a:lnTo>
                    <a:lnTo>
                      <a:pt x="2" y="11"/>
                    </a:lnTo>
                    <a:lnTo>
                      <a:pt x="10" y="0"/>
                    </a:lnTo>
                    <a:lnTo>
                      <a:pt x="51" y="91"/>
                    </a:lnTo>
                    <a:lnTo>
                      <a:pt x="40" y="12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389" name="Freeform 479"/>
              <p:cNvSpPr>
                <a:spLocks noChangeArrowheads="1"/>
              </p:cNvSpPr>
              <p:nvPr/>
            </p:nvSpPr>
            <p:spPr bwMode="auto">
              <a:xfrm>
                <a:off x="992" y="3753"/>
                <a:ext cx="91" cy="29"/>
              </a:xfrm>
              <a:custGeom>
                <a:avLst/>
                <a:gdLst>
                  <a:gd name="T0" fmla="*/ 0 w 183"/>
                  <a:gd name="T1" fmla="*/ 0 h 85"/>
                  <a:gd name="T2" fmla="*/ 64 w 183"/>
                  <a:gd name="T3" fmla="*/ 0 h 85"/>
                  <a:gd name="T4" fmla="*/ 67 w 183"/>
                  <a:gd name="T5" fmla="*/ 13 h 85"/>
                  <a:gd name="T6" fmla="*/ 75 w 183"/>
                  <a:gd name="T7" fmla="*/ 28 h 85"/>
                  <a:gd name="T8" fmla="*/ 84 w 183"/>
                  <a:gd name="T9" fmla="*/ 42 h 85"/>
                  <a:gd name="T10" fmla="*/ 158 w 183"/>
                  <a:gd name="T11" fmla="*/ 42 h 85"/>
                  <a:gd name="T12" fmla="*/ 163 w 183"/>
                  <a:gd name="T13" fmla="*/ 55 h 85"/>
                  <a:gd name="T14" fmla="*/ 172 w 183"/>
                  <a:gd name="T15" fmla="*/ 67 h 85"/>
                  <a:gd name="T16" fmla="*/ 183 w 183"/>
                  <a:gd name="T17" fmla="*/ 85 h 85"/>
                  <a:gd name="T18" fmla="*/ 64 w 183"/>
                  <a:gd name="T19" fmla="*/ 85 h 85"/>
                  <a:gd name="T20" fmla="*/ 41 w 183"/>
                  <a:gd name="T21" fmla="*/ 85 h 85"/>
                  <a:gd name="T22" fmla="*/ 0 w 183"/>
                  <a:gd name="T23" fmla="*/ 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3" h="85">
                    <a:moveTo>
                      <a:pt x="0" y="0"/>
                    </a:moveTo>
                    <a:lnTo>
                      <a:pt x="64" y="0"/>
                    </a:lnTo>
                    <a:lnTo>
                      <a:pt x="67" y="13"/>
                    </a:lnTo>
                    <a:lnTo>
                      <a:pt x="75" y="28"/>
                    </a:lnTo>
                    <a:lnTo>
                      <a:pt x="84" y="42"/>
                    </a:lnTo>
                    <a:lnTo>
                      <a:pt x="158" y="42"/>
                    </a:lnTo>
                    <a:lnTo>
                      <a:pt x="163" y="55"/>
                    </a:lnTo>
                    <a:lnTo>
                      <a:pt x="172" y="67"/>
                    </a:lnTo>
                    <a:lnTo>
                      <a:pt x="183" y="85"/>
                    </a:lnTo>
                    <a:lnTo>
                      <a:pt x="64" y="85"/>
                    </a:lnTo>
                    <a:lnTo>
                      <a:pt x="41" y="85"/>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390" name="Freeform 480"/>
              <p:cNvSpPr>
                <a:spLocks noChangeArrowheads="1"/>
              </p:cNvSpPr>
              <p:nvPr/>
            </p:nvSpPr>
            <p:spPr bwMode="auto">
              <a:xfrm>
                <a:off x="1008" y="3782"/>
                <a:ext cx="81" cy="12"/>
              </a:xfrm>
              <a:custGeom>
                <a:avLst/>
                <a:gdLst>
                  <a:gd name="T0" fmla="*/ 0 w 160"/>
                  <a:gd name="T1" fmla="*/ 36 h 36"/>
                  <a:gd name="T2" fmla="*/ 1 w 160"/>
                  <a:gd name="T3" fmla="*/ 20 h 36"/>
                  <a:gd name="T4" fmla="*/ 7 w 160"/>
                  <a:gd name="T5" fmla="*/ 8 h 36"/>
                  <a:gd name="T6" fmla="*/ 10 w 160"/>
                  <a:gd name="T7" fmla="*/ 0 h 36"/>
                  <a:gd name="T8" fmla="*/ 150 w 160"/>
                  <a:gd name="T9" fmla="*/ 0 h 36"/>
                  <a:gd name="T10" fmla="*/ 160 w 160"/>
                  <a:gd name="T11" fmla="*/ 36 h 36"/>
                  <a:gd name="T12" fmla="*/ 0 w 16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160" h="36">
                    <a:moveTo>
                      <a:pt x="0" y="36"/>
                    </a:moveTo>
                    <a:lnTo>
                      <a:pt x="1" y="20"/>
                    </a:lnTo>
                    <a:lnTo>
                      <a:pt x="7" y="8"/>
                    </a:lnTo>
                    <a:lnTo>
                      <a:pt x="10" y="0"/>
                    </a:lnTo>
                    <a:lnTo>
                      <a:pt x="150" y="0"/>
                    </a:lnTo>
                    <a:lnTo>
                      <a:pt x="160"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3391" name="Group 481"/>
            <p:cNvGrpSpPr>
              <a:grpSpLocks/>
            </p:cNvGrpSpPr>
            <p:nvPr/>
          </p:nvGrpSpPr>
          <p:grpSpPr bwMode="auto">
            <a:xfrm>
              <a:off x="920" y="3821"/>
              <a:ext cx="413" cy="50"/>
              <a:chOff x="920" y="3821"/>
              <a:chExt cx="413" cy="50"/>
            </a:xfrm>
          </p:grpSpPr>
          <p:sp>
            <p:nvSpPr>
              <p:cNvPr id="423392" name="Freeform 482"/>
              <p:cNvSpPr>
                <a:spLocks noChangeArrowheads="1"/>
              </p:cNvSpPr>
              <p:nvPr/>
            </p:nvSpPr>
            <p:spPr bwMode="auto">
              <a:xfrm>
                <a:off x="920" y="3821"/>
                <a:ext cx="413" cy="50"/>
              </a:xfrm>
              <a:custGeom>
                <a:avLst/>
                <a:gdLst>
                  <a:gd name="T0" fmla="*/ 35 w 825"/>
                  <a:gd name="T1" fmla="*/ 13 h 151"/>
                  <a:gd name="T2" fmla="*/ 17 w 825"/>
                  <a:gd name="T3" fmla="*/ 27 h 151"/>
                  <a:gd name="T4" fmla="*/ 9 w 825"/>
                  <a:gd name="T5" fmla="*/ 48 h 151"/>
                  <a:gd name="T6" fmla="*/ 0 w 825"/>
                  <a:gd name="T7" fmla="*/ 97 h 151"/>
                  <a:gd name="T8" fmla="*/ 4 w 825"/>
                  <a:gd name="T9" fmla="*/ 124 h 151"/>
                  <a:gd name="T10" fmla="*/ 13 w 825"/>
                  <a:gd name="T11" fmla="*/ 138 h 151"/>
                  <a:gd name="T12" fmla="*/ 26 w 825"/>
                  <a:gd name="T13" fmla="*/ 151 h 151"/>
                  <a:gd name="T14" fmla="*/ 783 w 825"/>
                  <a:gd name="T15" fmla="*/ 142 h 151"/>
                  <a:gd name="T16" fmla="*/ 807 w 825"/>
                  <a:gd name="T17" fmla="*/ 128 h 151"/>
                  <a:gd name="T18" fmla="*/ 816 w 825"/>
                  <a:gd name="T19" fmla="*/ 107 h 151"/>
                  <a:gd name="T20" fmla="*/ 825 w 825"/>
                  <a:gd name="T21" fmla="*/ 61 h 151"/>
                  <a:gd name="T22" fmla="*/ 821 w 825"/>
                  <a:gd name="T23" fmla="*/ 27 h 151"/>
                  <a:gd name="T24" fmla="*/ 806 w 825"/>
                  <a:gd name="T25" fmla="*/ 9 h 151"/>
                  <a:gd name="T26" fmla="*/ 785 w 825"/>
                  <a:gd name="T27" fmla="*/ 0 h 151"/>
                  <a:gd name="T28" fmla="*/ 35 w 825"/>
                  <a:gd name="T29" fmla="*/ 13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151">
                    <a:moveTo>
                      <a:pt x="35" y="13"/>
                    </a:moveTo>
                    <a:lnTo>
                      <a:pt x="17" y="27"/>
                    </a:lnTo>
                    <a:lnTo>
                      <a:pt x="9" y="48"/>
                    </a:lnTo>
                    <a:lnTo>
                      <a:pt x="0" y="97"/>
                    </a:lnTo>
                    <a:lnTo>
                      <a:pt x="4" y="124"/>
                    </a:lnTo>
                    <a:lnTo>
                      <a:pt x="13" y="138"/>
                    </a:lnTo>
                    <a:lnTo>
                      <a:pt x="26" y="151"/>
                    </a:lnTo>
                    <a:lnTo>
                      <a:pt x="783" y="142"/>
                    </a:lnTo>
                    <a:lnTo>
                      <a:pt x="807" y="128"/>
                    </a:lnTo>
                    <a:lnTo>
                      <a:pt x="816" y="107"/>
                    </a:lnTo>
                    <a:lnTo>
                      <a:pt x="825" y="61"/>
                    </a:lnTo>
                    <a:lnTo>
                      <a:pt x="821" y="27"/>
                    </a:lnTo>
                    <a:lnTo>
                      <a:pt x="806" y="9"/>
                    </a:lnTo>
                    <a:lnTo>
                      <a:pt x="785" y="0"/>
                    </a:lnTo>
                    <a:lnTo>
                      <a:pt x="35" y="13"/>
                    </a:lnTo>
                    <a:close/>
                  </a:path>
                </a:pathLst>
              </a:custGeom>
              <a:solidFill>
                <a:srgbClr val="202020"/>
              </a:solidFill>
              <a:ln w="7938">
                <a:solidFill>
                  <a:srgbClr val="000000"/>
                </a:solidFill>
                <a:round/>
                <a:headEnd/>
                <a:tailEnd/>
              </a:ln>
            </p:spPr>
            <p:txBody>
              <a:bodyPr/>
              <a:lstStyle/>
              <a:p>
                <a:pPr eaLnBrk="0" hangingPunct="0"/>
                <a:endParaRPr lang="zh-CN" altLang="en-US" b="1">
                  <a:solidFill>
                    <a:srgbClr val="000099"/>
                  </a:solidFill>
                  <a:ea typeface="黑体" panose="02010609060101010101" pitchFamily="49" charset="-122"/>
                </a:endParaRPr>
              </a:p>
            </p:txBody>
          </p:sp>
          <p:sp>
            <p:nvSpPr>
              <p:cNvPr id="423393" name="Freeform 483"/>
              <p:cNvSpPr>
                <a:spLocks noChangeArrowheads="1"/>
              </p:cNvSpPr>
              <p:nvPr/>
            </p:nvSpPr>
            <p:spPr bwMode="auto">
              <a:xfrm>
                <a:off x="972" y="3833"/>
                <a:ext cx="330" cy="27"/>
              </a:xfrm>
              <a:custGeom>
                <a:avLst/>
                <a:gdLst>
                  <a:gd name="T0" fmla="*/ 4 w 658"/>
                  <a:gd name="T1" fmla="*/ 23 h 79"/>
                  <a:gd name="T2" fmla="*/ 0 w 658"/>
                  <a:gd name="T3" fmla="*/ 50 h 79"/>
                  <a:gd name="T4" fmla="*/ 153 w 658"/>
                  <a:gd name="T5" fmla="*/ 50 h 79"/>
                  <a:gd name="T6" fmla="*/ 153 w 658"/>
                  <a:gd name="T7" fmla="*/ 79 h 79"/>
                  <a:gd name="T8" fmla="*/ 500 w 658"/>
                  <a:gd name="T9" fmla="*/ 73 h 79"/>
                  <a:gd name="T10" fmla="*/ 500 w 658"/>
                  <a:gd name="T11" fmla="*/ 50 h 79"/>
                  <a:gd name="T12" fmla="*/ 656 w 658"/>
                  <a:gd name="T13" fmla="*/ 50 h 79"/>
                  <a:gd name="T14" fmla="*/ 658 w 658"/>
                  <a:gd name="T15" fmla="*/ 23 h 79"/>
                  <a:gd name="T16" fmla="*/ 504 w 658"/>
                  <a:gd name="T17" fmla="*/ 23 h 79"/>
                  <a:gd name="T18" fmla="*/ 504 w 658"/>
                  <a:gd name="T19" fmla="*/ 0 h 79"/>
                  <a:gd name="T20" fmla="*/ 153 w 658"/>
                  <a:gd name="T21" fmla="*/ 8 h 79"/>
                  <a:gd name="T22" fmla="*/ 153 w 658"/>
                  <a:gd name="T23" fmla="*/ 23 h 79"/>
                  <a:gd name="T24" fmla="*/ 4 w 658"/>
                  <a:gd name="T25" fmla="*/ 23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58" h="79">
                    <a:moveTo>
                      <a:pt x="4" y="23"/>
                    </a:moveTo>
                    <a:lnTo>
                      <a:pt x="0" y="50"/>
                    </a:lnTo>
                    <a:lnTo>
                      <a:pt x="153" y="50"/>
                    </a:lnTo>
                    <a:lnTo>
                      <a:pt x="153" y="79"/>
                    </a:lnTo>
                    <a:lnTo>
                      <a:pt x="500" y="73"/>
                    </a:lnTo>
                    <a:lnTo>
                      <a:pt x="500" y="50"/>
                    </a:lnTo>
                    <a:lnTo>
                      <a:pt x="656" y="50"/>
                    </a:lnTo>
                    <a:lnTo>
                      <a:pt x="658" y="23"/>
                    </a:lnTo>
                    <a:lnTo>
                      <a:pt x="504" y="23"/>
                    </a:lnTo>
                    <a:lnTo>
                      <a:pt x="504" y="0"/>
                    </a:lnTo>
                    <a:lnTo>
                      <a:pt x="153" y="8"/>
                    </a:lnTo>
                    <a:lnTo>
                      <a:pt x="153" y="23"/>
                    </a:lnTo>
                    <a:lnTo>
                      <a:pt x="4"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394" name="Rectangle 484"/>
              <p:cNvSpPr>
                <a:spLocks noChangeArrowheads="1"/>
              </p:cNvSpPr>
              <p:nvPr/>
            </p:nvSpPr>
            <p:spPr bwMode="auto">
              <a:xfrm>
                <a:off x="982" y="3856"/>
                <a:ext cx="26" cy="7"/>
              </a:xfrm>
              <a:prstGeom prst="rect">
                <a:avLst/>
              </a:prstGeom>
              <a:solidFill>
                <a:srgbClr val="00A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395" name="Rectangle 485"/>
              <p:cNvSpPr>
                <a:spLocks noChangeArrowheads="1"/>
              </p:cNvSpPr>
              <p:nvPr/>
            </p:nvSpPr>
            <p:spPr bwMode="auto">
              <a:xfrm>
                <a:off x="1237" y="3855"/>
                <a:ext cx="53" cy="6"/>
              </a:xfrm>
              <a:prstGeom prst="rect">
                <a:avLst/>
              </a:prstGeom>
              <a:solidFill>
                <a:srgbClr val="202020"/>
              </a:solidFill>
              <a:ln w="7938">
                <a:solidFill>
                  <a:srgbClr val="000000"/>
                </a:solidFill>
                <a:miter lim="800000"/>
                <a:headEnd/>
                <a:tailEnd/>
              </a:ln>
            </p:spPr>
            <p:txBody>
              <a:bodyPr/>
              <a:lstStyle/>
              <a:p>
                <a:pPr eaLnBrk="0" hangingPunct="0"/>
                <a:endParaRPr lang="zh-CN" altLang="en-US" b="1">
                  <a:solidFill>
                    <a:srgbClr val="000099"/>
                  </a:solidFill>
                  <a:ea typeface="黑体" panose="02010609060101010101" pitchFamily="49" charset="-122"/>
                </a:endParaRPr>
              </a:p>
            </p:txBody>
          </p:sp>
        </p:grpSp>
        <p:grpSp>
          <p:nvGrpSpPr>
            <p:cNvPr id="423396" name="Group 486"/>
            <p:cNvGrpSpPr>
              <a:grpSpLocks/>
            </p:cNvGrpSpPr>
            <p:nvPr/>
          </p:nvGrpSpPr>
          <p:grpSpPr bwMode="auto">
            <a:xfrm>
              <a:off x="1227" y="3477"/>
              <a:ext cx="508" cy="321"/>
              <a:chOff x="1227" y="3477"/>
              <a:chExt cx="508" cy="321"/>
            </a:xfrm>
          </p:grpSpPr>
          <p:sp>
            <p:nvSpPr>
              <p:cNvPr id="423397" name="Freeform 487"/>
              <p:cNvSpPr>
                <a:spLocks noChangeArrowheads="1"/>
              </p:cNvSpPr>
              <p:nvPr/>
            </p:nvSpPr>
            <p:spPr bwMode="auto">
              <a:xfrm>
                <a:off x="1640" y="3731"/>
                <a:ext cx="95" cy="66"/>
              </a:xfrm>
              <a:custGeom>
                <a:avLst/>
                <a:gdLst>
                  <a:gd name="T0" fmla="*/ 126 w 191"/>
                  <a:gd name="T1" fmla="*/ 9 h 200"/>
                  <a:gd name="T2" fmla="*/ 93 w 191"/>
                  <a:gd name="T3" fmla="*/ 0 h 200"/>
                  <a:gd name="T4" fmla="*/ 59 w 191"/>
                  <a:gd name="T5" fmla="*/ 5 h 200"/>
                  <a:gd name="T6" fmla="*/ 32 w 191"/>
                  <a:gd name="T7" fmla="*/ 17 h 200"/>
                  <a:gd name="T8" fmla="*/ 9 w 191"/>
                  <a:gd name="T9" fmla="*/ 45 h 200"/>
                  <a:gd name="T10" fmla="*/ 0 w 191"/>
                  <a:gd name="T11" fmla="*/ 94 h 200"/>
                  <a:gd name="T12" fmla="*/ 0 w 191"/>
                  <a:gd name="T13" fmla="*/ 137 h 200"/>
                  <a:gd name="T14" fmla="*/ 0 w 191"/>
                  <a:gd name="T15" fmla="*/ 200 h 200"/>
                  <a:gd name="T16" fmla="*/ 191 w 191"/>
                  <a:gd name="T17" fmla="*/ 200 h 200"/>
                  <a:gd name="T18" fmla="*/ 181 w 191"/>
                  <a:gd name="T19" fmla="*/ 81 h 200"/>
                  <a:gd name="T20" fmla="*/ 157 w 191"/>
                  <a:gd name="T21" fmla="*/ 30 h 200"/>
                  <a:gd name="T22" fmla="*/ 126 w 191"/>
                  <a:gd name="T23" fmla="*/ 9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1" h="200">
                    <a:moveTo>
                      <a:pt x="126" y="9"/>
                    </a:moveTo>
                    <a:lnTo>
                      <a:pt x="93" y="0"/>
                    </a:lnTo>
                    <a:lnTo>
                      <a:pt x="59" y="5"/>
                    </a:lnTo>
                    <a:lnTo>
                      <a:pt x="32" y="17"/>
                    </a:lnTo>
                    <a:lnTo>
                      <a:pt x="9" y="45"/>
                    </a:lnTo>
                    <a:lnTo>
                      <a:pt x="0" y="94"/>
                    </a:lnTo>
                    <a:lnTo>
                      <a:pt x="0" y="137"/>
                    </a:lnTo>
                    <a:lnTo>
                      <a:pt x="0" y="200"/>
                    </a:lnTo>
                    <a:lnTo>
                      <a:pt x="191" y="200"/>
                    </a:lnTo>
                    <a:lnTo>
                      <a:pt x="181" y="81"/>
                    </a:lnTo>
                    <a:lnTo>
                      <a:pt x="157" y="30"/>
                    </a:lnTo>
                    <a:lnTo>
                      <a:pt x="126" y="9"/>
                    </a:lnTo>
                    <a:close/>
                  </a:path>
                </a:pathLst>
              </a:custGeom>
              <a:solidFill>
                <a:schemeClr val="bg2"/>
              </a:solidFill>
              <a:ln w="7938">
                <a:solidFill>
                  <a:srgbClr val="404040"/>
                </a:solidFill>
                <a:round/>
                <a:headEnd/>
                <a:tailEnd/>
              </a:ln>
            </p:spPr>
            <p:txBody>
              <a:bodyPr/>
              <a:lstStyle/>
              <a:p>
                <a:pPr eaLnBrk="0" hangingPunct="0"/>
                <a:endParaRPr lang="zh-CN" altLang="en-US" b="1">
                  <a:solidFill>
                    <a:srgbClr val="000099"/>
                  </a:solidFill>
                  <a:ea typeface="黑体" panose="02010609060101010101" pitchFamily="49" charset="-122"/>
                </a:endParaRPr>
              </a:p>
            </p:txBody>
          </p:sp>
          <p:sp>
            <p:nvSpPr>
              <p:cNvPr id="423398" name="Freeform 488"/>
              <p:cNvSpPr>
                <a:spLocks noChangeArrowheads="1"/>
              </p:cNvSpPr>
              <p:nvPr/>
            </p:nvSpPr>
            <p:spPr bwMode="auto">
              <a:xfrm>
                <a:off x="1227" y="3477"/>
                <a:ext cx="429" cy="264"/>
              </a:xfrm>
              <a:custGeom>
                <a:avLst/>
                <a:gdLst>
                  <a:gd name="T0" fmla="*/ 0 w 860"/>
                  <a:gd name="T1" fmla="*/ 0 h 791"/>
                  <a:gd name="T2" fmla="*/ 860 w 860"/>
                  <a:gd name="T3" fmla="*/ 764 h 791"/>
                  <a:gd name="T4" fmla="*/ 849 w 860"/>
                  <a:gd name="T5" fmla="*/ 777 h 791"/>
                  <a:gd name="T6" fmla="*/ 838 w 860"/>
                  <a:gd name="T7" fmla="*/ 791 h 791"/>
                  <a:gd name="T8" fmla="*/ 0 w 860"/>
                  <a:gd name="T9" fmla="*/ 0 h 791"/>
                </a:gdLst>
                <a:ahLst/>
                <a:cxnLst>
                  <a:cxn ang="0">
                    <a:pos x="T0" y="T1"/>
                  </a:cxn>
                  <a:cxn ang="0">
                    <a:pos x="T2" y="T3"/>
                  </a:cxn>
                  <a:cxn ang="0">
                    <a:pos x="T4" y="T5"/>
                  </a:cxn>
                  <a:cxn ang="0">
                    <a:pos x="T6" y="T7"/>
                  </a:cxn>
                  <a:cxn ang="0">
                    <a:pos x="T8" y="T9"/>
                  </a:cxn>
                </a:cxnLst>
                <a:rect l="0" t="0" r="r" b="b"/>
                <a:pathLst>
                  <a:path w="860" h="791">
                    <a:moveTo>
                      <a:pt x="0" y="0"/>
                    </a:moveTo>
                    <a:lnTo>
                      <a:pt x="860" y="764"/>
                    </a:lnTo>
                    <a:lnTo>
                      <a:pt x="849" y="777"/>
                    </a:lnTo>
                    <a:lnTo>
                      <a:pt x="838" y="791"/>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399" name="Freeform 489"/>
              <p:cNvSpPr>
                <a:spLocks noChangeArrowheads="1"/>
              </p:cNvSpPr>
              <p:nvPr/>
            </p:nvSpPr>
            <p:spPr bwMode="auto">
              <a:xfrm>
                <a:off x="1521" y="3650"/>
                <a:ext cx="141" cy="122"/>
              </a:xfrm>
              <a:custGeom>
                <a:avLst/>
                <a:gdLst>
                  <a:gd name="T0" fmla="*/ 4 w 281"/>
                  <a:gd name="T1" fmla="*/ 95 h 366"/>
                  <a:gd name="T2" fmla="*/ 24 w 281"/>
                  <a:gd name="T3" fmla="*/ 62 h 366"/>
                  <a:gd name="T4" fmla="*/ 54 w 281"/>
                  <a:gd name="T5" fmla="*/ 43 h 366"/>
                  <a:gd name="T6" fmla="*/ 78 w 281"/>
                  <a:gd name="T7" fmla="*/ 42 h 366"/>
                  <a:gd name="T8" fmla="*/ 128 w 281"/>
                  <a:gd name="T9" fmla="*/ 43 h 366"/>
                  <a:gd name="T10" fmla="*/ 132 w 281"/>
                  <a:gd name="T11" fmla="*/ 0 h 366"/>
                  <a:gd name="T12" fmla="*/ 281 w 281"/>
                  <a:gd name="T13" fmla="*/ 130 h 366"/>
                  <a:gd name="T14" fmla="*/ 272 w 281"/>
                  <a:gd name="T15" fmla="*/ 179 h 366"/>
                  <a:gd name="T16" fmla="*/ 228 w 281"/>
                  <a:gd name="T17" fmla="*/ 170 h 366"/>
                  <a:gd name="T18" fmla="*/ 191 w 281"/>
                  <a:gd name="T19" fmla="*/ 184 h 366"/>
                  <a:gd name="T20" fmla="*/ 158 w 281"/>
                  <a:gd name="T21" fmla="*/ 210 h 366"/>
                  <a:gd name="T22" fmla="*/ 150 w 281"/>
                  <a:gd name="T23" fmla="*/ 232 h 366"/>
                  <a:gd name="T24" fmla="*/ 149 w 281"/>
                  <a:gd name="T25" fmla="*/ 295 h 366"/>
                  <a:gd name="T26" fmla="*/ 149 w 281"/>
                  <a:gd name="T27" fmla="*/ 338 h 366"/>
                  <a:gd name="T28" fmla="*/ 150 w 281"/>
                  <a:gd name="T29" fmla="*/ 366 h 366"/>
                  <a:gd name="T30" fmla="*/ 0 w 281"/>
                  <a:gd name="T31" fmla="*/ 229 h 366"/>
                  <a:gd name="T32" fmla="*/ 0 w 281"/>
                  <a:gd name="T33" fmla="*/ 139 h 366"/>
                  <a:gd name="T34" fmla="*/ 4 w 281"/>
                  <a:gd name="T35" fmla="*/ 95 h 3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81" h="366">
                    <a:moveTo>
                      <a:pt x="4" y="95"/>
                    </a:moveTo>
                    <a:lnTo>
                      <a:pt x="24" y="62"/>
                    </a:lnTo>
                    <a:lnTo>
                      <a:pt x="54" y="43"/>
                    </a:lnTo>
                    <a:lnTo>
                      <a:pt x="78" y="42"/>
                    </a:lnTo>
                    <a:lnTo>
                      <a:pt x="128" y="43"/>
                    </a:lnTo>
                    <a:lnTo>
                      <a:pt x="132" y="0"/>
                    </a:lnTo>
                    <a:lnTo>
                      <a:pt x="281" y="130"/>
                    </a:lnTo>
                    <a:lnTo>
                      <a:pt x="272" y="179"/>
                    </a:lnTo>
                    <a:lnTo>
                      <a:pt x="228" y="170"/>
                    </a:lnTo>
                    <a:lnTo>
                      <a:pt x="191" y="184"/>
                    </a:lnTo>
                    <a:lnTo>
                      <a:pt x="158" y="210"/>
                    </a:lnTo>
                    <a:lnTo>
                      <a:pt x="150" y="232"/>
                    </a:lnTo>
                    <a:lnTo>
                      <a:pt x="149" y="295"/>
                    </a:lnTo>
                    <a:lnTo>
                      <a:pt x="149" y="338"/>
                    </a:lnTo>
                    <a:lnTo>
                      <a:pt x="150" y="366"/>
                    </a:lnTo>
                    <a:lnTo>
                      <a:pt x="0" y="229"/>
                    </a:lnTo>
                    <a:lnTo>
                      <a:pt x="0" y="139"/>
                    </a:lnTo>
                    <a:lnTo>
                      <a:pt x="4" y="95"/>
                    </a:lnTo>
                    <a:close/>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黑体" panose="02010609060101010101" pitchFamily="49" charset="-122"/>
                </a:endParaRPr>
              </a:p>
            </p:txBody>
          </p:sp>
          <p:sp>
            <p:nvSpPr>
              <p:cNvPr id="423400" name="Line 490"/>
              <p:cNvSpPr>
                <a:spLocks noChangeShapeType="1"/>
              </p:cNvSpPr>
              <p:nvPr/>
            </p:nvSpPr>
            <p:spPr bwMode="auto">
              <a:xfrm>
                <a:off x="1586" y="3665"/>
                <a:ext cx="76" cy="44"/>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23401" name="Freeform 491"/>
              <p:cNvSpPr>
                <a:spLocks noChangeArrowheads="1"/>
              </p:cNvSpPr>
              <p:nvPr/>
            </p:nvSpPr>
            <p:spPr bwMode="auto">
              <a:xfrm>
                <a:off x="1242" y="3486"/>
                <a:ext cx="111" cy="96"/>
              </a:xfrm>
              <a:custGeom>
                <a:avLst/>
                <a:gdLst>
                  <a:gd name="T0" fmla="*/ 10 w 222"/>
                  <a:gd name="T1" fmla="*/ 98 h 289"/>
                  <a:gd name="T2" fmla="*/ 27 w 222"/>
                  <a:gd name="T3" fmla="*/ 64 h 289"/>
                  <a:gd name="T4" fmla="*/ 53 w 222"/>
                  <a:gd name="T5" fmla="*/ 45 h 289"/>
                  <a:gd name="T6" fmla="*/ 81 w 222"/>
                  <a:gd name="T7" fmla="*/ 41 h 289"/>
                  <a:gd name="T8" fmla="*/ 131 w 222"/>
                  <a:gd name="T9" fmla="*/ 42 h 289"/>
                  <a:gd name="T10" fmla="*/ 135 w 222"/>
                  <a:gd name="T11" fmla="*/ 0 h 289"/>
                  <a:gd name="T12" fmla="*/ 222 w 222"/>
                  <a:gd name="T13" fmla="*/ 80 h 289"/>
                  <a:gd name="T14" fmla="*/ 218 w 222"/>
                  <a:gd name="T15" fmla="*/ 120 h 289"/>
                  <a:gd name="T16" fmla="*/ 190 w 222"/>
                  <a:gd name="T17" fmla="*/ 118 h 289"/>
                  <a:gd name="T18" fmla="*/ 168 w 222"/>
                  <a:gd name="T19" fmla="*/ 116 h 289"/>
                  <a:gd name="T20" fmla="*/ 135 w 222"/>
                  <a:gd name="T21" fmla="*/ 125 h 289"/>
                  <a:gd name="T22" fmla="*/ 118 w 222"/>
                  <a:gd name="T23" fmla="*/ 137 h 289"/>
                  <a:gd name="T24" fmla="*/ 102 w 222"/>
                  <a:gd name="T25" fmla="*/ 161 h 289"/>
                  <a:gd name="T26" fmla="*/ 98 w 222"/>
                  <a:gd name="T27" fmla="*/ 192 h 289"/>
                  <a:gd name="T28" fmla="*/ 93 w 222"/>
                  <a:gd name="T29" fmla="*/ 289 h 289"/>
                  <a:gd name="T30" fmla="*/ 0 w 222"/>
                  <a:gd name="T31" fmla="*/ 197 h 289"/>
                  <a:gd name="T32" fmla="*/ 4 w 222"/>
                  <a:gd name="T33" fmla="*/ 138 h 289"/>
                  <a:gd name="T34" fmla="*/ 10 w 222"/>
                  <a:gd name="T35" fmla="*/ 98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22" h="289">
                    <a:moveTo>
                      <a:pt x="10" y="98"/>
                    </a:moveTo>
                    <a:lnTo>
                      <a:pt x="27" y="64"/>
                    </a:lnTo>
                    <a:lnTo>
                      <a:pt x="53" y="45"/>
                    </a:lnTo>
                    <a:lnTo>
                      <a:pt x="81" y="41"/>
                    </a:lnTo>
                    <a:lnTo>
                      <a:pt x="131" y="42"/>
                    </a:lnTo>
                    <a:lnTo>
                      <a:pt x="135" y="0"/>
                    </a:lnTo>
                    <a:lnTo>
                      <a:pt x="222" y="80"/>
                    </a:lnTo>
                    <a:lnTo>
                      <a:pt x="218" y="120"/>
                    </a:lnTo>
                    <a:lnTo>
                      <a:pt x="190" y="118"/>
                    </a:lnTo>
                    <a:lnTo>
                      <a:pt x="168" y="116"/>
                    </a:lnTo>
                    <a:lnTo>
                      <a:pt x="135" y="125"/>
                    </a:lnTo>
                    <a:lnTo>
                      <a:pt x="118" y="137"/>
                    </a:lnTo>
                    <a:lnTo>
                      <a:pt x="102" y="161"/>
                    </a:lnTo>
                    <a:lnTo>
                      <a:pt x="98" y="192"/>
                    </a:lnTo>
                    <a:lnTo>
                      <a:pt x="93" y="289"/>
                    </a:lnTo>
                    <a:lnTo>
                      <a:pt x="0" y="197"/>
                    </a:lnTo>
                    <a:lnTo>
                      <a:pt x="4" y="138"/>
                    </a:lnTo>
                    <a:lnTo>
                      <a:pt x="10" y="98"/>
                    </a:lnTo>
                    <a:close/>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黑体" panose="02010609060101010101" pitchFamily="49" charset="-122"/>
                </a:endParaRPr>
              </a:p>
            </p:txBody>
          </p:sp>
          <p:sp>
            <p:nvSpPr>
              <p:cNvPr id="423402" name="Freeform 492"/>
              <p:cNvSpPr>
                <a:spLocks noChangeArrowheads="1"/>
              </p:cNvSpPr>
              <p:nvPr/>
            </p:nvSpPr>
            <p:spPr bwMode="auto">
              <a:xfrm>
                <a:off x="1456" y="3626"/>
                <a:ext cx="64" cy="62"/>
              </a:xfrm>
              <a:custGeom>
                <a:avLst/>
                <a:gdLst>
                  <a:gd name="T0" fmla="*/ 128 w 128"/>
                  <a:gd name="T1" fmla="*/ 5 h 186"/>
                  <a:gd name="T2" fmla="*/ 59 w 128"/>
                  <a:gd name="T3" fmla="*/ 0 h 186"/>
                  <a:gd name="T4" fmla="*/ 30 w 128"/>
                  <a:gd name="T5" fmla="*/ 14 h 186"/>
                  <a:gd name="T6" fmla="*/ 9 w 128"/>
                  <a:gd name="T7" fmla="*/ 40 h 186"/>
                  <a:gd name="T8" fmla="*/ 0 w 128"/>
                  <a:gd name="T9" fmla="*/ 89 h 186"/>
                  <a:gd name="T10" fmla="*/ 0 w 128"/>
                  <a:gd name="T11" fmla="*/ 186 h 186"/>
                  <a:gd name="T12" fmla="*/ 0 w 128"/>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8" h="186">
                    <a:moveTo>
                      <a:pt x="128" y="5"/>
                    </a:moveTo>
                    <a:lnTo>
                      <a:pt x="59" y="0"/>
                    </a:lnTo>
                    <a:lnTo>
                      <a:pt x="30" y="14"/>
                    </a:lnTo>
                    <a:lnTo>
                      <a:pt x="9" y="40"/>
                    </a:lnTo>
                    <a:lnTo>
                      <a:pt x="0" y="89"/>
                    </a:lnTo>
                    <a:lnTo>
                      <a:pt x="0" y="186"/>
                    </a:lnTo>
                    <a:lnTo>
                      <a:pt x="0" y="182"/>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黑体" panose="02010609060101010101" pitchFamily="49" charset="-122"/>
                </a:endParaRPr>
              </a:p>
            </p:txBody>
          </p:sp>
          <p:sp>
            <p:nvSpPr>
              <p:cNvPr id="423403" name="Freeform 493"/>
              <p:cNvSpPr>
                <a:spLocks noChangeArrowheads="1"/>
              </p:cNvSpPr>
              <p:nvPr/>
            </p:nvSpPr>
            <p:spPr bwMode="auto">
              <a:xfrm>
                <a:off x="1440" y="3615"/>
                <a:ext cx="63" cy="61"/>
              </a:xfrm>
              <a:custGeom>
                <a:avLst/>
                <a:gdLst>
                  <a:gd name="T0" fmla="*/ 126 w 126"/>
                  <a:gd name="T1" fmla="*/ 3 h 185"/>
                  <a:gd name="T2" fmla="*/ 59 w 126"/>
                  <a:gd name="T3" fmla="*/ 0 h 185"/>
                  <a:gd name="T4" fmla="*/ 24 w 126"/>
                  <a:gd name="T5" fmla="*/ 15 h 185"/>
                  <a:gd name="T6" fmla="*/ 9 w 126"/>
                  <a:gd name="T7" fmla="*/ 39 h 185"/>
                  <a:gd name="T8" fmla="*/ 0 w 126"/>
                  <a:gd name="T9" fmla="*/ 88 h 185"/>
                  <a:gd name="T10" fmla="*/ 0 w 126"/>
                  <a:gd name="T11" fmla="*/ 185 h 185"/>
                  <a:gd name="T12" fmla="*/ 0 w 126"/>
                  <a:gd name="T13" fmla="*/ 180 h 185"/>
                </a:gdLst>
                <a:ahLst/>
                <a:cxnLst>
                  <a:cxn ang="0">
                    <a:pos x="T0" y="T1"/>
                  </a:cxn>
                  <a:cxn ang="0">
                    <a:pos x="T2" y="T3"/>
                  </a:cxn>
                  <a:cxn ang="0">
                    <a:pos x="T4" y="T5"/>
                  </a:cxn>
                  <a:cxn ang="0">
                    <a:pos x="T6" y="T7"/>
                  </a:cxn>
                  <a:cxn ang="0">
                    <a:pos x="T8" y="T9"/>
                  </a:cxn>
                  <a:cxn ang="0">
                    <a:pos x="T10" y="T11"/>
                  </a:cxn>
                  <a:cxn ang="0">
                    <a:pos x="T12" y="T13"/>
                  </a:cxn>
                </a:cxnLst>
                <a:rect l="0" t="0" r="r" b="b"/>
                <a:pathLst>
                  <a:path w="126" h="185">
                    <a:moveTo>
                      <a:pt x="126" y="3"/>
                    </a:moveTo>
                    <a:lnTo>
                      <a:pt x="59" y="0"/>
                    </a:lnTo>
                    <a:lnTo>
                      <a:pt x="24" y="15"/>
                    </a:lnTo>
                    <a:lnTo>
                      <a:pt x="9" y="39"/>
                    </a:lnTo>
                    <a:lnTo>
                      <a:pt x="0" y="88"/>
                    </a:lnTo>
                    <a:lnTo>
                      <a:pt x="0" y="185"/>
                    </a:lnTo>
                    <a:lnTo>
                      <a:pt x="0" y="180"/>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黑体" panose="02010609060101010101" pitchFamily="49" charset="-122"/>
                </a:endParaRPr>
              </a:p>
            </p:txBody>
          </p:sp>
          <p:sp>
            <p:nvSpPr>
              <p:cNvPr id="423404" name="Freeform 494"/>
              <p:cNvSpPr>
                <a:spLocks noChangeArrowheads="1"/>
              </p:cNvSpPr>
              <p:nvPr/>
            </p:nvSpPr>
            <p:spPr bwMode="auto">
              <a:xfrm>
                <a:off x="1422" y="3604"/>
                <a:ext cx="64" cy="62"/>
              </a:xfrm>
              <a:custGeom>
                <a:avLst/>
                <a:gdLst>
                  <a:gd name="T0" fmla="*/ 127 w 127"/>
                  <a:gd name="T1" fmla="*/ 5 h 185"/>
                  <a:gd name="T2" fmla="*/ 59 w 127"/>
                  <a:gd name="T3" fmla="*/ 0 h 185"/>
                  <a:gd name="T4" fmla="*/ 30 w 127"/>
                  <a:gd name="T5" fmla="*/ 14 h 185"/>
                  <a:gd name="T6" fmla="*/ 9 w 127"/>
                  <a:gd name="T7" fmla="*/ 39 h 185"/>
                  <a:gd name="T8" fmla="*/ 0 w 127"/>
                  <a:gd name="T9" fmla="*/ 88 h 185"/>
                  <a:gd name="T10" fmla="*/ 0 w 127"/>
                  <a:gd name="T11" fmla="*/ 185 h 185"/>
                  <a:gd name="T12" fmla="*/ 0 w 127"/>
                  <a:gd name="T13" fmla="*/ 182 h 185"/>
                </a:gdLst>
                <a:ahLst/>
                <a:cxnLst>
                  <a:cxn ang="0">
                    <a:pos x="T0" y="T1"/>
                  </a:cxn>
                  <a:cxn ang="0">
                    <a:pos x="T2" y="T3"/>
                  </a:cxn>
                  <a:cxn ang="0">
                    <a:pos x="T4" y="T5"/>
                  </a:cxn>
                  <a:cxn ang="0">
                    <a:pos x="T6" y="T7"/>
                  </a:cxn>
                  <a:cxn ang="0">
                    <a:pos x="T8" y="T9"/>
                  </a:cxn>
                  <a:cxn ang="0">
                    <a:pos x="T10" y="T11"/>
                  </a:cxn>
                  <a:cxn ang="0">
                    <a:pos x="T12" y="T13"/>
                  </a:cxn>
                </a:cxnLst>
                <a:rect l="0" t="0" r="r" b="b"/>
                <a:pathLst>
                  <a:path w="127" h="185">
                    <a:moveTo>
                      <a:pt x="127" y="5"/>
                    </a:moveTo>
                    <a:lnTo>
                      <a:pt x="59" y="0"/>
                    </a:lnTo>
                    <a:lnTo>
                      <a:pt x="30" y="14"/>
                    </a:lnTo>
                    <a:lnTo>
                      <a:pt x="9" y="39"/>
                    </a:lnTo>
                    <a:lnTo>
                      <a:pt x="0" y="88"/>
                    </a:lnTo>
                    <a:lnTo>
                      <a:pt x="0" y="185"/>
                    </a:lnTo>
                    <a:lnTo>
                      <a:pt x="0" y="182"/>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黑体" panose="02010609060101010101" pitchFamily="49" charset="-122"/>
                </a:endParaRPr>
              </a:p>
            </p:txBody>
          </p:sp>
          <p:sp>
            <p:nvSpPr>
              <p:cNvPr id="423405" name="Freeform 495"/>
              <p:cNvSpPr>
                <a:spLocks noChangeArrowheads="1"/>
              </p:cNvSpPr>
              <p:nvPr/>
            </p:nvSpPr>
            <p:spPr bwMode="auto">
              <a:xfrm>
                <a:off x="1401" y="3594"/>
                <a:ext cx="64" cy="62"/>
              </a:xfrm>
              <a:custGeom>
                <a:avLst/>
                <a:gdLst>
                  <a:gd name="T0" fmla="*/ 127 w 127"/>
                  <a:gd name="T1" fmla="*/ 5 h 186"/>
                  <a:gd name="T2" fmla="*/ 59 w 127"/>
                  <a:gd name="T3" fmla="*/ 0 h 186"/>
                  <a:gd name="T4" fmla="*/ 32 w 127"/>
                  <a:gd name="T5" fmla="*/ 10 h 186"/>
                  <a:gd name="T6" fmla="*/ 9 w 127"/>
                  <a:gd name="T7" fmla="*/ 39 h 186"/>
                  <a:gd name="T8" fmla="*/ 0 w 127"/>
                  <a:gd name="T9" fmla="*/ 88 h 186"/>
                  <a:gd name="T10" fmla="*/ 0 w 127"/>
                  <a:gd name="T11" fmla="*/ 186 h 186"/>
                  <a:gd name="T12" fmla="*/ 0 w 127"/>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7" h="186">
                    <a:moveTo>
                      <a:pt x="127" y="5"/>
                    </a:moveTo>
                    <a:lnTo>
                      <a:pt x="59" y="0"/>
                    </a:lnTo>
                    <a:lnTo>
                      <a:pt x="32" y="10"/>
                    </a:lnTo>
                    <a:lnTo>
                      <a:pt x="9" y="39"/>
                    </a:lnTo>
                    <a:lnTo>
                      <a:pt x="0" y="88"/>
                    </a:lnTo>
                    <a:lnTo>
                      <a:pt x="0" y="186"/>
                    </a:lnTo>
                    <a:lnTo>
                      <a:pt x="0" y="182"/>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黑体" panose="02010609060101010101" pitchFamily="49" charset="-122"/>
                </a:endParaRPr>
              </a:p>
            </p:txBody>
          </p:sp>
          <p:sp>
            <p:nvSpPr>
              <p:cNvPr id="423406" name="Freeform 496"/>
              <p:cNvSpPr>
                <a:spLocks noChangeArrowheads="1"/>
              </p:cNvSpPr>
              <p:nvPr/>
            </p:nvSpPr>
            <p:spPr bwMode="auto">
              <a:xfrm>
                <a:off x="1383" y="3583"/>
                <a:ext cx="64" cy="62"/>
              </a:xfrm>
              <a:custGeom>
                <a:avLst/>
                <a:gdLst>
                  <a:gd name="T0" fmla="*/ 128 w 128"/>
                  <a:gd name="T1" fmla="*/ 4 h 186"/>
                  <a:gd name="T2" fmla="*/ 59 w 128"/>
                  <a:gd name="T3" fmla="*/ 0 h 186"/>
                  <a:gd name="T4" fmla="*/ 32 w 128"/>
                  <a:gd name="T5" fmla="*/ 13 h 186"/>
                  <a:gd name="T6" fmla="*/ 9 w 128"/>
                  <a:gd name="T7" fmla="*/ 40 h 186"/>
                  <a:gd name="T8" fmla="*/ 0 w 128"/>
                  <a:gd name="T9" fmla="*/ 88 h 186"/>
                  <a:gd name="T10" fmla="*/ 0 w 128"/>
                  <a:gd name="T11" fmla="*/ 186 h 186"/>
                  <a:gd name="T12" fmla="*/ 0 w 128"/>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8" h="186">
                    <a:moveTo>
                      <a:pt x="128" y="4"/>
                    </a:moveTo>
                    <a:lnTo>
                      <a:pt x="59" y="0"/>
                    </a:lnTo>
                    <a:lnTo>
                      <a:pt x="32" y="13"/>
                    </a:lnTo>
                    <a:lnTo>
                      <a:pt x="9" y="40"/>
                    </a:lnTo>
                    <a:lnTo>
                      <a:pt x="0" y="88"/>
                    </a:lnTo>
                    <a:lnTo>
                      <a:pt x="0" y="186"/>
                    </a:lnTo>
                    <a:lnTo>
                      <a:pt x="0" y="182"/>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黑体" panose="02010609060101010101" pitchFamily="49" charset="-122"/>
                </a:endParaRPr>
              </a:p>
            </p:txBody>
          </p:sp>
          <p:sp>
            <p:nvSpPr>
              <p:cNvPr id="423407" name="Freeform 497"/>
              <p:cNvSpPr>
                <a:spLocks noChangeArrowheads="1"/>
              </p:cNvSpPr>
              <p:nvPr/>
            </p:nvSpPr>
            <p:spPr bwMode="auto">
              <a:xfrm>
                <a:off x="1365" y="3570"/>
                <a:ext cx="63" cy="62"/>
              </a:xfrm>
              <a:custGeom>
                <a:avLst/>
                <a:gdLst>
                  <a:gd name="T0" fmla="*/ 126 w 126"/>
                  <a:gd name="T1" fmla="*/ 4 h 186"/>
                  <a:gd name="T2" fmla="*/ 58 w 126"/>
                  <a:gd name="T3" fmla="*/ 0 h 186"/>
                  <a:gd name="T4" fmla="*/ 31 w 126"/>
                  <a:gd name="T5" fmla="*/ 14 h 186"/>
                  <a:gd name="T6" fmla="*/ 8 w 126"/>
                  <a:gd name="T7" fmla="*/ 40 h 186"/>
                  <a:gd name="T8" fmla="*/ 0 w 126"/>
                  <a:gd name="T9" fmla="*/ 89 h 186"/>
                  <a:gd name="T10" fmla="*/ 0 w 126"/>
                  <a:gd name="T11" fmla="*/ 186 h 186"/>
                  <a:gd name="T12" fmla="*/ 0 w 126"/>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6" h="186">
                    <a:moveTo>
                      <a:pt x="126" y="4"/>
                    </a:moveTo>
                    <a:lnTo>
                      <a:pt x="58" y="0"/>
                    </a:lnTo>
                    <a:lnTo>
                      <a:pt x="31" y="14"/>
                    </a:lnTo>
                    <a:lnTo>
                      <a:pt x="8" y="40"/>
                    </a:lnTo>
                    <a:lnTo>
                      <a:pt x="0" y="89"/>
                    </a:lnTo>
                    <a:lnTo>
                      <a:pt x="0" y="186"/>
                    </a:lnTo>
                    <a:lnTo>
                      <a:pt x="0" y="182"/>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黑体" panose="02010609060101010101" pitchFamily="49" charset="-122"/>
                </a:endParaRPr>
              </a:p>
            </p:txBody>
          </p:sp>
          <p:sp>
            <p:nvSpPr>
              <p:cNvPr id="423408" name="Freeform 498"/>
              <p:cNvSpPr>
                <a:spLocks noChangeArrowheads="1"/>
              </p:cNvSpPr>
              <p:nvPr/>
            </p:nvSpPr>
            <p:spPr bwMode="auto">
              <a:xfrm>
                <a:off x="1349" y="3558"/>
                <a:ext cx="64" cy="62"/>
              </a:xfrm>
              <a:custGeom>
                <a:avLst/>
                <a:gdLst>
                  <a:gd name="T0" fmla="*/ 127 w 127"/>
                  <a:gd name="T1" fmla="*/ 5 h 186"/>
                  <a:gd name="T2" fmla="*/ 59 w 127"/>
                  <a:gd name="T3" fmla="*/ 0 h 186"/>
                  <a:gd name="T4" fmla="*/ 33 w 127"/>
                  <a:gd name="T5" fmla="*/ 16 h 186"/>
                  <a:gd name="T6" fmla="*/ 9 w 127"/>
                  <a:gd name="T7" fmla="*/ 40 h 186"/>
                  <a:gd name="T8" fmla="*/ 0 w 127"/>
                  <a:gd name="T9" fmla="*/ 89 h 186"/>
                  <a:gd name="T10" fmla="*/ 0 w 127"/>
                  <a:gd name="T11" fmla="*/ 186 h 186"/>
                  <a:gd name="T12" fmla="*/ 0 w 127"/>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7" h="186">
                    <a:moveTo>
                      <a:pt x="127" y="5"/>
                    </a:moveTo>
                    <a:lnTo>
                      <a:pt x="59" y="0"/>
                    </a:lnTo>
                    <a:lnTo>
                      <a:pt x="33" y="16"/>
                    </a:lnTo>
                    <a:lnTo>
                      <a:pt x="9" y="40"/>
                    </a:lnTo>
                    <a:lnTo>
                      <a:pt x="0" y="89"/>
                    </a:lnTo>
                    <a:lnTo>
                      <a:pt x="0" y="186"/>
                    </a:lnTo>
                    <a:lnTo>
                      <a:pt x="0" y="182"/>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黑体" panose="02010609060101010101" pitchFamily="49" charset="-122"/>
                </a:endParaRPr>
              </a:p>
            </p:txBody>
          </p:sp>
          <p:sp>
            <p:nvSpPr>
              <p:cNvPr id="423409" name="Freeform 499"/>
              <p:cNvSpPr>
                <a:spLocks noChangeArrowheads="1"/>
              </p:cNvSpPr>
              <p:nvPr/>
            </p:nvSpPr>
            <p:spPr bwMode="auto">
              <a:xfrm>
                <a:off x="1331" y="3550"/>
                <a:ext cx="63" cy="62"/>
              </a:xfrm>
              <a:custGeom>
                <a:avLst/>
                <a:gdLst>
                  <a:gd name="T0" fmla="*/ 127 w 127"/>
                  <a:gd name="T1" fmla="*/ 4 h 186"/>
                  <a:gd name="T2" fmla="*/ 59 w 127"/>
                  <a:gd name="T3" fmla="*/ 0 h 186"/>
                  <a:gd name="T4" fmla="*/ 32 w 127"/>
                  <a:gd name="T5" fmla="*/ 13 h 186"/>
                  <a:gd name="T6" fmla="*/ 10 w 127"/>
                  <a:gd name="T7" fmla="*/ 39 h 186"/>
                  <a:gd name="T8" fmla="*/ 0 w 127"/>
                  <a:gd name="T9" fmla="*/ 88 h 186"/>
                  <a:gd name="T10" fmla="*/ 0 w 127"/>
                  <a:gd name="T11" fmla="*/ 186 h 186"/>
                  <a:gd name="T12" fmla="*/ 0 w 127"/>
                  <a:gd name="T13" fmla="*/ 180 h 186"/>
                </a:gdLst>
                <a:ahLst/>
                <a:cxnLst>
                  <a:cxn ang="0">
                    <a:pos x="T0" y="T1"/>
                  </a:cxn>
                  <a:cxn ang="0">
                    <a:pos x="T2" y="T3"/>
                  </a:cxn>
                  <a:cxn ang="0">
                    <a:pos x="T4" y="T5"/>
                  </a:cxn>
                  <a:cxn ang="0">
                    <a:pos x="T6" y="T7"/>
                  </a:cxn>
                  <a:cxn ang="0">
                    <a:pos x="T8" y="T9"/>
                  </a:cxn>
                  <a:cxn ang="0">
                    <a:pos x="T10" y="T11"/>
                  </a:cxn>
                  <a:cxn ang="0">
                    <a:pos x="T12" y="T13"/>
                  </a:cxn>
                </a:cxnLst>
                <a:rect l="0" t="0" r="r" b="b"/>
                <a:pathLst>
                  <a:path w="127" h="186">
                    <a:moveTo>
                      <a:pt x="127" y="4"/>
                    </a:moveTo>
                    <a:lnTo>
                      <a:pt x="59" y="0"/>
                    </a:lnTo>
                    <a:lnTo>
                      <a:pt x="32" y="13"/>
                    </a:lnTo>
                    <a:lnTo>
                      <a:pt x="10" y="39"/>
                    </a:lnTo>
                    <a:lnTo>
                      <a:pt x="0" y="88"/>
                    </a:lnTo>
                    <a:lnTo>
                      <a:pt x="0" y="186"/>
                    </a:lnTo>
                    <a:lnTo>
                      <a:pt x="0" y="180"/>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黑体" panose="02010609060101010101" pitchFamily="49" charset="-122"/>
                </a:endParaRPr>
              </a:p>
            </p:txBody>
          </p:sp>
          <p:sp>
            <p:nvSpPr>
              <p:cNvPr id="423410" name="Freeform 500"/>
              <p:cNvSpPr>
                <a:spLocks noChangeArrowheads="1"/>
              </p:cNvSpPr>
              <p:nvPr/>
            </p:nvSpPr>
            <p:spPr bwMode="auto">
              <a:xfrm>
                <a:off x="1308" y="3501"/>
                <a:ext cx="47" cy="25"/>
              </a:xfrm>
              <a:custGeom>
                <a:avLst/>
                <a:gdLst>
                  <a:gd name="T0" fmla="*/ 0 w 96"/>
                  <a:gd name="T1" fmla="*/ 0 h 74"/>
                  <a:gd name="T2" fmla="*/ 89 w 96"/>
                  <a:gd name="T3" fmla="*/ 74 h 74"/>
                  <a:gd name="T4" fmla="*/ 96 w 96"/>
                  <a:gd name="T5" fmla="*/ 74 h 74"/>
                  <a:gd name="T6" fmla="*/ 93 w 96"/>
                  <a:gd name="T7" fmla="*/ 74 h 74"/>
                </a:gdLst>
                <a:ahLst/>
                <a:cxnLst>
                  <a:cxn ang="0">
                    <a:pos x="T0" y="T1"/>
                  </a:cxn>
                  <a:cxn ang="0">
                    <a:pos x="T2" y="T3"/>
                  </a:cxn>
                  <a:cxn ang="0">
                    <a:pos x="T4" y="T5"/>
                  </a:cxn>
                  <a:cxn ang="0">
                    <a:pos x="T6" y="T7"/>
                  </a:cxn>
                </a:cxnLst>
                <a:rect l="0" t="0" r="r" b="b"/>
                <a:pathLst>
                  <a:path w="96" h="74">
                    <a:moveTo>
                      <a:pt x="0" y="0"/>
                    </a:moveTo>
                    <a:lnTo>
                      <a:pt x="89" y="74"/>
                    </a:lnTo>
                    <a:lnTo>
                      <a:pt x="96" y="74"/>
                    </a:lnTo>
                    <a:lnTo>
                      <a:pt x="93" y="74"/>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黑体" panose="02010609060101010101" pitchFamily="49" charset="-122"/>
                </a:endParaRPr>
              </a:p>
            </p:txBody>
          </p:sp>
          <p:sp>
            <p:nvSpPr>
              <p:cNvPr id="423411" name="Oval 501"/>
              <p:cNvSpPr>
                <a:spLocks noChangeArrowheads="1"/>
              </p:cNvSpPr>
              <p:nvPr/>
            </p:nvSpPr>
            <p:spPr bwMode="auto">
              <a:xfrm>
                <a:off x="1339" y="3772"/>
                <a:ext cx="78" cy="26"/>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412" name="Oval 502"/>
              <p:cNvSpPr>
                <a:spLocks noChangeArrowheads="1"/>
              </p:cNvSpPr>
              <p:nvPr/>
            </p:nvSpPr>
            <p:spPr bwMode="auto">
              <a:xfrm>
                <a:off x="1432" y="3771"/>
                <a:ext cx="78" cy="25"/>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413" name="Freeform 503"/>
              <p:cNvSpPr>
                <a:spLocks noChangeArrowheads="1"/>
              </p:cNvSpPr>
              <p:nvPr/>
            </p:nvSpPr>
            <p:spPr bwMode="auto">
              <a:xfrm>
                <a:off x="1511" y="3785"/>
                <a:ext cx="94" cy="8"/>
              </a:xfrm>
              <a:custGeom>
                <a:avLst/>
                <a:gdLst>
                  <a:gd name="T0" fmla="*/ 0 w 188"/>
                  <a:gd name="T1" fmla="*/ 25 h 25"/>
                  <a:gd name="T2" fmla="*/ 6 w 188"/>
                  <a:gd name="T3" fmla="*/ 0 h 25"/>
                  <a:gd name="T4" fmla="*/ 175 w 188"/>
                  <a:gd name="T5" fmla="*/ 0 h 25"/>
                  <a:gd name="T6" fmla="*/ 188 w 188"/>
                  <a:gd name="T7" fmla="*/ 19 h 25"/>
                  <a:gd name="T8" fmla="*/ 0 w 188"/>
                  <a:gd name="T9" fmla="*/ 25 h 25"/>
                </a:gdLst>
                <a:ahLst/>
                <a:cxnLst>
                  <a:cxn ang="0">
                    <a:pos x="T0" y="T1"/>
                  </a:cxn>
                  <a:cxn ang="0">
                    <a:pos x="T2" y="T3"/>
                  </a:cxn>
                  <a:cxn ang="0">
                    <a:pos x="T4" y="T5"/>
                  </a:cxn>
                  <a:cxn ang="0">
                    <a:pos x="T6" y="T7"/>
                  </a:cxn>
                  <a:cxn ang="0">
                    <a:pos x="T8" y="T9"/>
                  </a:cxn>
                </a:cxnLst>
                <a:rect l="0" t="0" r="r" b="b"/>
                <a:pathLst>
                  <a:path w="188" h="25">
                    <a:moveTo>
                      <a:pt x="0" y="25"/>
                    </a:moveTo>
                    <a:lnTo>
                      <a:pt x="6" y="0"/>
                    </a:lnTo>
                    <a:lnTo>
                      <a:pt x="175" y="0"/>
                    </a:lnTo>
                    <a:lnTo>
                      <a:pt x="188" y="19"/>
                    </a:lnTo>
                    <a:lnTo>
                      <a:pt x="0" y="25"/>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414" name="Oval 504"/>
              <p:cNvSpPr>
                <a:spLocks noChangeArrowheads="1"/>
              </p:cNvSpPr>
              <p:nvPr/>
            </p:nvSpPr>
            <p:spPr bwMode="auto">
              <a:xfrm>
                <a:off x="1338" y="3767"/>
                <a:ext cx="78" cy="27"/>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415" name="Oval 505"/>
              <p:cNvSpPr>
                <a:spLocks noChangeArrowheads="1"/>
              </p:cNvSpPr>
              <p:nvPr/>
            </p:nvSpPr>
            <p:spPr bwMode="auto">
              <a:xfrm>
                <a:off x="1431" y="3766"/>
                <a:ext cx="77" cy="25"/>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grpSp>
        <p:nvGrpSpPr>
          <p:cNvPr id="423416" name="Group 506"/>
          <p:cNvGrpSpPr>
            <a:grpSpLocks/>
          </p:cNvGrpSpPr>
          <p:nvPr/>
        </p:nvGrpSpPr>
        <p:grpSpPr bwMode="auto">
          <a:xfrm>
            <a:off x="7631113" y="2251075"/>
            <a:ext cx="1222375" cy="781050"/>
            <a:chOff x="1680" y="240"/>
            <a:chExt cx="2529" cy="1270"/>
          </a:xfrm>
        </p:grpSpPr>
        <p:sp>
          <p:nvSpPr>
            <p:cNvPr id="423417" name="Oval 507"/>
            <p:cNvSpPr>
              <a:spLocks noChangeArrowheads="1"/>
            </p:cNvSpPr>
            <p:nvPr/>
          </p:nvSpPr>
          <p:spPr bwMode="auto">
            <a:xfrm>
              <a:off x="2554" y="240"/>
              <a:ext cx="1088" cy="513"/>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418" name="Oval 508"/>
            <p:cNvSpPr>
              <a:spLocks noChangeArrowheads="1"/>
            </p:cNvSpPr>
            <p:nvPr/>
          </p:nvSpPr>
          <p:spPr bwMode="auto">
            <a:xfrm>
              <a:off x="1941" y="381"/>
              <a:ext cx="827" cy="513"/>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419" name="Oval 509"/>
            <p:cNvSpPr>
              <a:spLocks noChangeArrowheads="1"/>
            </p:cNvSpPr>
            <p:nvPr/>
          </p:nvSpPr>
          <p:spPr bwMode="auto">
            <a:xfrm>
              <a:off x="1680" y="702"/>
              <a:ext cx="552" cy="411"/>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420" name="Oval 510"/>
            <p:cNvSpPr>
              <a:spLocks noChangeArrowheads="1"/>
            </p:cNvSpPr>
            <p:nvPr/>
          </p:nvSpPr>
          <p:spPr bwMode="auto">
            <a:xfrm>
              <a:off x="1849" y="894"/>
              <a:ext cx="842" cy="450"/>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421" name="Oval 511"/>
            <p:cNvSpPr>
              <a:spLocks noChangeArrowheads="1"/>
            </p:cNvSpPr>
            <p:nvPr/>
          </p:nvSpPr>
          <p:spPr bwMode="auto">
            <a:xfrm>
              <a:off x="2462" y="971"/>
              <a:ext cx="1272" cy="539"/>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422" name="Oval 512"/>
            <p:cNvSpPr>
              <a:spLocks noChangeArrowheads="1"/>
            </p:cNvSpPr>
            <p:nvPr/>
          </p:nvSpPr>
          <p:spPr bwMode="auto">
            <a:xfrm>
              <a:off x="3289" y="394"/>
              <a:ext cx="797" cy="39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423" name="Oval 513"/>
            <p:cNvSpPr>
              <a:spLocks noChangeArrowheads="1"/>
            </p:cNvSpPr>
            <p:nvPr/>
          </p:nvSpPr>
          <p:spPr bwMode="auto">
            <a:xfrm>
              <a:off x="3412" y="663"/>
              <a:ext cx="797" cy="39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424" name="Oval 514"/>
            <p:cNvSpPr>
              <a:spLocks noChangeArrowheads="1"/>
            </p:cNvSpPr>
            <p:nvPr/>
          </p:nvSpPr>
          <p:spPr bwMode="auto">
            <a:xfrm>
              <a:off x="3335" y="753"/>
              <a:ext cx="797" cy="66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3425" name="Oval 515"/>
            <p:cNvSpPr>
              <a:spLocks noChangeArrowheads="1"/>
            </p:cNvSpPr>
            <p:nvPr/>
          </p:nvSpPr>
          <p:spPr bwMode="auto">
            <a:xfrm>
              <a:off x="2140" y="548"/>
              <a:ext cx="1640" cy="667"/>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sp>
        <p:nvSpPr>
          <p:cNvPr id="423426" name="Text Box 516"/>
          <p:cNvSpPr txBox="1">
            <a:spLocks noChangeArrowheads="1"/>
          </p:cNvSpPr>
          <p:nvPr/>
        </p:nvSpPr>
        <p:spPr bwMode="auto">
          <a:xfrm>
            <a:off x="7878763" y="2439988"/>
            <a:ext cx="87788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局域网</a:t>
            </a:r>
          </a:p>
        </p:txBody>
      </p:sp>
      <p:sp>
        <p:nvSpPr>
          <p:cNvPr id="138757" name="Line 517"/>
          <p:cNvSpPr>
            <a:spLocks noChangeShapeType="1"/>
          </p:cNvSpPr>
          <p:nvPr/>
        </p:nvSpPr>
        <p:spPr bwMode="auto">
          <a:xfrm flipV="1">
            <a:off x="1176338" y="2317750"/>
            <a:ext cx="1327150" cy="360363"/>
          </a:xfrm>
          <a:prstGeom prst="line">
            <a:avLst/>
          </a:prstGeom>
          <a:noFill/>
          <a:ln w="57150">
            <a:solidFill>
              <a:srgbClr val="FF0000"/>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38758" name="Line 518"/>
          <p:cNvSpPr>
            <a:spLocks noChangeShapeType="1"/>
          </p:cNvSpPr>
          <p:nvPr/>
        </p:nvSpPr>
        <p:spPr bwMode="auto">
          <a:xfrm flipV="1">
            <a:off x="5435600" y="2330450"/>
            <a:ext cx="1522413" cy="115888"/>
          </a:xfrm>
          <a:prstGeom prst="line">
            <a:avLst/>
          </a:prstGeom>
          <a:noFill/>
          <a:ln w="57150">
            <a:solidFill>
              <a:srgbClr val="FF0000"/>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38759" name="Line 519"/>
          <p:cNvSpPr>
            <a:spLocks noChangeShapeType="1"/>
          </p:cNvSpPr>
          <p:nvPr/>
        </p:nvSpPr>
        <p:spPr bwMode="auto">
          <a:xfrm>
            <a:off x="7608888" y="2376488"/>
            <a:ext cx="1719262" cy="261937"/>
          </a:xfrm>
          <a:prstGeom prst="line">
            <a:avLst/>
          </a:prstGeom>
          <a:noFill/>
          <a:ln w="57150">
            <a:solidFill>
              <a:srgbClr val="FF0000"/>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38760" name="Line 520"/>
          <p:cNvSpPr>
            <a:spLocks noChangeShapeType="1"/>
          </p:cNvSpPr>
          <p:nvPr/>
        </p:nvSpPr>
        <p:spPr bwMode="auto">
          <a:xfrm>
            <a:off x="3198813" y="2287588"/>
            <a:ext cx="1671637" cy="142875"/>
          </a:xfrm>
          <a:prstGeom prst="line">
            <a:avLst/>
          </a:prstGeom>
          <a:noFill/>
          <a:ln w="57150">
            <a:solidFill>
              <a:srgbClr val="FF0000"/>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38761" name="Text Box 521"/>
          <p:cNvSpPr txBox="1">
            <a:spLocks noChangeArrowheads="1"/>
          </p:cNvSpPr>
          <p:nvPr/>
        </p:nvSpPr>
        <p:spPr bwMode="auto">
          <a:xfrm>
            <a:off x="2752725" y="1196975"/>
            <a:ext cx="421163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3200" b="1">
                <a:solidFill>
                  <a:srgbClr val="000099"/>
                </a:solidFill>
                <a:ea typeface="黑体" panose="02010609060101010101" pitchFamily="49" charset="-122"/>
              </a:rPr>
              <a:t>主机</a:t>
            </a:r>
            <a:r>
              <a:rPr lang="zh-CN" altLang="en-US" b="1">
                <a:solidFill>
                  <a:srgbClr val="000099"/>
                </a:solidFill>
                <a:ea typeface="黑体" panose="02010609060101010101" pitchFamily="49" charset="-122"/>
              </a:rPr>
              <a:t> </a:t>
            </a:r>
            <a:r>
              <a:rPr lang="en-US" altLang="zh-CN" sz="3200" b="1">
                <a:solidFill>
                  <a:srgbClr val="000099"/>
                </a:solidFill>
                <a:ea typeface="黑体" panose="02010609060101010101" pitchFamily="49" charset="-122"/>
              </a:rPr>
              <a:t>H</a:t>
            </a:r>
            <a:r>
              <a:rPr lang="en-US" altLang="zh-CN" sz="3200" b="1" baseline="-25000">
                <a:solidFill>
                  <a:srgbClr val="000099"/>
                </a:solidFill>
                <a:ea typeface="黑体" panose="02010609060101010101" pitchFamily="49" charset="-122"/>
              </a:rPr>
              <a:t>1</a:t>
            </a:r>
            <a:r>
              <a:rPr lang="en-US" altLang="zh-CN" b="1">
                <a:solidFill>
                  <a:srgbClr val="000099"/>
                </a:solidFill>
                <a:ea typeface="黑体" panose="02010609060101010101" pitchFamily="49" charset="-122"/>
              </a:rPr>
              <a:t> </a:t>
            </a:r>
            <a:r>
              <a:rPr lang="zh-CN" altLang="en-US" sz="3200" b="1">
                <a:solidFill>
                  <a:srgbClr val="000099"/>
                </a:solidFill>
                <a:ea typeface="黑体" panose="02010609060101010101" pitchFamily="49" charset="-122"/>
              </a:rPr>
              <a:t>向</a:t>
            </a:r>
            <a:r>
              <a:rPr lang="zh-CN" altLang="en-US" b="1">
                <a:solidFill>
                  <a:srgbClr val="000099"/>
                </a:solidFill>
                <a:ea typeface="黑体" panose="02010609060101010101" pitchFamily="49" charset="-122"/>
              </a:rPr>
              <a:t> </a:t>
            </a:r>
            <a:r>
              <a:rPr lang="en-US" altLang="zh-CN" sz="3200" b="1">
                <a:solidFill>
                  <a:srgbClr val="000099"/>
                </a:solidFill>
                <a:ea typeface="黑体" panose="02010609060101010101" pitchFamily="49" charset="-122"/>
              </a:rPr>
              <a:t>H</a:t>
            </a:r>
            <a:r>
              <a:rPr lang="en-US" altLang="zh-CN" sz="3200" b="1" baseline="-25000">
                <a:solidFill>
                  <a:srgbClr val="000099"/>
                </a:solidFill>
                <a:ea typeface="黑体" panose="02010609060101010101" pitchFamily="49" charset="-122"/>
              </a:rPr>
              <a:t>2</a:t>
            </a:r>
            <a:r>
              <a:rPr lang="en-US" altLang="zh-CN" b="1">
                <a:solidFill>
                  <a:srgbClr val="000099"/>
                </a:solidFill>
                <a:ea typeface="黑体" panose="02010609060101010101" pitchFamily="49" charset="-122"/>
              </a:rPr>
              <a:t> </a:t>
            </a:r>
            <a:r>
              <a:rPr lang="zh-CN" altLang="en-US" sz="3200" b="1">
                <a:solidFill>
                  <a:srgbClr val="000099"/>
                </a:solidFill>
                <a:ea typeface="黑体" panose="02010609060101010101" pitchFamily="49" charset="-122"/>
              </a:rPr>
              <a:t>发送数据</a:t>
            </a:r>
            <a:endParaRPr lang="zh-CN" altLang="en-US" sz="3200" b="1" baseline="-25000">
              <a:solidFill>
                <a:srgbClr val="000099"/>
              </a:solidFill>
              <a:ea typeface="黑体" panose="02010609060101010101" pitchFamily="49" charset="-122"/>
            </a:endParaRPr>
          </a:p>
        </p:txBody>
      </p:sp>
      <p:grpSp>
        <p:nvGrpSpPr>
          <p:cNvPr id="138827" name="Group 587"/>
          <p:cNvGrpSpPr>
            <a:grpSpLocks/>
          </p:cNvGrpSpPr>
          <p:nvPr/>
        </p:nvGrpSpPr>
        <p:grpSpPr bwMode="auto">
          <a:xfrm>
            <a:off x="322263" y="3386138"/>
            <a:ext cx="9455150" cy="2419350"/>
            <a:chOff x="158" y="2405"/>
            <a:chExt cx="5498" cy="1524"/>
          </a:xfrm>
        </p:grpSpPr>
        <p:sp>
          <p:nvSpPr>
            <p:cNvPr id="423433" name="AutoShape 524"/>
            <p:cNvSpPr>
              <a:spLocks noChangeArrowheads="1"/>
            </p:cNvSpPr>
            <p:nvPr/>
          </p:nvSpPr>
          <p:spPr bwMode="auto">
            <a:xfrm>
              <a:off x="158" y="2633"/>
              <a:ext cx="564" cy="1144"/>
            </a:xfrm>
            <a:prstGeom prst="cube">
              <a:avLst>
                <a:gd name="adj" fmla="val 9250"/>
              </a:avLst>
            </a:prstGeom>
            <a:solidFill>
              <a:srgbClr val="FFFF66"/>
            </a:solidFill>
            <a:ln w="1905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3434" name="Freeform 525"/>
            <p:cNvSpPr>
              <a:spLocks noChangeArrowheads="1"/>
            </p:cNvSpPr>
            <p:nvPr/>
          </p:nvSpPr>
          <p:spPr bwMode="auto">
            <a:xfrm>
              <a:off x="158" y="3491"/>
              <a:ext cx="564" cy="75"/>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3435" name="Freeform 528"/>
            <p:cNvSpPr>
              <a:spLocks noChangeArrowheads="1"/>
            </p:cNvSpPr>
            <p:nvPr/>
          </p:nvSpPr>
          <p:spPr bwMode="auto">
            <a:xfrm>
              <a:off x="158" y="2844"/>
              <a:ext cx="564" cy="75"/>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3436" name="Freeform 526"/>
            <p:cNvSpPr>
              <a:spLocks noChangeArrowheads="1"/>
            </p:cNvSpPr>
            <p:nvPr/>
          </p:nvSpPr>
          <p:spPr bwMode="auto">
            <a:xfrm>
              <a:off x="158" y="3273"/>
              <a:ext cx="564" cy="75"/>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3437" name="Freeform 527"/>
            <p:cNvSpPr>
              <a:spLocks noChangeArrowheads="1"/>
            </p:cNvSpPr>
            <p:nvPr/>
          </p:nvSpPr>
          <p:spPr bwMode="auto">
            <a:xfrm>
              <a:off x="158" y="3058"/>
              <a:ext cx="564" cy="76"/>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3438" name="Rectangle 529"/>
            <p:cNvSpPr>
              <a:spLocks noChangeArrowheads="1"/>
            </p:cNvSpPr>
            <p:nvPr/>
          </p:nvSpPr>
          <p:spPr bwMode="auto">
            <a:xfrm>
              <a:off x="170" y="3363"/>
              <a:ext cx="486"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3439" name="Text Box 530"/>
            <p:cNvSpPr txBox="1">
              <a:spLocks noChangeArrowheads="1"/>
            </p:cNvSpPr>
            <p:nvPr/>
          </p:nvSpPr>
          <p:spPr bwMode="auto">
            <a:xfrm>
              <a:off x="158" y="3330"/>
              <a:ext cx="51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链路层</a:t>
              </a:r>
            </a:p>
          </p:txBody>
        </p:sp>
        <p:sp>
          <p:nvSpPr>
            <p:cNvPr id="423440" name="Text Box 531"/>
            <p:cNvSpPr txBox="1">
              <a:spLocks noChangeArrowheads="1"/>
            </p:cNvSpPr>
            <p:nvPr/>
          </p:nvSpPr>
          <p:spPr bwMode="auto">
            <a:xfrm>
              <a:off x="160" y="2677"/>
              <a:ext cx="51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应用层</a:t>
              </a:r>
            </a:p>
          </p:txBody>
        </p:sp>
        <p:sp>
          <p:nvSpPr>
            <p:cNvPr id="423441" name="Text Box 532"/>
            <p:cNvSpPr txBox="1">
              <a:spLocks noChangeArrowheads="1"/>
            </p:cNvSpPr>
            <p:nvPr/>
          </p:nvSpPr>
          <p:spPr bwMode="auto">
            <a:xfrm>
              <a:off x="158" y="2894"/>
              <a:ext cx="51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运输层</a:t>
              </a:r>
            </a:p>
          </p:txBody>
        </p:sp>
        <p:sp>
          <p:nvSpPr>
            <p:cNvPr id="423442" name="Text Box 533"/>
            <p:cNvSpPr txBox="1">
              <a:spLocks noChangeArrowheads="1"/>
            </p:cNvSpPr>
            <p:nvPr/>
          </p:nvSpPr>
          <p:spPr bwMode="auto">
            <a:xfrm>
              <a:off x="158" y="3112"/>
              <a:ext cx="51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网络层</a:t>
              </a:r>
            </a:p>
          </p:txBody>
        </p:sp>
        <p:sp>
          <p:nvSpPr>
            <p:cNvPr id="423443" name="Text Box 534"/>
            <p:cNvSpPr txBox="1">
              <a:spLocks noChangeArrowheads="1"/>
            </p:cNvSpPr>
            <p:nvPr/>
          </p:nvSpPr>
          <p:spPr bwMode="auto">
            <a:xfrm>
              <a:off x="158" y="3548"/>
              <a:ext cx="51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物理层</a:t>
              </a:r>
            </a:p>
          </p:txBody>
        </p:sp>
        <p:sp>
          <p:nvSpPr>
            <p:cNvPr id="423444" name="AutoShape 536"/>
            <p:cNvSpPr>
              <a:spLocks noChangeArrowheads="1"/>
            </p:cNvSpPr>
            <p:nvPr/>
          </p:nvSpPr>
          <p:spPr bwMode="auto">
            <a:xfrm>
              <a:off x="5092" y="2633"/>
              <a:ext cx="564" cy="1144"/>
            </a:xfrm>
            <a:prstGeom prst="cube">
              <a:avLst>
                <a:gd name="adj" fmla="val 9250"/>
              </a:avLst>
            </a:prstGeom>
            <a:solidFill>
              <a:srgbClr val="FFFF66"/>
            </a:solidFill>
            <a:ln w="1905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3445" name="Freeform 537"/>
            <p:cNvSpPr>
              <a:spLocks noChangeArrowheads="1"/>
            </p:cNvSpPr>
            <p:nvPr/>
          </p:nvSpPr>
          <p:spPr bwMode="auto">
            <a:xfrm>
              <a:off x="5092" y="3491"/>
              <a:ext cx="564" cy="75"/>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3446" name="Freeform 538"/>
            <p:cNvSpPr>
              <a:spLocks noChangeArrowheads="1"/>
            </p:cNvSpPr>
            <p:nvPr/>
          </p:nvSpPr>
          <p:spPr bwMode="auto">
            <a:xfrm>
              <a:off x="5092" y="3273"/>
              <a:ext cx="564" cy="75"/>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3447" name="Freeform 539"/>
            <p:cNvSpPr>
              <a:spLocks noChangeArrowheads="1"/>
            </p:cNvSpPr>
            <p:nvPr/>
          </p:nvSpPr>
          <p:spPr bwMode="auto">
            <a:xfrm>
              <a:off x="5092" y="3058"/>
              <a:ext cx="564" cy="76"/>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3448" name="Freeform 540"/>
            <p:cNvSpPr>
              <a:spLocks noChangeArrowheads="1"/>
            </p:cNvSpPr>
            <p:nvPr/>
          </p:nvSpPr>
          <p:spPr bwMode="auto">
            <a:xfrm>
              <a:off x="5092" y="2844"/>
              <a:ext cx="564" cy="75"/>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3449" name="Rectangle 541"/>
            <p:cNvSpPr>
              <a:spLocks noChangeArrowheads="1"/>
            </p:cNvSpPr>
            <p:nvPr/>
          </p:nvSpPr>
          <p:spPr bwMode="auto">
            <a:xfrm>
              <a:off x="5104" y="3362"/>
              <a:ext cx="486"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3450" name="Text Box 542"/>
            <p:cNvSpPr txBox="1">
              <a:spLocks noChangeArrowheads="1"/>
            </p:cNvSpPr>
            <p:nvPr/>
          </p:nvSpPr>
          <p:spPr bwMode="auto">
            <a:xfrm>
              <a:off x="5057" y="3339"/>
              <a:ext cx="54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b="1">
                  <a:solidFill>
                    <a:srgbClr val="000099"/>
                  </a:solidFill>
                  <a:ea typeface="黑体" panose="02010609060101010101" pitchFamily="49" charset="-122"/>
                </a:rPr>
                <a:t>链路层</a:t>
              </a:r>
            </a:p>
          </p:txBody>
        </p:sp>
        <p:sp>
          <p:nvSpPr>
            <p:cNvPr id="423451" name="Text Box 543"/>
            <p:cNvSpPr txBox="1">
              <a:spLocks noChangeArrowheads="1"/>
            </p:cNvSpPr>
            <p:nvPr/>
          </p:nvSpPr>
          <p:spPr bwMode="auto">
            <a:xfrm>
              <a:off x="5059" y="2677"/>
              <a:ext cx="51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应用层</a:t>
              </a:r>
            </a:p>
          </p:txBody>
        </p:sp>
        <p:sp>
          <p:nvSpPr>
            <p:cNvPr id="423452" name="Text Box 544"/>
            <p:cNvSpPr txBox="1">
              <a:spLocks noChangeArrowheads="1"/>
            </p:cNvSpPr>
            <p:nvPr/>
          </p:nvSpPr>
          <p:spPr bwMode="auto">
            <a:xfrm>
              <a:off x="5057" y="2894"/>
              <a:ext cx="51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运输层</a:t>
              </a:r>
            </a:p>
          </p:txBody>
        </p:sp>
        <p:sp>
          <p:nvSpPr>
            <p:cNvPr id="423453" name="Text Box 545"/>
            <p:cNvSpPr txBox="1">
              <a:spLocks noChangeArrowheads="1"/>
            </p:cNvSpPr>
            <p:nvPr/>
          </p:nvSpPr>
          <p:spPr bwMode="auto">
            <a:xfrm>
              <a:off x="5057" y="3112"/>
              <a:ext cx="51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网络层</a:t>
              </a:r>
            </a:p>
          </p:txBody>
        </p:sp>
        <p:sp>
          <p:nvSpPr>
            <p:cNvPr id="423454" name="Text Box 546"/>
            <p:cNvSpPr txBox="1">
              <a:spLocks noChangeArrowheads="1"/>
            </p:cNvSpPr>
            <p:nvPr/>
          </p:nvSpPr>
          <p:spPr bwMode="auto">
            <a:xfrm>
              <a:off x="5057" y="3548"/>
              <a:ext cx="51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物理层</a:t>
              </a:r>
            </a:p>
          </p:txBody>
        </p:sp>
        <p:sp>
          <p:nvSpPr>
            <p:cNvPr id="423455" name="AutoShape 547"/>
            <p:cNvSpPr>
              <a:spLocks noChangeArrowheads="1"/>
            </p:cNvSpPr>
            <p:nvPr/>
          </p:nvSpPr>
          <p:spPr bwMode="auto">
            <a:xfrm>
              <a:off x="1383" y="3081"/>
              <a:ext cx="564" cy="696"/>
            </a:xfrm>
            <a:prstGeom prst="cube">
              <a:avLst>
                <a:gd name="adj" fmla="val 9250"/>
              </a:avLst>
            </a:prstGeom>
            <a:solidFill>
              <a:srgbClr val="CCECFF"/>
            </a:solidFill>
            <a:ln w="1905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3456" name="Freeform 548"/>
            <p:cNvSpPr>
              <a:spLocks noChangeArrowheads="1"/>
            </p:cNvSpPr>
            <p:nvPr/>
          </p:nvSpPr>
          <p:spPr bwMode="auto">
            <a:xfrm>
              <a:off x="1383" y="3491"/>
              <a:ext cx="564" cy="75"/>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3457" name="Rectangle 549"/>
            <p:cNvSpPr>
              <a:spLocks noChangeArrowheads="1"/>
            </p:cNvSpPr>
            <p:nvPr/>
          </p:nvSpPr>
          <p:spPr bwMode="auto">
            <a:xfrm>
              <a:off x="1408" y="3353"/>
              <a:ext cx="476"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3458" name="Freeform 550"/>
            <p:cNvSpPr>
              <a:spLocks noChangeArrowheads="1"/>
            </p:cNvSpPr>
            <p:nvPr/>
          </p:nvSpPr>
          <p:spPr bwMode="auto">
            <a:xfrm>
              <a:off x="1383" y="3273"/>
              <a:ext cx="564" cy="75"/>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3459" name="Text Box 551"/>
            <p:cNvSpPr txBox="1">
              <a:spLocks noChangeArrowheads="1"/>
            </p:cNvSpPr>
            <p:nvPr/>
          </p:nvSpPr>
          <p:spPr bwMode="auto">
            <a:xfrm>
              <a:off x="1379" y="3330"/>
              <a:ext cx="51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链路层</a:t>
              </a:r>
            </a:p>
          </p:txBody>
        </p:sp>
        <p:sp>
          <p:nvSpPr>
            <p:cNvPr id="423460" name="Text Box 552"/>
            <p:cNvSpPr txBox="1">
              <a:spLocks noChangeArrowheads="1"/>
            </p:cNvSpPr>
            <p:nvPr/>
          </p:nvSpPr>
          <p:spPr bwMode="auto">
            <a:xfrm>
              <a:off x="1379" y="3112"/>
              <a:ext cx="51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网络层</a:t>
              </a:r>
            </a:p>
          </p:txBody>
        </p:sp>
        <p:sp>
          <p:nvSpPr>
            <p:cNvPr id="423461" name="Text Box 553"/>
            <p:cNvSpPr txBox="1">
              <a:spLocks noChangeArrowheads="1"/>
            </p:cNvSpPr>
            <p:nvPr/>
          </p:nvSpPr>
          <p:spPr bwMode="auto">
            <a:xfrm>
              <a:off x="1379" y="3548"/>
              <a:ext cx="51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物理层</a:t>
              </a:r>
            </a:p>
          </p:txBody>
        </p:sp>
        <p:sp>
          <p:nvSpPr>
            <p:cNvPr id="423462" name="AutoShape 554"/>
            <p:cNvSpPr>
              <a:spLocks noChangeArrowheads="1"/>
            </p:cNvSpPr>
            <p:nvPr/>
          </p:nvSpPr>
          <p:spPr bwMode="auto">
            <a:xfrm>
              <a:off x="2710" y="3081"/>
              <a:ext cx="564" cy="696"/>
            </a:xfrm>
            <a:prstGeom prst="cube">
              <a:avLst>
                <a:gd name="adj" fmla="val 9250"/>
              </a:avLst>
            </a:prstGeom>
            <a:solidFill>
              <a:srgbClr val="CCECFF"/>
            </a:solidFill>
            <a:ln w="1905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3463" name="Freeform 555"/>
            <p:cNvSpPr>
              <a:spLocks noChangeArrowheads="1"/>
            </p:cNvSpPr>
            <p:nvPr/>
          </p:nvSpPr>
          <p:spPr bwMode="auto">
            <a:xfrm>
              <a:off x="2710" y="3491"/>
              <a:ext cx="564" cy="75"/>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3464" name="Rectangle 556"/>
            <p:cNvSpPr>
              <a:spLocks noChangeArrowheads="1"/>
            </p:cNvSpPr>
            <p:nvPr/>
          </p:nvSpPr>
          <p:spPr bwMode="auto">
            <a:xfrm>
              <a:off x="2722" y="3353"/>
              <a:ext cx="492"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3465" name="Freeform 557"/>
            <p:cNvSpPr>
              <a:spLocks noChangeArrowheads="1"/>
            </p:cNvSpPr>
            <p:nvPr/>
          </p:nvSpPr>
          <p:spPr bwMode="auto">
            <a:xfrm>
              <a:off x="2710" y="3273"/>
              <a:ext cx="564" cy="75"/>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3466" name="Text Box 558"/>
            <p:cNvSpPr txBox="1">
              <a:spLocks noChangeArrowheads="1"/>
            </p:cNvSpPr>
            <p:nvPr/>
          </p:nvSpPr>
          <p:spPr bwMode="auto">
            <a:xfrm>
              <a:off x="2699" y="3330"/>
              <a:ext cx="51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链路层</a:t>
              </a:r>
            </a:p>
          </p:txBody>
        </p:sp>
        <p:sp>
          <p:nvSpPr>
            <p:cNvPr id="423467" name="Text Box 559"/>
            <p:cNvSpPr txBox="1">
              <a:spLocks noChangeArrowheads="1"/>
            </p:cNvSpPr>
            <p:nvPr/>
          </p:nvSpPr>
          <p:spPr bwMode="auto">
            <a:xfrm>
              <a:off x="2699" y="3112"/>
              <a:ext cx="51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网络层</a:t>
              </a:r>
            </a:p>
          </p:txBody>
        </p:sp>
        <p:sp>
          <p:nvSpPr>
            <p:cNvPr id="423468" name="Text Box 560"/>
            <p:cNvSpPr txBox="1">
              <a:spLocks noChangeArrowheads="1"/>
            </p:cNvSpPr>
            <p:nvPr/>
          </p:nvSpPr>
          <p:spPr bwMode="auto">
            <a:xfrm>
              <a:off x="2699" y="3548"/>
              <a:ext cx="51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物理层</a:t>
              </a:r>
            </a:p>
          </p:txBody>
        </p:sp>
        <p:sp>
          <p:nvSpPr>
            <p:cNvPr id="423469" name="AutoShape 561"/>
            <p:cNvSpPr>
              <a:spLocks noChangeArrowheads="1"/>
            </p:cNvSpPr>
            <p:nvPr/>
          </p:nvSpPr>
          <p:spPr bwMode="auto">
            <a:xfrm>
              <a:off x="3901" y="3081"/>
              <a:ext cx="564" cy="696"/>
            </a:xfrm>
            <a:prstGeom prst="cube">
              <a:avLst>
                <a:gd name="adj" fmla="val 9250"/>
              </a:avLst>
            </a:prstGeom>
            <a:solidFill>
              <a:srgbClr val="CCECFF"/>
            </a:solidFill>
            <a:ln w="1905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3470" name="Freeform 562"/>
            <p:cNvSpPr>
              <a:spLocks noChangeArrowheads="1"/>
            </p:cNvSpPr>
            <p:nvPr/>
          </p:nvSpPr>
          <p:spPr bwMode="auto">
            <a:xfrm>
              <a:off x="3901" y="3491"/>
              <a:ext cx="564" cy="75"/>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3471" name="Rectangle 563"/>
            <p:cNvSpPr>
              <a:spLocks noChangeArrowheads="1"/>
            </p:cNvSpPr>
            <p:nvPr/>
          </p:nvSpPr>
          <p:spPr bwMode="auto">
            <a:xfrm>
              <a:off x="3910" y="3353"/>
              <a:ext cx="498"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3472" name="Freeform 564"/>
            <p:cNvSpPr>
              <a:spLocks noChangeArrowheads="1"/>
            </p:cNvSpPr>
            <p:nvPr/>
          </p:nvSpPr>
          <p:spPr bwMode="auto">
            <a:xfrm>
              <a:off x="3901" y="3273"/>
              <a:ext cx="564" cy="75"/>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3473" name="Text Box 565"/>
            <p:cNvSpPr txBox="1">
              <a:spLocks noChangeArrowheads="1"/>
            </p:cNvSpPr>
            <p:nvPr/>
          </p:nvSpPr>
          <p:spPr bwMode="auto">
            <a:xfrm>
              <a:off x="3878" y="3330"/>
              <a:ext cx="51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链路层</a:t>
              </a:r>
            </a:p>
          </p:txBody>
        </p:sp>
        <p:sp>
          <p:nvSpPr>
            <p:cNvPr id="423474" name="Text Box 566"/>
            <p:cNvSpPr txBox="1">
              <a:spLocks noChangeArrowheads="1"/>
            </p:cNvSpPr>
            <p:nvPr/>
          </p:nvSpPr>
          <p:spPr bwMode="auto">
            <a:xfrm>
              <a:off x="3878" y="3112"/>
              <a:ext cx="51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网络层</a:t>
              </a:r>
            </a:p>
          </p:txBody>
        </p:sp>
        <p:sp>
          <p:nvSpPr>
            <p:cNvPr id="423475" name="Text Box 567"/>
            <p:cNvSpPr txBox="1">
              <a:spLocks noChangeArrowheads="1"/>
            </p:cNvSpPr>
            <p:nvPr/>
          </p:nvSpPr>
          <p:spPr bwMode="auto">
            <a:xfrm>
              <a:off x="3878" y="3548"/>
              <a:ext cx="51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物理层</a:t>
              </a:r>
            </a:p>
          </p:txBody>
        </p:sp>
        <p:sp>
          <p:nvSpPr>
            <p:cNvPr id="423476" name="Freeform 572"/>
            <p:cNvSpPr>
              <a:spLocks noChangeArrowheads="1"/>
            </p:cNvSpPr>
            <p:nvPr/>
          </p:nvSpPr>
          <p:spPr bwMode="auto">
            <a:xfrm>
              <a:off x="568" y="3777"/>
              <a:ext cx="1072" cy="152"/>
            </a:xfrm>
            <a:custGeom>
              <a:avLst/>
              <a:gdLst>
                <a:gd name="T0" fmla="*/ 0 w 1072"/>
                <a:gd name="T1" fmla="*/ 0 h 152"/>
                <a:gd name="T2" fmla="*/ 0 w 1072"/>
                <a:gd name="T3" fmla="*/ 152 h 152"/>
                <a:gd name="T4" fmla="*/ 1072 w 1072"/>
                <a:gd name="T5" fmla="*/ 152 h 152"/>
                <a:gd name="T6" fmla="*/ 1072 w 1072"/>
                <a:gd name="T7" fmla="*/ 8 h 152"/>
              </a:gdLst>
              <a:ahLst/>
              <a:cxnLst>
                <a:cxn ang="0">
                  <a:pos x="T0" y="T1"/>
                </a:cxn>
                <a:cxn ang="0">
                  <a:pos x="T2" y="T3"/>
                </a:cxn>
                <a:cxn ang="0">
                  <a:pos x="T4" y="T5"/>
                </a:cxn>
                <a:cxn ang="0">
                  <a:pos x="T6" y="T7"/>
                </a:cxn>
              </a:cxnLst>
              <a:rect l="0" t="0" r="r" b="b"/>
              <a:pathLst>
                <a:path w="1072" h="152">
                  <a:moveTo>
                    <a:pt x="0" y="0"/>
                  </a:moveTo>
                  <a:lnTo>
                    <a:pt x="0" y="152"/>
                  </a:lnTo>
                  <a:lnTo>
                    <a:pt x="1072" y="152"/>
                  </a:lnTo>
                  <a:lnTo>
                    <a:pt x="1072" y="8"/>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23477" name="Freeform 573"/>
            <p:cNvSpPr>
              <a:spLocks noChangeArrowheads="1"/>
            </p:cNvSpPr>
            <p:nvPr/>
          </p:nvSpPr>
          <p:spPr bwMode="auto">
            <a:xfrm>
              <a:off x="4264" y="3777"/>
              <a:ext cx="1072" cy="152"/>
            </a:xfrm>
            <a:custGeom>
              <a:avLst/>
              <a:gdLst>
                <a:gd name="T0" fmla="*/ 0 w 1072"/>
                <a:gd name="T1" fmla="*/ 0 h 152"/>
                <a:gd name="T2" fmla="*/ 0 w 1072"/>
                <a:gd name="T3" fmla="*/ 152 h 152"/>
                <a:gd name="T4" fmla="*/ 1072 w 1072"/>
                <a:gd name="T5" fmla="*/ 152 h 152"/>
                <a:gd name="T6" fmla="*/ 1072 w 1072"/>
                <a:gd name="T7" fmla="*/ 8 h 152"/>
              </a:gdLst>
              <a:ahLst/>
              <a:cxnLst>
                <a:cxn ang="0">
                  <a:pos x="T0" y="T1"/>
                </a:cxn>
                <a:cxn ang="0">
                  <a:pos x="T2" y="T3"/>
                </a:cxn>
                <a:cxn ang="0">
                  <a:pos x="T4" y="T5"/>
                </a:cxn>
                <a:cxn ang="0">
                  <a:pos x="T6" y="T7"/>
                </a:cxn>
              </a:cxnLst>
              <a:rect l="0" t="0" r="r" b="b"/>
              <a:pathLst>
                <a:path w="1072" h="152">
                  <a:moveTo>
                    <a:pt x="0" y="0"/>
                  </a:moveTo>
                  <a:lnTo>
                    <a:pt x="0" y="152"/>
                  </a:lnTo>
                  <a:lnTo>
                    <a:pt x="1072" y="152"/>
                  </a:lnTo>
                  <a:lnTo>
                    <a:pt x="1072" y="8"/>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23478" name="Freeform 574"/>
            <p:cNvSpPr>
              <a:spLocks noChangeArrowheads="1"/>
            </p:cNvSpPr>
            <p:nvPr/>
          </p:nvSpPr>
          <p:spPr bwMode="auto">
            <a:xfrm>
              <a:off x="1896" y="3769"/>
              <a:ext cx="920" cy="160"/>
            </a:xfrm>
            <a:custGeom>
              <a:avLst/>
              <a:gdLst>
                <a:gd name="T0" fmla="*/ 0 w 1072"/>
                <a:gd name="T1" fmla="*/ 0 h 152"/>
                <a:gd name="T2" fmla="*/ 0 w 1072"/>
                <a:gd name="T3" fmla="*/ 152 h 152"/>
                <a:gd name="T4" fmla="*/ 1072 w 1072"/>
                <a:gd name="T5" fmla="*/ 152 h 152"/>
                <a:gd name="T6" fmla="*/ 1072 w 1072"/>
                <a:gd name="T7" fmla="*/ 8 h 152"/>
              </a:gdLst>
              <a:ahLst/>
              <a:cxnLst>
                <a:cxn ang="0">
                  <a:pos x="T0" y="T1"/>
                </a:cxn>
                <a:cxn ang="0">
                  <a:pos x="T2" y="T3"/>
                </a:cxn>
                <a:cxn ang="0">
                  <a:pos x="T4" y="T5"/>
                </a:cxn>
                <a:cxn ang="0">
                  <a:pos x="T6" y="T7"/>
                </a:cxn>
              </a:cxnLst>
              <a:rect l="0" t="0" r="r" b="b"/>
              <a:pathLst>
                <a:path w="1072" h="152">
                  <a:moveTo>
                    <a:pt x="0" y="0"/>
                  </a:moveTo>
                  <a:lnTo>
                    <a:pt x="0" y="152"/>
                  </a:lnTo>
                  <a:lnTo>
                    <a:pt x="1072" y="152"/>
                  </a:lnTo>
                  <a:lnTo>
                    <a:pt x="1072" y="8"/>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23479" name="Freeform 575"/>
            <p:cNvSpPr>
              <a:spLocks noChangeArrowheads="1"/>
            </p:cNvSpPr>
            <p:nvPr/>
          </p:nvSpPr>
          <p:spPr bwMode="auto">
            <a:xfrm>
              <a:off x="3112" y="3777"/>
              <a:ext cx="928" cy="152"/>
            </a:xfrm>
            <a:custGeom>
              <a:avLst/>
              <a:gdLst>
                <a:gd name="T0" fmla="*/ 0 w 1072"/>
                <a:gd name="T1" fmla="*/ 0 h 152"/>
                <a:gd name="T2" fmla="*/ 0 w 1072"/>
                <a:gd name="T3" fmla="*/ 152 h 152"/>
                <a:gd name="T4" fmla="*/ 1072 w 1072"/>
                <a:gd name="T5" fmla="*/ 152 h 152"/>
                <a:gd name="T6" fmla="*/ 1072 w 1072"/>
                <a:gd name="T7" fmla="*/ 8 h 152"/>
              </a:gdLst>
              <a:ahLst/>
              <a:cxnLst>
                <a:cxn ang="0">
                  <a:pos x="T0" y="T1"/>
                </a:cxn>
                <a:cxn ang="0">
                  <a:pos x="T2" y="T3"/>
                </a:cxn>
                <a:cxn ang="0">
                  <a:pos x="T4" y="T5"/>
                </a:cxn>
                <a:cxn ang="0">
                  <a:pos x="T6" y="T7"/>
                </a:cxn>
              </a:cxnLst>
              <a:rect l="0" t="0" r="r" b="b"/>
              <a:pathLst>
                <a:path w="1072" h="152">
                  <a:moveTo>
                    <a:pt x="0" y="0"/>
                  </a:moveTo>
                  <a:lnTo>
                    <a:pt x="0" y="152"/>
                  </a:lnTo>
                  <a:lnTo>
                    <a:pt x="1072" y="152"/>
                  </a:lnTo>
                  <a:lnTo>
                    <a:pt x="1072" y="8"/>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23480" name="Text Box 576"/>
            <p:cNvSpPr txBox="1">
              <a:spLocks noChangeArrowheads="1"/>
            </p:cNvSpPr>
            <p:nvPr/>
          </p:nvSpPr>
          <p:spPr bwMode="auto">
            <a:xfrm>
              <a:off x="1531" y="2837"/>
              <a:ext cx="25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R</a:t>
              </a:r>
              <a:r>
                <a:rPr lang="en-US" altLang="zh-CN" b="1" baseline="-25000">
                  <a:solidFill>
                    <a:srgbClr val="000099"/>
                  </a:solidFill>
                  <a:ea typeface="黑体" panose="02010609060101010101" pitchFamily="49" charset="-122"/>
                </a:rPr>
                <a:t>1</a:t>
              </a:r>
            </a:p>
          </p:txBody>
        </p:sp>
        <p:sp>
          <p:nvSpPr>
            <p:cNvPr id="423481" name="Text Box 577"/>
            <p:cNvSpPr txBox="1">
              <a:spLocks noChangeArrowheads="1"/>
            </p:cNvSpPr>
            <p:nvPr/>
          </p:nvSpPr>
          <p:spPr bwMode="auto">
            <a:xfrm>
              <a:off x="2872" y="2837"/>
              <a:ext cx="25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R</a:t>
              </a:r>
              <a:r>
                <a:rPr lang="en-US" altLang="zh-CN" b="1" baseline="-25000">
                  <a:solidFill>
                    <a:srgbClr val="000099"/>
                  </a:solidFill>
                  <a:ea typeface="黑体" panose="02010609060101010101" pitchFamily="49" charset="-122"/>
                </a:rPr>
                <a:t>2</a:t>
              </a:r>
            </a:p>
          </p:txBody>
        </p:sp>
        <p:sp>
          <p:nvSpPr>
            <p:cNvPr id="423482" name="Text Box 578"/>
            <p:cNvSpPr txBox="1">
              <a:spLocks noChangeArrowheads="1"/>
            </p:cNvSpPr>
            <p:nvPr/>
          </p:nvSpPr>
          <p:spPr bwMode="auto">
            <a:xfrm>
              <a:off x="4067" y="2837"/>
              <a:ext cx="25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R</a:t>
              </a:r>
              <a:r>
                <a:rPr lang="en-US" altLang="zh-CN" b="1" baseline="-25000">
                  <a:solidFill>
                    <a:srgbClr val="000099"/>
                  </a:solidFill>
                  <a:ea typeface="黑体" panose="02010609060101010101" pitchFamily="49" charset="-122"/>
                </a:rPr>
                <a:t>3</a:t>
              </a:r>
            </a:p>
          </p:txBody>
        </p:sp>
        <p:sp>
          <p:nvSpPr>
            <p:cNvPr id="423483" name="Text Box 579"/>
            <p:cNvSpPr txBox="1">
              <a:spLocks noChangeArrowheads="1"/>
            </p:cNvSpPr>
            <p:nvPr/>
          </p:nvSpPr>
          <p:spPr bwMode="auto">
            <a:xfrm>
              <a:off x="326" y="2405"/>
              <a:ext cx="25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H</a:t>
              </a:r>
              <a:r>
                <a:rPr lang="en-US" altLang="zh-CN" b="1" baseline="-25000">
                  <a:solidFill>
                    <a:srgbClr val="000099"/>
                  </a:solidFill>
                  <a:ea typeface="黑体" panose="02010609060101010101" pitchFamily="49" charset="-122"/>
                </a:rPr>
                <a:t>1</a:t>
              </a:r>
            </a:p>
          </p:txBody>
        </p:sp>
        <p:sp>
          <p:nvSpPr>
            <p:cNvPr id="423484" name="Text Box 580"/>
            <p:cNvSpPr txBox="1">
              <a:spLocks noChangeArrowheads="1"/>
            </p:cNvSpPr>
            <p:nvPr/>
          </p:nvSpPr>
          <p:spPr bwMode="auto">
            <a:xfrm>
              <a:off x="5272" y="2405"/>
              <a:ext cx="25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H</a:t>
              </a:r>
              <a:r>
                <a:rPr lang="en-US" altLang="zh-CN" b="1" baseline="-25000">
                  <a:solidFill>
                    <a:srgbClr val="000099"/>
                  </a:solidFill>
                  <a:ea typeface="黑体" panose="02010609060101010101" pitchFamily="49" charset="-122"/>
                </a:rPr>
                <a:t>2</a:t>
              </a:r>
            </a:p>
          </p:txBody>
        </p:sp>
      </p:grpSp>
      <p:sp>
        <p:nvSpPr>
          <p:cNvPr id="138822" name="Text Box 582"/>
          <p:cNvSpPr txBox="1">
            <a:spLocks noChangeArrowheads="1"/>
          </p:cNvSpPr>
          <p:nvPr/>
        </p:nvSpPr>
        <p:spPr bwMode="auto">
          <a:xfrm>
            <a:off x="2576513" y="3492500"/>
            <a:ext cx="471646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3200" b="1">
                <a:solidFill>
                  <a:srgbClr val="000099"/>
                </a:solidFill>
                <a:ea typeface="黑体" panose="02010609060101010101" pitchFamily="49" charset="-122"/>
              </a:rPr>
              <a:t>从层次上来看数据的流动</a:t>
            </a:r>
          </a:p>
        </p:txBody>
      </p:sp>
      <p:sp>
        <p:nvSpPr>
          <p:cNvPr id="138823" name="Freeform 583"/>
          <p:cNvSpPr>
            <a:spLocks noChangeArrowheads="1"/>
          </p:cNvSpPr>
          <p:nvPr/>
        </p:nvSpPr>
        <p:spPr bwMode="auto">
          <a:xfrm>
            <a:off x="1281113" y="3897313"/>
            <a:ext cx="7559675" cy="1871662"/>
          </a:xfrm>
          <a:custGeom>
            <a:avLst/>
            <a:gdLst>
              <a:gd name="T0" fmla="*/ 12 w 4396"/>
              <a:gd name="T1" fmla="*/ 30 h 1179"/>
              <a:gd name="T2" fmla="*/ 12 w 4396"/>
              <a:gd name="T3" fmla="*/ 909 h 1179"/>
              <a:gd name="T4" fmla="*/ 84 w 4396"/>
              <a:gd name="T5" fmla="*/ 1137 h 1179"/>
              <a:gd name="T6" fmla="*/ 408 w 4396"/>
              <a:gd name="T7" fmla="*/ 1161 h 1179"/>
              <a:gd name="T8" fmla="*/ 567 w 4396"/>
              <a:gd name="T9" fmla="*/ 1158 h 1179"/>
              <a:gd name="T10" fmla="*/ 768 w 4396"/>
              <a:gd name="T11" fmla="*/ 1140 h 1179"/>
              <a:gd name="T12" fmla="*/ 804 w 4396"/>
              <a:gd name="T13" fmla="*/ 1050 h 1179"/>
              <a:gd name="T14" fmla="*/ 804 w 4396"/>
              <a:gd name="T15" fmla="*/ 666 h 1179"/>
              <a:gd name="T16" fmla="*/ 855 w 4396"/>
              <a:gd name="T17" fmla="*/ 477 h 1179"/>
              <a:gd name="T18" fmla="*/ 1182 w 4396"/>
              <a:gd name="T19" fmla="*/ 483 h 1179"/>
              <a:gd name="T20" fmla="*/ 1212 w 4396"/>
              <a:gd name="T21" fmla="*/ 663 h 1179"/>
              <a:gd name="T22" fmla="*/ 1209 w 4396"/>
              <a:gd name="T23" fmla="*/ 906 h 1179"/>
              <a:gd name="T24" fmla="*/ 1236 w 4396"/>
              <a:gd name="T25" fmla="*/ 1122 h 1179"/>
              <a:gd name="T26" fmla="*/ 1488 w 4396"/>
              <a:gd name="T27" fmla="*/ 1161 h 1179"/>
              <a:gd name="T28" fmla="*/ 1866 w 4396"/>
              <a:gd name="T29" fmla="*/ 1143 h 1179"/>
              <a:gd name="T30" fmla="*/ 1977 w 4396"/>
              <a:gd name="T31" fmla="*/ 1050 h 1179"/>
              <a:gd name="T32" fmla="*/ 1992 w 4396"/>
              <a:gd name="T33" fmla="*/ 750 h 1179"/>
              <a:gd name="T34" fmla="*/ 2016 w 4396"/>
              <a:gd name="T35" fmla="*/ 459 h 1179"/>
              <a:gd name="T36" fmla="*/ 2370 w 4396"/>
              <a:gd name="T37" fmla="*/ 453 h 1179"/>
              <a:gd name="T38" fmla="*/ 2409 w 4396"/>
              <a:gd name="T39" fmla="*/ 663 h 1179"/>
              <a:gd name="T40" fmla="*/ 2412 w 4396"/>
              <a:gd name="T41" fmla="*/ 867 h 1179"/>
              <a:gd name="T42" fmla="*/ 2436 w 4396"/>
              <a:gd name="T43" fmla="*/ 1098 h 1179"/>
              <a:gd name="T44" fmla="*/ 2565 w 4396"/>
              <a:gd name="T45" fmla="*/ 1158 h 1179"/>
              <a:gd name="T46" fmla="*/ 3024 w 4396"/>
              <a:gd name="T47" fmla="*/ 1146 h 1179"/>
              <a:gd name="T48" fmla="*/ 3165 w 4396"/>
              <a:gd name="T49" fmla="*/ 1041 h 1179"/>
              <a:gd name="T50" fmla="*/ 3172 w 4396"/>
              <a:gd name="T51" fmla="*/ 662 h 1179"/>
              <a:gd name="T52" fmla="*/ 3207 w 4396"/>
              <a:gd name="T53" fmla="*/ 462 h 1179"/>
              <a:gd name="T54" fmla="*/ 3492 w 4396"/>
              <a:gd name="T55" fmla="*/ 438 h 1179"/>
              <a:gd name="T56" fmla="*/ 3585 w 4396"/>
              <a:gd name="T57" fmla="*/ 540 h 1179"/>
              <a:gd name="T58" fmla="*/ 3591 w 4396"/>
              <a:gd name="T59" fmla="*/ 894 h 1179"/>
              <a:gd name="T60" fmla="*/ 3609 w 4396"/>
              <a:gd name="T61" fmla="*/ 1101 h 1179"/>
              <a:gd name="T62" fmla="*/ 3708 w 4396"/>
              <a:gd name="T63" fmla="*/ 1149 h 1179"/>
              <a:gd name="T64" fmla="*/ 4155 w 4396"/>
              <a:gd name="T65" fmla="*/ 1158 h 1179"/>
              <a:gd name="T66" fmla="*/ 4335 w 4396"/>
              <a:gd name="T67" fmla="*/ 1125 h 1179"/>
              <a:gd name="T68" fmla="*/ 4389 w 4396"/>
              <a:gd name="T69" fmla="*/ 945 h 1179"/>
              <a:gd name="T70" fmla="*/ 4380 w 4396"/>
              <a:gd name="T71" fmla="*/ 0 h 1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396" h="1179">
                <a:moveTo>
                  <a:pt x="12" y="30"/>
                </a:moveTo>
                <a:cubicBezTo>
                  <a:pt x="13" y="176"/>
                  <a:pt x="0" y="725"/>
                  <a:pt x="12" y="909"/>
                </a:cubicBezTo>
                <a:cubicBezTo>
                  <a:pt x="24" y="1093"/>
                  <a:pt x="18" y="1095"/>
                  <a:pt x="84" y="1137"/>
                </a:cubicBezTo>
                <a:cubicBezTo>
                  <a:pt x="150" y="1179"/>
                  <a:pt x="328" y="1158"/>
                  <a:pt x="408" y="1161"/>
                </a:cubicBezTo>
                <a:cubicBezTo>
                  <a:pt x="488" y="1164"/>
                  <a:pt x="507" y="1162"/>
                  <a:pt x="567" y="1158"/>
                </a:cubicBezTo>
                <a:cubicBezTo>
                  <a:pt x="627" y="1154"/>
                  <a:pt x="728" y="1158"/>
                  <a:pt x="768" y="1140"/>
                </a:cubicBezTo>
                <a:cubicBezTo>
                  <a:pt x="808" y="1122"/>
                  <a:pt x="798" y="1129"/>
                  <a:pt x="804" y="1050"/>
                </a:cubicBezTo>
                <a:cubicBezTo>
                  <a:pt x="810" y="971"/>
                  <a:pt x="796" y="761"/>
                  <a:pt x="804" y="666"/>
                </a:cubicBezTo>
                <a:cubicBezTo>
                  <a:pt x="812" y="571"/>
                  <a:pt x="792" y="507"/>
                  <a:pt x="855" y="477"/>
                </a:cubicBezTo>
                <a:cubicBezTo>
                  <a:pt x="918" y="447"/>
                  <a:pt x="1122" y="452"/>
                  <a:pt x="1182" y="483"/>
                </a:cubicBezTo>
                <a:cubicBezTo>
                  <a:pt x="1242" y="514"/>
                  <a:pt x="1208" y="592"/>
                  <a:pt x="1212" y="663"/>
                </a:cubicBezTo>
                <a:cubicBezTo>
                  <a:pt x="1216" y="734"/>
                  <a:pt x="1205" y="830"/>
                  <a:pt x="1209" y="906"/>
                </a:cubicBezTo>
                <a:cubicBezTo>
                  <a:pt x="1213" y="982"/>
                  <a:pt x="1190" y="1080"/>
                  <a:pt x="1236" y="1122"/>
                </a:cubicBezTo>
                <a:cubicBezTo>
                  <a:pt x="1282" y="1164"/>
                  <a:pt x="1383" y="1158"/>
                  <a:pt x="1488" y="1161"/>
                </a:cubicBezTo>
                <a:cubicBezTo>
                  <a:pt x="1593" y="1164"/>
                  <a:pt x="1785" y="1161"/>
                  <a:pt x="1866" y="1143"/>
                </a:cubicBezTo>
                <a:cubicBezTo>
                  <a:pt x="1947" y="1125"/>
                  <a:pt x="1956" y="1115"/>
                  <a:pt x="1977" y="1050"/>
                </a:cubicBezTo>
                <a:cubicBezTo>
                  <a:pt x="1998" y="985"/>
                  <a:pt x="1986" y="848"/>
                  <a:pt x="1992" y="750"/>
                </a:cubicBezTo>
                <a:cubicBezTo>
                  <a:pt x="1998" y="652"/>
                  <a:pt x="1953" y="508"/>
                  <a:pt x="2016" y="459"/>
                </a:cubicBezTo>
                <a:cubicBezTo>
                  <a:pt x="2079" y="410"/>
                  <a:pt x="2305" y="419"/>
                  <a:pt x="2370" y="453"/>
                </a:cubicBezTo>
                <a:cubicBezTo>
                  <a:pt x="2435" y="487"/>
                  <a:pt x="2402" y="594"/>
                  <a:pt x="2409" y="663"/>
                </a:cubicBezTo>
                <a:cubicBezTo>
                  <a:pt x="2416" y="732"/>
                  <a:pt x="2408" y="794"/>
                  <a:pt x="2412" y="867"/>
                </a:cubicBezTo>
                <a:cubicBezTo>
                  <a:pt x="2416" y="940"/>
                  <a:pt x="2411" y="1050"/>
                  <a:pt x="2436" y="1098"/>
                </a:cubicBezTo>
                <a:cubicBezTo>
                  <a:pt x="2461" y="1146"/>
                  <a:pt x="2467" y="1150"/>
                  <a:pt x="2565" y="1158"/>
                </a:cubicBezTo>
                <a:cubicBezTo>
                  <a:pt x="2663" y="1166"/>
                  <a:pt x="2924" y="1165"/>
                  <a:pt x="3024" y="1146"/>
                </a:cubicBezTo>
                <a:cubicBezTo>
                  <a:pt x="3124" y="1127"/>
                  <a:pt x="3140" y="1122"/>
                  <a:pt x="3165" y="1041"/>
                </a:cubicBezTo>
                <a:cubicBezTo>
                  <a:pt x="3190" y="960"/>
                  <a:pt x="3165" y="758"/>
                  <a:pt x="3172" y="662"/>
                </a:cubicBezTo>
                <a:cubicBezTo>
                  <a:pt x="3179" y="566"/>
                  <a:pt x="3154" y="499"/>
                  <a:pt x="3207" y="462"/>
                </a:cubicBezTo>
                <a:cubicBezTo>
                  <a:pt x="3260" y="425"/>
                  <a:pt x="3429" y="425"/>
                  <a:pt x="3492" y="438"/>
                </a:cubicBezTo>
                <a:cubicBezTo>
                  <a:pt x="3555" y="451"/>
                  <a:pt x="3568" y="464"/>
                  <a:pt x="3585" y="540"/>
                </a:cubicBezTo>
                <a:cubicBezTo>
                  <a:pt x="3602" y="616"/>
                  <a:pt x="3587" y="801"/>
                  <a:pt x="3591" y="894"/>
                </a:cubicBezTo>
                <a:cubicBezTo>
                  <a:pt x="3595" y="987"/>
                  <a:pt x="3590" y="1059"/>
                  <a:pt x="3609" y="1101"/>
                </a:cubicBezTo>
                <a:cubicBezTo>
                  <a:pt x="3628" y="1143"/>
                  <a:pt x="3617" y="1140"/>
                  <a:pt x="3708" y="1149"/>
                </a:cubicBezTo>
                <a:cubicBezTo>
                  <a:pt x="3799" y="1158"/>
                  <a:pt x="4051" y="1162"/>
                  <a:pt x="4155" y="1158"/>
                </a:cubicBezTo>
                <a:cubicBezTo>
                  <a:pt x="4259" y="1154"/>
                  <a:pt x="4296" y="1160"/>
                  <a:pt x="4335" y="1125"/>
                </a:cubicBezTo>
                <a:cubicBezTo>
                  <a:pt x="4374" y="1090"/>
                  <a:pt x="4382" y="1132"/>
                  <a:pt x="4389" y="945"/>
                </a:cubicBezTo>
                <a:cubicBezTo>
                  <a:pt x="4396" y="758"/>
                  <a:pt x="4382" y="197"/>
                  <a:pt x="4380" y="0"/>
                </a:cubicBezTo>
              </a:path>
            </a:pathLst>
          </a:custGeom>
          <a:noFill/>
          <a:ln w="76200">
            <a:solidFill>
              <a:srgbClr val="FF0000"/>
            </a:solidFill>
            <a:round/>
            <a:headEnd type="none" w="med" len="lg"/>
            <a:tailEnd type="triangle" w="med" len="me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333399"/>
              </a:solidFill>
              <a:ea typeface="黑体" panose="02010609060101010101" pitchFamily="49" charset="-122"/>
            </a:endParaRPr>
          </a:p>
        </p:txBody>
      </p:sp>
      <p:sp>
        <p:nvSpPr>
          <p:cNvPr id="423487" name="矩形 1"/>
          <p:cNvSpPr>
            <a:spLocks noChangeArrowheads="1"/>
          </p:cNvSpPr>
          <p:nvPr/>
        </p:nvSpPr>
        <p:spPr bwMode="auto">
          <a:xfrm>
            <a:off x="1893888" y="6092825"/>
            <a:ext cx="64230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zh-CN" sz="2400" b="1">
                <a:ea typeface="黑体" panose="02010609060101010101" pitchFamily="49" charset="-122"/>
              </a:rPr>
              <a:t>数据链路层的地位</a:t>
            </a:r>
            <a:endParaRPr lang="zh-CN" altLang="en-US" sz="2400" b="1">
              <a:ea typeface="黑体" panose="02010609060101010101" pitchFamily="49" charset="-122"/>
            </a:endParaRPr>
          </a:p>
        </p:txBody>
      </p:sp>
      <p:sp>
        <p:nvSpPr>
          <p:cNvPr id="578" name="矩形 577"/>
          <p:cNvSpPr>
            <a:spLocks noChangeArrowheads="1"/>
          </p:cNvSpPr>
          <p:nvPr/>
        </p:nvSpPr>
        <p:spPr bwMode="auto">
          <a:xfrm>
            <a:off x="2989263" y="2998788"/>
            <a:ext cx="4338637" cy="400050"/>
          </a:xfrm>
          <a:prstGeom prst="rect">
            <a:avLst/>
          </a:prstGeom>
          <a:solidFill>
            <a:srgbClr val="000066"/>
          </a:solidFill>
          <a:ln w="9525">
            <a:solidFill>
              <a:srgbClr val="000066"/>
            </a:solidFill>
            <a:round/>
            <a:headEnd/>
            <a:tailEnd/>
          </a:ln>
        </p:spPr>
        <p:txBody>
          <a:bodyPr wrap="none">
            <a:spAutoFit/>
          </a:bodyPr>
          <a:lstStyle/>
          <a:p>
            <a:pPr eaLnBrk="0" hangingPunct="0"/>
            <a:r>
              <a:rPr lang="en-US" altLang="zh-CN" sz="2000" b="1">
                <a:solidFill>
                  <a:schemeClr val="bg1"/>
                </a:solidFill>
                <a:ea typeface="黑体" panose="02010609060101010101" pitchFamily="49" charset="-122"/>
              </a:rPr>
              <a:t>H</a:t>
            </a:r>
            <a:r>
              <a:rPr lang="en-US" altLang="zh-CN" sz="2000" b="1" baseline="-25000">
                <a:solidFill>
                  <a:schemeClr val="bg1"/>
                </a:solidFill>
                <a:ea typeface="黑体" panose="02010609060101010101" pitchFamily="49" charset="-122"/>
              </a:rPr>
              <a:t>1</a:t>
            </a:r>
            <a:r>
              <a:rPr lang="en-US" altLang="zh-CN" sz="2000" b="1">
                <a:solidFill>
                  <a:schemeClr val="bg1"/>
                </a:solidFill>
                <a:ea typeface="黑体" panose="02010609060101010101" pitchFamily="49" charset="-122"/>
              </a:rPr>
              <a:t> </a:t>
            </a:r>
            <a:r>
              <a:rPr lang="zh-CN" altLang="en-US" sz="2000" b="1">
                <a:solidFill>
                  <a:schemeClr val="bg1"/>
                </a:solidFill>
                <a:ea typeface="黑体" panose="02010609060101010101" pitchFamily="49" charset="-122"/>
              </a:rPr>
              <a:t>到</a:t>
            </a:r>
            <a:r>
              <a:rPr lang="en-US" altLang="zh-CN" sz="2000" b="1">
                <a:solidFill>
                  <a:schemeClr val="bg1"/>
                </a:solidFill>
                <a:ea typeface="黑体" panose="02010609060101010101" pitchFamily="49" charset="-122"/>
              </a:rPr>
              <a:t>H</a:t>
            </a:r>
            <a:r>
              <a:rPr lang="en-US" altLang="zh-CN" sz="2000" b="1" baseline="-25000">
                <a:solidFill>
                  <a:schemeClr val="bg1"/>
                </a:solidFill>
                <a:ea typeface="黑体" panose="02010609060101010101" pitchFamily="49" charset="-122"/>
              </a:rPr>
              <a:t>2</a:t>
            </a:r>
            <a:r>
              <a:rPr lang="en-US" altLang="zh-CN" sz="2000" b="1">
                <a:solidFill>
                  <a:schemeClr val="bg1"/>
                </a:solidFill>
                <a:ea typeface="黑体" panose="02010609060101010101" pitchFamily="49" charset="-122"/>
              </a:rPr>
              <a:t> </a:t>
            </a:r>
            <a:r>
              <a:rPr lang="zh-CN" altLang="zh-CN" sz="2000" b="1">
                <a:solidFill>
                  <a:schemeClr val="bg1"/>
                </a:solidFill>
                <a:ea typeface="黑体" panose="02010609060101010101" pitchFamily="49" charset="-122"/>
              </a:rPr>
              <a:t>所经过的网络可以是多种的</a:t>
            </a:r>
            <a:endParaRPr lang="zh-CN" altLang="en-US" sz="2000" b="1">
              <a:solidFill>
                <a:schemeClr val="bg1"/>
              </a:solidFill>
              <a:ea typeface="黑体" panose="02010609060101010101" pitchFamily="49" charset="-122"/>
            </a:endParaRPr>
          </a:p>
        </p:txBody>
      </p:sp>
      <p:sp>
        <p:nvSpPr>
          <p:cNvPr id="423489"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958A2DC-42C6-462A-B516-E630F4103EF9}" type="slidenum">
              <a:rPr lang="zh-CN" altLang="en-US" smtClean="0"/>
              <a:pPr eaLnBrk="1" hangingPunct="1"/>
              <a:t>4</a:t>
            </a:fld>
            <a:endParaRPr lang="en-US" altLang="zh-CN" smtClean="0"/>
          </a:p>
        </p:txBody>
      </p:sp>
      <p:sp>
        <p:nvSpPr>
          <p:cNvPr id="423490"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8761"/>
                                        </p:tgtEl>
                                        <p:attrNameLst>
                                          <p:attrName>style.visibility</p:attrName>
                                        </p:attrNameLst>
                                      </p:cBhvr>
                                      <p:to>
                                        <p:strVal val="visible"/>
                                      </p:to>
                                    </p:set>
                                  </p:childTnLst>
                                </p:cTn>
                              </p:par>
                            </p:childTnLst>
                          </p:cTn>
                        </p:par>
                        <p:par>
                          <p:cTn id="7" fill="hold" nodeType="afterGroup">
                            <p:stCondLst>
                              <p:cond delay="1"/>
                            </p:stCondLst>
                            <p:childTnLst>
                              <p:par>
                                <p:cTn id="8" presetID="22" presetClass="entr" presetSubtype="8" fill="hold" grpId="0" nodeType="afterEffect">
                                  <p:stCondLst>
                                    <p:cond delay="500"/>
                                  </p:stCondLst>
                                  <p:childTnLst>
                                    <p:set>
                                      <p:cBhvr>
                                        <p:cTn id="9" dur="1" fill="hold">
                                          <p:stCondLst>
                                            <p:cond delay="0"/>
                                          </p:stCondLst>
                                        </p:cTn>
                                        <p:tgtEl>
                                          <p:spTgt spid="138757"/>
                                        </p:tgtEl>
                                        <p:attrNameLst>
                                          <p:attrName>style.visibility</p:attrName>
                                        </p:attrNameLst>
                                      </p:cBhvr>
                                      <p:to>
                                        <p:strVal val="visible"/>
                                      </p:to>
                                    </p:set>
                                    <p:animEffect transition="in" filter="wipe(left)">
                                      <p:cBhvr>
                                        <p:cTn id="10" dur="500"/>
                                        <p:tgtEl>
                                          <p:spTgt spid="138757"/>
                                        </p:tgtEl>
                                      </p:cBhvr>
                                    </p:animEffect>
                                  </p:childTnLst>
                                </p:cTn>
                              </p:par>
                            </p:childTnLst>
                          </p:cTn>
                        </p:par>
                        <p:par>
                          <p:cTn id="11" fill="hold" nodeType="afterGroup">
                            <p:stCondLst>
                              <p:cond delay="1001"/>
                            </p:stCondLst>
                            <p:childTnLst>
                              <p:par>
                                <p:cTn id="12" presetID="22" presetClass="entr" presetSubtype="8" fill="hold" grpId="0" nodeType="afterEffect">
                                  <p:stCondLst>
                                    <p:cond delay="500"/>
                                  </p:stCondLst>
                                  <p:childTnLst>
                                    <p:set>
                                      <p:cBhvr>
                                        <p:cTn id="13" dur="1" fill="hold">
                                          <p:stCondLst>
                                            <p:cond delay="0"/>
                                          </p:stCondLst>
                                        </p:cTn>
                                        <p:tgtEl>
                                          <p:spTgt spid="138760"/>
                                        </p:tgtEl>
                                        <p:attrNameLst>
                                          <p:attrName>style.visibility</p:attrName>
                                        </p:attrNameLst>
                                      </p:cBhvr>
                                      <p:to>
                                        <p:strVal val="visible"/>
                                      </p:to>
                                    </p:set>
                                    <p:animEffect transition="in" filter="wipe(left)">
                                      <p:cBhvr>
                                        <p:cTn id="14" dur="500"/>
                                        <p:tgtEl>
                                          <p:spTgt spid="138760"/>
                                        </p:tgtEl>
                                      </p:cBhvr>
                                    </p:animEffect>
                                  </p:childTnLst>
                                </p:cTn>
                              </p:par>
                            </p:childTnLst>
                          </p:cTn>
                        </p:par>
                        <p:par>
                          <p:cTn id="15" fill="hold" nodeType="afterGroup">
                            <p:stCondLst>
                              <p:cond delay="2001"/>
                            </p:stCondLst>
                            <p:childTnLst>
                              <p:par>
                                <p:cTn id="16" presetID="22" presetClass="entr" presetSubtype="8" fill="hold" grpId="0" nodeType="afterEffect">
                                  <p:stCondLst>
                                    <p:cond delay="500"/>
                                  </p:stCondLst>
                                  <p:childTnLst>
                                    <p:set>
                                      <p:cBhvr>
                                        <p:cTn id="17" dur="1" fill="hold">
                                          <p:stCondLst>
                                            <p:cond delay="0"/>
                                          </p:stCondLst>
                                        </p:cTn>
                                        <p:tgtEl>
                                          <p:spTgt spid="138758"/>
                                        </p:tgtEl>
                                        <p:attrNameLst>
                                          <p:attrName>style.visibility</p:attrName>
                                        </p:attrNameLst>
                                      </p:cBhvr>
                                      <p:to>
                                        <p:strVal val="visible"/>
                                      </p:to>
                                    </p:set>
                                    <p:animEffect transition="in" filter="wipe(left)">
                                      <p:cBhvr>
                                        <p:cTn id="18" dur="500"/>
                                        <p:tgtEl>
                                          <p:spTgt spid="138758"/>
                                        </p:tgtEl>
                                      </p:cBhvr>
                                    </p:animEffect>
                                  </p:childTnLst>
                                </p:cTn>
                              </p:par>
                            </p:childTnLst>
                          </p:cTn>
                        </p:par>
                        <p:par>
                          <p:cTn id="19" fill="hold" nodeType="afterGroup">
                            <p:stCondLst>
                              <p:cond delay="3001"/>
                            </p:stCondLst>
                            <p:childTnLst>
                              <p:par>
                                <p:cTn id="20" presetID="22" presetClass="entr" presetSubtype="8" fill="hold" grpId="0" nodeType="afterEffect">
                                  <p:stCondLst>
                                    <p:cond delay="500"/>
                                  </p:stCondLst>
                                  <p:childTnLst>
                                    <p:set>
                                      <p:cBhvr>
                                        <p:cTn id="21" dur="1" fill="hold">
                                          <p:stCondLst>
                                            <p:cond delay="0"/>
                                          </p:stCondLst>
                                        </p:cTn>
                                        <p:tgtEl>
                                          <p:spTgt spid="138759"/>
                                        </p:tgtEl>
                                        <p:attrNameLst>
                                          <p:attrName>style.visibility</p:attrName>
                                        </p:attrNameLst>
                                      </p:cBhvr>
                                      <p:to>
                                        <p:strVal val="visible"/>
                                      </p:to>
                                    </p:set>
                                    <p:animEffect transition="in" filter="wipe(left)">
                                      <p:cBhvr>
                                        <p:cTn id="22" dur="500"/>
                                        <p:tgtEl>
                                          <p:spTgt spid="13875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8822"/>
                                        </p:tgtEl>
                                        <p:attrNameLst>
                                          <p:attrName>style.visibility</p:attrName>
                                        </p:attrNameLst>
                                      </p:cBhvr>
                                      <p:to>
                                        <p:strVal val="visible"/>
                                      </p:to>
                                    </p:set>
                                  </p:childTnLst>
                                </p:cTn>
                              </p:par>
                            </p:childTnLst>
                          </p:cTn>
                        </p:par>
                        <p:par>
                          <p:cTn id="27" fill="hold" nodeType="afterGroup">
                            <p:stCondLst>
                              <p:cond delay="1"/>
                            </p:stCondLst>
                            <p:childTnLst>
                              <p:par>
                                <p:cTn id="28" presetID="1" presetClass="entr" presetSubtype="0" fill="hold" nodeType="afterEffect">
                                  <p:stCondLst>
                                    <p:cond delay="0"/>
                                  </p:stCondLst>
                                  <p:childTnLst>
                                    <p:set>
                                      <p:cBhvr>
                                        <p:cTn id="29" dur="1" fill="hold">
                                          <p:stCondLst>
                                            <p:cond delay="0"/>
                                          </p:stCondLst>
                                        </p:cTn>
                                        <p:tgtEl>
                                          <p:spTgt spid="138827"/>
                                        </p:tgtEl>
                                        <p:attrNameLst>
                                          <p:attrName>style.visibility</p:attrName>
                                        </p:attrNameLst>
                                      </p:cBhvr>
                                      <p:to>
                                        <p:strVal val="visible"/>
                                      </p:to>
                                    </p:set>
                                  </p:childTnLst>
                                </p:cTn>
                              </p:par>
                            </p:childTnLst>
                          </p:cTn>
                        </p:par>
                        <p:par>
                          <p:cTn id="30" fill="hold" nodeType="afterGroup">
                            <p:stCondLst>
                              <p:cond delay="2"/>
                            </p:stCondLst>
                            <p:childTnLst>
                              <p:par>
                                <p:cTn id="31" presetID="22" presetClass="entr" presetSubtype="8" fill="hold" grpId="0" nodeType="afterEffect">
                                  <p:stCondLst>
                                    <p:cond delay="500"/>
                                  </p:stCondLst>
                                  <p:childTnLst>
                                    <p:set>
                                      <p:cBhvr>
                                        <p:cTn id="32" dur="1" fill="hold">
                                          <p:stCondLst>
                                            <p:cond delay="0"/>
                                          </p:stCondLst>
                                        </p:cTn>
                                        <p:tgtEl>
                                          <p:spTgt spid="138823"/>
                                        </p:tgtEl>
                                        <p:attrNameLst>
                                          <p:attrName>style.visibility</p:attrName>
                                        </p:attrNameLst>
                                      </p:cBhvr>
                                      <p:to>
                                        <p:strVal val="visible"/>
                                      </p:to>
                                    </p:set>
                                    <p:animEffect transition="in" filter="wipe(left)">
                                      <p:cBhvr>
                                        <p:cTn id="33" dur="2000"/>
                                        <p:tgtEl>
                                          <p:spTgt spid="138823"/>
                                        </p:tgtEl>
                                      </p:cBhvr>
                                    </p:animEffect>
                                  </p:childTnLst>
                                </p:cTn>
                              </p:par>
                            </p:childTnLst>
                          </p:cTn>
                        </p:par>
                        <p:par>
                          <p:cTn id="34" fill="hold" nodeType="afterGroup">
                            <p:stCondLst>
                              <p:cond delay="2502"/>
                            </p:stCondLst>
                            <p:childTnLst>
                              <p:par>
                                <p:cTn id="35" presetID="1" presetClass="entr" presetSubtype="0" fill="hold" grpId="0" nodeType="afterEffect">
                                  <p:stCondLst>
                                    <p:cond delay="0"/>
                                  </p:stCondLst>
                                  <p:childTnLst>
                                    <p:set>
                                      <p:cBhvr>
                                        <p:cTn id="36" dur="1" fill="hold">
                                          <p:stCondLst>
                                            <p:cond delay="0"/>
                                          </p:stCondLst>
                                        </p:cTn>
                                        <p:tgtEl>
                                          <p:spTgt spid="5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757" grpId="0" animBg="1"/>
      <p:bldP spid="138758" grpId="0" animBg="1"/>
      <p:bldP spid="138759" grpId="0" animBg="1"/>
      <p:bldP spid="138760" grpId="0" animBg="1"/>
      <p:bldP spid="138761" grpId="0"/>
      <p:bldP spid="138822" grpId="0"/>
      <p:bldP spid="138823" grpId="0" animBg="1"/>
      <p:bldP spid="57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4961" name="Rectangle 2"/>
          <p:cNvSpPr>
            <a:spLocks noGrp="1" noChangeArrowheads="1"/>
          </p:cNvSpPr>
          <p:nvPr>
            <p:ph type="title"/>
          </p:nvPr>
        </p:nvSpPr>
        <p:spPr/>
        <p:txBody>
          <a:bodyPr/>
          <a:lstStyle/>
          <a:p>
            <a:pPr algn="ctr"/>
            <a:r>
              <a:rPr lang="zh-CN" altLang="en-US" smtClean="0">
                <a:latin typeface="黑体" panose="02010609060101010101" pitchFamily="49" charset="-122"/>
                <a:ea typeface="黑体" panose="02010609060101010101" pitchFamily="49" charset="-122"/>
              </a:rPr>
              <a:t>数据链路层的简单模型</a:t>
            </a:r>
            <a:r>
              <a:rPr lang="en-US" altLang="zh-CN" smtClean="0">
                <a:latin typeface="黑体" panose="02010609060101010101" pitchFamily="49" charset="-122"/>
                <a:ea typeface="黑体" panose="02010609060101010101" pitchFamily="49" charset="-122"/>
              </a:rPr>
              <a:t>( </a:t>
            </a:r>
            <a:r>
              <a:rPr lang="zh-CN" altLang="en-US" smtClean="0">
                <a:latin typeface="黑体" panose="02010609060101010101" pitchFamily="49" charset="-122"/>
                <a:ea typeface="黑体" panose="02010609060101010101" pitchFamily="49" charset="-122"/>
              </a:rPr>
              <a:t>续）</a:t>
            </a:r>
          </a:p>
        </p:txBody>
      </p:sp>
      <p:sp>
        <p:nvSpPr>
          <p:cNvPr id="424962" name="Line 4"/>
          <p:cNvSpPr>
            <a:spLocks noChangeShapeType="1"/>
          </p:cNvSpPr>
          <p:nvPr/>
        </p:nvSpPr>
        <p:spPr bwMode="auto">
          <a:xfrm flipH="1" flipV="1">
            <a:off x="8539163" y="2720975"/>
            <a:ext cx="728662" cy="6350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4963" name="Line 5"/>
          <p:cNvSpPr>
            <a:spLocks noChangeShapeType="1"/>
          </p:cNvSpPr>
          <p:nvPr/>
        </p:nvSpPr>
        <p:spPr bwMode="auto">
          <a:xfrm flipH="1" flipV="1">
            <a:off x="7356475" y="2416175"/>
            <a:ext cx="687388" cy="21590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4964" name="Line 6"/>
          <p:cNvSpPr>
            <a:spLocks noChangeShapeType="1"/>
          </p:cNvSpPr>
          <p:nvPr/>
        </p:nvSpPr>
        <p:spPr bwMode="auto">
          <a:xfrm flipV="1">
            <a:off x="6392863" y="2403475"/>
            <a:ext cx="825500" cy="15240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4965" name="Line 7"/>
          <p:cNvSpPr>
            <a:spLocks noChangeShapeType="1"/>
          </p:cNvSpPr>
          <p:nvPr/>
        </p:nvSpPr>
        <p:spPr bwMode="auto">
          <a:xfrm flipV="1">
            <a:off x="5237163" y="2479675"/>
            <a:ext cx="990600" cy="7620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4966" name="Line 8"/>
          <p:cNvSpPr>
            <a:spLocks noChangeShapeType="1"/>
          </p:cNvSpPr>
          <p:nvPr/>
        </p:nvSpPr>
        <p:spPr bwMode="auto">
          <a:xfrm>
            <a:off x="4081463" y="2555875"/>
            <a:ext cx="990600"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4967" name="Line 9"/>
          <p:cNvSpPr>
            <a:spLocks noChangeShapeType="1"/>
          </p:cNvSpPr>
          <p:nvPr/>
        </p:nvSpPr>
        <p:spPr bwMode="auto">
          <a:xfrm>
            <a:off x="2843213" y="2327275"/>
            <a:ext cx="990600" cy="22860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4968" name="Freeform 10"/>
          <p:cNvSpPr>
            <a:spLocks noChangeArrowheads="1"/>
          </p:cNvSpPr>
          <p:nvPr/>
        </p:nvSpPr>
        <p:spPr bwMode="auto">
          <a:xfrm>
            <a:off x="889000" y="2365375"/>
            <a:ext cx="1898650" cy="508000"/>
          </a:xfrm>
          <a:custGeom>
            <a:avLst/>
            <a:gdLst>
              <a:gd name="T0" fmla="*/ 0 w 1104"/>
              <a:gd name="T1" fmla="*/ 320 h 320"/>
              <a:gd name="T2" fmla="*/ 568 w 1104"/>
              <a:gd name="T3" fmla="*/ 200 h 320"/>
              <a:gd name="T4" fmla="*/ 1104 w 1104"/>
              <a:gd name="T5" fmla="*/ 0 h 320"/>
            </a:gdLst>
            <a:ahLst/>
            <a:cxnLst>
              <a:cxn ang="0">
                <a:pos x="T0" y="T1"/>
              </a:cxn>
              <a:cxn ang="0">
                <a:pos x="T2" y="T3"/>
              </a:cxn>
              <a:cxn ang="0">
                <a:pos x="T4" y="T5"/>
              </a:cxn>
            </a:cxnLst>
            <a:rect l="0" t="0" r="r" b="b"/>
            <a:pathLst>
              <a:path w="1104" h="320">
                <a:moveTo>
                  <a:pt x="0" y="320"/>
                </a:moveTo>
                <a:lnTo>
                  <a:pt x="568" y="200"/>
                </a:lnTo>
                <a:lnTo>
                  <a:pt x="1104" y="0"/>
                </a:lnTo>
              </a:path>
            </a:pathLst>
          </a:custGeom>
          <a:noFill/>
          <a:ln w="28575">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grpSp>
        <p:nvGrpSpPr>
          <p:cNvPr id="424969" name="Group 11"/>
          <p:cNvGrpSpPr>
            <a:grpSpLocks/>
          </p:cNvGrpSpPr>
          <p:nvPr/>
        </p:nvGrpSpPr>
        <p:grpSpPr bwMode="auto">
          <a:xfrm>
            <a:off x="1274763" y="2174875"/>
            <a:ext cx="1222375" cy="781050"/>
            <a:chOff x="1680" y="240"/>
            <a:chExt cx="2529" cy="1270"/>
          </a:xfrm>
        </p:grpSpPr>
        <p:sp>
          <p:nvSpPr>
            <p:cNvPr id="424970" name="Oval 12"/>
            <p:cNvSpPr>
              <a:spLocks noChangeArrowheads="1"/>
            </p:cNvSpPr>
            <p:nvPr/>
          </p:nvSpPr>
          <p:spPr bwMode="auto">
            <a:xfrm>
              <a:off x="2554" y="240"/>
              <a:ext cx="1088" cy="513"/>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4971" name="Oval 13"/>
            <p:cNvSpPr>
              <a:spLocks noChangeArrowheads="1"/>
            </p:cNvSpPr>
            <p:nvPr/>
          </p:nvSpPr>
          <p:spPr bwMode="auto">
            <a:xfrm>
              <a:off x="1941" y="381"/>
              <a:ext cx="827" cy="513"/>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4972" name="Oval 14"/>
            <p:cNvSpPr>
              <a:spLocks noChangeArrowheads="1"/>
            </p:cNvSpPr>
            <p:nvPr/>
          </p:nvSpPr>
          <p:spPr bwMode="auto">
            <a:xfrm>
              <a:off x="1680" y="702"/>
              <a:ext cx="552" cy="411"/>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4973" name="Oval 15"/>
            <p:cNvSpPr>
              <a:spLocks noChangeArrowheads="1"/>
            </p:cNvSpPr>
            <p:nvPr/>
          </p:nvSpPr>
          <p:spPr bwMode="auto">
            <a:xfrm>
              <a:off x="1849" y="894"/>
              <a:ext cx="842" cy="450"/>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4974" name="Oval 16"/>
            <p:cNvSpPr>
              <a:spLocks noChangeArrowheads="1"/>
            </p:cNvSpPr>
            <p:nvPr/>
          </p:nvSpPr>
          <p:spPr bwMode="auto">
            <a:xfrm>
              <a:off x="2462" y="971"/>
              <a:ext cx="1272" cy="539"/>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4975" name="Oval 17"/>
            <p:cNvSpPr>
              <a:spLocks noChangeArrowheads="1"/>
            </p:cNvSpPr>
            <p:nvPr/>
          </p:nvSpPr>
          <p:spPr bwMode="auto">
            <a:xfrm>
              <a:off x="3289" y="394"/>
              <a:ext cx="797" cy="39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4976" name="Oval 18"/>
            <p:cNvSpPr>
              <a:spLocks noChangeArrowheads="1"/>
            </p:cNvSpPr>
            <p:nvPr/>
          </p:nvSpPr>
          <p:spPr bwMode="auto">
            <a:xfrm>
              <a:off x="3412" y="663"/>
              <a:ext cx="797" cy="39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4977" name="Oval 19"/>
            <p:cNvSpPr>
              <a:spLocks noChangeArrowheads="1"/>
            </p:cNvSpPr>
            <p:nvPr/>
          </p:nvSpPr>
          <p:spPr bwMode="auto">
            <a:xfrm>
              <a:off x="3335" y="753"/>
              <a:ext cx="797" cy="66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4978" name="Oval 20"/>
            <p:cNvSpPr>
              <a:spLocks noChangeArrowheads="1"/>
            </p:cNvSpPr>
            <p:nvPr/>
          </p:nvSpPr>
          <p:spPr bwMode="auto">
            <a:xfrm>
              <a:off x="2140" y="548"/>
              <a:ext cx="1640" cy="667"/>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4979" name="Group 28"/>
          <p:cNvGrpSpPr>
            <a:grpSpLocks/>
          </p:cNvGrpSpPr>
          <p:nvPr/>
        </p:nvGrpSpPr>
        <p:grpSpPr bwMode="auto">
          <a:xfrm>
            <a:off x="3338513" y="2174875"/>
            <a:ext cx="1222375" cy="781050"/>
            <a:chOff x="1680" y="240"/>
            <a:chExt cx="2529" cy="1270"/>
          </a:xfrm>
        </p:grpSpPr>
        <p:sp>
          <p:nvSpPr>
            <p:cNvPr id="424980" name="Oval 29"/>
            <p:cNvSpPr>
              <a:spLocks noChangeArrowheads="1"/>
            </p:cNvSpPr>
            <p:nvPr/>
          </p:nvSpPr>
          <p:spPr bwMode="auto">
            <a:xfrm>
              <a:off x="2554" y="240"/>
              <a:ext cx="1088" cy="513"/>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4981" name="Oval 30"/>
            <p:cNvSpPr>
              <a:spLocks noChangeArrowheads="1"/>
            </p:cNvSpPr>
            <p:nvPr/>
          </p:nvSpPr>
          <p:spPr bwMode="auto">
            <a:xfrm>
              <a:off x="1941" y="381"/>
              <a:ext cx="827" cy="513"/>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4982" name="Oval 31"/>
            <p:cNvSpPr>
              <a:spLocks noChangeArrowheads="1"/>
            </p:cNvSpPr>
            <p:nvPr/>
          </p:nvSpPr>
          <p:spPr bwMode="auto">
            <a:xfrm>
              <a:off x="1680" y="702"/>
              <a:ext cx="552" cy="411"/>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4983" name="Oval 32"/>
            <p:cNvSpPr>
              <a:spLocks noChangeArrowheads="1"/>
            </p:cNvSpPr>
            <p:nvPr/>
          </p:nvSpPr>
          <p:spPr bwMode="auto">
            <a:xfrm>
              <a:off x="1849" y="894"/>
              <a:ext cx="842" cy="450"/>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4984" name="Oval 33"/>
            <p:cNvSpPr>
              <a:spLocks noChangeArrowheads="1"/>
            </p:cNvSpPr>
            <p:nvPr/>
          </p:nvSpPr>
          <p:spPr bwMode="auto">
            <a:xfrm>
              <a:off x="2462" y="971"/>
              <a:ext cx="1272" cy="539"/>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4985" name="Oval 34"/>
            <p:cNvSpPr>
              <a:spLocks noChangeArrowheads="1"/>
            </p:cNvSpPr>
            <p:nvPr/>
          </p:nvSpPr>
          <p:spPr bwMode="auto">
            <a:xfrm>
              <a:off x="3289" y="394"/>
              <a:ext cx="797" cy="39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4986" name="Oval 35"/>
            <p:cNvSpPr>
              <a:spLocks noChangeArrowheads="1"/>
            </p:cNvSpPr>
            <p:nvPr/>
          </p:nvSpPr>
          <p:spPr bwMode="auto">
            <a:xfrm>
              <a:off x="3412" y="663"/>
              <a:ext cx="797" cy="39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4987" name="Oval 36"/>
            <p:cNvSpPr>
              <a:spLocks noChangeArrowheads="1"/>
            </p:cNvSpPr>
            <p:nvPr/>
          </p:nvSpPr>
          <p:spPr bwMode="auto">
            <a:xfrm>
              <a:off x="3335" y="753"/>
              <a:ext cx="797" cy="66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4988" name="Oval 37"/>
            <p:cNvSpPr>
              <a:spLocks noChangeArrowheads="1"/>
            </p:cNvSpPr>
            <p:nvPr/>
          </p:nvSpPr>
          <p:spPr bwMode="auto">
            <a:xfrm>
              <a:off x="2140" y="548"/>
              <a:ext cx="1640" cy="667"/>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sp>
        <p:nvSpPr>
          <p:cNvPr id="424989" name="Text Box 38"/>
          <p:cNvSpPr txBox="1">
            <a:spLocks noChangeArrowheads="1"/>
          </p:cNvSpPr>
          <p:nvPr/>
        </p:nvSpPr>
        <p:spPr bwMode="auto">
          <a:xfrm>
            <a:off x="3544888" y="2363788"/>
            <a:ext cx="87788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局域网</a:t>
            </a:r>
          </a:p>
        </p:txBody>
      </p:sp>
      <p:pic>
        <p:nvPicPr>
          <p:cNvPr id="424990" name="Picture 3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27313" y="2206625"/>
            <a:ext cx="4778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24991" name="Picture 8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06963" y="2403475"/>
            <a:ext cx="4778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24992" name="Picture 88"/>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951913" y="2466975"/>
            <a:ext cx="57785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24993" name="Picture 8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53263" y="2254250"/>
            <a:ext cx="4778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24994" name="Group 90"/>
          <p:cNvGrpSpPr>
            <a:grpSpLocks/>
          </p:cNvGrpSpPr>
          <p:nvPr/>
        </p:nvGrpSpPr>
        <p:grpSpPr bwMode="auto">
          <a:xfrm>
            <a:off x="5649913" y="2174875"/>
            <a:ext cx="1222375" cy="781050"/>
            <a:chOff x="1680" y="240"/>
            <a:chExt cx="2529" cy="1270"/>
          </a:xfrm>
        </p:grpSpPr>
        <p:sp>
          <p:nvSpPr>
            <p:cNvPr id="424995" name="Oval 91"/>
            <p:cNvSpPr>
              <a:spLocks noChangeArrowheads="1"/>
            </p:cNvSpPr>
            <p:nvPr/>
          </p:nvSpPr>
          <p:spPr bwMode="auto">
            <a:xfrm>
              <a:off x="2554" y="240"/>
              <a:ext cx="1088" cy="513"/>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4996" name="Oval 92"/>
            <p:cNvSpPr>
              <a:spLocks noChangeArrowheads="1"/>
            </p:cNvSpPr>
            <p:nvPr/>
          </p:nvSpPr>
          <p:spPr bwMode="auto">
            <a:xfrm>
              <a:off x="1941" y="381"/>
              <a:ext cx="827" cy="513"/>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4997" name="Oval 93"/>
            <p:cNvSpPr>
              <a:spLocks noChangeArrowheads="1"/>
            </p:cNvSpPr>
            <p:nvPr/>
          </p:nvSpPr>
          <p:spPr bwMode="auto">
            <a:xfrm>
              <a:off x="1680" y="702"/>
              <a:ext cx="552" cy="411"/>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4998" name="Oval 94"/>
            <p:cNvSpPr>
              <a:spLocks noChangeArrowheads="1"/>
            </p:cNvSpPr>
            <p:nvPr/>
          </p:nvSpPr>
          <p:spPr bwMode="auto">
            <a:xfrm>
              <a:off x="1849" y="894"/>
              <a:ext cx="842" cy="450"/>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4999" name="Oval 95"/>
            <p:cNvSpPr>
              <a:spLocks noChangeArrowheads="1"/>
            </p:cNvSpPr>
            <p:nvPr/>
          </p:nvSpPr>
          <p:spPr bwMode="auto">
            <a:xfrm>
              <a:off x="2462" y="971"/>
              <a:ext cx="1272" cy="539"/>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000" name="Oval 96"/>
            <p:cNvSpPr>
              <a:spLocks noChangeArrowheads="1"/>
            </p:cNvSpPr>
            <p:nvPr/>
          </p:nvSpPr>
          <p:spPr bwMode="auto">
            <a:xfrm>
              <a:off x="3289" y="394"/>
              <a:ext cx="797" cy="39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001" name="Oval 97"/>
            <p:cNvSpPr>
              <a:spLocks noChangeArrowheads="1"/>
            </p:cNvSpPr>
            <p:nvPr/>
          </p:nvSpPr>
          <p:spPr bwMode="auto">
            <a:xfrm>
              <a:off x="3412" y="663"/>
              <a:ext cx="797" cy="39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002" name="Oval 98"/>
            <p:cNvSpPr>
              <a:spLocks noChangeArrowheads="1"/>
            </p:cNvSpPr>
            <p:nvPr/>
          </p:nvSpPr>
          <p:spPr bwMode="auto">
            <a:xfrm>
              <a:off x="3335" y="753"/>
              <a:ext cx="797" cy="66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003" name="Oval 99"/>
            <p:cNvSpPr>
              <a:spLocks noChangeArrowheads="1"/>
            </p:cNvSpPr>
            <p:nvPr/>
          </p:nvSpPr>
          <p:spPr bwMode="auto">
            <a:xfrm>
              <a:off x="2140" y="548"/>
              <a:ext cx="1640" cy="667"/>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sp>
        <p:nvSpPr>
          <p:cNvPr id="425004" name="Text Box 100"/>
          <p:cNvSpPr txBox="1">
            <a:spLocks noChangeArrowheads="1"/>
          </p:cNvSpPr>
          <p:nvPr/>
        </p:nvSpPr>
        <p:spPr bwMode="auto">
          <a:xfrm>
            <a:off x="5829300" y="2363788"/>
            <a:ext cx="8763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广域网</a:t>
            </a:r>
          </a:p>
        </p:txBody>
      </p:sp>
      <p:sp>
        <p:nvSpPr>
          <p:cNvPr id="425005" name="Text Box 101"/>
          <p:cNvSpPr txBox="1">
            <a:spLocks noChangeArrowheads="1"/>
          </p:cNvSpPr>
          <p:nvPr/>
        </p:nvSpPr>
        <p:spPr bwMode="auto">
          <a:xfrm>
            <a:off x="395288" y="2028825"/>
            <a:ext cx="9477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主机</a:t>
            </a:r>
            <a:r>
              <a:rPr lang="zh-CN" altLang="en-US" sz="1400" b="1">
                <a:solidFill>
                  <a:srgbClr val="000099"/>
                </a:solidFill>
                <a:ea typeface="黑体" panose="02010609060101010101" pitchFamily="49" charset="-122"/>
              </a:rPr>
              <a:t> </a:t>
            </a:r>
            <a:r>
              <a:rPr lang="en-US" altLang="zh-CN" b="1">
                <a:solidFill>
                  <a:srgbClr val="000099"/>
                </a:solidFill>
                <a:ea typeface="黑体" panose="02010609060101010101" pitchFamily="49" charset="-122"/>
              </a:rPr>
              <a:t>H</a:t>
            </a:r>
            <a:r>
              <a:rPr lang="en-US" altLang="zh-CN" b="1" baseline="-25000">
                <a:solidFill>
                  <a:srgbClr val="000099"/>
                </a:solidFill>
                <a:ea typeface="黑体" panose="02010609060101010101" pitchFamily="49" charset="-122"/>
              </a:rPr>
              <a:t>1</a:t>
            </a:r>
          </a:p>
        </p:txBody>
      </p:sp>
      <p:sp>
        <p:nvSpPr>
          <p:cNvPr id="425006" name="Text Box 102"/>
          <p:cNvSpPr txBox="1">
            <a:spLocks noChangeArrowheads="1"/>
          </p:cNvSpPr>
          <p:nvPr/>
        </p:nvSpPr>
        <p:spPr bwMode="auto">
          <a:xfrm>
            <a:off x="8743950" y="2147888"/>
            <a:ext cx="9477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主机</a:t>
            </a:r>
            <a:r>
              <a:rPr lang="zh-CN" altLang="en-US" sz="1400" b="1">
                <a:solidFill>
                  <a:srgbClr val="000099"/>
                </a:solidFill>
                <a:ea typeface="黑体" panose="02010609060101010101" pitchFamily="49" charset="-122"/>
              </a:rPr>
              <a:t> </a:t>
            </a:r>
            <a:r>
              <a:rPr lang="en-US" altLang="zh-CN" b="1">
                <a:solidFill>
                  <a:srgbClr val="000099"/>
                </a:solidFill>
                <a:ea typeface="黑体" panose="02010609060101010101" pitchFamily="49" charset="-122"/>
              </a:rPr>
              <a:t>H</a:t>
            </a:r>
            <a:r>
              <a:rPr lang="en-US" altLang="zh-CN" b="1" baseline="-25000">
                <a:solidFill>
                  <a:srgbClr val="000099"/>
                </a:solidFill>
                <a:ea typeface="黑体" panose="02010609060101010101" pitchFamily="49" charset="-122"/>
              </a:rPr>
              <a:t>2</a:t>
            </a:r>
          </a:p>
        </p:txBody>
      </p:sp>
      <p:sp>
        <p:nvSpPr>
          <p:cNvPr id="425007" name="Text Box 103"/>
          <p:cNvSpPr txBox="1">
            <a:spLocks noChangeArrowheads="1"/>
          </p:cNvSpPr>
          <p:nvPr/>
        </p:nvSpPr>
        <p:spPr bwMode="auto">
          <a:xfrm>
            <a:off x="2268538" y="1844675"/>
            <a:ext cx="11620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路由器</a:t>
            </a:r>
            <a:r>
              <a:rPr lang="zh-CN" altLang="en-US" sz="900" b="1">
                <a:solidFill>
                  <a:srgbClr val="000099"/>
                </a:solidFill>
                <a:ea typeface="黑体" panose="02010609060101010101" pitchFamily="49" charset="-122"/>
              </a:rPr>
              <a:t> </a:t>
            </a:r>
            <a:r>
              <a:rPr lang="en-US" altLang="zh-CN" b="1">
                <a:solidFill>
                  <a:srgbClr val="000099"/>
                </a:solidFill>
                <a:ea typeface="黑体" panose="02010609060101010101" pitchFamily="49" charset="-122"/>
              </a:rPr>
              <a:t>R</a:t>
            </a:r>
            <a:r>
              <a:rPr lang="en-US" altLang="zh-CN" b="1" baseline="-25000">
                <a:solidFill>
                  <a:srgbClr val="000099"/>
                </a:solidFill>
                <a:ea typeface="黑体" panose="02010609060101010101" pitchFamily="49" charset="-122"/>
              </a:rPr>
              <a:t>1</a:t>
            </a:r>
          </a:p>
        </p:txBody>
      </p:sp>
      <p:sp>
        <p:nvSpPr>
          <p:cNvPr id="425008" name="Text Box 104"/>
          <p:cNvSpPr txBox="1">
            <a:spLocks noChangeArrowheads="1"/>
          </p:cNvSpPr>
          <p:nvPr/>
        </p:nvSpPr>
        <p:spPr bwMode="auto">
          <a:xfrm>
            <a:off x="4608513" y="2041525"/>
            <a:ext cx="11604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路由器</a:t>
            </a:r>
            <a:r>
              <a:rPr lang="zh-CN" altLang="en-US" sz="900" b="1">
                <a:solidFill>
                  <a:srgbClr val="000099"/>
                </a:solidFill>
                <a:ea typeface="黑体" panose="02010609060101010101" pitchFamily="49" charset="-122"/>
              </a:rPr>
              <a:t> </a:t>
            </a:r>
            <a:r>
              <a:rPr lang="en-US" altLang="zh-CN" b="1">
                <a:solidFill>
                  <a:srgbClr val="000099"/>
                </a:solidFill>
                <a:ea typeface="黑体" panose="02010609060101010101" pitchFamily="49" charset="-122"/>
              </a:rPr>
              <a:t>R</a:t>
            </a:r>
            <a:r>
              <a:rPr lang="en-US" altLang="zh-CN" b="1" baseline="-25000">
                <a:solidFill>
                  <a:srgbClr val="000099"/>
                </a:solidFill>
                <a:ea typeface="黑体" panose="02010609060101010101" pitchFamily="49" charset="-122"/>
              </a:rPr>
              <a:t>2</a:t>
            </a:r>
          </a:p>
        </p:txBody>
      </p:sp>
      <p:sp>
        <p:nvSpPr>
          <p:cNvPr id="425009" name="Text Box 105"/>
          <p:cNvSpPr txBox="1">
            <a:spLocks noChangeArrowheads="1"/>
          </p:cNvSpPr>
          <p:nvPr/>
        </p:nvSpPr>
        <p:spPr bwMode="auto">
          <a:xfrm>
            <a:off x="6715125" y="1901825"/>
            <a:ext cx="11604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路由器</a:t>
            </a:r>
            <a:r>
              <a:rPr lang="zh-CN" altLang="en-US" sz="900" b="1">
                <a:solidFill>
                  <a:srgbClr val="000099"/>
                </a:solidFill>
                <a:ea typeface="黑体" panose="02010609060101010101" pitchFamily="49" charset="-122"/>
              </a:rPr>
              <a:t> </a:t>
            </a:r>
            <a:r>
              <a:rPr lang="en-US" altLang="zh-CN" b="1">
                <a:solidFill>
                  <a:srgbClr val="000099"/>
                </a:solidFill>
                <a:ea typeface="黑体" panose="02010609060101010101" pitchFamily="49" charset="-122"/>
              </a:rPr>
              <a:t>R</a:t>
            </a:r>
            <a:r>
              <a:rPr lang="en-US" altLang="zh-CN" b="1" baseline="-25000">
                <a:solidFill>
                  <a:srgbClr val="000099"/>
                </a:solidFill>
                <a:ea typeface="黑体" panose="02010609060101010101" pitchFamily="49" charset="-122"/>
              </a:rPr>
              <a:t>3</a:t>
            </a:r>
          </a:p>
        </p:txBody>
      </p:sp>
      <p:sp>
        <p:nvSpPr>
          <p:cNvPr id="425010" name="Text Box 106"/>
          <p:cNvSpPr txBox="1">
            <a:spLocks noChangeArrowheads="1"/>
          </p:cNvSpPr>
          <p:nvPr/>
        </p:nvSpPr>
        <p:spPr bwMode="auto">
          <a:xfrm>
            <a:off x="1439863" y="2376488"/>
            <a:ext cx="87788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电话网</a:t>
            </a:r>
          </a:p>
        </p:txBody>
      </p:sp>
      <p:grpSp>
        <p:nvGrpSpPr>
          <p:cNvPr id="425011" name="Group 114"/>
          <p:cNvGrpSpPr>
            <a:grpSpLocks/>
          </p:cNvGrpSpPr>
          <p:nvPr/>
        </p:nvGrpSpPr>
        <p:grpSpPr bwMode="auto">
          <a:xfrm>
            <a:off x="449263" y="2403475"/>
            <a:ext cx="720725" cy="546100"/>
            <a:chOff x="624" y="2968"/>
            <a:chExt cx="1331" cy="920"/>
          </a:xfrm>
        </p:grpSpPr>
        <p:sp>
          <p:nvSpPr>
            <p:cNvPr id="425012" name="Freeform 115"/>
            <p:cNvSpPr>
              <a:spLocks noChangeArrowheads="1"/>
            </p:cNvSpPr>
            <p:nvPr/>
          </p:nvSpPr>
          <p:spPr bwMode="auto">
            <a:xfrm>
              <a:off x="1238" y="2968"/>
              <a:ext cx="713" cy="770"/>
            </a:xfrm>
            <a:custGeom>
              <a:avLst/>
              <a:gdLst>
                <a:gd name="T0" fmla="*/ 992 w 1426"/>
                <a:gd name="T1" fmla="*/ 2292 h 2309"/>
                <a:gd name="T2" fmla="*/ 964 w 1426"/>
                <a:gd name="T3" fmla="*/ 2309 h 2309"/>
                <a:gd name="T4" fmla="*/ 0 w 1426"/>
                <a:gd name="T5" fmla="*/ 1462 h 2309"/>
                <a:gd name="T6" fmla="*/ 326 w 1426"/>
                <a:gd name="T7" fmla="*/ 59 h 2309"/>
                <a:gd name="T8" fmla="*/ 369 w 1426"/>
                <a:gd name="T9" fmla="*/ 18 h 2309"/>
                <a:gd name="T10" fmla="*/ 414 w 1426"/>
                <a:gd name="T11" fmla="*/ 0 h 2309"/>
                <a:gd name="T12" fmla="*/ 457 w 1426"/>
                <a:gd name="T13" fmla="*/ 9 h 2309"/>
                <a:gd name="T14" fmla="*/ 1381 w 1426"/>
                <a:gd name="T15" fmla="*/ 400 h 2309"/>
                <a:gd name="T16" fmla="*/ 1411 w 1426"/>
                <a:gd name="T17" fmla="*/ 421 h 2309"/>
                <a:gd name="T18" fmla="*/ 1422 w 1426"/>
                <a:gd name="T19" fmla="*/ 425 h 2309"/>
                <a:gd name="T20" fmla="*/ 1426 w 1426"/>
                <a:gd name="T21" fmla="*/ 445 h 2309"/>
                <a:gd name="T22" fmla="*/ 1017 w 1426"/>
                <a:gd name="T23" fmla="*/ 2306 h 2309"/>
                <a:gd name="T24" fmla="*/ 992 w 1426"/>
                <a:gd name="T25" fmla="*/ 2292 h 2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26" h="2309">
                  <a:moveTo>
                    <a:pt x="992" y="2292"/>
                  </a:moveTo>
                  <a:lnTo>
                    <a:pt x="964" y="2309"/>
                  </a:lnTo>
                  <a:lnTo>
                    <a:pt x="0" y="1462"/>
                  </a:lnTo>
                  <a:lnTo>
                    <a:pt x="326" y="59"/>
                  </a:lnTo>
                  <a:lnTo>
                    <a:pt x="369" y="18"/>
                  </a:lnTo>
                  <a:lnTo>
                    <a:pt x="414" y="0"/>
                  </a:lnTo>
                  <a:lnTo>
                    <a:pt x="457" y="9"/>
                  </a:lnTo>
                  <a:lnTo>
                    <a:pt x="1381" y="400"/>
                  </a:lnTo>
                  <a:lnTo>
                    <a:pt x="1411" y="421"/>
                  </a:lnTo>
                  <a:lnTo>
                    <a:pt x="1422" y="425"/>
                  </a:lnTo>
                  <a:lnTo>
                    <a:pt x="1426" y="445"/>
                  </a:lnTo>
                  <a:lnTo>
                    <a:pt x="1017" y="2306"/>
                  </a:lnTo>
                  <a:lnTo>
                    <a:pt x="992" y="2292"/>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013" name="Freeform 116"/>
            <p:cNvSpPr>
              <a:spLocks noChangeArrowheads="1"/>
            </p:cNvSpPr>
            <p:nvPr/>
          </p:nvSpPr>
          <p:spPr bwMode="auto">
            <a:xfrm>
              <a:off x="1668" y="3087"/>
              <a:ext cx="286" cy="660"/>
            </a:xfrm>
            <a:custGeom>
              <a:avLst/>
              <a:gdLst>
                <a:gd name="T0" fmla="*/ 573 w 573"/>
                <a:gd name="T1" fmla="*/ 86 h 1980"/>
                <a:gd name="T2" fmla="*/ 568 w 573"/>
                <a:gd name="T3" fmla="*/ 132 h 1980"/>
                <a:gd name="T4" fmla="*/ 155 w 573"/>
                <a:gd name="T5" fmla="*/ 1923 h 1980"/>
                <a:gd name="T6" fmla="*/ 151 w 573"/>
                <a:gd name="T7" fmla="*/ 1955 h 1980"/>
                <a:gd name="T8" fmla="*/ 140 w 573"/>
                <a:gd name="T9" fmla="*/ 1972 h 1980"/>
                <a:gd name="T10" fmla="*/ 125 w 573"/>
                <a:gd name="T11" fmla="*/ 1980 h 1980"/>
                <a:gd name="T12" fmla="*/ 111 w 573"/>
                <a:gd name="T13" fmla="*/ 1975 h 1980"/>
                <a:gd name="T14" fmla="*/ 86 w 573"/>
                <a:gd name="T15" fmla="*/ 1955 h 1980"/>
                <a:gd name="T16" fmla="*/ 0 w 573"/>
                <a:gd name="T17" fmla="*/ 1880 h 1980"/>
                <a:gd name="T18" fmla="*/ 425 w 573"/>
                <a:gd name="T19" fmla="*/ 39 h 1980"/>
                <a:gd name="T20" fmla="*/ 420 w 573"/>
                <a:gd name="T21" fmla="*/ 27 h 1980"/>
                <a:gd name="T22" fmla="*/ 396 w 573"/>
                <a:gd name="T23" fmla="*/ 0 h 1980"/>
                <a:gd name="T24" fmla="*/ 445 w 573"/>
                <a:gd name="T25" fmla="*/ 20 h 1980"/>
                <a:gd name="T26" fmla="*/ 541 w 573"/>
                <a:gd name="T27" fmla="*/ 61 h 1980"/>
                <a:gd name="T28" fmla="*/ 559 w 573"/>
                <a:gd name="T29" fmla="*/ 75 h 1980"/>
                <a:gd name="T30" fmla="*/ 573 w 573"/>
                <a:gd name="T31" fmla="*/ 86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73" h="1980">
                  <a:moveTo>
                    <a:pt x="573" y="86"/>
                  </a:moveTo>
                  <a:lnTo>
                    <a:pt x="568" y="132"/>
                  </a:lnTo>
                  <a:lnTo>
                    <a:pt x="155" y="1923"/>
                  </a:lnTo>
                  <a:lnTo>
                    <a:pt x="151" y="1955"/>
                  </a:lnTo>
                  <a:lnTo>
                    <a:pt x="140" y="1972"/>
                  </a:lnTo>
                  <a:lnTo>
                    <a:pt x="125" y="1980"/>
                  </a:lnTo>
                  <a:lnTo>
                    <a:pt x="111" y="1975"/>
                  </a:lnTo>
                  <a:lnTo>
                    <a:pt x="86" y="1955"/>
                  </a:lnTo>
                  <a:lnTo>
                    <a:pt x="0" y="1880"/>
                  </a:lnTo>
                  <a:lnTo>
                    <a:pt x="425" y="39"/>
                  </a:lnTo>
                  <a:lnTo>
                    <a:pt x="420" y="27"/>
                  </a:lnTo>
                  <a:lnTo>
                    <a:pt x="396" y="0"/>
                  </a:lnTo>
                  <a:lnTo>
                    <a:pt x="445" y="20"/>
                  </a:lnTo>
                  <a:lnTo>
                    <a:pt x="541" y="61"/>
                  </a:lnTo>
                  <a:lnTo>
                    <a:pt x="559" y="75"/>
                  </a:lnTo>
                  <a:lnTo>
                    <a:pt x="573" y="86"/>
                  </a:lnTo>
                  <a:close/>
                </a:path>
              </a:pathLst>
            </a:custGeom>
            <a:solidFill>
              <a:srgbClr val="202020"/>
            </a:solidFill>
            <a:ln w="7938">
              <a:solidFill>
                <a:srgbClr val="202020"/>
              </a:solidFill>
              <a:round/>
              <a:headEnd/>
              <a:tailEnd/>
            </a:ln>
          </p:spPr>
          <p:txBody>
            <a:bodyPr/>
            <a:lstStyle/>
            <a:p>
              <a:pPr eaLnBrk="0" hangingPunct="0"/>
              <a:endParaRPr lang="zh-CN" altLang="en-US" b="1">
                <a:solidFill>
                  <a:srgbClr val="000099"/>
                </a:solidFill>
                <a:ea typeface="黑体" panose="02010609060101010101" pitchFamily="49" charset="-122"/>
              </a:endParaRPr>
            </a:p>
          </p:txBody>
        </p:sp>
        <p:sp>
          <p:nvSpPr>
            <p:cNvPr id="425014" name="Freeform 117"/>
            <p:cNvSpPr>
              <a:spLocks noChangeArrowheads="1"/>
            </p:cNvSpPr>
            <p:nvPr/>
          </p:nvSpPr>
          <p:spPr bwMode="auto">
            <a:xfrm>
              <a:off x="1432" y="2970"/>
              <a:ext cx="523" cy="147"/>
            </a:xfrm>
            <a:custGeom>
              <a:avLst/>
              <a:gdLst>
                <a:gd name="T0" fmla="*/ 0 w 1045"/>
                <a:gd name="T1" fmla="*/ 0 h 441"/>
                <a:gd name="T2" fmla="*/ 31 w 1045"/>
                <a:gd name="T3" fmla="*/ 1 h 441"/>
                <a:gd name="T4" fmla="*/ 62 w 1045"/>
                <a:gd name="T5" fmla="*/ 10 h 441"/>
                <a:gd name="T6" fmla="*/ 1005 w 1045"/>
                <a:gd name="T7" fmla="*/ 409 h 441"/>
                <a:gd name="T8" fmla="*/ 1037 w 1045"/>
                <a:gd name="T9" fmla="*/ 427 h 441"/>
                <a:gd name="T10" fmla="*/ 1045 w 1045"/>
                <a:gd name="T11" fmla="*/ 441 h 441"/>
                <a:gd name="T12" fmla="*/ 0 w 1045"/>
                <a:gd name="T13" fmla="*/ 0 h 441"/>
              </a:gdLst>
              <a:ahLst/>
              <a:cxnLst>
                <a:cxn ang="0">
                  <a:pos x="T0" y="T1"/>
                </a:cxn>
                <a:cxn ang="0">
                  <a:pos x="T2" y="T3"/>
                </a:cxn>
                <a:cxn ang="0">
                  <a:pos x="T4" y="T5"/>
                </a:cxn>
                <a:cxn ang="0">
                  <a:pos x="T6" y="T7"/>
                </a:cxn>
                <a:cxn ang="0">
                  <a:pos x="T8" y="T9"/>
                </a:cxn>
                <a:cxn ang="0">
                  <a:pos x="T10" y="T11"/>
                </a:cxn>
                <a:cxn ang="0">
                  <a:pos x="T12" y="T13"/>
                </a:cxn>
              </a:cxnLst>
              <a:rect l="0" t="0" r="r" b="b"/>
              <a:pathLst>
                <a:path w="1045" h="441">
                  <a:moveTo>
                    <a:pt x="0" y="0"/>
                  </a:moveTo>
                  <a:lnTo>
                    <a:pt x="31" y="1"/>
                  </a:lnTo>
                  <a:lnTo>
                    <a:pt x="62" y="10"/>
                  </a:lnTo>
                  <a:lnTo>
                    <a:pt x="1005" y="409"/>
                  </a:lnTo>
                  <a:lnTo>
                    <a:pt x="1037" y="427"/>
                  </a:lnTo>
                  <a:lnTo>
                    <a:pt x="1045" y="441"/>
                  </a:lnTo>
                  <a:lnTo>
                    <a:pt x="0" y="0"/>
                  </a:lnTo>
                  <a:close/>
                </a:path>
              </a:pathLst>
            </a:custGeom>
            <a:solidFill>
              <a:srgbClr val="202020"/>
            </a:solidFill>
            <a:ln w="7938">
              <a:solidFill>
                <a:srgbClr val="202020"/>
              </a:solidFill>
              <a:round/>
              <a:headEnd/>
              <a:tailEnd/>
            </a:ln>
          </p:spPr>
          <p:txBody>
            <a:bodyPr/>
            <a:lstStyle/>
            <a:p>
              <a:pPr eaLnBrk="0" hangingPunct="0"/>
              <a:endParaRPr lang="zh-CN" altLang="en-US" b="1">
                <a:solidFill>
                  <a:srgbClr val="000099"/>
                </a:solidFill>
                <a:ea typeface="黑体" panose="02010609060101010101" pitchFamily="49" charset="-122"/>
              </a:endParaRPr>
            </a:p>
          </p:txBody>
        </p:sp>
        <p:sp>
          <p:nvSpPr>
            <p:cNvPr id="425015" name="Freeform 118"/>
            <p:cNvSpPr>
              <a:spLocks noChangeArrowheads="1"/>
            </p:cNvSpPr>
            <p:nvPr/>
          </p:nvSpPr>
          <p:spPr bwMode="auto">
            <a:xfrm>
              <a:off x="1315" y="3056"/>
              <a:ext cx="478" cy="573"/>
            </a:xfrm>
            <a:custGeom>
              <a:avLst/>
              <a:gdLst>
                <a:gd name="T0" fmla="*/ 619 w 955"/>
                <a:gd name="T1" fmla="*/ 1719 h 1719"/>
                <a:gd name="T2" fmla="*/ 0 w 955"/>
                <a:gd name="T3" fmla="*/ 1212 h 1719"/>
                <a:gd name="T4" fmla="*/ 290 w 955"/>
                <a:gd name="T5" fmla="*/ 0 h 1719"/>
                <a:gd name="T6" fmla="*/ 955 w 955"/>
                <a:gd name="T7" fmla="*/ 313 h 1719"/>
                <a:gd name="T8" fmla="*/ 619 w 955"/>
                <a:gd name="T9" fmla="*/ 1719 h 1719"/>
              </a:gdLst>
              <a:ahLst/>
              <a:cxnLst>
                <a:cxn ang="0">
                  <a:pos x="T0" y="T1"/>
                </a:cxn>
                <a:cxn ang="0">
                  <a:pos x="T2" y="T3"/>
                </a:cxn>
                <a:cxn ang="0">
                  <a:pos x="T4" y="T5"/>
                </a:cxn>
                <a:cxn ang="0">
                  <a:pos x="T6" y="T7"/>
                </a:cxn>
                <a:cxn ang="0">
                  <a:pos x="T8" y="T9"/>
                </a:cxn>
              </a:cxnLst>
              <a:rect l="0" t="0" r="r" b="b"/>
              <a:pathLst>
                <a:path w="955" h="1719">
                  <a:moveTo>
                    <a:pt x="619" y="1719"/>
                  </a:moveTo>
                  <a:lnTo>
                    <a:pt x="0" y="1212"/>
                  </a:lnTo>
                  <a:lnTo>
                    <a:pt x="290" y="0"/>
                  </a:lnTo>
                  <a:lnTo>
                    <a:pt x="955" y="313"/>
                  </a:lnTo>
                  <a:lnTo>
                    <a:pt x="619" y="1719"/>
                  </a:lnTo>
                  <a:close/>
                </a:path>
              </a:pathLst>
            </a:custGeom>
            <a:solidFill>
              <a:srgbClr val="000000"/>
            </a:solidFill>
            <a:ln w="7938">
              <a:solidFill>
                <a:srgbClr val="808080"/>
              </a:solidFill>
              <a:round/>
              <a:headEnd/>
              <a:tailEnd/>
            </a:ln>
          </p:spPr>
          <p:txBody>
            <a:bodyPr/>
            <a:lstStyle/>
            <a:p>
              <a:pPr eaLnBrk="0" hangingPunct="0"/>
              <a:endParaRPr lang="zh-CN" altLang="en-US" b="1">
                <a:solidFill>
                  <a:srgbClr val="000099"/>
                </a:solidFill>
                <a:ea typeface="黑体" panose="02010609060101010101" pitchFamily="49" charset="-122"/>
              </a:endParaRPr>
            </a:p>
          </p:txBody>
        </p:sp>
        <p:sp>
          <p:nvSpPr>
            <p:cNvPr id="425016" name="Freeform 119"/>
            <p:cNvSpPr>
              <a:spLocks noChangeArrowheads="1"/>
            </p:cNvSpPr>
            <p:nvPr/>
          </p:nvSpPr>
          <p:spPr bwMode="auto">
            <a:xfrm>
              <a:off x="1337" y="3076"/>
              <a:ext cx="431" cy="529"/>
            </a:xfrm>
            <a:custGeom>
              <a:avLst/>
              <a:gdLst>
                <a:gd name="T0" fmla="*/ 546 w 862"/>
                <a:gd name="T1" fmla="*/ 1587 h 1587"/>
                <a:gd name="T2" fmla="*/ 0 w 862"/>
                <a:gd name="T3" fmla="*/ 1134 h 1587"/>
                <a:gd name="T4" fmla="*/ 272 w 862"/>
                <a:gd name="T5" fmla="*/ 0 h 1587"/>
                <a:gd name="T6" fmla="*/ 862 w 862"/>
                <a:gd name="T7" fmla="*/ 268 h 1587"/>
                <a:gd name="T8" fmla="*/ 546 w 862"/>
                <a:gd name="T9" fmla="*/ 1587 h 1587"/>
              </a:gdLst>
              <a:ahLst/>
              <a:cxnLst>
                <a:cxn ang="0">
                  <a:pos x="T0" y="T1"/>
                </a:cxn>
                <a:cxn ang="0">
                  <a:pos x="T2" y="T3"/>
                </a:cxn>
                <a:cxn ang="0">
                  <a:pos x="T4" y="T5"/>
                </a:cxn>
                <a:cxn ang="0">
                  <a:pos x="T6" y="T7"/>
                </a:cxn>
                <a:cxn ang="0">
                  <a:pos x="T8" y="T9"/>
                </a:cxn>
              </a:cxnLst>
              <a:rect l="0" t="0" r="r" b="b"/>
              <a:pathLst>
                <a:path w="862" h="1587">
                  <a:moveTo>
                    <a:pt x="546" y="1587"/>
                  </a:moveTo>
                  <a:lnTo>
                    <a:pt x="0" y="1134"/>
                  </a:lnTo>
                  <a:lnTo>
                    <a:pt x="272" y="0"/>
                  </a:lnTo>
                  <a:lnTo>
                    <a:pt x="862" y="268"/>
                  </a:lnTo>
                  <a:lnTo>
                    <a:pt x="546" y="1587"/>
                  </a:lnTo>
                  <a:close/>
                </a:path>
              </a:pathLst>
            </a:custGeom>
            <a:solidFill>
              <a:srgbClr val="C7C7C7"/>
            </a:solidFill>
            <a:ln w="7938">
              <a:solidFill>
                <a:srgbClr val="404040"/>
              </a:solidFill>
              <a:round/>
              <a:headEnd/>
              <a:tailEnd/>
            </a:ln>
          </p:spPr>
          <p:txBody>
            <a:bodyPr/>
            <a:lstStyle/>
            <a:p>
              <a:pPr eaLnBrk="0" hangingPunct="0"/>
              <a:endParaRPr lang="zh-CN" altLang="en-US" b="1">
                <a:solidFill>
                  <a:srgbClr val="000099"/>
                </a:solidFill>
                <a:ea typeface="黑体" panose="02010609060101010101" pitchFamily="49" charset="-122"/>
              </a:endParaRPr>
            </a:p>
          </p:txBody>
        </p:sp>
        <p:sp>
          <p:nvSpPr>
            <p:cNvPr id="425017" name="Freeform 120"/>
            <p:cNvSpPr>
              <a:spLocks noChangeArrowheads="1"/>
            </p:cNvSpPr>
            <p:nvPr/>
          </p:nvSpPr>
          <p:spPr bwMode="auto">
            <a:xfrm>
              <a:off x="1233" y="2968"/>
              <a:ext cx="203" cy="494"/>
            </a:xfrm>
            <a:custGeom>
              <a:avLst/>
              <a:gdLst>
                <a:gd name="T0" fmla="*/ 393 w 408"/>
                <a:gd name="T1" fmla="*/ 0 h 1480"/>
                <a:gd name="T2" fmla="*/ 370 w 408"/>
                <a:gd name="T3" fmla="*/ 11 h 1480"/>
                <a:gd name="T4" fmla="*/ 356 w 408"/>
                <a:gd name="T5" fmla="*/ 19 h 1480"/>
                <a:gd name="T6" fmla="*/ 338 w 408"/>
                <a:gd name="T7" fmla="*/ 37 h 1480"/>
                <a:gd name="T8" fmla="*/ 325 w 408"/>
                <a:gd name="T9" fmla="*/ 59 h 1480"/>
                <a:gd name="T10" fmla="*/ 320 w 408"/>
                <a:gd name="T11" fmla="*/ 77 h 1480"/>
                <a:gd name="T12" fmla="*/ 0 w 408"/>
                <a:gd name="T13" fmla="*/ 1459 h 1480"/>
                <a:gd name="T14" fmla="*/ 12 w 408"/>
                <a:gd name="T15" fmla="*/ 1480 h 1480"/>
                <a:gd name="T16" fmla="*/ 337 w 408"/>
                <a:gd name="T17" fmla="*/ 77 h 1480"/>
                <a:gd name="T18" fmla="*/ 346 w 408"/>
                <a:gd name="T19" fmla="*/ 57 h 1480"/>
                <a:gd name="T20" fmla="*/ 355 w 408"/>
                <a:gd name="T21" fmla="*/ 43 h 1480"/>
                <a:gd name="T22" fmla="*/ 368 w 408"/>
                <a:gd name="T23" fmla="*/ 30 h 1480"/>
                <a:gd name="T24" fmla="*/ 384 w 408"/>
                <a:gd name="T25" fmla="*/ 19 h 1480"/>
                <a:gd name="T26" fmla="*/ 400 w 408"/>
                <a:gd name="T27" fmla="*/ 12 h 1480"/>
                <a:gd name="T28" fmla="*/ 408 w 408"/>
                <a:gd name="T29" fmla="*/ 5 h 1480"/>
                <a:gd name="T30" fmla="*/ 393 w 408"/>
                <a:gd name="T31" fmla="*/ 0 h 1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08" h="1480">
                  <a:moveTo>
                    <a:pt x="393" y="0"/>
                  </a:moveTo>
                  <a:lnTo>
                    <a:pt x="370" y="11"/>
                  </a:lnTo>
                  <a:lnTo>
                    <a:pt x="356" y="19"/>
                  </a:lnTo>
                  <a:lnTo>
                    <a:pt x="338" y="37"/>
                  </a:lnTo>
                  <a:lnTo>
                    <a:pt x="325" y="59"/>
                  </a:lnTo>
                  <a:lnTo>
                    <a:pt x="320" y="77"/>
                  </a:lnTo>
                  <a:lnTo>
                    <a:pt x="0" y="1459"/>
                  </a:lnTo>
                  <a:lnTo>
                    <a:pt x="12" y="1480"/>
                  </a:lnTo>
                  <a:lnTo>
                    <a:pt x="337" y="77"/>
                  </a:lnTo>
                  <a:lnTo>
                    <a:pt x="346" y="57"/>
                  </a:lnTo>
                  <a:lnTo>
                    <a:pt x="355" y="43"/>
                  </a:lnTo>
                  <a:lnTo>
                    <a:pt x="368" y="30"/>
                  </a:lnTo>
                  <a:lnTo>
                    <a:pt x="384" y="19"/>
                  </a:lnTo>
                  <a:lnTo>
                    <a:pt x="400" y="12"/>
                  </a:lnTo>
                  <a:lnTo>
                    <a:pt x="408" y="5"/>
                  </a:lnTo>
                  <a:lnTo>
                    <a:pt x="393" y="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018" name="Freeform 121"/>
            <p:cNvSpPr>
              <a:spLocks noChangeArrowheads="1"/>
            </p:cNvSpPr>
            <p:nvPr/>
          </p:nvSpPr>
          <p:spPr bwMode="auto">
            <a:xfrm>
              <a:off x="1204" y="3479"/>
              <a:ext cx="532" cy="321"/>
            </a:xfrm>
            <a:custGeom>
              <a:avLst/>
              <a:gdLst>
                <a:gd name="T0" fmla="*/ 1065 w 1065"/>
                <a:gd name="T1" fmla="*/ 963 h 963"/>
                <a:gd name="T2" fmla="*/ 1047 w 1065"/>
                <a:gd name="T3" fmla="*/ 833 h 963"/>
                <a:gd name="T4" fmla="*/ 1015 w 1065"/>
                <a:gd name="T5" fmla="*/ 776 h 963"/>
                <a:gd name="T6" fmla="*/ 137 w 1065"/>
                <a:gd name="T7" fmla="*/ 3 h 963"/>
                <a:gd name="T8" fmla="*/ 96 w 1065"/>
                <a:gd name="T9" fmla="*/ 0 h 963"/>
                <a:gd name="T10" fmla="*/ 59 w 1065"/>
                <a:gd name="T11" fmla="*/ 3 h 963"/>
                <a:gd name="T12" fmla="*/ 32 w 1065"/>
                <a:gd name="T13" fmla="*/ 42 h 963"/>
                <a:gd name="T14" fmla="*/ 0 w 1065"/>
                <a:gd name="T15" fmla="*/ 145 h 963"/>
                <a:gd name="T16" fmla="*/ 865 w 1065"/>
                <a:gd name="T17" fmla="*/ 954 h 963"/>
                <a:gd name="T18" fmla="*/ 1065 w 1065"/>
                <a:gd name="T19" fmla="*/ 963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65" h="963">
                  <a:moveTo>
                    <a:pt x="1065" y="963"/>
                  </a:moveTo>
                  <a:lnTo>
                    <a:pt x="1047" y="833"/>
                  </a:lnTo>
                  <a:lnTo>
                    <a:pt x="1015" y="776"/>
                  </a:lnTo>
                  <a:lnTo>
                    <a:pt x="137" y="3"/>
                  </a:lnTo>
                  <a:lnTo>
                    <a:pt x="96" y="0"/>
                  </a:lnTo>
                  <a:lnTo>
                    <a:pt x="59" y="3"/>
                  </a:lnTo>
                  <a:lnTo>
                    <a:pt x="32" y="42"/>
                  </a:lnTo>
                  <a:lnTo>
                    <a:pt x="0" y="145"/>
                  </a:lnTo>
                  <a:lnTo>
                    <a:pt x="865" y="954"/>
                  </a:lnTo>
                  <a:lnTo>
                    <a:pt x="1065" y="963"/>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019" name="Freeform 122"/>
            <p:cNvSpPr>
              <a:spLocks noChangeArrowheads="1"/>
            </p:cNvSpPr>
            <p:nvPr/>
          </p:nvSpPr>
          <p:spPr bwMode="auto">
            <a:xfrm>
              <a:off x="642" y="3519"/>
              <a:ext cx="985" cy="288"/>
            </a:xfrm>
            <a:custGeom>
              <a:avLst/>
              <a:gdLst>
                <a:gd name="T0" fmla="*/ 0 w 1969"/>
                <a:gd name="T1" fmla="*/ 0 h 862"/>
                <a:gd name="T2" fmla="*/ 1121 w 1969"/>
                <a:gd name="T3" fmla="*/ 24 h 862"/>
                <a:gd name="T4" fmla="*/ 1969 w 1969"/>
                <a:gd name="T5" fmla="*/ 814 h 862"/>
                <a:gd name="T6" fmla="*/ 478 w 1969"/>
                <a:gd name="T7" fmla="*/ 862 h 862"/>
                <a:gd name="T8" fmla="*/ 0 w 1969"/>
                <a:gd name="T9" fmla="*/ 0 h 862"/>
              </a:gdLst>
              <a:ahLst/>
              <a:cxnLst>
                <a:cxn ang="0">
                  <a:pos x="T0" y="T1"/>
                </a:cxn>
                <a:cxn ang="0">
                  <a:pos x="T2" y="T3"/>
                </a:cxn>
                <a:cxn ang="0">
                  <a:pos x="T4" y="T5"/>
                </a:cxn>
                <a:cxn ang="0">
                  <a:pos x="T6" y="T7"/>
                </a:cxn>
                <a:cxn ang="0">
                  <a:pos x="T8" y="T9"/>
                </a:cxn>
              </a:cxnLst>
              <a:rect l="0" t="0" r="r" b="b"/>
              <a:pathLst>
                <a:path w="1969" h="862">
                  <a:moveTo>
                    <a:pt x="0" y="0"/>
                  </a:moveTo>
                  <a:lnTo>
                    <a:pt x="1121" y="24"/>
                  </a:lnTo>
                  <a:lnTo>
                    <a:pt x="1969" y="814"/>
                  </a:lnTo>
                  <a:lnTo>
                    <a:pt x="478" y="862"/>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020" name="Freeform 123"/>
            <p:cNvSpPr>
              <a:spLocks noChangeArrowheads="1"/>
            </p:cNvSpPr>
            <p:nvPr/>
          </p:nvSpPr>
          <p:spPr bwMode="auto">
            <a:xfrm>
              <a:off x="852" y="3789"/>
              <a:ext cx="889" cy="99"/>
            </a:xfrm>
            <a:custGeom>
              <a:avLst/>
              <a:gdLst>
                <a:gd name="T0" fmla="*/ 54 w 1777"/>
                <a:gd name="T1" fmla="*/ 52 h 297"/>
                <a:gd name="T2" fmla="*/ 0 w 1777"/>
                <a:gd name="T3" fmla="*/ 297 h 297"/>
                <a:gd name="T4" fmla="*/ 1759 w 1777"/>
                <a:gd name="T5" fmla="*/ 257 h 297"/>
                <a:gd name="T6" fmla="*/ 1777 w 1777"/>
                <a:gd name="T7" fmla="*/ 173 h 297"/>
                <a:gd name="T8" fmla="*/ 1773 w 1777"/>
                <a:gd name="T9" fmla="*/ 74 h 297"/>
                <a:gd name="T10" fmla="*/ 1768 w 1777"/>
                <a:gd name="T11" fmla="*/ 0 h 297"/>
                <a:gd name="T12" fmla="*/ 54 w 1777"/>
                <a:gd name="T13" fmla="*/ 52 h 297"/>
              </a:gdLst>
              <a:ahLst/>
              <a:cxnLst>
                <a:cxn ang="0">
                  <a:pos x="T0" y="T1"/>
                </a:cxn>
                <a:cxn ang="0">
                  <a:pos x="T2" y="T3"/>
                </a:cxn>
                <a:cxn ang="0">
                  <a:pos x="T4" y="T5"/>
                </a:cxn>
                <a:cxn ang="0">
                  <a:pos x="T6" y="T7"/>
                </a:cxn>
                <a:cxn ang="0">
                  <a:pos x="T8" y="T9"/>
                </a:cxn>
                <a:cxn ang="0">
                  <a:pos x="T10" y="T11"/>
                </a:cxn>
                <a:cxn ang="0">
                  <a:pos x="T12" y="T13"/>
                </a:cxn>
              </a:cxnLst>
              <a:rect l="0" t="0" r="r" b="b"/>
              <a:pathLst>
                <a:path w="1777" h="297">
                  <a:moveTo>
                    <a:pt x="54" y="52"/>
                  </a:moveTo>
                  <a:lnTo>
                    <a:pt x="0" y="297"/>
                  </a:lnTo>
                  <a:lnTo>
                    <a:pt x="1759" y="257"/>
                  </a:lnTo>
                  <a:lnTo>
                    <a:pt x="1777" y="173"/>
                  </a:lnTo>
                  <a:lnTo>
                    <a:pt x="1773" y="74"/>
                  </a:lnTo>
                  <a:lnTo>
                    <a:pt x="1768" y="0"/>
                  </a:lnTo>
                  <a:lnTo>
                    <a:pt x="54" y="52"/>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021" name="Freeform 124"/>
            <p:cNvSpPr>
              <a:spLocks noChangeArrowheads="1"/>
            </p:cNvSpPr>
            <p:nvPr/>
          </p:nvSpPr>
          <p:spPr bwMode="auto">
            <a:xfrm>
              <a:off x="624" y="3519"/>
              <a:ext cx="256" cy="369"/>
            </a:xfrm>
            <a:custGeom>
              <a:avLst/>
              <a:gdLst>
                <a:gd name="T0" fmla="*/ 37 w 513"/>
                <a:gd name="T1" fmla="*/ 0 h 1106"/>
                <a:gd name="T2" fmla="*/ 0 w 513"/>
                <a:gd name="T3" fmla="*/ 200 h 1106"/>
                <a:gd name="T4" fmla="*/ 457 w 513"/>
                <a:gd name="T5" fmla="*/ 1106 h 1106"/>
                <a:gd name="T6" fmla="*/ 513 w 513"/>
                <a:gd name="T7" fmla="*/ 862 h 1106"/>
                <a:gd name="T8" fmla="*/ 37 w 513"/>
                <a:gd name="T9" fmla="*/ 0 h 1106"/>
              </a:gdLst>
              <a:ahLst/>
              <a:cxnLst>
                <a:cxn ang="0">
                  <a:pos x="T0" y="T1"/>
                </a:cxn>
                <a:cxn ang="0">
                  <a:pos x="T2" y="T3"/>
                </a:cxn>
                <a:cxn ang="0">
                  <a:pos x="T4" y="T5"/>
                </a:cxn>
                <a:cxn ang="0">
                  <a:pos x="T6" y="T7"/>
                </a:cxn>
                <a:cxn ang="0">
                  <a:pos x="T8" y="T9"/>
                </a:cxn>
              </a:cxnLst>
              <a:rect l="0" t="0" r="r" b="b"/>
              <a:pathLst>
                <a:path w="513" h="1106">
                  <a:moveTo>
                    <a:pt x="37" y="0"/>
                  </a:moveTo>
                  <a:lnTo>
                    <a:pt x="0" y="200"/>
                  </a:lnTo>
                  <a:lnTo>
                    <a:pt x="457" y="1106"/>
                  </a:lnTo>
                  <a:lnTo>
                    <a:pt x="513" y="862"/>
                  </a:lnTo>
                  <a:lnTo>
                    <a:pt x="37"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022" name="Freeform 125"/>
            <p:cNvSpPr>
              <a:spLocks noChangeArrowheads="1"/>
            </p:cNvSpPr>
            <p:nvPr/>
          </p:nvSpPr>
          <p:spPr bwMode="auto">
            <a:xfrm>
              <a:off x="1206" y="3791"/>
              <a:ext cx="132" cy="8"/>
            </a:xfrm>
            <a:custGeom>
              <a:avLst/>
              <a:gdLst>
                <a:gd name="T0" fmla="*/ 2 w 262"/>
                <a:gd name="T1" fmla="*/ 25 h 25"/>
                <a:gd name="T2" fmla="*/ 0 w 262"/>
                <a:gd name="T3" fmla="*/ 0 h 25"/>
                <a:gd name="T4" fmla="*/ 249 w 262"/>
                <a:gd name="T5" fmla="*/ 0 h 25"/>
                <a:gd name="T6" fmla="*/ 262 w 262"/>
                <a:gd name="T7" fmla="*/ 19 h 25"/>
                <a:gd name="T8" fmla="*/ 2 w 262"/>
                <a:gd name="T9" fmla="*/ 25 h 25"/>
              </a:gdLst>
              <a:ahLst/>
              <a:cxnLst>
                <a:cxn ang="0">
                  <a:pos x="T0" y="T1"/>
                </a:cxn>
                <a:cxn ang="0">
                  <a:pos x="T2" y="T3"/>
                </a:cxn>
                <a:cxn ang="0">
                  <a:pos x="T4" y="T5"/>
                </a:cxn>
                <a:cxn ang="0">
                  <a:pos x="T6" y="T7"/>
                </a:cxn>
                <a:cxn ang="0">
                  <a:pos x="T8" y="T9"/>
                </a:cxn>
              </a:cxnLst>
              <a:rect l="0" t="0" r="r" b="b"/>
              <a:pathLst>
                <a:path w="262" h="25">
                  <a:moveTo>
                    <a:pt x="2" y="25"/>
                  </a:moveTo>
                  <a:lnTo>
                    <a:pt x="0" y="0"/>
                  </a:lnTo>
                  <a:lnTo>
                    <a:pt x="249" y="0"/>
                  </a:lnTo>
                  <a:lnTo>
                    <a:pt x="262" y="19"/>
                  </a:lnTo>
                  <a:lnTo>
                    <a:pt x="2" y="25"/>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023" name="Freeform 126"/>
            <p:cNvSpPr>
              <a:spLocks noChangeArrowheads="1"/>
            </p:cNvSpPr>
            <p:nvPr/>
          </p:nvSpPr>
          <p:spPr bwMode="auto">
            <a:xfrm>
              <a:off x="927" y="3521"/>
              <a:ext cx="281" cy="279"/>
            </a:xfrm>
            <a:custGeom>
              <a:avLst/>
              <a:gdLst>
                <a:gd name="T0" fmla="*/ 557 w 561"/>
                <a:gd name="T1" fmla="*/ 801 h 836"/>
                <a:gd name="T2" fmla="*/ 0 w 561"/>
                <a:gd name="T3" fmla="*/ 0 h 836"/>
                <a:gd name="T4" fmla="*/ 561 w 561"/>
                <a:gd name="T5" fmla="*/ 836 h 836"/>
                <a:gd name="T6" fmla="*/ 557 w 561"/>
                <a:gd name="T7" fmla="*/ 801 h 836"/>
              </a:gdLst>
              <a:ahLst/>
              <a:cxnLst>
                <a:cxn ang="0">
                  <a:pos x="T0" y="T1"/>
                </a:cxn>
                <a:cxn ang="0">
                  <a:pos x="T2" y="T3"/>
                </a:cxn>
                <a:cxn ang="0">
                  <a:pos x="T4" y="T5"/>
                </a:cxn>
                <a:cxn ang="0">
                  <a:pos x="T6" y="T7"/>
                </a:cxn>
              </a:cxnLst>
              <a:rect l="0" t="0" r="r" b="b"/>
              <a:pathLst>
                <a:path w="561" h="836">
                  <a:moveTo>
                    <a:pt x="557" y="801"/>
                  </a:moveTo>
                  <a:lnTo>
                    <a:pt x="0" y="0"/>
                  </a:lnTo>
                  <a:lnTo>
                    <a:pt x="561" y="836"/>
                  </a:lnTo>
                  <a:lnTo>
                    <a:pt x="557" y="801"/>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nvGrpSpPr>
            <p:cNvPr id="425024" name="Group 127"/>
            <p:cNvGrpSpPr>
              <a:grpSpLocks/>
            </p:cNvGrpSpPr>
            <p:nvPr/>
          </p:nvGrpSpPr>
          <p:grpSpPr bwMode="auto">
            <a:xfrm>
              <a:off x="700" y="3526"/>
              <a:ext cx="515" cy="270"/>
              <a:chOff x="700" y="3526"/>
              <a:chExt cx="515" cy="270"/>
            </a:xfrm>
          </p:grpSpPr>
          <p:grpSp>
            <p:nvGrpSpPr>
              <p:cNvPr id="425025" name="Group 128"/>
              <p:cNvGrpSpPr>
                <a:grpSpLocks/>
              </p:cNvGrpSpPr>
              <p:nvPr/>
            </p:nvGrpSpPr>
            <p:grpSpPr bwMode="auto">
              <a:xfrm>
                <a:off x="737" y="3534"/>
                <a:ext cx="49" cy="23"/>
                <a:chOff x="737" y="3534"/>
                <a:chExt cx="49" cy="23"/>
              </a:xfrm>
            </p:grpSpPr>
            <p:sp>
              <p:nvSpPr>
                <p:cNvPr id="425026" name="Freeform 129"/>
                <p:cNvSpPr>
                  <a:spLocks noChangeArrowheads="1"/>
                </p:cNvSpPr>
                <p:nvPr/>
              </p:nvSpPr>
              <p:spPr bwMode="auto">
                <a:xfrm>
                  <a:off x="737" y="3534"/>
                  <a:ext cx="11" cy="23"/>
                </a:xfrm>
                <a:custGeom>
                  <a:avLst/>
                  <a:gdLst>
                    <a:gd name="T0" fmla="*/ 13 w 22"/>
                    <a:gd name="T1" fmla="*/ 67 h 67"/>
                    <a:gd name="T2" fmla="*/ 0 w 22"/>
                    <a:gd name="T3" fmla="*/ 26 h 67"/>
                    <a:gd name="T4" fmla="*/ 9 w 22"/>
                    <a:gd name="T5" fmla="*/ 0 h 67"/>
                    <a:gd name="T6" fmla="*/ 22 w 22"/>
                    <a:gd name="T7" fmla="*/ 30 h 67"/>
                    <a:gd name="T8" fmla="*/ 13 w 22"/>
                    <a:gd name="T9" fmla="*/ 67 h 67"/>
                  </a:gdLst>
                  <a:ahLst/>
                  <a:cxnLst>
                    <a:cxn ang="0">
                      <a:pos x="T0" y="T1"/>
                    </a:cxn>
                    <a:cxn ang="0">
                      <a:pos x="T2" y="T3"/>
                    </a:cxn>
                    <a:cxn ang="0">
                      <a:pos x="T4" y="T5"/>
                    </a:cxn>
                    <a:cxn ang="0">
                      <a:pos x="T6" y="T7"/>
                    </a:cxn>
                    <a:cxn ang="0">
                      <a:pos x="T8" y="T9"/>
                    </a:cxn>
                  </a:cxnLst>
                  <a:rect l="0" t="0" r="r" b="b"/>
                  <a:pathLst>
                    <a:path w="22" h="67">
                      <a:moveTo>
                        <a:pt x="13" y="67"/>
                      </a:moveTo>
                      <a:lnTo>
                        <a:pt x="0" y="26"/>
                      </a:lnTo>
                      <a:lnTo>
                        <a:pt x="9" y="0"/>
                      </a:lnTo>
                      <a:lnTo>
                        <a:pt x="22" y="30"/>
                      </a:lnTo>
                      <a:lnTo>
                        <a:pt x="13" y="67"/>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027" name="Freeform 130"/>
                <p:cNvSpPr>
                  <a:spLocks noChangeArrowheads="1"/>
                </p:cNvSpPr>
                <p:nvPr/>
              </p:nvSpPr>
              <p:spPr bwMode="auto">
                <a:xfrm>
                  <a:off x="742" y="3535"/>
                  <a:ext cx="36" cy="9"/>
                </a:xfrm>
                <a:custGeom>
                  <a:avLst/>
                  <a:gdLst>
                    <a:gd name="T0" fmla="*/ 2 w 73"/>
                    <a:gd name="T1" fmla="*/ 0 h 29"/>
                    <a:gd name="T2" fmla="*/ 50 w 73"/>
                    <a:gd name="T3" fmla="*/ 0 h 29"/>
                    <a:gd name="T4" fmla="*/ 52 w 73"/>
                    <a:gd name="T5" fmla="*/ 2 h 29"/>
                    <a:gd name="T6" fmla="*/ 55 w 73"/>
                    <a:gd name="T7" fmla="*/ 11 h 29"/>
                    <a:gd name="T8" fmla="*/ 73 w 73"/>
                    <a:gd name="T9" fmla="*/ 29 h 29"/>
                    <a:gd name="T10" fmla="*/ 17 w 73"/>
                    <a:gd name="T11" fmla="*/ 29 h 29"/>
                    <a:gd name="T12" fmla="*/ 8 w 73"/>
                    <a:gd name="T13" fmla="*/ 20 h 29"/>
                    <a:gd name="T14" fmla="*/ 0 w 73"/>
                    <a:gd name="T15" fmla="*/ 6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50" y="0"/>
                      </a:lnTo>
                      <a:lnTo>
                        <a:pt x="52" y="2"/>
                      </a:lnTo>
                      <a:lnTo>
                        <a:pt x="55" y="11"/>
                      </a:lnTo>
                      <a:lnTo>
                        <a:pt x="73" y="29"/>
                      </a:lnTo>
                      <a:lnTo>
                        <a:pt x="17" y="29"/>
                      </a:lnTo>
                      <a:lnTo>
                        <a:pt x="8" y="20"/>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028" name="Freeform 131"/>
                <p:cNvSpPr>
                  <a:spLocks noChangeArrowheads="1"/>
                </p:cNvSpPr>
                <p:nvPr/>
              </p:nvSpPr>
              <p:spPr bwMode="auto">
                <a:xfrm>
                  <a:off x="744" y="3545"/>
                  <a:ext cx="42" cy="12"/>
                </a:xfrm>
                <a:custGeom>
                  <a:avLst/>
                  <a:gdLst>
                    <a:gd name="T0" fmla="*/ 0 w 82"/>
                    <a:gd name="T1" fmla="*/ 35 h 35"/>
                    <a:gd name="T2" fmla="*/ 1 w 82"/>
                    <a:gd name="T3" fmla="*/ 19 h 35"/>
                    <a:gd name="T4" fmla="*/ 6 w 82"/>
                    <a:gd name="T5" fmla="*/ 7 h 35"/>
                    <a:gd name="T6" fmla="*/ 10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1" y="19"/>
                      </a:lnTo>
                      <a:lnTo>
                        <a:pt x="6" y="7"/>
                      </a:lnTo>
                      <a:lnTo>
                        <a:pt x="10" y="0"/>
                      </a:lnTo>
                      <a:lnTo>
                        <a:pt x="67" y="0"/>
                      </a:lnTo>
                      <a:lnTo>
                        <a:pt x="82" y="35"/>
                      </a:lnTo>
                      <a:lnTo>
                        <a:pt x="0" y="35"/>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029" name="Group 132"/>
              <p:cNvGrpSpPr>
                <a:grpSpLocks/>
              </p:cNvGrpSpPr>
              <p:nvPr/>
            </p:nvGrpSpPr>
            <p:grpSpPr bwMode="auto">
              <a:xfrm>
                <a:off x="748" y="3547"/>
                <a:ext cx="50" cy="23"/>
                <a:chOff x="748" y="3547"/>
                <a:chExt cx="50" cy="23"/>
              </a:xfrm>
            </p:grpSpPr>
            <p:sp>
              <p:nvSpPr>
                <p:cNvPr id="425030" name="Freeform 133"/>
                <p:cNvSpPr>
                  <a:spLocks noChangeArrowheads="1"/>
                </p:cNvSpPr>
                <p:nvPr/>
              </p:nvSpPr>
              <p:spPr bwMode="auto">
                <a:xfrm>
                  <a:off x="748" y="3547"/>
                  <a:ext cx="13" cy="23"/>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031" name="Freeform 134"/>
                <p:cNvSpPr>
                  <a:spLocks noChangeArrowheads="1"/>
                </p:cNvSpPr>
                <p:nvPr/>
              </p:nvSpPr>
              <p:spPr bwMode="auto">
                <a:xfrm>
                  <a:off x="753" y="3548"/>
                  <a:ext cx="37" cy="10"/>
                </a:xfrm>
                <a:custGeom>
                  <a:avLst/>
                  <a:gdLst>
                    <a:gd name="T0" fmla="*/ 1 w 74"/>
                    <a:gd name="T1" fmla="*/ 0 h 29"/>
                    <a:gd name="T2" fmla="*/ 49 w 74"/>
                    <a:gd name="T3" fmla="*/ 0 h 29"/>
                    <a:gd name="T4" fmla="*/ 50 w 74"/>
                    <a:gd name="T5" fmla="*/ 2 h 29"/>
                    <a:gd name="T6" fmla="*/ 56 w 74"/>
                    <a:gd name="T7" fmla="*/ 11 h 29"/>
                    <a:gd name="T8" fmla="*/ 74 w 74"/>
                    <a:gd name="T9" fmla="*/ 29 h 29"/>
                    <a:gd name="T10" fmla="*/ 18 w 74"/>
                    <a:gd name="T11" fmla="*/ 29 h 29"/>
                    <a:gd name="T12" fmla="*/ 9 w 74"/>
                    <a:gd name="T13" fmla="*/ 20 h 29"/>
                    <a:gd name="T14" fmla="*/ 0 w 74"/>
                    <a:gd name="T15" fmla="*/ 6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49" y="0"/>
                      </a:lnTo>
                      <a:lnTo>
                        <a:pt x="50" y="2"/>
                      </a:lnTo>
                      <a:lnTo>
                        <a:pt x="56" y="11"/>
                      </a:lnTo>
                      <a:lnTo>
                        <a:pt x="74"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032" name="Freeform 135"/>
                <p:cNvSpPr>
                  <a:spLocks noChangeArrowheads="1"/>
                </p:cNvSpPr>
                <p:nvPr/>
              </p:nvSpPr>
              <p:spPr bwMode="auto">
                <a:xfrm>
                  <a:off x="757" y="3558"/>
                  <a:ext cx="41" cy="12"/>
                </a:xfrm>
                <a:custGeom>
                  <a:avLst/>
                  <a:gdLst>
                    <a:gd name="T0" fmla="*/ 0 w 81"/>
                    <a:gd name="T1" fmla="*/ 36 h 36"/>
                    <a:gd name="T2" fmla="*/ 1 w 81"/>
                    <a:gd name="T3" fmla="*/ 20 h 36"/>
                    <a:gd name="T4" fmla="*/ 5 w 81"/>
                    <a:gd name="T5" fmla="*/ 8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20"/>
                      </a:lnTo>
                      <a:lnTo>
                        <a:pt x="5"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sp>
            <p:nvSpPr>
              <p:cNvPr id="425033" name="Freeform 136"/>
              <p:cNvSpPr>
                <a:spLocks noChangeArrowheads="1"/>
              </p:cNvSpPr>
              <p:nvPr/>
            </p:nvSpPr>
            <p:spPr bwMode="auto">
              <a:xfrm>
                <a:off x="952" y="3538"/>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034" name="Freeform 137"/>
              <p:cNvSpPr>
                <a:spLocks noChangeArrowheads="1"/>
              </p:cNvSpPr>
              <p:nvPr/>
            </p:nvSpPr>
            <p:spPr bwMode="auto">
              <a:xfrm>
                <a:off x="861" y="3535"/>
                <a:ext cx="11" cy="22"/>
              </a:xfrm>
              <a:custGeom>
                <a:avLst/>
                <a:gdLst>
                  <a:gd name="T0" fmla="*/ 15 w 24"/>
                  <a:gd name="T1" fmla="*/ 68 h 68"/>
                  <a:gd name="T2" fmla="*/ 0 w 24"/>
                  <a:gd name="T3" fmla="*/ 27 h 68"/>
                  <a:gd name="T4" fmla="*/ 11 w 24"/>
                  <a:gd name="T5" fmla="*/ 0 h 68"/>
                  <a:gd name="T6" fmla="*/ 24 w 24"/>
                  <a:gd name="T7" fmla="*/ 31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035" name="Freeform 138"/>
              <p:cNvSpPr>
                <a:spLocks noChangeArrowheads="1"/>
              </p:cNvSpPr>
              <p:nvPr/>
            </p:nvSpPr>
            <p:spPr bwMode="auto">
              <a:xfrm>
                <a:off x="867" y="3535"/>
                <a:ext cx="34" cy="10"/>
              </a:xfrm>
              <a:custGeom>
                <a:avLst/>
                <a:gdLst>
                  <a:gd name="T0" fmla="*/ 0 w 70"/>
                  <a:gd name="T1" fmla="*/ 0 h 30"/>
                  <a:gd name="T2" fmla="*/ 49 w 70"/>
                  <a:gd name="T3" fmla="*/ 0 h 30"/>
                  <a:gd name="T4" fmla="*/ 50 w 70"/>
                  <a:gd name="T5" fmla="*/ 3 h 30"/>
                  <a:gd name="T6" fmla="*/ 54 w 70"/>
                  <a:gd name="T7" fmla="*/ 13 h 30"/>
                  <a:gd name="T8" fmla="*/ 70 w 70"/>
                  <a:gd name="T9" fmla="*/ 30 h 30"/>
                  <a:gd name="T10" fmla="*/ 16 w 70"/>
                  <a:gd name="T11" fmla="*/ 30 h 30"/>
                  <a:gd name="T12" fmla="*/ 7 w 70"/>
                  <a:gd name="T13" fmla="*/ 21 h 30"/>
                  <a:gd name="T14" fmla="*/ 0 w 70"/>
                  <a:gd name="T15" fmla="*/ 7 h 30"/>
                  <a:gd name="T16" fmla="*/ 0 w 70"/>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0" h="30">
                    <a:moveTo>
                      <a:pt x="0" y="0"/>
                    </a:moveTo>
                    <a:lnTo>
                      <a:pt x="49" y="0"/>
                    </a:lnTo>
                    <a:lnTo>
                      <a:pt x="50" y="3"/>
                    </a:lnTo>
                    <a:lnTo>
                      <a:pt x="54" y="13"/>
                    </a:lnTo>
                    <a:lnTo>
                      <a:pt x="70" y="30"/>
                    </a:lnTo>
                    <a:lnTo>
                      <a:pt x="16" y="30"/>
                    </a:lnTo>
                    <a:lnTo>
                      <a:pt x="7" y="21"/>
                    </a:lnTo>
                    <a:lnTo>
                      <a:pt x="0" y="7"/>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036" name="Freeform 139"/>
              <p:cNvSpPr>
                <a:spLocks noChangeArrowheads="1"/>
              </p:cNvSpPr>
              <p:nvPr/>
            </p:nvSpPr>
            <p:spPr bwMode="auto">
              <a:xfrm>
                <a:off x="868" y="3545"/>
                <a:ext cx="42" cy="12"/>
              </a:xfrm>
              <a:custGeom>
                <a:avLst/>
                <a:gdLst>
                  <a:gd name="T0" fmla="*/ 0 w 83"/>
                  <a:gd name="T1" fmla="*/ 36 h 36"/>
                  <a:gd name="T2" fmla="*/ 1 w 83"/>
                  <a:gd name="T3" fmla="*/ 19 h 36"/>
                  <a:gd name="T4" fmla="*/ 7 w 83"/>
                  <a:gd name="T5" fmla="*/ 8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nvGrpSpPr>
              <p:cNvPr id="425037" name="Group 140"/>
              <p:cNvGrpSpPr>
                <a:grpSpLocks/>
              </p:cNvGrpSpPr>
              <p:nvPr/>
            </p:nvGrpSpPr>
            <p:grpSpPr bwMode="auto">
              <a:xfrm>
                <a:off x="872" y="3547"/>
                <a:ext cx="50" cy="23"/>
                <a:chOff x="872" y="3547"/>
                <a:chExt cx="50" cy="23"/>
              </a:xfrm>
            </p:grpSpPr>
            <p:sp>
              <p:nvSpPr>
                <p:cNvPr id="425038" name="Freeform 141"/>
                <p:cNvSpPr>
                  <a:spLocks noChangeArrowheads="1"/>
                </p:cNvSpPr>
                <p:nvPr/>
              </p:nvSpPr>
              <p:spPr bwMode="auto">
                <a:xfrm>
                  <a:off x="872" y="3547"/>
                  <a:ext cx="13" cy="23"/>
                </a:xfrm>
                <a:custGeom>
                  <a:avLst/>
                  <a:gdLst>
                    <a:gd name="T0" fmla="*/ 14 w 25"/>
                    <a:gd name="T1" fmla="*/ 68 h 68"/>
                    <a:gd name="T2" fmla="*/ 0 w 25"/>
                    <a:gd name="T3" fmla="*/ 27 h 68"/>
                    <a:gd name="T4" fmla="*/ 10 w 25"/>
                    <a:gd name="T5" fmla="*/ 0 h 68"/>
                    <a:gd name="T6" fmla="*/ 25 w 25"/>
                    <a:gd name="T7" fmla="*/ 31 h 68"/>
                    <a:gd name="T8" fmla="*/ 14 w 25"/>
                    <a:gd name="T9" fmla="*/ 68 h 68"/>
                  </a:gdLst>
                  <a:ahLst/>
                  <a:cxnLst>
                    <a:cxn ang="0">
                      <a:pos x="T0" y="T1"/>
                    </a:cxn>
                    <a:cxn ang="0">
                      <a:pos x="T2" y="T3"/>
                    </a:cxn>
                    <a:cxn ang="0">
                      <a:pos x="T4" y="T5"/>
                    </a:cxn>
                    <a:cxn ang="0">
                      <a:pos x="T6" y="T7"/>
                    </a:cxn>
                    <a:cxn ang="0">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039" name="Freeform 142"/>
                <p:cNvSpPr>
                  <a:spLocks noChangeArrowheads="1"/>
                </p:cNvSpPr>
                <p:nvPr/>
              </p:nvSpPr>
              <p:spPr bwMode="auto">
                <a:xfrm>
                  <a:off x="878" y="3547"/>
                  <a:ext cx="36" cy="10"/>
                </a:xfrm>
                <a:custGeom>
                  <a:avLst/>
                  <a:gdLst>
                    <a:gd name="T0" fmla="*/ 2 w 73"/>
                    <a:gd name="T1" fmla="*/ 0 h 30"/>
                    <a:gd name="T2" fmla="*/ 49 w 73"/>
                    <a:gd name="T3" fmla="*/ 0 h 30"/>
                    <a:gd name="T4" fmla="*/ 50 w 73"/>
                    <a:gd name="T5" fmla="*/ 3 h 30"/>
                    <a:gd name="T6" fmla="*/ 57 w 73"/>
                    <a:gd name="T7" fmla="*/ 12 h 30"/>
                    <a:gd name="T8" fmla="*/ 73 w 73"/>
                    <a:gd name="T9" fmla="*/ 30 h 30"/>
                    <a:gd name="T10" fmla="*/ 19 w 73"/>
                    <a:gd name="T11" fmla="*/ 30 h 30"/>
                    <a:gd name="T12" fmla="*/ 10 w 73"/>
                    <a:gd name="T13" fmla="*/ 21 h 30"/>
                    <a:gd name="T14" fmla="*/ 0 w 73"/>
                    <a:gd name="T15" fmla="*/ 7 h 30"/>
                    <a:gd name="T16" fmla="*/ 2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2" y="0"/>
                      </a:moveTo>
                      <a:lnTo>
                        <a:pt x="49" y="0"/>
                      </a:lnTo>
                      <a:lnTo>
                        <a:pt x="50" y="3"/>
                      </a:lnTo>
                      <a:lnTo>
                        <a:pt x="57" y="12"/>
                      </a:lnTo>
                      <a:lnTo>
                        <a:pt x="73" y="30"/>
                      </a:lnTo>
                      <a:lnTo>
                        <a:pt x="19" y="30"/>
                      </a:lnTo>
                      <a:lnTo>
                        <a:pt x="10" y="21"/>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040" name="Freeform 143"/>
                <p:cNvSpPr>
                  <a:spLocks noChangeArrowheads="1"/>
                </p:cNvSpPr>
                <p:nvPr/>
              </p:nvSpPr>
              <p:spPr bwMode="auto">
                <a:xfrm>
                  <a:off x="880" y="3558"/>
                  <a:ext cx="42" cy="12"/>
                </a:xfrm>
                <a:custGeom>
                  <a:avLst/>
                  <a:gdLst>
                    <a:gd name="T0" fmla="*/ 0 w 82"/>
                    <a:gd name="T1" fmla="*/ 36 h 36"/>
                    <a:gd name="T2" fmla="*/ 2 w 82"/>
                    <a:gd name="T3" fmla="*/ 19 h 36"/>
                    <a:gd name="T4" fmla="*/ 6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041" name="Group 144"/>
              <p:cNvGrpSpPr>
                <a:grpSpLocks/>
              </p:cNvGrpSpPr>
              <p:nvPr/>
            </p:nvGrpSpPr>
            <p:grpSpPr bwMode="auto">
              <a:xfrm>
                <a:off x="885" y="3559"/>
                <a:ext cx="50" cy="23"/>
                <a:chOff x="885" y="3559"/>
                <a:chExt cx="50" cy="23"/>
              </a:xfrm>
            </p:grpSpPr>
            <p:sp>
              <p:nvSpPr>
                <p:cNvPr id="425042" name="Freeform 145"/>
                <p:cNvSpPr>
                  <a:spLocks noChangeArrowheads="1"/>
                </p:cNvSpPr>
                <p:nvPr/>
              </p:nvSpPr>
              <p:spPr bwMode="auto">
                <a:xfrm>
                  <a:off x="885" y="3559"/>
                  <a:ext cx="12" cy="23"/>
                </a:xfrm>
                <a:custGeom>
                  <a:avLst/>
                  <a:gdLst>
                    <a:gd name="T0" fmla="*/ 16 w 25"/>
                    <a:gd name="T1" fmla="*/ 68 h 68"/>
                    <a:gd name="T2" fmla="*/ 0 w 25"/>
                    <a:gd name="T3" fmla="*/ 26 h 68"/>
                    <a:gd name="T4" fmla="*/ 12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6"/>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043" name="Freeform 146"/>
                <p:cNvSpPr>
                  <a:spLocks noChangeArrowheads="1"/>
                </p:cNvSpPr>
                <p:nvPr/>
              </p:nvSpPr>
              <p:spPr bwMode="auto">
                <a:xfrm>
                  <a:off x="890" y="3560"/>
                  <a:ext cx="37" cy="10"/>
                </a:xfrm>
                <a:custGeom>
                  <a:avLst/>
                  <a:gdLst>
                    <a:gd name="T0" fmla="*/ 3 w 74"/>
                    <a:gd name="T1" fmla="*/ 0 h 30"/>
                    <a:gd name="T2" fmla="*/ 49 w 74"/>
                    <a:gd name="T3" fmla="*/ 0 h 30"/>
                    <a:gd name="T4" fmla="*/ 52 w 74"/>
                    <a:gd name="T5" fmla="*/ 3 h 30"/>
                    <a:gd name="T6" fmla="*/ 57 w 74"/>
                    <a:gd name="T7" fmla="*/ 12 h 30"/>
                    <a:gd name="T8" fmla="*/ 74 w 74"/>
                    <a:gd name="T9" fmla="*/ 30 h 30"/>
                    <a:gd name="T10" fmla="*/ 19 w 74"/>
                    <a:gd name="T11" fmla="*/ 30 h 30"/>
                    <a:gd name="T12" fmla="*/ 10 w 74"/>
                    <a:gd name="T13" fmla="*/ 21 h 30"/>
                    <a:gd name="T14" fmla="*/ 0 w 74"/>
                    <a:gd name="T15" fmla="*/ 6 h 30"/>
                    <a:gd name="T16" fmla="*/ 3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3" y="0"/>
                      </a:moveTo>
                      <a:lnTo>
                        <a:pt x="49" y="0"/>
                      </a:lnTo>
                      <a:lnTo>
                        <a:pt x="52" y="3"/>
                      </a:lnTo>
                      <a:lnTo>
                        <a:pt x="57" y="12"/>
                      </a:lnTo>
                      <a:lnTo>
                        <a:pt x="74" y="30"/>
                      </a:lnTo>
                      <a:lnTo>
                        <a:pt x="19" y="30"/>
                      </a:lnTo>
                      <a:lnTo>
                        <a:pt x="10" y="21"/>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044" name="Freeform 147"/>
                <p:cNvSpPr>
                  <a:spLocks noChangeArrowheads="1"/>
                </p:cNvSpPr>
                <p:nvPr/>
              </p:nvSpPr>
              <p:spPr bwMode="auto">
                <a:xfrm>
                  <a:off x="893" y="3570"/>
                  <a:ext cx="42" cy="12"/>
                </a:xfrm>
                <a:custGeom>
                  <a:avLst/>
                  <a:gdLst>
                    <a:gd name="T0" fmla="*/ 0 w 83"/>
                    <a:gd name="T1" fmla="*/ 36 h 36"/>
                    <a:gd name="T2" fmla="*/ 1 w 83"/>
                    <a:gd name="T3" fmla="*/ 19 h 36"/>
                    <a:gd name="T4" fmla="*/ 6 w 83"/>
                    <a:gd name="T5" fmla="*/ 8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6"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045" name="Group 148"/>
              <p:cNvGrpSpPr>
                <a:grpSpLocks/>
              </p:cNvGrpSpPr>
              <p:nvPr/>
            </p:nvGrpSpPr>
            <p:grpSpPr bwMode="auto">
              <a:xfrm>
                <a:off x="898" y="3571"/>
                <a:ext cx="49" cy="23"/>
                <a:chOff x="898" y="3571"/>
                <a:chExt cx="49" cy="23"/>
              </a:xfrm>
            </p:grpSpPr>
            <p:sp>
              <p:nvSpPr>
                <p:cNvPr id="425046" name="Freeform 149"/>
                <p:cNvSpPr>
                  <a:spLocks noChangeArrowheads="1"/>
                </p:cNvSpPr>
                <p:nvPr/>
              </p:nvSpPr>
              <p:spPr bwMode="auto">
                <a:xfrm>
                  <a:off x="898" y="3571"/>
                  <a:ext cx="13" cy="23"/>
                </a:xfrm>
                <a:custGeom>
                  <a:avLst/>
                  <a:gdLst>
                    <a:gd name="T0" fmla="*/ 16 w 25"/>
                    <a:gd name="T1" fmla="*/ 69 h 69"/>
                    <a:gd name="T2" fmla="*/ 0 w 25"/>
                    <a:gd name="T3" fmla="*/ 27 h 69"/>
                    <a:gd name="T4" fmla="*/ 9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9"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047" name="Freeform 150"/>
                <p:cNvSpPr>
                  <a:spLocks noChangeArrowheads="1"/>
                </p:cNvSpPr>
                <p:nvPr/>
              </p:nvSpPr>
              <p:spPr bwMode="auto">
                <a:xfrm>
                  <a:off x="903" y="3572"/>
                  <a:ext cx="37" cy="10"/>
                </a:xfrm>
                <a:custGeom>
                  <a:avLst/>
                  <a:gdLst>
                    <a:gd name="T0" fmla="*/ 2 w 75"/>
                    <a:gd name="T1" fmla="*/ 0 h 29"/>
                    <a:gd name="T2" fmla="*/ 50 w 75"/>
                    <a:gd name="T3" fmla="*/ 0 h 29"/>
                    <a:gd name="T4" fmla="*/ 52 w 75"/>
                    <a:gd name="T5" fmla="*/ 2 h 29"/>
                    <a:gd name="T6" fmla="*/ 57 w 75"/>
                    <a:gd name="T7" fmla="*/ 11 h 29"/>
                    <a:gd name="T8" fmla="*/ 75 w 75"/>
                    <a:gd name="T9" fmla="*/ 29 h 29"/>
                    <a:gd name="T10" fmla="*/ 19 w 75"/>
                    <a:gd name="T11" fmla="*/ 29 h 29"/>
                    <a:gd name="T12" fmla="*/ 11 w 75"/>
                    <a:gd name="T13" fmla="*/ 20 h 29"/>
                    <a:gd name="T14" fmla="*/ 0 w 75"/>
                    <a:gd name="T15" fmla="*/ 5 h 29"/>
                    <a:gd name="T16" fmla="*/ 2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2" y="0"/>
                      </a:moveTo>
                      <a:lnTo>
                        <a:pt x="50" y="0"/>
                      </a:lnTo>
                      <a:lnTo>
                        <a:pt x="52" y="2"/>
                      </a:lnTo>
                      <a:lnTo>
                        <a:pt x="57" y="11"/>
                      </a:lnTo>
                      <a:lnTo>
                        <a:pt x="75" y="29"/>
                      </a:lnTo>
                      <a:lnTo>
                        <a:pt x="19" y="29"/>
                      </a:lnTo>
                      <a:lnTo>
                        <a:pt x="11"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048" name="Freeform 151"/>
                <p:cNvSpPr>
                  <a:spLocks noChangeArrowheads="1"/>
                </p:cNvSpPr>
                <p:nvPr/>
              </p:nvSpPr>
              <p:spPr bwMode="auto">
                <a:xfrm>
                  <a:off x="907" y="3582"/>
                  <a:ext cx="40" cy="12"/>
                </a:xfrm>
                <a:custGeom>
                  <a:avLst/>
                  <a:gdLst>
                    <a:gd name="T0" fmla="*/ 0 w 82"/>
                    <a:gd name="T1" fmla="*/ 36 h 36"/>
                    <a:gd name="T2" fmla="*/ 2 w 82"/>
                    <a:gd name="T3" fmla="*/ 20 h 36"/>
                    <a:gd name="T4" fmla="*/ 5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5"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049" name="Group 152"/>
              <p:cNvGrpSpPr>
                <a:grpSpLocks/>
              </p:cNvGrpSpPr>
              <p:nvPr/>
            </p:nvGrpSpPr>
            <p:grpSpPr bwMode="auto">
              <a:xfrm>
                <a:off x="911" y="3585"/>
                <a:ext cx="49" cy="23"/>
                <a:chOff x="911" y="3585"/>
                <a:chExt cx="49" cy="23"/>
              </a:xfrm>
            </p:grpSpPr>
            <p:sp>
              <p:nvSpPr>
                <p:cNvPr id="425050" name="Freeform 153"/>
                <p:cNvSpPr>
                  <a:spLocks noChangeArrowheads="1"/>
                </p:cNvSpPr>
                <p:nvPr/>
              </p:nvSpPr>
              <p:spPr bwMode="auto">
                <a:xfrm>
                  <a:off x="911" y="3585"/>
                  <a:ext cx="12" cy="23"/>
                </a:xfrm>
                <a:custGeom>
                  <a:avLst/>
                  <a:gdLst>
                    <a:gd name="T0" fmla="*/ 15 w 24"/>
                    <a:gd name="T1" fmla="*/ 69 h 69"/>
                    <a:gd name="T2" fmla="*/ 0 w 24"/>
                    <a:gd name="T3" fmla="*/ 27 h 69"/>
                    <a:gd name="T4" fmla="*/ 10 w 24"/>
                    <a:gd name="T5" fmla="*/ 0 h 69"/>
                    <a:gd name="T6" fmla="*/ 24 w 24"/>
                    <a:gd name="T7" fmla="*/ 32 h 69"/>
                    <a:gd name="T8" fmla="*/ 15 w 24"/>
                    <a:gd name="T9" fmla="*/ 69 h 69"/>
                  </a:gdLst>
                  <a:ahLst/>
                  <a:cxnLst>
                    <a:cxn ang="0">
                      <a:pos x="T0" y="T1"/>
                    </a:cxn>
                    <a:cxn ang="0">
                      <a:pos x="T2" y="T3"/>
                    </a:cxn>
                    <a:cxn ang="0">
                      <a:pos x="T4" y="T5"/>
                    </a:cxn>
                    <a:cxn ang="0">
                      <a:pos x="T6" y="T7"/>
                    </a:cxn>
                    <a:cxn ang="0">
                      <a:pos x="T8" y="T9"/>
                    </a:cxn>
                  </a:cxnLst>
                  <a:rect l="0" t="0" r="r" b="b"/>
                  <a:pathLst>
                    <a:path w="24" h="69">
                      <a:moveTo>
                        <a:pt x="15" y="69"/>
                      </a:moveTo>
                      <a:lnTo>
                        <a:pt x="0" y="27"/>
                      </a:lnTo>
                      <a:lnTo>
                        <a:pt x="10" y="0"/>
                      </a:lnTo>
                      <a:lnTo>
                        <a:pt x="24"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051" name="Freeform 154"/>
                <p:cNvSpPr>
                  <a:spLocks noChangeArrowheads="1"/>
                </p:cNvSpPr>
                <p:nvPr/>
              </p:nvSpPr>
              <p:spPr bwMode="auto">
                <a:xfrm>
                  <a:off x="915" y="3585"/>
                  <a:ext cx="38" cy="10"/>
                </a:xfrm>
                <a:custGeom>
                  <a:avLst/>
                  <a:gdLst>
                    <a:gd name="T0" fmla="*/ 3 w 75"/>
                    <a:gd name="T1" fmla="*/ 0 h 30"/>
                    <a:gd name="T2" fmla="*/ 52 w 75"/>
                    <a:gd name="T3" fmla="*/ 0 h 30"/>
                    <a:gd name="T4" fmla="*/ 53 w 75"/>
                    <a:gd name="T5" fmla="*/ 3 h 30"/>
                    <a:gd name="T6" fmla="*/ 57 w 75"/>
                    <a:gd name="T7" fmla="*/ 12 h 30"/>
                    <a:gd name="T8" fmla="*/ 75 w 75"/>
                    <a:gd name="T9" fmla="*/ 30 h 30"/>
                    <a:gd name="T10" fmla="*/ 19 w 75"/>
                    <a:gd name="T11" fmla="*/ 30 h 30"/>
                    <a:gd name="T12" fmla="*/ 11 w 75"/>
                    <a:gd name="T13" fmla="*/ 21 h 30"/>
                    <a:gd name="T14" fmla="*/ 0 w 75"/>
                    <a:gd name="T15" fmla="*/ 6 h 30"/>
                    <a:gd name="T16" fmla="*/ 3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3" y="0"/>
                      </a:moveTo>
                      <a:lnTo>
                        <a:pt x="52" y="0"/>
                      </a:lnTo>
                      <a:lnTo>
                        <a:pt x="53" y="3"/>
                      </a:lnTo>
                      <a:lnTo>
                        <a:pt x="57" y="12"/>
                      </a:lnTo>
                      <a:lnTo>
                        <a:pt x="75" y="30"/>
                      </a:lnTo>
                      <a:lnTo>
                        <a:pt x="19" y="30"/>
                      </a:lnTo>
                      <a:lnTo>
                        <a:pt x="11" y="21"/>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052" name="Freeform 155"/>
                <p:cNvSpPr>
                  <a:spLocks noChangeArrowheads="1"/>
                </p:cNvSpPr>
                <p:nvPr/>
              </p:nvSpPr>
              <p:spPr bwMode="auto">
                <a:xfrm>
                  <a:off x="919" y="3596"/>
                  <a:ext cx="41" cy="12"/>
                </a:xfrm>
                <a:custGeom>
                  <a:avLst/>
                  <a:gdLst>
                    <a:gd name="T0" fmla="*/ 0 w 82"/>
                    <a:gd name="T1" fmla="*/ 36 h 36"/>
                    <a:gd name="T2" fmla="*/ 1 w 82"/>
                    <a:gd name="T3" fmla="*/ 19 h 36"/>
                    <a:gd name="T4" fmla="*/ 7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7"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053" name="Group 156"/>
              <p:cNvGrpSpPr>
                <a:grpSpLocks/>
              </p:cNvGrpSpPr>
              <p:nvPr/>
            </p:nvGrpSpPr>
            <p:grpSpPr bwMode="auto">
              <a:xfrm>
                <a:off x="923" y="3600"/>
                <a:ext cx="99" cy="73"/>
                <a:chOff x="923" y="3600"/>
                <a:chExt cx="99" cy="73"/>
              </a:xfrm>
            </p:grpSpPr>
            <p:grpSp>
              <p:nvGrpSpPr>
                <p:cNvPr id="425054" name="Group 157"/>
                <p:cNvGrpSpPr>
                  <a:grpSpLocks/>
                </p:cNvGrpSpPr>
                <p:nvPr/>
              </p:nvGrpSpPr>
              <p:grpSpPr bwMode="auto">
                <a:xfrm>
                  <a:off x="923" y="3600"/>
                  <a:ext cx="49" cy="23"/>
                  <a:chOff x="923" y="3600"/>
                  <a:chExt cx="49" cy="23"/>
                </a:xfrm>
              </p:grpSpPr>
              <p:sp>
                <p:nvSpPr>
                  <p:cNvPr id="425055" name="Freeform 158"/>
                  <p:cNvSpPr>
                    <a:spLocks noChangeArrowheads="1"/>
                  </p:cNvSpPr>
                  <p:nvPr/>
                </p:nvSpPr>
                <p:spPr bwMode="auto">
                  <a:xfrm>
                    <a:off x="923" y="3600"/>
                    <a:ext cx="13" cy="23"/>
                  </a:xfrm>
                  <a:custGeom>
                    <a:avLst/>
                    <a:gdLst>
                      <a:gd name="T0" fmla="*/ 13 w 25"/>
                      <a:gd name="T1" fmla="*/ 69 h 69"/>
                      <a:gd name="T2" fmla="*/ 0 w 25"/>
                      <a:gd name="T3" fmla="*/ 27 h 69"/>
                      <a:gd name="T4" fmla="*/ 9 w 25"/>
                      <a:gd name="T5" fmla="*/ 0 h 69"/>
                      <a:gd name="T6" fmla="*/ 25 w 25"/>
                      <a:gd name="T7" fmla="*/ 30 h 69"/>
                      <a:gd name="T8" fmla="*/ 13 w 25"/>
                      <a:gd name="T9" fmla="*/ 69 h 69"/>
                    </a:gdLst>
                    <a:ahLst/>
                    <a:cxnLst>
                      <a:cxn ang="0">
                        <a:pos x="T0" y="T1"/>
                      </a:cxn>
                      <a:cxn ang="0">
                        <a:pos x="T2" y="T3"/>
                      </a:cxn>
                      <a:cxn ang="0">
                        <a:pos x="T4" y="T5"/>
                      </a:cxn>
                      <a:cxn ang="0">
                        <a:pos x="T6" y="T7"/>
                      </a:cxn>
                      <a:cxn ang="0">
                        <a:pos x="T8" y="T9"/>
                      </a:cxn>
                    </a:cxnLst>
                    <a:rect l="0" t="0" r="r" b="b"/>
                    <a:pathLst>
                      <a:path w="25" h="69">
                        <a:moveTo>
                          <a:pt x="13" y="69"/>
                        </a:moveTo>
                        <a:lnTo>
                          <a:pt x="0" y="27"/>
                        </a:lnTo>
                        <a:lnTo>
                          <a:pt x="9" y="0"/>
                        </a:lnTo>
                        <a:lnTo>
                          <a:pt x="25" y="30"/>
                        </a:lnTo>
                        <a:lnTo>
                          <a:pt x="13"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056" name="Freeform 159"/>
                  <p:cNvSpPr>
                    <a:spLocks noChangeArrowheads="1"/>
                  </p:cNvSpPr>
                  <p:nvPr/>
                </p:nvSpPr>
                <p:spPr bwMode="auto">
                  <a:xfrm>
                    <a:off x="928" y="3600"/>
                    <a:ext cx="37" cy="10"/>
                  </a:xfrm>
                  <a:custGeom>
                    <a:avLst/>
                    <a:gdLst>
                      <a:gd name="T0" fmla="*/ 2 w 75"/>
                      <a:gd name="T1" fmla="*/ 0 h 29"/>
                      <a:gd name="T2" fmla="*/ 50 w 75"/>
                      <a:gd name="T3" fmla="*/ 0 h 29"/>
                      <a:gd name="T4" fmla="*/ 52 w 75"/>
                      <a:gd name="T5" fmla="*/ 3 h 29"/>
                      <a:gd name="T6" fmla="*/ 57 w 75"/>
                      <a:gd name="T7" fmla="*/ 12 h 29"/>
                      <a:gd name="T8" fmla="*/ 75 w 75"/>
                      <a:gd name="T9" fmla="*/ 29 h 29"/>
                      <a:gd name="T10" fmla="*/ 19 w 75"/>
                      <a:gd name="T11" fmla="*/ 29 h 29"/>
                      <a:gd name="T12" fmla="*/ 9 w 75"/>
                      <a:gd name="T13" fmla="*/ 20 h 29"/>
                      <a:gd name="T14" fmla="*/ 0 w 75"/>
                      <a:gd name="T15" fmla="*/ 6 h 29"/>
                      <a:gd name="T16" fmla="*/ 2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2" y="0"/>
                        </a:moveTo>
                        <a:lnTo>
                          <a:pt x="50" y="0"/>
                        </a:lnTo>
                        <a:lnTo>
                          <a:pt x="52" y="3"/>
                        </a:lnTo>
                        <a:lnTo>
                          <a:pt x="57" y="12"/>
                        </a:lnTo>
                        <a:lnTo>
                          <a:pt x="75" y="29"/>
                        </a:lnTo>
                        <a:lnTo>
                          <a:pt x="19" y="29"/>
                        </a:lnTo>
                        <a:lnTo>
                          <a:pt x="9"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057" name="Freeform 160"/>
                  <p:cNvSpPr>
                    <a:spLocks noChangeArrowheads="1"/>
                  </p:cNvSpPr>
                  <p:nvPr/>
                </p:nvSpPr>
                <p:spPr bwMode="auto">
                  <a:xfrm>
                    <a:off x="930" y="3610"/>
                    <a:ext cx="42" cy="13"/>
                  </a:xfrm>
                  <a:custGeom>
                    <a:avLst/>
                    <a:gdLst>
                      <a:gd name="T0" fmla="*/ 0 w 82"/>
                      <a:gd name="T1" fmla="*/ 37 h 37"/>
                      <a:gd name="T2" fmla="*/ 2 w 82"/>
                      <a:gd name="T3" fmla="*/ 22 h 37"/>
                      <a:gd name="T4" fmla="*/ 7 w 82"/>
                      <a:gd name="T5" fmla="*/ 7 h 37"/>
                      <a:gd name="T6" fmla="*/ 13 w 82"/>
                      <a:gd name="T7" fmla="*/ 0 h 37"/>
                      <a:gd name="T8" fmla="*/ 69 w 82"/>
                      <a:gd name="T9" fmla="*/ 0 h 37"/>
                      <a:gd name="T10" fmla="*/ 82 w 82"/>
                      <a:gd name="T11" fmla="*/ 37 h 37"/>
                      <a:gd name="T12" fmla="*/ 0 w 82"/>
                      <a:gd name="T13" fmla="*/ 37 h 37"/>
                    </a:gdLst>
                    <a:ahLst/>
                    <a:cxnLst>
                      <a:cxn ang="0">
                        <a:pos x="T0" y="T1"/>
                      </a:cxn>
                      <a:cxn ang="0">
                        <a:pos x="T2" y="T3"/>
                      </a:cxn>
                      <a:cxn ang="0">
                        <a:pos x="T4" y="T5"/>
                      </a:cxn>
                      <a:cxn ang="0">
                        <a:pos x="T6" y="T7"/>
                      </a:cxn>
                      <a:cxn ang="0">
                        <a:pos x="T8" y="T9"/>
                      </a:cxn>
                      <a:cxn ang="0">
                        <a:pos x="T10" y="T11"/>
                      </a:cxn>
                      <a:cxn ang="0">
                        <a:pos x="T12" y="T13"/>
                      </a:cxn>
                    </a:cxnLst>
                    <a:rect l="0" t="0" r="r" b="b"/>
                    <a:pathLst>
                      <a:path w="82" h="37">
                        <a:moveTo>
                          <a:pt x="0" y="37"/>
                        </a:moveTo>
                        <a:lnTo>
                          <a:pt x="2" y="22"/>
                        </a:lnTo>
                        <a:lnTo>
                          <a:pt x="7" y="7"/>
                        </a:lnTo>
                        <a:lnTo>
                          <a:pt x="13" y="0"/>
                        </a:lnTo>
                        <a:lnTo>
                          <a:pt x="69" y="0"/>
                        </a:lnTo>
                        <a:lnTo>
                          <a:pt x="82" y="37"/>
                        </a:lnTo>
                        <a:lnTo>
                          <a:pt x="0" y="3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058" name="Group 161"/>
                <p:cNvGrpSpPr>
                  <a:grpSpLocks/>
                </p:cNvGrpSpPr>
                <p:nvPr/>
              </p:nvGrpSpPr>
              <p:grpSpPr bwMode="auto">
                <a:xfrm>
                  <a:off x="935" y="3612"/>
                  <a:ext cx="48" cy="23"/>
                  <a:chOff x="935" y="3612"/>
                  <a:chExt cx="48" cy="23"/>
                </a:xfrm>
              </p:grpSpPr>
              <p:sp>
                <p:nvSpPr>
                  <p:cNvPr id="425059" name="Freeform 162"/>
                  <p:cNvSpPr>
                    <a:spLocks noChangeArrowheads="1"/>
                  </p:cNvSpPr>
                  <p:nvPr/>
                </p:nvSpPr>
                <p:spPr bwMode="auto">
                  <a:xfrm>
                    <a:off x="935" y="3612"/>
                    <a:ext cx="12" cy="23"/>
                  </a:xfrm>
                  <a:custGeom>
                    <a:avLst/>
                    <a:gdLst>
                      <a:gd name="T0" fmla="*/ 14 w 25"/>
                      <a:gd name="T1" fmla="*/ 69 h 69"/>
                      <a:gd name="T2" fmla="*/ 0 w 25"/>
                      <a:gd name="T3" fmla="*/ 28 h 69"/>
                      <a:gd name="T4" fmla="*/ 9 w 25"/>
                      <a:gd name="T5" fmla="*/ 0 h 69"/>
                      <a:gd name="T6" fmla="*/ 25 w 25"/>
                      <a:gd name="T7" fmla="*/ 32 h 69"/>
                      <a:gd name="T8" fmla="*/ 14 w 25"/>
                      <a:gd name="T9" fmla="*/ 69 h 69"/>
                    </a:gdLst>
                    <a:ahLst/>
                    <a:cxnLst>
                      <a:cxn ang="0">
                        <a:pos x="T0" y="T1"/>
                      </a:cxn>
                      <a:cxn ang="0">
                        <a:pos x="T2" y="T3"/>
                      </a:cxn>
                      <a:cxn ang="0">
                        <a:pos x="T4" y="T5"/>
                      </a:cxn>
                      <a:cxn ang="0">
                        <a:pos x="T6" y="T7"/>
                      </a:cxn>
                      <a:cxn ang="0">
                        <a:pos x="T8" y="T9"/>
                      </a:cxn>
                    </a:cxnLst>
                    <a:rect l="0" t="0" r="r" b="b"/>
                    <a:pathLst>
                      <a:path w="25" h="69">
                        <a:moveTo>
                          <a:pt x="14" y="69"/>
                        </a:moveTo>
                        <a:lnTo>
                          <a:pt x="0" y="28"/>
                        </a:lnTo>
                        <a:lnTo>
                          <a:pt x="9"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060" name="Freeform 163"/>
                  <p:cNvSpPr>
                    <a:spLocks noChangeArrowheads="1"/>
                  </p:cNvSpPr>
                  <p:nvPr/>
                </p:nvSpPr>
                <p:spPr bwMode="auto">
                  <a:xfrm>
                    <a:off x="939" y="3612"/>
                    <a:ext cx="38" cy="11"/>
                  </a:xfrm>
                  <a:custGeom>
                    <a:avLst/>
                    <a:gdLst>
                      <a:gd name="T0" fmla="*/ 1 w 75"/>
                      <a:gd name="T1" fmla="*/ 0 h 31"/>
                      <a:gd name="T2" fmla="*/ 50 w 75"/>
                      <a:gd name="T3" fmla="*/ 0 h 31"/>
                      <a:gd name="T4" fmla="*/ 53 w 75"/>
                      <a:gd name="T5" fmla="*/ 3 h 31"/>
                      <a:gd name="T6" fmla="*/ 56 w 75"/>
                      <a:gd name="T7" fmla="*/ 13 h 31"/>
                      <a:gd name="T8" fmla="*/ 75 w 75"/>
                      <a:gd name="T9" fmla="*/ 31 h 31"/>
                      <a:gd name="T10" fmla="*/ 18 w 75"/>
                      <a:gd name="T11" fmla="*/ 31 h 31"/>
                      <a:gd name="T12" fmla="*/ 9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3" y="3"/>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061" name="Freeform 164"/>
                  <p:cNvSpPr>
                    <a:spLocks noChangeArrowheads="1"/>
                  </p:cNvSpPr>
                  <p:nvPr/>
                </p:nvSpPr>
                <p:spPr bwMode="auto">
                  <a:xfrm>
                    <a:off x="943" y="3623"/>
                    <a:ext cx="40" cy="12"/>
                  </a:xfrm>
                  <a:custGeom>
                    <a:avLst/>
                    <a:gdLst>
                      <a:gd name="T0" fmla="*/ 0 w 82"/>
                      <a:gd name="T1" fmla="*/ 36 h 36"/>
                      <a:gd name="T2" fmla="*/ 2 w 82"/>
                      <a:gd name="T3" fmla="*/ 19 h 36"/>
                      <a:gd name="T4" fmla="*/ 6 w 82"/>
                      <a:gd name="T5" fmla="*/ 8 h 36"/>
                      <a:gd name="T6" fmla="*/ 12 w 82"/>
                      <a:gd name="T7" fmla="*/ 0 h 36"/>
                      <a:gd name="T8" fmla="*/ 69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2"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062" name="Group 165"/>
                <p:cNvGrpSpPr>
                  <a:grpSpLocks/>
                </p:cNvGrpSpPr>
                <p:nvPr/>
              </p:nvGrpSpPr>
              <p:grpSpPr bwMode="auto">
                <a:xfrm>
                  <a:off x="947" y="3625"/>
                  <a:ext cx="50" cy="22"/>
                  <a:chOff x="947" y="3625"/>
                  <a:chExt cx="50" cy="22"/>
                </a:xfrm>
              </p:grpSpPr>
              <p:sp>
                <p:nvSpPr>
                  <p:cNvPr id="425063" name="Freeform 166"/>
                  <p:cNvSpPr>
                    <a:spLocks noChangeArrowheads="1"/>
                  </p:cNvSpPr>
                  <p:nvPr/>
                </p:nvSpPr>
                <p:spPr bwMode="auto">
                  <a:xfrm>
                    <a:off x="947" y="3625"/>
                    <a:ext cx="13" cy="22"/>
                  </a:xfrm>
                  <a:custGeom>
                    <a:avLst/>
                    <a:gdLst>
                      <a:gd name="T0" fmla="*/ 14 w 25"/>
                      <a:gd name="T1" fmla="*/ 68 h 68"/>
                      <a:gd name="T2" fmla="*/ 0 w 25"/>
                      <a:gd name="T3" fmla="*/ 27 h 68"/>
                      <a:gd name="T4" fmla="*/ 10 w 25"/>
                      <a:gd name="T5" fmla="*/ 0 h 68"/>
                      <a:gd name="T6" fmla="*/ 25 w 25"/>
                      <a:gd name="T7" fmla="*/ 31 h 68"/>
                      <a:gd name="T8" fmla="*/ 14 w 25"/>
                      <a:gd name="T9" fmla="*/ 68 h 68"/>
                    </a:gdLst>
                    <a:ahLst/>
                    <a:cxnLst>
                      <a:cxn ang="0">
                        <a:pos x="T0" y="T1"/>
                      </a:cxn>
                      <a:cxn ang="0">
                        <a:pos x="T2" y="T3"/>
                      </a:cxn>
                      <a:cxn ang="0">
                        <a:pos x="T4" y="T5"/>
                      </a:cxn>
                      <a:cxn ang="0">
                        <a:pos x="T6" y="T7"/>
                      </a:cxn>
                      <a:cxn ang="0">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064" name="Freeform 167"/>
                  <p:cNvSpPr>
                    <a:spLocks noChangeArrowheads="1"/>
                  </p:cNvSpPr>
                  <p:nvPr/>
                </p:nvSpPr>
                <p:spPr bwMode="auto">
                  <a:xfrm>
                    <a:off x="953" y="3625"/>
                    <a:ext cx="36" cy="10"/>
                  </a:xfrm>
                  <a:custGeom>
                    <a:avLst/>
                    <a:gdLst>
                      <a:gd name="T0" fmla="*/ 2 w 73"/>
                      <a:gd name="T1" fmla="*/ 0 h 29"/>
                      <a:gd name="T2" fmla="*/ 50 w 73"/>
                      <a:gd name="T3" fmla="*/ 0 h 29"/>
                      <a:gd name="T4" fmla="*/ 51 w 73"/>
                      <a:gd name="T5" fmla="*/ 2 h 29"/>
                      <a:gd name="T6" fmla="*/ 57 w 73"/>
                      <a:gd name="T7" fmla="*/ 11 h 29"/>
                      <a:gd name="T8" fmla="*/ 73 w 73"/>
                      <a:gd name="T9" fmla="*/ 29 h 29"/>
                      <a:gd name="T10" fmla="*/ 19 w 73"/>
                      <a:gd name="T11" fmla="*/ 29 h 29"/>
                      <a:gd name="T12" fmla="*/ 9 w 73"/>
                      <a:gd name="T13" fmla="*/ 20 h 29"/>
                      <a:gd name="T14" fmla="*/ 0 w 73"/>
                      <a:gd name="T15" fmla="*/ 5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50" y="0"/>
                        </a:lnTo>
                        <a:lnTo>
                          <a:pt x="51" y="2"/>
                        </a:lnTo>
                        <a:lnTo>
                          <a:pt x="57" y="11"/>
                        </a:lnTo>
                        <a:lnTo>
                          <a:pt x="73" y="29"/>
                        </a:lnTo>
                        <a:lnTo>
                          <a:pt x="19" y="29"/>
                        </a:lnTo>
                        <a:lnTo>
                          <a:pt x="9"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065" name="Freeform 168"/>
                  <p:cNvSpPr>
                    <a:spLocks noChangeArrowheads="1"/>
                  </p:cNvSpPr>
                  <p:nvPr/>
                </p:nvSpPr>
                <p:spPr bwMode="auto">
                  <a:xfrm>
                    <a:off x="955" y="3635"/>
                    <a:ext cx="42" cy="12"/>
                  </a:xfrm>
                  <a:custGeom>
                    <a:avLst/>
                    <a:gdLst>
                      <a:gd name="T0" fmla="*/ 0 w 83"/>
                      <a:gd name="T1" fmla="*/ 36 h 36"/>
                      <a:gd name="T2" fmla="*/ 3 w 83"/>
                      <a:gd name="T3" fmla="*/ 20 h 36"/>
                      <a:gd name="T4" fmla="*/ 7 w 83"/>
                      <a:gd name="T5" fmla="*/ 8 h 36"/>
                      <a:gd name="T6" fmla="*/ 12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20"/>
                        </a:lnTo>
                        <a:lnTo>
                          <a:pt x="7" y="8"/>
                        </a:lnTo>
                        <a:lnTo>
                          <a:pt x="12"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066" name="Group 169"/>
                <p:cNvGrpSpPr>
                  <a:grpSpLocks/>
                </p:cNvGrpSpPr>
                <p:nvPr/>
              </p:nvGrpSpPr>
              <p:grpSpPr bwMode="auto">
                <a:xfrm>
                  <a:off x="960" y="3637"/>
                  <a:ext cx="50" cy="23"/>
                  <a:chOff x="960" y="3637"/>
                  <a:chExt cx="50" cy="23"/>
                </a:xfrm>
              </p:grpSpPr>
              <p:sp>
                <p:nvSpPr>
                  <p:cNvPr id="425067" name="Freeform 170"/>
                  <p:cNvSpPr>
                    <a:spLocks noChangeArrowheads="1"/>
                  </p:cNvSpPr>
                  <p:nvPr/>
                </p:nvSpPr>
                <p:spPr bwMode="auto">
                  <a:xfrm>
                    <a:off x="960" y="3637"/>
                    <a:ext cx="12" cy="23"/>
                  </a:xfrm>
                  <a:custGeom>
                    <a:avLst/>
                    <a:gdLst>
                      <a:gd name="T0" fmla="*/ 15 w 25"/>
                      <a:gd name="T1" fmla="*/ 69 h 69"/>
                      <a:gd name="T2" fmla="*/ 0 w 25"/>
                      <a:gd name="T3" fmla="*/ 27 h 69"/>
                      <a:gd name="T4" fmla="*/ 12 w 25"/>
                      <a:gd name="T5" fmla="*/ 0 h 69"/>
                      <a:gd name="T6" fmla="*/ 25 w 25"/>
                      <a:gd name="T7" fmla="*/ 32 h 69"/>
                      <a:gd name="T8" fmla="*/ 15 w 25"/>
                      <a:gd name="T9" fmla="*/ 69 h 69"/>
                    </a:gdLst>
                    <a:ahLst/>
                    <a:cxnLst>
                      <a:cxn ang="0">
                        <a:pos x="T0" y="T1"/>
                      </a:cxn>
                      <a:cxn ang="0">
                        <a:pos x="T2" y="T3"/>
                      </a:cxn>
                      <a:cxn ang="0">
                        <a:pos x="T4" y="T5"/>
                      </a:cxn>
                      <a:cxn ang="0">
                        <a:pos x="T6" y="T7"/>
                      </a:cxn>
                      <a:cxn ang="0">
                        <a:pos x="T8" y="T9"/>
                      </a:cxn>
                    </a:cxnLst>
                    <a:rect l="0" t="0" r="r" b="b"/>
                    <a:pathLst>
                      <a:path w="25" h="69">
                        <a:moveTo>
                          <a:pt x="15" y="69"/>
                        </a:moveTo>
                        <a:lnTo>
                          <a:pt x="0" y="27"/>
                        </a:lnTo>
                        <a:lnTo>
                          <a:pt x="12"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068" name="Freeform 171"/>
                  <p:cNvSpPr>
                    <a:spLocks noChangeArrowheads="1"/>
                  </p:cNvSpPr>
                  <p:nvPr/>
                </p:nvSpPr>
                <p:spPr bwMode="auto">
                  <a:xfrm>
                    <a:off x="965" y="3638"/>
                    <a:ext cx="37" cy="9"/>
                  </a:xfrm>
                  <a:custGeom>
                    <a:avLst/>
                    <a:gdLst>
                      <a:gd name="T0" fmla="*/ 3 w 74"/>
                      <a:gd name="T1" fmla="*/ 0 h 29"/>
                      <a:gd name="T2" fmla="*/ 49 w 74"/>
                      <a:gd name="T3" fmla="*/ 0 h 29"/>
                      <a:gd name="T4" fmla="*/ 53 w 74"/>
                      <a:gd name="T5" fmla="*/ 2 h 29"/>
                      <a:gd name="T6" fmla="*/ 57 w 74"/>
                      <a:gd name="T7" fmla="*/ 11 h 29"/>
                      <a:gd name="T8" fmla="*/ 74 w 74"/>
                      <a:gd name="T9" fmla="*/ 29 h 29"/>
                      <a:gd name="T10" fmla="*/ 19 w 74"/>
                      <a:gd name="T11" fmla="*/ 29 h 29"/>
                      <a:gd name="T12" fmla="*/ 9 w 74"/>
                      <a:gd name="T13" fmla="*/ 20 h 29"/>
                      <a:gd name="T14" fmla="*/ 0 w 74"/>
                      <a:gd name="T15" fmla="*/ 5 h 29"/>
                      <a:gd name="T16" fmla="*/ 3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3" y="0"/>
                        </a:moveTo>
                        <a:lnTo>
                          <a:pt x="49" y="0"/>
                        </a:lnTo>
                        <a:lnTo>
                          <a:pt x="53" y="2"/>
                        </a:lnTo>
                        <a:lnTo>
                          <a:pt x="57" y="11"/>
                        </a:lnTo>
                        <a:lnTo>
                          <a:pt x="74" y="29"/>
                        </a:lnTo>
                        <a:lnTo>
                          <a:pt x="19" y="29"/>
                        </a:lnTo>
                        <a:lnTo>
                          <a:pt x="9" y="20"/>
                        </a:lnTo>
                        <a:lnTo>
                          <a:pt x="0" y="5"/>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069" name="Freeform 172"/>
                  <p:cNvSpPr>
                    <a:spLocks noChangeArrowheads="1"/>
                  </p:cNvSpPr>
                  <p:nvPr/>
                </p:nvSpPr>
                <p:spPr bwMode="auto">
                  <a:xfrm>
                    <a:off x="968" y="3648"/>
                    <a:ext cx="42" cy="12"/>
                  </a:xfrm>
                  <a:custGeom>
                    <a:avLst/>
                    <a:gdLst>
                      <a:gd name="T0" fmla="*/ 0 w 83"/>
                      <a:gd name="T1" fmla="*/ 35 h 35"/>
                      <a:gd name="T2" fmla="*/ 1 w 83"/>
                      <a:gd name="T3" fmla="*/ 19 h 35"/>
                      <a:gd name="T4" fmla="*/ 6 w 83"/>
                      <a:gd name="T5" fmla="*/ 7 h 35"/>
                      <a:gd name="T6" fmla="*/ 10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1" y="19"/>
                        </a:lnTo>
                        <a:lnTo>
                          <a:pt x="6" y="7"/>
                        </a:lnTo>
                        <a:lnTo>
                          <a:pt x="10"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070" name="Group 173"/>
                <p:cNvGrpSpPr>
                  <a:grpSpLocks/>
                </p:cNvGrpSpPr>
                <p:nvPr/>
              </p:nvGrpSpPr>
              <p:grpSpPr bwMode="auto">
                <a:xfrm>
                  <a:off x="973" y="3650"/>
                  <a:ext cx="49" cy="23"/>
                  <a:chOff x="973" y="3650"/>
                  <a:chExt cx="49" cy="23"/>
                </a:xfrm>
              </p:grpSpPr>
              <p:sp>
                <p:nvSpPr>
                  <p:cNvPr id="425071" name="Freeform 174"/>
                  <p:cNvSpPr>
                    <a:spLocks noChangeArrowheads="1"/>
                  </p:cNvSpPr>
                  <p:nvPr/>
                </p:nvSpPr>
                <p:spPr bwMode="auto">
                  <a:xfrm>
                    <a:off x="973" y="3650"/>
                    <a:ext cx="12" cy="23"/>
                  </a:xfrm>
                  <a:custGeom>
                    <a:avLst/>
                    <a:gdLst>
                      <a:gd name="T0" fmla="*/ 16 w 25"/>
                      <a:gd name="T1" fmla="*/ 68 h 68"/>
                      <a:gd name="T2" fmla="*/ 0 w 25"/>
                      <a:gd name="T3" fmla="*/ 26 h 68"/>
                      <a:gd name="T4" fmla="*/ 10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6"/>
                        </a:lnTo>
                        <a:lnTo>
                          <a:pt x="10"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072" name="Freeform 175"/>
                  <p:cNvSpPr>
                    <a:spLocks noChangeArrowheads="1"/>
                  </p:cNvSpPr>
                  <p:nvPr/>
                </p:nvSpPr>
                <p:spPr bwMode="auto">
                  <a:xfrm>
                    <a:off x="978" y="3651"/>
                    <a:ext cx="37" cy="10"/>
                  </a:xfrm>
                  <a:custGeom>
                    <a:avLst/>
                    <a:gdLst>
                      <a:gd name="T0" fmla="*/ 2 w 74"/>
                      <a:gd name="T1" fmla="*/ 0 h 29"/>
                      <a:gd name="T2" fmla="*/ 49 w 74"/>
                      <a:gd name="T3" fmla="*/ 0 h 29"/>
                      <a:gd name="T4" fmla="*/ 50 w 74"/>
                      <a:gd name="T5" fmla="*/ 2 h 29"/>
                      <a:gd name="T6" fmla="*/ 57 w 74"/>
                      <a:gd name="T7" fmla="*/ 11 h 29"/>
                      <a:gd name="T8" fmla="*/ 74 w 74"/>
                      <a:gd name="T9" fmla="*/ 29 h 29"/>
                      <a:gd name="T10" fmla="*/ 19 w 74"/>
                      <a:gd name="T11" fmla="*/ 29 h 29"/>
                      <a:gd name="T12" fmla="*/ 10 w 74"/>
                      <a:gd name="T13" fmla="*/ 20 h 29"/>
                      <a:gd name="T14" fmla="*/ 0 w 74"/>
                      <a:gd name="T15" fmla="*/ 5 h 29"/>
                      <a:gd name="T16" fmla="*/ 2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2" y="0"/>
                        </a:moveTo>
                        <a:lnTo>
                          <a:pt x="49" y="0"/>
                        </a:lnTo>
                        <a:lnTo>
                          <a:pt x="50" y="2"/>
                        </a:lnTo>
                        <a:lnTo>
                          <a:pt x="57" y="11"/>
                        </a:lnTo>
                        <a:lnTo>
                          <a:pt x="74" y="29"/>
                        </a:lnTo>
                        <a:lnTo>
                          <a:pt x="19" y="29"/>
                        </a:lnTo>
                        <a:lnTo>
                          <a:pt x="10"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073" name="Freeform 176"/>
                  <p:cNvSpPr>
                    <a:spLocks noChangeArrowheads="1"/>
                  </p:cNvSpPr>
                  <p:nvPr/>
                </p:nvSpPr>
                <p:spPr bwMode="auto">
                  <a:xfrm>
                    <a:off x="982" y="3661"/>
                    <a:ext cx="40" cy="12"/>
                  </a:xfrm>
                  <a:custGeom>
                    <a:avLst/>
                    <a:gdLst>
                      <a:gd name="T0" fmla="*/ 0 w 82"/>
                      <a:gd name="T1" fmla="*/ 36 h 36"/>
                      <a:gd name="T2" fmla="*/ 1 w 82"/>
                      <a:gd name="T3" fmla="*/ 20 h 36"/>
                      <a:gd name="T4" fmla="*/ 5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20"/>
                        </a:lnTo>
                        <a:lnTo>
                          <a:pt x="5"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grpSp>
            <p:nvGrpSpPr>
              <p:cNvPr id="425074" name="Group 177"/>
              <p:cNvGrpSpPr>
                <a:grpSpLocks/>
              </p:cNvGrpSpPr>
              <p:nvPr/>
            </p:nvGrpSpPr>
            <p:grpSpPr bwMode="auto">
              <a:xfrm>
                <a:off x="985" y="3665"/>
                <a:ext cx="100" cy="73"/>
                <a:chOff x="985" y="3665"/>
                <a:chExt cx="100" cy="73"/>
              </a:xfrm>
            </p:grpSpPr>
            <p:grpSp>
              <p:nvGrpSpPr>
                <p:cNvPr id="425075" name="Group 178"/>
                <p:cNvGrpSpPr>
                  <a:grpSpLocks/>
                </p:cNvGrpSpPr>
                <p:nvPr/>
              </p:nvGrpSpPr>
              <p:grpSpPr bwMode="auto">
                <a:xfrm>
                  <a:off x="985" y="3665"/>
                  <a:ext cx="50" cy="23"/>
                  <a:chOff x="985" y="3665"/>
                  <a:chExt cx="50" cy="23"/>
                </a:xfrm>
              </p:grpSpPr>
              <p:sp>
                <p:nvSpPr>
                  <p:cNvPr id="425076" name="Freeform 179"/>
                  <p:cNvSpPr>
                    <a:spLocks noChangeArrowheads="1"/>
                  </p:cNvSpPr>
                  <p:nvPr/>
                </p:nvSpPr>
                <p:spPr bwMode="auto">
                  <a:xfrm>
                    <a:off x="985" y="3665"/>
                    <a:ext cx="12" cy="23"/>
                  </a:xfrm>
                  <a:custGeom>
                    <a:avLst/>
                    <a:gdLst>
                      <a:gd name="T0" fmla="*/ 15 w 25"/>
                      <a:gd name="T1" fmla="*/ 68 h 68"/>
                      <a:gd name="T2" fmla="*/ 0 w 25"/>
                      <a:gd name="T3" fmla="*/ 27 h 68"/>
                      <a:gd name="T4" fmla="*/ 9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7"/>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077" name="Freeform 180"/>
                  <p:cNvSpPr>
                    <a:spLocks noChangeArrowheads="1"/>
                  </p:cNvSpPr>
                  <p:nvPr/>
                </p:nvSpPr>
                <p:spPr bwMode="auto">
                  <a:xfrm>
                    <a:off x="989" y="3665"/>
                    <a:ext cx="38" cy="11"/>
                  </a:xfrm>
                  <a:custGeom>
                    <a:avLst/>
                    <a:gdLst>
                      <a:gd name="T0" fmla="*/ 1 w 75"/>
                      <a:gd name="T1" fmla="*/ 0 h 31"/>
                      <a:gd name="T2" fmla="*/ 50 w 75"/>
                      <a:gd name="T3" fmla="*/ 0 h 31"/>
                      <a:gd name="T4" fmla="*/ 52 w 75"/>
                      <a:gd name="T5" fmla="*/ 4 h 31"/>
                      <a:gd name="T6" fmla="*/ 56 w 75"/>
                      <a:gd name="T7" fmla="*/ 13 h 31"/>
                      <a:gd name="T8" fmla="*/ 75 w 75"/>
                      <a:gd name="T9" fmla="*/ 31 h 31"/>
                      <a:gd name="T10" fmla="*/ 18 w 75"/>
                      <a:gd name="T11" fmla="*/ 31 h 31"/>
                      <a:gd name="T12" fmla="*/ 10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2" y="4"/>
                        </a:lnTo>
                        <a:lnTo>
                          <a:pt x="56" y="13"/>
                        </a:lnTo>
                        <a:lnTo>
                          <a:pt x="75" y="31"/>
                        </a:lnTo>
                        <a:lnTo>
                          <a:pt x="18" y="31"/>
                        </a:lnTo>
                        <a:lnTo>
                          <a:pt x="10"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078" name="Freeform 181"/>
                  <p:cNvSpPr>
                    <a:spLocks noChangeArrowheads="1"/>
                  </p:cNvSpPr>
                  <p:nvPr/>
                </p:nvSpPr>
                <p:spPr bwMode="auto">
                  <a:xfrm>
                    <a:off x="993" y="3676"/>
                    <a:ext cx="42" cy="12"/>
                  </a:xfrm>
                  <a:custGeom>
                    <a:avLst/>
                    <a:gdLst>
                      <a:gd name="T0" fmla="*/ 0 w 83"/>
                      <a:gd name="T1" fmla="*/ 36 h 36"/>
                      <a:gd name="T2" fmla="*/ 1 w 83"/>
                      <a:gd name="T3" fmla="*/ 20 h 36"/>
                      <a:gd name="T4" fmla="*/ 6 w 83"/>
                      <a:gd name="T5" fmla="*/ 8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6"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079" name="Group 182"/>
                <p:cNvGrpSpPr>
                  <a:grpSpLocks/>
                </p:cNvGrpSpPr>
                <p:nvPr/>
              </p:nvGrpSpPr>
              <p:grpSpPr bwMode="auto">
                <a:xfrm>
                  <a:off x="997" y="3677"/>
                  <a:ext cx="49" cy="23"/>
                  <a:chOff x="997" y="3677"/>
                  <a:chExt cx="49" cy="23"/>
                </a:xfrm>
              </p:grpSpPr>
              <p:sp>
                <p:nvSpPr>
                  <p:cNvPr id="425080" name="Freeform 183"/>
                  <p:cNvSpPr>
                    <a:spLocks noChangeArrowheads="1"/>
                  </p:cNvSpPr>
                  <p:nvPr/>
                </p:nvSpPr>
                <p:spPr bwMode="auto">
                  <a:xfrm>
                    <a:off x="997" y="3677"/>
                    <a:ext cx="13" cy="23"/>
                  </a:xfrm>
                  <a:custGeom>
                    <a:avLst/>
                    <a:gdLst>
                      <a:gd name="T0" fmla="*/ 13 w 25"/>
                      <a:gd name="T1" fmla="*/ 69 h 69"/>
                      <a:gd name="T2" fmla="*/ 0 w 25"/>
                      <a:gd name="T3" fmla="*/ 27 h 69"/>
                      <a:gd name="T4" fmla="*/ 9 w 25"/>
                      <a:gd name="T5" fmla="*/ 0 h 69"/>
                      <a:gd name="T6" fmla="*/ 25 w 25"/>
                      <a:gd name="T7" fmla="*/ 31 h 69"/>
                      <a:gd name="T8" fmla="*/ 13 w 25"/>
                      <a:gd name="T9" fmla="*/ 69 h 69"/>
                    </a:gdLst>
                    <a:ahLst/>
                    <a:cxnLst>
                      <a:cxn ang="0">
                        <a:pos x="T0" y="T1"/>
                      </a:cxn>
                      <a:cxn ang="0">
                        <a:pos x="T2" y="T3"/>
                      </a:cxn>
                      <a:cxn ang="0">
                        <a:pos x="T4" y="T5"/>
                      </a:cxn>
                      <a:cxn ang="0">
                        <a:pos x="T6" y="T7"/>
                      </a:cxn>
                      <a:cxn ang="0">
                        <a:pos x="T8" y="T9"/>
                      </a:cxn>
                    </a:cxnLst>
                    <a:rect l="0" t="0" r="r" b="b"/>
                    <a:pathLst>
                      <a:path w="25" h="69">
                        <a:moveTo>
                          <a:pt x="13" y="69"/>
                        </a:moveTo>
                        <a:lnTo>
                          <a:pt x="0" y="27"/>
                        </a:lnTo>
                        <a:lnTo>
                          <a:pt x="9" y="0"/>
                        </a:lnTo>
                        <a:lnTo>
                          <a:pt x="25" y="31"/>
                        </a:lnTo>
                        <a:lnTo>
                          <a:pt x="13"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081" name="Freeform 184"/>
                  <p:cNvSpPr>
                    <a:spLocks noChangeArrowheads="1"/>
                  </p:cNvSpPr>
                  <p:nvPr/>
                </p:nvSpPr>
                <p:spPr bwMode="auto">
                  <a:xfrm>
                    <a:off x="1002" y="3678"/>
                    <a:ext cx="37" cy="10"/>
                  </a:xfrm>
                  <a:custGeom>
                    <a:avLst/>
                    <a:gdLst>
                      <a:gd name="T0" fmla="*/ 1 w 73"/>
                      <a:gd name="T1" fmla="*/ 0 h 30"/>
                      <a:gd name="T2" fmla="*/ 50 w 73"/>
                      <a:gd name="T3" fmla="*/ 0 h 30"/>
                      <a:gd name="T4" fmla="*/ 51 w 73"/>
                      <a:gd name="T5" fmla="*/ 3 h 30"/>
                      <a:gd name="T6" fmla="*/ 56 w 73"/>
                      <a:gd name="T7" fmla="*/ 12 h 30"/>
                      <a:gd name="T8" fmla="*/ 73 w 73"/>
                      <a:gd name="T9" fmla="*/ 30 h 30"/>
                      <a:gd name="T10" fmla="*/ 18 w 73"/>
                      <a:gd name="T11" fmla="*/ 30 h 30"/>
                      <a:gd name="T12" fmla="*/ 10 w 73"/>
                      <a:gd name="T13" fmla="*/ 21 h 30"/>
                      <a:gd name="T14" fmla="*/ 0 w 73"/>
                      <a:gd name="T15" fmla="*/ 7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50" y="0"/>
                        </a:lnTo>
                        <a:lnTo>
                          <a:pt x="51" y="3"/>
                        </a:lnTo>
                        <a:lnTo>
                          <a:pt x="56" y="12"/>
                        </a:lnTo>
                        <a:lnTo>
                          <a:pt x="73" y="30"/>
                        </a:lnTo>
                        <a:lnTo>
                          <a:pt x="18" y="30"/>
                        </a:lnTo>
                        <a:lnTo>
                          <a:pt x="10"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082" name="Freeform 185"/>
                  <p:cNvSpPr>
                    <a:spLocks noChangeArrowheads="1"/>
                  </p:cNvSpPr>
                  <p:nvPr/>
                </p:nvSpPr>
                <p:spPr bwMode="auto">
                  <a:xfrm>
                    <a:off x="1005" y="3688"/>
                    <a:ext cx="41" cy="12"/>
                  </a:xfrm>
                  <a:custGeom>
                    <a:avLst/>
                    <a:gdLst>
                      <a:gd name="T0" fmla="*/ 0 w 83"/>
                      <a:gd name="T1" fmla="*/ 37 h 37"/>
                      <a:gd name="T2" fmla="*/ 4 w 83"/>
                      <a:gd name="T3" fmla="*/ 19 h 37"/>
                      <a:gd name="T4" fmla="*/ 8 w 83"/>
                      <a:gd name="T5" fmla="*/ 8 h 37"/>
                      <a:gd name="T6" fmla="*/ 13 w 83"/>
                      <a:gd name="T7" fmla="*/ 0 h 37"/>
                      <a:gd name="T8" fmla="*/ 68 w 83"/>
                      <a:gd name="T9" fmla="*/ 0 h 37"/>
                      <a:gd name="T10" fmla="*/ 83 w 83"/>
                      <a:gd name="T11" fmla="*/ 37 h 37"/>
                      <a:gd name="T12" fmla="*/ 0 w 83"/>
                      <a:gd name="T13" fmla="*/ 37 h 37"/>
                    </a:gdLst>
                    <a:ahLst/>
                    <a:cxnLst>
                      <a:cxn ang="0">
                        <a:pos x="T0" y="T1"/>
                      </a:cxn>
                      <a:cxn ang="0">
                        <a:pos x="T2" y="T3"/>
                      </a:cxn>
                      <a:cxn ang="0">
                        <a:pos x="T4" y="T5"/>
                      </a:cxn>
                      <a:cxn ang="0">
                        <a:pos x="T6" y="T7"/>
                      </a:cxn>
                      <a:cxn ang="0">
                        <a:pos x="T8" y="T9"/>
                      </a:cxn>
                      <a:cxn ang="0">
                        <a:pos x="T10" y="T11"/>
                      </a:cxn>
                      <a:cxn ang="0">
                        <a:pos x="T12" y="T13"/>
                      </a:cxn>
                    </a:cxnLst>
                    <a:rect l="0" t="0" r="r" b="b"/>
                    <a:pathLst>
                      <a:path w="83" h="37">
                        <a:moveTo>
                          <a:pt x="0" y="37"/>
                        </a:moveTo>
                        <a:lnTo>
                          <a:pt x="4" y="19"/>
                        </a:lnTo>
                        <a:lnTo>
                          <a:pt x="8" y="8"/>
                        </a:lnTo>
                        <a:lnTo>
                          <a:pt x="13" y="0"/>
                        </a:lnTo>
                        <a:lnTo>
                          <a:pt x="68" y="0"/>
                        </a:lnTo>
                        <a:lnTo>
                          <a:pt x="83" y="37"/>
                        </a:lnTo>
                        <a:lnTo>
                          <a:pt x="0" y="3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083" name="Group 186"/>
                <p:cNvGrpSpPr>
                  <a:grpSpLocks/>
                </p:cNvGrpSpPr>
                <p:nvPr/>
              </p:nvGrpSpPr>
              <p:grpSpPr bwMode="auto">
                <a:xfrm>
                  <a:off x="1010" y="3690"/>
                  <a:ext cx="48" cy="23"/>
                  <a:chOff x="1010" y="3690"/>
                  <a:chExt cx="48" cy="23"/>
                </a:xfrm>
              </p:grpSpPr>
              <p:sp>
                <p:nvSpPr>
                  <p:cNvPr id="425084" name="Freeform 187"/>
                  <p:cNvSpPr>
                    <a:spLocks noChangeArrowheads="1"/>
                  </p:cNvSpPr>
                  <p:nvPr/>
                </p:nvSpPr>
                <p:spPr bwMode="auto">
                  <a:xfrm>
                    <a:off x="1010" y="3690"/>
                    <a:ext cx="12" cy="23"/>
                  </a:xfrm>
                  <a:custGeom>
                    <a:avLst/>
                    <a:gdLst>
                      <a:gd name="T0" fmla="*/ 14 w 25"/>
                      <a:gd name="T1" fmla="*/ 69 h 69"/>
                      <a:gd name="T2" fmla="*/ 0 w 25"/>
                      <a:gd name="T3" fmla="*/ 28 h 69"/>
                      <a:gd name="T4" fmla="*/ 9 w 25"/>
                      <a:gd name="T5" fmla="*/ 0 h 69"/>
                      <a:gd name="T6" fmla="*/ 25 w 25"/>
                      <a:gd name="T7" fmla="*/ 32 h 69"/>
                      <a:gd name="T8" fmla="*/ 14 w 25"/>
                      <a:gd name="T9" fmla="*/ 69 h 69"/>
                    </a:gdLst>
                    <a:ahLst/>
                    <a:cxnLst>
                      <a:cxn ang="0">
                        <a:pos x="T0" y="T1"/>
                      </a:cxn>
                      <a:cxn ang="0">
                        <a:pos x="T2" y="T3"/>
                      </a:cxn>
                      <a:cxn ang="0">
                        <a:pos x="T4" y="T5"/>
                      </a:cxn>
                      <a:cxn ang="0">
                        <a:pos x="T6" y="T7"/>
                      </a:cxn>
                      <a:cxn ang="0">
                        <a:pos x="T8" y="T9"/>
                      </a:cxn>
                    </a:cxnLst>
                    <a:rect l="0" t="0" r="r" b="b"/>
                    <a:pathLst>
                      <a:path w="25" h="69">
                        <a:moveTo>
                          <a:pt x="14" y="69"/>
                        </a:moveTo>
                        <a:lnTo>
                          <a:pt x="0" y="28"/>
                        </a:lnTo>
                        <a:lnTo>
                          <a:pt x="9"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085" name="Freeform 188"/>
                  <p:cNvSpPr>
                    <a:spLocks noChangeArrowheads="1"/>
                  </p:cNvSpPr>
                  <p:nvPr/>
                </p:nvSpPr>
                <p:spPr bwMode="auto">
                  <a:xfrm>
                    <a:off x="1014" y="3690"/>
                    <a:ext cx="38" cy="10"/>
                  </a:xfrm>
                  <a:custGeom>
                    <a:avLst/>
                    <a:gdLst>
                      <a:gd name="T0" fmla="*/ 1 w 75"/>
                      <a:gd name="T1" fmla="*/ 0 h 31"/>
                      <a:gd name="T2" fmla="*/ 50 w 75"/>
                      <a:gd name="T3" fmla="*/ 0 h 31"/>
                      <a:gd name="T4" fmla="*/ 52 w 75"/>
                      <a:gd name="T5" fmla="*/ 3 h 31"/>
                      <a:gd name="T6" fmla="*/ 56 w 75"/>
                      <a:gd name="T7" fmla="*/ 12 h 31"/>
                      <a:gd name="T8" fmla="*/ 75 w 75"/>
                      <a:gd name="T9" fmla="*/ 31 h 31"/>
                      <a:gd name="T10" fmla="*/ 18 w 75"/>
                      <a:gd name="T11" fmla="*/ 31 h 31"/>
                      <a:gd name="T12" fmla="*/ 9 w 75"/>
                      <a:gd name="T13" fmla="*/ 22 h 31"/>
                      <a:gd name="T14" fmla="*/ 0 w 75"/>
                      <a:gd name="T15" fmla="*/ 6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2" y="3"/>
                        </a:lnTo>
                        <a:lnTo>
                          <a:pt x="56" y="12"/>
                        </a:lnTo>
                        <a:lnTo>
                          <a:pt x="75" y="31"/>
                        </a:lnTo>
                        <a:lnTo>
                          <a:pt x="18" y="31"/>
                        </a:lnTo>
                        <a:lnTo>
                          <a:pt x="9" y="22"/>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086" name="Freeform 189"/>
                  <p:cNvSpPr>
                    <a:spLocks noChangeArrowheads="1"/>
                  </p:cNvSpPr>
                  <p:nvPr/>
                </p:nvSpPr>
                <p:spPr bwMode="auto">
                  <a:xfrm>
                    <a:off x="1018" y="3701"/>
                    <a:ext cx="40" cy="12"/>
                  </a:xfrm>
                  <a:custGeom>
                    <a:avLst/>
                    <a:gdLst>
                      <a:gd name="T0" fmla="*/ 0 w 82"/>
                      <a:gd name="T1" fmla="*/ 35 h 35"/>
                      <a:gd name="T2" fmla="*/ 2 w 82"/>
                      <a:gd name="T3" fmla="*/ 19 h 35"/>
                      <a:gd name="T4" fmla="*/ 8 w 82"/>
                      <a:gd name="T5" fmla="*/ 7 h 35"/>
                      <a:gd name="T6" fmla="*/ 12 w 82"/>
                      <a:gd name="T7" fmla="*/ 0 h 35"/>
                      <a:gd name="T8" fmla="*/ 69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2" y="19"/>
                        </a:lnTo>
                        <a:lnTo>
                          <a:pt x="8" y="7"/>
                        </a:lnTo>
                        <a:lnTo>
                          <a:pt x="12" y="0"/>
                        </a:lnTo>
                        <a:lnTo>
                          <a:pt x="69"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087" name="Group 190"/>
                <p:cNvGrpSpPr>
                  <a:grpSpLocks/>
                </p:cNvGrpSpPr>
                <p:nvPr/>
              </p:nvGrpSpPr>
              <p:grpSpPr bwMode="auto">
                <a:xfrm>
                  <a:off x="1023" y="3703"/>
                  <a:ext cx="49" cy="22"/>
                  <a:chOff x="1023" y="3703"/>
                  <a:chExt cx="49" cy="22"/>
                </a:xfrm>
              </p:grpSpPr>
              <p:sp>
                <p:nvSpPr>
                  <p:cNvPr id="425088" name="Freeform 191"/>
                  <p:cNvSpPr>
                    <a:spLocks noChangeArrowheads="1"/>
                  </p:cNvSpPr>
                  <p:nvPr/>
                </p:nvSpPr>
                <p:spPr bwMode="auto">
                  <a:xfrm>
                    <a:off x="1023" y="3703"/>
                    <a:ext cx="12" cy="22"/>
                  </a:xfrm>
                  <a:custGeom>
                    <a:avLst/>
                    <a:gdLst>
                      <a:gd name="T0" fmla="*/ 13 w 25"/>
                      <a:gd name="T1" fmla="*/ 68 h 68"/>
                      <a:gd name="T2" fmla="*/ 0 w 25"/>
                      <a:gd name="T3" fmla="*/ 27 h 68"/>
                      <a:gd name="T4" fmla="*/ 9 w 25"/>
                      <a:gd name="T5" fmla="*/ 0 h 68"/>
                      <a:gd name="T6" fmla="*/ 25 w 25"/>
                      <a:gd name="T7" fmla="*/ 30 h 68"/>
                      <a:gd name="T8" fmla="*/ 13 w 25"/>
                      <a:gd name="T9" fmla="*/ 68 h 68"/>
                    </a:gdLst>
                    <a:ahLst/>
                    <a:cxnLst>
                      <a:cxn ang="0">
                        <a:pos x="T0" y="T1"/>
                      </a:cxn>
                      <a:cxn ang="0">
                        <a:pos x="T2" y="T3"/>
                      </a:cxn>
                      <a:cxn ang="0">
                        <a:pos x="T4" y="T5"/>
                      </a:cxn>
                      <a:cxn ang="0">
                        <a:pos x="T6" y="T7"/>
                      </a:cxn>
                      <a:cxn ang="0">
                        <a:pos x="T8" y="T9"/>
                      </a:cxn>
                    </a:cxnLst>
                    <a:rect l="0" t="0" r="r" b="b"/>
                    <a:pathLst>
                      <a:path w="25" h="68">
                        <a:moveTo>
                          <a:pt x="13" y="68"/>
                        </a:moveTo>
                        <a:lnTo>
                          <a:pt x="0" y="27"/>
                        </a:lnTo>
                        <a:lnTo>
                          <a:pt x="9" y="0"/>
                        </a:lnTo>
                        <a:lnTo>
                          <a:pt x="25" y="30"/>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089" name="Freeform 192"/>
                  <p:cNvSpPr>
                    <a:spLocks noChangeArrowheads="1"/>
                  </p:cNvSpPr>
                  <p:nvPr/>
                </p:nvSpPr>
                <p:spPr bwMode="auto">
                  <a:xfrm>
                    <a:off x="1028" y="3703"/>
                    <a:ext cx="37" cy="10"/>
                  </a:xfrm>
                  <a:custGeom>
                    <a:avLst/>
                    <a:gdLst>
                      <a:gd name="T0" fmla="*/ 1 w 75"/>
                      <a:gd name="T1" fmla="*/ 0 h 29"/>
                      <a:gd name="T2" fmla="*/ 50 w 75"/>
                      <a:gd name="T3" fmla="*/ 0 h 29"/>
                      <a:gd name="T4" fmla="*/ 51 w 75"/>
                      <a:gd name="T5" fmla="*/ 2 h 29"/>
                      <a:gd name="T6" fmla="*/ 57 w 75"/>
                      <a:gd name="T7" fmla="*/ 11 h 29"/>
                      <a:gd name="T8" fmla="*/ 75 w 75"/>
                      <a:gd name="T9" fmla="*/ 29 h 29"/>
                      <a:gd name="T10" fmla="*/ 18 w 75"/>
                      <a:gd name="T11" fmla="*/ 29 h 29"/>
                      <a:gd name="T12" fmla="*/ 9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2"/>
                        </a:lnTo>
                        <a:lnTo>
                          <a:pt x="57" y="11"/>
                        </a:lnTo>
                        <a:lnTo>
                          <a:pt x="75"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090" name="Freeform 193"/>
                  <p:cNvSpPr>
                    <a:spLocks noChangeArrowheads="1"/>
                  </p:cNvSpPr>
                  <p:nvPr/>
                </p:nvSpPr>
                <p:spPr bwMode="auto">
                  <a:xfrm>
                    <a:off x="1030" y="3713"/>
                    <a:ext cx="42" cy="12"/>
                  </a:xfrm>
                  <a:custGeom>
                    <a:avLst/>
                    <a:gdLst>
                      <a:gd name="T0" fmla="*/ 0 w 83"/>
                      <a:gd name="T1" fmla="*/ 36 h 36"/>
                      <a:gd name="T2" fmla="*/ 3 w 83"/>
                      <a:gd name="T3" fmla="*/ 19 h 36"/>
                      <a:gd name="T4" fmla="*/ 7 w 83"/>
                      <a:gd name="T5" fmla="*/ 7 h 36"/>
                      <a:gd name="T6" fmla="*/ 13 w 83"/>
                      <a:gd name="T7" fmla="*/ 0 h 36"/>
                      <a:gd name="T8" fmla="*/ 70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19"/>
                        </a:lnTo>
                        <a:lnTo>
                          <a:pt x="7" y="7"/>
                        </a:lnTo>
                        <a:lnTo>
                          <a:pt x="13" y="0"/>
                        </a:lnTo>
                        <a:lnTo>
                          <a:pt x="70"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091" name="Group 194"/>
                <p:cNvGrpSpPr>
                  <a:grpSpLocks/>
                </p:cNvGrpSpPr>
                <p:nvPr/>
              </p:nvGrpSpPr>
              <p:grpSpPr bwMode="auto">
                <a:xfrm>
                  <a:off x="1036" y="3716"/>
                  <a:ext cx="49" cy="22"/>
                  <a:chOff x="1036" y="3716"/>
                  <a:chExt cx="49" cy="22"/>
                </a:xfrm>
              </p:grpSpPr>
              <p:sp>
                <p:nvSpPr>
                  <p:cNvPr id="425092" name="Freeform 195"/>
                  <p:cNvSpPr>
                    <a:spLocks noChangeArrowheads="1"/>
                  </p:cNvSpPr>
                  <p:nvPr/>
                </p:nvSpPr>
                <p:spPr bwMode="auto">
                  <a:xfrm>
                    <a:off x="1036" y="3716"/>
                    <a:ext cx="11" cy="22"/>
                  </a:xfrm>
                  <a:custGeom>
                    <a:avLst/>
                    <a:gdLst>
                      <a:gd name="T0" fmla="*/ 13 w 22"/>
                      <a:gd name="T1" fmla="*/ 68 h 68"/>
                      <a:gd name="T2" fmla="*/ 0 w 22"/>
                      <a:gd name="T3" fmla="*/ 27 h 68"/>
                      <a:gd name="T4" fmla="*/ 9 w 22"/>
                      <a:gd name="T5" fmla="*/ 0 h 68"/>
                      <a:gd name="T6" fmla="*/ 22 w 22"/>
                      <a:gd name="T7" fmla="*/ 31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1"/>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093" name="Freeform 196"/>
                  <p:cNvSpPr>
                    <a:spLocks noChangeArrowheads="1"/>
                  </p:cNvSpPr>
                  <p:nvPr/>
                </p:nvSpPr>
                <p:spPr bwMode="auto">
                  <a:xfrm>
                    <a:off x="1040" y="3716"/>
                    <a:ext cx="37" cy="10"/>
                  </a:xfrm>
                  <a:custGeom>
                    <a:avLst/>
                    <a:gdLst>
                      <a:gd name="T0" fmla="*/ 3 w 75"/>
                      <a:gd name="T1" fmla="*/ 0 h 29"/>
                      <a:gd name="T2" fmla="*/ 51 w 75"/>
                      <a:gd name="T3" fmla="*/ 0 h 29"/>
                      <a:gd name="T4" fmla="*/ 53 w 75"/>
                      <a:gd name="T5" fmla="*/ 2 h 29"/>
                      <a:gd name="T6" fmla="*/ 57 w 75"/>
                      <a:gd name="T7" fmla="*/ 11 h 29"/>
                      <a:gd name="T8" fmla="*/ 75 w 75"/>
                      <a:gd name="T9" fmla="*/ 29 h 29"/>
                      <a:gd name="T10" fmla="*/ 18 w 75"/>
                      <a:gd name="T11" fmla="*/ 29 h 29"/>
                      <a:gd name="T12" fmla="*/ 9 w 75"/>
                      <a:gd name="T13" fmla="*/ 20 h 29"/>
                      <a:gd name="T14" fmla="*/ 0 w 75"/>
                      <a:gd name="T15" fmla="*/ 5 h 29"/>
                      <a:gd name="T16" fmla="*/ 3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3" y="0"/>
                        </a:moveTo>
                        <a:lnTo>
                          <a:pt x="51" y="0"/>
                        </a:lnTo>
                        <a:lnTo>
                          <a:pt x="53" y="2"/>
                        </a:lnTo>
                        <a:lnTo>
                          <a:pt x="57" y="11"/>
                        </a:lnTo>
                        <a:lnTo>
                          <a:pt x="75" y="29"/>
                        </a:lnTo>
                        <a:lnTo>
                          <a:pt x="18" y="29"/>
                        </a:lnTo>
                        <a:lnTo>
                          <a:pt x="9" y="20"/>
                        </a:lnTo>
                        <a:lnTo>
                          <a:pt x="0" y="5"/>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094" name="Freeform 197"/>
                  <p:cNvSpPr>
                    <a:spLocks noChangeArrowheads="1"/>
                  </p:cNvSpPr>
                  <p:nvPr/>
                </p:nvSpPr>
                <p:spPr bwMode="auto">
                  <a:xfrm>
                    <a:off x="1043" y="3726"/>
                    <a:ext cx="42" cy="12"/>
                  </a:xfrm>
                  <a:custGeom>
                    <a:avLst/>
                    <a:gdLst>
                      <a:gd name="T0" fmla="*/ 0 w 82"/>
                      <a:gd name="T1" fmla="*/ 36 h 36"/>
                      <a:gd name="T2" fmla="*/ 1 w 82"/>
                      <a:gd name="T3" fmla="*/ 20 h 36"/>
                      <a:gd name="T4" fmla="*/ 6 w 82"/>
                      <a:gd name="T5" fmla="*/ 8 h 36"/>
                      <a:gd name="T6" fmla="*/ 10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20"/>
                        </a:lnTo>
                        <a:lnTo>
                          <a:pt x="6" y="8"/>
                        </a:lnTo>
                        <a:lnTo>
                          <a:pt x="10"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grpSp>
            <p:nvGrpSpPr>
              <p:cNvPr id="425095" name="Group 198"/>
              <p:cNvGrpSpPr>
                <a:grpSpLocks/>
              </p:cNvGrpSpPr>
              <p:nvPr/>
            </p:nvGrpSpPr>
            <p:grpSpPr bwMode="auto">
              <a:xfrm>
                <a:off x="1046" y="3727"/>
                <a:ext cx="49" cy="23"/>
                <a:chOff x="1046" y="3727"/>
                <a:chExt cx="49" cy="23"/>
              </a:xfrm>
            </p:grpSpPr>
            <p:sp>
              <p:nvSpPr>
                <p:cNvPr id="425096" name="Freeform 199"/>
                <p:cNvSpPr>
                  <a:spLocks noChangeArrowheads="1"/>
                </p:cNvSpPr>
                <p:nvPr/>
              </p:nvSpPr>
              <p:spPr bwMode="auto">
                <a:xfrm>
                  <a:off x="1046" y="3727"/>
                  <a:ext cx="12" cy="23"/>
                </a:xfrm>
                <a:custGeom>
                  <a:avLst/>
                  <a:gdLst>
                    <a:gd name="T0" fmla="*/ 14 w 24"/>
                    <a:gd name="T1" fmla="*/ 68 h 68"/>
                    <a:gd name="T2" fmla="*/ 0 w 24"/>
                    <a:gd name="T3" fmla="*/ 27 h 68"/>
                    <a:gd name="T4" fmla="*/ 10 w 24"/>
                    <a:gd name="T5" fmla="*/ 0 h 68"/>
                    <a:gd name="T6" fmla="*/ 24 w 24"/>
                    <a:gd name="T7" fmla="*/ 32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7"/>
                      </a:lnTo>
                      <a:lnTo>
                        <a:pt x="10" y="0"/>
                      </a:lnTo>
                      <a:lnTo>
                        <a:pt x="24" y="32"/>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097" name="Freeform 200"/>
                <p:cNvSpPr>
                  <a:spLocks noChangeArrowheads="1"/>
                </p:cNvSpPr>
                <p:nvPr/>
              </p:nvSpPr>
              <p:spPr bwMode="auto">
                <a:xfrm>
                  <a:off x="1051" y="3727"/>
                  <a:ext cx="36" cy="11"/>
                </a:xfrm>
                <a:custGeom>
                  <a:avLst/>
                  <a:gdLst>
                    <a:gd name="T0" fmla="*/ 2 w 73"/>
                    <a:gd name="T1" fmla="*/ 0 h 31"/>
                    <a:gd name="T2" fmla="*/ 49 w 73"/>
                    <a:gd name="T3" fmla="*/ 0 h 31"/>
                    <a:gd name="T4" fmla="*/ 50 w 73"/>
                    <a:gd name="T5" fmla="*/ 4 h 31"/>
                    <a:gd name="T6" fmla="*/ 57 w 73"/>
                    <a:gd name="T7" fmla="*/ 13 h 31"/>
                    <a:gd name="T8" fmla="*/ 73 w 73"/>
                    <a:gd name="T9" fmla="*/ 31 h 31"/>
                    <a:gd name="T10" fmla="*/ 17 w 73"/>
                    <a:gd name="T11" fmla="*/ 31 h 31"/>
                    <a:gd name="T12" fmla="*/ 10 w 73"/>
                    <a:gd name="T13" fmla="*/ 22 h 31"/>
                    <a:gd name="T14" fmla="*/ 0 w 73"/>
                    <a:gd name="T15" fmla="*/ 6 h 31"/>
                    <a:gd name="T16" fmla="*/ 2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2" y="0"/>
                      </a:moveTo>
                      <a:lnTo>
                        <a:pt x="49" y="0"/>
                      </a:lnTo>
                      <a:lnTo>
                        <a:pt x="50" y="4"/>
                      </a:lnTo>
                      <a:lnTo>
                        <a:pt x="57" y="13"/>
                      </a:lnTo>
                      <a:lnTo>
                        <a:pt x="73" y="31"/>
                      </a:lnTo>
                      <a:lnTo>
                        <a:pt x="17" y="31"/>
                      </a:lnTo>
                      <a:lnTo>
                        <a:pt x="10"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098" name="Freeform 201"/>
                <p:cNvSpPr>
                  <a:spLocks noChangeArrowheads="1"/>
                </p:cNvSpPr>
                <p:nvPr/>
              </p:nvSpPr>
              <p:spPr bwMode="auto">
                <a:xfrm>
                  <a:off x="1054" y="3738"/>
                  <a:ext cx="41" cy="12"/>
                </a:xfrm>
                <a:custGeom>
                  <a:avLst/>
                  <a:gdLst>
                    <a:gd name="T0" fmla="*/ 0 w 82"/>
                    <a:gd name="T1" fmla="*/ 35 h 35"/>
                    <a:gd name="T2" fmla="*/ 1 w 82"/>
                    <a:gd name="T3" fmla="*/ 19 h 35"/>
                    <a:gd name="T4" fmla="*/ 6 w 82"/>
                    <a:gd name="T5" fmla="*/ 6 h 35"/>
                    <a:gd name="T6" fmla="*/ 10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1" y="19"/>
                      </a:lnTo>
                      <a:lnTo>
                        <a:pt x="6" y="6"/>
                      </a:lnTo>
                      <a:lnTo>
                        <a:pt x="10"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099" name="Group 202"/>
              <p:cNvGrpSpPr>
                <a:grpSpLocks/>
              </p:cNvGrpSpPr>
              <p:nvPr/>
            </p:nvGrpSpPr>
            <p:grpSpPr bwMode="auto">
              <a:xfrm>
                <a:off x="1058" y="3739"/>
                <a:ext cx="50" cy="23"/>
                <a:chOff x="1058" y="3739"/>
                <a:chExt cx="50" cy="23"/>
              </a:xfrm>
            </p:grpSpPr>
            <p:sp>
              <p:nvSpPr>
                <p:cNvPr id="425100" name="Freeform 203"/>
                <p:cNvSpPr>
                  <a:spLocks noChangeArrowheads="1"/>
                </p:cNvSpPr>
                <p:nvPr/>
              </p:nvSpPr>
              <p:spPr bwMode="auto">
                <a:xfrm>
                  <a:off x="1058" y="3739"/>
                  <a:ext cx="13" cy="23"/>
                </a:xfrm>
                <a:custGeom>
                  <a:avLst/>
                  <a:gdLst>
                    <a:gd name="T0" fmla="*/ 16 w 25"/>
                    <a:gd name="T1" fmla="*/ 68 h 68"/>
                    <a:gd name="T2" fmla="*/ 0 w 25"/>
                    <a:gd name="T3" fmla="*/ 27 h 68"/>
                    <a:gd name="T4" fmla="*/ 10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0"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101" name="Freeform 204"/>
                <p:cNvSpPr>
                  <a:spLocks noChangeArrowheads="1"/>
                </p:cNvSpPr>
                <p:nvPr/>
              </p:nvSpPr>
              <p:spPr bwMode="auto">
                <a:xfrm>
                  <a:off x="1063" y="3740"/>
                  <a:ext cx="37" cy="10"/>
                </a:xfrm>
                <a:custGeom>
                  <a:avLst/>
                  <a:gdLst>
                    <a:gd name="T0" fmla="*/ 3 w 75"/>
                    <a:gd name="T1" fmla="*/ 0 h 30"/>
                    <a:gd name="T2" fmla="*/ 50 w 75"/>
                    <a:gd name="T3" fmla="*/ 0 h 30"/>
                    <a:gd name="T4" fmla="*/ 51 w 75"/>
                    <a:gd name="T5" fmla="*/ 3 h 30"/>
                    <a:gd name="T6" fmla="*/ 58 w 75"/>
                    <a:gd name="T7" fmla="*/ 12 h 30"/>
                    <a:gd name="T8" fmla="*/ 75 w 75"/>
                    <a:gd name="T9" fmla="*/ 30 h 30"/>
                    <a:gd name="T10" fmla="*/ 18 w 75"/>
                    <a:gd name="T11" fmla="*/ 30 h 30"/>
                    <a:gd name="T12" fmla="*/ 11 w 75"/>
                    <a:gd name="T13" fmla="*/ 21 h 30"/>
                    <a:gd name="T14" fmla="*/ 0 w 75"/>
                    <a:gd name="T15" fmla="*/ 7 h 30"/>
                    <a:gd name="T16" fmla="*/ 3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3" y="0"/>
                      </a:moveTo>
                      <a:lnTo>
                        <a:pt x="50" y="0"/>
                      </a:lnTo>
                      <a:lnTo>
                        <a:pt x="51" y="3"/>
                      </a:lnTo>
                      <a:lnTo>
                        <a:pt x="58" y="12"/>
                      </a:lnTo>
                      <a:lnTo>
                        <a:pt x="75" y="30"/>
                      </a:lnTo>
                      <a:lnTo>
                        <a:pt x="18" y="30"/>
                      </a:lnTo>
                      <a:lnTo>
                        <a:pt x="11" y="21"/>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102" name="Freeform 205"/>
                <p:cNvSpPr>
                  <a:spLocks noChangeArrowheads="1"/>
                </p:cNvSpPr>
                <p:nvPr/>
              </p:nvSpPr>
              <p:spPr bwMode="auto">
                <a:xfrm>
                  <a:off x="1067" y="3750"/>
                  <a:ext cx="41" cy="12"/>
                </a:xfrm>
                <a:custGeom>
                  <a:avLst/>
                  <a:gdLst>
                    <a:gd name="T0" fmla="*/ 0 w 81"/>
                    <a:gd name="T1" fmla="*/ 36 h 36"/>
                    <a:gd name="T2" fmla="*/ 1 w 81"/>
                    <a:gd name="T3" fmla="*/ 19 h 36"/>
                    <a:gd name="T4" fmla="*/ 5 w 81"/>
                    <a:gd name="T5" fmla="*/ 8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103" name="Group 206"/>
              <p:cNvGrpSpPr>
                <a:grpSpLocks/>
              </p:cNvGrpSpPr>
              <p:nvPr/>
            </p:nvGrpSpPr>
            <p:grpSpPr bwMode="auto">
              <a:xfrm>
                <a:off x="1072" y="3753"/>
                <a:ext cx="48" cy="22"/>
                <a:chOff x="1072" y="3753"/>
                <a:chExt cx="48" cy="22"/>
              </a:xfrm>
            </p:grpSpPr>
            <p:sp>
              <p:nvSpPr>
                <p:cNvPr id="425104" name="Freeform 207"/>
                <p:cNvSpPr>
                  <a:spLocks noChangeArrowheads="1"/>
                </p:cNvSpPr>
                <p:nvPr/>
              </p:nvSpPr>
              <p:spPr bwMode="auto">
                <a:xfrm>
                  <a:off x="1072" y="3753"/>
                  <a:ext cx="11" cy="22"/>
                </a:xfrm>
                <a:custGeom>
                  <a:avLst/>
                  <a:gdLst>
                    <a:gd name="T0" fmla="*/ 15 w 24"/>
                    <a:gd name="T1" fmla="*/ 68 h 68"/>
                    <a:gd name="T2" fmla="*/ 0 w 24"/>
                    <a:gd name="T3" fmla="*/ 27 h 68"/>
                    <a:gd name="T4" fmla="*/ 9 w 24"/>
                    <a:gd name="T5" fmla="*/ 0 h 68"/>
                    <a:gd name="T6" fmla="*/ 24 w 24"/>
                    <a:gd name="T7" fmla="*/ 30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9"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105" name="Freeform 208"/>
                <p:cNvSpPr>
                  <a:spLocks noChangeArrowheads="1"/>
                </p:cNvSpPr>
                <p:nvPr/>
              </p:nvSpPr>
              <p:spPr bwMode="auto">
                <a:xfrm>
                  <a:off x="1076" y="3753"/>
                  <a:ext cx="37" cy="10"/>
                </a:xfrm>
                <a:custGeom>
                  <a:avLst/>
                  <a:gdLst>
                    <a:gd name="T0" fmla="*/ 2 w 74"/>
                    <a:gd name="T1" fmla="*/ 0 h 31"/>
                    <a:gd name="T2" fmla="*/ 50 w 74"/>
                    <a:gd name="T3" fmla="*/ 0 h 31"/>
                    <a:gd name="T4" fmla="*/ 52 w 74"/>
                    <a:gd name="T5" fmla="*/ 4 h 31"/>
                    <a:gd name="T6" fmla="*/ 57 w 74"/>
                    <a:gd name="T7" fmla="*/ 13 h 31"/>
                    <a:gd name="T8" fmla="*/ 74 w 74"/>
                    <a:gd name="T9" fmla="*/ 31 h 31"/>
                    <a:gd name="T10" fmla="*/ 19 w 74"/>
                    <a:gd name="T11" fmla="*/ 31 h 31"/>
                    <a:gd name="T12" fmla="*/ 11 w 74"/>
                    <a:gd name="T13" fmla="*/ 20 h 31"/>
                    <a:gd name="T14" fmla="*/ 0 w 74"/>
                    <a:gd name="T15" fmla="*/ 6 h 31"/>
                    <a:gd name="T16" fmla="*/ 2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2" y="0"/>
                      </a:moveTo>
                      <a:lnTo>
                        <a:pt x="50" y="0"/>
                      </a:lnTo>
                      <a:lnTo>
                        <a:pt x="52" y="4"/>
                      </a:lnTo>
                      <a:lnTo>
                        <a:pt x="57" y="13"/>
                      </a:lnTo>
                      <a:lnTo>
                        <a:pt x="74" y="31"/>
                      </a:lnTo>
                      <a:lnTo>
                        <a:pt x="19" y="31"/>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106" name="Freeform 209"/>
                <p:cNvSpPr>
                  <a:spLocks noChangeArrowheads="1"/>
                </p:cNvSpPr>
                <p:nvPr/>
              </p:nvSpPr>
              <p:spPr bwMode="auto">
                <a:xfrm>
                  <a:off x="1079" y="3763"/>
                  <a:ext cx="41" cy="12"/>
                </a:xfrm>
                <a:custGeom>
                  <a:avLst/>
                  <a:gdLst>
                    <a:gd name="T0" fmla="*/ 0 w 81"/>
                    <a:gd name="T1" fmla="*/ 36 h 36"/>
                    <a:gd name="T2" fmla="*/ 3 w 81"/>
                    <a:gd name="T3" fmla="*/ 20 h 36"/>
                    <a:gd name="T4" fmla="*/ 6 w 81"/>
                    <a:gd name="T5" fmla="*/ 7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3" y="20"/>
                      </a:lnTo>
                      <a:lnTo>
                        <a:pt x="6"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sp>
            <p:nvSpPr>
              <p:cNvPr id="425107" name="Freeform 210"/>
              <p:cNvSpPr>
                <a:spLocks noChangeArrowheads="1"/>
              </p:cNvSpPr>
              <p:nvPr/>
            </p:nvSpPr>
            <p:spPr bwMode="auto">
              <a:xfrm>
                <a:off x="820" y="3535"/>
                <a:ext cx="12" cy="23"/>
              </a:xfrm>
              <a:custGeom>
                <a:avLst/>
                <a:gdLst>
                  <a:gd name="T0" fmla="*/ 14 w 23"/>
                  <a:gd name="T1" fmla="*/ 68 h 68"/>
                  <a:gd name="T2" fmla="*/ 0 w 23"/>
                  <a:gd name="T3" fmla="*/ 27 h 68"/>
                  <a:gd name="T4" fmla="*/ 9 w 23"/>
                  <a:gd name="T5" fmla="*/ 0 h 68"/>
                  <a:gd name="T6" fmla="*/ 23 w 23"/>
                  <a:gd name="T7" fmla="*/ 31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7"/>
                    </a:lnTo>
                    <a:lnTo>
                      <a:pt x="9" y="0"/>
                    </a:lnTo>
                    <a:lnTo>
                      <a:pt x="23" y="31"/>
                    </a:lnTo>
                    <a:lnTo>
                      <a:pt x="14"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108" name="Freeform 211"/>
              <p:cNvSpPr>
                <a:spLocks noChangeArrowheads="1"/>
              </p:cNvSpPr>
              <p:nvPr/>
            </p:nvSpPr>
            <p:spPr bwMode="auto">
              <a:xfrm>
                <a:off x="825" y="3535"/>
                <a:ext cx="36" cy="9"/>
              </a:xfrm>
              <a:custGeom>
                <a:avLst/>
                <a:gdLst>
                  <a:gd name="T0" fmla="*/ 0 w 71"/>
                  <a:gd name="T1" fmla="*/ 0 h 27"/>
                  <a:gd name="T2" fmla="*/ 49 w 71"/>
                  <a:gd name="T3" fmla="*/ 0 h 27"/>
                  <a:gd name="T4" fmla="*/ 51 w 71"/>
                  <a:gd name="T5" fmla="*/ 2 h 27"/>
                  <a:gd name="T6" fmla="*/ 55 w 71"/>
                  <a:gd name="T7" fmla="*/ 12 h 27"/>
                  <a:gd name="T8" fmla="*/ 71 w 71"/>
                  <a:gd name="T9" fmla="*/ 27 h 27"/>
                  <a:gd name="T10" fmla="*/ 17 w 71"/>
                  <a:gd name="T11" fmla="*/ 27 h 27"/>
                  <a:gd name="T12" fmla="*/ 8 w 71"/>
                  <a:gd name="T13" fmla="*/ 20 h 27"/>
                  <a:gd name="T14" fmla="*/ 0 w 71"/>
                  <a:gd name="T15" fmla="*/ 6 h 27"/>
                  <a:gd name="T16" fmla="*/ 0 w 71"/>
                  <a:gd name="T17"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1" h="27">
                    <a:moveTo>
                      <a:pt x="0" y="0"/>
                    </a:moveTo>
                    <a:lnTo>
                      <a:pt x="49" y="0"/>
                    </a:lnTo>
                    <a:lnTo>
                      <a:pt x="51" y="2"/>
                    </a:lnTo>
                    <a:lnTo>
                      <a:pt x="55" y="12"/>
                    </a:lnTo>
                    <a:lnTo>
                      <a:pt x="71" y="27"/>
                    </a:lnTo>
                    <a:lnTo>
                      <a:pt x="17" y="27"/>
                    </a:lnTo>
                    <a:lnTo>
                      <a:pt x="8" y="20"/>
                    </a:lnTo>
                    <a:lnTo>
                      <a:pt x="0" y="6"/>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109" name="Freeform 212"/>
              <p:cNvSpPr>
                <a:spLocks noChangeArrowheads="1"/>
              </p:cNvSpPr>
              <p:nvPr/>
            </p:nvSpPr>
            <p:spPr bwMode="auto">
              <a:xfrm>
                <a:off x="828" y="3546"/>
                <a:ext cx="40" cy="12"/>
              </a:xfrm>
              <a:custGeom>
                <a:avLst/>
                <a:gdLst>
                  <a:gd name="T0" fmla="*/ 0 w 82"/>
                  <a:gd name="T1" fmla="*/ 36 h 36"/>
                  <a:gd name="T2" fmla="*/ 2 w 82"/>
                  <a:gd name="T3" fmla="*/ 21 h 36"/>
                  <a:gd name="T4" fmla="*/ 6 w 82"/>
                  <a:gd name="T5" fmla="*/ 8 h 36"/>
                  <a:gd name="T6" fmla="*/ 11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1"/>
                    </a:lnTo>
                    <a:lnTo>
                      <a:pt x="6" y="8"/>
                    </a:lnTo>
                    <a:lnTo>
                      <a:pt x="11" y="0"/>
                    </a:lnTo>
                    <a:lnTo>
                      <a:pt x="68" y="0"/>
                    </a:lnTo>
                    <a:lnTo>
                      <a:pt x="82"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nvGrpSpPr>
              <p:cNvPr id="425110" name="Group 213"/>
              <p:cNvGrpSpPr>
                <a:grpSpLocks/>
              </p:cNvGrpSpPr>
              <p:nvPr/>
            </p:nvGrpSpPr>
            <p:grpSpPr bwMode="auto">
              <a:xfrm>
                <a:off x="832" y="3547"/>
                <a:ext cx="49" cy="23"/>
                <a:chOff x="832" y="3547"/>
                <a:chExt cx="49" cy="23"/>
              </a:xfrm>
            </p:grpSpPr>
            <p:sp>
              <p:nvSpPr>
                <p:cNvPr id="425111" name="Freeform 214"/>
                <p:cNvSpPr>
                  <a:spLocks noChangeArrowheads="1"/>
                </p:cNvSpPr>
                <p:nvPr/>
              </p:nvSpPr>
              <p:spPr bwMode="auto">
                <a:xfrm>
                  <a:off x="832" y="3547"/>
                  <a:ext cx="12" cy="23"/>
                </a:xfrm>
                <a:custGeom>
                  <a:avLst/>
                  <a:gdLst>
                    <a:gd name="T0" fmla="*/ 15 w 24"/>
                    <a:gd name="T1" fmla="*/ 68 h 68"/>
                    <a:gd name="T2" fmla="*/ 0 w 24"/>
                    <a:gd name="T3" fmla="*/ 27 h 68"/>
                    <a:gd name="T4" fmla="*/ 11 w 24"/>
                    <a:gd name="T5" fmla="*/ 0 h 68"/>
                    <a:gd name="T6" fmla="*/ 24 w 24"/>
                    <a:gd name="T7" fmla="*/ 31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112" name="Freeform 215"/>
                <p:cNvSpPr>
                  <a:spLocks noChangeArrowheads="1"/>
                </p:cNvSpPr>
                <p:nvPr/>
              </p:nvSpPr>
              <p:spPr bwMode="auto">
                <a:xfrm>
                  <a:off x="837" y="3548"/>
                  <a:ext cx="36" cy="10"/>
                </a:xfrm>
                <a:custGeom>
                  <a:avLst/>
                  <a:gdLst>
                    <a:gd name="T0" fmla="*/ 1 w 72"/>
                    <a:gd name="T1" fmla="*/ 0 h 29"/>
                    <a:gd name="T2" fmla="*/ 49 w 72"/>
                    <a:gd name="T3" fmla="*/ 0 h 29"/>
                    <a:gd name="T4" fmla="*/ 50 w 72"/>
                    <a:gd name="T5" fmla="*/ 2 h 29"/>
                    <a:gd name="T6" fmla="*/ 56 w 72"/>
                    <a:gd name="T7" fmla="*/ 11 h 29"/>
                    <a:gd name="T8" fmla="*/ 72 w 72"/>
                    <a:gd name="T9" fmla="*/ 29 h 29"/>
                    <a:gd name="T10" fmla="*/ 17 w 72"/>
                    <a:gd name="T11" fmla="*/ 29 h 29"/>
                    <a:gd name="T12" fmla="*/ 9 w 72"/>
                    <a:gd name="T13" fmla="*/ 20 h 29"/>
                    <a:gd name="T14" fmla="*/ 0 w 72"/>
                    <a:gd name="T15" fmla="*/ 6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49" y="0"/>
                      </a:lnTo>
                      <a:lnTo>
                        <a:pt x="50" y="2"/>
                      </a:lnTo>
                      <a:lnTo>
                        <a:pt x="56" y="11"/>
                      </a:lnTo>
                      <a:lnTo>
                        <a:pt x="72" y="29"/>
                      </a:lnTo>
                      <a:lnTo>
                        <a:pt x="17"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113" name="Freeform 216"/>
                <p:cNvSpPr>
                  <a:spLocks noChangeArrowheads="1"/>
                </p:cNvSpPr>
                <p:nvPr/>
              </p:nvSpPr>
              <p:spPr bwMode="auto">
                <a:xfrm>
                  <a:off x="840" y="3558"/>
                  <a:ext cx="41" cy="12"/>
                </a:xfrm>
                <a:custGeom>
                  <a:avLst/>
                  <a:gdLst>
                    <a:gd name="T0" fmla="*/ 0 w 83"/>
                    <a:gd name="T1" fmla="*/ 36 h 36"/>
                    <a:gd name="T2" fmla="*/ 1 w 83"/>
                    <a:gd name="T3" fmla="*/ 20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114" name="Group 217"/>
              <p:cNvGrpSpPr>
                <a:grpSpLocks/>
              </p:cNvGrpSpPr>
              <p:nvPr/>
            </p:nvGrpSpPr>
            <p:grpSpPr bwMode="auto">
              <a:xfrm>
                <a:off x="844" y="3560"/>
                <a:ext cx="49" cy="22"/>
                <a:chOff x="844" y="3560"/>
                <a:chExt cx="49" cy="22"/>
              </a:xfrm>
            </p:grpSpPr>
            <p:sp>
              <p:nvSpPr>
                <p:cNvPr id="425115" name="Freeform 218"/>
                <p:cNvSpPr>
                  <a:spLocks noChangeArrowheads="1"/>
                </p:cNvSpPr>
                <p:nvPr/>
              </p:nvSpPr>
              <p:spPr bwMode="auto">
                <a:xfrm>
                  <a:off x="844" y="3560"/>
                  <a:ext cx="13"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116" name="Freeform 219"/>
                <p:cNvSpPr>
                  <a:spLocks noChangeArrowheads="1"/>
                </p:cNvSpPr>
                <p:nvPr/>
              </p:nvSpPr>
              <p:spPr bwMode="auto">
                <a:xfrm>
                  <a:off x="849" y="3560"/>
                  <a:ext cx="37" cy="10"/>
                </a:xfrm>
                <a:custGeom>
                  <a:avLst/>
                  <a:gdLst>
                    <a:gd name="T0" fmla="*/ 1 w 73"/>
                    <a:gd name="T1" fmla="*/ 0 h 29"/>
                    <a:gd name="T2" fmla="*/ 48 w 73"/>
                    <a:gd name="T3" fmla="*/ 0 h 29"/>
                    <a:gd name="T4" fmla="*/ 50 w 73"/>
                    <a:gd name="T5" fmla="*/ 2 h 29"/>
                    <a:gd name="T6" fmla="*/ 56 w 73"/>
                    <a:gd name="T7" fmla="*/ 11 h 29"/>
                    <a:gd name="T8" fmla="*/ 73 w 73"/>
                    <a:gd name="T9" fmla="*/ 29 h 29"/>
                    <a:gd name="T10" fmla="*/ 18 w 73"/>
                    <a:gd name="T11" fmla="*/ 29 h 29"/>
                    <a:gd name="T12" fmla="*/ 9 w 73"/>
                    <a:gd name="T13" fmla="*/ 20 h 29"/>
                    <a:gd name="T14" fmla="*/ 0 w 73"/>
                    <a:gd name="T15" fmla="*/ 5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48" y="0"/>
                      </a:lnTo>
                      <a:lnTo>
                        <a:pt x="50" y="2"/>
                      </a:lnTo>
                      <a:lnTo>
                        <a:pt x="56" y="11"/>
                      </a:lnTo>
                      <a:lnTo>
                        <a:pt x="73"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117" name="Freeform 220"/>
                <p:cNvSpPr>
                  <a:spLocks noChangeArrowheads="1"/>
                </p:cNvSpPr>
                <p:nvPr/>
              </p:nvSpPr>
              <p:spPr bwMode="auto">
                <a:xfrm>
                  <a:off x="853" y="3571"/>
                  <a:ext cx="40" cy="11"/>
                </a:xfrm>
                <a:custGeom>
                  <a:avLst/>
                  <a:gdLst>
                    <a:gd name="T0" fmla="*/ 0 w 82"/>
                    <a:gd name="T1" fmla="*/ 35 h 35"/>
                    <a:gd name="T2" fmla="*/ 2 w 82"/>
                    <a:gd name="T3" fmla="*/ 19 h 35"/>
                    <a:gd name="T4" fmla="*/ 6 w 82"/>
                    <a:gd name="T5" fmla="*/ 7 h 35"/>
                    <a:gd name="T6" fmla="*/ 11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2" y="19"/>
                      </a:lnTo>
                      <a:lnTo>
                        <a:pt x="6" y="7"/>
                      </a:lnTo>
                      <a:lnTo>
                        <a:pt x="11"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118" name="Group 221"/>
              <p:cNvGrpSpPr>
                <a:grpSpLocks/>
              </p:cNvGrpSpPr>
              <p:nvPr/>
            </p:nvGrpSpPr>
            <p:grpSpPr bwMode="auto">
              <a:xfrm>
                <a:off x="857" y="3572"/>
                <a:ext cx="50" cy="23"/>
                <a:chOff x="857" y="3572"/>
                <a:chExt cx="50" cy="23"/>
              </a:xfrm>
            </p:grpSpPr>
            <p:sp>
              <p:nvSpPr>
                <p:cNvPr id="425119" name="Freeform 222"/>
                <p:cNvSpPr>
                  <a:spLocks noChangeArrowheads="1"/>
                </p:cNvSpPr>
                <p:nvPr/>
              </p:nvSpPr>
              <p:spPr bwMode="auto">
                <a:xfrm>
                  <a:off x="857" y="3572"/>
                  <a:ext cx="12" cy="23"/>
                </a:xfrm>
                <a:custGeom>
                  <a:avLst/>
                  <a:gdLst>
                    <a:gd name="T0" fmla="*/ 14 w 23"/>
                    <a:gd name="T1" fmla="*/ 68 h 68"/>
                    <a:gd name="T2" fmla="*/ 0 w 23"/>
                    <a:gd name="T3" fmla="*/ 25 h 68"/>
                    <a:gd name="T4" fmla="*/ 9 w 23"/>
                    <a:gd name="T5" fmla="*/ 0 h 68"/>
                    <a:gd name="T6" fmla="*/ 23 w 23"/>
                    <a:gd name="T7" fmla="*/ 30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5"/>
                      </a:lnTo>
                      <a:lnTo>
                        <a:pt x="9" y="0"/>
                      </a:lnTo>
                      <a:lnTo>
                        <a:pt x="23" y="30"/>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120" name="Freeform 223"/>
                <p:cNvSpPr>
                  <a:spLocks noChangeArrowheads="1"/>
                </p:cNvSpPr>
                <p:nvPr/>
              </p:nvSpPr>
              <p:spPr bwMode="auto">
                <a:xfrm>
                  <a:off x="862" y="3573"/>
                  <a:ext cx="37" cy="9"/>
                </a:xfrm>
                <a:custGeom>
                  <a:avLst/>
                  <a:gdLst>
                    <a:gd name="T0" fmla="*/ 1 w 73"/>
                    <a:gd name="T1" fmla="*/ 0 h 29"/>
                    <a:gd name="T2" fmla="*/ 50 w 73"/>
                    <a:gd name="T3" fmla="*/ 0 h 29"/>
                    <a:gd name="T4" fmla="*/ 51 w 73"/>
                    <a:gd name="T5" fmla="*/ 2 h 29"/>
                    <a:gd name="T6" fmla="*/ 56 w 73"/>
                    <a:gd name="T7" fmla="*/ 11 h 29"/>
                    <a:gd name="T8" fmla="*/ 73 w 73"/>
                    <a:gd name="T9" fmla="*/ 29 h 29"/>
                    <a:gd name="T10" fmla="*/ 18 w 73"/>
                    <a:gd name="T11" fmla="*/ 29 h 29"/>
                    <a:gd name="T12" fmla="*/ 10 w 73"/>
                    <a:gd name="T13" fmla="*/ 20 h 29"/>
                    <a:gd name="T14" fmla="*/ 0 w 73"/>
                    <a:gd name="T15" fmla="*/ 5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50" y="0"/>
                      </a:lnTo>
                      <a:lnTo>
                        <a:pt x="51" y="2"/>
                      </a:lnTo>
                      <a:lnTo>
                        <a:pt x="56" y="11"/>
                      </a:lnTo>
                      <a:lnTo>
                        <a:pt x="73"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121" name="Freeform 224"/>
                <p:cNvSpPr>
                  <a:spLocks noChangeArrowheads="1"/>
                </p:cNvSpPr>
                <p:nvPr/>
              </p:nvSpPr>
              <p:spPr bwMode="auto">
                <a:xfrm>
                  <a:off x="865" y="3583"/>
                  <a:ext cx="42" cy="12"/>
                </a:xfrm>
                <a:custGeom>
                  <a:avLst/>
                  <a:gdLst>
                    <a:gd name="T0" fmla="*/ 0 w 83"/>
                    <a:gd name="T1" fmla="*/ 36 h 36"/>
                    <a:gd name="T2" fmla="*/ 3 w 83"/>
                    <a:gd name="T3" fmla="*/ 19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19"/>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122" name="Group 225"/>
              <p:cNvGrpSpPr>
                <a:grpSpLocks/>
              </p:cNvGrpSpPr>
              <p:nvPr/>
            </p:nvGrpSpPr>
            <p:grpSpPr bwMode="auto">
              <a:xfrm>
                <a:off x="870" y="3585"/>
                <a:ext cx="48" cy="23"/>
                <a:chOff x="870" y="3585"/>
                <a:chExt cx="48" cy="23"/>
              </a:xfrm>
            </p:grpSpPr>
            <p:sp>
              <p:nvSpPr>
                <p:cNvPr id="425123" name="Freeform 226"/>
                <p:cNvSpPr>
                  <a:spLocks noChangeArrowheads="1"/>
                </p:cNvSpPr>
                <p:nvPr/>
              </p:nvSpPr>
              <p:spPr bwMode="auto">
                <a:xfrm>
                  <a:off x="870" y="3585"/>
                  <a:ext cx="12" cy="23"/>
                </a:xfrm>
                <a:custGeom>
                  <a:avLst/>
                  <a:gdLst>
                    <a:gd name="T0" fmla="*/ 15 w 25"/>
                    <a:gd name="T1" fmla="*/ 68 h 68"/>
                    <a:gd name="T2" fmla="*/ 0 w 25"/>
                    <a:gd name="T3" fmla="*/ 26 h 68"/>
                    <a:gd name="T4" fmla="*/ 9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6"/>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124" name="Freeform 227"/>
                <p:cNvSpPr>
                  <a:spLocks noChangeArrowheads="1"/>
                </p:cNvSpPr>
                <p:nvPr/>
              </p:nvSpPr>
              <p:spPr bwMode="auto">
                <a:xfrm>
                  <a:off x="874" y="3586"/>
                  <a:ext cx="38" cy="10"/>
                </a:xfrm>
                <a:custGeom>
                  <a:avLst/>
                  <a:gdLst>
                    <a:gd name="T0" fmla="*/ 1 w 75"/>
                    <a:gd name="T1" fmla="*/ 0 h 29"/>
                    <a:gd name="T2" fmla="*/ 50 w 75"/>
                    <a:gd name="T3" fmla="*/ 0 h 29"/>
                    <a:gd name="T4" fmla="*/ 52 w 75"/>
                    <a:gd name="T5" fmla="*/ 2 h 29"/>
                    <a:gd name="T6" fmla="*/ 56 w 75"/>
                    <a:gd name="T7" fmla="*/ 11 h 29"/>
                    <a:gd name="T8" fmla="*/ 75 w 75"/>
                    <a:gd name="T9" fmla="*/ 29 h 29"/>
                    <a:gd name="T10" fmla="*/ 18 w 75"/>
                    <a:gd name="T11" fmla="*/ 29 h 29"/>
                    <a:gd name="T12" fmla="*/ 10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2"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125" name="Freeform 228"/>
                <p:cNvSpPr>
                  <a:spLocks noChangeArrowheads="1"/>
                </p:cNvSpPr>
                <p:nvPr/>
              </p:nvSpPr>
              <p:spPr bwMode="auto">
                <a:xfrm>
                  <a:off x="878" y="3596"/>
                  <a:ext cx="40" cy="12"/>
                </a:xfrm>
                <a:custGeom>
                  <a:avLst/>
                  <a:gdLst>
                    <a:gd name="T0" fmla="*/ 0 w 80"/>
                    <a:gd name="T1" fmla="*/ 36 h 36"/>
                    <a:gd name="T2" fmla="*/ 1 w 80"/>
                    <a:gd name="T3" fmla="*/ 20 h 36"/>
                    <a:gd name="T4" fmla="*/ 6 w 80"/>
                    <a:gd name="T5" fmla="*/ 8 h 36"/>
                    <a:gd name="T6" fmla="*/ 10 w 80"/>
                    <a:gd name="T7" fmla="*/ 0 h 36"/>
                    <a:gd name="T8" fmla="*/ 67 w 80"/>
                    <a:gd name="T9" fmla="*/ 0 h 36"/>
                    <a:gd name="T10" fmla="*/ 80 w 80"/>
                    <a:gd name="T11" fmla="*/ 36 h 36"/>
                    <a:gd name="T12" fmla="*/ 0 w 8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0" h="36">
                      <a:moveTo>
                        <a:pt x="0" y="36"/>
                      </a:moveTo>
                      <a:lnTo>
                        <a:pt x="1" y="20"/>
                      </a:lnTo>
                      <a:lnTo>
                        <a:pt x="6" y="8"/>
                      </a:lnTo>
                      <a:lnTo>
                        <a:pt x="10" y="0"/>
                      </a:lnTo>
                      <a:lnTo>
                        <a:pt x="67" y="0"/>
                      </a:lnTo>
                      <a:lnTo>
                        <a:pt x="80"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126" name="Group 229"/>
              <p:cNvGrpSpPr>
                <a:grpSpLocks/>
              </p:cNvGrpSpPr>
              <p:nvPr/>
            </p:nvGrpSpPr>
            <p:grpSpPr bwMode="auto">
              <a:xfrm>
                <a:off x="882" y="3600"/>
                <a:ext cx="100" cy="73"/>
                <a:chOff x="882" y="3600"/>
                <a:chExt cx="100" cy="73"/>
              </a:xfrm>
            </p:grpSpPr>
            <p:grpSp>
              <p:nvGrpSpPr>
                <p:cNvPr id="425127" name="Group 230"/>
                <p:cNvGrpSpPr>
                  <a:grpSpLocks/>
                </p:cNvGrpSpPr>
                <p:nvPr/>
              </p:nvGrpSpPr>
              <p:grpSpPr bwMode="auto">
                <a:xfrm>
                  <a:off x="882" y="3600"/>
                  <a:ext cx="49" cy="23"/>
                  <a:chOff x="882" y="3600"/>
                  <a:chExt cx="49" cy="23"/>
                </a:xfrm>
              </p:grpSpPr>
              <p:sp>
                <p:nvSpPr>
                  <p:cNvPr id="425128" name="Freeform 231"/>
                  <p:cNvSpPr>
                    <a:spLocks noChangeArrowheads="1"/>
                  </p:cNvSpPr>
                  <p:nvPr/>
                </p:nvSpPr>
                <p:spPr bwMode="auto">
                  <a:xfrm>
                    <a:off x="882" y="3600"/>
                    <a:ext cx="12" cy="23"/>
                  </a:xfrm>
                  <a:custGeom>
                    <a:avLst/>
                    <a:gdLst>
                      <a:gd name="T0" fmla="*/ 13 w 23"/>
                      <a:gd name="T1" fmla="*/ 70 h 70"/>
                      <a:gd name="T2" fmla="*/ 0 w 23"/>
                      <a:gd name="T3" fmla="*/ 27 h 70"/>
                      <a:gd name="T4" fmla="*/ 9 w 23"/>
                      <a:gd name="T5" fmla="*/ 0 h 70"/>
                      <a:gd name="T6" fmla="*/ 23 w 23"/>
                      <a:gd name="T7" fmla="*/ 31 h 70"/>
                      <a:gd name="T8" fmla="*/ 13 w 23"/>
                      <a:gd name="T9" fmla="*/ 70 h 70"/>
                    </a:gdLst>
                    <a:ahLst/>
                    <a:cxnLst>
                      <a:cxn ang="0">
                        <a:pos x="T0" y="T1"/>
                      </a:cxn>
                      <a:cxn ang="0">
                        <a:pos x="T2" y="T3"/>
                      </a:cxn>
                      <a:cxn ang="0">
                        <a:pos x="T4" y="T5"/>
                      </a:cxn>
                      <a:cxn ang="0">
                        <a:pos x="T6" y="T7"/>
                      </a:cxn>
                      <a:cxn ang="0">
                        <a:pos x="T8" y="T9"/>
                      </a:cxn>
                    </a:cxnLst>
                    <a:rect l="0" t="0" r="r" b="b"/>
                    <a:pathLst>
                      <a:path w="23" h="70">
                        <a:moveTo>
                          <a:pt x="13" y="70"/>
                        </a:moveTo>
                        <a:lnTo>
                          <a:pt x="0" y="27"/>
                        </a:lnTo>
                        <a:lnTo>
                          <a:pt x="9" y="0"/>
                        </a:lnTo>
                        <a:lnTo>
                          <a:pt x="23"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129" name="Freeform 232"/>
                  <p:cNvSpPr>
                    <a:spLocks noChangeArrowheads="1"/>
                  </p:cNvSpPr>
                  <p:nvPr/>
                </p:nvSpPr>
                <p:spPr bwMode="auto">
                  <a:xfrm>
                    <a:off x="887" y="3600"/>
                    <a:ext cx="37" cy="11"/>
                  </a:xfrm>
                  <a:custGeom>
                    <a:avLst/>
                    <a:gdLst>
                      <a:gd name="T0" fmla="*/ 1 w 73"/>
                      <a:gd name="T1" fmla="*/ 0 h 31"/>
                      <a:gd name="T2" fmla="*/ 50 w 73"/>
                      <a:gd name="T3" fmla="*/ 0 h 31"/>
                      <a:gd name="T4" fmla="*/ 51 w 73"/>
                      <a:gd name="T5" fmla="*/ 4 h 31"/>
                      <a:gd name="T6" fmla="*/ 56 w 73"/>
                      <a:gd name="T7" fmla="*/ 13 h 31"/>
                      <a:gd name="T8" fmla="*/ 73 w 73"/>
                      <a:gd name="T9" fmla="*/ 31 h 31"/>
                      <a:gd name="T10" fmla="*/ 18 w 73"/>
                      <a:gd name="T11" fmla="*/ 31 h 31"/>
                      <a:gd name="T12" fmla="*/ 9 w 73"/>
                      <a:gd name="T13" fmla="*/ 22 h 31"/>
                      <a:gd name="T14" fmla="*/ 0 w 73"/>
                      <a:gd name="T15" fmla="*/ 7 h 31"/>
                      <a:gd name="T16" fmla="*/ 1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1" y="0"/>
                        </a:moveTo>
                        <a:lnTo>
                          <a:pt x="50" y="0"/>
                        </a:lnTo>
                        <a:lnTo>
                          <a:pt x="51" y="4"/>
                        </a:lnTo>
                        <a:lnTo>
                          <a:pt x="56" y="13"/>
                        </a:lnTo>
                        <a:lnTo>
                          <a:pt x="73"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130" name="Freeform 233"/>
                  <p:cNvSpPr>
                    <a:spLocks noChangeArrowheads="1"/>
                  </p:cNvSpPr>
                  <p:nvPr/>
                </p:nvSpPr>
                <p:spPr bwMode="auto">
                  <a:xfrm>
                    <a:off x="890" y="3611"/>
                    <a:ext cx="41" cy="12"/>
                  </a:xfrm>
                  <a:custGeom>
                    <a:avLst/>
                    <a:gdLst>
                      <a:gd name="T0" fmla="*/ 0 w 83"/>
                      <a:gd name="T1" fmla="*/ 38 h 38"/>
                      <a:gd name="T2" fmla="*/ 1 w 83"/>
                      <a:gd name="T3" fmla="*/ 22 h 38"/>
                      <a:gd name="T4" fmla="*/ 8 w 83"/>
                      <a:gd name="T5" fmla="*/ 8 h 38"/>
                      <a:gd name="T6" fmla="*/ 12 w 83"/>
                      <a:gd name="T7" fmla="*/ 0 h 38"/>
                      <a:gd name="T8" fmla="*/ 68 w 83"/>
                      <a:gd name="T9" fmla="*/ 0 h 38"/>
                      <a:gd name="T10" fmla="*/ 83 w 83"/>
                      <a:gd name="T11" fmla="*/ 38 h 38"/>
                      <a:gd name="T12" fmla="*/ 0 w 83"/>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3" h="38">
                        <a:moveTo>
                          <a:pt x="0" y="38"/>
                        </a:moveTo>
                        <a:lnTo>
                          <a:pt x="1" y="22"/>
                        </a:lnTo>
                        <a:lnTo>
                          <a:pt x="8" y="8"/>
                        </a:lnTo>
                        <a:lnTo>
                          <a:pt x="12" y="0"/>
                        </a:lnTo>
                        <a:lnTo>
                          <a:pt x="68" y="0"/>
                        </a:lnTo>
                        <a:lnTo>
                          <a:pt x="83"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131" name="Group 234"/>
                <p:cNvGrpSpPr>
                  <a:grpSpLocks/>
                </p:cNvGrpSpPr>
                <p:nvPr/>
              </p:nvGrpSpPr>
              <p:grpSpPr bwMode="auto">
                <a:xfrm>
                  <a:off x="894" y="3612"/>
                  <a:ext cx="49" cy="23"/>
                  <a:chOff x="894" y="3612"/>
                  <a:chExt cx="49" cy="23"/>
                </a:xfrm>
              </p:grpSpPr>
              <p:sp>
                <p:nvSpPr>
                  <p:cNvPr id="425132" name="Freeform 235"/>
                  <p:cNvSpPr>
                    <a:spLocks noChangeArrowheads="1"/>
                  </p:cNvSpPr>
                  <p:nvPr/>
                </p:nvSpPr>
                <p:spPr bwMode="auto">
                  <a:xfrm>
                    <a:off x="894" y="3612"/>
                    <a:ext cx="13" cy="23"/>
                  </a:xfrm>
                  <a:custGeom>
                    <a:avLst/>
                    <a:gdLst>
                      <a:gd name="T0" fmla="*/ 15 w 25"/>
                      <a:gd name="T1" fmla="*/ 69 h 69"/>
                      <a:gd name="T2" fmla="*/ 0 w 25"/>
                      <a:gd name="T3" fmla="*/ 28 h 69"/>
                      <a:gd name="T4" fmla="*/ 9 w 25"/>
                      <a:gd name="T5" fmla="*/ 0 h 69"/>
                      <a:gd name="T6" fmla="*/ 25 w 25"/>
                      <a:gd name="T7" fmla="*/ 32 h 69"/>
                      <a:gd name="T8" fmla="*/ 15 w 25"/>
                      <a:gd name="T9" fmla="*/ 69 h 69"/>
                    </a:gdLst>
                    <a:ahLst/>
                    <a:cxnLst>
                      <a:cxn ang="0">
                        <a:pos x="T0" y="T1"/>
                      </a:cxn>
                      <a:cxn ang="0">
                        <a:pos x="T2" y="T3"/>
                      </a:cxn>
                      <a:cxn ang="0">
                        <a:pos x="T4" y="T5"/>
                      </a:cxn>
                      <a:cxn ang="0">
                        <a:pos x="T6" y="T7"/>
                      </a:cxn>
                      <a:cxn ang="0">
                        <a:pos x="T8" y="T9"/>
                      </a:cxn>
                    </a:cxnLst>
                    <a:rect l="0" t="0" r="r" b="b"/>
                    <a:pathLst>
                      <a:path w="25" h="69">
                        <a:moveTo>
                          <a:pt x="15" y="69"/>
                        </a:moveTo>
                        <a:lnTo>
                          <a:pt x="0" y="28"/>
                        </a:lnTo>
                        <a:lnTo>
                          <a:pt x="9"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133" name="Freeform 236"/>
                  <p:cNvSpPr>
                    <a:spLocks noChangeArrowheads="1"/>
                  </p:cNvSpPr>
                  <p:nvPr/>
                </p:nvSpPr>
                <p:spPr bwMode="auto">
                  <a:xfrm>
                    <a:off x="899" y="3613"/>
                    <a:ext cx="37" cy="10"/>
                  </a:xfrm>
                  <a:custGeom>
                    <a:avLst/>
                    <a:gdLst>
                      <a:gd name="T0" fmla="*/ 2 w 75"/>
                      <a:gd name="T1" fmla="*/ 0 h 32"/>
                      <a:gd name="T2" fmla="*/ 50 w 75"/>
                      <a:gd name="T3" fmla="*/ 0 h 32"/>
                      <a:gd name="T4" fmla="*/ 52 w 75"/>
                      <a:gd name="T5" fmla="*/ 3 h 32"/>
                      <a:gd name="T6" fmla="*/ 57 w 75"/>
                      <a:gd name="T7" fmla="*/ 15 h 32"/>
                      <a:gd name="T8" fmla="*/ 75 w 75"/>
                      <a:gd name="T9" fmla="*/ 32 h 32"/>
                      <a:gd name="T10" fmla="*/ 19 w 75"/>
                      <a:gd name="T11" fmla="*/ 32 h 32"/>
                      <a:gd name="T12" fmla="*/ 10 w 75"/>
                      <a:gd name="T13" fmla="*/ 22 h 32"/>
                      <a:gd name="T14" fmla="*/ 0 w 75"/>
                      <a:gd name="T15" fmla="*/ 7 h 32"/>
                      <a:gd name="T16" fmla="*/ 2 w 75"/>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2">
                        <a:moveTo>
                          <a:pt x="2" y="0"/>
                        </a:moveTo>
                        <a:lnTo>
                          <a:pt x="50" y="0"/>
                        </a:lnTo>
                        <a:lnTo>
                          <a:pt x="52" y="3"/>
                        </a:lnTo>
                        <a:lnTo>
                          <a:pt x="57" y="15"/>
                        </a:lnTo>
                        <a:lnTo>
                          <a:pt x="75" y="32"/>
                        </a:lnTo>
                        <a:lnTo>
                          <a:pt x="19" y="32"/>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134" name="Freeform 237"/>
                  <p:cNvSpPr>
                    <a:spLocks noChangeArrowheads="1"/>
                  </p:cNvSpPr>
                  <p:nvPr/>
                </p:nvSpPr>
                <p:spPr bwMode="auto">
                  <a:xfrm>
                    <a:off x="902" y="3623"/>
                    <a:ext cx="41" cy="12"/>
                  </a:xfrm>
                  <a:custGeom>
                    <a:avLst/>
                    <a:gdLst>
                      <a:gd name="T0" fmla="*/ 0 w 81"/>
                      <a:gd name="T1" fmla="*/ 36 h 36"/>
                      <a:gd name="T2" fmla="*/ 1 w 81"/>
                      <a:gd name="T3" fmla="*/ 21 h 36"/>
                      <a:gd name="T4" fmla="*/ 5 w 81"/>
                      <a:gd name="T5" fmla="*/ 8 h 36"/>
                      <a:gd name="T6" fmla="*/ 12 w 81"/>
                      <a:gd name="T7" fmla="*/ 0 h 36"/>
                      <a:gd name="T8" fmla="*/ 68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21"/>
                        </a:lnTo>
                        <a:lnTo>
                          <a:pt x="5" y="8"/>
                        </a:lnTo>
                        <a:lnTo>
                          <a:pt x="12" y="0"/>
                        </a:lnTo>
                        <a:lnTo>
                          <a:pt x="68"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135" name="Group 238"/>
                <p:cNvGrpSpPr>
                  <a:grpSpLocks/>
                </p:cNvGrpSpPr>
                <p:nvPr/>
              </p:nvGrpSpPr>
              <p:grpSpPr bwMode="auto">
                <a:xfrm>
                  <a:off x="907" y="3625"/>
                  <a:ext cx="49" cy="23"/>
                  <a:chOff x="907" y="3625"/>
                  <a:chExt cx="49" cy="23"/>
                </a:xfrm>
              </p:grpSpPr>
              <p:sp>
                <p:nvSpPr>
                  <p:cNvPr id="425136" name="Freeform 239"/>
                  <p:cNvSpPr>
                    <a:spLocks noChangeArrowheads="1"/>
                  </p:cNvSpPr>
                  <p:nvPr/>
                </p:nvSpPr>
                <p:spPr bwMode="auto">
                  <a:xfrm>
                    <a:off x="907" y="3625"/>
                    <a:ext cx="11" cy="23"/>
                  </a:xfrm>
                  <a:custGeom>
                    <a:avLst/>
                    <a:gdLst>
                      <a:gd name="T0" fmla="*/ 15 w 24"/>
                      <a:gd name="T1" fmla="*/ 68 h 68"/>
                      <a:gd name="T2" fmla="*/ 0 w 24"/>
                      <a:gd name="T3" fmla="*/ 27 h 68"/>
                      <a:gd name="T4" fmla="*/ 11 w 24"/>
                      <a:gd name="T5" fmla="*/ 0 h 68"/>
                      <a:gd name="T6" fmla="*/ 24 w 24"/>
                      <a:gd name="T7" fmla="*/ 30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1"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137" name="Freeform 240"/>
                  <p:cNvSpPr>
                    <a:spLocks noChangeArrowheads="1"/>
                  </p:cNvSpPr>
                  <p:nvPr/>
                </p:nvSpPr>
                <p:spPr bwMode="auto">
                  <a:xfrm>
                    <a:off x="912" y="3626"/>
                    <a:ext cx="36" cy="9"/>
                  </a:xfrm>
                  <a:custGeom>
                    <a:avLst/>
                    <a:gdLst>
                      <a:gd name="T0" fmla="*/ 1 w 72"/>
                      <a:gd name="T1" fmla="*/ 0 h 29"/>
                      <a:gd name="T2" fmla="*/ 50 w 72"/>
                      <a:gd name="T3" fmla="*/ 0 h 29"/>
                      <a:gd name="T4" fmla="*/ 51 w 72"/>
                      <a:gd name="T5" fmla="*/ 2 h 29"/>
                      <a:gd name="T6" fmla="*/ 56 w 72"/>
                      <a:gd name="T7" fmla="*/ 11 h 29"/>
                      <a:gd name="T8" fmla="*/ 72 w 72"/>
                      <a:gd name="T9" fmla="*/ 29 h 29"/>
                      <a:gd name="T10" fmla="*/ 17 w 72"/>
                      <a:gd name="T11" fmla="*/ 29 h 29"/>
                      <a:gd name="T12" fmla="*/ 9 w 72"/>
                      <a:gd name="T13" fmla="*/ 20 h 29"/>
                      <a:gd name="T14" fmla="*/ 0 w 72"/>
                      <a:gd name="T15" fmla="*/ 6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50" y="0"/>
                        </a:lnTo>
                        <a:lnTo>
                          <a:pt x="51" y="2"/>
                        </a:lnTo>
                        <a:lnTo>
                          <a:pt x="56" y="11"/>
                        </a:lnTo>
                        <a:lnTo>
                          <a:pt x="72" y="29"/>
                        </a:lnTo>
                        <a:lnTo>
                          <a:pt x="17"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138" name="Freeform 241"/>
                  <p:cNvSpPr>
                    <a:spLocks noChangeArrowheads="1"/>
                  </p:cNvSpPr>
                  <p:nvPr/>
                </p:nvSpPr>
                <p:spPr bwMode="auto">
                  <a:xfrm>
                    <a:off x="914" y="3636"/>
                    <a:ext cx="42" cy="12"/>
                  </a:xfrm>
                  <a:custGeom>
                    <a:avLst/>
                    <a:gdLst>
                      <a:gd name="T0" fmla="*/ 0 w 83"/>
                      <a:gd name="T1" fmla="*/ 36 h 36"/>
                      <a:gd name="T2" fmla="*/ 1 w 83"/>
                      <a:gd name="T3" fmla="*/ 19 h 36"/>
                      <a:gd name="T4" fmla="*/ 7 w 83"/>
                      <a:gd name="T5" fmla="*/ 7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7"/>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139" name="Group 242"/>
                <p:cNvGrpSpPr>
                  <a:grpSpLocks/>
                </p:cNvGrpSpPr>
                <p:nvPr/>
              </p:nvGrpSpPr>
              <p:grpSpPr bwMode="auto">
                <a:xfrm>
                  <a:off x="919" y="3638"/>
                  <a:ext cx="49" cy="22"/>
                  <a:chOff x="919" y="3638"/>
                  <a:chExt cx="49" cy="22"/>
                </a:xfrm>
              </p:grpSpPr>
              <p:sp>
                <p:nvSpPr>
                  <p:cNvPr id="425140" name="Freeform 243"/>
                  <p:cNvSpPr>
                    <a:spLocks noChangeArrowheads="1"/>
                  </p:cNvSpPr>
                  <p:nvPr/>
                </p:nvSpPr>
                <p:spPr bwMode="auto">
                  <a:xfrm>
                    <a:off x="919" y="3638"/>
                    <a:ext cx="13"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141" name="Freeform 244"/>
                  <p:cNvSpPr>
                    <a:spLocks noChangeArrowheads="1"/>
                  </p:cNvSpPr>
                  <p:nvPr/>
                </p:nvSpPr>
                <p:spPr bwMode="auto">
                  <a:xfrm>
                    <a:off x="924" y="3638"/>
                    <a:ext cx="37" cy="10"/>
                  </a:xfrm>
                  <a:custGeom>
                    <a:avLst/>
                    <a:gdLst>
                      <a:gd name="T0" fmla="*/ 1 w 73"/>
                      <a:gd name="T1" fmla="*/ 0 h 30"/>
                      <a:gd name="T2" fmla="*/ 48 w 73"/>
                      <a:gd name="T3" fmla="*/ 0 h 30"/>
                      <a:gd name="T4" fmla="*/ 52 w 73"/>
                      <a:gd name="T5" fmla="*/ 3 h 30"/>
                      <a:gd name="T6" fmla="*/ 56 w 73"/>
                      <a:gd name="T7" fmla="*/ 12 h 30"/>
                      <a:gd name="T8" fmla="*/ 73 w 73"/>
                      <a:gd name="T9" fmla="*/ 30 h 30"/>
                      <a:gd name="T10" fmla="*/ 18 w 73"/>
                      <a:gd name="T11" fmla="*/ 30 h 30"/>
                      <a:gd name="T12" fmla="*/ 9 w 73"/>
                      <a:gd name="T13" fmla="*/ 21 h 30"/>
                      <a:gd name="T14" fmla="*/ 0 w 73"/>
                      <a:gd name="T15" fmla="*/ 5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48" y="0"/>
                        </a:lnTo>
                        <a:lnTo>
                          <a:pt x="52" y="3"/>
                        </a:lnTo>
                        <a:lnTo>
                          <a:pt x="56" y="12"/>
                        </a:lnTo>
                        <a:lnTo>
                          <a:pt x="73"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142" name="Freeform 245"/>
                  <p:cNvSpPr>
                    <a:spLocks noChangeArrowheads="1"/>
                  </p:cNvSpPr>
                  <p:nvPr/>
                </p:nvSpPr>
                <p:spPr bwMode="auto">
                  <a:xfrm>
                    <a:off x="928" y="3648"/>
                    <a:ext cx="40" cy="12"/>
                  </a:xfrm>
                  <a:custGeom>
                    <a:avLst/>
                    <a:gdLst>
                      <a:gd name="T0" fmla="*/ 0 w 82"/>
                      <a:gd name="T1" fmla="*/ 36 h 36"/>
                      <a:gd name="T2" fmla="*/ 2 w 82"/>
                      <a:gd name="T3" fmla="*/ 19 h 36"/>
                      <a:gd name="T4" fmla="*/ 6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143" name="Group 246"/>
                <p:cNvGrpSpPr>
                  <a:grpSpLocks/>
                </p:cNvGrpSpPr>
                <p:nvPr/>
              </p:nvGrpSpPr>
              <p:grpSpPr bwMode="auto">
                <a:xfrm>
                  <a:off x="932" y="3651"/>
                  <a:ext cx="50" cy="22"/>
                  <a:chOff x="932" y="3651"/>
                  <a:chExt cx="50" cy="22"/>
                </a:xfrm>
              </p:grpSpPr>
              <p:sp>
                <p:nvSpPr>
                  <p:cNvPr id="425144" name="Freeform 247"/>
                  <p:cNvSpPr>
                    <a:spLocks noChangeArrowheads="1"/>
                  </p:cNvSpPr>
                  <p:nvPr/>
                </p:nvSpPr>
                <p:spPr bwMode="auto">
                  <a:xfrm>
                    <a:off x="932" y="3651"/>
                    <a:ext cx="12" cy="22"/>
                  </a:xfrm>
                  <a:custGeom>
                    <a:avLst/>
                    <a:gdLst>
                      <a:gd name="T0" fmla="*/ 15 w 24"/>
                      <a:gd name="T1" fmla="*/ 67 h 67"/>
                      <a:gd name="T2" fmla="*/ 0 w 24"/>
                      <a:gd name="T3" fmla="*/ 26 h 67"/>
                      <a:gd name="T4" fmla="*/ 11 w 24"/>
                      <a:gd name="T5" fmla="*/ 0 h 67"/>
                      <a:gd name="T6" fmla="*/ 24 w 24"/>
                      <a:gd name="T7" fmla="*/ 30 h 67"/>
                      <a:gd name="T8" fmla="*/ 15 w 24"/>
                      <a:gd name="T9" fmla="*/ 67 h 67"/>
                    </a:gdLst>
                    <a:ahLst/>
                    <a:cxnLst>
                      <a:cxn ang="0">
                        <a:pos x="T0" y="T1"/>
                      </a:cxn>
                      <a:cxn ang="0">
                        <a:pos x="T2" y="T3"/>
                      </a:cxn>
                      <a:cxn ang="0">
                        <a:pos x="T4" y="T5"/>
                      </a:cxn>
                      <a:cxn ang="0">
                        <a:pos x="T6" y="T7"/>
                      </a:cxn>
                      <a:cxn ang="0">
                        <a:pos x="T8" y="T9"/>
                      </a:cxn>
                    </a:cxnLst>
                    <a:rect l="0" t="0" r="r" b="b"/>
                    <a:pathLst>
                      <a:path w="24" h="67">
                        <a:moveTo>
                          <a:pt x="15" y="67"/>
                        </a:moveTo>
                        <a:lnTo>
                          <a:pt x="0" y="26"/>
                        </a:lnTo>
                        <a:lnTo>
                          <a:pt x="11" y="0"/>
                        </a:lnTo>
                        <a:lnTo>
                          <a:pt x="24" y="30"/>
                        </a:lnTo>
                        <a:lnTo>
                          <a:pt x="15"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145" name="Freeform 248"/>
                  <p:cNvSpPr>
                    <a:spLocks noChangeArrowheads="1"/>
                  </p:cNvSpPr>
                  <p:nvPr/>
                </p:nvSpPr>
                <p:spPr bwMode="auto">
                  <a:xfrm>
                    <a:off x="937" y="3651"/>
                    <a:ext cx="37" cy="10"/>
                  </a:xfrm>
                  <a:custGeom>
                    <a:avLst/>
                    <a:gdLst>
                      <a:gd name="T0" fmla="*/ 1 w 72"/>
                      <a:gd name="T1" fmla="*/ 0 h 29"/>
                      <a:gd name="T2" fmla="*/ 49 w 72"/>
                      <a:gd name="T3" fmla="*/ 0 h 29"/>
                      <a:gd name="T4" fmla="*/ 50 w 72"/>
                      <a:gd name="T5" fmla="*/ 2 h 29"/>
                      <a:gd name="T6" fmla="*/ 57 w 72"/>
                      <a:gd name="T7" fmla="*/ 11 h 29"/>
                      <a:gd name="T8" fmla="*/ 72 w 72"/>
                      <a:gd name="T9" fmla="*/ 29 h 29"/>
                      <a:gd name="T10" fmla="*/ 18 w 72"/>
                      <a:gd name="T11" fmla="*/ 29 h 29"/>
                      <a:gd name="T12" fmla="*/ 9 w 72"/>
                      <a:gd name="T13" fmla="*/ 20 h 29"/>
                      <a:gd name="T14" fmla="*/ 0 w 72"/>
                      <a:gd name="T15" fmla="*/ 5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49" y="0"/>
                        </a:lnTo>
                        <a:lnTo>
                          <a:pt x="50" y="2"/>
                        </a:lnTo>
                        <a:lnTo>
                          <a:pt x="57" y="11"/>
                        </a:lnTo>
                        <a:lnTo>
                          <a:pt x="72"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146" name="Freeform 249"/>
                  <p:cNvSpPr>
                    <a:spLocks noChangeArrowheads="1"/>
                  </p:cNvSpPr>
                  <p:nvPr/>
                </p:nvSpPr>
                <p:spPr bwMode="auto">
                  <a:xfrm>
                    <a:off x="940" y="3662"/>
                    <a:ext cx="42" cy="11"/>
                  </a:xfrm>
                  <a:custGeom>
                    <a:avLst/>
                    <a:gdLst>
                      <a:gd name="T0" fmla="*/ 0 w 83"/>
                      <a:gd name="T1" fmla="*/ 35 h 35"/>
                      <a:gd name="T2" fmla="*/ 3 w 83"/>
                      <a:gd name="T3" fmla="*/ 19 h 35"/>
                      <a:gd name="T4" fmla="*/ 7 w 83"/>
                      <a:gd name="T5" fmla="*/ 7 h 35"/>
                      <a:gd name="T6" fmla="*/ 11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3" y="19"/>
                        </a:lnTo>
                        <a:lnTo>
                          <a:pt x="7" y="7"/>
                        </a:lnTo>
                        <a:lnTo>
                          <a:pt x="11"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grpSp>
            <p:nvGrpSpPr>
              <p:cNvPr id="425147" name="Group 250"/>
              <p:cNvGrpSpPr>
                <a:grpSpLocks/>
              </p:cNvGrpSpPr>
              <p:nvPr/>
            </p:nvGrpSpPr>
            <p:grpSpPr bwMode="auto">
              <a:xfrm>
                <a:off x="944" y="3665"/>
                <a:ext cx="99" cy="74"/>
                <a:chOff x="944" y="3665"/>
                <a:chExt cx="99" cy="74"/>
              </a:xfrm>
            </p:grpSpPr>
            <p:grpSp>
              <p:nvGrpSpPr>
                <p:cNvPr id="425148" name="Group 251"/>
                <p:cNvGrpSpPr>
                  <a:grpSpLocks/>
                </p:cNvGrpSpPr>
                <p:nvPr/>
              </p:nvGrpSpPr>
              <p:grpSpPr bwMode="auto">
                <a:xfrm>
                  <a:off x="944" y="3665"/>
                  <a:ext cx="49" cy="23"/>
                  <a:chOff x="944" y="3665"/>
                  <a:chExt cx="49" cy="23"/>
                </a:xfrm>
              </p:grpSpPr>
              <p:sp>
                <p:nvSpPr>
                  <p:cNvPr id="425149" name="Freeform 252"/>
                  <p:cNvSpPr>
                    <a:spLocks noChangeArrowheads="1"/>
                  </p:cNvSpPr>
                  <p:nvPr/>
                </p:nvSpPr>
                <p:spPr bwMode="auto">
                  <a:xfrm>
                    <a:off x="944" y="3665"/>
                    <a:ext cx="13" cy="23"/>
                  </a:xfrm>
                  <a:custGeom>
                    <a:avLst/>
                    <a:gdLst>
                      <a:gd name="T0" fmla="*/ 16 w 25"/>
                      <a:gd name="T1" fmla="*/ 69 h 69"/>
                      <a:gd name="T2" fmla="*/ 0 w 25"/>
                      <a:gd name="T3" fmla="*/ 27 h 69"/>
                      <a:gd name="T4" fmla="*/ 9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9"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150" name="Freeform 253"/>
                  <p:cNvSpPr>
                    <a:spLocks noChangeArrowheads="1"/>
                  </p:cNvSpPr>
                  <p:nvPr/>
                </p:nvSpPr>
                <p:spPr bwMode="auto">
                  <a:xfrm>
                    <a:off x="949" y="3666"/>
                    <a:ext cx="37" cy="10"/>
                  </a:xfrm>
                  <a:custGeom>
                    <a:avLst/>
                    <a:gdLst>
                      <a:gd name="T0" fmla="*/ 2 w 75"/>
                      <a:gd name="T1" fmla="*/ 0 h 31"/>
                      <a:gd name="T2" fmla="*/ 50 w 75"/>
                      <a:gd name="T3" fmla="*/ 0 h 31"/>
                      <a:gd name="T4" fmla="*/ 52 w 75"/>
                      <a:gd name="T5" fmla="*/ 4 h 31"/>
                      <a:gd name="T6" fmla="*/ 57 w 75"/>
                      <a:gd name="T7" fmla="*/ 13 h 31"/>
                      <a:gd name="T8" fmla="*/ 75 w 75"/>
                      <a:gd name="T9" fmla="*/ 31 h 31"/>
                      <a:gd name="T10" fmla="*/ 19 w 75"/>
                      <a:gd name="T11" fmla="*/ 31 h 31"/>
                      <a:gd name="T12" fmla="*/ 11 w 75"/>
                      <a:gd name="T13" fmla="*/ 22 h 31"/>
                      <a:gd name="T14" fmla="*/ 0 w 75"/>
                      <a:gd name="T15" fmla="*/ 7 h 31"/>
                      <a:gd name="T16" fmla="*/ 2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2" y="0"/>
                        </a:moveTo>
                        <a:lnTo>
                          <a:pt x="50" y="0"/>
                        </a:lnTo>
                        <a:lnTo>
                          <a:pt x="52" y="4"/>
                        </a:lnTo>
                        <a:lnTo>
                          <a:pt x="57" y="13"/>
                        </a:lnTo>
                        <a:lnTo>
                          <a:pt x="75" y="31"/>
                        </a:lnTo>
                        <a:lnTo>
                          <a:pt x="19" y="31"/>
                        </a:lnTo>
                        <a:lnTo>
                          <a:pt x="11"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151" name="Freeform 254"/>
                  <p:cNvSpPr>
                    <a:spLocks noChangeArrowheads="1"/>
                  </p:cNvSpPr>
                  <p:nvPr/>
                </p:nvSpPr>
                <p:spPr bwMode="auto">
                  <a:xfrm>
                    <a:off x="953" y="3676"/>
                    <a:ext cx="40" cy="12"/>
                  </a:xfrm>
                  <a:custGeom>
                    <a:avLst/>
                    <a:gdLst>
                      <a:gd name="T0" fmla="*/ 0 w 82"/>
                      <a:gd name="T1" fmla="*/ 36 h 36"/>
                      <a:gd name="T2" fmla="*/ 2 w 82"/>
                      <a:gd name="T3" fmla="*/ 20 h 36"/>
                      <a:gd name="T4" fmla="*/ 5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5"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152" name="Group 255"/>
                <p:cNvGrpSpPr>
                  <a:grpSpLocks/>
                </p:cNvGrpSpPr>
                <p:nvPr/>
              </p:nvGrpSpPr>
              <p:grpSpPr bwMode="auto">
                <a:xfrm>
                  <a:off x="957" y="3678"/>
                  <a:ext cx="48" cy="23"/>
                  <a:chOff x="957" y="3678"/>
                  <a:chExt cx="48" cy="23"/>
                </a:xfrm>
              </p:grpSpPr>
              <p:sp>
                <p:nvSpPr>
                  <p:cNvPr id="425153" name="Freeform 256"/>
                  <p:cNvSpPr>
                    <a:spLocks noChangeArrowheads="1"/>
                  </p:cNvSpPr>
                  <p:nvPr/>
                </p:nvSpPr>
                <p:spPr bwMode="auto">
                  <a:xfrm>
                    <a:off x="957" y="3678"/>
                    <a:ext cx="11" cy="23"/>
                  </a:xfrm>
                  <a:custGeom>
                    <a:avLst/>
                    <a:gdLst>
                      <a:gd name="T0" fmla="*/ 13 w 24"/>
                      <a:gd name="T1" fmla="*/ 70 h 70"/>
                      <a:gd name="T2" fmla="*/ 0 w 24"/>
                      <a:gd name="T3" fmla="*/ 27 h 70"/>
                      <a:gd name="T4" fmla="*/ 9 w 24"/>
                      <a:gd name="T5" fmla="*/ 0 h 70"/>
                      <a:gd name="T6" fmla="*/ 24 w 24"/>
                      <a:gd name="T7" fmla="*/ 31 h 70"/>
                      <a:gd name="T8" fmla="*/ 13 w 24"/>
                      <a:gd name="T9" fmla="*/ 70 h 70"/>
                    </a:gdLst>
                    <a:ahLst/>
                    <a:cxnLst>
                      <a:cxn ang="0">
                        <a:pos x="T0" y="T1"/>
                      </a:cxn>
                      <a:cxn ang="0">
                        <a:pos x="T2" y="T3"/>
                      </a:cxn>
                      <a:cxn ang="0">
                        <a:pos x="T4" y="T5"/>
                      </a:cxn>
                      <a:cxn ang="0">
                        <a:pos x="T6" y="T7"/>
                      </a:cxn>
                      <a:cxn ang="0">
                        <a:pos x="T8" y="T9"/>
                      </a:cxn>
                    </a:cxnLst>
                    <a:rect l="0" t="0" r="r" b="b"/>
                    <a:pathLst>
                      <a:path w="24" h="70">
                        <a:moveTo>
                          <a:pt x="13" y="70"/>
                        </a:moveTo>
                        <a:lnTo>
                          <a:pt x="0" y="27"/>
                        </a:lnTo>
                        <a:lnTo>
                          <a:pt x="9" y="0"/>
                        </a:lnTo>
                        <a:lnTo>
                          <a:pt x="24"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154" name="Freeform 257"/>
                  <p:cNvSpPr>
                    <a:spLocks noChangeArrowheads="1"/>
                  </p:cNvSpPr>
                  <p:nvPr/>
                </p:nvSpPr>
                <p:spPr bwMode="auto">
                  <a:xfrm>
                    <a:off x="961" y="3678"/>
                    <a:ext cx="37" cy="10"/>
                  </a:xfrm>
                  <a:custGeom>
                    <a:avLst/>
                    <a:gdLst>
                      <a:gd name="T0" fmla="*/ 2 w 74"/>
                      <a:gd name="T1" fmla="*/ 0 h 30"/>
                      <a:gd name="T2" fmla="*/ 50 w 74"/>
                      <a:gd name="T3" fmla="*/ 0 h 30"/>
                      <a:gd name="T4" fmla="*/ 52 w 74"/>
                      <a:gd name="T5" fmla="*/ 3 h 30"/>
                      <a:gd name="T6" fmla="*/ 56 w 74"/>
                      <a:gd name="T7" fmla="*/ 12 h 30"/>
                      <a:gd name="T8" fmla="*/ 74 w 74"/>
                      <a:gd name="T9" fmla="*/ 30 h 30"/>
                      <a:gd name="T10" fmla="*/ 19 w 74"/>
                      <a:gd name="T11" fmla="*/ 30 h 30"/>
                      <a:gd name="T12" fmla="*/ 11 w 74"/>
                      <a:gd name="T13" fmla="*/ 20 h 30"/>
                      <a:gd name="T14" fmla="*/ 0 w 74"/>
                      <a:gd name="T15" fmla="*/ 6 h 30"/>
                      <a:gd name="T16" fmla="*/ 2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2" y="0"/>
                        </a:moveTo>
                        <a:lnTo>
                          <a:pt x="50" y="0"/>
                        </a:lnTo>
                        <a:lnTo>
                          <a:pt x="52" y="3"/>
                        </a:lnTo>
                        <a:lnTo>
                          <a:pt x="56" y="12"/>
                        </a:lnTo>
                        <a:lnTo>
                          <a:pt x="74" y="30"/>
                        </a:lnTo>
                        <a:lnTo>
                          <a:pt x="19" y="30"/>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155" name="Freeform 258"/>
                  <p:cNvSpPr>
                    <a:spLocks noChangeArrowheads="1"/>
                  </p:cNvSpPr>
                  <p:nvPr/>
                </p:nvSpPr>
                <p:spPr bwMode="auto">
                  <a:xfrm>
                    <a:off x="964" y="3688"/>
                    <a:ext cx="41" cy="13"/>
                  </a:xfrm>
                  <a:custGeom>
                    <a:avLst/>
                    <a:gdLst>
                      <a:gd name="T0" fmla="*/ 0 w 82"/>
                      <a:gd name="T1" fmla="*/ 38 h 38"/>
                      <a:gd name="T2" fmla="*/ 2 w 82"/>
                      <a:gd name="T3" fmla="*/ 21 h 38"/>
                      <a:gd name="T4" fmla="*/ 7 w 82"/>
                      <a:gd name="T5" fmla="*/ 8 h 38"/>
                      <a:gd name="T6" fmla="*/ 11 w 82"/>
                      <a:gd name="T7" fmla="*/ 0 h 38"/>
                      <a:gd name="T8" fmla="*/ 68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2" y="21"/>
                        </a:lnTo>
                        <a:lnTo>
                          <a:pt x="7" y="8"/>
                        </a:lnTo>
                        <a:lnTo>
                          <a:pt x="11" y="0"/>
                        </a:lnTo>
                        <a:lnTo>
                          <a:pt x="68"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156" name="Group 259"/>
                <p:cNvGrpSpPr>
                  <a:grpSpLocks/>
                </p:cNvGrpSpPr>
                <p:nvPr/>
              </p:nvGrpSpPr>
              <p:grpSpPr bwMode="auto">
                <a:xfrm>
                  <a:off x="969" y="3690"/>
                  <a:ext cx="49" cy="23"/>
                  <a:chOff x="969" y="3690"/>
                  <a:chExt cx="49" cy="23"/>
                </a:xfrm>
              </p:grpSpPr>
              <p:sp>
                <p:nvSpPr>
                  <p:cNvPr id="425157" name="Freeform 260"/>
                  <p:cNvSpPr>
                    <a:spLocks noChangeArrowheads="1"/>
                  </p:cNvSpPr>
                  <p:nvPr/>
                </p:nvSpPr>
                <p:spPr bwMode="auto">
                  <a:xfrm>
                    <a:off x="969" y="3690"/>
                    <a:ext cx="13" cy="23"/>
                  </a:xfrm>
                  <a:custGeom>
                    <a:avLst/>
                    <a:gdLst>
                      <a:gd name="T0" fmla="*/ 15 w 25"/>
                      <a:gd name="T1" fmla="*/ 70 h 70"/>
                      <a:gd name="T2" fmla="*/ 0 w 25"/>
                      <a:gd name="T3" fmla="*/ 29 h 70"/>
                      <a:gd name="T4" fmla="*/ 9 w 25"/>
                      <a:gd name="T5" fmla="*/ 0 h 70"/>
                      <a:gd name="T6" fmla="*/ 25 w 25"/>
                      <a:gd name="T7" fmla="*/ 33 h 70"/>
                      <a:gd name="T8" fmla="*/ 15 w 25"/>
                      <a:gd name="T9" fmla="*/ 70 h 70"/>
                    </a:gdLst>
                    <a:ahLst/>
                    <a:cxnLst>
                      <a:cxn ang="0">
                        <a:pos x="T0" y="T1"/>
                      </a:cxn>
                      <a:cxn ang="0">
                        <a:pos x="T2" y="T3"/>
                      </a:cxn>
                      <a:cxn ang="0">
                        <a:pos x="T4" y="T5"/>
                      </a:cxn>
                      <a:cxn ang="0">
                        <a:pos x="T6" y="T7"/>
                      </a:cxn>
                      <a:cxn ang="0">
                        <a:pos x="T8" y="T9"/>
                      </a:cxn>
                    </a:cxnLst>
                    <a:rect l="0" t="0" r="r" b="b"/>
                    <a:pathLst>
                      <a:path w="25" h="70">
                        <a:moveTo>
                          <a:pt x="15" y="70"/>
                        </a:moveTo>
                        <a:lnTo>
                          <a:pt x="0" y="29"/>
                        </a:lnTo>
                        <a:lnTo>
                          <a:pt x="9" y="0"/>
                        </a:lnTo>
                        <a:lnTo>
                          <a:pt x="25" y="33"/>
                        </a:lnTo>
                        <a:lnTo>
                          <a:pt x="15"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158" name="Freeform 261"/>
                  <p:cNvSpPr>
                    <a:spLocks noChangeArrowheads="1"/>
                  </p:cNvSpPr>
                  <p:nvPr/>
                </p:nvSpPr>
                <p:spPr bwMode="auto">
                  <a:xfrm>
                    <a:off x="974" y="3691"/>
                    <a:ext cx="37" cy="10"/>
                  </a:xfrm>
                  <a:custGeom>
                    <a:avLst/>
                    <a:gdLst>
                      <a:gd name="T0" fmla="*/ 2 w 75"/>
                      <a:gd name="T1" fmla="*/ 0 h 31"/>
                      <a:gd name="T2" fmla="*/ 50 w 75"/>
                      <a:gd name="T3" fmla="*/ 0 h 31"/>
                      <a:gd name="T4" fmla="*/ 52 w 75"/>
                      <a:gd name="T5" fmla="*/ 2 h 31"/>
                      <a:gd name="T6" fmla="*/ 57 w 75"/>
                      <a:gd name="T7" fmla="*/ 11 h 31"/>
                      <a:gd name="T8" fmla="*/ 75 w 75"/>
                      <a:gd name="T9" fmla="*/ 31 h 31"/>
                      <a:gd name="T10" fmla="*/ 19 w 75"/>
                      <a:gd name="T11" fmla="*/ 31 h 31"/>
                      <a:gd name="T12" fmla="*/ 9 w 75"/>
                      <a:gd name="T13" fmla="*/ 22 h 31"/>
                      <a:gd name="T14" fmla="*/ 0 w 75"/>
                      <a:gd name="T15" fmla="*/ 6 h 31"/>
                      <a:gd name="T16" fmla="*/ 2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2" y="0"/>
                        </a:moveTo>
                        <a:lnTo>
                          <a:pt x="50" y="0"/>
                        </a:lnTo>
                        <a:lnTo>
                          <a:pt x="52" y="2"/>
                        </a:lnTo>
                        <a:lnTo>
                          <a:pt x="57" y="11"/>
                        </a:lnTo>
                        <a:lnTo>
                          <a:pt x="75" y="31"/>
                        </a:lnTo>
                        <a:lnTo>
                          <a:pt x="19" y="31"/>
                        </a:lnTo>
                        <a:lnTo>
                          <a:pt x="9"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159" name="Freeform 262"/>
                  <p:cNvSpPr>
                    <a:spLocks noChangeArrowheads="1"/>
                  </p:cNvSpPr>
                  <p:nvPr/>
                </p:nvSpPr>
                <p:spPr bwMode="auto">
                  <a:xfrm>
                    <a:off x="977" y="3701"/>
                    <a:ext cx="41" cy="12"/>
                  </a:xfrm>
                  <a:custGeom>
                    <a:avLst/>
                    <a:gdLst>
                      <a:gd name="T0" fmla="*/ 0 w 81"/>
                      <a:gd name="T1" fmla="*/ 36 h 36"/>
                      <a:gd name="T2" fmla="*/ 1 w 81"/>
                      <a:gd name="T3" fmla="*/ 19 h 36"/>
                      <a:gd name="T4" fmla="*/ 6 w 81"/>
                      <a:gd name="T5" fmla="*/ 7 h 36"/>
                      <a:gd name="T6" fmla="*/ 12 w 81"/>
                      <a:gd name="T7" fmla="*/ 0 h 36"/>
                      <a:gd name="T8" fmla="*/ 68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6" y="7"/>
                        </a:lnTo>
                        <a:lnTo>
                          <a:pt x="12" y="0"/>
                        </a:lnTo>
                        <a:lnTo>
                          <a:pt x="68"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160" name="Group 263"/>
                <p:cNvGrpSpPr>
                  <a:grpSpLocks/>
                </p:cNvGrpSpPr>
                <p:nvPr/>
              </p:nvGrpSpPr>
              <p:grpSpPr bwMode="auto">
                <a:xfrm>
                  <a:off x="982" y="3703"/>
                  <a:ext cx="49" cy="23"/>
                  <a:chOff x="982" y="3703"/>
                  <a:chExt cx="49" cy="23"/>
                </a:xfrm>
              </p:grpSpPr>
              <p:sp>
                <p:nvSpPr>
                  <p:cNvPr id="425161" name="Freeform 264"/>
                  <p:cNvSpPr>
                    <a:spLocks noChangeArrowheads="1"/>
                  </p:cNvSpPr>
                  <p:nvPr/>
                </p:nvSpPr>
                <p:spPr bwMode="auto">
                  <a:xfrm>
                    <a:off x="982" y="3703"/>
                    <a:ext cx="13" cy="23"/>
                  </a:xfrm>
                  <a:custGeom>
                    <a:avLst/>
                    <a:gdLst>
                      <a:gd name="T0" fmla="*/ 14 w 25"/>
                      <a:gd name="T1" fmla="*/ 68 h 68"/>
                      <a:gd name="T2" fmla="*/ 0 w 25"/>
                      <a:gd name="T3" fmla="*/ 27 h 68"/>
                      <a:gd name="T4" fmla="*/ 10 w 25"/>
                      <a:gd name="T5" fmla="*/ 0 h 68"/>
                      <a:gd name="T6" fmla="*/ 25 w 25"/>
                      <a:gd name="T7" fmla="*/ 31 h 68"/>
                      <a:gd name="T8" fmla="*/ 14 w 25"/>
                      <a:gd name="T9" fmla="*/ 68 h 68"/>
                    </a:gdLst>
                    <a:ahLst/>
                    <a:cxnLst>
                      <a:cxn ang="0">
                        <a:pos x="T0" y="T1"/>
                      </a:cxn>
                      <a:cxn ang="0">
                        <a:pos x="T2" y="T3"/>
                      </a:cxn>
                      <a:cxn ang="0">
                        <a:pos x="T4" y="T5"/>
                      </a:cxn>
                      <a:cxn ang="0">
                        <a:pos x="T6" y="T7"/>
                      </a:cxn>
                      <a:cxn ang="0">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162" name="Freeform 265"/>
                  <p:cNvSpPr>
                    <a:spLocks noChangeArrowheads="1"/>
                  </p:cNvSpPr>
                  <p:nvPr/>
                </p:nvSpPr>
                <p:spPr bwMode="auto">
                  <a:xfrm>
                    <a:off x="987" y="3703"/>
                    <a:ext cx="37" cy="10"/>
                  </a:xfrm>
                  <a:custGeom>
                    <a:avLst/>
                    <a:gdLst>
                      <a:gd name="T0" fmla="*/ 1 w 73"/>
                      <a:gd name="T1" fmla="*/ 0 h 30"/>
                      <a:gd name="T2" fmla="*/ 50 w 73"/>
                      <a:gd name="T3" fmla="*/ 0 h 30"/>
                      <a:gd name="T4" fmla="*/ 51 w 73"/>
                      <a:gd name="T5" fmla="*/ 3 h 30"/>
                      <a:gd name="T6" fmla="*/ 56 w 73"/>
                      <a:gd name="T7" fmla="*/ 12 h 30"/>
                      <a:gd name="T8" fmla="*/ 73 w 73"/>
                      <a:gd name="T9" fmla="*/ 30 h 30"/>
                      <a:gd name="T10" fmla="*/ 18 w 73"/>
                      <a:gd name="T11" fmla="*/ 30 h 30"/>
                      <a:gd name="T12" fmla="*/ 9 w 73"/>
                      <a:gd name="T13" fmla="*/ 21 h 30"/>
                      <a:gd name="T14" fmla="*/ 0 w 73"/>
                      <a:gd name="T15" fmla="*/ 7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50" y="0"/>
                        </a:lnTo>
                        <a:lnTo>
                          <a:pt x="51" y="3"/>
                        </a:lnTo>
                        <a:lnTo>
                          <a:pt x="56" y="12"/>
                        </a:lnTo>
                        <a:lnTo>
                          <a:pt x="73" y="30"/>
                        </a:lnTo>
                        <a:lnTo>
                          <a:pt x="18" y="30"/>
                        </a:lnTo>
                        <a:lnTo>
                          <a:pt x="9"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163" name="Freeform 266"/>
                  <p:cNvSpPr>
                    <a:spLocks noChangeArrowheads="1"/>
                  </p:cNvSpPr>
                  <p:nvPr/>
                </p:nvSpPr>
                <p:spPr bwMode="auto">
                  <a:xfrm>
                    <a:off x="989" y="3714"/>
                    <a:ext cx="42" cy="12"/>
                  </a:xfrm>
                  <a:custGeom>
                    <a:avLst/>
                    <a:gdLst>
                      <a:gd name="T0" fmla="*/ 0 w 83"/>
                      <a:gd name="T1" fmla="*/ 36 h 36"/>
                      <a:gd name="T2" fmla="*/ 1 w 83"/>
                      <a:gd name="T3" fmla="*/ 19 h 36"/>
                      <a:gd name="T4" fmla="*/ 6 w 83"/>
                      <a:gd name="T5" fmla="*/ 8 h 36"/>
                      <a:gd name="T6" fmla="*/ 13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6" y="8"/>
                        </a:lnTo>
                        <a:lnTo>
                          <a:pt x="13"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164" name="Group 267"/>
                <p:cNvGrpSpPr>
                  <a:grpSpLocks/>
                </p:cNvGrpSpPr>
                <p:nvPr/>
              </p:nvGrpSpPr>
              <p:grpSpPr bwMode="auto">
                <a:xfrm>
                  <a:off x="995" y="3716"/>
                  <a:ext cx="48" cy="23"/>
                  <a:chOff x="995" y="3716"/>
                  <a:chExt cx="48" cy="23"/>
                </a:xfrm>
              </p:grpSpPr>
              <p:sp>
                <p:nvSpPr>
                  <p:cNvPr id="425165" name="Freeform 268"/>
                  <p:cNvSpPr>
                    <a:spLocks noChangeArrowheads="1"/>
                  </p:cNvSpPr>
                  <p:nvPr/>
                </p:nvSpPr>
                <p:spPr bwMode="auto">
                  <a:xfrm>
                    <a:off x="995" y="3716"/>
                    <a:ext cx="11" cy="23"/>
                  </a:xfrm>
                  <a:custGeom>
                    <a:avLst/>
                    <a:gdLst>
                      <a:gd name="T0" fmla="*/ 15 w 24"/>
                      <a:gd name="T1" fmla="*/ 68 h 68"/>
                      <a:gd name="T2" fmla="*/ 0 w 24"/>
                      <a:gd name="T3" fmla="*/ 27 h 68"/>
                      <a:gd name="T4" fmla="*/ 10 w 24"/>
                      <a:gd name="T5" fmla="*/ 0 h 68"/>
                      <a:gd name="T6" fmla="*/ 24 w 24"/>
                      <a:gd name="T7" fmla="*/ 30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0"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166" name="Freeform 269"/>
                  <p:cNvSpPr>
                    <a:spLocks noChangeArrowheads="1"/>
                  </p:cNvSpPr>
                  <p:nvPr/>
                </p:nvSpPr>
                <p:spPr bwMode="auto">
                  <a:xfrm>
                    <a:off x="999" y="3717"/>
                    <a:ext cx="38" cy="9"/>
                  </a:xfrm>
                  <a:custGeom>
                    <a:avLst/>
                    <a:gdLst>
                      <a:gd name="T0" fmla="*/ 1 w 74"/>
                      <a:gd name="T1" fmla="*/ 0 h 29"/>
                      <a:gd name="T2" fmla="*/ 49 w 74"/>
                      <a:gd name="T3" fmla="*/ 0 h 29"/>
                      <a:gd name="T4" fmla="*/ 52 w 74"/>
                      <a:gd name="T5" fmla="*/ 3 h 29"/>
                      <a:gd name="T6" fmla="*/ 56 w 74"/>
                      <a:gd name="T7" fmla="*/ 11 h 29"/>
                      <a:gd name="T8" fmla="*/ 74 w 74"/>
                      <a:gd name="T9" fmla="*/ 29 h 29"/>
                      <a:gd name="T10" fmla="*/ 18 w 74"/>
                      <a:gd name="T11" fmla="*/ 29 h 29"/>
                      <a:gd name="T12" fmla="*/ 9 w 74"/>
                      <a:gd name="T13" fmla="*/ 20 h 29"/>
                      <a:gd name="T14" fmla="*/ 0 w 74"/>
                      <a:gd name="T15" fmla="*/ 6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49" y="0"/>
                        </a:lnTo>
                        <a:lnTo>
                          <a:pt x="52" y="3"/>
                        </a:lnTo>
                        <a:lnTo>
                          <a:pt x="56" y="11"/>
                        </a:lnTo>
                        <a:lnTo>
                          <a:pt x="74"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167" name="Freeform 270"/>
                  <p:cNvSpPr>
                    <a:spLocks noChangeArrowheads="1"/>
                  </p:cNvSpPr>
                  <p:nvPr/>
                </p:nvSpPr>
                <p:spPr bwMode="auto">
                  <a:xfrm>
                    <a:off x="1003" y="3727"/>
                    <a:ext cx="40" cy="12"/>
                  </a:xfrm>
                  <a:custGeom>
                    <a:avLst/>
                    <a:gdLst>
                      <a:gd name="T0" fmla="*/ 0 w 82"/>
                      <a:gd name="T1" fmla="*/ 36 h 36"/>
                      <a:gd name="T2" fmla="*/ 1 w 82"/>
                      <a:gd name="T3" fmla="*/ 19 h 36"/>
                      <a:gd name="T4" fmla="*/ 5 w 82"/>
                      <a:gd name="T5" fmla="*/ 7 h 36"/>
                      <a:gd name="T6" fmla="*/ 11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5" y="7"/>
                        </a:lnTo>
                        <a:lnTo>
                          <a:pt x="11"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grpSp>
            <p:nvGrpSpPr>
              <p:cNvPr id="425168" name="Group 271"/>
              <p:cNvGrpSpPr>
                <a:grpSpLocks/>
              </p:cNvGrpSpPr>
              <p:nvPr/>
            </p:nvGrpSpPr>
            <p:grpSpPr bwMode="auto">
              <a:xfrm>
                <a:off x="1005" y="3727"/>
                <a:ext cx="49" cy="23"/>
                <a:chOff x="1005" y="3727"/>
                <a:chExt cx="49" cy="23"/>
              </a:xfrm>
            </p:grpSpPr>
            <p:sp>
              <p:nvSpPr>
                <p:cNvPr id="425169" name="Freeform 272"/>
                <p:cNvSpPr>
                  <a:spLocks noChangeArrowheads="1"/>
                </p:cNvSpPr>
                <p:nvPr/>
              </p:nvSpPr>
              <p:spPr bwMode="auto">
                <a:xfrm>
                  <a:off x="1005" y="3727"/>
                  <a:ext cx="12" cy="23"/>
                </a:xfrm>
                <a:custGeom>
                  <a:avLst/>
                  <a:gdLst>
                    <a:gd name="T0" fmla="*/ 16 w 25"/>
                    <a:gd name="T1" fmla="*/ 69 h 69"/>
                    <a:gd name="T2" fmla="*/ 0 w 25"/>
                    <a:gd name="T3" fmla="*/ 27 h 69"/>
                    <a:gd name="T4" fmla="*/ 12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2"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170" name="Freeform 273"/>
                <p:cNvSpPr>
                  <a:spLocks noChangeArrowheads="1"/>
                </p:cNvSpPr>
                <p:nvPr/>
              </p:nvSpPr>
              <p:spPr bwMode="auto">
                <a:xfrm>
                  <a:off x="1010" y="3728"/>
                  <a:ext cx="37" cy="10"/>
                </a:xfrm>
                <a:custGeom>
                  <a:avLst/>
                  <a:gdLst>
                    <a:gd name="T0" fmla="*/ 2 w 73"/>
                    <a:gd name="T1" fmla="*/ 0 h 31"/>
                    <a:gd name="T2" fmla="*/ 48 w 73"/>
                    <a:gd name="T3" fmla="*/ 0 h 31"/>
                    <a:gd name="T4" fmla="*/ 51 w 73"/>
                    <a:gd name="T5" fmla="*/ 4 h 31"/>
                    <a:gd name="T6" fmla="*/ 56 w 73"/>
                    <a:gd name="T7" fmla="*/ 13 h 31"/>
                    <a:gd name="T8" fmla="*/ 73 w 73"/>
                    <a:gd name="T9" fmla="*/ 31 h 31"/>
                    <a:gd name="T10" fmla="*/ 18 w 73"/>
                    <a:gd name="T11" fmla="*/ 31 h 31"/>
                    <a:gd name="T12" fmla="*/ 9 w 73"/>
                    <a:gd name="T13" fmla="*/ 22 h 31"/>
                    <a:gd name="T14" fmla="*/ 0 w 73"/>
                    <a:gd name="T15" fmla="*/ 7 h 31"/>
                    <a:gd name="T16" fmla="*/ 2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2" y="0"/>
                      </a:moveTo>
                      <a:lnTo>
                        <a:pt x="48" y="0"/>
                      </a:lnTo>
                      <a:lnTo>
                        <a:pt x="51" y="4"/>
                      </a:lnTo>
                      <a:lnTo>
                        <a:pt x="56" y="13"/>
                      </a:lnTo>
                      <a:lnTo>
                        <a:pt x="73" y="31"/>
                      </a:lnTo>
                      <a:lnTo>
                        <a:pt x="18" y="31"/>
                      </a:lnTo>
                      <a:lnTo>
                        <a:pt x="9"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171" name="Freeform 274"/>
                <p:cNvSpPr>
                  <a:spLocks noChangeArrowheads="1"/>
                </p:cNvSpPr>
                <p:nvPr/>
              </p:nvSpPr>
              <p:spPr bwMode="auto">
                <a:xfrm>
                  <a:off x="1013" y="3738"/>
                  <a:ext cx="41" cy="12"/>
                </a:xfrm>
                <a:custGeom>
                  <a:avLst/>
                  <a:gdLst>
                    <a:gd name="T0" fmla="*/ 0 w 83"/>
                    <a:gd name="T1" fmla="*/ 36 h 36"/>
                    <a:gd name="T2" fmla="*/ 1 w 83"/>
                    <a:gd name="T3" fmla="*/ 20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172" name="Group 275"/>
              <p:cNvGrpSpPr>
                <a:grpSpLocks/>
              </p:cNvGrpSpPr>
              <p:nvPr/>
            </p:nvGrpSpPr>
            <p:grpSpPr bwMode="auto">
              <a:xfrm>
                <a:off x="1018" y="3740"/>
                <a:ext cx="49" cy="22"/>
                <a:chOff x="1018" y="3740"/>
                <a:chExt cx="49" cy="22"/>
              </a:xfrm>
            </p:grpSpPr>
            <p:sp>
              <p:nvSpPr>
                <p:cNvPr id="425173" name="Freeform 276"/>
                <p:cNvSpPr>
                  <a:spLocks noChangeArrowheads="1"/>
                </p:cNvSpPr>
                <p:nvPr/>
              </p:nvSpPr>
              <p:spPr bwMode="auto">
                <a:xfrm>
                  <a:off x="1018" y="3740"/>
                  <a:ext cx="12"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174" name="Freeform 277"/>
                <p:cNvSpPr>
                  <a:spLocks noChangeArrowheads="1"/>
                </p:cNvSpPr>
                <p:nvPr/>
              </p:nvSpPr>
              <p:spPr bwMode="auto">
                <a:xfrm>
                  <a:off x="1022" y="3740"/>
                  <a:ext cx="38" cy="10"/>
                </a:xfrm>
                <a:custGeom>
                  <a:avLst/>
                  <a:gdLst>
                    <a:gd name="T0" fmla="*/ 2 w 74"/>
                    <a:gd name="T1" fmla="*/ 0 h 31"/>
                    <a:gd name="T2" fmla="*/ 49 w 74"/>
                    <a:gd name="T3" fmla="*/ 0 h 31"/>
                    <a:gd name="T4" fmla="*/ 51 w 74"/>
                    <a:gd name="T5" fmla="*/ 4 h 31"/>
                    <a:gd name="T6" fmla="*/ 57 w 74"/>
                    <a:gd name="T7" fmla="*/ 13 h 31"/>
                    <a:gd name="T8" fmla="*/ 74 w 74"/>
                    <a:gd name="T9" fmla="*/ 31 h 31"/>
                    <a:gd name="T10" fmla="*/ 18 w 74"/>
                    <a:gd name="T11" fmla="*/ 31 h 31"/>
                    <a:gd name="T12" fmla="*/ 10 w 74"/>
                    <a:gd name="T13" fmla="*/ 22 h 31"/>
                    <a:gd name="T14" fmla="*/ 0 w 74"/>
                    <a:gd name="T15" fmla="*/ 7 h 31"/>
                    <a:gd name="T16" fmla="*/ 2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2" y="0"/>
                      </a:moveTo>
                      <a:lnTo>
                        <a:pt x="49" y="0"/>
                      </a:lnTo>
                      <a:lnTo>
                        <a:pt x="51" y="4"/>
                      </a:lnTo>
                      <a:lnTo>
                        <a:pt x="57" y="13"/>
                      </a:lnTo>
                      <a:lnTo>
                        <a:pt x="74" y="31"/>
                      </a:lnTo>
                      <a:lnTo>
                        <a:pt x="18" y="31"/>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175" name="Freeform 278"/>
                <p:cNvSpPr>
                  <a:spLocks noChangeArrowheads="1"/>
                </p:cNvSpPr>
                <p:nvPr/>
              </p:nvSpPr>
              <p:spPr bwMode="auto">
                <a:xfrm>
                  <a:off x="1026" y="3750"/>
                  <a:ext cx="41" cy="12"/>
                </a:xfrm>
                <a:custGeom>
                  <a:avLst/>
                  <a:gdLst>
                    <a:gd name="T0" fmla="*/ 0 w 82"/>
                    <a:gd name="T1" fmla="*/ 36 h 36"/>
                    <a:gd name="T2" fmla="*/ 2 w 82"/>
                    <a:gd name="T3" fmla="*/ 21 h 36"/>
                    <a:gd name="T4" fmla="*/ 6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1"/>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176" name="Group 279"/>
              <p:cNvGrpSpPr>
                <a:grpSpLocks/>
              </p:cNvGrpSpPr>
              <p:nvPr/>
            </p:nvGrpSpPr>
            <p:grpSpPr bwMode="auto">
              <a:xfrm>
                <a:off x="1030" y="3753"/>
                <a:ext cx="49" cy="23"/>
                <a:chOff x="1030" y="3753"/>
                <a:chExt cx="49" cy="23"/>
              </a:xfrm>
            </p:grpSpPr>
            <p:sp>
              <p:nvSpPr>
                <p:cNvPr id="425177" name="Freeform 280"/>
                <p:cNvSpPr>
                  <a:spLocks noChangeArrowheads="1"/>
                </p:cNvSpPr>
                <p:nvPr/>
              </p:nvSpPr>
              <p:spPr bwMode="auto">
                <a:xfrm>
                  <a:off x="1030" y="3753"/>
                  <a:ext cx="13" cy="23"/>
                </a:xfrm>
                <a:custGeom>
                  <a:avLst/>
                  <a:gdLst>
                    <a:gd name="T0" fmla="*/ 16 w 25"/>
                    <a:gd name="T1" fmla="*/ 68 h 68"/>
                    <a:gd name="T2" fmla="*/ 0 w 25"/>
                    <a:gd name="T3" fmla="*/ 27 h 68"/>
                    <a:gd name="T4" fmla="*/ 11 w 25"/>
                    <a:gd name="T5" fmla="*/ 0 h 68"/>
                    <a:gd name="T6" fmla="*/ 25 w 25"/>
                    <a:gd name="T7" fmla="*/ 32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2"/>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178" name="Freeform 281"/>
                <p:cNvSpPr>
                  <a:spLocks noChangeArrowheads="1"/>
                </p:cNvSpPr>
                <p:nvPr/>
              </p:nvSpPr>
              <p:spPr bwMode="auto">
                <a:xfrm>
                  <a:off x="1035" y="3753"/>
                  <a:ext cx="37" cy="11"/>
                </a:xfrm>
                <a:custGeom>
                  <a:avLst/>
                  <a:gdLst>
                    <a:gd name="T0" fmla="*/ 2 w 74"/>
                    <a:gd name="T1" fmla="*/ 0 h 31"/>
                    <a:gd name="T2" fmla="*/ 51 w 74"/>
                    <a:gd name="T3" fmla="*/ 0 h 31"/>
                    <a:gd name="T4" fmla="*/ 52 w 74"/>
                    <a:gd name="T5" fmla="*/ 4 h 31"/>
                    <a:gd name="T6" fmla="*/ 56 w 74"/>
                    <a:gd name="T7" fmla="*/ 13 h 31"/>
                    <a:gd name="T8" fmla="*/ 74 w 74"/>
                    <a:gd name="T9" fmla="*/ 31 h 31"/>
                    <a:gd name="T10" fmla="*/ 18 w 74"/>
                    <a:gd name="T11" fmla="*/ 31 h 31"/>
                    <a:gd name="T12" fmla="*/ 10 w 74"/>
                    <a:gd name="T13" fmla="*/ 22 h 31"/>
                    <a:gd name="T14" fmla="*/ 0 w 74"/>
                    <a:gd name="T15" fmla="*/ 7 h 31"/>
                    <a:gd name="T16" fmla="*/ 2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2" y="0"/>
                      </a:moveTo>
                      <a:lnTo>
                        <a:pt x="51" y="0"/>
                      </a:lnTo>
                      <a:lnTo>
                        <a:pt x="52" y="4"/>
                      </a:lnTo>
                      <a:lnTo>
                        <a:pt x="56" y="13"/>
                      </a:lnTo>
                      <a:lnTo>
                        <a:pt x="74" y="31"/>
                      </a:lnTo>
                      <a:lnTo>
                        <a:pt x="18" y="31"/>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179" name="Freeform 282"/>
                <p:cNvSpPr>
                  <a:spLocks noChangeArrowheads="1"/>
                </p:cNvSpPr>
                <p:nvPr/>
              </p:nvSpPr>
              <p:spPr bwMode="auto">
                <a:xfrm>
                  <a:off x="1039" y="3764"/>
                  <a:ext cx="40" cy="12"/>
                </a:xfrm>
                <a:custGeom>
                  <a:avLst/>
                  <a:gdLst>
                    <a:gd name="T0" fmla="*/ 0 w 82"/>
                    <a:gd name="T1" fmla="*/ 35 h 35"/>
                    <a:gd name="T2" fmla="*/ 2 w 82"/>
                    <a:gd name="T3" fmla="*/ 19 h 35"/>
                    <a:gd name="T4" fmla="*/ 7 w 82"/>
                    <a:gd name="T5" fmla="*/ 7 h 35"/>
                    <a:gd name="T6" fmla="*/ 11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2" y="19"/>
                      </a:lnTo>
                      <a:lnTo>
                        <a:pt x="7" y="7"/>
                      </a:lnTo>
                      <a:lnTo>
                        <a:pt x="11"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sp>
            <p:nvSpPr>
              <p:cNvPr id="425180" name="Freeform 283"/>
              <p:cNvSpPr>
                <a:spLocks noChangeArrowheads="1"/>
              </p:cNvSpPr>
              <p:nvPr/>
            </p:nvSpPr>
            <p:spPr bwMode="auto">
              <a:xfrm>
                <a:off x="778" y="3535"/>
                <a:ext cx="12" cy="23"/>
              </a:xfrm>
              <a:custGeom>
                <a:avLst/>
                <a:gdLst>
                  <a:gd name="T0" fmla="*/ 13 w 24"/>
                  <a:gd name="T1" fmla="*/ 68 h 68"/>
                  <a:gd name="T2" fmla="*/ 0 w 24"/>
                  <a:gd name="T3" fmla="*/ 27 h 68"/>
                  <a:gd name="T4" fmla="*/ 9 w 24"/>
                  <a:gd name="T5" fmla="*/ 0 h 68"/>
                  <a:gd name="T6" fmla="*/ 24 w 24"/>
                  <a:gd name="T7" fmla="*/ 31 h 68"/>
                  <a:gd name="T8" fmla="*/ 13 w 24"/>
                  <a:gd name="T9" fmla="*/ 68 h 68"/>
                </a:gdLst>
                <a:ahLst/>
                <a:cxnLst>
                  <a:cxn ang="0">
                    <a:pos x="T0" y="T1"/>
                  </a:cxn>
                  <a:cxn ang="0">
                    <a:pos x="T2" y="T3"/>
                  </a:cxn>
                  <a:cxn ang="0">
                    <a:pos x="T4" y="T5"/>
                  </a:cxn>
                  <a:cxn ang="0">
                    <a:pos x="T6" y="T7"/>
                  </a:cxn>
                  <a:cxn ang="0">
                    <a:pos x="T8" y="T9"/>
                  </a:cxn>
                </a:cxnLst>
                <a:rect l="0" t="0" r="r" b="b"/>
                <a:pathLst>
                  <a:path w="24" h="68">
                    <a:moveTo>
                      <a:pt x="13" y="68"/>
                    </a:moveTo>
                    <a:lnTo>
                      <a:pt x="0" y="27"/>
                    </a:lnTo>
                    <a:lnTo>
                      <a:pt x="9" y="0"/>
                    </a:lnTo>
                    <a:lnTo>
                      <a:pt x="24"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181" name="Freeform 284"/>
              <p:cNvSpPr>
                <a:spLocks noChangeArrowheads="1"/>
              </p:cNvSpPr>
              <p:nvPr/>
            </p:nvSpPr>
            <p:spPr bwMode="auto">
              <a:xfrm>
                <a:off x="783" y="3535"/>
                <a:ext cx="36" cy="11"/>
              </a:xfrm>
              <a:custGeom>
                <a:avLst/>
                <a:gdLst>
                  <a:gd name="T0" fmla="*/ 1 w 72"/>
                  <a:gd name="T1" fmla="*/ 0 h 31"/>
                  <a:gd name="T2" fmla="*/ 50 w 72"/>
                  <a:gd name="T3" fmla="*/ 0 h 31"/>
                  <a:gd name="T4" fmla="*/ 51 w 72"/>
                  <a:gd name="T5" fmla="*/ 4 h 31"/>
                  <a:gd name="T6" fmla="*/ 57 w 72"/>
                  <a:gd name="T7" fmla="*/ 13 h 31"/>
                  <a:gd name="T8" fmla="*/ 72 w 72"/>
                  <a:gd name="T9" fmla="*/ 31 h 31"/>
                  <a:gd name="T10" fmla="*/ 18 w 72"/>
                  <a:gd name="T11" fmla="*/ 31 h 31"/>
                  <a:gd name="T12" fmla="*/ 9 w 72"/>
                  <a:gd name="T13" fmla="*/ 22 h 31"/>
                  <a:gd name="T14" fmla="*/ 0 w 72"/>
                  <a:gd name="T15" fmla="*/ 7 h 31"/>
                  <a:gd name="T16" fmla="*/ 1 w 72"/>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1">
                    <a:moveTo>
                      <a:pt x="1" y="0"/>
                    </a:moveTo>
                    <a:lnTo>
                      <a:pt x="50" y="0"/>
                    </a:lnTo>
                    <a:lnTo>
                      <a:pt x="51" y="4"/>
                    </a:lnTo>
                    <a:lnTo>
                      <a:pt x="57" y="13"/>
                    </a:lnTo>
                    <a:lnTo>
                      <a:pt x="72" y="31"/>
                    </a:lnTo>
                    <a:lnTo>
                      <a:pt x="18" y="31"/>
                    </a:lnTo>
                    <a:lnTo>
                      <a:pt x="9" y="22"/>
                    </a:lnTo>
                    <a:lnTo>
                      <a:pt x="0" y="7"/>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182" name="Freeform 285"/>
              <p:cNvSpPr>
                <a:spLocks noChangeArrowheads="1"/>
              </p:cNvSpPr>
              <p:nvPr/>
            </p:nvSpPr>
            <p:spPr bwMode="auto">
              <a:xfrm>
                <a:off x="786" y="3546"/>
                <a:ext cx="41" cy="12"/>
              </a:xfrm>
              <a:custGeom>
                <a:avLst/>
                <a:gdLst>
                  <a:gd name="T0" fmla="*/ 0 w 83"/>
                  <a:gd name="T1" fmla="*/ 36 h 36"/>
                  <a:gd name="T2" fmla="*/ 3 w 83"/>
                  <a:gd name="T3" fmla="*/ 21 h 36"/>
                  <a:gd name="T4" fmla="*/ 7 w 83"/>
                  <a:gd name="T5" fmla="*/ 8 h 36"/>
                  <a:gd name="T6" fmla="*/ 12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21"/>
                    </a:lnTo>
                    <a:lnTo>
                      <a:pt x="7" y="8"/>
                    </a:lnTo>
                    <a:lnTo>
                      <a:pt x="12"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nvGrpSpPr>
              <p:cNvPr id="425183" name="Group 286"/>
              <p:cNvGrpSpPr>
                <a:grpSpLocks/>
              </p:cNvGrpSpPr>
              <p:nvPr/>
            </p:nvGrpSpPr>
            <p:grpSpPr bwMode="auto">
              <a:xfrm>
                <a:off x="790" y="3547"/>
                <a:ext cx="49" cy="23"/>
                <a:chOff x="790" y="3547"/>
                <a:chExt cx="49" cy="23"/>
              </a:xfrm>
            </p:grpSpPr>
            <p:sp>
              <p:nvSpPr>
                <p:cNvPr id="425184" name="Freeform 287"/>
                <p:cNvSpPr>
                  <a:spLocks noChangeArrowheads="1"/>
                </p:cNvSpPr>
                <p:nvPr/>
              </p:nvSpPr>
              <p:spPr bwMode="auto">
                <a:xfrm>
                  <a:off x="790" y="3547"/>
                  <a:ext cx="12" cy="23"/>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185" name="Freeform 288"/>
                <p:cNvSpPr>
                  <a:spLocks noChangeArrowheads="1"/>
                </p:cNvSpPr>
                <p:nvPr/>
              </p:nvSpPr>
              <p:spPr bwMode="auto">
                <a:xfrm>
                  <a:off x="795" y="3548"/>
                  <a:ext cx="37" cy="10"/>
                </a:xfrm>
                <a:custGeom>
                  <a:avLst/>
                  <a:gdLst>
                    <a:gd name="T0" fmla="*/ 1 w 73"/>
                    <a:gd name="T1" fmla="*/ 0 h 29"/>
                    <a:gd name="T2" fmla="*/ 48 w 73"/>
                    <a:gd name="T3" fmla="*/ 0 h 29"/>
                    <a:gd name="T4" fmla="*/ 50 w 73"/>
                    <a:gd name="T5" fmla="*/ 2 h 29"/>
                    <a:gd name="T6" fmla="*/ 56 w 73"/>
                    <a:gd name="T7" fmla="*/ 11 h 29"/>
                    <a:gd name="T8" fmla="*/ 73 w 73"/>
                    <a:gd name="T9" fmla="*/ 29 h 29"/>
                    <a:gd name="T10" fmla="*/ 18 w 73"/>
                    <a:gd name="T11" fmla="*/ 29 h 29"/>
                    <a:gd name="T12" fmla="*/ 9 w 73"/>
                    <a:gd name="T13" fmla="*/ 20 h 29"/>
                    <a:gd name="T14" fmla="*/ 0 w 73"/>
                    <a:gd name="T15" fmla="*/ 6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48" y="0"/>
                      </a:lnTo>
                      <a:lnTo>
                        <a:pt x="50"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186" name="Freeform 289"/>
                <p:cNvSpPr>
                  <a:spLocks noChangeArrowheads="1"/>
                </p:cNvSpPr>
                <p:nvPr/>
              </p:nvSpPr>
              <p:spPr bwMode="auto">
                <a:xfrm>
                  <a:off x="798" y="3558"/>
                  <a:ext cx="41" cy="12"/>
                </a:xfrm>
                <a:custGeom>
                  <a:avLst/>
                  <a:gdLst>
                    <a:gd name="T0" fmla="*/ 0 w 82"/>
                    <a:gd name="T1" fmla="*/ 36 h 36"/>
                    <a:gd name="T2" fmla="*/ 2 w 82"/>
                    <a:gd name="T3" fmla="*/ 20 h 36"/>
                    <a:gd name="T4" fmla="*/ 7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7"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187" name="Group 290"/>
              <p:cNvGrpSpPr>
                <a:grpSpLocks/>
              </p:cNvGrpSpPr>
              <p:nvPr/>
            </p:nvGrpSpPr>
            <p:grpSpPr bwMode="auto">
              <a:xfrm>
                <a:off x="803" y="3560"/>
                <a:ext cx="49" cy="22"/>
                <a:chOff x="803" y="3560"/>
                <a:chExt cx="49" cy="22"/>
              </a:xfrm>
            </p:grpSpPr>
            <p:sp>
              <p:nvSpPr>
                <p:cNvPr id="425188" name="Freeform 291"/>
                <p:cNvSpPr>
                  <a:spLocks noChangeArrowheads="1"/>
                </p:cNvSpPr>
                <p:nvPr/>
              </p:nvSpPr>
              <p:spPr bwMode="auto">
                <a:xfrm>
                  <a:off x="803" y="3560"/>
                  <a:ext cx="12" cy="22"/>
                </a:xfrm>
                <a:custGeom>
                  <a:avLst/>
                  <a:gdLst>
                    <a:gd name="T0" fmla="*/ 14 w 24"/>
                    <a:gd name="T1" fmla="*/ 68 h 68"/>
                    <a:gd name="T2" fmla="*/ 0 w 24"/>
                    <a:gd name="T3" fmla="*/ 27 h 68"/>
                    <a:gd name="T4" fmla="*/ 10 w 24"/>
                    <a:gd name="T5" fmla="*/ 0 h 68"/>
                    <a:gd name="T6" fmla="*/ 24 w 24"/>
                    <a:gd name="T7" fmla="*/ 31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7"/>
                      </a:lnTo>
                      <a:lnTo>
                        <a:pt x="10" y="0"/>
                      </a:lnTo>
                      <a:lnTo>
                        <a:pt x="24"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189" name="Freeform 292"/>
                <p:cNvSpPr>
                  <a:spLocks noChangeArrowheads="1"/>
                </p:cNvSpPr>
                <p:nvPr/>
              </p:nvSpPr>
              <p:spPr bwMode="auto">
                <a:xfrm>
                  <a:off x="808" y="3560"/>
                  <a:ext cx="36" cy="10"/>
                </a:xfrm>
                <a:custGeom>
                  <a:avLst/>
                  <a:gdLst>
                    <a:gd name="T0" fmla="*/ 1 w 72"/>
                    <a:gd name="T1" fmla="*/ 0 h 29"/>
                    <a:gd name="T2" fmla="*/ 49 w 72"/>
                    <a:gd name="T3" fmla="*/ 0 h 29"/>
                    <a:gd name="T4" fmla="*/ 50 w 72"/>
                    <a:gd name="T5" fmla="*/ 2 h 29"/>
                    <a:gd name="T6" fmla="*/ 57 w 72"/>
                    <a:gd name="T7" fmla="*/ 11 h 29"/>
                    <a:gd name="T8" fmla="*/ 72 w 72"/>
                    <a:gd name="T9" fmla="*/ 29 h 29"/>
                    <a:gd name="T10" fmla="*/ 18 w 72"/>
                    <a:gd name="T11" fmla="*/ 29 h 29"/>
                    <a:gd name="T12" fmla="*/ 9 w 72"/>
                    <a:gd name="T13" fmla="*/ 20 h 29"/>
                    <a:gd name="T14" fmla="*/ 0 w 72"/>
                    <a:gd name="T15" fmla="*/ 5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49" y="0"/>
                      </a:lnTo>
                      <a:lnTo>
                        <a:pt x="50" y="2"/>
                      </a:lnTo>
                      <a:lnTo>
                        <a:pt x="57" y="11"/>
                      </a:lnTo>
                      <a:lnTo>
                        <a:pt x="72"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190" name="Freeform 293"/>
                <p:cNvSpPr>
                  <a:spLocks noChangeArrowheads="1"/>
                </p:cNvSpPr>
                <p:nvPr/>
              </p:nvSpPr>
              <p:spPr bwMode="auto">
                <a:xfrm>
                  <a:off x="811" y="3571"/>
                  <a:ext cx="41" cy="11"/>
                </a:xfrm>
                <a:custGeom>
                  <a:avLst/>
                  <a:gdLst>
                    <a:gd name="T0" fmla="*/ 0 w 83"/>
                    <a:gd name="T1" fmla="*/ 35 h 35"/>
                    <a:gd name="T2" fmla="*/ 3 w 83"/>
                    <a:gd name="T3" fmla="*/ 19 h 35"/>
                    <a:gd name="T4" fmla="*/ 7 w 83"/>
                    <a:gd name="T5" fmla="*/ 7 h 35"/>
                    <a:gd name="T6" fmla="*/ 12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3" y="19"/>
                      </a:lnTo>
                      <a:lnTo>
                        <a:pt x="7" y="7"/>
                      </a:lnTo>
                      <a:lnTo>
                        <a:pt x="12"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191" name="Group 294"/>
              <p:cNvGrpSpPr>
                <a:grpSpLocks/>
              </p:cNvGrpSpPr>
              <p:nvPr/>
            </p:nvGrpSpPr>
            <p:grpSpPr bwMode="auto">
              <a:xfrm>
                <a:off x="815" y="3572"/>
                <a:ext cx="50" cy="23"/>
                <a:chOff x="815" y="3572"/>
                <a:chExt cx="50" cy="23"/>
              </a:xfrm>
            </p:grpSpPr>
            <p:sp>
              <p:nvSpPr>
                <p:cNvPr id="425192" name="Freeform 295"/>
                <p:cNvSpPr>
                  <a:spLocks noChangeArrowheads="1"/>
                </p:cNvSpPr>
                <p:nvPr/>
              </p:nvSpPr>
              <p:spPr bwMode="auto">
                <a:xfrm>
                  <a:off x="815" y="3572"/>
                  <a:ext cx="13" cy="23"/>
                </a:xfrm>
                <a:custGeom>
                  <a:avLst/>
                  <a:gdLst>
                    <a:gd name="T0" fmla="*/ 16 w 25"/>
                    <a:gd name="T1" fmla="*/ 68 h 68"/>
                    <a:gd name="T2" fmla="*/ 0 w 25"/>
                    <a:gd name="T3" fmla="*/ 25 h 68"/>
                    <a:gd name="T4" fmla="*/ 10 w 25"/>
                    <a:gd name="T5" fmla="*/ 0 h 68"/>
                    <a:gd name="T6" fmla="*/ 25 w 25"/>
                    <a:gd name="T7" fmla="*/ 30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5"/>
                      </a:lnTo>
                      <a:lnTo>
                        <a:pt x="10"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193" name="Freeform 296"/>
                <p:cNvSpPr>
                  <a:spLocks noChangeArrowheads="1"/>
                </p:cNvSpPr>
                <p:nvPr/>
              </p:nvSpPr>
              <p:spPr bwMode="auto">
                <a:xfrm>
                  <a:off x="820" y="3573"/>
                  <a:ext cx="37" cy="9"/>
                </a:xfrm>
                <a:custGeom>
                  <a:avLst/>
                  <a:gdLst>
                    <a:gd name="T0" fmla="*/ 1 w 75"/>
                    <a:gd name="T1" fmla="*/ 0 h 29"/>
                    <a:gd name="T2" fmla="*/ 50 w 75"/>
                    <a:gd name="T3" fmla="*/ 0 h 29"/>
                    <a:gd name="T4" fmla="*/ 52 w 75"/>
                    <a:gd name="T5" fmla="*/ 2 h 29"/>
                    <a:gd name="T6" fmla="*/ 56 w 75"/>
                    <a:gd name="T7" fmla="*/ 11 h 29"/>
                    <a:gd name="T8" fmla="*/ 75 w 75"/>
                    <a:gd name="T9" fmla="*/ 29 h 29"/>
                    <a:gd name="T10" fmla="*/ 18 w 75"/>
                    <a:gd name="T11" fmla="*/ 29 h 29"/>
                    <a:gd name="T12" fmla="*/ 10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2"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194" name="Freeform 297"/>
                <p:cNvSpPr>
                  <a:spLocks noChangeArrowheads="1"/>
                </p:cNvSpPr>
                <p:nvPr/>
              </p:nvSpPr>
              <p:spPr bwMode="auto">
                <a:xfrm>
                  <a:off x="824" y="3583"/>
                  <a:ext cx="41" cy="12"/>
                </a:xfrm>
                <a:custGeom>
                  <a:avLst/>
                  <a:gdLst>
                    <a:gd name="T0" fmla="*/ 0 w 82"/>
                    <a:gd name="T1" fmla="*/ 36 h 36"/>
                    <a:gd name="T2" fmla="*/ 1 w 82"/>
                    <a:gd name="T3" fmla="*/ 19 h 36"/>
                    <a:gd name="T4" fmla="*/ 6 w 82"/>
                    <a:gd name="T5" fmla="*/ 7 h 36"/>
                    <a:gd name="T6" fmla="*/ 10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6" y="7"/>
                      </a:lnTo>
                      <a:lnTo>
                        <a:pt x="10"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195" name="Group 298"/>
              <p:cNvGrpSpPr>
                <a:grpSpLocks/>
              </p:cNvGrpSpPr>
              <p:nvPr/>
            </p:nvGrpSpPr>
            <p:grpSpPr bwMode="auto">
              <a:xfrm>
                <a:off x="828" y="3585"/>
                <a:ext cx="49" cy="23"/>
                <a:chOff x="828" y="3585"/>
                <a:chExt cx="49" cy="23"/>
              </a:xfrm>
            </p:grpSpPr>
            <p:sp>
              <p:nvSpPr>
                <p:cNvPr id="425196" name="Freeform 299"/>
                <p:cNvSpPr>
                  <a:spLocks noChangeArrowheads="1"/>
                </p:cNvSpPr>
                <p:nvPr/>
              </p:nvSpPr>
              <p:spPr bwMode="auto">
                <a:xfrm>
                  <a:off x="828" y="3585"/>
                  <a:ext cx="13" cy="23"/>
                </a:xfrm>
                <a:custGeom>
                  <a:avLst/>
                  <a:gdLst>
                    <a:gd name="T0" fmla="*/ 16 w 25"/>
                    <a:gd name="T1" fmla="*/ 68 h 68"/>
                    <a:gd name="T2" fmla="*/ 0 w 25"/>
                    <a:gd name="T3" fmla="*/ 26 h 68"/>
                    <a:gd name="T4" fmla="*/ 9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6"/>
                      </a:lnTo>
                      <a:lnTo>
                        <a:pt x="9"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197" name="Freeform 300"/>
                <p:cNvSpPr>
                  <a:spLocks noChangeArrowheads="1"/>
                </p:cNvSpPr>
                <p:nvPr/>
              </p:nvSpPr>
              <p:spPr bwMode="auto">
                <a:xfrm>
                  <a:off x="833" y="3586"/>
                  <a:ext cx="37" cy="10"/>
                </a:xfrm>
                <a:custGeom>
                  <a:avLst/>
                  <a:gdLst>
                    <a:gd name="T0" fmla="*/ 1 w 75"/>
                    <a:gd name="T1" fmla="*/ 0 h 29"/>
                    <a:gd name="T2" fmla="*/ 50 w 75"/>
                    <a:gd name="T3" fmla="*/ 0 h 29"/>
                    <a:gd name="T4" fmla="*/ 51 w 75"/>
                    <a:gd name="T5" fmla="*/ 2 h 29"/>
                    <a:gd name="T6" fmla="*/ 57 w 75"/>
                    <a:gd name="T7" fmla="*/ 11 h 29"/>
                    <a:gd name="T8" fmla="*/ 75 w 75"/>
                    <a:gd name="T9" fmla="*/ 29 h 29"/>
                    <a:gd name="T10" fmla="*/ 18 w 75"/>
                    <a:gd name="T11" fmla="*/ 29 h 29"/>
                    <a:gd name="T12" fmla="*/ 11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2"/>
                      </a:lnTo>
                      <a:lnTo>
                        <a:pt x="57" y="11"/>
                      </a:lnTo>
                      <a:lnTo>
                        <a:pt x="75" y="29"/>
                      </a:lnTo>
                      <a:lnTo>
                        <a:pt x="18" y="29"/>
                      </a:lnTo>
                      <a:lnTo>
                        <a:pt x="11"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198" name="Freeform 301"/>
                <p:cNvSpPr>
                  <a:spLocks noChangeArrowheads="1"/>
                </p:cNvSpPr>
                <p:nvPr/>
              </p:nvSpPr>
              <p:spPr bwMode="auto">
                <a:xfrm>
                  <a:off x="837" y="3596"/>
                  <a:ext cx="40" cy="12"/>
                </a:xfrm>
                <a:custGeom>
                  <a:avLst/>
                  <a:gdLst>
                    <a:gd name="T0" fmla="*/ 0 w 80"/>
                    <a:gd name="T1" fmla="*/ 36 h 36"/>
                    <a:gd name="T2" fmla="*/ 1 w 80"/>
                    <a:gd name="T3" fmla="*/ 20 h 36"/>
                    <a:gd name="T4" fmla="*/ 5 w 80"/>
                    <a:gd name="T5" fmla="*/ 8 h 36"/>
                    <a:gd name="T6" fmla="*/ 10 w 80"/>
                    <a:gd name="T7" fmla="*/ 0 h 36"/>
                    <a:gd name="T8" fmla="*/ 67 w 80"/>
                    <a:gd name="T9" fmla="*/ 0 h 36"/>
                    <a:gd name="T10" fmla="*/ 80 w 80"/>
                    <a:gd name="T11" fmla="*/ 36 h 36"/>
                    <a:gd name="T12" fmla="*/ 0 w 8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0" h="36">
                      <a:moveTo>
                        <a:pt x="0" y="36"/>
                      </a:moveTo>
                      <a:lnTo>
                        <a:pt x="1" y="20"/>
                      </a:lnTo>
                      <a:lnTo>
                        <a:pt x="5" y="8"/>
                      </a:lnTo>
                      <a:lnTo>
                        <a:pt x="10" y="0"/>
                      </a:lnTo>
                      <a:lnTo>
                        <a:pt x="67" y="0"/>
                      </a:lnTo>
                      <a:lnTo>
                        <a:pt x="80"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199" name="Group 302"/>
              <p:cNvGrpSpPr>
                <a:grpSpLocks/>
              </p:cNvGrpSpPr>
              <p:nvPr/>
            </p:nvGrpSpPr>
            <p:grpSpPr bwMode="auto">
              <a:xfrm>
                <a:off x="840" y="3600"/>
                <a:ext cx="100" cy="73"/>
                <a:chOff x="840" y="3600"/>
                <a:chExt cx="100" cy="73"/>
              </a:xfrm>
            </p:grpSpPr>
            <p:grpSp>
              <p:nvGrpSpPr>
                <p:cNvPr id="425200" name="Group 303"/>
                <p:cNvGrpSpPr>
                  <a:grpSpLocks/>
                </p:cNvGrpSpPr>
                <p:nvPr/>
              </p:nvGrpSpPr>
              <p:grpSpPr bwMode="auto">
                <a:xfrm>
                  <a:off x="840" y="3600"/>
                  <a:ext cx="49" cy="23"/>
                  <a:chOff x="840" y="3600"/>
                  <a:chExt cx="49" cy="23"/>
                </a:xfrm>
              </p:grpSpPr>
              <p:sp>
                <p:nvSpPr>
                  <p:cNvPr id="425201" name="Freeform 304"/>
                  <p:cNvSpPr>
                    <a:spLocks noChangeArrowheads="1"/>
                  </p:cNvSpPr>
                  <p:nvPr/>
                </p:nvSpPr>
                <p:spPr bwMode="auto">
                  <a:xfrm>
                    <a:off x="840" y="3600"/>
                    <a:ext cx="13" cy="23"/>
                  </a:xfrm>
                  <a:custGeom>
                    <a:avLst/>
                    <a:gdLst>
                      <a:gd name="T0" fmla="*/ 15 w 25"/>
                      <a:gd name="T1" fmla="*/ 70 h 70"/>
                      <a:gd name="T2" fmla="*/ 0 w 25"/>
                      <a:gd name="T3" fmla="*/ 27 h 70"/>
                      <a:gd name="T4" fmla="*/ 10 w 25"/>
                      <a:gd name="T5" fmla="*/ 0 h 70"/>
                      <a:gd name="T6" fmla="*/ 25 w 25"/>
                      <a:gd name="T7" fmla="*/ 31 h 70"/>
                      <a:gd name="T8" fmla="*/ 15 w 25"/>
                      <a:gd name="T9" fmla="*/ 70 h 70"/>
                    </a:gdLst>
                    <a:ahLst/>
                    <a:cxnLst>
                      <a:cxn ang="0">
                        <a:pos x="T0" y="T1"/>
                      </a:cxn>
                      <a:cxn ang="0">
                        <a:pos x="T2" y="T3"/>
                      </a:cxn>
                      <a:cxn ang="0">
                        <a:pos x="T4" y="T5"/>
                      </a:cxn>
                      <a:cxn ang="0">
                        <a:pos x="T6" y="T7"/>
                      </a:cxn>
                      <a:cxn ang="0">
                        <a:pos x="T8" y="T9"/>
                      </a:cxn>
                    </a:cxnLst>
                    <a:rect l="0" t="0" r="r" b="b"/>
                    <a:pathLst>
                      <a:path w="25" h="70">
                        <a:moveTo>
                          <a:pt x="15" y="70"/>
                        </a:moveTo>
                        <a:lnTo>
                          <a:pt x="0" y="27"/>
                        </a:lnTo>
                        <a:lnTo>
                          <a:pt x="10" y="0"/>
                        </a:lnTo>
                        <a:lnTo>
                          <a:pt x="25" y="31"/>
                        </a:lnTo>
                        <a:lnTo>
                          <a:pt x="15"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202" name="Freeform 305"/>
                  <p:cNvSpPr>
                    <a:spLocks noChangeArrowheads="1"/>
                  </p:cNvSpPr>
                  <p:nvPr/>
                </p:nvSpPr>
                <p:spPr bwMode="auto">
                  <a:xfrm>
                    <a:off x="845" y="3600"/>
                    <a:ext cx="37" cy="11"/>
                  </a:xfrm>
                  <a:custGeom>
                    <a:avLst/>
                    <a:gdLst>
                      <a:gd name="T0" fmla="*/ 1 w 75"/>
                      <a:gd name="T1" fmla="*/ 0 h 31"/>
                      <a:gd name="T2" fmla="*/ 50 w 75"/>
                      <a:gd name="T3" fmla="*/ 0 h 31"/>
                      <a:gd name="T4" fmla="*/ 52 w 75"/>
                      <a:gd name="T5" fmla="*/ 4 h 31"/>
                      <a:gd name="T6" fmla="*/ 56 w 75"/>
                      <a:gd name="T7" fmla="*/ 13 h 31"/>
                      <a:gd name="T8" fmla="*/ 75 w 75"/>
                      <a:gd name="T9" fmla="*/ 31 h 31"/>
                      <a:gd name="T10" fmla="*/ 18 w 75"/>
                      <a:gd name="T11" fmla="*/ 31 h 31"/>
                      <a:gd name="T12" fmla="*/ 9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2" y="4"/>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203" name="Freeform 306"/>
                  <p:cNvSpPr>
                    <a:spLocks noChangeArrowheads="1"/>
                  </p:cNvSpPr>
                  <p:nvPr/>
                </p:nvSpPr>
                <p:spPr bwMode="auto">
                  <a:xfrm>
                    <a:off x="848" y="3611"/>
                    <a:ext cx="41" cy="12"/>
                  </a:xfrm>
                  <a:custGeom>
                    <a:avLst/>
                    <a:gdLst>
                      <a:gd name="T0" fmla="*/ 0 w 82"/>
                      <a:gd name="T1" fmla="*/ 38 h 38"/>
                      <a:gd name="T2" fmla="*/ 2 w 82"/>
                      <a:gd name="T3" fmla="*/ 22 h 38"/>
                      <a:gd name="T4" fmla="*/ 8 w 82"/>
                      <a:gd name="T5" fmla="*/ 8 h 38"/>
                      <a:gd name="T6" fmla="*/ 12 w 82"/>
                      <a:gd name="T7" fmla="*/ 0 h 38"/>
                      <a:gd name="T8" fmla="*/ 69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2" y="22"/>
                        </a:lnTo>
                        <a:lnTo>
                          <a:pt x="8" y="8"/>
                        </a:lnTo>
                        <a:lnTo>
                          <a:pt x="12"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204" name="Group 307"/>
                <p:cNvGrpSpPr>
                  <a:grpSpLocks/>
                </p:cNvGrpSpPr>
                <p:nvPr/>
              </p:nvGrpSpPr>
              <p:grpSpPr bwMode="auto">
                <a:xfrm>
                  <a:off x="853" y="3612"/>
                  <a:ext cx="48" cy="23"/>
                  <a:chOff x="853" y="3612"/>
                  <a:chExt cx="48" cy="23"/>
                </a:xfrm>
              </p:grpSpPr>
              <p:sp>
                <p:nvSpPr>
                  <p:cNvPr id="425205" name="Freeform 308"/>
                  <p:cNvSpPr>
                    <a:spLocks noChangeArrowheads="1"/>
                  </p:cNvSpPr>
                  <p:nvPr/>
                </p:nvSpPr>
                <p:spPr bwMode="auto">
                  <a:xfrm>
                    <a:off x="853" y="3612"/>
                    <a:ext cx="12" cy="23"/>
                  </a:xfrm>
                  <a:custGeom>
                    <a:avLst/>
                    <a:gdLst>
                      <a:gd name="T0" fmla="*/ 14 w 25"/>
                      <a:gd name="T1" fmla="*/ 69 h 69"/>
                      <a:gd name="T2" fmla="*/ 0 w 25"/>
                      <a:gd name="T3" fmla="*/ 28 h 69"/>
                      <a:gd name="T4" fmla="*/ 10 w 25"/>
                      <a:gd name="T5" fmla="*/ 0 h 69"/>
                      <a:gd name="T6" fmla="*/ 25 w 25"/>
                      <a:gd name="T7" fmla="*/ 32 h 69"/>
                      <a:gd name="T8" fmla="*/ 14 w 25"/>
                      <a:gd name="T9" fmla="*/ 69 h 69"/>
                    </a:gdLst>
                    <a:ahLst/>
                    <a:cxnLst>
                      <a:cxn ang="0">
                        <a:pos x="T0" y="T1"/>
                      </a:cxn>
                      <a:cxn ang="0">
                        <a:pos x="T2" y="T3"/>
                      </a:cxn>
                      <a:cxn ang="0">
                        <a:pos x="T4" y="T5"/>
                      </a:cxn>
                      <a:cxn ang="0">
                        <a:pos x="T6" y="T7"/>
                      </a:cxn>
                      <a:cxn ang="0">
                        <a:pos x="T8" y="T9"/>
                      </a:cxn>
                    </a:cxnLst>
                    <a:rect l="0" t="0" r="r" b="b"/>
                    <a:pathLst>
                      <a:path w="25" h="69">
                        <a:moveTo>
                          <a:pt x="14" y="69"/>
                        </a:moveTo>
                        <a:lnTo>
                          <a:pt x="0" y="28"/>
                        </a:lnTo>
                        <a:lnTo>
                          <a:pt x="10"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206" name="Freeform 309"/>
                  <p:cNvSpPr>
                    <a:spLocks noChangeArrowheads="1"/>
                  </p:cNvSpPr>
                  <p:nvPr/>
                </p:nvSpPr>
                <p:spPr bwMode="auto">
                  <a:xfrm>
                    <a:off x="857" y="3613"/>
                    <a:ext cx="37" cy="10"/>
                  </a:xfrm>
                  <a:custGeom>
                    <a:avLst/>
                    <a:gdLst>
                      <a:gd name="T0" fmla="*/ 1 w 73"/>
                      <a:gd name="T1" fmla="*/ 0 h 32"/>
                      <a:gd name="T2" fmla="*/ 50 w 73"/>
                      <a:gd name="T3" fmla="*/ 0 h 32"/>
                      <a:gd name="T4" fmla="*/ 51 w 73"/>
                      <a:gd name="T5" fmla="*/ 3 h 32"/>
                      <a:gd name="T6" fmla="*/ 56 w 73"/>
                      <a:gd name="T7" fmla="*/ 15 h 32"/>
                      <a:gd name="T8" fmla="*/ 73 w 73"/>
                      <a:gd name="T9" fmla="*/ 32 h 32"/>
                      <a:gd name="T10" fmla="*/ 18 w 73"/>
                      <a:gd name="T11" fmla="*/ 32 h 32"/>
                      <a:gd name="T12" fmla="*/ 9 w 73"/>
                      <a:gd name="T13" fmla="*/ 22 h 32"/>
                      <a:gd name="T14" fmla="*/ 0 w 73"/>
                      <a:gd name="T15" fmla="*/ 7 h 32"/>
                      <a:gd name="T16" fmla="*/ 1 w 73"/>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2">
                        <a:moveTo>
                          <a:pt x="1" y="0"/>
                        </a:moveTo>
                        <a:lnTo>
                          <a:pt x="50" y="0"/>
                        </a:lnTo>
                        <a:lnTo>
                          <a:pt x="51" y="3"/>
                        </a:lnTo>
                        <a:lnTo>
                          <a:pt x="56" y="15"/>
                        </a:lnTo>
                        <a:lnTo>
                          <a:pt x="73" y="32"/>
                        </a:lnTo>
                        <a:lnTo>
                          <a:pt x="18" y="32"/>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207" name="Freeform 310"/>
                  <p:cNvSpPr>
                    <a:spLocks noChangeArrowheads="1"/>
                  </p:cNvSpPr>
                  <p:nvPr/>
                </p:nvSpPr>
                <p:spPr bwMode="auto">
                  <a:xfrm>
                    <a:off x="860" y="3623"/>
                    <a:ext cx="41" cy="12"/>
                  </a:xfrm>
                  <a:custGeom>
                    <a:avLst/>
                    <a:gdLst>
                      <a:gd name="T0" fmla="*/ 0 w 83"/>
                      <a:gd name="T1" fmla="*/ 36 h 36"/>
                      <a:gd name="T2" fmla="*/ 1 w 83"/>
                      <a:gd name="T3" fmla="*/ 21 h 36"/>
                      <a:gd name="T4" fmla="*/ 6 w 83"/>
                      <a:gd name="T5" fmla="*/ 8 h 36"/>
                      <a:gd name="T6" fmla="*/ 13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1"/>
                        </a:lnTo>
                        <a:lnTo>
                          <a:pt x="6" y="8"/>
                        </a:lnTo>
                        <a:lnTo>
                          <a:pt x="13"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208" name="Group 311"/>
                <p:cNvGrpSpPr>
                  <a:grpSpLocks/>
                </p:cNvGrpSpPr>
                <p:nvPr/>
              </p:nvGrpSpPr>
              <p:grpSpPr bwMode="auto">
                <a:xfrm>
                  <a:off x="865" y="3625"/>
                  <a:ext cx="49" cy="23"/>
                  <a:chOff x="865" y="3625"/>
                  <a:chExt cx="49" cy="23"/>
                </a:xfrm>
              </p:grpSpPr>
              <p:sp>
                <p:nvSpPr>
                  <p:cNvPr id="425209" name="Freeform 312"/>
                  <p:cNvSpPr>
                    <a:spLocks noChangeArrowheads="1"/>
                  </p:cNvSpPr>
                  <p:nvPr/>
                </p:nvSpPr>
                <p:spPr bwMode="auto">
                  <a:xfrm>
                    <a:off x="865" y="3625"/>
                    <a:ext cx="12" cy="23"/>
                  </a:xfrm>
                  <a:custGeom>
                    <a:avLst/>
                    <a:gdLst>
                      <a:gd name="T0" fmla="*/ 16 w 25"/>
                      <a:gd name="T1" fmla="*/ 68 h 68"/>
                      <a:gd name="T2" fmla="*/ 0 w 25"/>
                      <a:gd name="T3" fmla="*/ 27 h 68"/>
                      <a:gd name="T4" fmla="*/ 11 w 25"/>
                      <a:gd name="T5" fmla="*/ 0 h 68"/>
                      <a:gd name="T6" fmla="*/ 25 w 25"/>
                      <a:gd name="T7" fmla="*/ 30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210" name="Freeform 313"/>
                  <p:cNvSpPr>
                    <a:spLocks noChangeArrowheads="1"/>
                  </p:cNvSpPr>
                  <p:nvPr/>
                </p:nvSpPr>
                <p:spPr bwMode="auto">
                  <a:xfrm>
                    <a:off x="870" y="3626"/>
                    <a:ext cx="37" cy="9"/>
                  </a:xfrm>
                  <a:custGeom>
                    <a:avLst/>
                    <a:gdLst>
                      <a:gd name="T0" fmla="*/ 1 w 73"/>
                      <a:gd name="T1" fmla="*/ 0 h 29"/>
                      <a:gd name="T2" fmla="*/ 50 w 73"/>
                      <a:gd name="T3" fmla="*/ 0 h 29"/>
                      <a:gd name="T4" fmla="*/ 52 w 73"/>
                      <a:gd name="T5" fmla="*/ 2 h 29"/>
                      <a:gd name="T6" fmla="*/ 56 w 73"/>
                      <a:gd name="T7" fmla="*/ 11 h 29"/>
                      <a:gd name="T8" fmla="*/ 73 w 73"/>
                      <a:gd name="T9" fmla="*/ 29 h 29"/>
                      <a:gd name="T10" fmla="*/ 18 w 73"/>
                      <a:gd name="T11" fmla="*/ 29 h 29"/>
                      <a:gd name="T12" fmla="*/ 9 w 73"/>
                      <a:gd name="T13" fmla="*/ 20 h 29"/>
                      <a:gd name="T14" fmla="*/ 0 w 73"/>
                      <a:gd name="T15" fmla="*/ 6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50" y="0"/>
                        </a:lnTo>
                        <a:lnTo>
                          <a:pt x="52"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211" name="Freeform 314"/>
                  <p:cNvSpPr>
                    <a:spLocks noChangeArrowheads="1"/>
                  </p:cNvSpPr>
                  <p:nvPr/>
                </p:nvSpPr>
                <p:spPr bwMode="auto">
                  <a:xfrm>
                    <a:off x="873" y="3636"/>
                    <a:ext cx="41" cy="12"/>
                  </a:xfrm>
                  <a:custGeom>
                    <a:avLst/>
                    <a:gdLst>
                      <a:gd name="T0" fmla="*/ 0 w 82"/>
                      <a:gd name="T1" fmla="*/ 36 h 36"/>
                      <a:gd name="T2" fmla="*/ 1 w 82"/>
                      <a:gd name="T3" fmla="*/ 19 h 36"/>
                      <a:gd name="T4" fmla="*/ 7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7"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212" name="Group 315"/>
                <p:cNvGrpSpPr>
                  <a:grpSpLocks/>
                </p:cNvGrpSpPr>
                <p:nvPr/>
              </p:nvGrpSpPr>
              <p:grpSpPr bwMode="auto">
                <a:xfrm>
                  <a:off x="878" y="3638"/>
                  <a:ext cx="49" cy="22"/>
                  <a:chOff x="878" y="3638"/>
                  <a:chExt cx="49" cy="22"/>
                </a:xfrm>
              </p:grpSpPr>
              <p:sp>
                <p:nvSpPr>
                  <p:cNvPr id="425213" name="Freeform 316"/>
                  <p:cNvSpPr>
                    <a:spLocks noChangeArrowheads="1"/>
                  </p:cNvSpPr>
                  <p:nvPr/>
                </p:nvSpPr>
                <p:spPr bwMode="auto">
                  <a:xfrm>
                    <a:off x="878" y="3638"/>
                    <a:ext cx="12"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214" name="Freeform 317"/>
                  <p:cNvSpPr>
                    <a:spLocks noChangeArrowheads="1"/>
                  </p:cNvSpPr>
                  <p:nvPr/>
                </p:nvSpPr>
                <p:spPr bwMode="auto">
                  <a:xfrm>
                    <a:off x="883" y="3638"/>
                    <a:ext cx="36" cy="10"/>
                  </a:xfrm>
                  <a:custGeom>
                    <a:avLst/>
                    <a:gdLst>
                      <a:gd name="T0" fmla="*/ 1 w 72"/>
                      <a:gd name="T1" fmla="*/ 0 h 30"/>
                      <a:gd name="T2" fmla="*/ 49 w 72"/>
                      <a:gd name="T3" fmla="*/ 0 h 30"/>
                      <a:gd name="T4" fmla="*/ 51 w 72"/>
                      <a:gd name="T5" fmla="*/ 3 h 30"/>
                      <a:gd name="T6" fmla="*/ 56 w 72"/>
                      <a:gd name="T7" fmla="*/ 12 h 30"/>
                      <a:gd name="T8" fmla="*/ 72 w 72"/>
                      <a:gd name="T9" fmla="*/ 30 h 30"/>
                      <a:gd name="T10" fmla="*/ 18 w 72"/>
                      <a:gd name="T11" fmla="*/ 30 h 30"/>
                      <a:gd name="T12" fmla="*/ 9 w 72"/>
                      <a:gd name="T13" fmla="*/ 21 h 30"/>
                      <a:gd name="T14" fmla="*/ 0 w 72"/>
                      <a:gd name="T15" fmla="*/ 5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49" y="0"/>
                        </a:lnTo>
                        <a:lnTo>
                          <a:pt x="51" y="3"/>
                        </a:lnTo>
                        <a:lnTo>
                          <a:pt x="56" y="12"/>
                        </a:lnTo>
                        <a:lnTo>
                          <a:pt x="72"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215" name="Freeform 318"/>
                  <p:cNvSpPr>
                    <a:spLocks noChangeArrowheads="1"/>
                  </p:cNvSpPr>
                  <p:nvPr/>
                </p:nvSpPr>
                <p:spPr bwMode="auto">
                  <a:xfrm>
                    <a:off x="886" y="3648"/>
                    <a:ext cx="41" cy="12"/>
                  </a:xfrm>
                  <a:custGeom>
                    <a:avLst/>
                    <a:gdLst>
                      <a:gd name="T0" fmla="*/ 0 w 82"/>
                      <a:gd name="T1" fmla="*/ 36 h 36"/>
                      <a:gd name="T2" fmla="*/ 2 w 82"/>
                      <a:gd name="T3" fmla="*/ 19 h 36"/>
                      <a:gd name="T4" fmla="*/ 6 w 82"/>
                      <a:gd name="T5" fmla="*/ 8 h 36"/>
                      <a:gd name="T6" fmla="*/ 11 w 82"/>
                      <a:gd name="T7" fmla="*/ 0 h 36"/>
                      <a:gd name="T8" fmla="*/ 66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1" y="0"/>
                        </a:lnTo>
                        <a:lnTo>
                          <a:pt x="66"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216" name="Group 319"/>
                <p:cNvGrpSpPr>
                  <a:grpSpLocks/>
                </p:cNvGrpSpPr>
                <p:nvPr/>
              </p:nvGrpSpPr>
              <p:grpSpPr bwMode="auto">
                <a:xfrm>
                  <a:off x="890" y="3651"/>
                  <a:ext cx="50" cy="22"/>
                  <a:chOff x="890" y="3651"/>
                  <a:chExt cx="50" cy="22"/>
                </a:xfrm>
              </p:grpSpPr>
              <p:sp>
                <p:nvSpPr>
                  <p:cNvPr id="425217" name="Freeform 320"/>
                  <p:cNvSpPr>
                    <a:spLocks noChangeArrowheads="1"/>
                  </p:cNvSpPr>
                  <p:nvPr/>
                </p:nvSpPr>
                <p:spPr bwMode="auto">
                  <a:xfrm>
                    <a:off x="890" y="3651"/>
                    <a:ext cx="13" cy="22"/>
                  </a:xfrm>
                  <a:custGeom>
                    <a:avLst/>
                    <a:gdLst>
                      <a:gd name="T0" fmla="*/ 16 w 25"/>
                      <a:gd name="T1" fmla="*/ 67 h 67"/>
                      <a:gd name="T2" fmla="*/ 0 w 25"/>
                      <a:gd name="T3" fmla="*/ 26 h 67"/>
                      <a:gd name="T4" fmla="*/ 12 w 25"/>
                      <a:gd name="T5" fmla="*/ 0 h 67"/>
                      <a:gd name="T6" fmla="*/ 25 w 25"/>
                      <a:gd name="T7" fmla="*/ 30 h 67"/>
                      <a:gd name="T8" fmla="*/ 16 w 25"/>
                      <a:gd name="T9" fmla="*/ 67 h 67"/>
                    </a:gdLst>
                    <a:ahLst/>
                    <a:cxnLst>
                      <a:cxn ang="0">
                        <a:pos x="T0" y="T1"/>
                      </a:cxn>
                      <a:cxn ang="0">
                        <a:pos x="T2" y="T3"/>
                      </a:cxn>
                      <a:cxn ang="0">
                        <a:pos x="T4" y="T5"/>
                      </a:cxn>
                      <a:cxn ang="0">
                        <a:pos x="T6" y="T7"/>
                      </a:cxn>
                      <a:cxn ang="0">
                        <a:pos x="T8" y="T9"/>
                      </a:cxn>
                    </a:cxnLst>
                    <a:rect l="0" t="0" r="r" b="b"/>
                    <a:pathLst>
                      <a:path w="25" h="67">
                        <a:moveTo>
                          <a:pt x="16" y="67"/>
                        </a:moveTo>
                        <a:lnTo>
                          <a:pt x="0" y="26"/>
                        </a:lnTo>
                        <a:lnTo>
                          <a:pt x="12" y="0"/>
                        </a:lnTo>
                        <a:lnTo>
                          <a:pt x="25" y="30"/>
                        </a:lnTo>
                        <a:lnTo>
                          <a:pt x="16"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218" name="Freeform 321"/>
                  <p:cNvSpPr>
                    <a:spLocks noChangeArrowheads="1"/>
                  </p:cNvSpPr>
                  <p:nvPr/>
                </p:nvSpPr>
                <p:spPr bwMode="auto">
                  <a:xfrm>
                    <a:off x="895" y="3651"/>
                    <a:ext cx="37" cy="10"/>
                  </a:xfrm>
                  <a:custGeom>
                    <a:avLst/>
                    <a:gdLst>
                      <a:gd name="T0" fmla="*/ 2 w 73"/>
                      <a:gd name="T1" fmla="*/ 0 h 29"/>
                      <a:gd name="T2" fmla="*/ 48 w 73"/>
                      <a:gd name="T3" fmla="*/ 0 h 29"/>
                      <a:gd name="T4" fmla="*/ 51 w 73"/>
                      <a:gd name="T5" fmla="*/ 2 h 29"/>
                      <a:gd name="T6" fmla="*/ 56 w 73"/>
                      <a:gd name="T7" fmla="*/ 11 h 29"/>
                      <a:gd name="T8" fmla="*/ 73 w 73"/>
                      <a:gd name="T9" fmla="*/ 29 h 29"/>
                      <a:gd name="T10" fmla="*/ 18 w 73"/>
                      <a:gd name="T11" fmla="*/ 29 h 29"/>
                      <a:gd name="T12" fmla="*/ 9 w 73"/>
                      <a:gd name="T13" fmla="*/ 20 h 29"/>
                      <a:gd name="T14" fmla="*/ 0 w 73"/>
                      <a:gd name="T15" fmla="*/ 5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48" y="0"/>
                        </a:lnTo>
                        <a:lnTo>
                          <a:pt x="51" y="2"/>
                        </a:lnTo>
                        <a:lnTo>
                          <a:pt x="56" y="11"/>
                        </a:lnTo>
                        <a:lnTo>
                          <a:pt x="73" y="29"/>
                        </a:lnTo>
                        <a:lnTo>
                          <a:pt x="18" y="29"/>
                        </a:lnTo>
                        <a:lnTo>
                          <a:pt x="9"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219" name="Freeform 322"/>
                  <p:cNvSpPr>
                    <a:spLocks noChangeArrowheads="1"/>
                  </p:cNvSpPr>
                  <p:nvPr/>
                </p:nvSpPr>
                <p:spPr bwMode="auto">
                  <a:xfrm>
                    <a:off x="899" y="3662"/>
                    <a:ext cx="41" cy="11"/>
                  </a:xfrm>
                  <a:custGeom>
                    <a:avLst/>
                    <a:gdLst>
                      <a:gd name="T0" fmla="*/ 0 w 83"/>
                      <a:gd name="T1" fmla="*/ 35 h 35"/>
                      <a:gd name="T2" fmla="*/ 2 w 83"/>
                      <a:gd name="T3" fmla="*/ 19 h 35"/>
                      <a:gd name="T4" fmla="*/ 7 w 83"/>
                      <a:gd name="T5" fmla="*/ 7 h 35"/>
                      <a:gd name="T6" fmla="*/ 11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2" y="19"/>
                        </a:lnTo>
                        <a:lnTo>
                          <a:pt x="7" y="7"/>
                        </a:lnTo>
                        <a:lnTo>
                          <a:pt x="11"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grpSp>
            <p:nvGrpSpPr>
              <p:cNvPr id="425220" name="Group 323"/>
              <p:cNvGrpSpPr>
                <a:grpSpLocks/>
              </p:cNvGrpSpPr>
              <p:nvPr/>
            </p:nvGrpSpPr>
            <p:grpSpPr bwMode="auto">
              <a:xfrm>
                <a:off x="903" y="3665"/>
                <a:ext cx="99" cy="74"/>
                <a:chOff x="903" y="3665"/>
                <a:chExt cx="99" cy="74"/>
              </a:xfrm>
            </p:grpSpPr>
            <p:grpSp>
              <p:nvGrpSpPr>
                <p:cNvPr id="425221" name="Group 324"/>
                <p:cNvGrpSpPr>
                  <a:grpSpLocks/>
                </p:cNvGrpSpPr>
                <p:nvPr/>
              </p:nvGrpSpPr>
              <p:grpSpPr bwMode="auto">
                <a:xfrm>
                  <a:off x="903" y="3665"/>
                  <a:ext cx="49" cy="23"/>
                  <a:chOff x="903" y="3665"/>
                  <a:chExt cx="49" cy="23"/>
                </a:xfrm>
              </p:grpSpPr>
              <p:sp>
                <p:nvSpPr>
                  <p:cNvPr id="425222" name="Freeform 325"/>
                  <p:cNvSpPr>
                    <a:spLocks noChangeArrowheads="1"/>
                  </p:cNvSpPr>
                  <p:nvPr/>
                </p:nvSpPr>
                <p:spPr bwMode="auto">
                  <a:xfrm>
                    <a:off x="903" y="3665"/>
                    <a:ext cx="12" cy="23"/>
                  </a:xfrm>
                  <a:custGeom>
                    <a:avLst/>
                    <a:gdLst>
                      <a:gd name="T0" fmla="*/ 16 w 25"/>
                      <a:gd name="T1" fmla="*/ 69 h 69"/>
                      <a:gd name="T2" fmla="*/ 0 w 25"/>
                      <a:gd name="T3" fmla="*/ 27 h 69"/>
                      <a:gd name="T4" fmla="*/ 10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0"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223" name="Freeform 326"/>
                  <p:cNvSpPr>
                    <a:spLocks noChangeArrowheads="1"/>
                  </p:cNvSpPr>
                  <p:nvPr/>
                </p:nvSpPr>
                <p:spPr bwMode="auto">
                  <a:xfrm>
                    <a:off x="907" y="3666"/>
                    <a:ext cx="37" cy="10"/>
                  </a:xfrm>
                  <a:custGeom>
                    <a:avLst/>
                    <a:gdLst>
                      <a:gd name="T0" fmla="*/ 1 w 73"/>
                      <a:gd name="T1" fmla="*/ 0 h 31"/>
                      <a:gd name="T2" fmla="*/ 49 w 73"/>
                      <a:gd name="T3" fmla="*/ 0 h 31"/>
                      <a:gd name="T4" fmla="*/ 51 w 73"/>
                      <a:gd name="T5" fmla="*/ 4 h 31"/>
                      <a:gd name="T6" fmla="*/ 56 w 73"/>
                      <a:gd name="T7" fmla="*/ 13 h 31"/>
                      <a:gd name="T8" fmla="*/ 73 w 73"/>
                      <a:gd name="T9" fmla="*/ 31 h 31"/>
                      <a:gd name="T10" fmla="*/ 18 w 73"/>
                      <a:gd name="T11" fmla="*/ 31 h 31"/>
                      <a:gd name="T12" fmla="*/ 10 w 73"/>
                      <a:gd name="T13" fmla="*/ 22 h 31"/>
                      <a:gd name="T14" fmla="*/ 0 w 73"/>
                      <a:gd name="T15" fmla="*/ 7 h 31"/>
                      <a:gd name="T16" fmla="*/ 1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1" y="0"/>
                        </a:moveTo>
                        <a:lnTo>
                          <a:pt x="49" y="0"/>
                        </a:lnTo>
                        <a:lnTo>
                          <a:pt x="51" y="4"/>
                        </a:lnTo>
                        <a:lnTo>
                          <a:pt x="56" y="13"/>
                        </a:lnTo>
                        <a:lnTo>
                          <a:pt x="73" y="31"/>
                        </a:lnTo>
                        <a:lnTo>
                          <a:pt x="18" y="31"/>
                        </a:lnTo>
                        <a:lnTo>
                          <a:pt x="10"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224" name="Freeform 327"/>
                  <p:cNvSpPr>
                    <a:spLocks noChangeArrowheads="1"/>
                  </p:cNvSpPr>
                  <p:nvPr/>
                </p:nvSpPr>
                <p:spPr bwMode="auto">
                  <a:xfrm>
                    <a:off x="911" y="3676"/>
                    <a:ext cx="41" cy="12"/>
                  </a:xfrm>
                  <a:custGeom>
                    <a:avLst/>
                    <a:gdLst>
                      <a:gd name="T0" fmla="*/ 0 w 82"/>
                      <a:gd name="T1" fmla="*/ 36 h 36"/>
                      <a:gd name="T2" fmla="*/ 2 w 82"/>
                      <a:gd name="T3" fmla="*/ 20 h 36"/>
                      <a:gd name="T4" fmla="*/ 6 w 82"/>
                      <a:gd name="T5" fmla="*/ 7 h 36"/>
                      <a:gd name="T6" fmla="*/ 11 w 82"/>
                      <a:gd name="T7" fmla="*/ 0 h 36"/>
                      <a:gd name="T8" fmla="*/ 66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6" y="7"/>
                        </a:lnTo>
                        <a:lnTo>
                          <a:pt x="11" y="0"/>
                        </a:lnTo>
                        <a:lnTo>
                          <a:pt x="66"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225" name="Group 328"/>
                <p:cNvGrpSpPr>
                  <a:grpSpLocks/>
                </p:cNvGrpSpPr>
                <p:nvPr/>
              </p:nvGrpSpPr>
              <p:grpSpPr bwMode="auto">
                <a:xfrm>
                  <a:off x="914" y="3678"/>
                  <a:ext cx="49" cy="23"/>
                  <a:chOff x="914" y="3678"/>
                  <a:chExt cx="49" cy="23"/>
                </a:xfrm>
              </p:grpSpPr>
              <p:sp>
                <p:nvSpPr>
                  <p:cNvPr id="425226" name="Freeform 329"/>
                  <p:cNvSpPr>
                    <a:spLocks noChangeArrowheads="1"/>
                  </p:cNvSpPr>
                  <p:nvPr/>
                </p:nvSpPr>
                <p:spPr bwMode="auto">
                  <a:xfrm>
                    <a:off x="914" y="3678"/>
                    <a:ext cx="13" cy="23"/>
                  </a:xfrm>
                  <a:custGeom>
                    <a:avLst/>
                    <a:gdLst>
                      <a:gd name="T0" fmla="*/ 14 w 25"/>
                      <a:gd name="T1" fmla="*/ 70 h 70"/>
                      <a:gd name="T2" fmla="*/ 0 w 25"/>
                      <a:gd name="T3" fmla="*/ 27 h 70"/>
                      <a:gd name="T4" fmla="*/ 9 w 25"/>
                      <a:gd name="T5" fmla="*/ 0 h 70"/>
                      <a:gd name="T6" fmla="*/ 25 w 25"/>
                      <a:gd name="T7" fmla="*/ 31 h 70"/>
                      <a:gd name="T8" fmla="*/ 14 w 25"/>
                      <a:gd name="T9" fmla="*/ 70 h 70"/>
                    </a:gdLst>
                    <a:ahLst/>
                    <a:cxnLst>
                      <a:cxn ang="0">
                        <a:pos x="T0" y="T1"/>
                      </a:cxn>
                      <a:cxn ang="0">
                        <a:pos x="T2" y="T3"/>
                      </a:cxn>
                      <a:cxn ang="0">
                        <a:pos x="T4" y="T5"/>
                      </a:cxn>
                      <a:cxn ang="0">
                        <a:pos x="T6" y="T7"/>
                      </a:cxn>
                      <a:cxn ang="0">
                        <a:pos x="T8" y="T9"/>
                      </a:cxn>
                    </a:cxnLst>
                    <a:rect l="0" t="0" r="r" b="b"/>
                    <a:pathLst>
                      <a:path w="25" h="70">
                        <a:moveTo>
                          <a:pt x="14" y="70"/>
                        </a:moveTo>
                        <a:lnTo>
                          <a:pt x="0" y="27"/>
                        </a:lnTo>
                        <a:lnTo>
                          <a:pt x="9" y="0"/>
                        </a:lnTo>
                        <a:lnTo>
                          <a:pt x="25" y="31"/>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227" name="Freeform 330"/>
                  <p:cNvSpPr>
                    <a:spLocks noChangeArrowheads="1"/>
                  </p:cNvSpPr>
                  <p:nvPr/>
                </p:nvSpPr>
                <p:spPr bwMode="auto">
                  <a:xfrm>
                    <a:off x="919" y="3678"/>
                    <a:ext cx="38" cy="10"/>
                  </a:xfrm>
                  <a:custGeom>
                    <a:avLst/>
                    <a:gdLst>
                      <a:gd name="T0" fmla="*/ 1 w 75"/>
                      <a:gd name="T1" fmla="*/ 0 h 30"/>
                      <a:gd name="T2" fmla="*/ 50 w 75"/>
                      <a:gd name="T3" fmla="*/ 0 h 30"/>
                      <a:gd name="T4" fmla="*/ 51 w 75"/>
                      <a:gd name="T5" fmla="*/ 3 h 30"/>
                      <a:gd name="T6" fmla="*/ 57 w 75"/>
                      <a:gd name="T7" fmla="*/ 12 h 30"/>
                      <a:gd name="T8" fmla="*/ 75 w 75"/>
                      <a:gd name="T9" fmla="*/ 30 h 30"/>
                      <a:gd name="T10" fmla="*/ 19 w 75"/>
                      <a:gd name="T11" fmla="*/ 30 h 30"/>
                      <a:gd name="T12" fmla="*/ 11 w 75"/>
                      <a:gd name="T13" fmla="*/ 20 h 30"/>
                      <a:gd name="T14" fmla="*/ 0 w 75"/>
                      <a:gd name="T15" fmla="*/ 6 h 30"/>
                      <a:gd name="T16" fmla="*/ 1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1" y="0"/>
                        </a:moveTo>
                        <a:lnTo>
                          <a:pt x="50" y="0"/>
                        </a:lnTo>
                        <a:lnTo>
                          <a:pt x="51" y="3"/>
                        </a:lnTo>
                        <a:lnTo>
                          <a:pt x="57" y="12"/>
                        </a:lnTo>
                        <a:lnTo>
                          <a:pt x="75" y="30"/>
                        </a:lnTo>
                        <a:lnTo>
                          <a:pt x="19" y="30"/>
                        </a:lnTo>
                        <a:lnTo>
                          <a:pt x="11"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228" name="Freeform 331"/>
                  <p:cNvSpPr>
                    <a:spLocks noChangeArrowheads="1"/>
                  </p:cNvSpPr>
                  <p:nvPr/>
                </p:nvSpPr>
                <p:spPr bwMode="auto">
                  <a:xfrm>
                    <a:off x="922" y="3688"/>
                    <a:ext cx="41" cy="13"/>
                  </a:xfrm>
                  <a:custGeom>
                    <a:avLst/>
                    <a:gdLst>
                      <a:gd name="T0" fmla="*/ 0 w 81"/>
                      <a:gd name="T1" fmla="*/ 38 h 38"/>
                      <a:gd name="T2" fmla="*/ 2 w 81"/>
                      <a:gd name="T3" fmla="*/ 21 h 38"/>
                      <a:gd name="T4" fmla="*/ 8 w 81"/>
                      <a:gd name="T5" fmla="*/ 8 h 38"/>
                      <a:gd name="T6" fmla="*/ 12 w 81"/>
                      <a:gd name="T7" fmla="*/ 0 h 38"/>
                      <a:gd name="T8" fmla="*/ 68 w 81"/>
                      <a:gd name="T9" fmla="*/ 0 h 38"/>
                      <a:gd name="T10" fmla="*/ 81 w 81"/>
                      <a:gd name="T11" fmla="*/ 38 h 38"/>
                      <a:gd name="T12" fmla="*/ 0 w 81"/>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1" h="38">
                        <a:moveTo>
                          <a:pt x="0" y="38"/>
                        </a:moveTo>
                        <a:lnTo>
                          <a:pt x="2" y="21"/>
                        </a:lnTo>
                        <a:lnTo>
                          <a:pt x="8" y="8"/>
                        </a:lnTo>
                        <a:lnTo>
                          <a:pt x="12" y="0"/>
                        </a:lnTo>
                        <a:lnTo>
                          <a:pt x="68" y="0"/>
                        </a:lnTo>
                        <a:lnTo>
                          <a:pt x="81"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229" name="Group 332"/>
                <p:cNvGrpSpPr>
                  <a:grpSpLocks/>
                </p:cNvGrpSpPr>
                <p:nvPr/>
              </p:nvGrpSpPr>
              <p:grpSpPr bwMode="auto">
                <a:xfrm>
                  <a:off x="928" y="3690"/>
                  <a:ext cx="48" cy="23"/>
                  <a:chOff x="928" y="3690"/>
                  <a:chExt cx="48" cy="23"/>
                </a:xfrm>
              </p:grpSpPr>
              <p:sp>
                <p:nvSpPr>
                  <p:cNvPr id="425230" name="Freeform 333"/>
                  <p:cNvSpPr>
                    <a:spLocks noChangeArrowheads="1"/>
                  </p:cNvSpPr>
                  <p:nvPr/>
                </p:nvSpPr>
                <p:spPr bwMode="auto">
                  <a:xfrm>
                    <a:off x="928" y="3690"/>
                    <a:ext cx="12" cy="23"/>
                  </a:xfrm>
                  <a:custGeom>
                    <a:avLst/>
                    <a:gdLst>
                      <a:gd name="T0" fmla="*/ 13 w 25"/>
                      <a:gd name="T1" fmla="*/ 70 h 70"/>
                      <a:gd name="T2" fmla="*/ 0 w 25"/>
                      <a:gd name="T3" fmla="*/ 29 h 70"/>
                      <a:gd name="T4" fmla="*/ 9 w 25"/>
                      <a:gd name="T5" fmla="*/ 0 h 70"/>
                      <a:gd name="T6" fmla="*/ 25 w 25"/>
                      <a:gd name="T7" fmla="*/ 33 h 70"/>
                      <a:gd name="T8" fmla="*/ 13 w 25"/>
                      <a:gd name="T9" fmla="*/ 70 h 70"/>
                    </a:gdLst>
                    <a:ahLst/>
                    <a:cxnLst>
                      <a:cxn ang="0">
                        <a:pos x="T0" y="T1"/>
                      </a:cxn>
                      <a:cxn ang="0">
                        <a:pos x="T2" y="T3"/>
                      </a:cxn>
                      <a:cxn ang="0">
                        <a:pos x="T4" y="T5"/>
                      </a:cxn>
                      <a:cxn ang="0">
                        <a:pos x="T6" y="T7"/>
                      </a:cxn>
                      <a:cxn ang="0">
                        <a:pos x="T8" y="T9"/>
                      </a:cxn>
                    </a:cxnLst>
                    <a:rect l="0" t="0" r="r" b="b"/>
                    <a:pathLst>
                      <a:path w="25" h="70">
                        <a:moveTo>
                          <a:pt x="13" y="70"/>
                        </a:moveTo>
                        <a:lnTo>
                          <a:pt x="0" y="29"/>
                        </a:lnTo>
                        <a:lnTo>
                          <a:pt x="9" y="0"/>
                        </a:lnTo>
                        <a:lnTo>
                          <a:pt x="25" y="33"/>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231" name="Freeform 334"/>
                  <p:cNvSpPr>
                    <a:spLocks noChangeArrowheads="1"/>
                  </p:cNvSpPr>
                  <p:nvPr/>
                </p:nvSpPr>
                <p:spPr bwMode="auto">
                  <a:xfrm>
                    <a:off x="932" y="3691"/>
                    <a:ext cx="38" cy="10"/>
                  </a:xfrm>
                  <a:custGeom>
                    <a:avLst/>
                    <a:gdLst>
                      <a:gd name="T0" fmla="*/ 2 w 75"/>
                      <a:gd name="T1" fmla="*/ 0 h 31"/>
                      <a:gd name="T2" fmla="*/ 50 w 75"/>
                      <a:gd name="T3" fmla="*/ 0 h 31"/>
                      <a:gd name="T4" fmla="*/ 52 w 75"/>
                      <a:gd name="T5" fmla="*/ 2 h 31"/>
                      <a:gd name="T6" fmla="*/ 57 w 75"/>
                      <a:gd name="T7" fmla="*/ 11 h 31"/>
                      <a:gd name="T8" fmla="*/ 75 w 75"/>
                      <a:gd name="T9" fmla="*/ 31 h 31"/>
                      <a:gd name="T10" fmla="*/ 19 w 75"/>
                      <a:gd name="T11" fmla="*/ 31 h 31"/>
                      <a:gd name="T12" fmla="*/ 10 w 75"/>
                      <a:gd name="T13" fmla="*/ 22 h 31"/>
                      <a:gd name="T14" fmla="*/ 0 w 75"/>
                      <a:gd name="T15" fmla="*/ 6 h 31"/>
                      <a:gd name="T16" fmla="*/ 2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2" y="0"/>
                        </a:moveTo>
                        <a:lnTo>
                          <a:pt x="50" y="0"/>
                        </a:lnTo>
                        <a:lnTo>
                          <a:pt x="52" y="2"/>
                        </a:lnTo>
                        <a:lnTo>
                          <a:pt x="57" y="11"/>
                        </a:lnTo>
                        <a:lnTo>
                          <a:pt x="75" y="31"/>
                        </a:lnTo>
                        <a:lnTo>
                          <a:pt x="19" y="31"/>
                        </a:lnTo>
                        <a:lnTo>
                          <a:pt x="10"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232" name="Freeform 335"/>
                  <p:cNvSpPr>
                    <a:spLocks noChangeArrowheads="1"/>
                  </p:cNvSpPr>
                  <p:nvPr/>
                </p:nvSpPr>
                <p:spPr bwMode="auto">
                  <a:xfrm>
                    <a:off x="935" y="3701"/>
                    <a:ext cx="41" cy="12"/>
                  </a:xfrm>
                  <a:custGeom>
                    <a:avLst/>
                    <a:gdLst>
                      <a:gd name="T0" fmla="*/ 0 w 83"/>
                      <a:gd name="T1" fmla="*/ 36 h 36"/>
                      <a:gd name="T2" fmla="*/ 2 w 83"/>
                      <a:gd name="T3" fmla="*/ 19 h 36"/>
                      <a:gd name="T4" fmla="*/ 8 w 83"/>
                      <a:gd name="T5" fmla="*/ 7 h 36"/>
                      <a:gd name="T6" fmla="*/ 13 w 83"/>
                      <a:gd name="T7" fmla="*/ 0 h 36"/>
                      <a:gd name="T8" fmla="*/ 69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19"/>
                        </a:lnTo>
                        <a:lnTo>
                          <a:pt x="8" y="7"/>
                        </a:lnTo>
                        <a:lnTo>
                          <a:pt x="13" y="0"/>
                        </a:lnTo>
                        <a:lnTo>
                          <a:pt x="69"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233" name="Group 336"/>
                <p:cNvGrpSpPr>
                  <a:grpSpLocks/>
                </p:cNvGrpSpPr>
                <p:nvPr/>
              </p:nvGrpSpPr>
              <p:grpSpPr bwMode="auto">
                <a:xfrm>
                  <a:off x="940" y="3703"/>
                  <a:ext cx="49" cy="23"/>
                  <a:chOff x="940" y="3703"/>
                  <a:chExt cx="49" cy="23"/>
                </a:xfrm>
              </p:grpSpPr>
              <p:sp>
                <p:nvSpPr>
                  <p:cNvPr id="425234" name="Freeform 337"/>
                  <p:cNvSpPr>
                    <a:spLocks noChangeArrowheads="1"/>
                  </p:cNvSpPr>
                  <p:nvPr/>
                </p:nvSpPr>
                <p:spPr bwMode="auto">
                  <a:xfrm>
                    <a:off x="940" y="3703"/>
                    <a:ext cx="13" cy="23"/>
                  </a:xfrm>
                  <a:custGeom>
                    <a:avLst/>
                    <a:gdLst>
                      <a:gd name="T0" fmla="*/ 15 w 25"/>
                      <a:gd name="T1" fmla="*/ 68 h 68"/>
                      <a:gd name="T2" fmla="*/ 0 w 25"/>
                      <a:gd name="T3" fmla="*/ 27 h 68"/>
                      <a:gd name="T4" fmla="*/ 9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7"/>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235" name="Freeform 338"/>
                  <p:cNvSpPr>
                    <a:spLocks noChangeArrowheads="1"/>
                  </p:cNvSpPr>
                  <p:nvPr/>
                </p:nvSpPr>
                <p:spPr bwMode="auto">
                  <a:xfrm>
                    <a:off x="945" y="3703"/>
                    <a:ext cx="37" cy="10"/>
                  </a:xfrm>
                  <a:custGeom>
                    <a:avLst/>
                    <a:gdLst>
                      <a:gd name="T0" fmla="*/ 2 w 75"/>
                      <a:gd name="T1" fmla="*/ 0 h 30"/>
                      <a:gd name="T2" fmla="*/ 52 w 75"/>
                      <a:gd name="T3" fmla="*/ 0 h 30"/>
                      <a:gd name="T4" fmla="*/ 53 w 75"/>
                      <a:gd name="T5" fmla="*/ 3 h 30"/>
                      <a:gd name="T6" fmla="*/ 57 w 75"/>
                      <a:gd name="T7" fmla="*/ 12 h 30"/>
                      <a:gd name="T8" fmla="*/ 75 w 75"/>
                      <a:gd name="T9" fmla="*/ 30 h 30"/>
                      <a:gd name="T10" fmla="*/ 19 w 75"/>
                      <a:gd name="T11" fmla="*/ 30 h 30"/>
                      <a:gd name="T12" fmla="*/ 10 w 75"/>
                      <a:gd name="T13" fmla="*/ 21 h 30"/>
                      <a:gd name="T14" fmla="*/ 0 w 75"/>
                      <a:gd name="T15" fmla="*/ 7 h 30"/>
                      <a:gd name="T16" fmla="*/ 2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2" y="0"/>
                        </a:moveTo>
                        <a:lnTo>
                          <a:pt x="52" y="0"/>
                        </a:lnTo>
                        <a:lnTo>
                          <a:pt x="53" y="3"/>
                        </a:lnTo>
                        <a:lnTo>
                          <a:pt x="57" y="12"/>
                        </a:lnTo>
                        <a:lnTo>
                          <a:pt x="75" y="30"/>
                        </a:lnTo>
                        <a:lnTo>
                          <a:pt x="19" y="30"/>
                        </a:lnTo>
                        <a:lnTo>
                          <a:pt x="10" y="21"/>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236" name="Freeform 339"/>
                  <p:cNvSpPr>
                    <a:spLocks noChangeArrowheads="1"/>
                  </p:cNvSpPr>
                  <p:nvPr/>
                </p:nvSpPr>
                <p:spPr bwMode="auto">
                  <a:xfrm>
                    <a:off x="948" y="3714"/>
                    <a:ext cx="41" cy="12"/>
                  </a:xfrm>
                  <a:custGeom>
                    <a:avLst/>
                    <a:gdLst>
                      <a:gd name="T0" fmla="*/ 0 w 82"/>
                      <a:gd name="T1" fmla="*/ 36 h 36"/>
                      <a:gd name="T2" fmla="*/ 1 w 82"/>
                      <a:gd name="T3" fmla="*/ 19 h 36"/>
                      <a:gd name="T4" fmla="*/ 7 w 82"/>
                      <a:gd name="T5" fmla="*/ 8 h 36"/>
                      <a:gd name="T6" fmla="*/ 12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7" y="8"/>
                        </a:lnTo>
                        <a:lnTo>
                          <a:pt x="12"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237" name="Group 340"/>
                <p:cNvGrpSpPr>
                  <a:grpSpLocks/>
                </p:cNvGrpSpPr>
                <p:nvPr/>
              </p:nvGrpSpPr>
              <p:grpSpPr bwMode="auto">
                <a:xfrm>
                  <a:off x="953" y="3716"/>
                  <a:ext cx="49" cy="23"/>
                  <a:chOff x="953" y="3716"/>
                  <a:chExt cx="49" cy="23"/>
                </a:xfrm>
              </p:grpSpPr>
              <p:sp>
                <p:nvSpPr>
                  <p:cNvPr id="425238" name="Freeform 341"/>
                  <p:cNvSpPr>
                    <a:spLocks noChangeArrowheads="1"/>
                  </p:cNvSpPr>
                  <p:nvPr/>
                </p:nvSpPr>
                <p:spPr bwMode="auto">
                  <a:xfrm>
                    <a:off x="953" y="3716"/>
                    <a:ext cx="12" cy="23"/>
                  </a:xfrm>
                  <a:custGeom>
                    <a:avLst/>
                    <a:gdLst>
                      <a:gd name="T0" fmla="*/ 14 w 23"/>
                      <a:gd name="T1" fmla="*/ 68 h 68"/>
                      <a:gd name="T2" fmla="*/ 0 w 23"/>
                      <a:gd name="T3" fmla="*/ 27 h 68"/>
                      <a:gd name="T4" fmla="*/ 9 w 23"/>
                      <a:gd name="T5" fmla="*/ 0 h 68"/>
                      <a:gd name="T6" fmla="*/ 23 w 23"/>
                      <a:gd name="T7" fmla="*/ 30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7"/>
                        </a:lnTo>
                        <a:lnTo>
                          <a:pt x="9" y="0"/>
                        </a:lnTo>
                        <a:lnTo>
                          <a:pt x="23" y="30"/>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239" name="Freeform 342"/>
                  <p:cNvSpPr>
                    <a:spLocks noChangeArrowheads="1"/>
                  </p:cNvSpPr>
                  <p:nvPr/>
                </p:nvSpPr>
                <p:spPr bwMode="auto">
                  <a:xfrm>
                    <a:off x="958" y="3717"/>
                    <a:ext cx="37" cy="9"/>
                  </a:xfrm>
                  <a:custGeom>
                    <a:avLst/>
                    <a:gdLst>
                      <a:gd name="T0" fmla="*/ 1 w 75"/>
                      <a:gd name="T1" fmla="*/ 0 h 29"/>
                      <a:gd name="T2" fmla="*/ 50 w 75"/>
                      <a:gd name="T3" fmla="*/ 0 h 29"/>
                      <a:gd name="T4" fmla="*/ 51 w 75"/>
                      <a:gd name="T5" fmla="*/ 3 h 29"/>
                      <a:gd name="T6" fmla="*/ 56 w 75"/>
                      <a:gd name="T7" fmla="*/ 11 h 29"/>
                      <a:gd name="T8" fmla="*/ 75 w 75"/>
                      <a:gd name="T9" fmla="*/ 29 h 29"/>
                      <a:gd name="T10" fmla="*/ 18 w 75"/>
                      <a:gd name="T11" fmla="*/ 29 h 29"/>
                      <a:gd name="T12" fmla="*/ 9 w 75"/>
                      <a:gd name="T13" fmla="*/ 20 h 29"/>
                      <a:gd name="T14" fmla="*/ 0 w 75"/>
                      <a:gd name="T15" fmla="*/ 6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3"/>
                        </a:lnTo>
                        <a:lnTo>
                          <a:pt x="56" y="11"/>
                        </a:lnTo>
                        <a:lnTo>
                          <a:pt x="75"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240" name="Freeform 343"/>
                  <p:cNvSpPr>
                    <a:spLocks noChangeArrowheads="1"/>
                  </p:cNvSpPr>
                  <p:nvPr/>
                </p:nvSpPr>
                <p:spPr bwMode="auto">
                  <a:xfrm>
                    <a:off x="961" y="3727"/>
                    <a:ext cx="41" cy="12"/>
                  </a:xfrm>
                  <a:custGeom>
                    <a:avLst/>
                    <a:gdLst>
                      <a:gd name="T0" fmla="*/ 0 w 82"/>
                      <a:gd name="T1" fmla="*/ 36 h 36"/>
                      <a:gd name="T2" fmla="*/ 2 w 82"/>
                      <a:gd name="T3" fmla="*/ 19 h 36"/>
                      <a:gd name="T4" fmla="*/ 6 w 82"/>
                      <a:gd name="T5" fmla="*/ 7 h 36"/>
                      <a:gd name="T6" fmla="*/ 11 w 82"/>
                      <a:gd name="T7" fmla="*/ 0 h 36"/>
                      <a:gd name="T8" fmla="*/ 69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7"/>
                        </a:lnTo>
                        <a:lnTo>
                          <a:pt x="11"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grpSp>
            <p:nvGrpSpPr>
              <p:cNvPr id="425241" name="Group 344"/>
              <p:cNvGrpSpPr>
                <a:grpSpLocks/>
              </p:cNvGrpSpPr>
              <p:nvPr/>
            </p:nvGrpSpPr>
            <p:grpSpPr bwMode="auto">
              <a:xfrm>
                <a:off x="963" y="3727"/>
                <a:ext cx="49" cy="23"/>
                <a:chOff x="963" y="3727"/>
                <a:chExt cx="49" cy="23"/>
              </a:xfrm>
            </p:grpSpPr>
            <p:sp>
              <p:nvSpPr>
                <p:cNvPr id="425242" name="Freeform 345"/>
                <p:cNvSpPr>
                  <a:spLocks noChangeArrowheads="1"/>
                </p:cNvSpPr>
                <p:nvPr/>
              </p:nvSpPr>
              <p:spPr bwMode="auto">
                <a:xfrm>
                  <a:off x="963" y="3727"/>
                  <a:ext cx="13" cy="23"/>
                </a:xfrm>
                <a:custGeom>
                  <a:avLst/>
                  <a:gdLst>
                    <a:gd name="T0" fmla="*/ 16 w 25"/>
                    <a:gd name="T1" fmla="*/ 69 h 69"/>
                    <a:gd name="T2" fmla="*/ 0 w 25"/>
                    <a:gd name="T3" fmla="*/ 27 h 69"/>
                    <a:gd name="T4" fmla="*/ 11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1"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243" name="Freeform 346"/>
                <p:cNvSpPr>
                  <a:spLocks noChangeArrowheads="1"/>
                </p:cNvSpPr>
                <p:nvPr/>
              </p:nvSpPr>
              <p:spPr bwMode="auto">
                <a:xfrm>
                  <a:off x="968" y="3728"/>
                  <a:ext cx="37" cy="10"/>
                </a:xfrm>
                <a:custGeom>
                  <a:avLst/>
                  <a:gdLst>
                    <a:gd name="T0" fmla="*/ 1 w 73"/>
                    <a:gd name="T1" fmla="*/ 0 h 31"/>
                    <a:gd name="T2" fmla="*/ 48 w 73"/>
                    <a:gd name="T3" fmla="*/ 0 h 31"/>
                    <a:gd name="T4" fmla="*/ 50 w 73"/>
                    <a:gd name="T5" fmla="*/ 4 h 31"/>
                    <a:gd name="T6" fmla="*/ 56 w 73"/>
                    <a:gd name="T7" fmla="*/ 13 h 31"/>
                    <a:gd name="T8" fmla="*/ 73 w 73"/>
                    <a:gd name="T9" fmla="*/ 31 h 31"/>
                    <a:gd name="T10" fmla="*/ 18 w 73"/>
                    <a:gd name="T11" fmla="*/ 31 h 31"/>
                    <a:gd name="T12" fmla="*/ 9 w 73"/>
                    <a:gd name="T13" fmla="*/ 22 h 31"/>
                    <a:gd name="T14" fmla="*/ 0 w 73"/>
                    <a:gd name="T15" fmla="*/ 7 h 31"/>
                    <a:gd name="T16" fmla="*/ 1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1" y="0"/>
                      </a:moveTo>
                      <a:lnTo>
                        <a:pt x="48" y="0"/>
                      </a:lnTo>
                      <a:lnTo>
                        <a:pt x="50" y="4"/>
                      </a:lnTo>
                      <a:lnTo>
                        <a:pt x="56" y="13"/>
                      </a:lnTo>
                      <a:lnTo>
                        <a:pt x="73"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244" name="Freeform 347"/>
                <p:cNvSpPr>
                  <a:spLocks noChangeArrowheads="1"/>
                </p:cNvSpPr>
                <p:nvPr/>
              </p:nvSpPr>
              <p:spPr bwMode="auto">
                <a:xfrm>
                  <a:off x="972" y="3738"/>
                  <a:ext cx="40" cy="12"/>
                </a:xfrm>
                <a:custGeom>
                  <a:avLst/>
                  <a:gdLst>
                    <a:gd name="T0" fmla="*/ 0 w 82"/>
                    <a:gd name="T1" fmla="*/ 36 h 36"/>
                    <a:gd name="T2" fmla="*/ 2 w 82"/>
                    <a:gd name="T3" fmla="*/ 20 h 36"/>
                    <a:gd name="T4" fmla="*/ 6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6"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245" name="Group 348"/>
              <p:cNvGrpSpPr>
                <a:grpSpLocks/>
              </p:cNvGrpSpPr>
              <p:nvPr/>
            </p:nvGrpSpPr>
            <p:grpSpPr bwMode="auto">
              <a:xfrm>
                <a:off x="976" y="3740"/>
                <a:ext cx="50" cy="22"/>
                <a:chOff x="976" y="3740"/>
                <a:chExt cx="50" cy="22"/>
              </a:xfrm>
            </p:grpSpPr>
            <p:sp>
              <p:nvSpPr>
                <p:cNvPr id="425246" name="Freeform 349"/>
                <p:cNvSpPr>
                  <a:spLocks noChangeArrowheads="1"/>
                </p:cNvSpPr>
                <p:nvPr/>
              </p:nvSpPr>
              <p:spPr bwMode="auto">
                <a:xfrm>
                  <a:off x="976" y="3740"/>
                  <a:ext cx="12" cy="22"/>
                </a:xfrm>
                <a:custGeom>
                  <a:avLst/>
                  <a:gdLst>
                    <a:gd name="T0" fmla="*/ 14 w 23"/>
                    <a:gd name="T1" fmla="*/ 68 h 68"/>
                    <a:gd name="T2" fmla="*/ 0 w 23"/>
                    <a:gd name="T3" fmla="*/ 27 h 68"/>
                    <a:gd name="T4" fmla="*/ 10 w 23"/>
                    <a:gd name="T5" fmla="*/ 0 h 68"/>
                    <a:gd name="T6" fmla="*/ 23 w 23"/>
                    <a:gd name="T7" fmla="*/ 31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7"/>
                      </a:lnTo>
                      <a:lnTo>
                        <a:pt x="10" y="0"/>
                      </a:lnTo>
                      <a:lnTo>
                        <a:pt x="23"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247" name="Freeform 350"/>
                <p:cNvSpPr>
                  <a:spLocks noChangeArrowheads="1"/>
                </p:cNvSpPr>
                <p:nvPr/>
              </p:nvSpPr>
              <p:spPr bwMode="auto">
                <a:xfrm>
                  <a:off x="980" y="3740"/>
                  <a:ext cx="38" cy="10"/>
                </a:xfrm>
                <a:custGeom>
                  <a:avLst/>
                  <a:gdLst>
                    <a:gd name="T0" fmla="*/ 4 w 75"/>
                    <a:gd name="T1" fmla="*/ 0 h 31"/>
                    <a:gd name="T2" fmla="*/ 52 w 75"/>
                    <a:gd name="T3" fmla="*/ 0 h 31"/>
                    <a:gd name="T4" fmla="*/ 53 w 75"/>
                    <a:gd name="T5" fmla="*/ 4 h 31"/>
                    <a:gd name="T6" fmla="*/ 60 w 75"/>
                    <a:gd name="T7" fmla="*/ 13 h 31"/>
                    <a:gd name="T8" fmla="*/ 75 w 75"/>
                    <a:gd name="T9" fmla="*/ 31 h 31"/>
                    <a:gd name="T10" fmla="*/ 19 w 75"/>
                    <a:gd name="T11" fmla="*/ 31 h 31"/>
                    <a:gd name="T12" fmla="*/ 12 w 75"/>
                    <a:gd name="T13" fmla="*/ 22 h 31"/>
                    <a:gd name="T14" fmla="*/ 0 w 75"/>
                    <a:gd name="T15" fmla="*/ 7 h 31"/>
                    <a:gd name="T16" fmla="*/ 4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4" y="0"/>
                      </a:moveTo>
                      <a:lnTo>
                        <a:pt x="52" y="0"/>
                      </a:lnTo>
                      <a:lnTo>
                        <a:pt x="53" y="4"/>
                      </a:lnTo>
                      <a:lnTo>
                        <a:pt x="60" y="13"/>
                      </a:lnTo>
                      <a:lnTo>
                        <a:pt x="75" y="31"/>
                      </a:lnTo>
                      <a:lnTo>
                        <a:pt x="19" y="31"/>
                      </a:lnTo>
                      <a:lnTo>
                        <a:pt x="12" y="22"/>
                      </a:lnTo>
                      <a:lnTo>
                        <a:pt x="0" y="7"/>
                      </a:lnTo>
                      <a:lnTo>
                        <a:pt x="4"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248" name="Freeform 351"/>
                <p:cNvSpPr>
                  <a:spLocks noChangeArrowheads="1"/>
                </p:cNvSpPr>
                <p:nvPr/>
              </p:nvSpPr>
              <p:spPr bwMode="auto">
                <a:xfrm>
                  <a:off x="984" y="3750"/>
                  <a:ext cx="42" cy="12"/>
                </a:xfrm>
                <a:custGeom>
                  <a:avLst/>
                  <a:gdLst>
                    <a:gd name="T0" fmla="*/ 0 w 83"/>
                    <a:gd name="T1" fmla="*/ 36 h 36"/>
                    <a:gd name="T2" fmla="*/ 2 w 83"/>
                    <a:gd name="T3" fmla="*/ 21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21"/>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249" name="Group 352"/>
              <p:cNvGrpSpPr>
                <a:grpSpLocks/>
              </p:cNvGrpSpPr>
              <p:nvPr/>
            </p:nvGrpSpPr>
            <p:grpSpPr bwMode="auto">
              <a:xfrm>
                <a:off x="761" y="3560"/>
                <a:ext cx="50" cy="22"/>
                <a:chOff x="761" y="3560"/>
                <a:chExt cx="50" cy="22"/>
              </a:xfrm>
            </p:grpSpPr>
            <p:sp>
              <p:nvSpPr>
                <p:cNvPr id="425250" name="Freeform 353"/>
                <p:cNvSpPr>
                  <a:spLocks noChangeArrowheads="1"/>
                </p:cNvSpPr>
                <p:nvPr/>
              </p:nvSpPr>
              <p:spPr bwMode="auto">
                <a:xfrm>
                  <a:off x="761" y="3560"/>
                  <a:ext cx="12" cy="22"/>
                </a:xfrm>
                <a:custGeom>
                  <a:avLst/>
                  <a:gdLst>
                    <a:gd name="T0" fmla="*/ 16 w 25"/>
                    <a:gd name="T1" fmla="*/ 68 h 68"/>
                    <a:gd name="T2" fmla="*/ 0 w 25"/>
                    <a:gd name="T3" fmla="*/ 27 h 68"/>
                    <a:gd name="T4" fmla="*/ 12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251" name="Freeform 354"/>
                <p:cNvSpPr>
                  <a:spLocks noChangeArrowheads="1"/>
                </p:cNvSpPr>
                <p:nvPr/>
              </p:nvSpPr>
              <p:spPr bwMode="auto">
                <a:xfrm>
                  <a:off x="767" y="3560"/>
                  <a:ext cx="36" cy="10"/>
                </a:xfrm>
                <a:custGeom>
                  <a:avLst/>
                  <a:gdLst>
                    <a:gd name="T0" fmla="*/ 2 w 73"/>
                    <a:gd name="T1" fmla="*/ 0 h 29"/>
                    <a:gd name="T2" fmla="*/ 49 w 73"/>
                    <a:gd name="T3" fmla="*/ 0 h 29"/>
                    <a:gd name="T4" fmla="*/ 50 w 73"/>
                    <a:gd name="T5" fmla="*/ 2 h 29"/>
                    <a:gd name="T6" fmla="*/ 55 w 73"/>
                    <a:gd name="T7" fmla="*/ 11 h 29"/>
                    <a:gd name="T8" fmla="*/ 73 w 73"/>
                    <a:gd name="T9" fmla="*/ 29 h 29"/>
                    <a:gd name="T10" fmla="*/ 17 w 73"/>
                    <a:gd name="T11" fmla="*/ 29 h 29"/>
                    <a:gd name="T12" fmla="*/ 8 w 73"/>
                    <a:gd name="T13" fmla="*/ 20 h 29"/>
                    <a:gd name="T14" fmla="*/ 0 w 73"/>
                    <a:gd name="T15" fmla="*/ 5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49" y="0"/>
                      </a:lnTo>
                      <a:lnTo>
                        <a:pt x="50" y="2"/>
                      </a:lnTo>
                      <a:lnTo>
                        <a:pt x="55" y="11"/>
                      </a:lnTo>
                      <a:lnTo>
                        <a:pt x="73" y="29"/>
                      </a:lnTo>
                      <a:lnTo>
                        <a:pt x="17" y="29"/>
                      </a:lnTo>
                      <a:lnTo>
                        <a:pt x="8"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252" name="Freeform 355"/>
                <p:cNvSpPr>
                  <a:spLocks noChangeArrowheads="1"/>
                </p:cNvSpPr>
                <p:nvPr/>
              </p:nvSpPr>
              <p:spPr bwMode="auto">
                <a:xfrm>
                  <a:off x="769" y="3571"/>
                  <a:ext cx="42" cy="11"/>
                </a:xfrm>
                <a:custGeom>
                  <a:avLst/>
                  <a:gdLst>
                    <a:gd name="T0" fmla="*/ 0 w 83"/>
                    <a:gd name="T1" fmla="*/ 35 h 35"/>
                    <a:gd name="T2" fmla="*/ 2 w 83"/>
                    <a:gd name="T3" fmla="*/ 19 h 35"/>
                    <a:gd name="T4" fmla="*/ 7 w 83"/>
                    <a:gd name="T5" fmla="*/ 7 h 35"/>
                    <a:gd name="T6" fmla="*/ 11 w 83"/>
                    <a:gd name="T7" fmla="*/ 0 h 35"/>
                    <a:gd name="T8" fmla="*/ 68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2" y="19"/>
                      </a:lnTo>
                      <a:lnTo>
                        <a:pt x="7" y="7"/>
                      </a:lnTo>
                      <a:lnTo>
                        <a:pt x="11" y="0"/>
                      </a:lnTo>
                      <a:lnTo>
                        <a:pt x="68"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253" name="Group 356"/>
              <p:cNvGrpSpPr>
                <a:grpSpLocks/>
              </p:cNvGrpSpPr>
              <p:nvPr/>
            </p:nvGrpSpPr>
            <p:grpSpPr bwMode="auto">
              <a:xfrm>
                <a:off x="774" y="3572"/>
                <a:ext cx="49" cy="23"/>
                <a:chOff x="774" y="3572"/>
                <a:chExt cx="49" cy="23"/>
              </a:xfrm>
            </p:grpSpPr>
            <p:sp>
              <p:nvSpPr>
                <p:cNvPr id="425254" name="Freeform 357"/>
                <p:cNvSpPr>
                  <a:spLocks noChangeArrowheads="1"/>
                </p:cNvSpPr>
                <p:nvPr/>
              </p:nvSpPr>
              <p:spPr bwMode="auto">
                <a:xfrm>
                  <a:off x="774" y="3572"/>
                  <a:ext cx="12" cy="23"/>
                </a:xfrm>
                <a:custGeom>
                  <a:avLst/>
                  <a:gdLst>
                    <a:gd name="T0" fmla="*/ 15 w 25"/>
                    <a:gd name="T1" fmla="*/ 68 h 68"/>
                    <a:gd name="T2" fmla="*/ 0 w 25"/>
                    <a:gd name="T3" fmla="*/ 25 h 68"/>
                    <a:gd name="T4" fmla="*/ 9 w 25"/>
                    <a:gd name="T5" fmla="*/ 0 h 68"/>
                    <a:gd name="T6" fmla="*/ 25 w 25"/>
                    <a:gd name="T7" fmla="*/ 30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5"/>
                      </a:lnTo>
                      <a:lnTo>
                        <a:pt x="9" y="0"/>
                      </a:lnTo>
                      <a:lnTo>
                        <a:pt x="25"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255" name="Freeform 358"/>
                <p:cNvSpPr>
                  <a:spLocks noChangeArrowheads="1"/>
                </p:cNvSpPr>
                <p:nvPr/>
              </p:nvSpPr>
              <p:spPr bwMode="auto">
                <a:xfrm>
                  <a:off x="778" y="3573"/>
                  <a:ext cx="38" cy="9"/>
                </a:xfrm>
                <a:custGeom>
                  <a:avLst/>
                  <a:gdLst>
                    <a:gd name="T0" fmla="*/ 1 w 75"/>
                    <a:gd name="T1" fmla="*/ 0 h 29"/>
                    <a:gd name="T2" fmla="*/ 50 w 75"/>
                    <a:gd name="T3" fmla="*/ 0 h 29"/>
                    <a:gd name="T4" fmla="*/ 51 w 75"/>
                    <a:gd name="T5" fmla="*/ 2 h 29"/>
                    <a:gd name="T6" fmla="*/ 56 w 75"/>
                    <a:gd name="T7" fmla="*/ 11 h 29"/>
                    <a:gd name="T8" fmla="*/ 75 w 75"/>
                    <a:gd name="T9" fmla="*/ 29 h 29"/>
                    <a:gd name="T10" fmla="*/ 18 w 75"/>
                    <a:gd name="T11" fmla="*/ 29 h 29"/>
                    <a:gd name="T12" fmla="*/ 10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256" name="Freeform 359"/>
                <p:cNvSpPr>
                  <a:spLocks noChangeArrowheads="1"/>
                </p:cNvSpPr>
                <p:nvPr/>
              </p:nvSpPr>
              <p:spPr bwMode="auto">
                <a:xfrm>
                  <a:off x="782" y="3583"/>
                  <a:ext cx="41" cy="12"/>
                </a:xfrm>
                <a:custGeom>
                  <a:avLst/>
                  <a:gdLst>
                    <a:gd name="T0" fmla="*/ 0 w 81"/>
                    <a:gd name="T1" fmla="*/ 36 h 36"/>
                    <a:gd name="T2" fmla="*/ 1 w 81"/>
                    <a:gd name="T3" fmla="*/ 19 h 36"/>
                    <a:gd name="T4" fmla="*/ 5 w 81"/>
                    <a:gd name="T5" fmla="*/ 7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257" name="Group 360"/>
              <p:cNvGrpSpPr>
                <a:grpSpLocks/>
              </p:cNvGrpSpPr>
              <p:nvPr/>
            </p:nvGrpSpPr>
            <p:grpSpPr bwMode="auto">
              <a:xfrm>
                <a:off x="787" y="3585"/>
                <a:ext cx="49" cy="23"/>
                <a:chOff x="787" y="3585"/>
                <a:chExt cx="49" cy="23"/>
              </a:xfrm>
            </p:grpSpPr>
            <p:sp>
              <p:nvSpPr>
                <p:cNvPr id="425258" name="Freeform 361"/>
                <p:cNvSpPr>
                  <a:spLocks noChangeArrowheads="1"/>
                </p:cNvSpPr>
                <p:nvPr/>
              </p:nvSpPr>
              <p:spPr bwMode="auto">
                <a:xfrm>
                  <a:off x="787" y="3585"/>
                  <a:ext cx="12" cy="23"/>
                </a:xfrm>
                <a:custGeom>
                  <a:avLst/>
                  <a:gdLst>
                    <a:gd name="T0" fmla="*/ 14 w 24"/>
                    <a:gd name="T1" fmla="*/ 68 h 68"/>
                    <a:gd name="T2" fmla="*/ 0 w 24"/>
                    <a:gd name="T3" fmla="*/ 26 h 68"/>
                    <a:gd name="T4" fmla="*/ 9 w 24"/>
                    <a:gd name="T5" fmla="*/ 0 h 68"/>
                    <a:gd name="T6" fmla="*/ 24 w 24"/>
                    <a:gd name="T7" fmla="*/ 31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6"/>
                      </a:lnTo>
                      <a:lnTo>
                        <a:pt x="9" y="0"/>
                      </a:lnTo>
                      <a:lnTo>
                        <a:pt x="24"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259" name="Freeform 362"/>
                <p:cNvSpPr>
                  <a:spLocks noChangeArrowheads="1"/>
                </p:cNvSpPr>
                <p:nvPr/>
              </p:nvSpPr>
              <p:spPr bwMode="auto">
                <a:xfrm>
                  <a:off x="792" y="3586"/>
                  <a:ext cx="36" cy="10"/>
                </a:xfrm>
                <a:custGeom>
                  <a:avLst/>
                  <a:gdLst>
                    <a:gd name="T0" fmla="*/ 1 w 74"/>
                    <a:gd name="T1" fmla="*/ 0 h 29"/>
                    <a:gd name="T2" fmla="*/ 50 w 74"/>
                    <a:gd name="T3" fmla="*/ 0 h 29"/>
                    <a:gd name="T4" fmla="*/ 51 w 74"/>
                    <a:gd name="T5" fmla="*/ 2 h 29"/>
                    <a:gd name="T6" fmla="*/ 55 w 74"/>
                    <a:gd name="T7" fmla="*/ 11 h 29"/>
                    <a:gd name="T8" fmla="*/ 74 w 74"/>
                    <a:gd name="T9" fmla="*/ 29 h 29"/>
                    <a:gd name="T10" fmla="*/ 19 w 74"/>
                    <a:gd name="T11" fmla="*/ 29 h 29"/>
                    <a:gd name="T12" fmla="*/ 11 w 74"/>
                    <a:gd name="T13" fmla="*/ 20 h 29"/>
                    <a:gd name="T14" fmla="*/ 0 w 74"/>
                    <a:gd name="T15" fmla="*/ 5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50" y="0"/>
                      </a:lnTo>
                      <a:lnTo>
                        <a:pt x="51" y="2"/>
                      </a:lnTo>
                      <a:lnTo>
                        <a:pt x="55" y="11"/>
                      </a:lnTo>
                      <a:lnTo>
                        <a:pt x="74" y="29"/>
                      </a:lnTo>
                      <a:lnTo>
                        <a:pt x="19" y="29"/>
                      </a:lnTo>
                      <a:lnTo>
                        <a:pt x="11"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260" name="Freeform 363"/>
                <p:cNvSpPr>
                  <a:spLocks noChangeArrowheads="1"/>
                </p:cNvSpPr>
                <p:nvPr/>
              </p:nvSpPr>
              <p:spPr bwMode="auto">
                <a:xfrm>
                  <a:off x="795" y="3596"/>
                  <a:ext cx="41" cy="12"/>
                </a:xfrm>
                <a:custGeom>
                  <a:avLst/>
                  <a:gdLst>
                    <a:gd name="T0" fmla="*/ 0 w 81"/>
                    <a:gd name="T1" fmla="*/ 36 h 36"/>
                    <a:gd name="T2" fmla="*/ 1 w 81"/>
                    <a:gd name="T3" fmla="*/ 20 h 36"/>
                    <a:gd name="T4" fmla="*/ 6 w 81"/>
                    <a:gd name="T5" fmla="*/ 8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20"/>
                      </a:lnTo>
                      <a:lnTo>
                        <a:pt x="6"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261" name="Group 364"/>
              <p:cNvGrpSpPr>
                <a:grpSpLocks/>
              </p:cNvGrpSpPr>
              <p:nvPr/>
            </p:nvGrpSpPr>
            <p:grpSpPr bwMode="auto">
              <a:xfrm>
                <a:off x="799" y="3600"/>
                <a:ext cx="99" cy="73"/>
                <a:chOff x="799" y="3600"/>
                <a:chExt cx="99" cy="73"/>
              </a:xfrm>
            </p:grpSpPr>
            <p:grpSp>
              <p:nvGrpSpPr>
                <p:cNvPr id="425262" name="Group 365"/>
                <p:cNvGrpSpPr>
                  <a:grpSpLocks/>
                </p:cNvGrpSpPr>
                <p:nvPr/>
              </p:nvGrpSpPr>
              <p:grpSpPr bwMode="auto">
                <a:xfrm>
                  <a:off x="799" y="3600"/>
                  <a:ext cx="48" cy="23"/>
                  <a:chOff x="799" y="3600"/>
                  <a:chExt cx="48" cy="23"/>
                </a:xfrm>
              </p:grpSpPr>
              <p:sp>
                <p:nvSpPr>
                  <p:cNvPr id="425263" name="Freeform 366"/>
                  <p:cNvSpPr>
                    <a:spLocks noChangeArrowheads="1"/>
                  </p:cNvSpPr>
                  <p:nvPr/>
                </p:nvSpPr>
                <p:spPr bwMode="auto">
                  <a:xfrm>
                    <a:off x="799" y="3600"/>
                    <a:ext cx="12" cy="23"/>
                  </a:xfrm>
                  <a:custGeom>
                    <a:avLst/>
                    <a:gdLst>
                      <a:gd name="T0" fmla="*/ 14 w 25"/>
                      <a:gd name="T1" fmla="*/ 70 h 70"/>
                      <a:gd name="T2" fmla="*/ 0 w 25"/>
                      <a:gd name="T3" fmla="*/ 27 h 70"/>
                      <a:gd name="T4" fmla="*/ 9 w 25"/>
                      <a:gd name="T5" fmla="*/ 0 h 70"/>
                      <a:gd name="T6" fmla="*/ 25 w 25"/>
                      <a:gd name="T7" fmla="*/ 31 h 70"/>
                      <a:gd name="T8" fmla="*/ 14 w 25"/>
                      <a:gd name="T9" fmla="*/ 70 h 70"/>
                    </a:gdLst>
                    <a:ahLst/>
                    <a:cxnLst>
                      <a:cxn ang="0">
                        <a:pos x="T0" y="T1"/>
                      </a:cxn>
                      <a:cxn ang="0">
                        <a:pos x="T2" y="T3"/>
                      </a:cxn>
                      <a:cxn ang="0">
                        <a:pos x="T4" y="T5"/>
                      </a:cxn>
                      <a:cxn ang="0">
                        <a:pos x="T6" y="T7"/>
                      </a:cxn>
                      <a:cxn ang="0">
                        <a:pos x="T8" y="T9"/>
                      </a:cxn>
                    </a:cxnLst>
                    <a:rect l="0" t="0" r="r" b="b"/>
                    <a:pathLst>
                      <a:path w="25" h="70">
                        <a:moveTo>
                          <a:pt x="14" y="70"/>
                        </a:moveTo>
                        <a:lnTo>
                          <a:pt x="0" y="27"/>
                        </a:lnTo>
                        <a:lnTo>
                          <a:pt x="9" y="0"/>
                        </a:lnTo>
                        <a:lnTo>
                          <a:pt x="25" y="31"/>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264" name="Freeform 367"/>
                  <p:cNvSpPr>
                    <a:spLocks noChangeArrowheads="1"/>
                  </p:cNvSpPr>
                  <p:nvPr/>
                </p:nvSpPr>
                <p:spPr bwMode="auto">
                  <a:xfrm>
                    <a:off x="803" y="3600"/>
                    <a:ext cx="38" cy="11"/>
                  </a:xfrm>
                  <a:custGeom>
                    <a:avLst/>
                    <a:gdLst>
                      <a:gd name="T0" fmla="*/ 1 w 75"/>
                      <a:gd name="T1" fmla="*/ 0 h 31"/>
                      <a:gd name="T2" fmla="*/ 50 w 75"/>
                      <a:gd name="T3" fmla="*/ 0 h 31"/>
                      <a:gd name="T4" fmla="*/ 51 w 75"/>
                      <a:gd name="T5" fmla="*/ 4 h 31"/>
                      <a:gd name="T6" fmla="*/ 56 w 75"/>
                      <a:gd name="T7" fmla="*/ 13 h 31"/>
                      <a:gd name="T8" fmla="*/ 75 w 75"/>
                      <a:gd name="T9" fmla="*/ 31 h 31"/>
                      <a:gd name="T10" fmla="*/ 18 w 75"/>
                      <a:gd name="T11" fmla="*/ 31 h 31"/>
                      <a:gd name="T12" fmla="*/ 9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1" y="4"/>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265" name="Freeform 368"/>
                  <p:cNvSpPr>
                    <a:spLocks noChangeArrowheads="1"/>
                  </p:cNvSpPr>
                  <p:nvPr/>
                </p:nvSpPr>
                <p:spPr bwMode="auto">
                  <a:xfrm>
                    <a:off x="807" y="3611"/>
                    <a:ext cx="40" cy="12"/>
                  </a:xfrm>
                  <a:custGeom>
                    <a:avLst/>
                    <a:gdLst>
                      <a:gd name="T0" fmla="*/ 0 w 82"/>
                      <a:gd name="T1" fmla="*/ 38 h 38"/>
                      <a:gd name="T2" fmla="*/ 2 w 82"/>
                      <a:gd name="T3" fmla="*/ 22 h 38"/>
                      <a:gd name="T4" fmla="*/ 7 w 82"/>
                      <a:gd name="T5" fmla="*/ 8 h 38"/>
                      <a:gd name="T6" fmla="*/ 12 w 82"/>
                      <a:gd name="T7" fmla="*/ 0 h 38"/>
                      <a:gd name="T8" fmla="*/ 69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2" y="22"/>
                        </a:lnTo>
                        <a:lnTo>
                          <a:pt x="7" y="8"/>
                        </a:lnTo>
                        <a:lnTo>
                          <a:pt x="12"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266" name="Group 369"/>
                <p:cNvGrpSpPr>
                  <a:grpSpLocks/>
                </p:cNvGrpSpPr>
                <p:nvPr/>
              </p:nvGrpSpPr>
              <p:grpSpPr bwMode="auto">
                <a:xfrm>
                  <a:off x="811" y="3612"/>
                  <a:ext cx="48" cy="23"/>
                  <a:chOff x="811" y="3612"/>
                  <a:chExt cx="48" cy="23"/>
                </a:xfrm>
              </p:grpSpPr>
              <p:sp>
                <p:nvSpPr>
                  <p:cNvPr id="425267" name="Freeform 370"/>
                  <p:cNvSpPr>
                    <a:spLocks noChangeArrowheads="1"/>
                  </p:cNvSpPr>
                  <p:nvPr/>
                </p:nvSpPr>
                <p:spPr bwMode="auto">
                  <a:xfrm>
                    <a:off x="811" y="3612"/>
                    <a:ext cx="12" cy="23"/>
                  </a:xfrm>
                  <a:custGeom>
                    <a:avLst/>
                    <a:gdLst>
                      <a:gd name="T0" fmla="*/ 15 w 25"/>
                      <a:gd name="T1" fmla="*/ 69 h 69"/>
                      <a:gd name="T2" fmla="*/ 0 w 25"/>
                      <a:gd name="T3" fmla="*/ 28 h 69"/>
                      <a:gd name="T4" fmla="*/ 11 w 25"/>
                      <a:gd name="T5" fmla="*/ 0 h 69"/>
                      <a:gd name="T6" fmla="*/ 25 w 25"/>
                      <a:gd name="T7" fmla="*/ 32 h 69"/>
                      <a:gd name="T8" fmla="*/ 15 w 25"/>
                      <a:gd name="T9" fmla="*/ 69 h 69"/>
                    </a:gdLst>
                    <a:ahLst/>
                    <a:cxnLst>
                      <a:cxn ang="0">
                        <a:pos x="T0" y="T1"/>
                      </a:cxn>
                      <a:cxn ang="0">
                        <a:pos x="T2" y="T3"/>
                      </a:cxn>
                      <a:cxn ang="0">
                        <a:pos x="T4" y="T5"/>
                      </a:cxn>
                      <a:cxn ang="0">
                        <a:pos x="T6" y="T7"/>
                      </a:cxn>
                      <a:cxn ang="0">
                        <a:pos x="T8" y="T9"/>
                      </a:cxn>
                    </a:cxnLst>
                    <a:rect l="0" t="0" r="r" b="b"/>
                    <a:pathLst>
                      <a:path w="25" h="69">
                        <a:moveTo>
                          <a:pt x="15" y="69"/>
                        </a:moveTo>
                        <a:lnTo>
                          <a:pt x="0" y="28"/>
                        </a:lnTo>
                        <a:lnTo>
                          <a:pt x="11"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268" name="Freeform 371"/>
                  <p:cNvSpPr>
                    <a:spLocks noChangeArrowheads="1"/>
                  </p:cNvSpPr>
                  <p:nvPr/>
                </p:nvSpPr>
                <p:spPr bwMode="auto">
                  <a:xfrm>
                    <a:off x="815" y="3613"/>
                    <a:ext cx="38" cy="10"/>
                  </a:xfrm>
                  <a:custGeom>
                    <a:avLst/>
                    <a:gdLst>
                      <a:gd name="T0" fmla="*/ 3 w 75"/>
                      <a:gd name="T1" fmla="*/ 0 h 32"/>
                      <a:gd name="T2" fmla="*/ 52 w 75"/>
                      <a:gd name="T3" fmla="*/ 0 h 32"/>
                      <a:gd name="T4" fmla="*/ 53 w 75"/>
                      <a:gd name="T5" fmla="*/ 3 h 32"/>
                      <a:gd name="T6" fmla="*/ 57 w 75"/>
                      <a:gd name="T7" fmla="*/ 15 h 32"/>
                      <a:gd name="T8" fmla="*/ 75 w 75"/>
                      <a:gd name="T9" fmla="*/ 32 h 32"/>
                      <a:gd name="T10" fmla="*/ 19 w 75"/>
                      <a:gd name="T11" fmla="*/ 32 h 32"/>
                      <a:gd name="T12" fmla="*/ 10 w 75"/>
                      <a:gd name="T13" fmla="*/ 22 h 32"/>
                      <a:gd name="T14" fmla="*/ 0 w 75"/>
                      <a:gd name="T15" fmla="*/ 7 h 32"/>
                      <a:gd name="T16" fmla="*/ 3 w 75"/>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2">
                        <a:moveTo>
                          <a:pt x="3" y="0"/>
                        </a:moveTo>
                        <a:lnTo>
                          <a:pt x="52" y="0"/>
                        </a:lnTo>
                        <a:lnTo>
                          <a:pt x="53" y="3"/>
                        </a:lnTo>
                        <a:lnTo>
                          <a:pt x="57" y="15"/>
                        </a:lnTo>
                        <a:lnTo>
                          <a:pt x="75" y="32"/>
                        </a:lnTo>
                        <a:lnTo>
                          <a:pt x="19" y="32"/>
                        </a:lnTo>
                        <a:lnTo>
                          <a:pt x="10" y="22"/>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269" name="Freeform 372"/>
                  <p:cNvSpPr>
                    <a:spLocks noChangeArrowheads="1"/>
                  </p:cNvSpPr>
                  <p:nvPr/>
                </p:nvSpPr>
                <p:spPr bwMode="auto">
                  <a:xfrm>
                    <a:off x="819" y="3623"/>
                    <a:ext cx="40" cy="12"/>
                  </a:xfrm>
                  <a:custGeom>
                    <a:avLst/>
                    <a:gdLst>
                      <a:gd name="T0" fmla="*/ 0 w 82"/>
                      <a:gd name="T1" fmla="*/ 36 h 36"/>
                      <a:gd name="T2" fmla="*/ 1 w 82"/>
                      <a:gd name="T3" fmla="*/ 21 h 36"/>
                      <a:gd name="T4" fmla="*/ 7 w 82"/>
                      <a:gd name="T5" fmla="*/ 8 h 36"/>
                      <a:gd name="T6" fmla="*/ 12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21"/>
                        </a:lnTo>
                        <a:lnTo>
                          <a:pt x="7" y="8"/>
                        </a:lnTo>
                        <a:lnTo>
                          <a:pt x="12"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270" name="Group 373"/>
                <p:cNvGrpSpPr>
                  <a:grpSpLocks/>
                </p:cNvGrpSpPr>
                <p:nvPr/>
              </p:nvGrpSpPr>
              <p:grpSpPr bwMode="auto">
                <a:xfrm>
                  <a:off x="823" y="3625"/>
                  <a:ext cx="49" cy="23"/>
                  <a:chOff x="823" y="3625"/>
                  <a:chExt cx="49" cy="23"/>
                </a:xfrm>
              </p:grpSpPr>
              <p:sp>
                <p:nvSpPr>
                  <p:cNvPr id="425271" name="Freeform 374"/>
                  <p:cNvSpPr>
                    <a:spLocks noChangeArrowheads="1"/>
                  </p:cNvSpPr>
                  <p:nvPr/>
                </p:nvSpPr>
                <p:spPr bwMode="auto">
                  <a:xfrm>
                    <a:off x="823" y="3625"/>
                    <a:ext cx="13" cy="23"/>
                  </a:xfrm>
                  <a:custGeom>
                    <a:avLst/>
                    <a:gdLst>
                      <a:gd name="T0" fmla="*/ 16 w 25"/>
                      <a:gd name="T1" fmla="*/ 68 h 68"/>
                      <a:gd name="T2" fmla="*/ 0 w 25"/>
                      <a:gd name="T3" fmla="*/ 27 h 68"/>
                      <a:gd name="T4" fmla="*/ 11 w 25"/>
                      <a:gd name="T5" fmla="*/ 0 h 68"/>
                      <a:gd name="T6" fmla="*/ 25 w 25"/>
                      <a:gd name="T7" fmla="*/ 30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272" name="Freeform 375"/>
                  <p:cNvSpPr>
                    <a:spLocks noChangeArrowheads="1"/>
                  </p:cNvSpPr>
                  <p:nvPr/>
                </p:nvSpPr>
                <p:spPr bwMode="auto">
                  <a:xfrm>
                    <a:off x="828" y="3626"/>
                    <a:ext cx="37" cy="9"/>
                  </a:xfrm>
                  <a:custGeom>
                    <a:avLst/>
                    <a:gdLst>
                      <a:gd name="T0" fmla="*/ 1 w 73"/>
                      <a:gd name="T1" fmla="*/ 0 h 29"/>
                      <a:gd name="T2" fmla="*/ 50 w 73"/>
                      <a:gd name="T3" fmla="*/ 0 h 29"/>
                      <a:gd name="T4" fmla="*/ 51 w 73"/>
                      <a:gd name="T5" fmla="*/ 2 h 29"/>
                      <a:gd name="T6" fmla="*/ 56 w 73"/>
                      <a:gd name="T7" fmla="*/ 11 h 29"/>
                      <a:gd name="T8" fmla="*/ 73 w 73"/>
                      <a:gd name="T9" fmla="*/ 29 h 29"/>
                      <a:gd name="T10" fmla="*/ 18 w 73"/>
                      <a:gd name="T11" fmla="*/ 29 h 29"/>
                      <a:gd name="T12" fmla="*/ 9 w 73"/>
                      <a:gd name="T13" fmla="*/ 20 h 29"/>
                      <a:gd name="T14" fmla="*/ 0 w 73"/>
                      <a:gd name="T15" fmla="*/ 6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50" y="0"/>
                        </a:lnTo>
                        <a:lnTo>
                          <a:pt x="51"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273" name="Freeform 376"/>
                  <p:cNvSpPr>
                    <a:spLocks noChangeArrowheads="1"/>
                  </p:cNvSpPr>
                  <p:nvPr/>
                </p:nvSpPr>
                <p:spPr bwMode="auto">
                  <a:xfrm>
                    <a:off x="832" y="3636"/>
                    <a:ext cx="40" cy="12"/>
                  </a:xfrm>
                  <a:custGeom>
                    <a:avLst/>
                    <a:gdLst>
                      <a:gd name="T0" fmla="*/ 0 w 82"/>
                      <a:gd name="T1" fmla="*/ 36 h 36"/>
                      <a:gd name="T2" fmla="*/ 2 w 82"/>
                      <a:gd name="T3" fmla="*/ 19 h 36"/>
                      <a:gd name="T4" fmla="*/ 6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274" name="Group 377"/>
                <p:cNvGrpSpPr>
                  <a:grpSpLocks/>
                </p:cNvGrpSpPr>
                <p:nvPr/>
              </p:nvGrpSpPr>
              <p:grpSpPr bwMode="auto">
                <a:xfrm>
                  <a:off x="836" y="3638"/>
                  <a:ext cx="50" cy="22"/>
                  <a:chOff x="836" y="3638"/>
                  <a:chExt cx="50" cy="22"/>
                </a:xfrm>
              </p:grpSpPr>
              <p:sp>
                <p:nvSpPr>
                  <p:cNvPr id="425275" name="Freeform 378"/>
                  <p:cNvSpPr>
                    <a:spLocks noChangeArrowheads="1"/>
                  </p:cNvSpPr>
                  <p:nvPr/>
                </p:nvSpPr>
                <p:spPr bwMode="auto">
                  <a:xfrm>
                    <a:off x="836" y="3638"/>
                    <a:ext cx="12" cy="22"/>
                  </a:xfrm>
                  <a:custGeom>
                    <a:avLst/>
                    <a:gdLst>
                      <a:gd name="T0" fmla="*/ 16 w 25"/>
                      <a:gd name="T1" fmla="*/ 68 h 68"/>
                      <a:gd name="T2" fmla="*/ 0 w 25"/>
                      <a:gd name="T3" fmla="*/ 27 h 68"/>
                      <a:gd name="T4" fmla="*/ 12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276" name="Freeform 379"/>
                  <p:cNvSpPr>
                    <a:spLocks noChangeArrowheads="1"/>
                  </p:cNvSpPr>
                  <p:nvPr/>
                </p:nvSpPr>
                <p:spPr bwMode="auto">
                  <a:xfrm>
                    <a:off x="842" y="3638"/>
                    <a:ext cx="36" cy="10"/>
                  </a:xfrm>
                  <a:custGeom>
                    <a:avLst/>
                    <a:gdLst>
                      <a:gd name="T0" fmla="*/ 1 w 72"/>
                      <a:gd name="T1" fmla="*/ 0 h 30"/>
                      <a:gd name="T2" fmla="*/ 49 w 72"/>
                      <a:gd name="T3" fmla="*/ 0 h 30"/>
                      <a:gd name="T4" fmla="*/ 51 w 72"/>
                      <a:gd name="T5" fmla="*/ 3 h 30"/>
                      <a:gd name="T6" fmla="*/ 55 w 72"/>
                      <a:gd name="T7" fmla="*/ 12 h 30"/>
                      <a:gd name="T8" fmla="*/ 72 w 72"/>
                      <a:gd name="T9" fmla="*/ 30 h 30"/>
                      <a:gd name="T10" fmla="*/ 17 w 72"/>
                      <a:gd name="T11" fmla="*/ 30 h 30"/>
                      <a:gd name="T12" fmla="*/ 8 w 72"/>
                      <a:gd name="T13" fmla="*/ 21 h 30"/>
                      <a:gd name="T14" fmla="*/ 0 w 72"/>
                      <a:gd name="T15" fmla="*/ 5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49" y="0"/>
                        </a:lnTo>
                        <a:lnTo>
                          <a:pt x="51" y="3"/>
                        </a:lnTo>
                        <a:lnTo>
                          <a:pt x="55" y="12"/>
                        </a:lnTo>
                        <a:lnTo>
                          <a:pt x="72" y="30"/>
                        </a:lnTo>
                        <a:lnTo>
                          <a:pt x="17" y="30"/>
                        </a:lnTo>
                        <a:lnTo>
                          <a:pt x="8"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277" name="Freeform 380"/>
                  <p:cNvSpPr>
                    <a:spLocks noChangeArrowheads="1"/>
                  </p:cNvSpPr>
                  <p:nvPr/>
                </p:nvSpPr>
                <p:spPr bwMode="auto">
                  <a:xfrm>
                    <a:off x="844" y="3648"/>
                    <a:ext cx="42" cy="12"/>
                  </a:xfrm>
                  <a:custGeom>
                    <a:avLst/>
                    <a:gdLst>
                      <a:gd name="T0" fmla="*/ 0 w 83"/>
                      <a:gd name="T1" fmla="*/ 36 h 36"/>
                      <a:gd name="T2" fmla="*/ 2 w 83"/>
                      <a:gd name="T3" fmla="*/ 19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19"/>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278" name="Group 381"/>
                <p:cNvGrpSpPr>
                  <a:grpSpLocks/>
                </p:cNvGrpSpPr>
                <p:nvPr/>
              </p:nvGrpSpPr>
              <p:grpSpPr bwMode="auto">
                <a:xfrm>
                  <a:off x="849" y="3651"/>
                  <a:ext cx="49" cy="22"/>
                  <a:chOff x="849" y="3651"/>
                  <a:chExt cx="49" cy="22"/>
                </a:xfrm>
              </p:grpSpPr>
              <p:sp>
                <p:nvSpPr>
                  <p:cNvPr id="425279" name="Freeform 382"/>
                  <p:cNvSpPr>
                    <a:spLocks noChangeArrowheads="1"/>
                  </p:cNvSpPr>
                  <p:nvPr/>
                </p:nvSpPr>
                <p:spPr bwMode="auto">
                  <a:xfrm>
                    <a:off x="849" y="3651"/>
                    <a:ext cx="12" cy="22"/>
                  </a:xfrm>
                  <a:custGeom>
                    <a:avLst/>
                    <a:gdLst>
                      <a:gd name="T0" fmla="*/ 15 w 25"/>
                      <a:gd name="T1" fmla="*/ 67 h 67"/>
                      <a:gd name="T2" fmla="*/ 0 w 25"/>
                      <a:gd name="T3" fmla="*/ 26 h 67"/>
                      <a:gd name="T4" fmla="*/ 10 w 25"/>
                      <a:gd name="T5" fmla="*/ 0 h 67"/>
                      <a:gd name="T6" fmla="*/ 25 w 25"/>
                      <a:gd name="T7" fmla="*/ 30 h 67"/>
                      <a:gd name="T8" fmla="*/ 15 w 25"/>
                      <a:gd name="T9" fmla="*/ 67 h 67"/>
                    </a:gdLst>
                    <a:ahLst/>
                    <a:cxnLst>
                      <a:cxn ang="0">
                        <a:pos x="T0" y="T1"/>
                      </a:cxn>
                      <a:cxn ang="0">
                        <a:pos x="T2" y="T3"/>
                      </a:cxn>
                      <a:cxn ang="0">
                        <a:pos x="T4" y="T5"/>
                      </a:cxn>
                      <a:cxn ang="0">
                        <a:pos x="T6" y="T7"/>
                      </a:cxn>
                      <a:cxn ang="0">
                        <a:pos x="T8" y="T9"/>
                      </a:cxn>
                    </a:cxnLst>
                    <a:rect l="0" t="0" r="r" b="b"/>
                    <a:pathLst>
                      <a:path w="25" h="67">
                        <a:moveTo>
                          <a:pt x="15" y="67"/>
                        </a:moveTo>
                        <a:lnTo>
                          <a:pt x="0" y="26"/>
                        </a:lnTo>
                        <a:lnTo>
                          <a:pt x="10" y="0"/>
                        </a:lnTo>
                        <a:lnTo>
                          <a:pt x="25" y="30"/>
                        </a:lnTo>
                        <a:lnTo>
                          <a:pt x="15"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280" name="Freeform 383"/>
                  <p:cNvSpPr>
                    <a:spLocks noChangeArrowheads="1"/>
                  </p:cNvSpPr>
                  <p:nvPr/>
                </p:nvSpPr>
                <p:spPr bwMode="auto">
                  <a:xfrm>
                    <a:off x="854" y="3651"/>
                    <a:ext cx="37" cy="10"/>
                  </a:xfrm>
                  <a:custGeom>
                    <a:avLst/>
                    <a:gdLst>
                      <a:gd name="T0" fmla="*/ 1 w 74"/>
                      <a:gd name="T1" fmla="*/ 0 h 29"/>
                      <a:gd name="T2" fmla="*/ 49 w 74"/>
                      <a:gd name="T3" fmla="*/ 0 h 29"/>
                      <a:gd name="T4" fmla="*/ 50 w 74"/>
                      <a:gd name="T5" fmla="*/ 2 h 29"/>
                      <a:gd name="T6" fmla="*/ 57 w 74"/>
                      <a:gd name="T7" fmla="*/ 11 h 29"/>
                      <a:gd name="T8" fmla="*/ 74 w 74"/>
                      <a:gd name="T9" fmla="*/ 29 h 29"/>
                      <a:gd name="T10" fmla="*/ 18 w 74"/>
                      <a:gd name="T11" fmla="*/ 29 h 29"/>
                      <a:gd name="T12" fmla="*/ 9 w 74"/>
                      <a:gd name="T13" fmla="*/ 20 h 29"/>
                      <a:gd name="T14" fmla="*/ 0 w 74"/>
                      <a:gd name="T15" fmla="*/ 5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49" y="0"/>
                        </a:lnTo>
                        <a:lnTo>
                          <a:pt x="50" y="2"/>
                        </a:lnTo>
                        <a:lnTo>
                          <a:pt x="57" y="11"/>
                        </a:lnTo>
                        <a:lnTo>
                          <a:pt x="74"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281" name="Freeform 384"/>
                  <p:cNvSpPr>
                    <a:spLocks noChangeArrowheads="1"/>
                  </p:cNvSpPr>
                  <p:nvPr/>
                </p:nvSpPr>
                <p:spPr bwMode="auto">
                  <a:xfrm>
                    <a:off x="857" y="3662"/>
                    <a:ext cx="41" cy="11"/>
                  </a:xfrm>
                  <a:custGeom>
                    <a:avLst/>
                    <a:gdLst>
                      <a:gd name="T0" fmla="*/ 0 w 81"/>
                      <a:gd name="T1" fmla="*/ 35 h 35"/>
                      <a:gd name="T2" fmla="*/ 1 w 81"/>
                      <a:gd name="T3" fmla="*/ 19 h 35"/>
                      <a:gd name="T4" fmla="*/ 5 w 81"/>
                      <a:gd name="T5" fmla="*/ 7 h 35"/>
                      <a:gd name="T6" fmla="*/ 10 w 81"/>
                      <a:gd name="T7" fmla="*/ 0 h 35"/>
                      <a:gd name="T8" fmla="*/ 67 w 81"/>
                      <a:gd name="T9" fmla="*/ 0 h 35"/>
                      <a:gd name="T10" fmla="*/ 81 w 81"/>
                      <a:gd name="T11" fmla="*/ 35 h 35"/>
                      <a:gd name="T12" fmla="*/ 0 w 81"/>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1" h="35">
                        <a:moveTo>
                          <a:pt x="0" y="35"/>
                        </a:moveTo>
                        <a:lnTo>
                          <a:pt x="1" y="19"/>
                        </a:lnTo>
                        <a:lnTo>
                          <a:pt x="5" y="7"/>
                        </a:lnTo>
                        <a:lnTo>
                          <a:pt x="10" y="0"/>
                        </a:lnTo>
                        <a:lnTo>
                          <a:pt x="67" y="0"/>
                        </a:lnTo>
                        <a:lnTo>
                          <a:pt x="81"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grpSp>
            <p:nvGrpSpPr>
              <p:cNvPr id="425282" name="Group 385"/>
              <p:cNvGrpSpPr>
                <a:grpSpLocks/>
              </p:cNvGrpSpPr>
              <p:nvPr/>
            </p:nvGrpSpPr>
            <p:grpSpPr bwMode="auto">
              <a:xfrm>
                <a:off x="861" y="3665"/>
                <a:ext cx="99" cy="74"/>
                <a:chOff x="861" y="3665"/>
                <a:chExt cx="99" cy="74"/>
              </a:xfrm>
            </p:grpSpPr>
            <p:grpSp>
              <p:nvGrpSpPr>
                <p:cNvPr id="425283" name="Group 386"/>
                <p:cNvGrpSpPr>
                  <a:grpSpLocks/>
                </p:cNvGrpSpPr>
                <p:nvPr/>
              </p:nvGrpSpPr>
              <p:grpSpPr bwMode="auto">
                <a:xfrm>
                  <a:off x="861" y="3665"/>
                  <a:ext cx="50" cy="23"/>
                  <a:chOff x="861" y="3665"/>
                  <a:chExt cx="50" cy="23"/>
                </a:xfrm>
              </p:grpSpPr>
              <p:sp>
                <p:nvSpPr>
                  <p:cNvPr id="425284" name="Freeform 387"/>
                  <p:cNvSpPr>
                    <a:spLocks noChangeArrowheads="1"/>
                  </p:cNvSpPr>
                  <p:nvPr/>
                </p:nvSpPr>
                <p:spPr bwMode="auto">
                  <a:xfrm>
                    <a:off x="861" y="3665"/>
                    <a:ext cx="12" cy="23"/>
                  </a:xfrm>
                  <a:custGeom>
                    <a:avLst/>
                    <a:gdLst>
                      <a:gd name="T0" fmla="*/ 16 w 25"/>
                      <a:gd name="T1" fmla="*/ 69 h 69"/>
                      <a:gd name="T2" fmla="*/ 0 w 25"/>
                      <a:gd name="T3" fmla="*/ 27 h 69"/>
                      <a:gd name="T4" fmla="*/ 11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1"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285" name="Freeform 388"/>
                  <p:cNvSpPr>
                    <a:spLocks noChangeArrowheads="1"/>
                  </p:cNvSpPr>
                  <p:nvPr/>
                </p:nvSpPr>
                <p:spPr bwMode="auto">
                  <a:xfrm>
                    <a:off x="865" y="3666"/>
                    <a:ext cx="38" cy="10"/>
                  </a:xfrm>
                  <a:custGeom>
                    <a:avLst/>
                    <a:gdLst>
                      <a:gd name="T0" fmla="*/ 3 w 75"/>
                      <a:gd name="T1" fmla="*/ 0 h 31"/>
                      <a:gd name="T2" fmla="*/ 52 w 75"/>
                      <a:gd name="T3" fmla="*/ 0 h 31"/>
                      <a:gd name="T4" fmla="*/ 53 w 75"/>
                      <a:gd name="T5" fmla="*/ 4 h 31"/>
                      <a:gd name="T6" fmla="*/ 57 w 75"/>
                      <a:gd name="T7" fmla="*/ 13 h 31"/>
                      <a:gd name="T8" fmla="*/ 75 w 75"/>
                      <a:gd name="T9" fmla="*/ 31 h 31"/>
                      <a:gd name="T10" fmla="*/ 19 w 75"/>
                      <a:gd name="T11" fmla="*/ 31 h 31"/>
                      <a:gd name="T12" fmla="*/ 11 w 75"/>
                      <a:gd name="T13" fmla="*/ 22 h 31"/>
                      <a:gd name="T14" fmla="*/ 0 w 75"/>
                      <a:gd name="T15" fmla="*/ 7 h 31"/>
                      <a:gd name="T16" fmla="*/ 3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3" y="0"/>
                        </a:moveTo>
                        <a:lnTo>
                          <a:pt x="52" y="0"/>
                        </a:lnTo>
                        <a:lnTo>
                          <a:pt x="53" y="4"/>
                        </a:lnTo>
                        <a:lnTo>
                          <a:pt x="57" y="13"/>
                        </a:lnTo>
                        <a:lnTo>
                          <a:pt x="75" y="31"/>
                        </a:lnTo>
                        <a:lnTo>
                          <a:pt x="19" y="31"/>
                        </a:lnTo>
                        <a:lnTo>
                          <a:pt x="11" y="22"/>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286" name="Freeform 389"/>
                  <p:cNvSpPr>
                    <a:spLocks noChangeArrowheads="1"/>
                  </p:cNvSpPr>
                  <p:nvPr/>
                </p:nvSpPr>
                <p:spPr bwMode="auto">
                  <a:xfrm>
                    <a:off x="869" y="3676"/>
                    <a:ext cx="42" cy="12"/>
                  </a:xfrm>
                  <a:custGeom>
                    <a:avLst/>
                    <a:gdLst>
                      <a:gd name="T0" fmla="*/ 0 w 83"/>
                      <a:gd name="T1" fmla="*/ 36 h 36"/>
                      <a:gd name="T2" fmla="*/ 2 w 83"/>
                      <a:gd name="T3" fmla="*/ 20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287" name="Group 390"/>
                <p:cNvGrpSpPr>
                  <a:grpSpLocks/>
                </p:cNvGrpSpPr>
                <p:nvPr/>
              </p:nvGrpSpPr>
              <p:grpSpPr bwMode="auto">
                <a:xfrm>
                  <a:off x="873" y="3678"/>
                  <a:ext cx="49" cy="23"/>
                  <a:chOff x="873" y="3678"/>
                  <a:chExt cx="49" cy="23"/>
                </a:xfrm>
              </p:grpSpPr>
              <p:sp>
                <p:nvSpPr>
                  <p:cNvPr id="425288" name="Freeform 391"/>
                  <p:cNvSpPr>
                    <a:spLocks noChangeArrowheads="1"/>
                  </p:cNvSpPr>
                  <p:nvPr/>
                </p:nvSpPr>
                <p:spPr bwMode="auto">
                  <a:xfrm>
                    <a:off x="873" y="3678"/>
                    <a:ext cx="13" cy="23"/>
                  </a:xfrm>
                  <a:custGeom>
                    <a:avLst/>
                    <a:gdLst>
                      <a:gd name="T0" fmla="*/ 13 w 25"/>
                      <a:gd name="T1" fmla="*/ 70 h 70"/>
                      <a:gd name="T2" fmla="*/ 0 w 25"/>
                      <a:gd name="T3" fmla="*/ 27 h 70"/>
                      <a:gd name="T4" fmla="*/ 9 w 25"/>
                      <a:gd name="T5" fmla="*/ 0 h 70"/>
                      <a:gd name="T6" fmla="*/ 25 w 25"/>
                      <a:gd name="T7" fmla="*/ 31 h 70"/>
                      <a:gd name="T8" fmla="*/ 13 w 25"/>
                      <a:gd name="T9" fmla="*/ 70 h 70"/>
                    </a:gdLst>
                    <a:ahLst/>
                    <a:cxnLst>
                      <a:cxn ang="0">
                        <a:pos x="T0" y="T1"/>
                      </a:cxn>
                      <a:cxn ang="0">
                        <a:pos x="T2" y="T3"/>
                      </a:cxn>
                      <a:cxn ang="0">
                        <a:pos x="T4" y="T5"/>
                      </a:cxn>
                      <a:cxn ang="0">
                        <a:pos x="T6" y="T7"/>
                      </a:cxn>
                      <a:cxn ang="0">
                        <a:pos x="T8" y="T9"/>
                      </a:cxn>
                    </a:cxnLst>
                    <a:rect l="0" t="0" r="r" b="b"/>
                    <a:pathLst>
                      <a:path w="25" h="70">
                        <a:moveTo>
                          <a:pt x="13" y="70"/>
                        </a:moveTo>
                        <a:lnTo>
                          <a:pt x="0" y="27"/>
                        </a:lnTo>
                        <a:lnTo>
                          <a:pt x="9" y="0"/>
                        </a:lnTo>
                        <a:lnTo>
                          <a:pt x="25"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289" name="Freeform 392"/>
                  <p:cNvSpPr>
                    <a:spLocks noChangeArrowheads="1"/>
                  </p:cNvSpPr>
                  <p:nvPr/>
                </p:nvSpPr>
                <p:spPr bwMode="auto">
                  <a:xfrm>
                    <a:off x="878" y="3678"/>
                    <a:ext cx="37" cy="10"/>
                  </a:xfrm>
                  <a:custGeom>
                    <a:avLst/>
                    <a:gdLst>
                      <a:gd name="T0" fmla="*/ 2 w 75"/>
                      <a:gd name="T1" fmla="*/ 0 h 30"/>
                      <a:gd name="T2" fmla="*/ 50 w 75"/>
                      <a:gd name="T3" fmla="*/ 0 h 30"/>
                      <a:gd name="T4" fmla="*/ 52 w 75"/>
                      <a:gd name="T5" fmla="*/ 3 h 30"/>
                      <a:gd name="T6" fmla="*/ 57 w 75"/>
                      <a:gd name="T7" fmla="*/ 12 h 30"/>
                      <a:gd name="T8" fmla="*/ 75 w 75"/>
                      <a:gd name="T9" fmla="*/ 30 h 30"/>
                      <a:gd name="T10" fmla="*/ 19 w 75"/>
                      <a:gd name="T11" fmla="*/ 30 h 30"/>
                      <a:gd name="T12" fmla="*/ 11 w 75"/>
                      <a:gd name="T13" fmla="*/ 20 h 30"/>
                      <a:gd name="T14" fmla="*/ 0 w 75"/>
                      <a:gd name="T15" fmla="*/ 6 h 30"/>
                      <a:gd name="T16" fmla="*/ 2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2" y="0"/>
                        </a:moveTo>
                        <a:lnTo>
                          <a:pt x="50" y="0"/>
                        </a:lnTo>
                        <a:lnTo>
                          <a:pt x="52" y="3"/>
                        </a:lnTo>
                        <a:lnTo>
                          <a:pt x="57" y="12"/>
                        </a:lnTo>
                        <a:lnTo>
                          <a:pt x="75" y="30"/>
                        </a:lnTo>
                        <a:lnTo>
                          <a:pt x="19" y="30"/>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290" name="Freeform 393"/>
                  <p:cNvSpPr>
                    <a:spLocks noChangeArrowheads="1"/>
                  </p:cNvSpPr>
                  <p:nvPr/>
                </p:nvSpPr>
                <p:spPr bwMode="auto">
                  <a:xfrm>
                    <a:off x="880" y="3688"/>
                    <a:ext cx="42" cy="13"/>
                  </a:xfrm>
                  <a:custGeom>
                    <a:avLst/>
                    <a:gdLst>
                      <a:gd name="T0" fmla="*/ 0 w 82"/>
                      <a:gd name="T1" fmla="*/ 38 h 38"/>
                      <a:gd name="T2" fmla="*/ 4 w 82"/>
                      <a:gd name="T3" fmla="*/ 21 h 38"/>
                      <a:gd name="T4" fmla="*/ 8 w 82"/>
                      <a:gd name="T5" fmla="*/ 8 h 38"/>
                      <a:gd name="T6" fmla="*/ 13 w 82"/>
                      <a:gd name="T7" fmla="*/ 0 h 38"/>
                      <a:gd name="T8" fmla="*/ 69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4" y="21"/>
                        </a:lnTo>
                        <a:lnTo>
                          <a:pt x="8" y="8"/>
                        </a:lnTo>
                        <a:lnTo>
                          <a:pt x="13"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291" name="Group 394"/>
                <p:cNvGrpSpPr>
                  <a:grpSpLocks/>
                </p:cNvGrpSpPr>
                <p:nvPr/>
              </p:nvGrpSpPr>
              <p:grpSpPr bwMode="auto">
                <a:xfrm>
                  <a:off x="886" y="3690"/>
                  <a:ext cx="49" cy="23"/>
                  <a:chOff x="886" y="3690"/>
                  <a:chExt cx="49" cy="23"/>
                </a:xfrm>
              </p:grpSpPr>
              <p:sp>
                <p:nvSpPr>
                  <p:cNvPr id="425292" name="Freeform 395"/>
                  <p:cNvSpPr>
                    <a:spLocks noChangeArrowheads="1"/>
                  </p:cNvSpPr>
                  <p:nvPr/>
                </p:nvSpPr>
                <p:spPr bwMode="auto">
                  <a:xfrm>
                    <a:off x="886" y="3690"/>
                    <a:ext cx="12" cy="23"/>
                  </a:xfrm>
                  <a:custGeom>
                    <a:avLst/>
                    <a:gdLst>
                      <a:gd name="T0" fmla="*/ 14 w 24"/>
                      <a:gd name="T1" fmla="*/ 70 h 70"/>
                      <a:gd name="T2" fmla="*/ 0 w 24"/>
                      <a:gd name="T3" fmla="*/ 29 h 70"/>
                      <a:gd name="T4" fmla="*/ 10 w 24"/>
                      <a:gd name="T5" fmla="*/ 0 h 70"/>
                      <a:gd name="T6" fmla="*/ 24 w 24"/>
                      <a:gd name="T7" fmla="*/ 33 h 70"/>
                      <a:gd name="T8" fmla="*/ 14 w 24"/>
                      <a:gd name="T9" fmla="*/ 70 h 70"/>
                    </a:gdLst>
                    <a:ahLst/>
                    <a:cxnLst>
                      <a:cxn ang="0">
                        <a:pos x="T0" y="T1"/>
                      </a:cxn>
                      <a:cxn ang="0">
                        <a:pos x="T2" y="T3"/>
                      </a:cxn>
                      <a:cxn ang="0">
                        <a:pos x="T4" y="T5"/>
                      </a:cxn>
                      <a:cxn ang="0">
                        <a:pos x="T6" y="T7"/>
                      </a:cxn>
                      <a:cxn ang="0">
                        <a:pos x="T8" y="T9"/>
                      </a:cxn>
                    </a:cxnLst>
                    <a:rect l="0" t="0" r="r" b="b"/>
                    <a:pathLst>
                      <a:path w="24" h="70">
                        <a:moveTo>
                          <a:pt x="14" y="70"/>
                        </a:moveTo>
                        <a:lnTo>
                          <a:pt x="0" y="29"/>
                        </a:lnTo>
                        <a:lnTo>
                          <a:pt x="10" y="0"/>
                        </a:lnTo>
                        <a:lnTo>
                          <a:pt x="24" y="33"/>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293" name="Freeform 396"/>
                  <p:cNvSpPr>
                    <a:spLocks noChangeArrowheads="1"/>
                  </p:cNvSpPr>
                  <p:nvPr/>
                </p:nvSpPr>
                <p:spPr bwMode="auto">
                  <a:xfrm>
                    <a:off x="890" y="3691"/>
                    <a:ext cx="38" cy="10"/>
                  </a:xfrm>
                  <a:custGeom>
                    <a:avLst/>
                    <a:gdLst>
                      <a:gd name="T0" fmla="*/ 3 w 75"/>
                      <a:gd name="T1" fmla="*/ 0 h 31"/>
                      <a:gd name="T2" fmla="*/ 52 w 75"/>
                      <a:gd name="T3" fmla="*/ 0 h 31"/>
                      <a:gd name="T4" fmla="*/ 53 w 75"/>
                      <a:gd name="T5" fmla="*/ 2 h 31"/>
                      <a:gd name="T6" fmla="*/ 57 w 75"/>
                      <a:gd name="T7" fmla="*/ 11 h 31"/>
                      <a:gd name="T8" fmla="*/ 75 w 75"/>
                      <a:gd name="T9" fmla="*/ 31 h 31"/>
                      <a:gd name="T10" fmla="*/ 19 w 75"/>
                      <a:gd name="T11" fmla="*/ 31 h 31"/>
                      <a:gd name="T12" fmla="*/ 10 w 75"/>
                      <a:gd name="T13" fmla="*/ 22 h 31"/>
                      <a:gd name="T14" fmla="*/ 0 w 75"/>
                      <a:gd name="T15" fmla="*/ 6 h 31"/>
                      <a:gd name="T16" fmla="*/ 3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3" y="0"/>
                        </a:moveTo>
                        <a:lnTo>
                          <a:pt x="52" y="0"/>
                        </a:lnTo>
                        <a:lnTo>
                          <a:pt x="53" y="2"/>
                        </a:lnTo>
                        <a:lnTo>
                          <a:pt x="57" y="11"/>
                        </a:lnTo>
                        <a:lnTo>
                          <a:pt x="75" y="31"/>
                        </a:lnTo>
                        <a:lnTo>
                          <a:pt x="19" y="31"/>
                        </a:lnTo>
                        <a:lnTo>
                          <a:pt x="10" y="22"/>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294" name="Freeform 397"/>
                  <p:cNvSpPr>
                    <a:spLocks noChangeArrowheads="1"/>
                  </p:cNvSpPr>
                  <p:nvPr/>
                </p:nvSpPr>
                <p:spPr bwMode="auto">
                  <a:xfrm>
                    <a:off x="893" y="3701"/>
                    <a:ext cx="42" cy="12"/>
                  </a:xfrm>
                  <a:custGeom>
                    <a:avLst/>
                    <a:gdLst>
                      <a:gd name="T0" fmla="*/ 0 w 83"/>
                      <a:gd name="T1" fmla="*/ 36 h 36"/>
                      <a:gd name="T2" fmla="*/ 1 w 83"/>
                      <a:gd name="T3" fmla="*/ 19 h 36"/>
                      <a:gd name="T4" fmla="*/ 8 w 83"/>
                      <a:gd name="T5" fmla="*/ 7 h 36"/>
                      <a:gd name="T6" fmla="*/ 12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8" y="7"/>
                        </a:lnTo>
                        <a:lnTo>
                          <a:pt x="12"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295" name="Group 398"/>
                <p:cNvGrpSpPr>
                  <a:grpSpLocks/>
                </p:cNvGrpSpPr>
                <p:nvPr/>
              </p:nvGrpSpPr>
              <p:grpSpPr bwMode="auto">
                <a:xfrm>
                  <a:off x="899" y="3703"/>
                  <a:ext cx="48" cy="23"/>
                  <a:chOff x="899" y="3703"/>
                  <a:chExt cx="48" cy="23"/>
                </a:xfrm>
              </p:grpSpPr>
              <p:sp>
                <p:nvSpPr>
                  <p:cNvPr id="425296" name="Freeform 399"/>
                  <p:cNvSpPr>
                    <a:spLocks noChangeArrowheads="1"/>
                  </p:cNvSpPr>
                  <p:nvPr/>
                </p:nvSpPr>
                <p:spPr bwMode="auto">
                  <a:xfrm>
                    <a:off x="899" y="3703"/>
                    <a:ext cx="12" cy="23"/>
                  </a:xfrm>
                  <a:custGeom>
                    <a:avLst/>
                    <a:gdLst>
                      <a:gd name="T0" fmla="*/ 15 w 25"/>
                      <a:gd name="T1" fmla="*/ 68 h 68"/>
                      <a:gd name="T2" fmla="*/ 0 w 25"/>
                      <a:gd name="T3" fmla="*/ 27 h 68"/>
                      <a:gd name="T4" fmla="*/ 10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7"/>
                        </a:lnTo>
                        <a:lnTo>
                          <a:pt x="10"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297" name="Freeform 400"/>
                  <p:cNvSpPr>
                    <a:spLocks noChangeArrowheads="1"/>
                  </p:cNvSpPr>
                  <p:nvPr/>
                </p:nvSpPr>
                <p:spPr bwMode="auto">
                  <a:xfrm>
                    <a:off x="903" y="3703"/>
                    <a:ext cx="38" cy="10"/>
                  </a:xfrm>
                  <a:custGeom>
                    <a:avLst/>
                    <a:gdLst>
                      <a:gd name="T0" fmla="*/ 1 w 75"/>
                      <a:gd name="T1" fmla="*/ 0 h 30"/>
                      <a:gd name="T2" fmla="*/ 50 w 75"/>
                      <a:gd name="T3" fmla="*/ 0 h 30"/>
                      <a:gd name="T4" fmla="*/ 51 w 75"/>
                      <a:gd name="T5" fmla="*/ 3 h 30"/>
                      <a:gd name="T6" fmla="*/ 56 w 75"/>
                      <a:gd name="T7" fmla="*/ 12 h 30"/>
                      <a:gd name="T8" fmla="*/ 75 w 75"/>
                      <a:gd name="T9" fmla="*/ 30 h 30"/>
                      <a:gd name="T10" fmla="*/ 18 w 75"/>
                      <a:gd name="T11" fmla="*/ 30 h 30"/>
                      <a:gd name="T12" fmla="*/ 9 w 75"/>
                      <a:gd name="T13" fmla="*/ 21 h 30"/>
                      <a:gd name="T14" fmla="*/ 0 w 75"/>
                      <a:gd name="T15" fmla="*/ 7 h 30"/>
                      <a:gd name="T16" fmla="*/ 1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1" y="0"/>
                        </a:moveTo>
                        <a:lnTo>
                          <a:pt x="50" y="0"/>
                        </a:lnTo>
                        <a:lnTo>
                          <a:pt x="51" y="3"/>
                        </a:lnTo>
                        <a:lnTo>
                          <a:pt x="56" y="12"/>
                        </a:lnTo>
                        <a:lnTo>
                          <a:pt x="75" y="30"/>
                        </a:lnTo>
                        <a:lnTo>
                          <a:pt x="18" y="30"/>
                        </a:lnTo>
                        <a:lnTo>
                          <a:pt x="9"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298" name="Freeform 401"/>
                  <p:cNvSpPr>
                    <a:spLocks noChangeArrowheads="1"/>
                  </p:cNvSpPr>
                  <p:nvPr/>
                </p:nvSpPr>
                <p:spPr bwMode="auto">
                  <a:xfrm>
                    <a:off x="907" y="3714"/>
                    <a:ext cx="40" cy="12"/>
                  </a:xfrm>
                  <a:custGeom>
                    <a:avLst/>
                    <a:gdLst>
                      <a:gd name="T0" fmla="*/ 0 w 82"/>
                      <a:gd name="T1" fmla="*/ 36 h 36"/>
                      <a:gd name="T2" fmla="*/ 2 w 82"/>
                      <a:gd name="T3" fmla="*/ 19 h 36"/>
                      <a:gd name="T4" fmla="*/ 5 w 82"/>
                      <a:gd name="T5" fmla="*/ 8 h 36"/>
                      <a:gd name="T6" fmla="*/ 12 w 82"/>
                      <a:gd name="T7" fmla="*/ 0 h 36"/>
                      <a:gd name="T8" fmla="*/ 69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5" y="8"/>
                        </a:lnTo>
                        <a:lnTo>
                          <a:pt x="12"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299" name="Group 402"/>
                <p:cNvGrpSpPr>
                  <a:grpSpLocks/>
                </p:cNvGrpSpPr>
                <p:nvPr/>
              </p:nvGrpSpPr>
              <p:grpSpPr bwMode="auto">
                <a:xfrm>
                  <a:off x="912" y="3716"/>
                  <a:ext cx="48" cy="23"/>
                  <a:chOff x="912" y="3716"/>
                  <a:chExt cx="48" cy="23"/>
                </a:xfrm>
              </p:grpSpPr>
              <p:sp>
                <p:nvSpPr>
                  <p:cNvPr id="425300" name="Freeform 403"/>
                  <p:cNvSpPr>
                    <a:spLocks noChangeArrowheads="1"/>
                  </p:cNvSpPr>
                  <p:nvPr/>
                </p:nvSpPr>
                <p:spPr bwMode="auto">
                  <a:xfrm>
                    <a:off x="912" y="3716"/>
                    <a:ext cx="11" cy="23"/>
                  </a:xfrm>
                  <a:custGeom>
                    <a:avLst/>
                    <a:gdLst>
                      <a:gd name="T0" fmla="*/ 13 w 22"/>
                      <a:gd name="T1" fmla="*/ 68 h 68"/>
                      <a:gd name="T2" fmla="*/ 0 w 22"/>
                      <a:gd name="T3" fmla="*/ 27 h 68"/>
                      <a:gd name="T4" fmla="*/ 9 w 22"/>
                      <a:gd name="T5" fmla="*/ 0 h 68"/>
                      <a:gd name="T6" fmla="*/ 22 w 22"/>
                      <a:gd name="T7" fmla="*/ 30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0"/>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301" name="Freeform 404"/>
                  <p:cNvSpPr>
                    <a:spLocks noChangeArrowheads="1"/>
                  </p:cNvSpPr>
                  <p:nvPr/>
                </p:nvSpPr>
                <p:spPr bwMode="auto">
                  <a:xfrm>
                    <a:off x="916" y="3717"/>
                    <a:ext cx="37" cy="9"/>
                  </a:xfrm>
                  <a:custGeom>
                    <a:avLst/>
                    <a:gdLst>
                      <a:gd name="T0" fmla="*/ 1 w 74"/>
                      <a:gd name="T1" fmla="*/ 0 h 29"/>
                      <a:gd name="T2" fmla="*/ 50 w 74"/>
                      <a:gd name="T3" fmla="*/ 0 h 29"/>
                      <a:gd name="T4" fmla="*/ 51 w 74"/>
                      <a:gd name="T5" fmla="*/ 3 h 29"/>
                      <a:gd name="T6" fmla="*/ 55 w 74"/>
                      <a:gd name="T7" fmla="*/ 11 h 29"/>
                      <a:gd name="T8" fmla="*/ 74 w 74"/>
                      <a:gd name="T9" fmla="*/ 29 h 29"/>
                      <a:gd name="T10" fmla="*/ 18 w 74"/>
                      <a:gd name="T11" fmla="*/ 29 h 29"/>
                      <a:gd name="T12" fmla="*/ 8 w 74"/>
                      <a:gd name="T13" fmla="*/ 20 h 29"/>
                      <a:gd name="T14" fmla="*/ 0 w 74"/>
                      <a:gd name="T15" fmla="*/ 6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50" y="0"/>
                        </a:lnTo>
                        <a:lnTo>
                          <a:pt x="51" y="3"/>
                        </a:lnTo>
                        <a:lnTo>
                          <a:pt x="55" y="11"/>
                        </a:lnTo>
                        <a:lnTo>
                          <a:pt x="74" y="29"/>
                        </a:lnTo>
                        <a:lnTo>
                          <a:pt x="18" y="29"/>
                        </a:lnTo>
                        <a:lnTo>
                          <a:pt x="8"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302" name="Freeform 405"/>
                  <p:cNvSpPr>
                    <a:spLocks noChangeArrowheads="1"/>
                  </p:cNvSpPr>
                  <p:nvPr/>
                </p:nvSpPr>
                <p:spPr bwMode="auto">
                  <a:xfrm>
                    <a:off x="919" y="3727"/>
                    <a:ext cx="41" cy="12"/>
                  </a:xfrm>
                  <a:custGeom>
                    <a:avLst/>
                    <a:gdLst>
                      <a:gd name="T0" fmla="*/ 0 w 83"/>
                      <a:gd name="T1" fmla="*/ 36 h 36"/>
                      <a:gd name="T2" fmla="*/ 1 w 83"/>
                      <a:gd name="T3" fmla="*/ 19 h 36"/>
                      <a:gd name="T4" fmla="*/ 7 w 83"/>
                      <a:gd name="T5" fmla="*/ 7 h 36"/>
                      <a:gd name="T6" fmla="*/ 11 w 83"/>
                      <a:gd name="T7" fmla="*/ 0 h 36"/>
                      <a:gd name="T8" fmla="*/ 69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7"/>
                        </a:lnTo>
                        <a:lnTo>
                          <a:pt x="11" y="0"/>
                        </a:lnTo>
                        <a:lnTo>
                          <a:pt x="69"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grpSp>
            <p:nvGrpSpPr>
              <p:cNvPr id="425303" name="Group 406"/>
              <p:cNvGrpSpPr>
                <a:grpSpLocks/>
              </p:cNvGrpSpPr>
              <p:nvPr/>
            </p:nvGrpSpPr>
            <p:grpSpPr bwMode="auto">
              <a:xfrm>
                <a:off x="922" y="3727"/>
                <a:ext cx="49" cy="23"/>
                <a:chOff x="922" y="3727"/>
                <a:chExt cx="49" cy="23"/>
              </a:xfrm>
            </p:grpSpPr>
            <p:sp>
              <p:nvSpPr>
                <p:cNvPr id="425304" name="Freeform 407"/>
                <p:cNvSpPr>
                  <a:spLocks noChangeArrowheads="1"/>
                </p:cNvSpPr>
                <p:nvPr/>
              </p:nvSpPr>
              <p:spPr bwMode="auto">
                <a:xfrm>
                  <a:off x="922" y="3727"/>
                  <a:ext cx="12" cy="23"/>
                </a:xfrm>
                <a:custGeom>
                  <a:avLst/>
                  <a:gdLst>
                    <a:gd name="T0" fmla="*/ 15 w 24"/>
                    <a:gd name="T1" fmla="*/ 69 h 69"/>
                    <a:gd name="T2" fmla="*/ 0 w 24"/>
                    <a:gd name="T3" fmla="*/ 27 h 69"/>
                    <a:gd name="T4" fmla="*/ 11 w 24"/>
                    <a:gd name="T5" fmla="*/ 0 h 69"/>
                    <a:gd name="T6" fmla="*/ 24 w 24"/>
                    <a:gd name="T7" fmla="*/ 32 h 69"/>
                    <a:gd name="T8" fmla="*/ 15 w 24"/>
                    <a:gd name="T9" fmla="*/ 69 h 69"/>
                  </a:gdLst>
                  <a:ahLst/>
                  <a:cxnLst>
                    <a:cxn ang="0">
                      <a:pos x="T0" y="T1"/>
                    </a:cxn>
                    <a:cxn ang="0">
                      <a:pos x="T2" y="T3"/>
                    </a:cxn>
                    <a:cxn ang="0">
                      <a:pos x="T4" y="T5"/>
                    </a:cxn>
                    <a:cxn ang="0">
                      <a:pos x="T6" y="T7"/>
                    </a:cxn>
                    <a:cxn ang="0">
                      <a:pos x="T8" y="T9"/>
                    </a:cxn>
                  </a:cxnLst>
                  <a:rect l="0" t="0" r="r" b="b"/>
                  <a:pathLst>
                    <a:path w="24" h="69">
                      <a:moveTo>
                        <a:pt x="15" y="69"/>
                      </a:moveTo>
                      <a:lnTo>
                        <a:pt x="0" y="27"/>
                      </a:lnTo>
                      <a:lnTo>
                        <a:pt x="11" y="0"/>
                      </a:lnTo>
                      <a:lnTo>
                        <a:pt x="24"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305" name="Freeform 408"/>
                <p:cNvSpPr>
                  <a:spLocks noChangeArrowheads="1"/>
                </p:cNvSpPr>
                <p:nvPr/>
              </p:nvSpPr>
              <p:spPr bwMode="auto">
                <a:xfrm>
                  <a:off x="927" y="3728"/>
                  <a:ext cx="36" cy="10"/>
                </a:xfrm>
                <a:custGeom>
                  <a:avLst/>
                  <a:gdLst>
                    <a:gd name="T0" fmla="*/ 1 w 72"/>
                    <a:gd name="T1" fmla="*/ 0 h 31"/>
                    <a:gd name="T2" fmla="*/ 49 w 72"/>
                    <a:gd name="T3" fmla="*/ 0 h 31"/>
                    <a:gd name="T4" fmla="*/ 50 w 72"/>
                    <a:gd name="T5" fmla="*/ 4 h 31"/>
                    <a:gd name="T6" fmla="*/ 56 w 72"/>
                    <a:gd name="T7" fmla="*/ 13 h 31"/>
                    <a:gd name="T8" fmla="*/ 72 w 72"/>
                    <a:gd name="T9" fmla="*/ 31 h 31"/>
                    <a:gd name="T10" fmla="*/ 18 w 72"/>
                    <a:gd name="T11" fmla="*/ 31 h 31"/>
                    <a:gd name="T12" fmla="*/ 9 w 72"/>
                    <a:gd name="T13" fmla="*/ 22 h 31"/>
                    <a:gd name="T14" fmla="*/ 0 w 72"/>
                    <a:gd name="T15" fmla="*/ 7 h 31"/>
                    <a:gd name="T16" fmla="*/ 1 w 72"/>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1">
                      <a:moveTo>
                        <a:pt x="1" y="0"/>
                      </a:moveTo>
                      <a:lnTo>
                        <a:pt x="49" y="0"/>
                      </a:lnTo>
                      <a:lnTo>
                        <a:pt x="50" y="4"/>
                      </a:lnTo>
                      <a:lnTo>
                        <a:pt x="56" y="13"/>
                      </a:lnTo>
                      <a:lnTo>
                        <a:pt x="72"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306" name="Freeform 409"/>
                <p:cNvSpPr>
                  <a:spLocks noChangeArrowheads="1"/>
                </p:cNvSpPr>
                <p:nvPr/>
              </p:nvSpPr>
              <p:spPr bwMode="auto">
                <a:xfrm>
                  <a:off x="930" y="3738"/>
                  <a:ext cx="41" cy="12"/>
                </a:xfrm>
                <a:custGeom>
                  <a:avLst/>
                  <a:gdLst>
                    <a:gd name="T0" fmla="*/ 0 w 83"/>
                    <a:gd name="T1" fmla="*/ 36 h 36"/>
                    <a:gd name="T2" fmla="*/ 2 w 83"/>
                    <a:gd name="T3" fmla="*/ 20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307" name="Group 410"/>
              <p:cNvGrpSpPr>
                <a:grpSpLocks/>
              </p:cNvGrpSpPr>
              <p:nvPr/>
            </p:nvGrpSpPr>
            <p:grpSpPr bwMode="auto">
              <a:xfrm>
                <a:off x="895" y="3526"/>
                <a:ext cx="44" cy="23"/>
                <a:chOff x="895" y="3526"/>
                <a:chExt cx="44" cy="23"/>
              </a:xfrm>
            </p:grpSpPr>
            <p:sp>
              <p:nvSpPr>
                <p:cNvPr id="425308" name="Freeform 411"/>
                <p:cNvSpPr>
                  <a:spLocks noChangeArrowheads="1"/>
                </p:cNvSpPr>
                <p:nvPr/>
              </p:nvSpPr>
              <p:spPr bwMode="auto">
                <a:xfrm>
                  <a:off x="895" y="3526"/>
                  <a:ext cx="19" cy="23"/>
                </a:xfrm>
                <a:custGeom>
                  <a:avLst/>
                  <a:gdLst>
                    <a:gd name="T0" fmla="*/ 22 w 38"/>
                    <a:gd name="T1" fmla="*/ 69 h 69"/>
                    <a:gd name="T2" fmla="*/ 0 w 38"/>
                    <a:gd name="T3" fmla="*/ 34 h 69"/>
                    <a:gd name="T4" fmla="*/ 11 w 38"/>
                    <a:gd name="T5" fmla="*/ 0 h 69"/>
                    <a:gd name="T6" fmla="*/ 38 w 38"/>
                    <a:gd name="T7" fmla="*/ 34 h 69"/>
                    <a:gd name="T8" fmla="*/ 22 w 38"/>
                    <a:gd name="T9" fmla="*/ 69 h 69"/>
                  </a:gdLst>
                  <a:ahLst/>
                  <a:cxnLst>
                    <a:cxn ang="0">
                      <a:pos x="T0" y="T1"/>
                    </a:cxn>
                    <a:cxn ang="0">
                      <a:pos x="T2" y="T3"/>
                    </a:cxn>
                    <a:cxn ang="0">
                      <a:pos x="T4" y="T5"/>
                    </a:cxn>
                    <a:cxn ang="0">
                      <a:pos x="T6" y="T7"/>
                    </a:cxn>
                    <a:cxn ang="0">
                      <a:pos x="T8" y="T9"/>
                    </a:cxn>
                  </a:cxnLst>
                  <a:rect l="0" t="0" r="r" b="b"/>
                  <a:pathLst>
                    <a:path w="38" h="69">
                      <a:moveTo>
                        <a:pt x="22" y="69"/>
                      </a:moveTo>
                      <a:lnTo>
                        <a:pt x="0" y="34"/>
                      </a:lnTo>
                      <a:lnTo>
                        <a:pt x="11" y="0"/>
                      </a:lnTo>
                      <a:lnTo>
                        <a:pt x="38" y="34"/>
                      </a:lnTo>
                      <a:lnTo>
                        <a:pt x="22"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309" name="Freeform 412"/>
                <p:cNvSpPr>
                  <a:spLocks noChangeArrowheads="1"/>
                </p:cNvSpPr>
                <p:nvPr/>
              </p:nvSpPr>
              <p:spPr bwMode="auto">
                <a:xfrm>
                  <a:off x="901" y="3526"/>
                  <a:ext cx="33" cy="12"/>
                </a:xfrm>
                <a:custGeom>
                  <a:avLst/>
                  <a:gdLst>
                    <a:gd name="T0" fmla="*/ 0 w 64"/>
                    <a:gd name="T1" fmla="*/ 0 h 35"/>
                    <a:gd name="T2" fmla="*/ 40 w 64"/>
                    <a:gd name="T3" fmla="*/ 0 h 35"/>
                    <a:gd name="T4" fmla="*/ 64 w 64"/>
                    <a:gd name="T5" fmla="*/ 35 h 35"/>
                    <a:gd name="T6" fmla="*/ 23 w 64"/>
                    <a:gd name="T7" fmla="*/ 35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40" y="0"/>
                      </a:lnTo>
                      <a:lnTo>
                        <a:pt x="64" y="35"/>
                      </a:lnTo>
                      <a:lnTo>
                        <a:pt x="23"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310" name="Freeform 413"/>
                <p:cNvSpPr>
                  <a:spLocks noChangeArrowheads="1"/>
                </p:cNvSpPr>
                <p:nvPr/>
              </p:nvSpPr>
              <p:spPr bwMode="auto">
                <a:xfrm>
                  <a:off x="907" y="3538"/>
                  <a:ext cx="32" cy="11"/>
                </a:xfrm>
                <a:custGeom>
                  <a:avLst/>
                  <a:gdLst>
                    <a:gd name="T0" fmla="*/ 0 w 65"/>
                    <a:gd name="T1" fmla="*/ 31 h 31"/>
                    <a:gd name="T2" fmla="*/ 13 w 65"/>
                    <a:gd name="T3" fmla="*/ 0 h 31"/>
                    <a:gd name="T4" fmla="*/ 54 w 65"/>
                    <a:gd name="T5" fmla="*/ 0 h 31"/>
                    <a:gd name="T6" fmla="*/ 65 w 65"/>
                    <a:gd name="T7" fmla="*/ 31 h 31"/>
                    <a:gd name="T8" fmla="*/ 0 w 65"/>
                    <a:gd name="T9" fmla="*/ 31 h 31"/>
                  </a:gdLst>
                  <a:ahLst/>
                  <a:cxnLst>
                    <a:cxn ang="0">
                      <a:pos x="T0" y="T1"/>
                    </a:cxn>
                    <a:cxn ang="0">
                      <a:pos x="T2" y="T3"/>
                    </a:cxn>
                    <a:cxn ang="0">
                      <a:pos x="T4" y="T5"/>
                    </a:cxn>
                    <a:cxn ang="0">
                      <a:pos x="T6" y="T7"/>
                    </a:cxn>
                    <a:cxn ang="0">
                      <a:pos x="T8" y="T9"/>
                    </a:cxn>
                  </a:cxnLst>
                  <a:rect l="0" t="0" r="r" b="b"/>
                  <a:pathLst>
                    <a:path w="65" h="31">
                      <a:moveTo>
                        <a:pt x="0" y="31"/>
                      </a:moveTo>
                      <a:lnTo>
                        <a:pt x="13" y="0"/>
                      </a:lnTo>
                      <a:lnTo>
                        <a:pt x="54" y="0"/>
                      </a:lnTo>
                      <a:lnTo>
                        <a:pt x="65"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311" name="Group 414"/>
              <p:cNvGrpSpPr>
                <a:grpSpLocks/>
              </p:cNvGrpSpPr>
              <p:nvPr/>
            </p:nvGrpSpPr>
            <p:grpSpPr bwMode="auto">
              <a:xfrm>
                <a:off x="907" y="3540"/>
                <a:ext cx="45" cy="22"/>
                <a:chOff x="907" y="3540"/>
                <a:chExt cx="45" cy="22"/>
              </a:xfrm>
            </p:grpSpPr>
            <p:sp>
              <p:nvSpPr>
                <p:cNvPr id="425312" name="Freeform 415"/>
                <p:cNvSpPr>
                  <a:spLocks noChangeArrowheads="1"/>
                </p:cNvSpPr>
                <p:nvPr/>
              </p:nvSpPr>
              <p:spPr bwMode="auto">
                <a:xfrm>
                  <a:off x="907" y="3540"/>
                  <a:ext cx="20" cy="22"/>
                </a:xfrm>
                <a:custGeom>
                  <a:avLst/>
                  <a:gdLst>
                    <a:gd name="T0" fmla="*/ 22 w 39"/>
                    <a:gd name="T1" fmla="*/ 68 h 68"/>
                    <a:gd name="T2" fmla="*/ 0 w 39"/>
                    <a:gd name="T3" fmla="*/ 34 h 68"/>
                    <a:gd name="T4" fmla="*/ 11 w 39"/>
                    <a:gd name="T5" fmla="*/ 0 h 68"/>
                    <a:gd name="T6" fmla="*/ 39 w 39"/>
                    <a:gd name="T7" fmla="*/ 34 h 68"/>
                    <a:gd name="T8" fmla="*/ 22 w 39"/>
                    <a:gd name="T9" fmla="*/ 68 h 68"/>
                  </a:gdLst>
                  <a:ahLst/>
                  <a:cxnLst>
                    <a:cxn ang="0">
                      <a:pos x="T0" y="T1"/>
                    </a:cxn>
                    <a:cxn ang="0">
                      <a:pos x="T2" y="T3"/>
                    </a:cxn>
                    <a:cxn ang="0">
                      <a:pos x="T4" y="T5"/>
                    </a:cxn>
                    <a:cxn ang="0">
                      <a:pos x="T6" y="T7"/>
                    </a:cxn>
                    <a:cxn ang="0">
                      <a:pos x="T8" y="T9"/>
                    </a:cxn>
                  </a:cxnLst>
                  <a:rect l="0" t="0" r="r" b="b"/>
                  <a:pathLst>
                    <a:path w="39" h="68">
                      <a:moveTo>
                        <a:pt x="22" y="68"/>
                      </a:moveTo>
                      <a:lnTo>
                        <a:pt x="0" y="34"/>
                      </a:lnTo>
                      <a:lnTo>
                        <a:pt x="11" y="0"/>
                      </a:lnTo>
                      <a:lnTo>
                        <a:pt x="39" y="34"/>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313" name="Freeform 416"/>
                <p:cNvSpPr>
                  <a:spLocks noChangeArrowheads="1"/>
                </p:cNvSpPr>
                <p:nvPr/>
              </p:nvSpPr>
              <p:spPr bwMode="auto">
                <a:xfrm>
                  <a:off x="914" y="3540"/>
                  <a:ext cx="32" cy="11"/>
                </a:xfrm>
                <a:custGeom>
                  <a:avLst/>
                  <a:gdLst>
                    <a:gd name="T0" fmla="*/ 0 w 64"/>
                    <a:gd name="T1" fmla="*/ 0 h 34"/>
                    <a:gd name="T2" fmla="*/ 40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40"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314" name="Freeform 417"/>
                <p:cNvSpPr>
                  <a:spLocks noChangeArrowheads="1"/>
                </p:cNvSpPr>
                <p:nvPr/>
              </p:nvSpPr>
              <p:spPr bwMode="auto">
                <a:xfrm>
                  <a:off x="919" y="3552"/>
                  <a:ext cx="33" cy="10"/>
                </a:xfrm>
                <a:custGeom>
                  <a:avLst/>
                  <a:gdLst>
                    <a:gd name="T0" fmla="*/ 0 w 66"/>
                    <a:gd name="T1" fmla="*/ 30 h 30"/>
                    <a:gd name="T2" fmla="*/ 12 w 66"/>
                    <a:gd name="T3" fmla="*/ 0 h 30"/>
                    <a:gd name="T4" fmla="*/ 54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2"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315" name="Group 418"/>
              <p:cNvGrpSpPr>
                <a:grpSpLocks/>
              </p:cNvGrpSpPr>
              <p:nvPr/>
            </p:nvGrpSpPr>
            <p:grpSpPr bwMode="auto">
              <a:xfrm>
                <a:off x="920" y="3553"/>
                <a:ext cx="45" cy="23"/>
                <a:chOff x="920" y="3553"/>
                <a:chExt cx="45" cy="23"/>
              </a:xfrm>
            </p:grpSpPr>
            <p:sp>
              <p:nvSpPr>
                <p:cNvPr id="425316" name="Freeform 419"/>
                <p:cNvSpPr>
                  <a:spLocks noChangeArrowheads="1"/>
                </p:cNvSpPr>
                <p:nvPr/>
              </p:nvSpPr>
              <p:spPr bwMode="auto">
                <a:xfrm>
                  <a:off x="920" y="3553"/>
                  <a:ext cx="20" cy="23"/>
                </a:xfrm>
                <a:custGeom>
                  <a:avLst/>
                  <a:gdLst>
                    <a:gd name="T0" fmla="*/ 24 w 41"/>
                    <a:gd name="T1" fmla="*/ 68 h 68"/>
                    <a:gd name="T2" fmla="*/ 0 w 41"/>
                    <a:gd name="T3" fmla="*/ 32 h 68"/>
                    <a:gd name="T4" fmla="*/ 14 w 41"/>
                    <a:gd name="T5" fmla="*/ 0 h 68"/>
                    <a:gd name="T6" fmla="*/ 41 w 41"/>
                    <a:gd name="T7" fmla="*/ 32 h 68"/>
                    <a:gd name="T8" fmla="*/ 24 w 41"/>
                    <a:gd name="T9" fmla="*/ 68 h 68"/>
                  </a:gdLst>
                  <a:ahLst/>
                  <a:cxnLst>
                    <a:cxn ang="0">
                      <a:pos x="T0" y="T1"/>
                    </a:cxn>
                    <a:cxn ang="0">
                      <a:pos x="T2" y="T3"/>
                    </a:cxn>
                    <a:cxn ang="0">
                      <a:pos x="T4" y="T5"/>
                    </a:cxn>
                    <a:cxn ang="0">
                      <a:pos x="T6" y="T7"/>
                    </a:cxn>
                    <a:cxn ang="0">
                      <a:pos x="T8" y="T9"/>
                    </a:cxn>
                  </a:cxnLst>
                  <a:rect l="0" t="0" r="r" b="b"/>
                  <a:pathLst>
                    <a:path w="41" h="68">
                      <a:moveTo>
                        <a:pt x="24" y="68"/>
                      </a:moveTo>
                      <a:lnTo>
                        <a:pt x="0" y="32"/>
                      </a:lnTo>
                      <a:lnTo>
                        <a:pt x="14" y="0"/>
                      </a:lnTo>
                      <a:lnTo>
                        <a:pt x="41" y="32"/>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317" name="Freeform 420"/>
                <p:cNvSpPr>
                  <a:spLocks noChangeArrowheads="1"/>
                </p:cNvSpPr>
                <p:nvPr/>
              </p:nvSpPr>
              <p:spPr bwMode="auto">
                <a:xfrm>
                  <a:off x="927" y="3554"/>
                  <a:ext cx="32" cy="11"/>
                </a:xfrm>
                <a:custGeom>
                  <a:avLst/>
                  <a:gdLst>
                    <a:gd name="T0" fmla="*/ 0 w 63"/>
                    <a:gd name="T1" fmla="*/ 0 h 33"/>
                    <a:gd name="T2" fmla="*/ 39 w 63"/>
                    <a:gd name="T3" fmla="*/ 0 h 33"/>
                    <a:gd name="T4" fmla="*/ 63 w 63"/>
                    <a:gd name="T5" fmla="*/ 33 h 33"/>
                    <a:gd name="T6" fmla="*/ 24 w 63"/>
                    <a:gd name="T7" fmla="*/ 33 h 33"/>
                    <a:gd name="T8" fmla="*/ 0 w 63"/>
                    <a:gd name="T9" fmla="*/ 0 h 33"/>
                  </a:gdLst>
                  <a:ahLst/>
                  <a:cxnLst>
                    <a:cxn ang="0">
                      <a:pos x="T0" y="T1"/>
                    </a:cxn>
                    <a:cxn ang="0">
                      <a:pos x="T2" y="T3"/>
                    </a:cxn>
                    <a:cxn ang="0">
                      <a:pos x="T4" y="T5"/>
                    </a:cxn>
                    <a:cxn ang="0">
                      <a:pos x="T6" y="T7"/>
                    </a:cxn>
                    <a:cxn ang="0">
                      <a:pos x="T8" y="T9"/>
                    </a:cxn>
                  </a:cxnLst>
                  <a:rect l="0" t="0" r="r" b="b"/>
                  <a:pathLst>
                    <a:path w="63" h="33">
                      <a:moveTo>
                        <a:pt x="0" y="0"/>
                      </a:moveTo>
                      <a:lnTo>
                        <a:pt x="39" y="0"/>
                      </a:lnTo>
                      <a:lnTo>
                        <a:pt x="63" y="33"/>
                      </a:lnTo>
                      <a:lnTo>
                        <a:pt x="24"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318" name="Freeform 421"/>
                <p:cNvSpPr>
                  <a:spLocks noChangeArrowheads="1"/>
                </p:cNvSpPr>
                <p:nvPr/>
              </p:nvSpPr>
              <p:spPr bwMode="auto">
                <a:xfrm>
                  <a:off x="932" y="3566"/>
                  <a:ext cx="33" cy="10"/>
                </a:xfrm>
                <a:custGeom>
                  <a:avLst/>
                  <a:gdLst>
                    <a:gd name="T0" fmla="*/ 0 w 66"/>
                    <a:gd name="T1" fmla="*/ 30 h 30"/>
                    <a:gd name="T2" fmla="*/ 12 w 66"/>
                    <a:gd name="T3" fmla="*/ 0 h 30"/>
                    <a:gd name="T4" fmla="*/ 53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2" y="0"/>
                      </a:lnTo>
                      <a:lnTo>
                        <a:pt x="53"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319" name="Group 422"/>
              <p:cNvGrpSpPr>
                <a:grpSpLocks/>
              </p:cNvGrpSpPr>
              <p:nvPr/>
            </p:nvGrpSpPr>
            <p:grpSpPr bwMode="auto">
              <a:xfrm>
                <a:off x="934" y="3566"/>
                <a:ext cx="44" cy="23"/>
                <a:chOff x="934" y="3566"/>
                <a:chExt cx="44" cy="23"/>
              </a:xfrm>
            </p:grpSpPr>
            <p:sp>
              <p:nvSpPr>
                <p:cNvPr id="425320" name="Freeform 423"/>
                <p:cNvSpPr>
                  <a:spLocks noChangeArrowheads="1"/>
                </p:cNvSpPr>
                <p:nvPr/>
              </p:nvSpPr>
              <p:spPr bwMode="auto">
                <a:xfrm>
                  <a:off x="934" y="3566"/>
                  <a:ext cx="19" cy="23"/>
                </a:xfrm>
                <a:custGeom>
                  <a:avLst/>
                  <a:gdLst>
                    <a:gd name="T0" fmla="*/ 22 w 40"/>
                    <a:gd name="T1" fmla="*/ 68 h 68"/>
                    <a:gd name="T2" fmla="*/ 0 w 40"/>
                    <a:gd name="T3" fmla="*/ 33 h 68"/>
                    <a:gd name="T4" fmla="*/ 12 w 40"/>
                    <a:gd name="T5" fmla="*/ 0 h 68"/>
                    <a:gd name="T6" fmla="*/ 40 w 40"/>
                    <a:gd name="T7" fmla="*/ 33 h 68"/>
                    <a:gd name="T8" fmla="*/ 22 w 40"/>
                    <a:gd name="T9" fmla="*/ 68 h 68"/>
                  </a:gdLst>
                  <a:ahLst/>
                  <a:cxnLst>
                    <a:cxn ang="0">
                      <a:pos x="T0" y="T1"/>
                    </a:cxn>
                    <a:cxn ang="0">
                      <a:pos x="T2" y="T3"/>
                    </a:cxn>
                    <a:cxn ang="0">
                      <a:pos x="T4" y="T5"/>
                    </a:cxn>
                    <a:cxn ang="0">
                      <a:pos x="T6" y="T7"/>
                    </a:cxn>
                    <a:cxn ang="0">
                      <a:pos x="T8" y="T9"/>
                    </a:cxn>
                  </a:cxnLst>
                  <a:rect l="0" t="0" r="r" b="b"/>
                  <a:pathLst>
                    <a:path w="40" h="68">
                      <a:moveTo>
                        <a:pt x="22" y="68"/>
                      </a:moveTo>
                      <a:lnTo>
                        <a:pt x="0" y="33"/>
                      </a:lnTo>
                      <a:lnTo>
                        <a:pt x="12" y="0"/>
                      </a:lnTo>
                      <a:lnTo>
                        <a:pt x="40" y="33"/>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321" name="Freeform 424"/>
                <p:cNvSpPr>
                  <a:spLocks noChangeArrowheads="1"/>
                </p:cNvSpPr>
                <p:nvPr/>
              </p:nvSpPr>
              <p:spPr bwMode="auto">
                <a:xfrm>
                  <a:off x="940" y="3567"/>
                  <a:ext cx="32" cy="11"/>
                </a:xfrm>
                <a:custGeom>
                  <a:avLst/>
                  <a:gdLst>
                    <a:gd name="T0" fmla="*/ 0 w 65"/>
                    <a:gd name="T1" fmla="*/ 0 h 35"/>
                    <a:gd name="T2" fmla="*/ 41 w 65"/>
                    <a:gd name="T3" fmla="*/ 0 h 35"/>
                    <a:gd name="T4" fmla="*/ 65 w 65"/>
                    <a:gd name="T5" fmla="*/ 35 h 35"/>
                    <a:gd name="T6" fmla="*/ 25 w 65"/>
                    <a:gd name="T7" fmla="*/ 35 h 35"/>
                    <a:gd name="T8" fmla="*/ 0 w 65"/>
                    <a:gd name="T9" fmla="*/ 0 h 35"/>
                  </a:gdLst>
                  <a:ahLst/>
                  <a:cxnLst>
                    <a:cxn ang="0">
                      <a:pos x="T0" y="T1"/>
                    </a:cxn>
                    <a:cxn ang="0">
                      <a:pos x="T2" y="T3"/>
                    </a:cxn>
                    <a:cxn ang="0">
                      <a:pos x="T4" y="T5"/>
                    </a:cxn>
                    <a:cxn ang="0">
                      <a:pos x="T6" y="T7"/>
                    </a:cxn>
                    <a:cxn ang="0">
                      <a:pos x="T8" y="T9"/>
                    </a:cxn>
                  </a:cxnLst>
                  <a:rect l="0" t="0" r="r" b="b"/>
                  <a:pathLst>
                    <a:path w="65" h="35">
                      <a:moveTo>
                        <a:pt x="0" y="0"/>
                      </a:moveTo>
                      <a:lnTo>
                        <a:pt x="41"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322" name="Freeform 425"/>
                <p:cNvSpPr>
                  <a:spLocks noChangeArrowheads="1"/>
                </p:cNvSpPr>
                <p:nvPr/>
              </p:nvSpPr>
              <p:spPr bwMode="auto">
                <a:xfrm>
                  <a:off x="945" y="3579"/>
                  <a:ext cx="33" cy="9"/>
                </a:xfrm>
                <a:custGeom>
                  <a:avLst/>
                  <a:gdLst>
                    <a:gd name="T0" fmla="*/ 0 w 65"/>
                    <a:gd name="T1" fmla="*/ 28 h 28"/>
                    <a:gd name="T2" fmla="*/ 13 w 65"/>
                    <a:gd name="T3" fmla="*/ 0 h 28"/>
                    <a:gd name="T4" fmla="*/ 54 w 65"/>
                    <a:gd name="T5" fmla="*/ 0 h 28"/>
                    <a:gd name="T6" fmla="*/ 65 w 65"/>
                    <a:gd name="T7" fmla="*/ 28 h 28"/>
                    <a:gd name="T8" fmla="*/ 0 w 65"/>
                    <a:gd name="T9" fmla="*/ 28 h 28"/>
                  </a:gdLst>
                  <a:ahLst/>
                  <a:cxnLst>
                    <a:cxn ang="0">
                      <a:pos x="T0" y="T1"/>
                    </a:cxn>
                    <a:cxn ang="0">
                      <a:pos x="T2" y="T3"/>
                    </a:cxn>
                    <a:cxn ang="0">
                      <a:pos x="T4" y="T5"/>
                    </a:cxn>
                    <a:cxn ang="0">
                      <a:pos x="T6" y="T7"/>
                    </a:cxn>
                    <a:cxn ang="0">
                      <a:pos x="T8" y="T9"/>
                    </a:cxn>
                  </a:cxnLst>
                  <a:rect l="0" t="0" r="r" b="b"/>
                  <a:pathLst>
                    <a:path w="65" h="28">
                      <a:moveTo>
                        <a:pt x="0" y="28"/>
                      </a:moveTo>
                      <a:lnTo>
                        <a:pt x="13" y="0"/>
                      </a:lnTo>
                      <a:lnTo>
                        <a:pt x="54" y="0"/>
                      </a:lnTo>
                      <a:lnTo>
                        <a:pt x="65"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323" name="Group 426"/>
              <p:cNvGrpSpPr>
                <a:grpSpLocks/>
              </p:cNvGrpSpPr>
              <p:nvPr/>
            </p:nvGrpSpPr>
            <p:grpSpPr bwMode="auto">
              <a:xfrm>
                <a:off x="949" y="3579"/>
                <a:ext cx="83" cy="63"/>
                <a:chOff x="949" y="3579"/>
                <a:chExt cx="83" cy="63"/>
              </a:xfrm>
            </p:grpSpPr>
            <p:grpSp>
              <p:nvGrpSpPr>
                <p:cNvPr id="425324" name="Group 427"/>
                <p:cNvGrpSpPr>
                  <a:grpSpLocks/>
                </p:cNvGrpSpPr>
                <p:nvPr/>
              </p:nvGrpSpPr>
              <p:grpSpPr bwMode="auto">
                <a:xfrm>
                  <a:off x="949" y="3579"/>
                  <a:ext cx="44" cy="23"/>
                  <a:chOff x="949" y="3579"/>
                  <a:chExt cx="44" cy="23"/>
                </a:xfrm>
              </p:grpSpPr>
              <p:sp>
                <p:nvSpPr>
                  <p:cNvPr id="425325" name="Freeform 428"/>
                  <p:cNvSpPr>
                    <a:spLocks noChangeArrowheads="1"/>
                  </p:cNvSpPr>
                  <p:nvPr/>
                </p:nvSpPr>
                <p:spPr bwMode="auto">
                  <a:xfrm>
                    <a:off x="949" y="3579"/>
                    <a:ext cx="19" cy="23"/>
                  </a:xfrm>
                  <a:custGeom>
                    <a:avLst/>
                    <a:gdLst>
                      <a:gd name="T0" fmla="*/ 21 w 38"/>
                      <a:gd name="T1" fmla="*/ 68 h 68"/>
                      <a:gd name="T2" fmla="*/ 0 w 38"/>
                      <a:gd name="T3" fmla="*/ 32 h 68"/>
                      <a:gd name="T4" fmla="*/ 11 w 38"/>
                      <a:gd name="T5" fmla="*/ 0 h 68"/>
                      <a:gd name="T6" fmla="*/ 38 w 38"/>
                      <a:gd name="T7" fmla="*/ 32 h 68"/>
                      <a:gd name="T8" fmla="*/ 21 w 38"/>
                      <a:gd name="T9" fmla="*/ 68 h 68"/>
                    </a:gdLst>
                    <a:ahLst/>
                    <a:cxnLst>
                      <a:cxn ang="0">
                        <a:pos x="T0" y="T1"/>
                      </a:cxn>
                      <a:cxn ang="0">
                        <a:pos x="T2" y="T3"/>
                      </a:cxn>
                      <a:cxn ang="0">
                        <a:pos x="T4" y="T5"/>
                      </a:cxn>
                      <a:cxn ang="0">
                        <a:pos x="T6" y="T7"/>
                      </a:cxn>
                      <a:cxn ang="0">
                        <a:pos x="T8" y="T9"/>
                      </a:cxn>
                    </a:cxnLst>
                    <a:rect l="0" t="0" r="r" b="b"/>
                    <a:pathLst>
                      <a:path w="38" h="68">
                        <a:moveTo>
                          <a:pt x="21" y="68"/>
                        </a:moveTo>
                        <a:lnTo>
                          <a:pt x="0" y="32"/>
                        </a:lnTo>
                        <a:lnTo>
                          <a:pt x="11" y="0"/>
                        </a:lnTo>
                        <a:lnTo>
                          <a:pt x="38" y="32"/>
                        </a:lnTo>
                        <a:lnTo>
                          <a:pt x="21"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326" name="Freeform 429"/>
                  <p:cNvSpPr>
                    <a:spLocks noChangeArrowheads="1"/>
                  </p:cNvSpPr>
                  <p:nvPr/>
                </p:nvSpPr>
                <p:spPr bwMode="auto">
                  <a:xfrm>
                    <a:off x="955" y="3579"/>
                    <a:ext cx="32" cy="11"/>
                  </a:xfrm>
                  <a:custGeom>
                    <a:avLst/>
                    <a:gdLst>
                      <a:gd name="T0" fmla="*/ 0 w 66"/>
                      <a:gd name="T1" fmla="*/ 0 h 32"/>
                      <a:gd name="T2" fmla="*/ 42 w 66"/>
                      <a:gd name="T3" fmla="*/ 0 h 32"/>
                      <a:gd name="T4" fmla="*/ 66 w 66"/>
                      <a:gd name="T5" fmla="*/ 32 h 32"/>
                      <a:gd name="T6" fmla="*/ 25 w 66"/>
                      <a:gd name="T7" fmla="*/ 32 h 32"/>
                      <a:gd name="T8" fmla="*/ 0 w 66"/>
                      <a:gd name="T9" fmla="*/ 0 h 32"/>
                    </a:gdLst>
                    <a:ahLst/>
                    <a:cxnLst>
                      <a:cxn ang="0">
                        <a:pos x="T0" y="T1"/>
                      </a:cxn>
                      <a:cxn ang="0">
                        <a:pos x="T2" y="T3"/>
                      </a:cxn>
                      <a:cxn ang="0">
                        <a:pos x="T4" y="T5"/>
                      </a:cxn>
                      <a:cxn ang="0">
                        <a:pos x="T6" y="T7"/>
                      </a:cxn>
                      <a:cxn ang="0">
                        <a:pos x="T8" y="T9"/>
                      </a:cxn>
                    </a:cxnLst>
                    <a:rect l="0" t="0" r="r" b="b"/>
                    <a:pathLst>
                      <a:path w="66" h="32">
                        <a:moveTo>
                          <a:pt x="0" y="0"/>
                        </a:moveTo>
                        <a:lnTo>
                          <a:pt x="42" y="0"/>
                        </a:lnTo>
                        <a:lnTo>
                          <a:pt x="66" y="32"/>
                        </a:lnTo>
                        <a:lnTo>
                          <a:pt x="25" y="32"/>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327" name="Freeform 430"/>
                  <p:cNvSpPr>
                    <a:spLocks noChangeArrowheads="1"/>
                  </p:cNvSpPr>
                  <p:nvPr/>
                </p:nvSpPr>
                <p:spPr bwMode="auto">
                  <a:xfrm>
                    <a:off x="960" y="3591"/>
                    <a:ext cx="33" cy="10"/>
                  </a:xfrm>
                  <a:custGeom>
                    <a:avLst/>
                    <a:gdLst>
                      <a:gd name="T0" fmla="*/ 0 w 65"/>
                      <a:gd name="T1" fmla="*/ 31 h 31"/>
                      <a:gd name="T2" fmla="*/ 14 w 65"/>
                      <a:gd name="T3" fmla="*/ 0 h 31"/>
                      <a:gd name="T4" fmla="*/ 55 w 65"/>
                      <a:gd name="T5" fmla="*/ 0 h 31"/>
                      <a:gd name="T6" fmla="*/ 65 w 65"/>
                      <a:gd name="T7" fmla="*/ 31 h 31"/>
                      <a:gd name="T8" fmla="*/ 0 w 65"/>
                      <a:gd name="T9" fmla="*/ 31 h 31"/>
                    </a:gdLst>
                    <a:ahLst/>
                    <a:cxnLst>
                      <a:cxn ang="0">
                        <a:pos x="T0" y="T1"/>
                      </a:cxn>
                      <a:cxn ang="0">
                        <a:pos x="T2" y="T3"/>
                      </a:cxn>
                      <a:cxn ang="0">
                        <a:pos x="T4" y="T5"/>
                      </a:cxn>
                      <a:cxn ang="0">
                        <a:pos x="T6" y="T7"/>
                      </a:cxn>
                      <a:cxn ang="0">
                        <a:pos x="T8" y="T9"/>
                      </a:cxn>
                    </a:cxnLst>
                    <a:rect l="0" t="0" r="r" b="b"/>
                    <a:pathLst>
                      <a:path w="65" h="31">
                        <a:moveTo>
                          <a:pt x="0" y="31"/>
                        </a:moveTo>
                        <a:lnTo>
                          <a:pt x="14" y="0"/>
                        </a:lnTo>
                        <a:lnTo>
                          <a:pt x="55" y="0"/>
                        </a:lnTo>
                        <a:lnTo>
                          <a:pt x="65"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328" name="Group 431"/>
                <p:cNvGrpSpPr>
                  <a:grpSpLocks/>
                </p:cNvGrpSpPr>
                <p:nvPr/>
              </p:nvGrpSpPr>
              <p:grpSpPr bwMode="auto">
                <a:xfrm>
                  <a:off x="961" y="3592"/>
                  <a:ext cx="45" cy="23"/>
                  <a:chOff x="961" y="3592"/>
                  <a:chExt cx="45" cy="23"/>
                </a:xfrm>
              </p:grpSpPr>
              <p:sp>
                <p:nvSpPr>
                  <p:cNvPr id="425329" name="Freeform 432"/>
                  <p:cNvSpPr>
                    <a:spLocks noChangeArrowheads="1"/>
                  </p:cNvSpPr>
                  <p:nvPr/>
                </p:nvSpPr>
                <p:spPr bwMode="auto">
                  <a:xfrm>
                    <a:off x="961" y="3592"/>
                    <a:ext cx="20" cy="23"/>
                  </a:xfrm>
                  <a:custGeom>
                    <a:avLst/>
                    <a:gdLst>
                      <a:gd name="T0" fmla="*/ 23 w 40"/>
                      <a:gd name="T1" fmla="*/ 69 h 69"/>
                      <a:gd name="T2" fmla="*/ 0 w 40"/>
                      <a:gd name="T3" fmla="*/ 33 h 69"/>
                      <a:gd name="T4" fmla="*/ 12 w 40"/>
                      <a:gd name="T5" fmla="*/ 0 h 69"/>
                      <a:gd name="T6" fmla="*/ 40 w 40"/>
                      <a:gd name="T7" fmla="*/ 33 h 69"/>
                      <a:gd name="T8" fmla="*/ 23 w 40"/>
                      <a:gd name="T9" fmla="*/ 69 h 69"/>
                    </a:gdLst>
                    <a:ahLst/>
                    <a:cxnLst>
                      <a:cxn ang="0">
                        <a:pos x="T0" y="T1"/>
                      </a:cxn>
                      <a:cxn ang="0">
                        <a:pos x="T2" y="T3"/>
                      </a:cxn>
                      <a:cxn ang="0">
                        <a:pos x="T4" y="T5"/>
                      </a:cxn>
                      <a:cxn ang="0">
                        <a:pos x="T6" y="T7"/>
                      </a:cxn>
                      <a:cxn ang="0">
                        <a:pos x="T8" y="T9"/>
                      </a:cxn>
                    </a:cxnLst>
                    <a:rect l="0" t="0" r="r" b="b"/>
                    <a:pathLst>
                      <a:path w="40" h="69">
                        <a:moveTo>
                          <a:pt x="23" y="69"/>
                        </a:moveTo>
                        <a:lnTo>
                          <a:pt x="0" y="33"/>
                        </a:lnTo>
                        <a:lnTo>
                          <a:pt x="12" y="0"/>
                        </a:lnTo>
                        <a:lnTo>
                          <a:pt x="40" y="33"/>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330" name="Freeform 433"/>
                  <p:cNvSpPr>
                    <a:spLocks noChangeArrowheads="1"/>
                  </p:cNvSpPr>
                  <p:nvPr/>
                </p:nvSpPr>
                <p:spPr bwMode="auto">
                  <a:xfrm>
                    <a:off x="968" y="3593"/>
                    <a:ext cx="33" cy="11"/>
                  </a:xfrm>
                  <a:custGeom>
                    <a:avLst/>
                    <a:gdLst>
                      <a:gd name="T0" fmla="*/ 0 w 66"/>
                      <a:gd name="T1" fmla="*/ 0 h 35"/>
                      <a:gd name="T2" fmla="*/ 41 w 66"/>
                      <a:gd name="T3" fmla="*/ 0 h 35"/>
                      <a:gd name="T4" fmla="*/ 66 w 66"/>
                      <a:gd name="T5" fmla="*/ 35 h 35"/>
                      <a:gd name="T6" fmla="*/ 24 w 66"/>
                      <a:gd name="T7" fmla="*/ 35 h 35"/>
                      <a:gd name="T8" fmla="*/ 0 w 66"/>
                      <a:gd name="T9" fmla="*/ 0 h 35"/>
                    </a:gdLst>
                    <a:ahLst/>
                    <a:cxnLst>
                      <a:cxn ang="0">
                        <a:pos x="T0" y="T1"/>
                      </a:cxn>
                      <a:cxn ang="0">
                        <a:pos x="T2" y="T3"/>
                      </a:cxn>
                      <a:cxn ang="0">
                        <a:pos x="T4" y="T5"/>
                      </a:cxn>
                      <a:cxn ang="0">
                        <a:pos x="T6" y="T7"/>
                      </a:cxn>
                      <a:cxn ang="0">
                        <a:pos x="T8" y="T9"/>
                      </a:cxn>
                    </a:cxnLst>
                    <a:rect l="0" t="0" r="r" b="b"/>
                    <a:pathLst>
                      <a:path w="66" h="35">
                        <a:moveTo>
                          <a:pt x="0" y="0"/>
                        </a:moveTo>
                        <a:lnTo>
                          <a:pt x="41" y="0"/>
                        </a:lnTo>
                        <a:lnTo>
                          <a:pt x="66"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331" name="Freeform 434"/>
                  <p:cNvSpPr>
                    <a:spLocks noChangeArrowheads="1"/>
                  </p:cNvSpPr>
                  <p:nvPr/>
                </p:nvSpPr>
                <p:spPr bwMode="auto">
                  <a:xfrm>
                    <a:off x="973" y="3605"/>
                    <a:ext cx="33" cy="10"/>
                  </a:xfrm>
                  <a:custGeom>
                    <a:avLst/>
                    <a:gdLst>
                      <a:gd name="T0" fmla="*/ 0 w 66"/>
                      <a:gd name="T1" fmla="*/ 30 h 30"/>
                      <a:gd name="T2" fmla="*/ 13 w 66"/>
                      <a:gd name="T3" fmla="*/ 0 h 30"/>
                      <a:gd name="T4" fmla="*/ 55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3" y="0"/>
                        </a:lnTo>
                        <a:lnTo>
                          <a:pt x="55"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332" name="Group 435"/>
                <p:cNvGrpSpPr>
                  <a:grpSpLocks/>
                </p:cNvGrpSpPr>
                <p:nvPr/>
              </p:nvGrpSpPr>
              <p:grpSpPr bwMode="auto">
                <a:xfrm>
                  <a:off x="974" y="3606"/>
                  <a:ext cx="44" cy="23"/>
                  <a:chOff x="974" y="3606"/>
                  <a:chExt cx="44" cy="23"/>
                </a:xfrm>
              </p:grpSpPr>
              <p:sp>
                <p:nvSpPr>
                  <p:cNvPr id="425333" name="Freeform 436"/>
                  <p:cNvSpPr>
                    <a:spLocks noChangeArrowheads="1"/>
                  </p:cNvSpPr>
                  <p:nvPr/>
                </p:nvSpPr>
                <p:spPr bwMode="auto">
                  <a:xfrm>
                    <a:off x="974" y="3606"/>
                    <a:ext cx="19" cy="23"/>
                  </a:xfrm>
                  <a:custGeom>
                    <a:avLst/>
                    <a:gdLst>
                      <a:gd name="T0" fmla="*/ 24 w 40"/>
                      <a:gd name="T1" fmla="*/ 68 h 68"/>
                      <a:gd name="T2" fmla="*/ 0 w 40"/>
                      <a:gd name="T3" fmla="*/ 35 h 68"/>
                      <a:gd name="T4" fmla="*/ 12 w 40"/>
                      <a:gd name="T5" fmla="*/ 0 h 68"/>
                      <a:gd name="T6" fmla="*/ 40 w 40"/>
                      <a:gd name="T7" fmla="*/ 35 h 68"/>
                      <a:gd name="T8" fmla="*/ 24 w 40"/>
                      <a:gd name="T9" fmla="*/ 68 h 68"/>
                    </a:gdLst>
                    <a:ahLst/>
                    <a:cxnLst>
                      <a:cxn ang="0">
                        <a:pos x="T0" y="T1"/>
                      </a:cxn>
                      <a:cxn ang="0">
                        <a:pos x="T2" y="T3"/>
                      </a:cxn>
                      <a:cxn ang="0">
                        <a:pos x="T4" y="T5"/>
                      </a:cxn>
                      <a:cxn ang="0">
                        <a:pos x="T6" y="T7"/>
                      </a:cxn>
                      <a:cxn ang="0">
                        <a:pos x="T8" y="T9"/>
                      </a:cxn>
                    </a:cxnLst>
                    <a:rect l="0" t="0" r="r" b="b"/>
                    <a:pathLst>
                      <a:path w="40" h="68">
                        <a:moveTo>
                          <a:pt x="24" y="68"/>
                        </a:moveTo>
                        <a:lnTo>
                          <a:pt x="0" y="35"/>
                        </a:lnTo>
                        <a:lnTo>
                          <a:pt x="12" y="0"/>
                        </a:lnTo>
                        <a:lnTo>
                          <a:pt x="40" y="35"/>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334" name="Freeform 437"/>
                  <p:cNvSpPr>
                    <a:spLocks noChangeArrowheads="1"/>
                  </p:cNvSpPr>
                  <p:nvPr/>
                </p:nvSpPr>
                <p:spPr bwMode="auto">
                  <a:xfrm>
                    <a:off x="980" y="3606"/>
                    <a:ext cx="32" cy="12"/>
                  </a:xfrm>
                  <a:custGeom>
                    <a:avLst/>
                    <a:gdLst>
                      <a:gd name="T0" fmla="*/ 0 w 65"/>
                      <a:gd name="T1" fmla="*/ 0 h 35"/>
                      <a:gd name="T2" fmla="*/ 42 w 65"/>
                      <a:gd name="T3" fmla="*/ 0 h 35"/>
                      <a:gd name="T4" fmla="*/ 65 w 65"/>
                      <a:gd name="T5" fmla="*/ 35 h 35"/>
                      <a:gd name="T6" fmla="*/ 25 w 65"/>
                      <a:gd name="T7" fmla="*/ 35 h 35"/>
                      <a:gd name="T8" fmla="*/ 0 w 65"/>
                      <a:gd name="T9" fmla="*/ 0 h 35"/>
                    </a:gdLst>
                    <a:ahLst/>
                    <a:cxnLst>
                      <a:cxn ang="0">
                        <a:pos x="T0" y="T1"/>
                      </a:cxn>
                      <a:cxn ang="0">
                        <a:pos x="T2" y="T3"/>
                      </a:cxn>
                      <a:cxn ang="0">
                        <a:pos x="T4" y="T5"/>
                      </a:cxn>
                      <a:cxn ang="0">
                        <a:pos x="T6" y="T7"/>
                      </a:cxn>
                      <a:cxn ang="0">
                        <a:pos x="T8" y="T9"/>
                      </a:cxn>
                    </a:cxnLst>
                    <a:rect l="0" t="0" r="r" b="b"/>
                    <a:pathLst>
                      <a:path w="65" h="35">
                        <a:moveTo>
                          <a:pt x="0" y="0"/>
                        </a:moveTo>
                        <a:lnTo>
                          <a:pt x="42"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335" name="Freeform 438"/>
                  <p:cNvSpPr>
                    <a:spLocks noChangeArrowheads="1"/>
                  </p:cNvSpPr>
                  <p:nvPr/>
                </p:nvSpPr>
                <p:spPr bwMode="auto">
                  <a:xfrm>
                    <a:off x="986" y="3619"/>
                    <a:ext cx="32" cy="9"/>
                  </a:xfrm>
                  <a:custGeom>
                    <a:avLst/>
                    <a:gdLst>
                      <a:gd name="T0" fmla="*/ 0 w 65"/>
                      <a:gd name="T1" fmla="*/ 29 h 29"/>
                      <a:gd name="T2" fmla="*/ 12 w 65"/>
                      <a:gd name="T3" fmla="*/ 0 h 29"/>
                      <a:gd name="T4" fmla="*/ 53 w 65"/>
                      <a:gd name="T5" fmla="*/ 0 h 29"/>
                      <a:gd name="T6" fmla="*/ 65 w 65"/>
                      <a:gd name="T7" fmla="*/ 29 h 29"/>
                      <a:gd name="T8" fmla="*/ 0 w 65"/>
                      <a:gd name="T9" fmla="*/ 29 h 29"/>
                    </a:gdLst>
                    <a:ahLst/>
                    <a:cxnLst>
                      <a:cxn ang="0">
                        <a:pos x="T0" y="T1"/>
                      </a:cxn>
                      <a:cxn ang="0">
                        <a:pos x="T2" y="T3"/>
                      </a:cxn>
                      <a:cxn ang="0">
                        <a:pos x="T4" y="T5"/>
                      </a:cxn>
                      <a:cxn ang="0">
                        <a:pos x="T6" y="T7"/>
                      </a:cxn>
                      <a:cxn ang="0">
                        <a:pos x="T8" y="T9"/>
                      </a:cxn>
                    </a:cxnLst>
                    <a:rect l="0" t="0" r="r" b="b"/>
                    <a:pathLst>
                      <a:path w="65" h="29">
                        <a:moveTo>
                          <a:pt x="0" y="29"/>
                        </a:moveTo>
                        <a:lnTo>
                          <a:pt x="12" y="0"/>
                        </a:lnTo>
                        <a:lnTo>
                          <a:pt x="53" y="0"/>
                        </a:lnTo>
                        <a:lnTo>
                          <a:pt x="65"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336" name="Group 439"/>
                <p:cNvGrpSpPr>
                  <a:grpSpLocks/>
                </p:cNvGrpSpPr>
                <p:nvPr/>
              </p:nvGrpSpPr>
              <p:grpSpPr bwMode="auto">
                <a:xfrm>
                  <a:off x="987" y="3619"/>
                  <a:ext cx="45" cy="23"/>
                  <a:chOff x="987" y="3619"/>
                  <a:chExt cx="45" cy="23"/>
                </a:xfrm>
              </p:grpSpPr>
              <p:sp>
                <p:nvSpPr>
                  <p:cNvPr id="425337" name="Freeform 440"/>
                  <p:cNvSpPr>
                    <a:spLocks noChangeArrowheads="1"/>
                  </p:cNvSpPr>
                  <p:nvPr/>
                </p:nvSpPr>
                <p:spPr bwMode="auto">
                  <a:xfrm>
                    <a:off x="987" y="3619"/>
                    <a:ext cx="20" cy="23"/>
                  </a:xfrm>
                  <a:custGeom>
                    <a:avLst/>
                    <a:gdLst>
                      <a:gd name="T0" fmla="*/ 22 w 39"/>
                      <a:gd name="T1" fmla="*/ 68 h 68"/>
                      <a:gd name="T2" fmla="*/ 0 w 39"/>
                      <a:gd name="T3" fmla="*/ 33 h 68"/>
                      <a:gd name="T4" fmla="*/ 12 w 39"/>
                      <a:gd name="T5" fmla="*/ 0 h 68"/>
                      <a:gd name="T6" fmla="*/ 39 w 39"/>
                      <a:gd name="T7" fmla="*/ 33 h 68"/>
                      <a:gd name="T8" fmla="*/ 22 w 39"/>
                      <a:gd name="T9" fmla="*/ 68 h 68"/>
                    </a:gdLst>
                    <a:ahLst/>
                    <a:cxnLst>
                      <a:cxn ang="0">
                        <a:pos x="T0" y="T1"/>
                      </a:cxn>
                      <a:cxn ang="0">
                        <a:pos x="T2" y="T3"/>
                      </a:cxn>
                      <a:cxn ang="0">
                        <a:pos x="T4" y="T5"/>
                      </a:cxn>
                      <a:cxn ang="0">
                        <a:pos x="T6" y="T7"/>
                      </a:cxn>
                      <a:cxn ang="0">
                        <a:pos x="T8" y="T9"/>
                      </a:cxn>
                    </a:cxnLst>
                    <a:rect l="0" t="0" r="r" b="b"/>
                    <a:pathLst>
                      <a:path w="39" h="68">
                        <a:moveTo>
                          <a:pt x="22" y="68"/>
                        </a:moveTo>
                        <a:lnTo>
                          <a:pt x="0" y="33"/>
                        </a:lnTo>
                        <a:lnTo>
                          <a:pt x="12" y="0"/>
                        </a:lnTo>
                        <a:lnTo>
                          <a:pt x="39" y="33"/>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338" name="Freeform 441"/>
                  <p:cNvSpPr>
                    <a:spLocks noChangeArrowheads="1"/>
                  </p:cNvSpPr>
                  <p:nvPr/>
                </p:nvSpPr>
                <p:spPr bwMode="auto">
                  <a:xfrm>
                    <a:off x="994" y="3620"/>
                    <a:ext cx="32" cy="11"/>
                  </a:xfrm>
                  <a:custGeom>
                    <a:avLst/>
                    <a:gdLst>
                      <a:gd name="T0" fmla="*/ 0 w 64"/>
                      <a:gd name="T1" fmla="*/ 0 h 33"/>
                      <a:gd name="T2" fmla="*/ 41 w 64"/>
                      <a:gd name="T3" fmla="*/ 0 h 33"/>
                      <a:gd name="T4" fmla="*/ 64 w 64"/>
                      <a:gd name="T5" fmla="*/ 33 h 33"/>
                      <a:gd name="T6" fmla="*/ 25 w 64"/>
                      <a:gd name="T7" fmla="*/ 33 h 33"/>
                      <a:gd name="T8" fmla="*/ 0 w 64"/>
                      <a:gd name="T9" fmla="*/ 0 h 33"/>
                    </a:gdLst>
                    <a:ahLst/>
                    <a:cxnLst>
                      <a:cxn ang="0">
                        <a:pos x="T0" y="T1"/>
                      </a:cxn>
                      <a:cxn ang="0">
                        <a:pos x="T2" y="T3"/>
                      </a:cxn>
                      <a:cxn ang="0">
                        <a:pos x="T4" y="T5"/>
                      </a:cxn>
                      <a:cxn ang="0">
                        <a:pos x="T6" y="T7"/>
                      </a:cxn>
                      <a:cxn ang="0">
                        <a:pos x="T8" y="T9"/>
                      </a:cxn>
                    </a:cxnLst>
                    <a:rect l="0" t="0" r="r" b="b"/>
                    <a:pathLst>
                      <a:path w="64" h="33">
                        <a:moveTo>
                          <a:pt x="0" y="0"/>
                        </a:moveTo>
                        <a:lnTo>
                          <a:pt x="41" y="0"/>
                        </a:lnTo>
                        <a:lnTo>
                          <a:pt x="64" y="33"/>
                        </a:lnTo>
                        <a:lnTo>
                          <a:pt x="25"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339" name="Freeform 442"/>
                  <p:cNvSpPr>
                    <a:spLocks noChangeArrowheads="1"/>
                  </p:cNvSpPr>
                  <p:nvPr/>
                </p:nvSpPr>
                <p:spPr bwMode="auto">
                  <a:xfrm>
                    <a:off x="999" y="3632"/>
                    <a:ext cx="33" cy="9"/>
                  </a:xfrm>
                  <a:custGeom>
                    <a:avLst/>
                    <a:gdLst>
                      <a:gd name="T0" fmla="*/ 0 w 65"/>
                      <a:gd name="T1" fmla="*/ 29 h 29"/>
                      <a:gd name="T2" fmla="*/ 14 w 65"/>
                      <a:gd name="T3" fmla="*/ 0 h 29"/>
                      <a:gd name="T4" fmla="*/ 53 w 65"/>
                      <a:gd name="T5" fmla="*/ 0 h 29"/>
                      <a:gd name="T6" fmla="*/ 65 w 65"/>
                      <a:gd name="T7" fmla="*/ 29 h 29"/>
                      <a:gd name="T8" fmla="*/ 0 w 65"/>
                      <a:gd name="T9" fmla="*/ 29 h 29"/>
                    </a:gdLst>
                    <a:ahLst/>
                    <a:cxnLst>
                      <a:cxn ang="0">
                        <a:pos x="T0" y="T1"/>
                      </a:cxn>
                      <a:cxn ang="0">
                        <a:pos x="T2" y="T3"/>
                      </a:cxn>
                      <a:cxn ang="0">
                        <a:pos x="T4" y="T5"/>
                      </a:cxn>
                      <a:cxn ang="0">
                        <a:pos x="T6" y="T7"/>
                      </a:cxn>
                      <a:cxn ang="0">
                        <a:pos x="T8" y="T9"/>
                      </a:cxn>
                    </a:cxnLst>
                    <a:rect l="0" t="0" r="r" b="b"/>
                    <a:pathLst>
                      <a:path w="65" h="29">
                        <a:moveTo>
                          <a:pt x="0" y="29"/>
                        </a:moveTo>
                        <a:lnTo>
                          <a:pt x="14" y="0"/>
                        </a:lnTo>
                        <a:lnTo>
                          <a:pt x="53" y="0"/>
                        </a:lnTo>
                        <a:lnTo>
                          <a:pt x="65"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grpSp>
            <p:nvGrpSpPr>
              <p:cNvPr id="425340" name="Group 443"/>
              <p:cNvGrpSpPr>
                <a:grpSpLocks/>
              </p:cNvGrpSpPr>
              <p:nvPr/>
            </p:nvGrpSpPr>
            <p:grpSpPr bwMode="auto">
              <a:xfrm>
                <a:off x="1002" y="3632"/>
                <a:ext cx="83" cy="63"/>
                <a:chOff x="1002" y="3632"/>
                <a:chExt cx="83" cy="63"/>
              </a:xfrm>
            </p:grpSpPr>
            <p:grpSp>
              <p:nvGrpSpPr>
                <p:cNvPr id="425341" name="Group 444"/>
                <p:cNvGrpSpPr>
                  <a:grpSpLocks/>
                </p:cNvGrpSpPr>
                <p:nvPr/>
              </p:nvGrpSpPr>
              <p:grpSpPr bwMode="auto">
                <a:xfrm>
                  <a:off x="1002" y="3632"/>
                  <a:ext cx="44" cy="22"/>
                  <a:chOff x="1002" y="3632"/>
                  <a:chExt cx="44" cy="22"/>
                </a:xfrm>
              </p:grpSpPr>
              <p:sp>
                <p:nvSpPr>
                  <p:cNvPr id="425342" name="Freeform 445"/>
                  <p:cNvSpPr>
                    <a:spLocks noChangeArrowheads="1"/>
                  </p:cNvSpPr>
                  <p:nvPr/>
                </p:nvSpPr>
                <p:spPr bwMode="auto">
                  <a:xfrm>
                    <a:off x="1002" y="3632"/>
                    <a:ext cx="19" cy="22"/>
                  </a:xfrm>
                  <a:custGeom>
                    <a:avLst/>
                    <a:gdLst>
                      <a:gd name="T0" fmla="*/ 21 w 38"/>
                      <a:gd name="T1" fmla="*/ 68 h 68"/>
                      <a:gd name="T2" fmla="*/ 0 w 38"/>
                      <a:gd name="T3" fmla="*/ 33 h 68"/>
                      <a:gd name="T4" fmla="*/ 10 w 38"/>
                      <a:gd name="T5" fmla="*/ 0 h 68"/>
                      <a:gd name="T6" fmla="*/ 38 w 38"/>
                      <a:gd name="T7" fmla="*/ 33 h 68"/>
                      <a:gd name="T8" fmla="*/ 21 w 38"/>
                      <a:gd name="T9" fmla="*/ 68 h 68"/>
                    </a:gdLst>
                    <a:ahLst/>
                    <a:cxnLst>
                      <a:cxn ang="0">
                        <a:pos x="T0" y="T1"/>
                      </a:cxn>
                      <a:cxn ang="0">
                        <a:pos x="T2" y="T3"/>
                      </a:cxn>
                      <a:cxn ang="0">
                        <a:pos x="T4" y="T5"/>
                      </a:cxn>
                      <a:cxn ang="0">
                        <a:pos x="T6" y="T7"/>
                      </a:cxn>
                      <a:cxn ang="0">
                        <a:pos x="T8" y="T9"/>
                      </a:cxn>
                    </a:cxnLst>
                    <a:rect l="0" t="0" r="r" b="b"/>
                    <a:pathLst>
                      <a:path w="38" h="68">
                        <a:moveTo>
                          <a:pt x="21" y="68"/>
                        </a:moveTo>
                        <a:lnTo>
                          <a:pt x="0" y="33"/>
                        </a:lnTo>
                        <a:lnTo>
                          <a:pt x="10" y="0"/>
                        </a:lnTo>
                        <a:lnTo>
                          <a:pt x="38" y="33"/>
                        </a:lnTo>
                        <a:lnTo>
                          <a:pt x="21"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343" name="Freeform 446"/>
                  <p:cNvSpPr>
                    <a:spLocks noChangeArrowheads="1"/>
                  </p:cNvSpPr>
                  <p:nvPr/>
                </p:nvSpPr>
                <p:spPr bwMode="auto">
                  <a:xfrm>
                    <a:off x="1008" y="3632"/>
                    <a:ext cx="33" cy="12"/>
                  </a:xfrm>
                  <a:custGeom>
                    <a:avLst/>
                    <a:gdLst>
                      <a:gd name="T0" fmla="*/ 0 w 65"/>
                      <a:gd name="T1" fmla="*/ 0 h 35"/>
                      <a:gd name="T2" fmla="*/ 40 w 65"/>
                      <a:gd name="T3" fmla="*/ 0 h 35"/>
                      <a:gd name="T4" fmla="*/ 65 w 65"/>
                      <a:gd name="T5" fmla="*/ 35 h 35"/>
                      <a:gd name="T6" fmla="*/ 25 w 65"/>
                      <a:gd name="T7" fmla="*/ 35 h 35"/>
                      <a:gd name="T8" fmla="*/ 0 w 65"/>
                      <a:gd name="T9" fmla="*/ 0 h 35"/>
                    </a:gdLst>
                    <a:ahLst/>
                    <a:cxnLst>
                      <a:cxn ang="0">
                        <a:pos x="T0" y="T1"/>
                      </a:cxn>
                      <a:cxn ang="0">
                        <a:pos x="T2" y="T3"/>
                      </a:cxn>
                      <a:cxn ang="0">
                        <a:pos x="T4" y="T5"/>
                      </a:cxn>
                      <a:cxn ang="0">
                        <a:pos x="T6" y="T7"/>
                      </a:cxn>
                      <a:cxn ang="0">
                        <a:pos x="T8" y="T9"/>
                      </a:cxn>
                    </a:cxnLst>
                    <a:rect l="0" t="0" r="r" b="b"/>
                    <a:pathLst>
                      <a:path w="65" h="35">
                        <a:moveTo>
                          <a:pt x="0" y="0"/>
                        </a:moveTo>
                        <a:lnTo>
                          <a:pt x="40"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344" name="Freeform 447"/>
                  <p:cNvSpPr>
                    <a:spLocks noChangeArrowheads="1"/>
                  </p:cNvSpPr>
                  <p:nvPr/>
                </p:nvSpPr>
                <p:spPr bwMode="auto">
                  <a:xfrm>
                    <a:off x="1013" y="3644"/>
                    <a:ext cx="33" cy="10"/>
                  </a:xfrm>
                  <a:custGeom>
                    <a:avLst/>
                    <a:gdLst>
                      <a:gd name="T0" fmla="*/ 0 w 66"/>
                      <a:gd name="T1" fmla="*/ 28 h 28"/>
                      <a:gd name="T2" fmla="*/ 13 w 66"/>
                      <a:gd name="T3" fmla="*/ 0 h 28"/>
                      <a:gd name="T4" fmla="*/ 55 w 66"/>
                      <a:gd name="T5" fmla="*/ 0 h 28"/>
                      <a:gd name="T6" fmla="*/ 66 w 66"/>
                      <a:gd name="T7" fmla="*/ 28 h 28"/>
                      <a:gd name="T8" fmla="*/ 0 w 66"/>
                      <a:gd name="T9" fmla="*/ 28 h 28"/>
                    </a:gdLst>
                    <a:ahLst/>
                    <a:cxnLst>
                      <a:cxn ang="0">
                        <a:pos x="T0" y="T1"/>
                      </a:cxn>
                      <a:cxn ang="0">
                        <a:pos x="T2" y="T3"/>
                      </a:cxn>
                      <a:cxn ang="0">
                        <a:pos x="T4" y="T5"/>
                      </a:cxn>
                      <a:cxn ang="0">
                        <a:pos x="T6" y="T7"/>
                      </a:cxn>
                      <a:cxn ang="0">
                        <a:pos x="T8" y="T9"/>
                      </a:cxn>
                    </a:cxnLst>
                    <a:rect l="0" t="0" r="r" b="b"/>
                    <a:pathLst>
                      <a:path w="66" h="28">
                        <a:moveTo>
                          <a:pt x="0" y="28"/>
                        </a:moveTo>
                        <a:lnTo>
                          <a:pt x="13" y="0"/>
                        </a:lnTo>
                        <a:lnTo>
                          <a:pt x="55" y="0"/>
                        </a:lnTo>
                        <a:lnTo>
                          <a:pt x="66"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345" name="Group 448"/>
                <p:cNvGrpSpPr>
                  <a:grpSpLocks/>
                </p:cNvGrpSpPr>
                <p:nvPr/>
              </p:nvGrpSpPr>
              <p:grpSpPr bwMode="auto">
                <a:xfrm>
                  <a:off x="1014" y="3645"/>
                  <a:ext cx="44" cy="23"/>
                  <a:chOff x="1014" y="3645"/>
                  <a:chExt cx="44" cy="23"/>
                </a:xfrm>
              </p:grpSpPr>
              <p:sp>
                <p:nvSpPr>
                  <p:cNvPr id="425346" name="Freeform 449"/>
                  <p:cNvSpPr>
                    <a:spLocks noChangeArrowheads="1"/>
                  </p:cNvSpPr>
                  <p:nvPr/>
                </p:nvSpPr>
                <p:spPr bwMode="auto">
                  <a:xfrm>
                    <a:off x="1014" y="3645"/>
                    <a:ext cx="19" cy="23"/>
                  </a:xfrm>
                  <a:custGeom>
                    <a:avLst/>
                    <a:gdLst>
                      <a:gd name="T0" fmla="*/ 24 w 40"/>
                      <a:gd name="T1" fmla="*/ 68 h 68"/>
                      <a:gd name="T2" fmla="*/ 0 w 40"/>
                      <a:gd name="T3" fmla="*/ 33 h 68"/>
                      <a:gd name="T4" fmla="*/ 14 w 40"/>
                      <a:gd name="T5" fmla="*/ 0 h 68"/>
                      <a:gd name="T6" fmla="*/ 40 w 40"/>
                      <a:gd name="T7" fmla="*/ 33 h 68"/>
                      <a:gd name="T8" fmla="*/ 24 w 40"/>
                      <a:gd name="T9" fmla="*/ 68 h 68"/>
                    </a:gdLst>
                    <a:ahLst/>
                    <a:cxnLst>
                      <a:cxn ang="0">
                        <a:pos x="T0" y="T1"/>
                      </a:cxn>
                      <a:cxn ang="0">
                        <a:pos x="T2" y="T3"/>
                      </a:cxn>
                      <a:cxn ang="0">
                        <a:pos x="T4" y="T5"/>
                      </a:cxn>
                      <a:cxn ang="0">
                        <a:pos x="T6" y="T7"/>
                      </a:cxn>
                      <a:cxn ang="0">
                        <a:pos x="T8" y="T9"/>
                      </a:cxn>
                    </a:cxnLst>
                    <a:rect l="0" t="0" r="r" b="b"/>
                    <a:pathLst>
                      <a:path w="40" h="68">
                        <a:moveTo>
                          <a:pt x="24" y="68"/>
                        </a:moveTo>
                        <a:lnTo>
                          <a:pt x="0" y="33"/>
                        </a:lnTo>
                        <a:lnTo>
                          <a:pt x="14" y="0"/>
                        </a:lnTo>
                        <a:lnTo>
                          <a:pt x="40" y="33"/>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347" name="Freeform 450"/>
                  <p:cNvSpPr>
                    <a:spLocks noChangeArrowheads="1"/>
                  </p:cNvSpPr>
                  <p:nvPr/>
                </p:nvSpPr>
                <p:spPr bwMode="auto">
                  <a:xfrm>
                    <a:off x="1021" y="3646"/>
                    <a:ext cx="32" cy="11"/>
                  </a:xfrm>
                  <a:custGeom>
                    <a:avLst/>
                    <a:gdLst>
                      <a:gd name="T0" fmla="*/ 0 w 63"/>
                      <a:gd name="T1" fmla="*/ 0 h 33"/>
                      <a:gd name="T2" fmla="*/ 41 w 63"/>
                      <a:gd name="T3" fmla="*/ 0 h 33"/>
                      <a:gd name="T4" fmla="*/ 63 w 63"/>
                      <a:gd name="T5" fmla="*/ 33 h 33"/>
                      <a:gd name="T6" fmla="*/ 24 w 63"/>
                      <a:gd name="T7" fmla="*/ 33 h 33"/>
                      <a:gd name="T8" fmla="*/ 0 w 63"/>
                      <a:gd name="T9" fmla="*/ 0 h 33"/>
                    </a:gdLst>
                    <a:ahLst/>
                    <a:cxnLst>
                      <a:cxn ang="0">
                        <a:pos x="T0" y="T1"/>
                      </a:cxn>
                      <a:cxn ang="0">
                        <a:pos x="T2" y="T3"/>
                      </a:cxn>
                      <a:cxn ang="0">
                        <a:pos x="T4" y="T5"/>
                      </a:cxn>
                      <a:cxn ang="0">
                        <a:pos x="T6" y="T7"/>
                      </a:cxn>
                      <a:cxn ang="0">
                        <a:pos x="T8" y="T9"/>
                      </a:cxn>
                    </a:cxnLst>
                    <a:rect l="0" t="0" r="r" b="b"/>
                    <a:pathLst>
                      <a:path w="63" h="33">
                        <a:moveTo>
                          <a:pt x="0" y="0"/>
                        </a:moveTo>
                        <a:lnTo>
                          <a:pt x="41" y="0"/>
                        </a:lnTo>
                        <a:lnTo>
                          <a:pt x="63" y="33"/>
                        </a:lnTo>
                        <a:lnTo>
                          <a:pt x="24"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348" name="Freeform 451"/>
                  <p:cNvSpPr>
                    <a:spLocks noChangeArrowheads="1"/>
                  </p:cNvSpPr>
                  <p:nvPr/>
                </p:nvSpPr>
                <p:spPr bwMode="auto">
                  <a:xfrm>
                    <a:off x="1026" y="3658"/>
                    <a:ext cx="32" cy="10"/>
                  </a:xfrm>
                  <a:custGeom>
                    <a:avLst/>
                    <a:gdLst>
                      <a:gd name="T0" fmla="*/ 0 w 65"/>
                      <a:gd name="T1" fmla="*/ 30 h 30"/>
                      <a:gd name="T2" fmla="*/ 12 w 65"/>
                      <a:gd name="T3" fmla="*/ 0 h 30"/>
                      <a:gd name="T4" fmla="*/ 53 w 65"/>
                      <a:gd name="T5" fmla="*/ 0 h 30"/>
                      <a:gd name="T6" fmla="*/ 65 w 65"/>
                      <a:gd name="T7" fmla="*/ 30 h 30"/>
                      <a:gd name="T8" fmla="*/ 0 w 65"/>
                      <a:gd name="T9" fmla="*/ 30 h 30"/>
                    </a:gdLst>
                    <a:ahLst/>
                    <a:cxnLst>
                      <a:cxn ang="0">
                        <a:pos x="T0" y="T1"/>
                      </a:cxn>
                      <a:cxn ang="0">
                        <a:pos x="T2" y="T3"/>
                      </a:cxn>
                      <a:cxn ang="0">
                        <a:pos x="T4" y="T5"/>
                      </a:cxn>
                      <a:cxn ang="0">
                        <a:pos x="T6" y="T7"/>
                      </a:cxn>
                      <a:cxn ang="0">
                        <a:pos x="T8" y="T9"/>
                      </a:cxn>
                    </a:cxnLst>
                    <a:rect l="0" t="0" r="r" b="b"/>
                    <a:pathLst>
                      <a:path w="65" h="30">
                        <a:moveTo>
                          <a:pt x="0" y="30"/>
                        </a:moveTo>
                        <a:lnTo>
                          <a:pt x="12" y="0"/>
                        </a:lnTo>
                        <a:lnTo>
                          <a:pt x="53" y="0"/>
                        </a:lnTo>
                        <a:lnTo>
                          <a:pt x="65"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349" name="Group 452"/>
                <p:cNvGrpSpPr>
                  <a:grpSpLocks/>
                </p:cNvGrpSpPr>
                <p:nvPr/>
              </p:nvGrpSpPr>
              <p:grpSpPr bwMode="auto">
                <a:xfrm>
                  <a:off x="1027" y="3659"/>
                  <a:ext cx="45" cy="23"/>
                  <a:chOff x="1027" y="3659"/>
                  <a:chExt cx="45" cy="23"/>
                </a:xfrm>
              </p:grpSpPr>
              <p:sp>
                <p:nvSpPr>
                  <p:cNvPr id="425350" name="Freeform 453"/>
                  <p:cNvSpPr>
                    <a:spLocks noChangeArrowheads="1"/>
                  </p:cNvSpPr>
                  <p:nvPr/>
                </p:nvSpPr>
                <p:spPr bwMode="auto">
                  <a:xfrm>
                    <a:off x="1027" y="3659"/>
                    <a:ext cx="20" cy="23"/>
                  </a:xfrm>
                  <a:custGeom>
                    <a:avLst/>
                    <a:gdLst>
                      <a:gd name="T0" fmla="*/ 22 w 39"/>
                      <a:gd name="T1" fmla="*/ 70 h 70"/>
                      <a:gd name="T2" fmla="*/ 0 w 39"/>
                      <a:gd name="T3" fmla="*/ 34 h 70"/>
                      <a:gd name="T4" fmla="*/ 12 w 39"/>
                      <a:gd name="T5" fmla="*/ 0 h 70"/>
                      <a:gd name="T6" fmla="*/ 39 w 39"/>
                      <a:gd name="T7" fmla="*/ 34 h 70"/>
                      <a:gd name="T8" fmla="*/ 22 w 39"/>
                      <a:gd name="T9" fmla="*/ 70 h 70"/>
                    </a:gdLst>
                    <a:ahLst/>
                    <a:cxnLst>
                      <a:cxn ang="0">
                        <a:pos x="T0" y="T1"/>
                      </a:cxn>
                      <a:cxn ang="0">
                        <a:pos x="T2" y="T3"/>
                      </a:cxn>
                      <a:cxn ang="0">
                        <a:pos x="T4" y="T5"/>
                      </a:cxn>
                      <a:cxn ang="0">
                        <a:pos x="T6" y="T7"/>
                      </a:cxn>
                      <a:cxn ang="0">
                        <a:pos x="T8" y="T9"/>
                      </a:cxn>
                    </a:cxnLst>
                    <a:rect l="0" t="0" r="r" b="b"/>
                    <a:pathLst>
                      <a:path w="39" h="70">
                        <a:moveTo>
                          <a:pt x="22" y="70"/>
                        </a:moveTo>
                        <a:lnTo>
                          <a:pt x="0" y="34"/>
                        </a:lnTo>
                        <a:lnTo>
                          <a:pt x="12" y="0"/>
                        </a:lnTo>
                        <a:lnTo>
                          <a:pt x="39" y="34"/>
                        </a:lnTo>
                        <a:lnTo>
                          <a:pt x="22"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351" name="Freeform 454"/>
                  <p:cNvSpPr>
                    <a:spLocks noChangeArrowheads="1"/>
                  </p:cNvSpPr>
                  <p:nvPr/>
                </p:nvSpPr>
                <p:spPr bwMode="auto">
                  <a:xfrm>
                    <a:off x="1033" y="3659"/>
                    <a:ext cx="33" cy="11"/>
                  </a:xfrm>
                  <a:custGeom>
                    <a:avLst/>
                    <a:gdLst>
                      <a:gd name="T0" fmla="*/ 0 w 64"/>
                      <a:gd name="T1" fmla="*/ 0 h 34"/>
                      <a:gd name="T2" fmla="*/ 39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39"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352" name="Freeform 455"/>
                  <p:cNvSpPr>
                    <a:spLocks noChangeArrowheads="1"/>
                  </p:cNvSpPr>
                  <p:nvPr/>
                </p:nvSpPr>
                <p:spPr bwMode="auto">
                  <a:xfrm>
                    <a:off x="1039" y="3671"/>
                    <a:ext cx="33" cy="10"/>
                  </a:xfrm>
                  <a:custGeom>
                    <a:avLst/>
                    <a:gdLst>
                      <a:gd name="T0" fmla="*/ 0 w 66"/>
                      <a:gd name="T1" fmla="*/ 30 h 30"/>
                      <a:gd name="T2" fmla="*/ 12 w 66"/>
                      <a:gd name="T3" fmla="*/ 0 h 30"/>
                      <a:gd name="T4" fmla="*/ 54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2"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353" name="Group 456"/>
                <p:cNvGrpSpPr>
                  <a:grpSpLocks/>
                </p:cNvGrpSpPr>
                <p:nvPr/>
              </p:nvGrpSpPr>
              <p:grpSpPr bwMode="auto">
                <a:xfrm>
                  <a:off x="1040" y="3672"/>
                  <a:ext cx="45" cy="23"/>
                  <a:chOff x="1040" y="3672"/>
                  <a:chExt cx="45" cy="23"/>
                </a:xfrm>
              </p:grpSpPr>
              <p:sp>
                <p:nvSpPr>
                  <p:cNvPr id="425354" name="Freeform 457"/>
                  <p:cNvSpPr>
                    <a:spLocks noChangeArrowheads="1"/>
                  </p:cNvSpPr>
                  <p:nvPr/>
                </p:nvSpPr>
                <p:spPr bwMode="auto">
                  <a:xfrm>
                    <a:off x="1040" y="3672"/>
                    <a:ext cx="20" cy="23"/>
                  </a:xfrm>
                  <a:custGeom>
                    <a:avLst/>
                    <a:gdLst>
                      <a:gd name="T0" fmla="*/ 24 w 41"/>
                      <a:gd name="T1" fmla="*/ 70 h 70"/>
                      <a:gd name="T2" fmla="*/ 0 w 41"/>
                      <a:gd name="T3" fmla="*/ 35 h 70"/>
                      <a:gd name="T4" fmla="*/ 13 w 41"/>
                      <a:gd name="T5" fmla="*/ 0 h 70"/>
                      <a:gd name="T6" fmla="*/ 41 w 41"/>
                      <a:gd name="T7" fmla="*/ 35 h 70"/>
                      <a:gd name="T8" fmla="*/ 24 w 41"/>
                      <a:gd name="T9" fmla="*/ 70 h 70"/>
                    </a:gdLst>
                    <a:ahLst/>
                    <a:cxnLst>
                      <a:cxn ang="0">
                        <a:pos x="T0" y="T1"/>
                      </a:cxn>
                      <a:cxn ang="0">
                        <a:pos x="T2" y="T3"/>
                      </a:cxn>
                      <a:cxn ang="0">
                        <a:pos x="T4" y="T5"/>
                      </a:cxn>
                      <a:cxn ang="0">
                        <a:pos x="T6" y="T7"/>
                      </a:cxn>
                      <a:cxn ang="0">
                        <a:pos x="T8" y="T9"/>
                      </a:cxn>
                    </a:cxnLst>
                    <a:rect l="0" t="0" r="r" b="b"/>
                    <a:pathLst>
                      <a:path w="41" h="70">
                        <a:moveTo>
                          <a:pt x="24" y="70"/>
                        </a:moveTo>
                        <a:lnTo>
                          <a:pt x="0" y="35"/>
                        </a:lnTo>
                        <a:lnTo>
                          <a:pt x="13" y="0"/>
                        </a:lnTo>
                        <a:lnTo>
                          <a:pt x="41" y="35"/>
                        </a:lnTo>
                        <a:lnTo>
                          <a:pt x="24"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355" name="Freeform 458"/>
                  <p:cNvSpPr>
                    <a:spLocks noChangeArrowheads="1"/>
                  </p:cNvSpPr>
                  <p:nvPr/>
                </p:nvSpPr>
                <p:spPr bwMode="auto">
                  <a:xfrm>
                    <a:off x="1047" y="3672"/>
                    <a:ext cx="32" cy="12"/>
                  </a:xfrm>
                  <a:custGeom>
                    <a:avLst/>
                    <a:gdLst>
                      <a:gd name="T0" fmla="*/ 0 w 65"/>
                      <a:gd name="T1" fmla="*/ 0 h 34"/>
                      <a:gd name="T2" fmla="*/ 41 w 65"/>
                      <a:gd name="T3" fmla="*/ 0 h 34"/>
                      <a:gd name="T4" fmla="*/ 65 w 65"/>
                      <a:gd name="T5" fmla="*/ 34 h 34"/>
                      <a:gd name="T6" fmla="*/ 24 w 65"/>
                      <a:gd name="T7" fmla="*/ 34 h 34"/>
                      <a:gd name="T8" fmla="*/ 0 w 65"/>
                      <a:gd name="T9" fmla="*/ 0 h 34"/>
                    </a:gdLst>
                    <a:ahLst/>
                    <a:cxnLst>
                      <a:cxn ang="0">
                        <a:pos x="T0" y="T1"/>
                      </a:cxn>
                      <a:cxn ang="0">
                        <a:pos x="T2" y="T3"/>
                      </a:cxn>
                      <a:cxn ang="0">
                        <a:pos x="T4" y="T5"/>
                      </a:cxn>
                      <a:cxn ang="0">
                        <a:pos x="T6" y="T7"/>
                      </a:cxn>
                      <a:cxn ang="0">
                        <a:pos x="T8" y="T9"/>
                      </a:cxn>
                    </a:cxnLst>
                    <a:rect l="0" t="0" r="r" b="b"/>
                    <a:pathLst>
                      <a:path w="65" h="34">
                        <a:moveTo>
                          <a:pt x="0" y="0"/>
                        </a:moveTo>
                        <a:lnTo>
                          <a:pt x="41" y="0"/>
                        </a:lnTo>
                        <a:lnTo>
                          <a:pt x="65" y="34"/>
                        </a:lnTo>
                        <a:lnTo>
                          <a:pt x="24"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356" name="Freeform 459"/>
                  <p:cNvSpPr>
                    <a:spLocks noChangeArrowheads="1"/>
                  </p:cNvSpPr>
                  <p:nvPr/>
                </p:nvSpPr>
                <p:spPr bwMode="auto">
                  <a:xfrm>
                    <a:off x="1053" y="3685"/>
                    <a:ext cx="32" cy="9"/>
                  </a:xfrm>
                  <a:custGeom>
                    <a:avLst/>
                    <a:gdLst>
                      <a:gd name="T0" fmla="*/ 0 w 66"/>
                      <a:gd name="T1" fmla="*/ 28 h 28"/>
                      <a:gd name="T2" fmla="*/ 12 w 66"/>
                      <a:gd name="T3" fmla="*/ 0 h 28"/>
                      <a:gd name="T4" fmla="*/ 54 w 66"/>
                      <a:gd name="T5" fmla="*/ 0 h 28"/>
                      <a:gd name="T6" fmla="*/ 66 w 66"/>
                      <a:gd name="T7" fmla="*/ 28 h 28"/>
                      <a:gd name="T8" fmla="*/ 0 w 66"/>
                      <a:gd name="T9" fmla="*/ 28 h 28"/>
                    </a:gdLst>
                    <a:ahLst/>
                    <a:cxnLst>
                      <a:cxn ang="0">
                        <a:pos x="T0" y="T1"/>
                      </a:cxn>
                      <a:cxn ang="0">
                        <a:pos x="T2" y="T3"/>
                      </a:cxn>
                      <a:cxn ang="0">
                        <a:pos x="T4" y="T5"/>
                      </a:cxn>
                      <a:cxn ang="0">
                        <a:pos x="T6" y="T7"/>
                      </a:cxn>
                      <a:cxn ang="0">
                        <a:pos x="T8" y="T9"/>
                      </a:cxn>
                    </a:cxnLst>
                    <a:rect l="0" t="0" r="r" b="b"/>
                    <a:pathLst>
                      <a:path w="66" h="28">
                        <a:moveTo>
                          <a:pt x="0" y="28"/>
                        </a:moveTo>
                        <a:lnTo>
                          <a:pt x="12" y="0"/>
                        </a:lnTo>
                        <a:lnTo>
                          <a:pt x="54" y="0"/>
                        </a:lnTo>
                        <a:lnTo>
                          <a:pt x="66"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grpSp>
            <p:nvGrpSpPr>
              <p:cNvPr id="425357" name="Group 460"/>
              <p:cNvGrpSpPr>
                <a:grpSpLocks/>
              </p:cNvGrpSpPr>
              <p:nvPr/>
            </p:nvGrpSpPr>
            <p:grpSpPr bwMode="auto">
              <a:xfrm>
                <a:off x="1054" y="3685"/>
                <a:ext cx="45" cy="23"/>
                <a:chOff x="1054" y="3685"/>
                <a:chExt cx="45" cy="23"/>
              </a:xfrm>
            </p:grpSpPr>
            <p:sp>
              <p:nvSpPr>
                <p:cNvPr id="425358" name="Freeform 461"/>
                <p:cNvSpPr>
                  <a:spLocks noChangeArrowheads="1"/>
                </p:cNvSpPr>
                <p:nvPr/>
              </p:nvSpPr>
              <p:spPr bwMode="auto">
                <a:xfrm>
                  <a:off x="1054" y="3685"/>
                  <a:ext cx="20" cy="23"/>
                </a:xfrm>
                <a:custGeom>
                  <a:avLst/>
                  <a:gdLst>
                    <a:gd name="T0" fmla="*/ 23 w 39"/>
                    <a:gd name="T1" fmla="*/ 70 h 70"/>
                    <a:gd name="T2" fmla="*/ 0 w 39"/>
                    <a:gd name="T3" fmla="*/ 34 h 70"/>
                    <a:gd name="T4" fmla="*/ 13 w 39"/>
                    <a:gd name="T5" fmla="*/ 0 h 70"/>
                    <a:gd name="T6" fmla="*/ 39 w 39"/>
                    <a:gd name="T7" fmla="*/ 34 h 70"/>
                    <a:gd name="T8" fmla="*/ 23 w 39"/>
                    <a:gd name="T9" fmla="*/ 70 h 70"/>
                  </a:gdLst>
                  <a:ahLst/>
                  <a:cxnLst>
                    <a:cxn ang="0">
                      <a:pos x="T0" y="T1"/>
                    </a:cxn>
                    <a:cxn ang="0">
                      <a:pos x="T2" y="T3"/>
                    </a:cxn>
                    <a:cxn ang="0">
                      <a:pos x="T4" y="T5"/>
                    </a:cxn>
                    <a:cxn ang="0">
                      <a:pos x="T6" y="T7"/>
                    </a:cxn>
                    <a:cxn ang="0">
                      <a:pos x="T8" y="T9"/>
                    </a:cxn>
                  </a:cxnLst>
                  <a:rect l="0" t="0" r="r" b="b"/>
                  <a:pathLst>
                    <a:path w="39" h="70">
                      <a:moveTo>
                        <a:pt x="23" y="70"/>
                      </a:moveTo>
                      <a:lnTo>
                        <a:pt x="0" y="34"/>
                      </a:lnTo>
                      <a:lnTo>
                        <a:pt x="13" y="0"/>
                      </a:lnTo>
                      <a:lnTo>
                        <a:pt x="39" y="34"/>
                      </a:lnTo>
                      <a:lnTo>
                        <a:pt x="23"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359" name="Freeform 462"/>
                <p:cNvSpPr>
                  <a:spLocks noChangeArrowheads="1"/>
                </p:cNvSpPr>
                <p:nvPr/>
              </p:nvSpPr>
              <p:spPr bwMode="auto">
                <a:xfrm>
                  <a:off x="1061" y="3685"/>
                  <a:ext cx="32" cy="12"/>
                </a:xfrm>
                <a:custGeom>
                  <a:avLst/>
                  <a:gdLst>
                    <a:gd name="T0" fmla="*/ 0 w 63"/>
                    <a:gd name="T1" fmla="*/ 0 h 35"/>
                    <a:gd name="T2" fmla="*/ 41 w 63"/>
                    <a:gd name="T3" fmla="*/ 0 h 35"/>
                    <a:gd name="T4" fmla="*/ 63 w 63"/>
                    <a:gd name="T5" fmla="*/ 35 h 35"/>
                    <a:gd name="T6" fmla="*/ 24 w 63"/>
                    <a:gd name="T7" fmla="*/ 35 h 35"/>
                    <a:gd name="T8" fmla="*/ 0 w 63"/>
                    <a:gd name="T9" fmla="*/ 0 h 35"/>
                  </a:gdLst>
                  <a:ahLst/>
                  <a:cxnLst>
                    <a:cxn ang="0">
                      <a:pos x="T0" y="T1"/>
                    </a:cxn>
                    <a:cxn ang="0">
                      <a:pos x="T2" y="T3"/>
                    </a:cxn>
                    <a:cxn ang="0">
                      <a:pos x="T4" y="T5"/>
                    </a:cxn>
                    <a:cxn ang="0">
                      <a:pos x="T6" y="T7"/>
                    </a:cxn>
                    <a:cxn ang="0">
                      <a:pos x="T8" y="T9"/>
                    </a:cxn>
                  </a:cxnLst>
                  <a:rect l="0" t="0" r="r" b="b"/>
                  <a:pathLst>
                    <a:path w="63" h="35">
                      <a:moveTo>
                        <a:pt x="0" y="0"/>
                      </a:moveTo>
                      <a:lnTo>
                        <a:pt x="41" y="0"/>
                      </a:lnTo>
                      <a:lnTo>
                        <a:pt x="63"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360" name="Freeform 463"/>
                <p:cNvSpPr>
                  <a:spLocks noChangeArrowheads="1"/>
                </p:cNvSpPr>
                <p:nvPr/>
              </p:nvSpPr>
              <p:spPr bwMode="auto">
                <a:xfrm>
                  <a:off x="1066" y="3697"/>
                  <a:ext cx="33" cy="10"/>
                </a:xfrm>
                <a:custGeom>
                  <a:avLst/>
                  <a:gdLst>
                    <a:gd name="T0" fmla="*/ 0 w 64"/>
                    <a:gd name="T1" fmla="*/ 30 h 30"/>
                    <a:gd name="T2" fmla="*/ 13 w 64"/>
                    <a:gd name="T3" fmla="*/ 0 h 30"/>
                    <a:gd name="T4" fmla="*/ 52 w 64"/>
                    <a:gd name="T5" fmla="*/ 0 h 30"/>
                    <a:gd name="T6" fmla="*/ 64 w 64"/>
                    <a:gd name="T7" fmla="*/ 30 h 30"/>
                    <a:gd name="T8" fmla="*/ 0 w 64"/>
                    <a:gd name="T9" fmla="*/ 30 h 30"/>
                  </a:gdLst>
                  <a:ahLst/>
                  <a:cxnLst>
                    <a:cxn ang="0">
                      <a:pos x="T0" y="T1"/>
                    </a:cxn>
                    <a:cxn ang="0">
                      <a:pos x="T2" y="T3"/>
                    </a:cxn>
                    <a:cxn ang="0">
                      <a:pos x="T4" y="T5"/>
                    </a:cxn>
                    <a:cxn ang="0">
                      <a:pos x="T6" y="T7"/>
                    </a:cxn>
                    <a:cxn ang="0">
                      <a:pos x="T8" y="T9"/>
                    </a:cxn>
                  </a:cxnLst>
                  <a:rect l="0" t="0" r="r" b="b"/>
                  <a:pathLst>
                    <a:path w="64" h="30">
                      <a:moveTo>
                        <a:pt x="0" y="30"/>
                      </a:moveTo>
                      <a:lnTo>
                        <a:pt x="13" y="0"/>
                      </a:lnTo>
                      <a:lnTo>
                        <a:pt x="52" y="0"/>
                      </a:lnTo>
                      <a:lnTo>
                        <a:pt x="64"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361" name="Group 464"/>
              <p:cNvGrpSpPr>
                <a:grpSpLocks/>
              </p:cNvGrpSpPr>
              <p:nvPr/>
            </p:nvGrpSpPr>
            <p:grpSpPr bwMode="auto">
              <a:xfrm>
                <a:off x="1067" y="3698"/>
                <a:ext cx="45" cy="23"/>
                <a:chOff x="1067" y="3698"/>
                <a:chExt cx="45" cy="23"/>
              </a:xfrm>
            </p:grpSpPr>
            <p:sp>
              <p:nvSpPr>
                <p:cNvPr id="425362" name="Freeform 465"/>
                <p:cNvSpPr>
                  <a:spLocks noChangeArrowheads="1"/>
                </p:cNvSpPr>
                <p:nvPr/>
              </p:nvSpPr>
              <p:spPr bwMode="auto">
                <a:xfrm>
                  <a:off x="1067" y="3698"/>
                  <a:ext cx="20" cy="23"/>
                </a:xfrm>
                <a:custGeom>
                  <a:avLst/>
                  <a:gdLst>
                    <a:gd name="T0" fmla="*/ 22 w 39"/>
                    <a:gd name="T1" fmla="*/ 69 h 69"/>
                    <a:gd name="T2" fmla="*/ 0 w 39"/>
                    <a:gd name="T3" fmla="*/ 34 h 69"/>
                    <a:gd name="T4" fmla="*/ 12 w 39"/>
                    <a:gd name="T5" fmla="*/ 0 h 69"/>
                    <a:gd name="T6" fmla="*/ 39 w 39"/>
                    <a:gd name="T7" fmla="*/ 34 h 69"/>
                    <a:gd name="T8" fmla="*/ 22 w 39"/>
                    <a:gd name="T9" fmla="*/ 69 h 69"/>
                  </a:gdLst>
                  <a:ahLst/>
                  <a:cxnLst>
                    <a:cxn ang="0">
                      <a:pos x="T0" y="T1"/>
                    </a:cxn>
                    <a:cxn ang="0">
                      <a:pos x="T2" y="T3"/>
                    </a:cxn>
                    <a:cxn ang="0">
                      <a:pos x="T4" y="T5"/>
                    </a:cxn>
                    <a:cxn ang="0">
                      <a:pos x="T6" y="T7"/>
                    </a:cxn>
                    <a:cxn ang="0">
                      <a:pos x="T8" y="T9"/>
                    </a:cxn>
                  </a:cxnLst>
                  <a:rect l="0" t="0" r="r" b="b"/>
                  <a:pathLst>
                    <a:path w="39" h="69">
                      <a:moveTo>
                        <a:pt x="22" y="69"/>
                      </a:moveTo>
                      <a:lnTo>
                        <a:pt x="0" y="34"/>
                      </a:lnTo>
                      <a:lnTo>
                        <a:pt x="12" y="0"/>
                      </a:lnTo>
                      <a:lnTo>
                        <a:pt x="39" y="34"/>
                      </a:lnTo>
                      <a:lnTo>
                        <a:pt x="22"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363" name="Freeform 466"/>
                <p:cNvSpPr>
                  <a:spLocks noChangeArrowheads="1"/>
                </p:cNvSpPr>
                <p:nvPr/>
              </p:nvSpPr>
              <p:spPr bwMode="auto">
                <a:xfrm>
                  <a:off x="1074" y="3699"/>
                  <a:ext cx="32" cy="11"/>
                </a:xfrm>
                <a:custGeom>
                  <a:avLst/>
                  <a:gdLst>
                    <a:gd name="T0" fmla="*/ 0 w 64"/>
                    <a:gd name="T1" fmla="*/ 0 h 34"/>
                    <a:gd name="T2" fmla="*/ 39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39"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364" name="Freeform 467"/>
                <p:cNvSpPr>
                  <a:spLocks noChangeArrowheads="1"/>
                </p:cNvSpPr>
                <p:nvPr/>
              </p:nvSpPr>
              <p:spPr bwMode="auto">
                <a:xfrm>
                  <a:off x="1079" y="3711"/>
                  <a:ext cx="33" cy="10"/>
                </a:xfrm>
                <a:custGeom>
                  <a:avLst/>
                  <a:gdLst>
                    <a:gd name="T0" fmla="*/ 0 w 65"/>
                    <a:gd name="T1" fmla="*/ 30 h 30"/>
                    <a:gd name="T2" fmla="*/ 11 w 65"/>
                    <a:gd name="T3" fmla="*/ 0 h 30"/>
                    <a:gd name="T4" fmla="*/ 53 w 65"/>
                    <a:gd name="T5" fmla="*/ 0 h 30"/>
                    <a:gd name="T6" fmla="*/ 65 w 65"/>
                    <a:gd name="T7" fmla="*/ 30 h 30"/>
                    <a:gd name="T8" fmla="*/ 0 w 65"/>
                    <a:gd name="T9" fmla="*/ 30 h 30"/>
                  </a:gdLst>
                  <a:ahLst/>
                  <a:cxnLst>
                    <a:cxn ang="0">
                      <a:pos x="T0" y="T1"/>
                    </a:cxn>
                    <a:cxn ang="0">
                      <a:pos x="T2" y="T3"/>
                    </a:cxn>
                    <a:cxn ang="0">
                      <a:pos x="T4" y="T5"/>
                    </a:cxn>
                    <a:cxn ang="0">
                      <a:pos x="T6" y="T7"/>
                    </a:cxn>
                    <a:cxn ang="0">
                      <a:pos x="T8" y="T9"/>
                    </a:cxn>
                  </a:cxnLst>
                  <a:rect l="0" t="0" r="r" b="b"/>
                  <a:pathLst>
                    <a:path w="65" h="30">
                      <a:moveTo>
                        <a:pt x="0" y="30"/>
                      </a:moveTo>
                      <a:lnTo>
                        <a:pt x="11" y="0"/>
                      </a:lnTo>
                      <a:lnTo>
                        <a:pt x="53" y="0"/>
                      </a:lnTo>
                      <a:lnTo>
                        <a:pt x="65"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365" name="Group 468"/>
              <p:cNvGrpSpPr>
                <a:grpSpLocks/>
              </p:cNvGrpSpPr>
              <p:nvPr/>
            </p:nvGrpSpPr>
            <p:grpSpPr bwMode="auto">
              <a:xfrm>
                <a:off x="1079" y="3712"/>
                <a:ext cx="44" cy="23"/>
                <a:chOff x="1079" y="3712"/>
                <a:chExt cx="44" cy="23"/>
              </a:xfrm>
            </p:grpSpPr>
            <p:sp>
              <p:nvSpPr>
                <p:cNvPr id="425366" name="Freeform 469"/>
                <p:cNvSpPr>
                  <a:spLocks noChangeArrowheads="1"/>
                </p:cNvSpPr>
                <p:nvPr/>
              </p:nvSpPr>
              <p:spPr bwMode="auto">
                <a:xfrm>
                  <a:off x="1079" y="3712"/>
                  <a:ext cx="21" cy="23"/>
                </a:xfrm>
                <a:custGeom>
                  <a:avLst/>
                  <a:gdLst>
                    <a:gd name="T0" fmla="*/ 24 w 41"/>
                    <a:gd name="T1" fmla="*/ 68 h 68"/>
                    <a:gd name="T2" fmla="*/ 0 w 41"/>
                    <a:gd name="T3" fmla="*/ 32 h 68"/>
                    <a:gd name="T4" fmla="*/ 13 w 41"/>
                    <a:gd name="T5" fmla="*/ 0 h 68"/>
                    <a:gd name="T6" fmla="*/ 41 w 41"/>
                    <a:gd name="T7" fmla="*/ 32 h 68"/>
                    <a:gd name="T8" fmla="*/ 24 w 41"/>
                    <a:gd name="T9" fmla="*/ 68 h 68"/>
                  </a:gdLst>
                  <a:ahLst/>
                  <a:cxnLst>
                    <a:cxn ang="0">
                      <a:pos x="T0" y="T1"/>
                    </a:cxn>
                    <a:cxn ang="0">
                      <a:pos x="T2" y="T3"/>
                    </a:cxn>
                    <a:cxn ang="0">
                      <a:pos x="T4" y="T5"/>
                    </a:cxn>
                    <a:cxn ang="0">
                      <a:pos x="T6" y="T7"/>
                    </a:cxn>
                    <a:cxn ang="0">
                      <a:pos x="T8" y="T9"/>
                    </a:cxn>
                  </a:cxnLst>
                  <a:rect l="0" t="0" r="r" b="b"/>
                  <a:pathLst>
                    <a:path w="41" h="68">
                      <a:moveTo>
                        <a:pt x="24" y="68"/>
                      </a:moveTo>
                      <a:lnTo>
                        <a:pt x="0" y="32"/>
                      </a:lnTo>
                      <a:lnTo>
                        <a:pt x="13" y="0"/>
                      </a:lnTo>
                      <a:lnTo>
                        <a:pt x="41" y="32"/>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367" name="Freeform 470"/>
                <p:cNvSpPr>
                  <a:spLocks noChangeArrowheads="1"/>
                </p:cNvSpPr>
                <p:nvPr/>
              </p:nvSpPr>
              <p:spPr bwMode="auto">
                <a:xfrm>
                  <a:off x="1087" y="3713"/>
                  <a:ext cx="31" cy="10"/>
                </a:xfrm>
                <a:custGeom>
                  <a:avLst/>
                  <a:gdLst>
                    <a:gd name="T0" fmla="*/ 0 w 63"/>
                    <a:gd name="T1" fmla="*/ 0 h 32"/>
                    <a:gd name="T2" fmla="*/ 40 w 63"/>
                    <a:gd name="T3" fmla="*/ 0 h 32"/>
                    <a:gd name="T4" fmla="*/ 63 w 63"/>
                    <a:gd name="T5" fmla="*/ 32 h 32"/>
                    <a:gd name="T6" fmla="*/ 23 w 63"/>
                    <a:gd name="T7" fmla="*/ 32 h 32"/>
                    <a:gd name="T8" fmla="*/ 0 w 63"/>
                    <a:gd name="T9" fmla="*/ 0 h 32"/>
                  </a:gdLst>
                  <a:ahLst/>
                  <a:cxnLst>
                    <a:cxn ang="0">
                      <a:pos x="T0" y="T1"/>
                    </a:cxn>
                    <a:cxn ang="0">
                      <a:pos x="T2" y="T3"/>
                    </a:cxn>
                    <a:cxn ang="0">
                      <a:pos x="T4" y="T5"/>
                    </a:cxn>
                    <a:cxn ang="0">
                      <a:pos x="T6" y="T7"/>
                    </a:cxn>
                    <a:cxn ang="0">
                      <a:pos x="T8" y="T9"/>
                    </a:cxn>
                  </a:cxnLst>
                  <a:rect l="0" t="0" r="r" b="b"/>
                  <a:pathLst>
                    <a:path w="63" h="32">
                      <a:moveTo>
                        <a:pt x="0" y="0"/>
                      </a:moveTo>
                      <a:lnTo>
                        <a:pt x="40" y="0"/>
                      </a:lnTo>
                      <a:lnTo>
                        <a:pt x="63" y="32"/>
                      </a:lnTo>
                      <a:lnTo>
                        <a:pt x="23" y="32"/>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368" name="Freeform 471"/>
                <p:cNvSpPr>
                  <a:spLocks noChangeArrowheads="1"/>
                </p:cNvSpPr>
                <p:nvPr/>
              </p:nvSpPr>
              <p:spPr bwMode="auto">
                <a:xfrm>
                  <a:off x="1092" y="3724"/>
                  <a:ext cx="31" cy="11"/>
                </a:xfrm>
                <a:custGeom>
                  <a:avLst/>
                  <a:gdLst>
                    <a:gd name="T0" fmla="*/ 0 w 63"/>
                    <a:gd name="T1" fmla="*/ 31 h 31"/>
                    <a:gd name="T2" fmla="*/ 12 w 63"/>
                    <a:gd name="T3" fmla="*/ 0 h 31"/>
                    <a:gd name="T4" fmla="*/ 52 w 63"/>
                    <a:gd name="T5" fmla="*/ 0 h 31"/>
                    <a:gd name="T6" fmla="*/ 63 w 63"/>
                    <a:gd name="T7" fmla="*/ 31 h 31"/>
                    <a:gd name="T8" fmla="*/ 0 w 63"/>
                    <a:gd name="T9" fmla="*/ 31 h 31"/>
                  </a:gdLst>
                  <a:ahLst/>
                  <a:cxnLst>
                    <a:cxn ang="0">
                      <a:pos x="T0" y="T1"/>
                    </a:cxn>
                    <a:cxn ang="0">
                      <a:pos x="T2" y="T3"/>
                    </a:cxn>
                    <a:cxn ang="0">
                      <a:pos x="T4" y="T5"/>
                    </a:cxn>
                    <a:cxn ang="0">
                      <a:pos x="T6" y="T7"/>
                    </a:cxn>
                    <a:cxn ang="0">
                      <a:pos x="T8" y="T9"/>
                    </a:cxn>
                  </a:cxnLst>
                  <a:rect l="0" t="0" r="r" b="b"/>
                  <a:pathLst>
                    <a:path w="63" h="31">
                      <a:moveTo>
                        <a:pt x="0" y="31"/>
                      </a:moveTo>
                      <a:lnTo>
                        <a:pt x="12" y="0"/>
                      </a:lnTo>
                      <a:lnTo>
                        <a:pt x="52" y="0"/>
                      </a:lnTo>
                      <a:lnTo>
                        <a:pt x="63"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369" name="Group 472"/>
              <p:cNvGrpSpPr>
                <a:grpSpLocks/>
              </p:cNvGrpSpPr>
              <p:nvPr/>
            </p:nvGrpSpPr>
            <p:grpSpPr bwMode="auto">
              <a:xfrm>
                <a:off x="1093" y="3725"/>
                <a:ext cx="45" cy="23"/>
                <a:chOff x="1093" y="3725"/>
                <a:chExt cx="45" cy="23"/>
              </a:xfrm>
            </p:grpSpPr>
            <p:sp>
              <p:nvSpPr>
                <p:cNvPr id="425370" name="Freeform 473"/>
                <p:cNvSpPr>
                  <a:spLocks noChangeArrowheads="1"/>
                </p:cNvSpPr>
                <p:nvPr/>
              </p:nvSpPr>
              <p:spPr bwMode="auto">
                <a:xfrm>
                  <a:off x="1093" y="3725"/>
                  <a:ext cx="20" cy="23"/>
                </a:xfrm>
                <a:custGeom>
                  <a:avLst/>
                  <a:gdLst>
                    <a:gd name="T0" fmla="*/ 24 w 40"/>
                    <a:gd name="T1" fmla="*/ 68 h 68"/>
                    <a:gd name="T2" fmla="*/ 0 w 40"/>
                    <a:gd name="T3" fmla="*/ 33 h 68"/>
                    <a:gd name="T4" fmla="*/ 12 w 40"/>
                    <a:gd name="T5" fmla="*/ 0 h 68"/>
                    <a:gd name="T6" fmla="*/ 40 w 40"/>
                    <a:gd name="T7" fmla="*/ 33 h 68"/>
                    <a:gd name="T8" fmla="*/ 24 w 40"/>
                    <a:gd name="T9" fmla="*/ 68 h 68"/>
                  </a:gdLst>
                  <a:ahLst/>
                  <a:cxnLst>
                    <a:cxn ang="0">
                      <a:pos x="T0" y="T1"/>
                    </a:cxn>
                    <a:cxn ang="0">
                      <a:pos x="T2" y="T3"/>
                    </a:cxn>
                    <a:cxn ang="0">
                      <a:pos x="T4" y="T5"/>
                    </a:cxn>
                    <a:cxn ang="0">
                      <a:pos x="T6" y="T7"/>
                    </a:cxn>
                    <a:cxn ang="0">
                      <a:pos x="T8" y="T9"/>
                    </a:cxn>
                  </a:cxnLst>
                  <a:rect l="0" t="0" r="r" b="b"/>
                  <a:pathLst>
                    <a:path w="40" h="68">
                      <a:moveTo>
                        <a:pt x="24" y="68"/>
                      </a:moveTo>
                      <a:lnTo>
                        <a:pt x="0" y="33"/>
                      </a:lnTo>
                      <a:lnTo>
                        <a:pt x="12" y="0"/>
                      </a:lnTo>
                      <a:lnTo>
                        <a:pt x="40" y="33"/>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371" name="Freeform 474"/>
                <p:cNvSpPr>
                  <a:spLocks noChangeArrowheads="1"/>
                </p:cNvSpPr>
                <p:nvPr/>
              </p:nvSpPr>
              <p:spPr bwMode="auto">
                <a:xfrm>
                  <a:off x="1100" y="3726"/>
                  <a:ext cx="32" cy="11"/>
                </a:xfrm>
                <a:custGeom>
                  <a:avLst/>
                  <a:gdLst>
                    <a:gd name="T0" fmla="*/ 0 w 64"/>
                    <a:gd name="T1" fmla="*/ 0 h 34"/>
                    <a:gd name="T2" fmla="*/ 40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40"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372" name="Freeform 475"/>
                <p:cNvSpPr>
                  <a:spLocks noChangeArrowheads="1"/>
                </p:cNvSpPr>
                <p:nvPr/>
              </p:nvSpPr>
              <p:spPr bwMode="auto">
                <a:xfrm>
                  <a:off x="1106" y="3738"/>
                  <a:ext cx="32" cy="9"/>
                </a:xfrm>
                <a:custGeom>
                  <a:avLst/>
                  <a:gdLst>
                    <a:gd name="T0" fmla="*/ 0 w 65"/>
                    <a:gd name="T1" fmla="*/ 28 h 28"/>
                    <a:gd name="T2" fmla="*/ 12 w 65"/>
                    <a:gd name="T3" fmla="*/ 0 h 28"/>
                    <a:gd name="T4" fmla="*/ 53 w 65"/>
                    <a:gd name="T5" fmla="*/ 0 h 28"/>
                    <a:gd name="T6" fmla="*/ 65 w 65"/>
                    <a:gd name="T7" fmla="*/ 28 h 28"/>
                    <a:gd name="T8" fmla="*/ 0 w 65"/>
                    <a:gd name="T9" fmla="*/ 28 h 28"/>
                  </a:gdLst>
                  <a:ahLst/>
                  <a:cxnLst>
                    <a:cxn ang="0">
                      <a:pos x="T0" y="T1"/>
                    </a:cxn>
                    <a:cxn ang="0">
                      <a:pos x="T2" y="T3"/>
                    </a:cxn>
                    <a:cxn ang="0">
                      <a:pos x="T4" y="T5"/>
                    </a:cxn>
                    <a:cxn ang="0">
                      <a:pos x="T6" y="T7"/>
                    </a:cxn>
                    <a:cxn ang="0">
                      <a:pos x="T8" y="T9"/>
                    </a:cxn>
                  </a:cxnLst>
                  <a:rect l="0" t="0" r="r" b="b"/>
                  <a:pathLst>
                    <a:path w="65" h="28">
                      <a:moveTo>
                        <a:pt x="0" y="28"/>
                      </a:moveTo>
                      <a:lnTo>
                        <a:pt x="12" y="0"/>
                      </a:lnTo>
                      <a:lnTo>
                        <a:pt x="53" y="0"/>
                      </a:lnTo>
                      <a:lnTo>
                        <a:pt x="65"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373" name="Group 476"/>
              <p:cNvGrpSpPr>
                <a:grpSpLocks/>
              </p:cNvGrpSpPr>
              <p:nvPr/>
            </p:nvGrpSpPr>
            <p:grpSpPr bwMode="auto">
              <a:xfrm>
                <a:off x="1108" y="3739"/>
                <a:ext cx="44" cy="23"/>
                <a:chOff x="1108" y="3739"/>
                <a:chExt cx="44" cy="23"/>
              </a:xfrm>
            </p:grpSpPr>
            <p:sp>
              <p:nvSpPr>
                <p:cNvPr id="425374" name="Freeform 477"/>
                <p:cNvSpPr>
                  <a:spLocks noChangeArrowheads="1"/>
                </p:cNvSpPr>
                <p:nvPr/>
              </p:nvSpPr>
              <p:spPr bwMode="auto">
                <a:xfrm>
                  <a:off x="1108" y="3739"/>
                  <a:ext cx="19" cy="23"/>
                </a:xfrm>
                <a:custGeom>
                  <a:avLst/>
                  <a:gdLst>
                    <a:gd name="T0" fmla="*/ 23 w 40"/>
                    <a:gd name="T1" fmla="*/ 69 h 69"/>
                    <a:gd name="T2" fmla="*/ 0 w 40"/>
                    <a:gd name="T3" fmla="*/ 34 h 69"/>
                    <a:gd name="T4" fmla="*/ 12 w 40"/>
                    <a:gd name="T5" fmla="*/ 0 h 69"/>
                    <a:gd name="T6" fmla="*/ 40 w 40"/>
                    <a:gd name="T7" fmla="*/ 34 h 69"/>
                    <a:gd name="T8" fmla="*/ 23 w 40"/>
                    <a:gd name="T9" fmla="*/ 69 h 69"/>
                  </a:gdLst>
                  <a:ahLst/>
                  <a:cxnLst>
                    <a:cxn ang="0">
                      <a:pos x="T0" y="T1"/>
                    </a:cxn>
                    <a:cxn ang="0">
                      <a:pos x="T2" y="T3"/>
                    </a:cxn>
                    <a:cxn ang="0">
                      <a:pos x="T4" y="T5"/>
                    </a:cxn>
                    <a:cxn ang="0">
                      <a:pos x="T6" y="T7"/>
                    </a:cxn>
                    <a:cxn ang="0">
                      <a:pos x="T8" y="T9"/>
                    </a:cxn>
                  </a:cxnLst>
                  <a:rect l="0" t="0" r="r" b="b"/>
                  <a:pathLst>
                    <a:path w="40" h="69">
                      <a:moveTo>
                        <a:pt x="23" y="69"/>
                      </a:moveTo>
                      <a:lnTo>
                        <a:pt x="0" y="34"/>
                      </a:lnTo>
                      <a:lnTo>
                        <a:pt x="12" y="0"/>
                      </a:lnTo>
                      <a:lnTo>
                        <a:pt x="40" y="34"/>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375" name="Freeform 478"/>
                <p:cNvSpPr>
                  <a:spLocks noChangeArrowheads="1"/>
                </p:cNvSpPr>
                <p:nvPr/>
              </p:nvSpPr>
              <p:spPr bwMode="auto">
                <a:xfrm>
                  <a:off x="1114" y="3740"/>
                  <a:ext cx="32" cy="11"/>
                </a:xfrm>
                <a:custGeom>
                  <a:avLst/>
                  <a:gdLst>
                    <a:gd name="T0" fmla="*/ 0 w 64"/>
                    <a:gd name="T1" fmla="*/ 0 h 35"/>
                    <a:gd name="T2" fmla="*/ 42 w 64"/>
                    <a:gd name="T3" fmla="*/ 0 h 35"/>
                    <a:gd name="T4" fmla="*/ 64 w 64"/>
                    <a:gd name="T5" fmla="*/ 35 h 35"/>
                    <a:gd name="T6" fmla="*/ 25 w 64"/>
                    <a:gd name="T7" fmla="*/ 35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42" y="0"/>
                      </a:lnTo>
                      <a:lnTo>
                        <a:pt x="64"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376" name="Freeform 479"/>
                <p:cNvSpPr>
                  <a:spLocks noChangeArrowheads="1"/>
                </p:cNvSpPr>
                <p:nvPr/>
              </p:nvSpPr>
              <p:spPr bwMode="auto">
                <a:xfrm>
                  <a:off x="1120" y="3752"/>
                  <a:ext cx="32" cy="10"/>
                </a:xfrm>
                <a:custGeom>
                  <a:avLst/>
                  <a:gdLst>
                    <a:gd name="T0" fmla="*/ 0 w 66"/>
                    <a:gd name="T1" fmla="*/ 30 h 30"/>
                    <a:gd name="T2" fmla="*/ 15 w 66"/>
                    <a:gd name="T3" fmla="*/ 0 h 30"/>
                    <a:gd name="T4" fmla="*/ 54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5"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377" name="Group 480"/>
              <p:cNvGrpSpPr>
                <a:grpSpLocks/>
              </p:cNvGrpSpPr>
              <p:nvPr/>
            </p:nvGrpSpPr>
            <p:grpSpPr bwMode="auto">
              <a:xfrm>
                <a:off x="1121" y="3753"/>
                <a:ext cx="45" cy="23"/>
                <a:chOff x="1121" y="3753"/>
                <a:chExt cx="45" cy="23"/>
              </a:xfrm>
            </p:grpSpPr>
            <p:sp>
              <p:nvSpPr>
                <p:cNvPr id="425378" name="Freeform 481"/>
                <p:cNvSpPr>
                  <a:spLocks noChangeArrowheads="1"/>
                </p:cNvSpPr>
                <p:nvPr/>
              </p:nvSpPr>
              <p:spPr bwMode="auto">
                <a:xfrm>
                  <a:off x="1121" y="3753"/>
                  <a:ext cx="20" cy="23"/>
                </a:xfrm>
                <a:custGeom>
                  <a:avLst/>
                  <a:gdLst>
                    <a:gd name="T0" fmla="*/ 22 w 39"/>
                    <a:gd name="T1" fmla="*/ 68 h 68"/>
                    <a:gd name="T2" fmla="*/ 0 w 39"/>
                    <a:gd name="T3" fmla="*/ 35 h 68"/>
                    <a:gd name="T4" fmla="*/ 12 w 39"/>
                    <a:gd name="T5" fmla="*/ 0 h 68"/>
                    <a:gd name="T6" fmla="*/ 39 w 39"/>
                    <a:gd name="T7" fmla="*/ 35 h 68"/>
                    <a:gd name="T8" fmla="*/ 22 w 39"/>
                    <a:gd name="T9" fmla="*/ 68 h 68"/>
                  </a:gdLst>
                  <a:ahLst/>
                  <a:cxnLst>
                    <a:cxn ang="0">
                      <a:pos x="T0" y="T1"/>
                    </a:cxn>
                    <a:cxn ang="0">
                      <a:pos x="T2" y="T3"/>
                    </a:cxn>
                    <a:cxn ang="0">
                      <a:pos x="T4" y="T5"/>
                    </a:cxn>
                    <a:cxn ang="0">
                      <a:pos x="T6" y="T7"/>
                    </a:cxn>
                    <a:cxn ang="0">
                      <a:pos x="T8" y="T9"/>
                    </a:cxn>
                  </a:cxnLst>
                  <a:rect l="0" t="0" r="r" b="b"/>
                  <a:pathLst>
                    <a:path w="39" h="68">
                      <a:moveTo>
                        <a:pt x="22" y="68"/>
                      </a:moveTo>
                      <a:lnTo>
                        <a:pt x="0" y="35"/>
                      </a:lnTo>
                      <a:lnTo>
                        <a:pt x="12" y="0"/>
                      </a:lnTo>
                      <a:lnTo>
                        <a:pt x="39" y="35"/>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379" name="Freeform 482"/>
                <p:cNvSpPr>
                  <a:spLocks noChangeArrowheads="1"/>
                </p:cNvSpPr>
                <p:nvPr/>
              </p:nvSpPr>
              <p:spPr bwMode="auto">
                <a:xfrm>
                  <a:off x="1127" y="3753"/>
                  <a:ext cx="33" cy="12"/>
                </a:xfrm>
                <a:custGeom>
                  <a:avLst/>
                  <a:gdLst>
                    <a:gd name="T0" fmla="*/ 0 w 64"/>
                    <a:gd name="T1" fmla="*/ 0 h 35"/>
                    <a:gd name="T2" fmla="*/ 39 w 64"/>
                    <a:gd name="T3" fmla="*/ 0 h 35"/>
                    <a:gd name="T4" fmla="*/ 64 w 64"/>
                    <a:gd name="T5" fmla="*/ 35 h 35"/>
                    <a:gd name="T6" fmla="*/ 24 w 64"/>
                    <a:gd name="T7" fmla="*/ 35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39" y="0"/>
                      </a:lnTo>
                      <a:lnTo>
                        <a:pt x="64"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380" name="Freeform 483"/>
                <p:cNvSpPr>
                  <a:spLocks noChangeArrowheads="1"/>
                </p:cNvSpPr>
                <p:nvPr/>
              </p:nvSpPr>
              <p:spPr bwMode="auto">
                <a:xfrm>
                  <a:off x="1133" y="3766"/>
                  <a:ext cx="33" cy="9"/>
                </a:xfrm>
                <a:custGeom>
                  <a:avLst/>
                  <a:gdLst>
                    <a:gd name="T0" fmla="*/ 0 w 66"/>
                    <a:gd name="T1" fmla="*/ 29 h 29"/>
                    <a:gd name="T2" fmla="*/ 12 w 66"/>
                    <a:gd name="T3" fmla="*/ 0 h 29"/>
                    <a:gd name="T4" fmla="*/ 54 w 66"/>
                    <a:gd name="T5" fmla="*/ 0 h 29"/>
                    <a:gd name="T6" fmla="*/ 66 w 66"/>
                    <a:gd name="T7" fmla="*/ 29 h 29"/>
                    <a:gd name="T8" fmla="*/ 0 w 66"/>
                    <a:gd name="T9" fmla="*/ 29 h 29"/>
                  </a:gdLst>
                  <a:ahLst/>
                  <a:cxnLst>
                    <a:cxn ang="0">
                      <a:pos x="T0" y="T1"/>
                    </a:cxn>
                    <a:cxn ang="0">
                      <a:pos x="T2" y="T3"/>
                    </a:cxn>
                    <a:cxn ang="0">
                      <a:pos x="T4" y="T5"/>
                    </a:cxn>
                    <a:cxn ang="0">
                      <a:pos x="T6" y="T7"/>
                    </a:cxn>
                    <a:cxn ang="0">
                      <a:pos x="T8" y="T9"/>
                    </a:cxn>
                  </a:cxnLst>
                  <a:rect l="0" t="0" r="r" b="b"/>
                  <a:pathLst>
                    <a:path w="66" h="29">
                      <a:moveTo>
                        <a:pt x="0" y="29"/>
                      </a:moveTo>
                      <a:lnTo>
                        <a:pt x="12" y="0"/>
                      </a:lnTo>
                      <a:lnTo>
                        <a:pt x="54" y="0"/>
                      </a:lnTo>
                      <a:lnTo>
                        <a:pt x="66"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381" name="Group 484"/>
              <p:cNvGrpSpPr>
                <a:grpSpLocks/>
              </p:cNvGrpSpPr>
              <p:nvPr/>
            </p:nvGrpSpPr>
            <p:grpSpPr bwMode="auto">
              <a:xfrm>
                <a:off x="1133" y="3767"/>
                <a:ext cx="44" cy="23"/>
                <a:chOff x="1133" y="3767"/>
                <a:chExt cx="44" cy="23"/>
              </a:xfrm>
            </p:grpSpPr>
            <p:sp>
              <p:nvSpPr>
                <p:cNvPr id="425382" name="Freeform 485"/>
                <p:cNvSpPr>
                  <a:spLocks noChangeArrowheads="1"/>
                </p:cNvSpPr>
                <p:nvPr/>
              </p:nvSpPr>
              <p:spPr bwMode="auto">
                <a:xfrm>
                  <a:off x="1133" y="3767"/>
                  <a:ext cx="20" cy="23"/>
                </a:xfrm>
                <a:custGeom>
                  <a:avLst/>
                  <a:gdLst>
                    <a:gd name="T0" fmla="*/ 23 w 39"/>
                    <a:gd name="T1" fmla="*/ 69 h 69"/>
                    <a:gd name="T2" fmla="*/ 0 w 39"/>
                    <a:gd name="T3" fmla="*/ 33 h 69"/>
                    <a:gd name="T4" fmla="*/ 12 w 39"/>
                    <a:gd name="T5" fmla="*/ 0 h 69"/>
                    <a:gd name="T6" fmla="*/ 39 w 39"/>
                    <a:gd name="T7" fmla="*/ 33 h 69"/>
                    <a:gd name="T8" fmla="*/ 23 w 39"/>
                    <a:gd name="T9" fmla="*/ 69 h 69"/>
                  </a:gdLst>
                  <a:ahLst/>
                  <a:cxnLst>
                    <a:cxn ang="0">
                      <a:pos x="T0" y="T1"/>
                    </a:cxn>
                    <a:cxn ang="0">
                      <a:pos x="T2" y="T3"/>
                    </a:cxn>
                    <a:cxn ang="0">
                      <a:pos x="T4" y="T5"/>
                    </a:cxn>
                    <a:cxn ang="0">
                      <a:pos x="T6" y="T7"/>
                    </a:cxn>
                    <a:cxn ang="0">
                      <a:pos x="T8" y="T9"/>
                    </a:cxn>
                  </a:cxnLst>
                  <a:rect l="0" t="0" r="r" b="b"/>
                  <a:pathLst>
                    <a:path w="39" h="69">
                      <a:moveTo>
                        <a:pt x="23" y="69"/>
                      </a:moveTo>
                      <a:lnTo>
                        <a:pt x="0" y="33"/>
                      </a:lnTo>
                      <a:lnTo>
                        <a:pt x="12" y="0"/>
                      </a:lnTo>
                      <a:lnTo>
                        <a:pt x="39" y="33"/>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383" name="Freeform 486"/>
                <p:cNvSpPr>
                  <a:spLocks noChangeArrowheads="1"/>
                </p:cNvSpPr>
                <p:nvPr/>
              </p:nvSpPr>
              <p:spPr bwMode="auto">
                <a:xfrm>
                  <a:off x="1140" y="3767"/>
                  <a:ext cx="32" cy="11"/>
                </a:xfrm>
                <a:custGeom>
                  <a:avLst/>
                  <a:gdLst>
                    <a:gd name="T0" fmla="*/ 0 w 64"/>
                    <a:gd name="T1" fmla="*/ 0 h 33"/>
                    <a:gd name="T2" fmla="*/ 41 w 64"/>
                    <a:gd name="T3" fmla="*/ 0 h 33"/>
                    <a:gd name="T4" fmla="*/ 64 w 64"/>
                    <a:gd name="T5" fmla="*/ 33 h 33"/>
                    <a:gd name="T6" fmla="*/ 23 w 64"/>
                    <a:gd name="T7" fmla="*/ 33 h 33"/>
                    <a:gd name="T8" fmla="*/ 0 w 64"/>
                    <a:gd name="T9" fmla="*/ 0 h 33"/>
                  </a:gdLst>
                  <a:ahLst/>
                  <a:cxnLst>
                    <a:cxn ang="0">
                      <a:pos x="T0" y="T1"/>
                    </a:cxn>
                    <a:cxn ang="0">
                      <a:pos x="T2" y="T3"/>
                    </a:cxn>
                    <a:cxn ang="0">
                      <a:pos x="T4" y="T5"/>
                    </a:cxn>
                    <a:cxn ang="0">
                      <a:pos x="T6" y="T7"/>
                    </a:cxn>
                    <a:cxn ang="0">
                      <a:pos x="T8" y="T9"/>
                    </a:cxn>
                  </a:cxnLst>
                  <a:rect l="0" t="0" r="r" b="b"/>
                  <a:pathLst>
                    <a:path w="64" h="33">
                      <a:moveTo>
                        <a:pt x="0" y="0"/>
                      </a:moveTo>
                      <a:lnTo>
                        <a:pt x="41" y="0"/>
                      </a:lnTo>
                      <a:lnTo>
                        <a:pt x="64" y="33"/>
                      </a:lnTo>
                      <a:lnTo>
                        <a:pt x="23"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384" name="Freeform 487"/>
                <p:cNvSpPr>
                  <a:spLocks noChangeArrowheads="1"/>
                </p:cNvSpPr>
                <p:nvPr/>
              </p:nvSpPr>
              <p:spPr bwMode="auto">
                <a:xfrm>
                  <a:off x="1146" y="3779"/>
                  <a:ext cx="31" cy="10"/>
                </a:xfrm>
                <a:custGeom>
                  <a:avLst/>
                  <a:gdLst>
                    <a:gd name="T0" fmla="*/ 0 w 63"/>
                    <a:gd name="T1" fmla="*/ 31 h 31"/>
                    <a:gd name="T2" fmla="*/ 11 w 63"/>
                    <a:gd name="T3" fmla="*/ 0 h 31"/>
                    <a:gd name="T4" fmla="*/ 52 w 63"/>
                    <a:gd name="T5" fmla="*/ 0 h 31"/>
                    <a:gd name="T6" fmla="*/ 63 w 63"/>
                    <a:gd name="T7" fmla="*/ 31 h 31"/>
                    <a:gd name="T8" fmla="*/ 0 w 63"/>
                    <a:gd name="T9" fmla="*/ 31 h 31"/>
                  </a:gdLst>
                  <a:ahLst/>
                  <a:cxnLst>
                    <a:cxn ang="0">
                      <a:pos x="T0" y="T1"/>
                    </a:cxn>
                    <a:cxn ang="0">
                      <a:pos x="T2" y="T3"/>
                    </a:cxn>
                    <a:cxn ang="0">
                      <a:pos x="T4" y="T5"/>
                    </a:cxn>
                    <a:cxn ang="0">
                      <a:pos x="T6" y="T7"/>
                    </a:cxn>
                    <a:cxn ang="0">
                      <a:pos x="T8" y="T9"/>
                    </a:cxn>
                  </a:cxnLst>
                  <a:rect l="0" t="0" r="r" b="b"/>
                  <a:pathLst>
                    <a:path w="63" h="31">
                      <a:moveTo>
                        <a:pt x="0" y="31"/>
                      </a:moveTo>
                      <a:lnTo>
                        <a:pt x="11" y="0"/>
                      </a:lnTo>
                      <a:lnTo>
                        <a:pt x="52" y="0"/>
                      </a:lnTo>
                      <a:lnTo>
                        <a:pt x="63"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sp>
            <p:nvSpPr>
              <p:cNvPr id="425385" name="Freeform 488"/>
              <p:cNvSpPr>
                <a:spLocks noChangeArrowheads="1"/>
              </p:cNvSpPr>
              <p:nvPr/>
            </p:nvSpPr>
            <p:spPr bwMode="auto">
              <a:xfrm>
                <a:off x="972" y="3556"/>
                <a:ext cx="40" cy="12"/>
              </a:xfrm>
              <a:custGeom>
                <a:avLst/>
                <a:gdLst>
                  <a:gd name="T0" fmla="*/ 0 w 79"/>
                  <a:gd name="T1" fmla="*/ 0 h 36"/>
                  <a:gd name="T2" fmla="*/ 27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7"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386" name="Freeform 489"/>
              <p:cNvSpPr>
                <a:spLocks noChangeArrowheads="1"/>
              </p:cNvSpPr>
              <p:nvPr/>
            </p:nvSpPr>
            <p:spPr bwMode="auto">
              <a:xfrm>
                <a:off x="993" y="3576"/>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387" name="Freeform 490"/>
              <p:cNvSpPr>
                <a:spLocks noChangeArrowheads="1"/>
              </p:cNvSpPr>
              <p:nvPr/>
            </p:nvSpPr>
            <p:spPr bwMode="auto">
              <a:xfrm>
                <a:off x="1012" y="3594"/>
                <a:ext cx="39" cy="12"/>
              </a:xfrm>
              <a:custGeom>
                <a:avLst/>
                <a:gdLst>
                  <a:gd name="T0" fmla="*/ 0 w 78"/>
                  <a:gd name="T1" fmla="*/ 0 h 36"/>
                  <a:gd name="T2" fmla="*/ 27 w 78"/>
                  <a:gd name="T3" fmla="*/ 36 h 36"/>
                  <a:gd name="T4" fmla="*/ 78 w 78"/>
                  <a:gd name="T5" fmla="*/ 36 h 36"/>
                  <a:gd name="T6" fmla="*/ 49 w 78"/>
                  <a:gd name="T7" fmla="*/ 0 h 36"/>
                  <a:gd name="T8" fmla="*/ 0 w 78"/>
                  <a:gd name="T9" fmla="*/ 0 h 36"/>
                </a:gdLst>
                <a:ahLst/>
                <a:cxnLst>
                  <a:cxn ang="0">
                    <a:pos x="T0" y="T1"/>
                  </a:cxn>
                  <a:cxn ang="0">
                    <a:pos x="T2" y="T3"/>
                  </a:cxn>
                  <a:cxn ang="0">
                    <a:pos x="T4" y="T5"/>
                  </a:cxn>
                  <a:cxn ang="0">
                    <a:pos x="T6" y="T7"/>
                  </a:cxn>
                  <a:cxn ang="0">
                    <a:pos x="T8" y="T9"/>
                  </a:cxn>
                </a:cxnLst>
                <a:rect l="0" t="0" r="r" b="b"/>
                <a:pathLst>
                  <a:path w="78" h="36">
                    <a:moveTo>
                      <a:pt x="0" y="0"/>
                    </a:moveTo>
                    <a:lnTo>
                      <a:pt x="27" y="36"/>
                    </a:lnTo>
                    <a:lnTo>
                      <a:pt x="78" y="36"/>
                    </a:lnTo>
                    <a:lnTo>
                      <a:pt x="49"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388" name="Freeform 491"/>
              <p:cNvSpPr>
                <a:spLocks noChangeArrowheads="1"/>
              </p:cNvSpPr>
              <p:nvPr/>
            </p:nvSpPr>
            <p:spPr bwMode="auto">
              <a:xfrm>
                <a:off x="1032" y="3613"/>
                <a:ext cx="40"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389" name="Freeform 492"/>
              <p:cNvSpPr>
                <a:spLocks noChangeArrowheads="1"/>
              </p:cNvSpPr>
              <p:nvPr/>
            </p:nvSpPr>
            <p:spPr bwMode="auto">
              <a:xfrm>
                <a:off x="1053" y="3632"/>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390" name="Freeform 493"/>
              <p:cNvSpPr>
                <a:spLocks noChangeArrowheads="1"/>
              </p:cNvSpPr>
              <p:nvPr/>
            </p:nvSpPr>
            <p:spPr bwMode="auto">
              <a:xfrm>
                <a:off x="1074" y="3651"/>
                <a:ext cx="40" cy="12"/>
              </a:xfrm>
              <a:custGeom>
                <a:avLst/>
                <a:gdLst>
                  <a:gd name="T0" fmla="*/ 0 w 79"/>
                  <a:gd name="T1" fmla="*/ 0 h 35"/>
                  <a:gd name="T2" fmla="*/ 28 w 79"/>
                  <a:gd name="T3" fmla="*/ 35 h 35"/>
                  <a:gd name="T4" fmla="*/ 79 w 79"/>
                  <a:gd name="T5" fmla="*/ 35 h 35"/>
                  <a:gd name="T6" fmla="*/ 50 w 79"/>
                  <a:gd name="T7" fmla="*/ 0 h 35"/>
                  <a:gd name="T8" fmla="*/ 0 w 79"/>
                  <a:gd name="T9" fmla="*/ 0 h 35"/>
                </a:gdLst>
                <a:ahLst/>
                <a:cxnLst>
                  <a:cxn ang="0">
                    <a:pos x="T0" y="T1"/>
                  </a:cxn>
                  <a:cxn ang="0">
                    <a:pos x="T2" y="T3"/>
                  </a:cxn>
                  <a:cxn ang="0">
                    <a:pos x="T4" y="T5"/>
                  </a:cxn>
                  <a:cxn ang="0">
                    <a:pos x="T6" y="T7"/>
                  </a:cxn>
                  <a:cxn ang="0">
                    <a:pos x="T8" y="T9"/>
                  </a:cxn>
                </a:cxnLst>
                <a:rect l="0" t="0" r="r" b="b"/>
                <a:pathLst>
                  <a:path w="79" h="35">
                    <a:moveTo>
                      <a:pt x="0" y="0"/>
                    </a:moveTo>
                    <a:lnTo>
                      <a:pt x="28" y="35"/>
                    </a:lnTo>
                    <a:lnTo>
                      <a:pt x="79" y="35"/>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391" name="Freeform 494"/>
              <p:cNvSpPr>
                <a:spLocks noChangeArrowheads="1"/>
              </p:cNvSpPr>
              <p:nvPr/>
            </p:nvSpPr>
            <p:spPr bwMode="auto">
              <a:xfrm>
                <a:off x="1095" y="3669"/>
                <a:ext cx="40" cy="12"/>
              </a:xfrm>
              <a:custGeom>
                <a:avLst/>
                <a:gdLst>
                  <a:gd name="T0" fmla="*/ 0 w 80"/>
                  <a:gd name="T1" fmla="*/ 0 h 36"/>
                  <a:gd name="T2" fmla="*/ 28 w 80"/>
                  <a:gd name="T3" fmla="*/ 36 h 36"/>
                  <a:gd name="T4" fmla="*/ 80 w 80"/>
                  <a:gd name="T5" fmla="*/ 36 h 36"/>
                  <a:gd name="T6" fmla="*/ 51 w 80"/>
                  <a:gd name="T7" fmla="*/ 0 h 36"/>
                  <a:gd name="T8" fmla="*/ 0 w 80"/>
                  <a:gd name="T9" fmla="*/ 0 h 36"/>
                </a:gdLst>
                <a:ahLst/>
                <a:cxnLst>
                  <a:cxn ang="0">
                    <a:pos x="T0" y="T1"/>
                  </a:cxn>
                  <a:cxn ang="0">
                    <a:pos x="T2" y="T3"/>
                  </a:cxn>
                  <a:cxn ang="0">
                    <a:pos x="T4" y="T5"/>
                  </a:cxn>
                  <a:cxn ang="0">
                    <a:pos x="T6" y="T7"/>
                  </a:cxn>
                  <a:cxn ang="0">
                    <a:pos x="T8" y="T9"/>
                  </a:cxn>
                </a:cxnLst>
                <a:rect l="0" t="0" r="r" b="b"/>
                <a:pathLst>
                  <a:path w="80" h="36">
                    <a:moveTo>
                      <a:pt x="0" y="0"/>
                    </a:moveTo>
                    <a:lnTo>
                      <a:pt x="28"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392" name="Freeform 495"/>
              <p:cNvSpPr>
                <a:spLocks noChangeArrowheads="1"/>
              </p:cNvSpPr>
              <p:nvPr/>
            </p:nvSpPr>
            <p:spPr bwMode="auto">
              <a:xfrm>
                <a:off x="1115" y="3688"/>
                <a:ext cx="40" cy="12"/>
              </a:xfrm>
              <a:custGeom>
                <a:avLst/>
                <a:gdLst>
                  <a:gd name="T0" fmla="*/ 0 w 80"/>
                  <a:gd name="T1" fmla="*/ 0 h 36"/>
                  <a:gd name="T2" fmla="*/ 27 w 80"/>
                  <a:gd name="T3" fmla="*/ 36 h 36"/>
                  <a:gd name="T4" fmla="*/ 80 w 80"/>
                  <a:gd name="T5" fmla="*/ 36 h 36"/>
                  <a:gd name="T6" fmla="*/ 51 w 80"/>
                  <a:gd name="T7" fmla="*/ 0 h 36"/>
                  <a:gd name="T8" fmla="*/ 0 w 80"/>
                  <a:gd name="T9" fmla="*/ 0 h 36"/>
                </a:gdLst>
                <a:ahLst/>
                <a:cxnLst>
                  <a:cxn ang="0">
                    <a:pos x="T0" y="T1"/>
                  </a:cxn>
                  <a:cxn ang="0">
                    <a:pos x="T2" y="T3"/>
                  </a:cxn>
                  <a:cxn ang="0">
                    <a:pos x="T4" y="T5"/>
                  </a:cxn>
                  <a:cxn ang="0">
                    <a:pos x="T6" y="T7"/>
                  </a:cxn>
                  <a:cxn ang="0">
                    <a:pos x="T8" y="T9"/>
                  </a:cxn>
                </a:cxnLst>
                <a:rect l="0" t="0" r="r" b="b"/>
                <a:pathLst>
                  <a:path w="80" h="36">
                    <a:moveTo>
                      <a:pt x="0" y="0"/>
                    </a:moveTo>
                    <a:lnTo>
                      <a:pt x="27"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393" name="Freeform 496"/>
              <p:cNvSpPr>
                <a:spLocks noChangeArrowheads="1"/>
              </p:cNvSpPr>
              <p:nvPr/>
            </p:nvSpPr>
            <p:spPr bwMode="auto">
              <a:xfrm>
                <a:off x="1134" y="3707"/>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394" name="Freeform 497"/>
              <p:cNvSpPr>
                <a:spLocks noChangeArrowheads="1"/>
              </p:cNvSpPr>
              <p:nvPr/>
            </p:nvSpPr>
            <p:spPr bwMode="auto">
              <a:xfrm>
                <a:off x="1154" y="3726"/>
                <a:ext cx="40" cy="12"/>
              </a:xfrm>
              <a:custGeom>
                <a:avLst/>
                <a:gdLst>
                  <a:gd name="T0" fmla="*/ 0 w 80"/>
                  <a:gd name="T1" fmla="*/ 0 h 36"/>
                  <a:gd name="T2" fmla="*/ 27 w 80"/>
                  <a:gd name="T3" fmla="*/ 36 h 36"/>
                  <a:gd name="T4" fmla="*/ 80 w 80"/>
                  <a:gd name="T5" fmla="*/ 36 h 36"/>
                  <a:gd name="T6" fmla="*/ 51 w 80"/>
                  <a:gd name="T7" fmla="*/ 0 h 36"/>
                  <a:gd name="T8" fmla="*/ 0 w 80"/>
                  <a:gd name="T9" fmla="*/ 0 h 36"/>
                </a:gdLst>
                <a:ahLst/>
                <a:cxnLst>
                  <a:cxn ang="0">
                    <a:pos x="T0" y="T1"/>
                  </a:cxn>
                  <a:cxn ang="0">
                    <a:pos x="T2" y="T3"/>
                  </a:cxn>
                  <a:cxn ang="0">
                    <a:pos x="T4" y="T5"/>
                  </a:cxn>
                  <a:cxn ang="0">
                    <a:pos x="T6" y="T7"/>
                  </a:cxn>
                  <a:cxn ang="0">
                    <a:pos x="T8" y="T9"/>
                  </a:cxn>
                </a:cxnLst>
                <a:rect l="0" t="0" r="r" b="b"/>
                <a:pathLst>
                  <a:path w="80" h="36">
                    <a:moveTo>
                      <a:pt x="0" y="0"/>
                    </a:moveTo>
                    <a:lnTo>
                      <a:pt x="27"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395" name="Freeform 498"/>
              <p:cNvSpPr>
                <a:spLocks noChangeArrowheads="1"/>
              </p:cNvSpPr>
              <p:nvPr/>
            </p:nvSpPr>
            <p:spPr bwMode="auto">
              <a:xfrm>
                <a:off x="1175" y="3745"/>
                <a:ext cx="40" cy="12"/>
              </a:xfrm>
              <a:custGeom>
                <a:avLst/>
                <a:gdLst>
                  <a:gd name="T0" fmla="*/ 0 w 81"/>
                  <a:gd name="T1" fmla="*/ 0 h 36"/>
                  <a:gd name="T2" fmla="*/ 28 w 81"/>
                  <a:gd name="T3" fmla="*/ 36 h 36"/>
                  <a:gd name="T4" fmla="*/ 81 w 81"/>
                  <a:gd name="T5" fmla="*/ 36 h 36"/>
                  <a:gd name="T6" fmla="*/ 52 w 81"/>
                  <a:gd name="T7" fmla="*/ 0 h 36"/>
                  <a:gd name="T8" fmla="*/ 0 w 81"/>
                  <a:gd name="T9" fmla="*/ 0 h 36"/>
                </a:gdLst>
                <a:ahLst/>
                <a:cxnLst>
                  <a:cxn ang="0">
                    <a:pos x="T0" y="T1"/>
                  </a:cxn>
                  <a:cxn ang="0">
                    <a:pos x="T2" y="T3"/>
                  </a:cxn>
                  <a:cxn ang="0">
                    <a:pos x="T4" y="T5"/>
                  </a:cxn>
                  <a:cxn ang="0">
                    <a:pos x="T6" y="T7"/>
                  </a:cxn>
                  <a:cxn ang="0">
                    <a:pos x="T8" y="T9"/>
                  </a:cxn>
                </a:cxnLst>
                <a:rect l="0" t="0" r="r" b="b"/>
                <a:pathLst>
                  <a:path w="81" h="36">
                    <a:moveTo>
                      <a:pt x="0" y="0"/>
                    </a:moveTo>
                    <a:lnTo>
                      <a:pt x="28" y="36"/>
                    </a:lnTo>
                    <a:lnTo>
                      <a:pt x="81" y="36"/>
                    </a:lnTo>
                    <a:lnTo>
                      <a:pt x="52"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nvGrpSpPr>
              <p:cNvPr id="425396" name="Group 499"/>
              <p:cNvGrpSpPr>
                <a:grpSpLocks/>
              </p:cNvGrpSpPr>
              <p:nvPr/>
            </p:nvGrpSpPr>
            <p:grpSpPr bwMode="auto">
              <a:xfrm>
                <a:off x="700" y="3535"/>
                <a:ext cx="49" cy="24"/>
                <a:chOff x="700" y="3535"/>
                <a:chExt cx="49" cy="24"/>
              </a:xfrm>
            </p:grpSpPr>
            <p:sp>
              <p:nvSpPr>
                <p:cNvPr id="425397" name="Freeform 500"/>
                <p:cNvSpPr>
                  <a:spLocks noChangeArrowheads="1"/>
                </p:cNvSpPr>
                <p:nvPr/>
              </p:nvSpPr>
              <p:spPr bwMode="auto">
                <a:xfrm>
                  <a:off x="700" y="3535"/>
                  <a:ext cx="12" cy="24"/>
                </a:xfrm>
                <a:custGeom>
                  <a:avLst/>
                  <a:gdLst>
                    <a:gd name="T0" fmla="*/ 15 w 24"/>
                    <a:gd name="T1" fmla="*/ 70 h 70"/>
                    <a:gd name="T2" fmla="*/ 0 w 24"/>
                    <a:gd name="T3" fmla="*/ 27 h 70"/>
                    <a:gd name="T4" fmla="*/ 10 w 24"/>
                    <a:gd name="T5" fmla="*/ 0 h 70"/>
                    <a:gd name="T6" fmla="*/ 24 w 24"/>
                    <a:gd name="T7" fmla="*/ 32 h 70"/>
                    <a:gd name="T8" fmla="*/ 15 w 24"/>
                    <a:gd name="T9" fmla="*/ 70 h 70"/>
                  </a:gdLst>
                  <a:ahLst/>
                  <a:cxnLst>
                    <a:cxn ang="0">
                      <a:pos x="T0" y="T1"/>
                    </a:cxn>
                    <a:cxn ang="0">
                      <a:pos x="T2" y="T3"/>
                    </a:cxn>
                    <a:cxn ang="0">
                      <a:pos x="T4" y="T5"/>
                    </a:cxn>
                    <a:cxn ang="0">
                      <a:pos x="T6" y="T7"/>
                    </a:cxn>
                    <a:cxn ang="0">
                      <a:pos x="T8" y="T9"/>
                    </a:cxn>
                  </a:cxnLst>
                  <a:rect l="0" t="0" r="r" b="b"/>
                  <a:pathLst>
                    <a:path w="24" h="70">
                      <a:moveTo>
                        <a:pt x="15" y="70"/>
                      </a:moveTo>
                      <a:lnTo>
                        <a:pt x="0" y="27"/>
                      </a:lnTo>
                      <a:lnTo>
                        <a:pt x="10" y="0"/>
                      </a:lnTo>
                      <a:lnTo>
                        <a:pt x="24" y="32"/>
                      </a:lnTo>
                      <a:lnTo>
                        <a:pt x="15" y="7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398" name="Freeform 501"/>
                <p:cNvSpPr>
                  <a:spLocks noChangeArrowheads="1"/>
                </p:cNvSpPr>
                <p:nvPr/>
              </p:nvSpPr>
              <p:spPr bwMode="auto">
                <a:xfrm>
                  <a:off x="705" y="3536"/>
                  <a:ext cx="37" cy="10"/>
                </a:xfrm>
                <a:custGeom>
                  <a:avLst/>
                  <a:gdLst>
                    <a:gd name="T0" fmla="*/ 1 w 73"/>
                    <a:gd name="T1" fmla="*/ 0 h 30"/>
                    <a:gd name="T2" fmla="*/ 50 w 73"/>
                    <a:gd name="T3" fmla="*/ 0 h 30"/>
                    <a:gd name="T4" fmla="*/ 52 w 73"/>
                    <a:gd name="T5" fmla="*/ 4 h 30"/>
                    <a:gd name="T6" fmla="*/ 56 w 73"/>
                    <a:gd name="T7" fmla="*/ 12 h 30"/>
                    <a:gd name="T8" fmla="*/ 73 w 73"/>
                    <a:gd name="T9" fmla="*/ 30 h 30"/>
                    <a:gd name="T10" fmla="*/ 18 w 73"/>
                    <a:gd name="T11" fmla="*/ 30 h 30"/>
                    <a:gd name="T12" fmla="*/ 9 w 73"/>
                    <a:gd name="T13" fmla="*/ 21 h 30"/>
                    <a:gd name="T14" fmla="*/ 0 w 73"/>
                    <a:gd name="T15" fmla="*/ 6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50" y="0"/>
                      </a:lnTo>
                      <a:lnTo>
                        <a:pt x="52" y="4"/>
                      </a:lnTo>
                      <a:lnTo>
                        <a:pt x="56" y="12"/>
                      </a:lnTo>
                      <a:lnTo>
                        <a:pt x="73" y="30"/>
                      </a:lnTo>
                      <a:lnTo>
                        <a:pt x="18" y="30"/>
                      </a:lnTo>
                      <a:lnTo>
                        <a:pt x="9" y="21"/>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399" name="Freeform 502"/>
                <p:cNvSpPr>
                  <a:spLocks noChangeArrowheads="1"/>
                </p:cNvSpPr>
                <p:nvPr/>
              </p:nvSpPr>
              <p:spPr bwMode="auto">
                <a:xfrm>
                  <a:off x="708" y="3547"/>
                  <a:ext cx="41" cy="12"/>
                </a:xfrm>
                <a:custGeom>
                  <a:avLst/>
                  <a:gdLst>
                    <a:gd name="T0" fmla="*/ 0 w 82"/>
                    <a:gd name="T1" fmla="*/ 36 h 36"/>
                    <a:gd name="T2" fmla="*/ 2 w 82"/>
                    <a:gd name="T3" fmla="*/ 19 h 36"/>
                    <a:gd name="T4" fmla="*/ 6 w 82"/>
                    <a:gd name="T5" fmla="*/ 6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6"/>
                      </a:lnTo>
                      <a:lnTo>
                        <a:pt x="11" y="0"/>
                      </a:lnTo>
                      <a:lnTo>
                        <a:pt x="67" y="0"/>
                      </a:lnTo>
                      <a:lnTo>
                        <a:pt x="82"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400" name="Group 503"/>
              <p:cNvGrpSpPr>
                <a:grpSpLocks/>
              </p:cNvGrpSpPr>
              <p:nvPr/>
            </p:nvGrpSpPr>
            <p:grpSpPr bwMode="auto">
              <a:xfrm>
                <a:off x="714" y="3551"/>
                <a:ext cx="49" cy="22"/>
                <a:chOff x="714" y="3551"/>
                <a:chExt cx="49" cy="22"/>
              </a:xfrm>
            </p:grpSpPr>
            <p:sp>
              <p:nvSpPr>
                <p:cNvPr id="425401" name="Freeform 504"/>
                <p:cNvSpPr>
                  <a:spLocks noChangeArrowheads="1"/>
                </p:cNvSpPr>
                <p:nvPr/>
              </p:nvSpPr>
              <p:spPr bwMode="auto">
                <a:xfrm>
                  <a:off x="714" y="3551"/>
                  <a:ext cx="12" cy="22"/>
                </a:xfrm>
                <a:custGeom>
                  <a:avLst/>
                  <a:gdLst>
                    <a:gd name="T0" fmla="*/ 15 w 24"/>
                    <a:gd name="T1" fmla="*/ 67 h 67"/>
                    <a:gd name="T2" fmla="*/ 0 w 24"/>
                    <a:gd name="T3" fmla="*/ 26 h 67"/>
                    <a:gd name="T4" fmla="*/ 9 w 24"/>
                    <a:gd name="T5" fmla="*/ 0 h 67"/>
                    <a:gd name="T6" fmla="*/ 24 w 24"/>
                    <a:gd name="T7" fmla="*/ 30 h 67"/>
                    <a:gd name="T8" fmla="*/ 15 w 24"/>
                    <a:gd name="T9" fmla="*/ 67 h 67"/>
                  </a:gdLst>
                  <a:ahLst/>
                  <a:cxnLst>
                    <a:cxn ang="0">
                      <a:pos x="T0" y="T1"/>
                    </a:cxn>
                    <a:cxn ang="0">
                      <a:pos x="T2" y="T3"/>
                    </a:cxn>
                    <a:cxn ang="0">
                      <a:pos x="T4" y="T5"/>
                    </a:cxn>
                    <a:cxn ang="0">
                      <a:pos x="T6" y="T7"/>
                    </a:cxn>
                    <a:cxn ang="0">
                      <a:pos x="T8" y="T9"/>
                    </a:cxn>
                  </a:cxnLst>
                  <a:rect l="0" t="0" r="r" b="b"/>
                  <a:pathLst>
                    <a:path w="24" h="67">
                      <a:moveTo>
                        <a:pt x="15" y="67"/>
                      </a:moveTo>
                      <a:lnTo>
                        <a:pt x="0" y="26"/>
                      </a:lnTo>
                      <a:lnTo>
                        <a:pt x="9" y="0"/>
                      </a:lnTo>
                      <a:lnTo>
                        <a:pt x="24" y="30"/>
                      </a:lnTo>
                      <a:lnTo>
                        <a:pt x="15" y="67"/>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402" name="Freeform 505"/>
                <p:cNvSpPr>
                  <a:spLocks noChangeArrowheads="1"/>
                </p:cNvSpPr>
                <p:nvPr/>
              </p:nvSpPr>
              <p:spPr bwMode="auto">
                <a:xfrm>
                  <a:off x="719" y="3551"/>
                  <a:ext cx="36" cy="10"/>
                </a:xfrm>
                <a:custGeom>
                  <a:avLst/>
                  <a:gdLst>
                    <a:gd name="T0" fmla="*/ 2 w 74"/>
                    <a:gd name="T1" fmla="*/ 0 h 29"/>
                    <a:gd name="T2" fmla="*/ 50 w 74"/>
                    <a:gd name="T3" fmla="*/ 0 h 29"/>
                    <a:gd name="T4" fmla="*/ 52 w 74"/>
                    <a:gd name="T5" fmla="*/ 2 h 29"/>
                    <a:gd name="T6" fmla="*/ 57 w 74"/>
                    <a:gd name="T7" fmla="*/ 13 h 29"/>
                    <a:gd name="T8" fmla="*/ 74 w 74"/>
                    <a:gd name="T9" fmla="*/ 29 h 29"/>
                    <a:gd name="T10" fmla="*/ 19 w 74"/>
                    <a:gd name="T11" fmla="*/ 29 h 29"/>
                    <a:gd name="T12" fmla="*/ 9 w 74"/>
                    <a:gd name="T13" fmla="*/ 20 h 29"/>
                    <a:gd name="T14" fmla="*/ 0 w 74"/>
                    <a:gd name="T15" fmla="*/ 6 h 29"/>
                    <a:gd name="T16" fmla="*/ 2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2" y="0"/>
                      </a:moveTo>
                      <a:lnTo>
                        <a:pt x="50" y="0"/>
                      </a:lnTo>
                      <a:lnTo>
                        <a:pt x="52" y="2"/>
                      </a:lnTo>
                      <a:lnTo>
                        <a:pt x="57" y="13"/>
                      </a:lnTo>
                      <a:lnTo>
                        <a:pt x="74" y="29"/>
                      </a:lnTo>
                      <a:lnTo>
                        <a:pt x="19" y="29"/>
                      </a:lnTo>
                      <a:lnTo>
                        <a:pt x="9" y="20"/>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403" name="Freeform 506"/>
                <p:cNvSpPr>
                  <a:spLocks noChangeArrowheads="1"/>
                </p:cNvSpPr>
                <p:nvPr/>
              </p:nvSpPr>
              <p:spPr bwMode="auto">
                <a:xfrm>
                  <a:off x="722" y="3562"/>
                  <a:ext cx="41" cy="11"/>
                </a:xfrm>
                <a:custGeom>
                  <a:avLst/>
                  <a:gdLst>
                    <a:gd name="T0" fmla="*/ 0 w 81"/>
                    <a:gd name="T1" fmla="*/ 35 h 35"/>
                    <a:gd name="T2" fmla="*/ 1 w 81"/>
                    <a:gd name="T3" fmla="*/ 19 h 35"/>
                    <a:gd name="T4" fmla="*/ 5 w 81"/>
                    <a:gd name="T5" fmla="*/ 7 h 35"/>
                    <a:gd name="T6" fmla="*/ 10 w 81"/>
                    <a:gd name="T7" fmla="*/ 0 h 35"/>
                    <a:gd name="T8" fmla="*/ 67 w 81"/>
                    <a:gd name="T9" fmla="*/ 0 h 35"/>
                    <a:gd name="T10" fmla="*/ 81 w 81"/>
                    <a:gd name="T11" fmla="*/ 35 h 35"/>
                    <a:gd name="T12" fmla="*/ 0 w 81"/>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1" h="35">
                      <a:moveTo>
                        <a:pt x="0" y="35"/>
                      </a:moveTo>
                      <a:lnTo>
                        <a:pt x="1" y="19"/>
                      </a:lnTo>
                      <a:lnTo>
                        <a:pt x="5" y="7"/>
                      </a:lnTo>
                      <a:lnTo>
                        <a:pt x="10" y="0"/>
                      </a:lnTo>
                      <a:lnTo>
                        <a:pt x="67" y="0"/>
                      </a:lnTo>
                      <a:lnTo>
                        <a:pt x="81" y="35"/>
                      </a:lnTo>
                      <a:lnTo>
                        <a:pt x="0" y="35"/>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404" name="Group 507"/>
              <p:cNvGrpSpPr>
                <a:grpSpLocks/>
              </p:cNvGrpSpPr>
              <p:nvPr/>
            </p:nvGrpSpPr>
            <p:grpSpPr bwMode="auto">
              <a:xfrm>
                <a:off x="728" y="3564"/>
                <a:ext cx="48" cy="23"/>
                <a:chOff x="728" y="3564"/>
                <a:chExt cx="48" cy="23"/>
              </a:xfrm>
            </p:grpSpPr>
            <p:sp>
              <p:nvSpPr>
                <p:cNvPr id="425405" name="Freeform 508"/>
                <p:cNvSpPr>
                  <a:spLocks noChangeArrowheads="1"/>
                </p:cNvSpPr>
                <p:nvPr/>
              </p:nvSpPr>
              <p:spPr bwMode="auto">
                <a:xfrm>
                  <a:off x="728" y="3564"/>
                  <a:ext cx="11" cy="23"/>
                </a:xfrm>
                <a:custGeom>
                  <a:avLst/>
                  <a:gdLst>
                    <a:gd name="T0" fmla="*/ 13 w 22"/>
                    <a:gd name="T1" fmla="*/ 68 h 68"/>
                    <a:gd name="T2" fmla="*/ 0 w 22"/>
                    <a:gd name="T3" fmla="*/ 27 h 68"/>
                    <a:gd name="T4" fmla="*/ 9 w 22"/>
                    <a:gd name="T5" fmla="*/ 0 h 68"/>
                    <a:gd name="T6" fmla="*/ 22 w 22"/>
                    <a:gd name="T7" fmla="*/ 31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406" name="Freeform 509"/>
                <p:cNvSpPr>
                  <a:spLocks noChangeArrowheads="1"/>
                </p:cNvSpPr>
                <p:nvPr/>
              </p:nvSpPr>
              <p:spPr bwMode="auto">
                <a:xfrm>
                  <a:off x="732" y="3565"/>
                  <a:ext cx="37" cy="10"/>
                </a:xfrm>
                <a:custGeom>
                  <a:avLst/>
                  <a:gdLst>
                    <a:gd name="T0" fmla="*/ 1 w 72"/>
                    <a:gd name="T1" fmla="*/ 0 h 30"/>
                    <a:gd name="T2" fmla="*/ 50 w 72"/>
                    <a:gd name="T3" fmla="*/ 0 h 30"/>
                    <a:gd name="T4" fmla="*/ 51 w 72"/>
                    <a:gd name="T5" fmla="*/ 3 h 30"/>
                    <a:gd name="T6" fmla="*/ 56 w 72"/>
                    <a:gd name="T7" fmla="*/ 12 h 30"/>
                    <a:gd name="T8" fmla="*/ 72 w 72"/>
                    <a:gd name="T9" fmla="*/ 30 h 30"/>
                    <a:gd name="T10" fmla="*/ 18 w 72"/>
                    <a:gd name="T11" fmla="*/ 30 h 30"/>
                    <a:gd name="T12" fmla="*/ 9 w 72"/>
                    <a:gd name="T13" fmla="*/ 21 h 30"/>
                    <a:gd name="T14" fmla="*/ 0 w 72"/>
                    <a:gd name="T15" fmla="*/ 6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50" y="0"/>
                      </a:lnTo>
                      <a:lnTo>
                        <a:pt x="51" y="3"/>
                      </a:lnTo>
                      <a:lnTo>
                        <a:pt x="56" y="12"/>
                      </a:lnTo>
                      <a:lnTo>
                        <a:pt x="72" y="30"/>
                      </a:lnTo>
                      <a:lnTo>
                        <a:pt x="18" y="30"/>
                      </a:lnTo>
                      <a:lnTo>
                        <a:pt x="9" y="21"/>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407" name="Freeform 510"/>
                <p:cNvSpPr>
                  <a:spLocks noChangeArrowheads="1"/>
                </p:cNvSpPr>
                <p:nvPr/>
              </p:nvSpPr>
              <p:spPr bwMode="auto">
                <a:xfrm>
                  <a:off x="735" y="3575"/>
                  <a:ext cx="41" cy="12"/>
                </a:xfrm>
                <a:custGeom>
                  <a:avLst/>
                  <a:gdLst>
                    <a:gd name="T0" fmla="*/ 0 w 83"/>
                    <a:gd name="T1" fmla="*/ 36 h 36"/>
                    <a:gd name="T2" fmla="*/ 1 w 83"/>
                    <a:gd name="T3" fmla="*/ 21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1"/>
                      </a:lnTo>
                      <a:lnTo>
                        <a:pt x="7" y="8"/>
                      </a:lnTo>
                      <a:lnTo>
                        <a:pt x="11"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408" name="Group 511"/>
              <p:cNvGrpSpPr>
                <a:grpSpLocks/>
              </p:cNvGrpSpPr>
              <p:nvPr/>
            </p:nvGrpSpPr>
            <p:grpSpPr bwMode="auto">
              <a:xfrm>
                <a:off x="742" y="3582"/>
                <a:ext cx="49" cy="23"/>
                <a:chOff x="742" y="3582"/>
                <a:chExt cx="49" cy="23"/>
              </a:xfrm>
            </p:grpSpPr>
            <p:sp>
              <p:nvSpPr>
                <p:cNvPr id="425409" name="Freeform 512"/>
                <p:cNvSpPr>
                  <a:spLocks noChangeArrowheads="1"/>
                </p:cNvSpPr>
                <p:nvPr/>
              </p:nvSpPr>
              <p:spPr bwMode="auto">
                <a:xfrm>
                  <a:off x="742" y="3582"/>
                  <a:ext cx="11" cy="23"/>
                </a:xfrm>
                <a:custGeom>
                  <a:avLst/>
                  <a:gdLst>
                    <a:gd name="T0" fmla="*/ 15 w 24"/>
                    <a:gd name="T1" fmla="*/ 68 h 68"/>
                    <a:gd name="T2" fmla="*/ 0 w 24"/>
                    <a:gd name="T3" fmla="*/ 26 h 68"/>
                    <a:gd name="T4" fmla="*/ 11 w 24"/>
                    <a:gd name="T5" fmla="*/ 0 h 68"/>
                    <a:gd name="T6" fmla="*/ 24 w 24"/>
                    <a:gd name="T7" fmla="*/ 31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6"/>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410" name="Freeform 513"/>
                <p:cNvSpPr>
                  <a:spLocks noChangeArrowheads="1"/>
                </p:cNvSpPr>
                <p:nvPr/>
              </p:nvSpPr>
              <p:spPr bwMode="auto">
                <a:xfrm>
                  <a:off x="747" y="3582"/>
                  <a:ext cx="36" cy="10"/>
                </a:xfrm>
                <a:custGeom>
                  <a:avLst/>
                  <a:gdLst>
                    <a:gd name="T0" fmla="*/ 1 w 72"/>
                    <a:gd name="T1" fmla="*/ 0 h 30"/>
                    <a:gd name="T2" fmla="*/ 48 w 72"/>
                    <a:gd name="T3" fmla="*/ 0 h 30"/>
                    <a:gd name="T4" fmla="*/ 50 w 72"/>
                    <a:gd name="T5" fmla="*/ 3 h 30"/>
                    <a:gd name="T6" fmla="*/ 56 w 72"/>
                    <a:gd name="T7" fmla="*/ 12 h 30"/>
                    <a:gd name="T8" fmla="*/ 72 w 72"/>
                    <a:gd name="T9" fmla="*/ 30 h 30"/>
                    <a:gd name="T10" fmla="*/ 17 w 72"/>
                    <a:gd name="T11" fmla="*/ 30 h 30"/>
                    <a:gd name="T12" fmla="*/ 8 w 72"/>
                    <a:gd name="T13" fmla="*/ 21 h 30"/>
                    <a:gd name="T14" fmla="*/ 0 w 72"/>
                    <a:gd name="T15" fmla="*/ 6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48" y="0"/>
                      </a:lnTo>
                      <a:lnTo>
                        <a:pt x="50" y="3"/>
                      </a:lnTo>
                      <a:lnTo>
                        <a:pt x="56" y="12"/>
                      </a:lnTo>
                      <a:lnTo>
                        <a:pt x="72" y="30"/>
                      </a:lnTo>
                      <a:lnTo>
                        <a:pt x="17" y="30"/>
                      </a:lnTo>
                      <a:lnTo>
                        <a:pt x="8" y="21"/>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411" name="Freeform 514"/>
                <p:cNvSpPr>
                  <a:spLocks noChangeArrowheads="1"/>
                </p:cNvSpPr>
                <p:nvPr/>
              </p:nvSpPr>
              <p:spPr bwMode="auto">
                <a:xfrm>
                  <a:off x="750" y="3593"/>
                  <a:ext cx="41" cy="12"/>
                </a:xfrm>
                <a:custGeom>
                  <a:avLst/>
                  <a:gdLst>
                    <a:gd name="T0" fmla="*/ 0 w 83"/>
                    <a:gd name="T1" fmla="*/ 36 h 36"/>
                    <a:gd name="T2" fmla="*/ 1 w 83"/>
                    <a:gd name="T3" fmla="*/ 19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412" name="Group 515"/>
              <p:cNvGrpSpPr>
                <a:grpSpLocks/>
              </p:cNvGrpSpPr>
              <p:nvPr/>
            </p:nvGrpSpPr>
            <p:grpSpPr bwMode="auto">
              <a:xfrm>
                <a:off x="752" y="3597"/>
                <a:ext cx="133" cy="106"/>
                <a:chOff x="752" y="3597"/>
                <a:chExt cx="133" cy="106"/>
              </a:xfrm>
            </p:grpSpPr>
            <p:sp>
              <p:nvSpPr>
                <p:cNvPr id="425413" name="Freeform 516"/>
                <p:cNvSpPr>
                  <a:spLocks noChangeArrowheads="1"/>
                </p:cNvSpPr>
                <p:nvPr/>
              </p:nvSpPr>
              <p:spPr bwMode="auto">
                <a:xfrm>
                  <a:off x="752" y="3598"/>
                  <a:ext cx="91" cy="105"/>
                </a:xfrm>
                <a:custGeom>
                  <a:avLst/>
                  <a:gdLst>
                    <a:gd name="T0" fmla="*/ 171 w 182"/>
                    <a:gd name="T1" fmla="*/ 314 h 314"/>
                    <a:gd name="T2" fmla="*/ 0 w 182"/>
                    <a:gd name="T3" fmla="*/ 27 h 314"/>
                    <a:gd name="T4" fmla="*/ 13 w 182"/>
                    <a:gd name="T5" fmla="*/ 0 h 314"/>
                    <a:gd name="T6" fmla="*/ 182 w 182"/>
                    <a:gd name="T7" fmla="*/ 278 h 314"/>
                    <a:gd name="T8" fmla="*/ 171 w 182"/>
                    <a:gd name="T9" fmla="*/ 314 h 314"/>
                  </a:gdLst>
                  <a:ahLst/>
                  <a:cxnLst>
                    <a:cxn ang="0">
                      <a:pos x="T0" y="T1"/>
                    </a:cxn>
                    <a:cxn ang="0">
                      <a:pos x="T2" y="T3"/>
                    </a:cxn>
                    <a:cxn ang="0">
                      <a:pos x="T4" y="T5"/>
                    </a:cxn>
                    <a:cxn ang="0">
                      <a:pos x="T6" y="T7"/>
                    </a:cxn>
                    <a:cxn ang="0">
                      <a:pos x="T8" y="T9"/>
                    </a:cxn>
                  </a:cxnLst>
                  <a:rect l="0" t="0" r="r" b="b"/>
                  <a:pathLst>
                    <a:path w="182" h="314">
                      <a:moveTo>
                        <a:pt x="171" y="314"/>
                      </a:moveTo>
                      <a:lnTo>
                        <a:pt x="0" y="27"/>
                      </a:lnTo>
                      <a:lnTo>
                        <a:pt x="13" y="0"/>
                      </a:lnTo>
                      <a:lnTo>
                        <a:pt x="182" y="278"/>
                      </a:lnTo>
                      <a:lnTo>
                        <a:pt x="171" y="314"/>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414" name="Freeform 517"/>
                <p:cNvSpPr>
                  <a:spLocks noChangeArrowheads="1"/>
                </p:cNvSpPr>
                <p:nvPr/>
              </p:nvSpPr>
              <p:spPr bwMode="auto">
                <a:xfrm>
                  <a:off x="759" y="3597"/>
                  <a:ext cx="118" cy="94"/>
                </a:xfrm>
                <a:custGeom>
                  <a:avLst/>
                  <a:gdLst>
                    <a:gd name="T0" fmla="*/ 1 w 235"/>
                    <a:gd name="T1" fmla="*/ 0 h 281"/>
                    <a:gd name="T2" fmla="*/ 56 w 235"/>
                    <a:gd name="T3" fmla="*/ 0 h 281"/>
                    <a:gd name="T4" fmla="*/ 58 w 235"/>
                    <a:gd name="T5" fmla="*/ 0 h 281"/>
                    <a:gd name="T6" fmla="*/ 65 w 235"/>
                    <a:gd name="T7" fmla="*/ 10 h 281"/>
                    <a:gd name="T8" fmla="*/ 235 w 235"/>
                    <a:gd name="T9" fmla="*/ 281 h 281"/>
                    <a:gd name="T10" fmla="*/ 165 w 235"/>
                    <a:gd name="T11" fmla="*/ 277 h 281"/>
                    <a:gd name="T12" fmla="*/ 9 w 235"/>
                    <a:gd name="T13" fmla="*/ 19 h 281"/>
                    <a:gd name="T14" fmla="*/ 0 w 235"/>
                    <a:gd name="T15" fmla="*/ 4 h 281"/>
                    <a:gd name="T16" fmla="*/ 1 w 235"/>
                    <a:gd name="T17" fmla="*/ 0 h 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5" h="281">
                      <a:moveTo>
                        <a:pt x="1" y="0"/>
                      </a:moveTo>
                      <a:lnTo>
                        <a:pt x="56" y="0"/>
                      </a:lnTo>
                      <a:lnTo>
                        <a:pt x="58" y="0"/>
                      </a:lnTo>
                      <a:lnTo>
                        <a:pt x="65" y="10"/>
                      </a:lnTo>
                      <a:lnTo>
                        <a:pt x="235" y="281"/>
                      </a:lnTo>
                      <a:lnTo>
                        <a:pt x="165" y="277"/>
                      </a:lnTo>
                      <a:lnTo>
                        <a:pt x="9" y="19"/>
                      </a:lnTo>
                      <a:lnTo>
                        <a:pt x="0" y="4"/>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415" name="Freeform 518"/>
                <p:cNvSpPr>
                  <a:spLocks noChangeArrowheads="1"/>
                </p:cNvSpPr>
                <p:nvPr/>
              </p:nvSpPr>
              <p:spPr bwMode="auto">
                <a:xfrm>
                  <a:off x="838" y="3691"/>
                  <a:ext cx="47" cy="12"/>
                </a:xfrm>
                <a:custGeom>
                  <a:avLst/>
                  <a:gdLst>
                    <a:gd name="T0" fmla="*/ 0 w 95"/>
                    <a:gd name="T1" fmla="*/ 36 h 36"/>
                    <a:gd name="T2" fmla="*/ 2 w 95"/>
                    <a:gd name="T3" fmla="*/ 19 h 36"/>
                    <a:gd name="T4" fmla="*/ 8 w 95"/>
                    <a:gd name="T5" fmla="*/ 7 h 36"/>
                    <a:gd name="T6" fmla="*/ 12 w 95"/>
                    <a:gd name="T7" fmla="*/ 0 h 36"/>
                    <a:gd name="T8" fmla="*/ 76 w 95"/>
                    <a:gd name="T9" fmla="*/ 0 h 36"/>
                    <a:gd name="T10" fmla="*/ 95 w 95"/>
                    <a:gd name="T11" fmla="*/ 36 h 36"/>
                    <a:gd name="T12" fmla="*/ 0 w 95"/>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95" h="36">
                      <a:moveTo>
                        <a:pt x="0" y="36"/>
                      </a:moveTo>
                      <a:lnTo>
                        <a:pt x="2" y="19"/>
                      </a:lnTo>
                      <a:lnTo>
                        <a:pt x="8" y="7"/>
                      </a:lnTo>
                      <a:lnTo>
                        <a:pt x="12" y="0"/>
                      </a:lnTo>
                      <a:lnTo>
                        <a:pt x="76" y="0"/>
                      </a:lnTo>
                      <a:lnTo>
                        <a:pt x="95"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416" name="Group 519"/>
              <p:cNvGrpSpPr>
                <a:grpSpLocks/>
              </p:cNvGrpSpPr>
              <p:nvPr/>
            </p:nvGrpSpPr>
            <p:grpSpPr bwMode="auto">
              <a:xfrm>
                <a:off x="844" y="3694"/>
                <a:ext cx="48" cy="23"/>
                <a:chOff x="844" y="3694"/>
                <a:chExt cx="48" cy="23"/>
              </a:xfrm>
            </p:grpSpPr>
            <p:sp>
              <p:nvSpPr>
                <p:cNvPr id="425417" name="Freeform 520"/>
                <p:cNvSpPr>
                  <a:spLocks noChangeArrowheads="1"/>
                </p:cNvSpPr>
                <p:nvPr/>
              </p:nvSpPr>
              <p:spPr bwMode="auto">
                <a:xfrm>
                  <a:off x="844" y="3694"/>
                  <a:ext cx="11" cy="23"/>
                </a:xfrm>
                <a:custGeom>
                  <a:avLst/>
                  <a:gdLst>
                    <a:gd name="T0" fmla="*/ 14 w 24"/>
                    <a:gd name="T1" fmla="*/ 68 h 68"/>
                    <a:gd name="T2" fmla="*/ 0 w 24"/>
                    <a:gd name="T3" fmla="*/ 27 h 68"/>
                    <a:gd name="T4" fmla="*/ 9 w 24"/>
                    <a:gd name="T5" fmla="*/ 0 h 68"/>
                    <a:gd name="T6" fmla="*/ 24 w 24"/>
                    <a:gd name="T7" fmla="*/ 32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7"/>
                      </a:lnTo>
                      <a:lnTo>
                        <a:pt x="9" y="0"/>
                      </a:lnTo>
                      <a:lnTo>
                        <a:pt x="24" y="32"/>
                      </a:lnTo>
                      <a:lnTo>
                        <a:pt x="14"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418" name="Freeform 521"/>
                <p:cNvSpPr>
                  <a:spLocks noChangeArrowheads="1"/>
                </p:cNvSpPr>
                <p:nvPr/>
              </p:nvSpPr>
              <p:spPr bwMode="auto">
                <a:xfrm>
                  <a:off x="848" y="3695"/>
                  <a:ext cx="37" cy="10"/>
                </a:xfrm>
                <a:custGeom>
                  <a:avLst/>
                  <a:gdLst>
                    <a:gd name="T0" fmla="*/ 2 w 74"/>
                    <a:gd name="T1" fmla="*/ 0 h 30"/>
                    <a:gd name="T2" fmla="*/ 50 w 74"/>
                    <a:gd name="T3" fmla="*/ 0 h 30"/>
                    <a:gd name="T4" fmla="*/ 51 w 74"/>
                    <a:gd name="T5" fmla="*/ 3 h 30"/>
                    <a:gd name="T6" fmla="*/ 57 w 74"/>
                    <a:gd name="T7" fmla="*/ 12 h 30"/>
                    <a:gd name="T8" fmla="*/ 74 w 74"/>
                    <a:gd name="T9" fmla="*/ 30 h 30"/>
                    <a:gd name="T10" fmla="*/ 19 w 74"/>
                    <a:gd name="T11" fmla="*/ 30 h 30"/>
                    <a:gd name="T12" fmla="*/ 9 w 74"/>
                    <a:gd name="T13" fmla="*/ 21 h 30"/>
                    <a:gd name="T14" fmla="*/ 0 w 74"/>
                    <a:gd name="T15" fmla="*/ 6 h 30"/>
                    <a:gd name="T16" fmla="*/ 2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2" y="0"/>
                      </a:moveTo>
                      <a:lnTo>
                        <a:pt x="50" y="0"/>
                      </a:lnTo>
                      <a:lnTo>
                        <a:pt x="51" y="3"/>
                      </a:lnTo>
                      <a:lnTo>
                        <a:pt x="57" y="12"/>
                      </a:lnTo>
                      <a:lnTo>
                        <a:pt x="74" y="30"/>
                      </a:lnTo>
                      <a:lnTo>
                        <a:pt x="19" y="30"/>
                      </a:lnTo>
                      <a:lnTo>
                        <a:pt x="9" y="21"/>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419" name="Freeform 522"/>
                <p:cNvSpPr>
                  <a:spLocks noChangeArrowheads="1"/>
                </p:cNvSpPr>
                <p:nvPr/>
              </p:nvSpPr>
              <p:spPr bwMode="auto">
                <a:xfrm>
                  <a:off x="851" y="3706"/>
                  <a:ext cx="41" cy="11"/>
                </a:xfrm>
                <a:custGeom>
                  <a:avLst/>
                  <a:gdLst>
                    <a:gd name="T0" fmla="*/ 0 w 81"/>
                    <a:gd name="T1" fmla="*/ 34 h 34"/>
                    <a:gd name="T2" fmla="*/ 1 w 81"/>
                    <a:gd name="T3" fmla="*/ 19 h 34"/>
                    <a:gd name="T4" fmla="*/ 5 w 81"/>
                    <a:gd name="T5" fmla="*/ 6 h 34"/>
                    <a:gd name="T6" fmla="*/ 10 w 81"/>
                    <a:gd name="T7" fmla="*/ 0 h 34"/>
                    <a:gd name="T8" fmla="*/ 67 w 81"/>
                    <a:gd name="T9" fmla="*/ 0 h 34"/>
                    <a:gd name="T10" fmla="*/ 81 w 81"/>
                    <a:gd name="T11" fmla="*/ 34 h 34"/>
                    <a:gd name="T12" fmla="*/ 0 w 81"/>
                    <a:gd name="T13" fmla="*/ 34 h 34"/>
                  </a:gdLst>
                  <a:ahLst/>
                  <a:cxnLst>
                    <a:cxn ang="0">
                      <a:pos x="T0" y="T1"/>
                    </a:cxn>
                    <a:cxn ang="0">
                      <a:pos x="T2" y="T3"/>
                    </a:cxn>
                    <a:cxn ang="0">
                      <a:pos x="T4" y="T5"/>
                    </a:cxn>
                    <a:cxn ang="0">
                      <a:pos x="T6" y="T7"/>
                    </a:cxn>
                    <a:cxn ang="0">
                      <a:pos x="T8" y="T9"/>
                    </a:cxn>
                    <a:cxn ang="0">
                      <a:pos x="T10" y="T11"/>
                    </a:cxn>
                    <a:cxn ang="0">
                      <a:pos x="T12" y="T13"/>
                    </a:cxn>
                  </a:cxnLst>
                  <a:rect l="0" t="0" r="r" b="b"/>
                  <a:pathLst>
                    <a:path w="81" h="34">
                      <a:moveTo>
                        <a:pt x="0" y="34"/>
                      </a:moveTo>
                      <a:lnTo>
                        <a:pt x="1" y="19"/>
                      </a:lnTo>
                      <a:lnTo>
                        <a:pt x="5" y="6"/>
                      </a:lnTo>
                      <a:lnTo>
                        <a:pt x="10" y="0"/>
                      </a:lnTo>
                      <a:lnTo>
                        <a:pt x="67" y="0"/>
                      </a:lnTo>
                      <a:lnTo>
                        <a:pt x="81" y="34"/>
                      </a:lnTo>
                      <a:lnTo>
                        <a:pt x="0" y="34"/>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420" name="Group 523"/>
              <p:cNvGrpSpPr>
                <a:grpSpLocks/>
              </p:cNvGrpSpPr>
              <p:nvPr/>
            </p:nvGrpSpPr>
            <p:grpSpPr bwMode="auto">
              <a:xfrm>
                <a:off x="857" y="3710"/>
                <a:ext cx="49" cy="22"/>
                <a:chOff x="857" y="3710"/>
                <a:chExt cx="49" cy="22"/>
              </a:xfrm>
            </p:grpSpPr>
            <p:sp>
              <p:nvSpPr>
                <p:cNvPr id="425421" name="Freeform 524"/>
                <p:cNvSpPr>
                  <a:spLocks noChangeArrowheads="1"/>
                </p:cNvSpPr>
                <p:nvPr/>
              </p:nvSpPr>
              <p:spPr bwMode="auto">
                <a:xfrm>
                  <a:off x="857" y="3710"/>
                  <a:ext cx="11" cy="22"/>
                </a:xfrm>
                <a:custGeom>
                  <a:avLst/>
                  <a:gdLst>
                    <a:gd name="T0" fmla="*/ 13 w 22"/>
                    <a:gd name="T1" fmla="*/ 68 h 68"/>
                    <a:gd name="T2" fmla="*/ 0 w 22"/>
                    <a:gd name="T3" fmla="*/ 27 h 68"/>
                    <a:gd name="T4" fmla="*/ 9 w 22"/>
                    <a:gd name="T5" fmla="*/ 0 h 68"/>
                    <a:gd name="T6" fmla="*/ 22 w 22"/>
                    <a:gd name="T7" fmla="*/ 31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422" name="Freeform 525"/>
                <p:cNvSpPr>
                  <a:spLocks noChangeArrowheads="1"/>
                </p:cNvSpPr>
                <p:nvPr/>
              </p:nvSpPr>
              <p:spPr bwMode="auto">
                <a:xfrm>
                  <a:off x="862" y="3710"/>
                  <a:ext cx="36" cy="10"/>
                </a:xfrm>
                <a:custGeom>
                  <a:avLst/>
                  <a:gdLst>
                    <a:gd name="T0" fmla="*/ 1 w 72"/>
                    <a:gd name="T1" fmla="*/ 0 h 29"/>
                    <a:gd name="T2" fmla="*/ 50 w 72"/>
                    <a:gd name="T3" fmla="*/ 0 h 29"/>
                    <a:gd name="T4" fmla="*/ 51 w 72"/>
                    <a:gd name="T5" fmla="*/ 2 h 29"/>
                    <a:gd name="T6" fmla="*/ 56 w 72"/>
                    <a:gd name="T7" fmla="*/ 11 h 29"/>
                    <a:gd name="T8" fmla="*/ 72 w 72"/>
                    <a:gd name="T9" fmla="*/ 29 h 29"/>
                    <a:gd name="T10" fmla="*/ 17 w 72"/>
                    <a:gd name="T11" fmla="*/ 29 h 29"/>
                    <a:gd name="T12" fmla="*/ 9 w 72"/>
                    <a:gd name="T13" fmla="*/ 20 h 29"/>
                    <a:gd name="T14" fmla="*/ 0 w 72"/>
                    <a:gd name="T15" fmla="*/ 6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50" y="0"/>
                      </a:lnTo>
                      <a:lnTo>
                        <a:pt x="51" y="2"/>
                      </a:lnTo>
                      <a:lnTo>
                        <a:pt x="56" y="11"/>
                      </a:lnTo>
                      <a:lnTo>
                        <a:pt x="72" y="29"/>
                      </a:lnTo>
                      <a:lnTo>
                        <a:pt x="17" y="29"/>
                      </a:lnTo>
                      <a:lnTo>
                        <a:pt x="9" y="20"/>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423" name="Freeform 526"/>
                <p:cNvSpPr>
                  <a:spLocks noChangeArrowheads="1"/>
                </p:cNvSpPr>
                <p:nvPr/>
              </p:nvSpPr>
              <p:spPr bwMode="auto">
                <a:xfrm>
                  <a:off x="865" y="3720"/>
                  <a:ext cx="41" cy="12"/>
                </a:xfrm>
                <a:custGeom>
                  <a:avLst/>
                  <a:gdLst>
                    <a:gd name="T0" fmla="*/ 0 w 83"/>
                    <a:gd name="T1" fmla="*/ 36 h 36"/>
                    <a:gd name="T2" fmla="*/ 1 w 83"/>
                    <a:gd name="T3" fmla="*/ 20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7" y="8"/>
                      </a:lnTo>
                      <a:lnTo>
                        <a:pt x="11"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424" name="Group 527"/>
              <p:cNvGrpSpPr>
                <a:grpSpLocks/>
              </p:cNvGrpSpPr>
              <p:nvPr/>
            </p:nvGrpSpPr>
            <p:grpSpPr bwMode="auto">
              <a:xfrm>
                <a:off x="1086" y="3766"/>
                <a:ext cx="49" cy="23"/>
                <a:chOff x="1086" y="3766"/>
                <a:chExt cx="49" cy="23"/>
              </a:xfrm>
            </p:grpSpPr>
            <p:sp>
              <p:nvSpPr>
                <p:cNvPr id="425425" name="Freeform 528"/>
                <p:cNvSpPr>
                  <a:spLocks noChangeArrowheads="1"/>
                </p:cNvSpPr>
                <p:nvPr/>
              </p:nvSpPr>
              <p:spPr bwMode="auto">
                <a:xfrm>
                  <a:off x="1086" y="3766"/>
                  <a:ext cx="11" cy="23"/>
                </a:xfrm>
                <a:custGeom>
                  <a:avLst/>
                  <a:gdLst>
                    <a:gd name="T0" fmla="*/ 13 w 22"/>
                    <a:gd name="T1" fmla="*/ 69 h 69"/>
                    <a:gd name="T2" fmla="*/ 0 w 22"/>
                    <a:gd name="T3" fmla="*/ 27 h 69"/>
                    <a:gd name="T4" fmla="*/ 9 w 22"/>
                    <a:gd name="T5" fmla="*/ 0 h 69"/>
                    <a:gd name="T6" fmla="*/ 22 w 22"/>
                    <a:gd name="T7" fmla="*/ 32 h 69"/>
                    <a:gd name="T8" fmla="*/ 13 w 22"/>
                    <a:gd name="T9" fmla="*/ 69 h 69"/>
                  </a:gdLst>
                  <a:ahLst/>
                  <a:cxnLst>
                    <a:cxn ang="0">
                      <a:pos x="T0" y="T1"/>
                    </a:cxn>
                    <a:cxn ang="0">
                      <a:pos x="T2" y="T3"/>
                    </a:cxn>
                    <a:cxn ang="0">
                      <a:pos x="T4" y="T5"/>
                    </a:cxn>
                    <a:cxn ang="0">
                      <a:pos x="T6" y="T7"/>
                    </a:cxn>
                    <a:cxn ang="0">
                      <a:pos x="T8" y="T9"/>
                    </a:cxn>
                  </a:cxnLst>
                  <a:rect l="0" t="0" r="r" b="b"/>
                  <a:pathLst>
                    <a:path w="22" h="69">
                      <a:moveTo>
                        <a:pt x="13" y="69"/>
                      </a:moveTo>
                      <a:lnTo>
                        <a:pt x="0" y="27"/>
                      </a:lnTo>
                      <a:lnTo>
                        <a:pt x="9" y="0"/>
                      </a:lnTo>
                      <a:lnTo>
                        <a:pt x="22" y="32"/>
                      </a:lnTo>
                      <a:lnTo>
                        <a:pt x="13" y="69"/>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426" name="Freeform 529"/>
                <p:cNvSpPr>
                  <a:spLocks noChangeArrowheads="1"/>
                </p:cNvSpPr>
                <p:nvPr/>
              </p:nvSpPr>
              <p:spPr bwMode="auto">
                <a:xfrm>
                  <a:off x="1090" y="3767"/>
                  <a:ext cx="37" cy="10"/>
                </a:xfrm>
                <a:custGeom>
                  <a:avLst/>
                  <a:gdLst>
                    <a:gd name="T0" fmla="*/ 3 w 74"/>
                    <a:gd name="T1" fmla="*/ 0 h 31"/>
                    <a:gd name="T2" fmla="*/ 51 w 74"/>
                    <a:gd name="T3" fmla="*/ 0 h 31"/>
                    <a:gd name="T4" fmla="*/ 53 w 74"/>
                    <a:gd name="T5" fmla="*/ 4 h 31"/>
                    <a:gd name="T6" fmla="*/ 56 w 74"/>
                    <a:gd name="T7" fmla="*/ 13 h 31"/>
                    <a:gd name="T8" fmla="*/ 74 w 74"/>
                    <a:gd name="T9" fmla="*/ 31 h 31"/>
                    <a:gd name="T10" fmla="*/ 18 w 74"/>
                    <a:gd name="T11" fmla="*/ 31 h 31"/>
                    <a:gd name="T12" fmla="*/ 9 w 74"/>
                    <a:gd name="T13" fmla="*/ 22 h 31"/>
                    <a:gd name="T14" fmla="*/ 0 w 74"/>
                    <a:gd name="T15" fmla="*/ 6 h 31"/>
                    <a:gd name="T16" fmla="*/ 3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3" y="0"/>
                      </a:moveTo>
                      <a:lnTo>
                        <a:pt x="51" y="0"/>
                      </a:lnTo>
                      <a:lnTo>
                        <a:pt x="53" y="4"/>
                      </a:lnTo>
                      <a:lnTo>
                        <a:pt x="56" y="13"/>
                      </a:lnTo>
                      <a:lnTo>
                        <a:pt x="74" y="31"/>
                      </a:lnTo>
                      <a:lnTo>
                        <a:pt x="18" y="31"/>
                      </a:lnTo>
                      <a:lnTo>
                        <a:pt x="9" y="22"/>
                      </a:lnTo>
                      <a:lnTo>
                        <a:pt x="0" y="6"/>
                      </a:lnTo>
                      <a:lnTo>
                        <a:pt x="3"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427" name="Freeform 530"/>
                <p:cNvSpPr>
                  <a:spLocks noChangeArrowheads="1"/>
                </p:cNvSpPr>
                <p:nvPr/>
              </p:nvSpPr>
              <p:spPr bwMode="auto">
                <a:xfrm>
                  <a:off x="1093" y="3777"/>
                  <a:ext cx="42" cy="12"/>
                </a:xfrm>
                <a:custGeom>
                  <a:avLst/>
                  <a:gdLst>
                    <a:gd name="T0" fmla="*/ 0 w 83"/>
                    <a:gd name="T1" fmla="*/ 36 h 36"/>
                    <a:gd name="T2" fmla="*/ 2 w 83"/>
                    <a:gd name="T3" fmla="*/ 19 h 36"/>
                    <a:gd name="T4" fmla="*/ 7 w 83"/>
                    <a:gd name="T5" fmla="*/ 6 h 36"/>
                    <a:gd name="T6" fmla="*/ 11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19"/>
                      </a:lnTo>
                      <a:lnTo>
                        <a:pt x="7" y="6"/>
                      </a:lnTo>
                      <a:lnTo>
                        <a:pt x="11" y="0"/>
                      </a:lnTo>
                      <a:lnTo>
                        <a:pt x="68"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428" name="Group 531"/>
              <p:cNvGrpSpPr>
                <a:grpSpLocks/>
              </p:cNvGrpSpPr>
              <p:nvPr/>
            </p:nvGrpSpPr>
            <p:grpSpPr bwMode="auto">
              <a:xfrm>
                <a:off x="934" y="3740"/>
                <a:ext cx="48" cy="23"/>
                <a:chOff x="934" y="3740"/>
                <a:chExt cx="48" cy="23"/>
              </a:xfrm>
            </p:grpSpPr>
            <p:sp>
              <p:nvSpPr>
                <p:cNvPr id="425429" name="Freeform 532"/>
                <p:cNvSpPr>
                  <a:spLocks noChangeArrowheads="1"/>
                </p:cNvSpPr>
                <p:nvPr/>
              </p:nvSpPr>
              <p:spPr bwMode="auto">
                <a:xfrm>
                  <a:off x="934" y="3740"/>
                  <a:ext cx="11" cy="23"/>
                </a:xfrm>
                <a:custGeom>
                  <a:avLst/>
                  <a:gdLst>
                    <a:gd name="T0" fmla="*/ 15 w 24"/>
                    <a:gd name="T1" fmla="*/ 70 h 70"/>
                    <a:gd name="T2" fmla="*/ 0 w 24"/>
                    <a:gd name="T3" fmla="*/ 27 h 70"/>
                    <a:gd name="T4" fmla="*/ 9 w 24"/>
                    <a:gd name="T5" fmla="*/ 0 h 70"/>
                    <a:gd name="T6" fmla="*/ 24 w 24"/>
                    <a:gd name="T7" fmla="*/ 32 h 70"/>
                    <a:gd name="T8" fmla="*/ 15 w 24"/>
                    <a:gd name="T9" fmla="*/ 70 h 70"/>
                  </a:gdLst>
                  <a:ahLst/>
                  <a:cxnLst>
                    <a:cxn ang="0">
                      <a:pos x="T0" y="T1"/>
                    </a:cxn>
                    <a:cxn ang="0">
                      <a:pos x="T2" y="T3"/>
                    </a:cxn>
                    <a:cxn ang="0">
                      <a:pos x="T4" y="T5"/>
                    </a:cxn>
                    <a:cxn ang="0">
                      <a:pos x="T6" y="T7"/>
                    </a:cxn>
                    <a:cxn ang="0">
                      <a:pos x="T8" y="T9"/>
                    </a:cxn>
                  </a:cxnLst>
                  <a:rect l="0" t="0" r="r" b="b"/>
                  <a:pathLst>
                    <a:path w="24" h="70">
                      <a:moveTo>
                        <a:pt x="15" y="70"/>
                      </a:moveTo>
                      <a:lnTo>
                        <a:pt x="0" y="27"/>
                      </a:lnTo>
                      <a:lnTo>
                        <a:pt x="9" y="0"/>
                      </a:lnTo>
                      <a:lnTo>
                        <a:pt x="24" y="32"/>
                      </a:lnTo>
                      <a:lnTo>
                        <a:pt x="15" y="7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430" name="Freeform 533"/>
                <p:cNvSpPr>
                  <a:spLocks noChangeArrowheads="1"/>
                </p:cNvSpPr>
                <p:nvPr/>
              </p:nvSpPr>
              <p:spPr bwMode="auto">
                <a:xfrm>
                  <a:off x="938" y="3741"/>
                  <a:ext cx="37" cy="10"/>
                </a:xfrm>
                <a:custGeom>
                  <a:avLst/>
                  <a:gdLst>
                    <a:gd name="T0" fmla="*/ 2 w 74"/>
                    <a:gd name="T1" fmla="*/ 0 h 30"/>
                    <a:gd name="T2" fmla="*/ 50 w 74"/>
                    <a:gd name="T3" fmla="*/ 0 h 30"/>
                    <a:gd name="T4" fmla="*/ 52 w 74"/>
                    <a:gd name="T5" fmla="*/ 4 h 30"/>
                    <a:gd name="T6" fmla="*/ 57 w 74"/>
                    <a:gd name="T7" fmla="*/ 13 h 30"/>
                    <a:gd name="T8" fmla="*/ 74 w 74"/>
                    <a:gd name="T9" fmla="*/ 30 h 30"/>
                    <a:gd name="T10" fmla="*/ 19 w 74"/>
                    <a:gd name="T11" fmla="*/ 30 h 30"/>
                    <a:gd name="T12" fmla="*/ 9 w 74"/>
                    <a:gd name="T13" fmla="*/ 22 h 30"/>
                    <a:gd name="T14" fmla="*/ 0 w 74"/>
                    <a:gd name="T15" fmla="*/ 6 h 30"/>
                    <a:gd name="T16" fmla="*/ 2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2" y="0"/>
                      </a:moveTo>
                      <a:lnTo>
                        <a:pt x="50" y="0"/>
                      </a:lnTo>
                      <a:lnTo>
                        <a:pt x="52" y="4"/>
                      </a:lnTo>
                      <a:lnTo>
                        <a:pt x="57" y="13"/>
                      </a:lnTo>
                      <a:lnTo>
                        <a:pt x="74" y="30"/>
                      </a:lnTo>
                      <a:lnTo>
                        <a:pt x="19" y="30"/>
                      </a:lnTo>
                      <a:lnTo>
                        <a:pt x="9" y="22"/>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431" name="Freeform 534"/>
                <p:cNvSpPr>
                  <a:spLocks noChangeArrowheads="1"/>
                </p:cNvSpPr>
                <p:nvPr/>
              </p:nvSpPr>
              <p:spPr bwMode="auto">
                <a:xfrm>
                  <a:off x="941" y="3751"/>
                  <a:ext cx="41" cy="12"/>
                </a:xfrm>
                <a:custGeom>
                  <a:avLst/>
                  <a:gdLst>
                    <a:gd name="T0" fmla="*/ 0 w 81"/>
                    <a:gd name="T1" fmla="*/ 36 h 36"/>
                    <a:gd name="T2" fmla="*/ 1 w 81"/>
                    <a:gd name="T3" fmla="*/ 19 h 36"/>
                    <a:gd name="T4" fmla="*/ 5 w 81"/>
                    <a:gd name="T5" fmla="*/ 6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6"/>
                      </a:lnTo>
                      <a:lnTo>
                        <a:pt x="10" y="0"/>
                      </a:lnTo>
                      <a:lnTo>
                        <a:pt x="67" y="0"/>
                      </a:lnTo>
                      <a:lnTo>
                        <a:pt x="81"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432" name="Group 535"/>
              <p:cNvGrpSpPr>
                <a:grpSpLocks/>
              </p:cNvGrpSpPr>
              <p:nvPr/>
            </p:nvGrpSpPr>
            <p:grpSpPr bwMode="auto">
              <a:xfrm>
                <a:off x="943" y="3754"/>
                <a:ext cx="49" cy="23"/>
                <a:chOff x="943" y="3754"/>
                <a:chExt cx="49" cy="23"/>
              </a:xfrm>
            </p:grpSpPr>
            <p:sp>
              <p:nvSpPr>
                <p:cNvPr id="425433" name="Freeform 536"/>
                <p:cNvSpPr>
                  <a:spLocks noChangeArrowheads="1"/>
                </p:cNvSpPr>
                <p:nvPr/>
              </p:nvSpPr>
              <p:spPr bwMode="auto">
                <a:xfrm>
                  <a:off x="943" y="3754"/>
                  <a:ext cx="12" cy="23"/>
                </a:xfrm>
                <a:custGeom>
                  <a:avLst/>
                  <a:gdLst>
                    <a:gd name="T0" fmla="*/ 16 w 25"/>
                    <a:gd name="T1" fmla="*/ 68 h 68"/>
                    <a:gd name="T2" fmla="*/ 0 w 25"/>
                    <a:gd name="T3" fmla="*/ 25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5"/>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434" name="Freeform 537"/>
                <p:cNvSpPr>
                  <a:spLocks noChangeArrowheads="1"/>
                </p:cNvSpPr>
                <p:nvPr/>
              </p:nvSpPr>
              <p:spPr bwMode="auto">
                <a:xfrm>
                  <a:off x="948" y="3755"/>
                  <a:ext cx="37" cy="10"/>
                </a:xfrm>
                <a:custGeom>
                  <a:avLst/>
                  <a:gdLst>
                    <a:gd name="T0" fmla="*/ 1 w 74"/>
                    <a:gd name="T1" fmla="*/ 0 h 30"/>
                    <a:gd name="T2" fmla="*/ 49 w 74"/>
                    <a:gd name="T3" fmla="*/ 0 h 30"/>
                    <a:gd name="T4" fmla="*/ 50 w 74"/>
                    <a:gd name="T5" fmla="*/ 3 h 30"/>
                    <a:gd name="T6" fmla="*/ 57 w 74"/>
                    <a:gd name="T7" fmla="*/ 12 h 30"/>
                    <a:gd name="T8" fmla="*/ 74 w 74"/>
                    <a:gd name="T9" fmla="*/ 30 h 30"/>
                    <a:gd name="T10" fmla="*/ 18 w 74"/>
                    <a:gd name="T11" fmla="*/ 30 h 30"/>
                    <a:gd name="T12" fmla="*/ 9 w 74"/>
                    <a:gd name="T13" fmla="*/ 21 h 30"/>
                    <a:gd name="T14" fmla="*/ 0 w 74"/>
                    <a:gd name="T15" fmla="*/ 5 h 30"/>
                    <a:gd name="T16" fmla="*/ 1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1" y="0"/>
                      </a:moveTo>
                      <a:lnTo>
                        <a:pt x="49" y="0"/>
                      </a:lnTo>
                      <a:lnTo>
                        <a:pt x="50" y="3"/>
                      </a:lnTo>
                      <a:lnTo>
                        <a:pt x="57" y="12"/>
                      </a:lnTo>
                      <a:lnTo>
                        <a:pt x="74"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435" name="Freeform 538"/>
                <p:cNvSpPr>
                  <a:spLocks noChangeArrowheads="1"/>
                </p:cNvSpPr>
                <p:nvPr/>
              </p:nvSpPr>
              <p:spPr bwMode="auto">
                <a:xfrm>
                  <a:off x="951" y="3765"/>
                  <a:ext cx="41" cy="12"/>
                </a:xfrm>
                <a:custGeom>
                  <a:avLst/>
                  <a:gdLst>
                    <a:gd name="T0" fmla="*/ 0 w 81"/>
                    <a:gd name="T1" fmla="*/ 36 h 36"/>
                    <a:gd name="T2" fmla="*/ 1 w 81"/>
                    <a:gd name="T3" fmla="*/ 19 h 36"/>
                    <a:gd name="T4" fmla="*/ 5 w 81"/>
                    <a:gd name="T5" fmla="*/ 7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sp>
            <p:nvSpPr>
              <p:cNvPr id="425436" name="Freeform 539"/>
              <p:cNvSpPr>
                <a:spLocks noChangeArrowheads="1"/>
              </p:cNvSpPr>
              <p:nvPr/>
            </p:nvSpPr>
            <p:spPr bwMode="auto">
              <a:xfrm>
                <a:off x="987" y="3753"/>
                <a:ext cx="25" cy="43"/>
              </a:xfrm>
              <a:custGeom>
                <a:avLst/>
                <a:gdLst>
                  <a:gd name="T0" fmla="*/ 40 w 51"/>
                  <a:gd name="T1" fmla="*/ 128 h 128"/>
                  <a:gd name="T2" fmla="*/ 0 w 51"/>
                  <a:gd name="T3" fmla="*/ 29 h 128"/>
                  <a:gd name="T4" fmla="*/ 0 w 51"/>
                  <a:gd name="T5" fmla="*/ 20 h 128"/>
                  <a:gd name="T6" fmla="*/ 2 w 51"/>
                  <a:gd name="T7" fmla="*/ 11 h 128"/>
                  <a:gd name="T8" fmla="*/ 10 w 51"/>
                  <a:gd name="T9" fmla="*/ 0 h 128"/>
                  <a:gd name="T10" fmla="*/ 51 w 51"/>
                  <a:gd name="T11" fmla="*/ 91 h 128"/>
                  <a:gd name="T12" fmla="*/ 40 w 51"/>
                  <a:gd name="T13" fmla="*/ 128 h 128"/>
                </a:gdLst>
                <a:ahLst/>
                <a:cxnLst>
                  <a:cxn ang="0">
                    <a:pos x="T0" y="T1"/>
                  </a:cxn>
                  <a:cxn ang="0">
                    <a:pos x="T2" y="T3"/>
                  </a:cxn>
                  <a:cxn ang="0">
                    <a:pos x="T4" y="T5"/>
                  </a:cxn>
                  <a:cxn ang="0">
                    <a:pos x="T6" y="T7"/>
                  </a:cxn>
                  <a:cxn ang="0">
                    <a:pos x="T8" y="T9"/>
                  </a:cxn>
                  <a:cxn ang="0">
                    <a:pos x="T10" y="T11"/>
                  </a:cxn>
                  <a:cxn ang="0">
                    <a:pos x="T12" y="T13"/>
                  </a:cxn>
                </a:cxnLst>
                <a:rect l="0" t="0" r="r" b="b"/>
                <a:pathLst>
                  <a:path w="51" h="128">
                    <a:moveTo>
                      <a:pt x="40" y="128"/>
                    </a:moveTo>
                    <a:lnTo>
                      <a:pt x="0" y="29"/>
                    </a:lnTo>
                    <a:lnTo>
                      <a:pt x="0" y="20"/>
                    </a:lnTo>
                    <a:lnTo>
                      <a:pt x="2" y="11"/>
                    </a:lnTo>
                    <a:lnTo>
                      <a:pt x="10" y="0"/>
                    </a:lnTo>
                    <a:lnTo>
                      <a:pt x="51" y="91"/>
                    </a:lnTo>
                    <a:lnTo>
                      <a:pt x="40" y="12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437" name="Freeform 540"/>
              <p:cNvSpPr>
                <a:spLocks noChangeArrowheads="1"/>
              </p:cNvSpPr>
              <p:nvPr/>
            </p:nvSpPr>
            <p:spPr bwMode="auto">
              <a:xfrm>
                <a:off x="992" y="3753"/>
                <a:ext cx="91" cy="29"/>
              </a:xfrm>
              <a:custGeom>
                <a:avLst/>
                <a:gdLst>
                  <a:gd name="T0" fmla="*/ 0 w 183"/>
                  <a:gd name="T1" fmla="*/ 0 h 85"/>
                  <a:gd name="T2" fmla="*/ 64 w 183"/>
                  <a:gd name="T3" fmla="*/ 0 h 85"/>
                  <a:gd name="T4" fmla="*/ 67 w 183"/>
                  <a:gd name="T5" fmla="*/ 13 h 85"/>
                  <a:gd name="T6" fmla="*/ 75 w 183"/>
                  <a:gd name="T7" fmla="*/ 28 h 85"/>
                  <a:gd name="T8" fmla="*/ 84 w 183"/>
                  <a:gd name="T9" fmla="*/ 42 h 85"/>
                  <a:gd name="T10" fmla="*/ 158 w 183"/>
                  <a:gd name="T11" fmla="*/ 42 h 85"/>
                  <a:gd name="T12" fmla="*/ 163 w 183"/>
                  <a:gd name="T13" fmla="*/ 55 h 85"/>
                  <a:gd name="T14" fmla="*/ 172 w 183"/>
                  <a:gd name="T15" fmla="*/ 67 h 85"/>
                  <a:gd name="T16" fmla="*/ 183 w 183"/>
                  <a:gd name="T17" fmla="*/ 85 h 85"/>
                  <a:gd name="T18" fmla="*/ 64 w 183"/>
                  <a:gd name="T19" fmla="*/ 85 h 85"/>
                  <a:gd name="T20" fmla="*/ 41 w 183"/>
                  <a:gd name="T21" fmla="*/ 85 h 85"/>
                  <a:gd name="T22" fmla="*/ 0 w 183"/>
                  <a:gd name="T23" fmla="*/ 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3" h="85">
                    <a:moveTo>
                      <a:pt x="0" y="0"/>
                    </a:moveTo>
                    <a:lnTo>
                      <a:pt x="64" y="0"/>
                    </a:lnTo>
                    <a:lnTo>
                      <a:pt x="67" y="13"/>
                    </a:lnTo>
                    <a:lnTo>
                      <a:pt x="75" y="28"/>
                    </a:lnTo>
                    <a:lnTo>
                      <a:pt x="84" y="42"/>
                    </a:lnTo>
                    <a:lnTo>
                      <a:pt x="158" y="42"/>
                    </a:lnTo>
                    <a:lnTo>
                      <a:pt x="163" y="55"/>
                    </a:lnTo>
                    <a:lnTo>
                      <a:pt x="172" y="67"/>
                    </a:lnTo>
                    <a:lnTo>
                      <a:pt x="183" y="85"/>
                    </a:lnTo>
                    <a:lnTo>
                      <a:pt x="64" y="85"/>
                    </a:lnTo>
                    <a:lnTo>
                      <a:pt x="41" y="85"/>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438" name="Freeform 541"/>
              <p:cNvSpPr>
                <a:spLocks noChangeArrowheads="1"/>
              </p:cNvSpPr>
              <p:nvPr/>
            </p:nvSpPr>
            <p:spPr bwMode="auto">
              <a:xfrm>
                <a:off x="1008" y="3782"/>
                <a:ext cx="81" cy="12"/>
              </a:xfrm>
              <a:custGeom>
                <a:avLst/>
                <a:gdLst>
                  <a:gd name="T0" fmla="*/ 0 w 160"/>
                  <a:gd name="T1" fmla="*/ 36 h 36"/>
                  <a:gd name="T2" fmla="*/ 1 w 160"/>
                  <a:gd name="T3" fmla="*/ 20 h 36"/>
                  <a:gd name="T4" fmla="*/ 7 w 160"/>
                  <a:gd name="T5" fmla="*/ 8 h 36"/>
                  <a:gd name="T6" fmla="*/ 10 w 160"/>
                  <a:gd name="T7" fmla="*/ 0 h 36"/>
                  <a:gd name="T8" fmla="*/ 150 w 160"/>
                  <a:gd name="T9" fmla="*/ 0 h 36"/>
                  <a:gd name="T10" fmla="*/ 160 w 160"/>
                  <a:gd name="T11" fmla="*/ 36 h 36"/>
                  <a:gd name="T12" fmla="*/ 0 w 16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160" h="36">
                    <a:moveTo>
                      <a:pt x="0" y="36"/>
                    </a:moveTo>
                    <a:lnTo>
                      <a:pt x="1" y="20"/>
                    </a:lnTo>
                    <a:lnTo>
                      <a:pt x="7" y="8"/>
                    </a:lnTo>
                    <a:lnTo>
                      <a:pt x="10" y="0"/>
                    </a:lnTo>
                    <a:lnTo>
                      <a:pt x="150" y="0"/>
                    </a:lnTo>
                    <a:lnTo>
                      <a:pt x="160"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425439" name="Group 542"/>
            <p:cNvGrpSpPr>
              <a:grpSpLocks/>
            </p:cNvGrpSpPr>
            <p:nvPr/>
          </p:nvGrpSpPr>
          <p:grpSpPr bwMode="auto">
            <a:xfrm>
              <a:off x="920" y="3821"/>
              <a:ext cx="413" cy="50"/>
              <a:chOff x="920" y="3821"/>
              <a:chExt cx="413" cy="50"/>
            </a:xfrm>
          </p:grpSpPr>
          <p:sp>
            <p:nvSpPr>
              <p:cNvPr id="425440" name="Freeform 543"/>
              <p:cNvSpPr>
                <a:spLocks noChangeArrowheads="1"/>
              </p:cNvSpPr>
              <p:nvPr/>
            </p:nvSpPr>
            <p:spPr bwMode="auto">
              <a:xfrm>
                <a:off x="920" y="3821"/>
                <a:ext cx="413" cy="50"/>
              </a:xfrm>
              <a:custGeom>
                <a:avLst/>
                <a:gdLst>
                  <a:gd name="T0" fmla="*/ 35 w 825"/>
                  <a:gd name="T1" fmla="*/ 13 h 151"/>
                  <a:gd name="T2" fmla="*/ 17 w 825"/>
                  <a:gd name="T3" fmla="*/ 27 h 151"/>
                  <a:gd name="T4" fmla="*/ 9 w 825"/>
                  <a:gd name="T5" fmla="*/ 48 h 151"/>
                  <a:gd name="T6" fmla="*/ 0 w 825"/>
                  <a:gd name="T7" fmla="*/ 97 h 151"/>
                  <a:gd name="T8" fmla="*/ 4 w 825"/>
                  <a:gd name="T9" fmla="*/ 124 h 151"/>
                  <a:gd name="T10" fmla="*/ 13 w 825"/>
                  <a:gd name="T11" fmla="*/ 138 h 151"/>
                  <a:gd name="T12" fmla="*/ 26 w 825"/>
                  <a:gd name="T13" fmla="*/ 151 h 151"/>
                  <a:gd name="T14" fmla="*/ 783 w 825"/>
                  <a:gd name="T15" fmla="*/ 142 h 151"/>
                  <a:gd name="T16" fmla="*/ 807 w 825"/>
                  <a:gd name="T17" fmla="*/ 128 h 151"/>
                  <a:gd name="T18" fmla="*/ 816 w 825"/>
                  <a:gd name="T19" fmla="*/ 107 h 151"/>
                  <a:gd name="T20" fmla="*/ 825 w 825"/>
                  <a:gd name="T21" fmla="*/ 61 h 151"/>
                  <a:gd name="T22" fmla="*/ 821 w 825"/>
                  <a:gd name="T23" fmla="*/ 27 h 151"/>
                  <a:gd name="T24" fmla="*/ 806 w 825"/>
                  <a:gd name="T25" fmla="*/ 9 h 151"/>
                  <a:gd name="T26" fmla="*/ 785 w 825"/>
                  <a:gd name="T27" fmla="*/ 0 h 151"/>
                  <a:gd name="T28" fmla="*/ 35 w 825"/>
                  <a:gd name="T29" fmla="*/ 13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151">
                    <a:moveTo>
                      <a:pt x="35" y="13"/>
                    </a:moveTo>
                    <a:lnTo>
                      <a:pt x="17" y="27"/>
                    </a:lnTo>
                    <a:lnTo>
                      <a:pt x="9" y="48"/>
                    </a:lnTo>
                    <a:lnTo>
                      <a:pt x="0" y="97"/>
                    </a:lnTo>
                    <a:lnTo>
                      <a:pt x="4" y="124"/>
                    </a:lnTo>
                    <a:lnTo>
                      <a:pt x="13" y="138"/>
                    </a:lnTo>
                    <a:lnTo>
                      <a:pt x="26" y="151"/>
                    </a:lnTo>
                    <a:lnTo>
                      <a:pt x="783" y="142"/>
                    </a:lnTo>
                    <a:lnTo>
                      <a:pt x="807" y="128"/>
                    </a:lnTo>
                    <a:lnTo>
                      <a:pt x="816" y="107"/>
                    </a:lnTo>
                    <a:lnTo>
                      <a:pt x="825" y="61"/>
                    </a:lnTo>
                    <a:lnTo>
                      <a:pt x="821" y="27"/>
                    </a:lnTo>
                    <a:lnTo>
                      <a:pt x="806" y="9"/>
                    </a:lnTo>
                    <a:lnTo>
                      <a:pt x="785" y="0"/>
                    </a:lnTo>
                    <a:lnTo>
                      <a:pt x="35" y="13"/>
                    </a:lnTo>
                    <a:close/>
                  </a:path>
                </a:pathLst>
              </a:custGeom>
              <a:solidFill>
                <a:srgbClr val="202020"/>
              </a:solidFill>
              <a:ln w="7938">
                <a:solidFill>
                  <a:srgbClr val="000000"/>
                </a:solidFill>
                <a:round/>
                <a:headEnd/>
                <a:tailEnd/>
              </a:ln>
            </p:spPr>
            <p:txBody>
              <a:bodyPr/>
              <a:lstStyle/>
              <a:p>
                <a:pPr eaLnBrk="0" hangingPunct="0"/>
                <a:endParaRPr lang="zh-CN" altLang="en-US" b="1">
                  <a:solidFill>
                    <a:srgbClr val="000099"/>
                  </a:solidFill>
                  <a:ea typeface="黑体" panose="02010609060101010101" pitchFamily="49" charset="-122"/>
                </a:endParaRPr>
              </a:p>
            </p:txBody>
          </p:sp>
          <p:sp>
            <p:nvSpPr>
              <p:cNvPr id="425441" name="Freeform 544"/>
              <p:cNvSpPr>
                <a:spLocks noChangeArrowheads="1"/>
              </p:cNvSpPr>
              <p:nvPr/>
            </p:nvSpPr>
            <p:spPr bwMode="auto">
              <a:xfrm>
                <a:off x="972" y="3833"/>
                <a:ext cx="330" cy="27"/>
              </a:xfrm>
              <a:custGeom>
                <a:avLst/>
                <a:gdLst>
                  <a:gd name="T0" fmla="*/ 4 w 658"/>
                  <a:gd name="T1" fmla="*/ 23 h 79"/>
                  <a:gd name="T2" fmla="*/ 0 w 658"/>
                  <a:gd name="T3" fmla="*/ 50 h 79"/>
                  <a:gd name="T4" fmla="*/ 153 w 658"/>
                  <a:gd name="T5" fmla="*/ 50 h 79"/>
                  <a:gd name="T6" fmla="*/ 153 w 658"/>
                  <a:gd name="T7" fmla="*/ 79 h 79"/>
                  <a:gd name="T8" fmla="*/ 500 w 658"/>
                  <a:gd name="T9" fmla="*/ 73 h 79"/>
                  <a:gd name="T10" fmla="*/ 500 w 658"/>
                  <a:gd name="T11" fmla="*/ 50 h 79"/>
                  <a:gd name="T12" fmla="*/ 656 w 658"/>
                  <a:gd name="T13" fmla="*/ 50 h 79"/>
                  <a:gd name="T14" fmla="*/ 658 w 658"/>
                  <a:gd name="T15" fmla="*/ 23 h 79"/>
                  <a:gd name="T16" fmla="*/ 504 w 658"/>
                  <a:gd name="T17" fmla="*/ 23 h 79"/>
                  <a:gd name="T18" fmla="*/ 504 w 658"/>
                  <a:gd name="T19" fmla="*/ 0 h 79"/>
                  <a:gd name="T20" fmla="*/ 153 w 658"/>
                  <a:gd name="T21" fmla="*/ 8 h 79"/>
                  <a:gd name="T22" fmla="*/ 153 w 658"/>
                  <a:gd name="T23" fmla="*/ 23 h 79"/>
                  <a:gd name="T24" fmla="*/ 4 w 658"/>
                  <a:gd name="T25" fmla="*/ 23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58" h="79">
                    <a:moveTo>
                      <a:pt x="4" y="23"/>
                    </a:moveTo>
                    <a:lnTo>
                      <a:pt x="0" y="50"/>
                    </a:lnTo>
                    <a:lnTo>
                      <a:pt x="153" y="50"/>
                    </a:lnTo>
                    <a:lnTo>
                      <a:pt x="153" y="79"/>
                    </a:lnTo>
                    <a:lnTo>
                      <a:pt x="500" y="73"/>
                    </a:lnTo>
                    <a:lnTo>
                      <a:pt x="500" y="50"/>
                    </a:lnTo>
                    <a:lnTo>
                      <a:pt x="656" y="50"/>
                    </a:lnTo>
                    <a:lnTo>
                      <a:pt x="658" y="23"/>
                    </a:lnTo>
                    <a:lnTo>
                      <a:pt x="504" y="23"/>
                    </a:lnTo>
                    <a:lnTo>
                      <a:pt x="504" y="0"/>
                    </a:lnTo>
                    <a:lnTo>
                      <a:pt x="153" y="8"/>
                    </a:lnTo>
                    <a:lnTo>
                      <a:pt x="153" y="23"/>
                    </a:lnTo>
                    <a:lnTo>
                      <a:pt x="4"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442" name="Rectangle 545"/>
              <p:cNvSpPr>
                <a:spLocks noChangeArrowheads="1"/>
              </p:cNvSpPr>
              <p:nvPr/>
            </p:nvSpPr>
            <p:spPr bwMode="auto">
              <a:xfrm>
                <a:off x="982" y="3856"/>
                <a:ext cx="26" cy="7"/>
              </a:xfrm>
              <a:prstGeom prst="rect">
                <a:avLst/>
              </a:prstGeom>
              <a:solidFill>
                <a:srgbClr val="00A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443" name="Rectangle 546"/>
              <p:cNvSpPr>
                <a:spLocks noChangeArrowheads="1"/>
              </p:cNvSpPr>
              <p:nvPr/>
            </p:nvSpPr>
            <p:spPr bwMode="auto">
              <a:xfrm>
                <a:off x="1237" y="3855"/>
                <a:ext cx="53" cy="6"/>
              </a:xfrm>
              <a:prstGeom prst="rect">
                <a:avLst/>
              </a:prstGeom>
              <a:solidFill>
                <a:srgbClr val="202020"/>
              </a:solidFill>
              <a:ln w="7938">
                <a:solidFill>
                  <a:srgbClr val="000000"/>
                </a:solidFill>
                <a:miter lim="800000"/>
                <a:headEnd/>
                <a:tailEnd/>
              </a:ln>
            </p:spPr>
            <p:txBody>
              <a:bodyPr/>
              <a:lstStyle/>
              <a:p>
                <a:pPr eaLnBrk="0" hangingPunct="0"/>
                <a:endParaRPr lang="zh-CN" altLang="en-US" b="1">
                  <a:solidFill>
                    <a:srgbClr val="000099"/>
                  </a:solidFill>
                  <a:ea typeface="黑体" panose="02010609060101010101" pitchFamily="49" charset="-122"/>
                </a:endParaRPr>
              </a:p>
            </p:txBody>
          </p:sp>
        </p:grpSp>
        <p:grpSp>
          <p:nvGrpSpPr>
            <p:cNvPr id="425444" name="Group 547"/>
            <p:cNvGrpSpPr>
              <a:grpSpLocks/>
            </p:cNvGrpSpPr>
            <p:nvPr/>
          </p:nvGrpSpPr>
          <p:grpSpPr bwMode="auto">
            <a:xfrm>
              <a:off x="1227" y="3477"/>
              <a:ext cx="508" cy="321"/>
              <a:chOff x="1227" y="3477"/>
              <a:chExt cx="508" cy="321"/>
            </a:xfrm>
          </p:grpSpPr>
          <p:sp>
            <p:nvSpPr>
              <p:cNvPr id="425445" name="Freeform 548"/>
              <p:cNvSpPr>
                <a:spLocks noChangeArrowheads="1"/>
              </p:cNvSpPr>
              <p:nvPr/>
            </p:nvSpPr>
            <p:spPr bwMode="auto">
              <a:xfrm>
                <a:off x="1640" y="3731"/>
                <a:ext cx="95" cy="66"/>
              </a:xfrm>
              <a:custGeom>
                <a:avLst/>
                <a:gdLst>
                  <a:gd name="T0" fmla="*/ 126 w 191"/>
                  <a:gd name="T1" fmla="*/ 9 h 200"/>
                  <a:gd name="T2" fmla="*/ 93 w 191"/>
                  <a:gd name="T3" fmla="*/ 0 h 200"/>
                  <a:gd name="T4" fmla="*/ 59 w 191"/>
                  <a:gd name="T5" fmla="*/ 5 h 200"/>
                  <a:gd name="T6" fmla="*/ 32 w 191"/>
                  <a:gd name="T7" fmla="*/ 17 h 200"/>
                  <a:gd name="T8" fmla="*/ 9 w 191"/>
                  <a:gd name="T9" fmla="*/ 45 h 200"/>
                  <a:gd name="T10" fmla="*/ 0 w 191"/>
                  <a:gd name="T11" fmla="*/ 94 h 200"/>
                  <a:gd name="T12" fmla="*/ 0 w 191"/>
                  <a:gd name="T13" fmla="*/ 137 h 200"/>
                  <a:gd name="T14" fmla="*/ 0 w 191"/>
                  <a:gd name="T15" fmla="*/ 200 h 200"/>
                  <a:gd name="T16" fmla="*/ 191 w 191"/>
                  <a:gd name="T17" fmla="*/ 200 h 200"/>
                  <a:gd name="T18" fmla="*/ 181 w 191"/>
                  <a:gd name="T19" fmla="*/ 81 h 200"/>
                  <a:gd name="T20" fmla="*/ 157 w 191"/>
                  <a:gd name="T21" fmla="*/ 30 h 200"/>
                  <a:gd name="T22" fmla="*/ 126 w 191"/>
                  <a:gd name="T23" fmla="*/ 9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1" h="200">
                    <a:moveTo>
                      <a:pt x="126" y="9"/>
                    </a:moveTo>
                    <a:lnTo>
                      <a:pt x="93" y="0"/>
                    </a:lnTo>
                    <a:lnTo>
                      <a:pt x="59" y="5"/>
                    </a:lnTo>
                    <a:lnTo>
                      <a:pt x="32" y="17"/>
                    </a:lnTo>
                    <a:lnTo>
                      <a:pt x="9" y="45"/>
                    </a:lnTo>
                    <a:lnTo>
                      <a:pt x="0" y="94"/>
                    </a:lnTo>
                    <a:lnTo>
                      <a:pt x="0" y="137"/>
                    </a:lnTo>
                    <a:lnTo>
                      <a:pt x="0" y="200"/>
                    </a:lnTo>
                    <a:lnTo>
                      <a:pt x="191" y="200"/>
                    </a:lnTo>
                    <a:lnTo>
                      <a:pt x="181" y="81"/>
                    </a:lnTo>
                    <a:lnTo>
                      <a:pt x="157" y="30"/>
                    </a:lnTo>
                    <a:lnTo>
                      <a:pt x="126" y="9"/>
                    </a:lnTo>
                    <a:close/>
                  </a:path>
                </a:pathLst>
              </a:custGeom>
              <a:solidFill>
                <a:schemeClr val="bg2"/>
              </a:solidFill>
              <a:ln w="7938">
                <a:solidFill>
                  <a:srgbClr val="404040"/>
                </a:solidFill>
                <a:round/>
                <a:headEnd/>
                <a:tailEnd/>
              </a:ln>
            </p:spPr>
            <p:txBody>
              <a:bodyPr/>
              <a:lstStyle/>
              <a:p>
                <a:pPr eaLnBrk="0" hangingPunct="0"/>
                <a:endParaRPr lang="zh-CN" altLang="en-US" b="1">
                  <a:solidFill>
                    <a:srgbClr val="000099"/>
                  </a:solidFill>
                  <a:ea typeface="黑体" panose="02010609060101010101" pitchFamily="49" charset="-122"/>
                </a:endParaRPr>
              </a:p>
            </p:txBody>
          </p:sp>
          <p:sp>
            <p:nvSpPr>
              <p:cNvPr id="425446" name="Freeform 549"/>
              <p:cNvSpPr>
                <a:spLocks noChangeArrowheads="1"/>
              </p:cNvSpPr>
              <p:nvPr/>
            </p:nvSpPr>
            <p:spPr bwMode="auto">
              <a:xfrm>
                <a:off x="1227" y="3477"/>
                <a:ext cx="429" cy="264"/>
              </a:xfrm>
              <a:custGeom>
                <a:avLst/>
                <a:gdLst>
                  <a:gd name="T0" fmla="*/ 0 w 860"/>
                  <a:gd name="T1" fmla="*/ 0 h 791"/>
                  <a:gd name="T2" fmla="*/ 860 w 860"/>
                  <a:gd name="T3" fmla="*/ 764 h 791"/>
                  <a:gd name="T4" fmla="*/ 849 w 860"/>
                  <a:gd name="T5" fmla="*/ 777 h 791"/>
                  <a:gd name="T6" fmla="*/ 838 w 860"/>
                  <a:gd name="T7" fmla="*/ 791 h 791"/>
                  <a:gd name="T8" fmla="*/ 0 w 860"/>
                  <a:gd name="T9" fmla="*/ 0 h 791"/>
                </a:gdLst>
                <a:ahLst/>
                <a:cxnLst>
                  <a:cxn ang="0">
                    <a:pos x="T0" y="T1"/>
                  </a:cxn>
                  <a:cxn ang="0">
                    <a:pos x="T2" y="T3"/>
                  </a:cxn>
                  <a:cxn ang="0">
                    <a:pos x="T4" y="T5"/>
                  </a:cxn>
                  <a:cxn ang="0">
                    <a:pos x="T6" y="T7"/>
                  </a:cxn>
                  <a:cxn ang="0">
                    <a:pos x="T8" y="T9"/>
                  </a:cxn>
                </a:cxnLst>
                <a:rect l="0" t="0" r="r" b="b"/>
                <a:pathLst>
                  <a:path w="860" h="791">
                    <a:moveTo>
                      <a:pt x="0" y="0"/>
                    </a:moveTo>
                    <a:lnTo>
                      <a:pt x="860" y="764"/>
                    </a:lnTo>
                    <a:lnTo>
                      <a:pt x="849" y="777"/>
                    </a:lnTo>
                    <a:lnTo>
                      <a:pt x="838" y="791"/>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447" name="Freeform 550"/>
              <p:cNvSpPr>
                <a:spLocks noChangeArrowheads="1"/>
              </p:cNvSpPr>
              <p:nvPr/>
            </p:nvSpPr>
            <p:spPr bwMode="auto">
              <a:xfrm>
                <a:off x="1521" y="3650"/>
                <a:ext cx="141" cy="122"/>
              </a:xfrm>
              <a:custGeom>
                <a:avLst/>
                <a:gdLst>
                  <a:gd name="T0" fmla="*/ 4 w 281"/>
                  <a:gd name="T1" fmla="*/ 95 h 366"/>
                  <a:gd name="T2" fmla="*/ 24 w 281"/>
                  <a:gd name="T3" fmla="*/ 62 h 366"/>
                  <a:gd name="T4" fmla="*/ 54 w 281"/>
                  <a:gd name="T5" fmla="*/ 43 h 366"/>
                  <a:gd name="T6" fmla="*/ 78 w 281"/>
                  <a:gd name="T7" fmla="*/ 42 h 366"/>
                  <a:gd name="T8" fmla="*/ 128 w 281"/>
                  <a:gd name="T9" fmla="*/ 43 h 366"/>
                  <a:gd name="T10" fmla="*/ 132 w 281"/>
                  <a:gd name="T11" fmla="*/ 0 h 366"/>
                  <a:gd name="T12" fmla="*/ 281 w 281"/>
                  <a:gd name="T13" fmla="*/ 130 h 366"/>
                  <a:gd name="T14" fmla="*/ 272 w 281"/>
                  <a:gd name="T15" fmla="*/ 179 h 366"/>
                  <a:gd name="T16" fmla="*/ 228 w 281"/>
                  <a:gd name="T17" fmla="*/ 170 h 366"/>
                  <a:gd name="T18" fmla="*/ 191 w 281"/>
                  <a:gd name="T19" fmla="*/ 184 h 366"/>
                  <a:gd name="T20" fmla="*/ 158 w 281"/>
                  <a:gd name="T21" fmla="*/ 210 h 366"/>
                  <a:gd name="T22" fmla="*/ 150 w 281"/>
                  <a:gd name="T23" fmla="*/ 232 h 366"/>
                  <a:gd name="T24" fmla="*/ 149 w 281"/>
                  <a:gd name="T25" fmla="*/ 295 h 366"/>
                  <a:gd name="T26" fmla="*/ 149 w 281"/>
                  <a:gd name="T27" fmla="*/ 338 h 366"/>
                  <a:gd name="T28" fmla="*/ 150 w 281"/>
                  <a:gd name="T29" fmla="*/ 366 h 366"/>
                  <a:gd name="T30" fmla="*/ 0 w 281"/>
                  <a:gd name="T31" fmla="*/ 229 h 366"/>
                  <a:gd name="T32" fmla="*/ 0 w 281"/>
                  <a:gd name="T33" fmla="*/ 139 h 366"/>
                  <a:gd name="T34" fmla="*/ 4 w 281"/>
                  <a:gd name="T35" fmla="*/ 95 h 3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81" h="366">
                    <a:moveTo>
                      <a:pt x="4" y="95"/>
                    </a:moveTo>
                    <a:lnTo>
                      <a:pt x="24" y="62"/>
                    </a:lnTo>
                    <a:lnTo>
                      <a:pt x="54" y="43"/>
                    </a:lnTo>
                    <a:lnTo>
                      <a:pt x="78" y="42"/>
                    </a:lnTo>
                    <a:lnTo>
                      <a:pt x="128" y="43"/>
                    </a:lnTo>
                    <a:lnTo>
                      <a:pt x="132" y="0"/>
                    </a:lnTo>
                    <a:lnTo>
                      <a:pt x="281" y="130"/>
                    </a:lnTo>
                    <a:lnTo>
                      <a:pt x="272" y="179"/>
                    </a:lnTo>
                    <a:lnTo>
                      <a:pt x="228" y="170"/>
                    </a:lnTo>
                    <a:lnTo>
                      <a:pt x="191" y="184"/>
                    </a:lnTo>
                    <a:lnTo>
                      <a:pt x="158" y="210"/>
                    </a:lnTo>
                    <a:lnTo>
                      <a:pt x="150" y="232"/>
                    </a:lnTo>
                    <a:lnTo>
                      <a:pt x="149" y="295"/>
                    </a:lnTo>
                    <a:lnTo>
                      <a:pt x="149" y="338"/>
                    </a:lnTo>
                    <a:lnTo>
                      <a:pt x="150" y="366"/>
                    </a:lnTo>
                    <a:lnTo>
                      <a:pt x="0" y="229"/>
                    </a:lnTo>
                    <a:lnTo>
                      <a:pt x="0" y="139"/>
                    </a:lnTo>
                    <a:lnTo>
                      <a:pt x="4" y="95"/>
                    </a:lnTo>
                    <a:close/>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黑体" panose="02010609060101010101" pitchFamily="49" charset="-122"/>
                </a:endParaRPr>
              </a:p>
            </p:txBody>
          </p:sp>
          <p:sp>
            <p:nvSpPr>
              <p:cNvPr id="425448" name="Line 551"/>
              <p:cNvSpPr>
                <a:spLocks noChangeShapeType="1"/>
              </p:cNvSpPr>
              <p:nvPr/>
            </p:nvSpPr>
            <p:spPr bwMode="auto">
              <a:xfrm>
                <a:off x="1586" y="3665"/>
                <a:ext cx="76" cy="44"/>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25449" name="Freeform 552"/>
              <p:cNvSpPr>
                <a:spLocks noChangeArrowheads="1"/>
              </p:cNvSpPr>
              <p:nvPr/>
            </p:nvSpPr>
            <p:spPr bwMode="auto">
              <a:xfrm>
                <a:off x="1242" y="3486"/>
                <a:ext cx="111" cy="96"/>
              </a:xfrm>
              <a:custGeom>
                <a:avLst/>
                <a:gdLst>
                  <a:gd name="T0" fmla="*/ 10 w 222"/>
                  <a:gd name="T1" fmla="*/ 98 h 289"/>
                  <a:gd name="T2" fmla="*/ 27 w 222"/>
                  <a:gd name="T3" fmla="*/ 64 h 289"/>
                  <a:gd name="T4" fmla="*/ 53 w 222"/>
                  <a:gd name="T5" fmla="*/ 45 h 289"/>
                  <a:gd name="T6" fmla="*/ 81 w 222"/>
                  <a:gd name="T7" fmla="*/ 41 h 289"/>
                  <a:gd name="T8" fmla="*/ 131 w 222"/>
                  <a:gd name="T9" fmla="*/ 42 h 289"/>
                  <a:gd name="T10" fmla="*/ 135 w 222"/>
                  <a:gd name="T11" fmla="*/ 0 h 289"/>
                  <a:gd name="T12" fmla="*/ 222 w 222"/>
                  <a:gd name="T13" fmla="*/ 80 h 289"/>
                  <a:gd name="T14" fmla="*/ 218 w 222"/>
                  <a:gd name="T15" fmla="*/ 120 h 289"/>
                  <a:gd name="T16" fmla="*/ 190 w 222"/>
                  <a:gd name="T17" fmla="*/ 118 h 289"/>
                  <a:gd name="T18" fmla="*/ 168 w 222"/>
                  <a:gd name="T19" fmla="*/ 116 h 289"/>
                  <a:gd name="T20" fmla="*/ 135 w 222"/>
                  <a:gd name="T21" fmla="*/ 125 h 289"/>
                  <a:gd name="T22" fmla="*/ 118 w 222"/>
                  <a:gd name="T23" fmla="*/ 137 h 289"/>
                  <a:gd name="T24" fmla="*/ 102 w 222"/>
                  <a:gd name="T25" fmla="*/ 161 h 289"/>
                  <a:gd name="T26" fmla="*/ 98 w 222"/>
                  <a:gd name="T27" fmla="*/ 192 h 289"/>
                  <a:gd name="T28" fmla="*/ 93 w 222"/>
                  <a:gd name="T29" fmla="*/ 289 h 289"/>
                  <a:gd name="T30" fmla="*/ 0 w 222"/>
                  <a:gd name="T31" fmla="*/ 197 h 289"/>
                  <a:gd name="T32" fmla="*/ 4 w 222"/>
                  <a:gd name="T33" fmla="*/ 138 h 289"/>
                  <a:gd name="T34" fmla="*/ 10 w 222"/>
                  <a:gd name="T35" fmla="*/ 98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22" h="289">
                    <a:moveTo>
                      <a:pt x="10" y="98"/>
                    </a:moveTo>
                    <a:lnTo>
                      <a:pt x="27" y="64"/>
                    </a:lnTo>
                    <a:lnTo>
                      <a:pt x="53" y="45"/>
                    </a:lnTo>
                    <a:lnTo>
                      <a:pt x="81" y="41"/>
                    </a:lnTo>
                    <a:lnTo>
                      <a:pt x="131" y="42"/>
                    </a:lnTo>
                    <a:lnTo>
                      <a:pt x="135" y="0"/>
                    </a:lnTo>
                    <a:lnTo>
                      <a:pt x="222" y="80"/>
                    </a:lnTo>
                    <a:lnTo>
                      <a:pt x="218" y="120"/>
                    </a:lnTo>
                    <a:lnTo>
                      <a:pt x="190" y="118"/>
                    </a:lnTo>
                    <a:lnTo>
                      <a:pt x="168" y="116"/>
                    </a:lnTo>
                    <a:lnTo>
                      <a:pt x="135" y="125"/>
                    </a:lnTo>
                    <a:lnTo>
                      <a:pt x="118" y="137"/>
                    </a:lnTo>
                    <a:lnTo>
                      <a:pt x="102" y="161"/>
                    </a:lnTo>
                    <a:lnTo>
                      <a:pt x="98" y="192"/>
                    </a:lnTo>
                    <a:lnTo>
                      <a:pt x="93" y="289"/>
                    </a:lnTo>
                    <a:lnTo>
                      <a:pt x="0" y="197"/>
                    </a:lnTo>
                    <a:lnTo>
                      <a:pt x="4" y="138"/>
                    </a:lnTo>
                    <a:lnTo>
                      <a:pt x="10" y="98"/>
                    </a:lnTo>
                    <a:close/>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黑体" panose="02010609060101010101" pitchFamily="49" charset="-122"/>
                </a:endParaRPr>
              </a:p>
            </p:txBody>
          </p:sp>
          <p:sp>
            <p:nvSpPr>
              <p:cNvPr id="425450" name="Freeform 553"/>
              <p:cNvSpPr>
                <a:spLocks noChangeArrowheads="1"/>
              </p:cNvSpPr>
              <p:nvPr/>
            </p:nvSpPr>
            <p:spPr bwMode="auto">
              <a:xfrm>
                <a:off x="1456" y="3626"/>
                <a:ext cx="64" cy="62"/>
              </a:xfrm>
              <a:custGeom>
                <a:avLst/>
                <a:gdLst>
                  <a:gd name="T0" fmla="*/ 128 w 128"/>
                  <a:gd name="T1" fmla="*/ 5 h 186"/>
                  <a:gd name="T2" fmla="*/ 59 w 128"/>
                  <a:gd name="T3" fmla="*/ 0 h 186"/>
                  <a:gd name="T4" fmla="*/ 30 w 128"/>
                  <a:gd name="T5" fmla="*/ 14 h 186"/>
                  <a:gd name="T6" fmla="*/ 9 w 128"/>
                  <a:gd name="T7" fmla="*/ 40 h 186"/>
                  <a:gd name="T8" fmla="*/ 0 w 128"/>
                  <a:gd name="T9" fmla="*/ 89 h 186"/>
                  <a:gd name="T10" fmla="*/ 0 w 128"/>
                  <a:gd name="T11" fmla="*/ 186 h 186"/>
                  <a:gd name="T12" fmla="*/ 0 w 128"/>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8" h="186">
                    <a:moveTo>
                      <a:pt x="128" y="5"/>
                    </a:moveTo>
                    <a:lnTo>
                      <a:pt x="59" y="0"/>
                    </a:lnTo>
                    <a:lnTo>
                      <a:pt x="30" y="14"/>
                    </a:lnTo>
                    <a:lnTo>
                      <a:pt x="9" y="40"/>
                    </a:lnTo>
                    <a:lnTo>
                      <a:pt x="0" y="89"/>
                    </a:lnTo>
                    <a:lnTo>
                      <a:pt x="0" y="186"/>
                    </a:lnTo>
                    <a:lnTo>
                      <a:pt x="0" y="182"/>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黑体" panose="02010609060101010101" pitchFamily="49" charset="-122"/>
                </a:endParaRPr>
              </a:p>
            </p:txBody>
          </p:sp>
          <p:sp>
            <p:nvSpPr>
              <p:cNvPr id="425451" name="Freeform 554"/>
              <p:cNvSpPr>
                <a:spLocks noChangeArrowheads="1"/>
              </p:cNvSpPr>
              <p:nvPr/>
            </p:nvSpPr>
            <p:spPr bwMode="auto">
              <a:xfrm>
                <a:off x="1440" y="3615"/>
                <a:ext cx="63" cy="61"/>
              </a:xfrm>
              <a:custGeom>
                <a:avLst/>
                <a:gdLst>
                  <a:gd name="T0" fmla="*/ 126 w 126"/>
                  <a:gd name="T1" fmla="*/ 3 h 185"/>
                  <a:gd name="T2" fmla="*/ 59 w 126"/>
                  <a:gd name="T3" fmla="*/ 0 h 185"/>
                  <a:gd name="T4" fmla="*/ 24 w 126"/>
                  <a:gd name="T5" fmla="*/ 15 h 185"/>
                  <a:gd name="T6" fmla="*/ 9 w 126"/>
                  <a:gd name="T7" fmla="*/ 39 h 185"/>
                  <a:gd name="T8" fmla="*/ 0 w 126"/>
                  <a:gd name="T9" fmla="*/ 88 h 185"/>
                  <a:gd name="T10" fmla="*/ 0 w 126"/>
                  <a:gd name="T11" fmla="*/ 185 h 185"/>
                  <a:gd name="T12" fmla="*/ 0 w 126"/>
                  <a:gd name="T13" fmla="*/ 180 h 185"/>
                </a:gdLst>
                <a:ahLst/>
                <a:cxnLst>
                  <a:cxn ang="0">
                    <a:pos x="T0" y="T1"/>
                  </a:cxn>
                  <a:cxn ang="0">
                    <a:pos x="T2" y="T3"/>
                  </a:cxn>
                  <a:cxn ang="0">
                    <a:pos x="T4" y="T5"/>
                  </a:cxn>
                  <a:cxn ang="0">
                    <a:pos x="T6" y="T7"/>
                  </a:cxn>
                  <a:cxn ang="0">
                    <a:pos x="T8" y="T9"/>
                  </a:cxn>
                  <a:cxn ang="0">
                    <a:pos x="T10" y="T11"/>
                  </a:cxn>
                  <a:cxn ang="0">
                    <a:pos x="T12" y="T13"/>
                  </a:cxn>
                </a:cxnLst>
                <a:rect l="0" t="0" r="r" b="b"/>
                <a:pathLst>
                  <a:path w="126" h="185">
                    <a:moveTo>
                      <a:pt x="126" y="3"/>
                    </a:moveTo>
                    <a:lnTo>
                      <a:pt x="59" y="0"/>
                    </a:lnTo>
                    <a:lnTo>
                      <a:pt x="24" y="15"/>
                    </a:lnTo>
                    <a:lnTo>
                      <a:pt x="9" y="39"/>
                    </a:lnTo>
                    <a:lnTo>
                      <a:pt x="0" y="88"/>
                    </a:lnTo>
                    <a:lnTo>
                      <a:pt x="0" y="185"/>
                    </a:lnTo>
                    <a:lnTo>
                      <a:pt x="0" y="180"/>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黑体" panose="02010609060101010101" pitchFamily="49" charset="-122"/>
                </a:endParaRPr>
              </a:p>
            </p:txBody>
          </p:sp>
          <p:sp>
            <p:nvSpPr>
              <p:cNvPr id="425452" name="Freeform 555"/>
              <p:cNvSpPr>
                <a:spLocks noChangeArrowheads="1"/>
              </p:cNvSpPr>
              <p:nvPr/>
            </p:nvSpPr>
            <p:spPr bwMode="auto">
              <a:xfrm>
                <a:off x="1422" y="3604"/>
                <a:ext cx="64" cy="62"/>
              </a:xfrm>
              <a:custGeom>
                <a:avLst/>
                <a:gdLst>
                  <a:gd name="T0" fmla="*/ 127 w 127"/>
                  <a:gd name="T1" fmla="*/ 5 h 185"/>
                  <a:gd name="T2" fmla="*/ 59 w 127"/>
                  <a:gd name="T3" fmla="*/ 0 h 185"/>
                  <a:gd name="T4" fmla="*/ 30 w 127"/>
                  <a:gd name="T5" fmla="*/ 14 h 185"/>
                  <a:gd name="T6" fmla="*/ 9 w 127"/>
                  <a:gd name="T7" fmla="*/ 39 h 185"/>
                  <a:gd name="T8" fmla="*/ 0 w 127"/>
                  <a:gd name="T9" fmla="*/ 88 h 185"/>
                  <a:gd name="T10" fmla="*/ 0 w 127"/>
                  <a:gd name="T11" fmla="*/ 185 h 185"/>
                  <a:gd name="T12" fmla="*/ 0 w 127"/>
                  <a:gd name="T13" fmla="*/ 182 h 185"/>
                </a:gdLst>
                <a:ahLst/>
                <a:cxnLst>
                  <a:cxn ang="0">
                    <a:pos x="T0" y="T1"/>
                  </a:cxn>
                  <a:cxn ang="0">
                    <a:pos x="T2" y="T3"/>
                  </a:cxn>
                  <a:cxn ang="0">
                    <a:pos x="T4" y="T5"/>
                  </a:cxn>
                  <a:cxn ang="0">
                    <a:pos x="T6" y="T7"/>
                  </a:cxn>
                  <a:cxn ang="0">
                    <a:pos x="T8" y="T9"/>
                  </a:cxn>
                  <a:cxn ang="0">
                    <a:pos x="T10" y="T11"/>
                  </a:cxn>
                  <a:cxn ang="0">
                    <a:pos x="T12" y="T13"/>
                  </a:cxn>
                </a:cxnLst>
                <a:rect l="0" t="0" r="r" b="b"/>
                <a:pathLst>
                  <a:path w="127" h="185">
                    <a:moveTo>
                      <a:pt x="127" y="5"/>
                    </a:moveTo>
                    <a:lnTo>
                      <a:pt x="59" y="0"/>
                    </a:lnTo>
                    <a:lnTo>
                      <a:pt x="30" y="14"/>
                    </a:lnTo>
                    <a:lnTo>
                      <a:pt x="9" y="39"/>
                    </a:lnTo>
                    <a:lnTo>
                      <a:pt x="0" y="88"/>
                    </a:lnTo>
                    <a:lnTo>
                      <a:pt x="0" y="185"/>
                    </a:lnTo>
                    <a:lnTo>
                      <a:pt x="0" y="182"/>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黑体" panose="02010609060101010101" pitchFamily="49" charset="-122"/>
                </a:endParaRPr>
              </a:p>
            </p:txBody>
          </p:sp>
          <p:sp>
            <p:nvSpPr>
              <p:cNvPr id="425453" name="Freeform 556"/>
              <p:cNvSpPr>
                <a:spLocks noChangeArrowheads="1"/>
              </p:cNvSpPr>
              <p:nvPr/>
            </p:nvSpPr>
            <p:spPr bwMode="auto">
              <a:xfrm>
                <a:off x="1401" y="3594"/>
                <a:ext cx="64" cy="62"/>
              </a:xfrm>
              <a:custGeom>
                <a:avLst/>
                <a:gdLst>
                  <a:gd name="T0" fmla="*/ 127 w 127"/>
                  <a:gd name="T1" fmla="*/ 5 h 186"/>
                  <a:gd name="T2" fmla="*/ 59 w 127"/>
                  <a:gd name="T3" fmla="*/ 0 h 186"/>
                  <a:gd name="T4" fmla="*/ 32 w 127"/>
                  <a:gd name="T5" fmla="*/ 10 h 186"/>
                  <a:gd name="T6" fmla="*/ 9 w 127"/>
                  <a:gd name="T7" fmla="*/ 39 h 186"/>
                  <a:gd name="T8" fmla="*/ 0 w 127"/>
                  <a:gd name="T9" fmla="*/ 88 h 186"/>
                  <a:gd name="T10" fmla="*/ 0 w 127"/>
                  <a:gd name="T11" fmla="*/ 186 h 186"/>
                  <a:gd name="T12" fmla="*/ 0 w 127"/>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7" h="186">
                    <a:moveTo>
                      <a:pt x="127" y="5"/>
                    </a:moveTo>
                    <a:lnTo>
                      <a:pt x="59" y="0"/>
                    </a:lnTo>
                    <a:lnTo>
                      <a:pt x="32" y="10"/>
                    </a:lnTo>
                    <a:lnTo>
                      <a:pt x="9" y="39"/>
                    </a:lnTo>
                    <a:lnTo>
                      <a:pt x="0" y="88"/>
                    </a:lnTo>
                    <a:lnTo>
                      <a:pt x="0" y="186"/>
                    </a:lnTo>
                    <a:lnTo>
                      <a:pt x="0" y="182"/>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黑体" panose="02010609060101010101" pitchFamily="49" charset="-122"/>
                </a:endParaRPr>
              </a:p>
            </p:txBody>
          </p:sp>
          <p:sp>
            <p:nvSpPr>
              <p:cNvPr id="425454" name="Freeform 557"/>
              <p:cNvSpPr>
                <a:spLocks noChangeArrowheads="1"/>
              </p:cNvSpPr>
              <p:nvPr/>
            </p:nvSpPr>
            <p:spPr bwMode="auto">
              <a:xfrm>
                <a:off x="1383" y="3583"/>
                <a:ext cx="64" cy="62"/>
              </a:xfrm>
              <a:custGeom>
                <a:avLst/>
                <a:gdLst>
                  <a:gd name="T0" fmla="*/ 128 w 128"/>
                  <a:gd name="T1" fmla="*/ 4 h 186"/>
                  <a:gd name="T2" fmla="*/ 59 w 128"/>
                  <a:gd name="T3" fmla="*/ 0 h 186"/>
                  <a:gd name="T4" fmla="*/ 32 w 128"/>
                  <a:gd name="T5" fmla="*/ 13 h 186"/>
                  <a:gd name="T6" fmla="*/ 9 w 128"/>
                  <a:gd name="T7" fmla="*/ 40 h 186"/>
                  <a:gd name="T8" fmla="*/ 0 w 128"/>
                  <a:gd name="T9" fmla="*/ 88 h 186"/>
                  <a:gd name="T10" fmla="*/ 0 w 128"/>
                  <a:gd name="T11" fmla="*/ 186 h 186"/>
                  <a:gd name="T12" fmla="*/ 0 w 128"/>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8" h="186">
                    <a:moveTo>
                      <a:pt x="128" y="4"/>
                    </a:moveTo>
                    <a:lnTo>
                      <a:pt x="59" y="0"/>
                    </a:lnTo>
                    <a:lnTo>
                      <a:pt x="32" y="13"/>
                    </a:lnTo>
                    <a:lnTo>
                      <a:pt x="9" y="40"/>
                    </a:lnTo>
                    <a:lnTo>
                      <a:pt x="0" y="88"/>
                    </a:lnTo>
                    <a:lnTo>
                      <a:pt x="0" y="186"/>
                    </a:lnTo>
                    <a:lnTo>
                      <a:pt x="0" y="182"/>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黑体" panose="02010609060101010101" pitchFamily="49" charset="-122"/>
                </a:endParaRPr>
              </a:p>
            </p:txBody>
          </p:sp>
          <p:sp>
            <p:nvSpPr>
              <p:cNvPr id="425455" name="Freeform 558"/>
              <p:cNvSpPr>
                <a:spLocks noChangeArrowheads="1"/>
              </p:cNvSpPr>
              <p:nvPr/>
            </p:nvSpPr>
            <p:spPr bwMode="auto">
              <a:xfrm>
                <a:off x="1365" y="3570"/>
                <a:ext cx="63" cy="62"/>
              </a:xfrm>
              <a:custGeom>
                <a:avLst/>
                <a:gdLst>
                  <a:gd name="T0" fmla="*/ 126 w 126"/>
                  <a:gd name="T1" fmla="*/ 4 h 186"/>
                  <a:gd name="T2" fmla="*/ 58 w 126"/>
                  <a:gd name="T3" fmla="*/ 0 h 186"/>
                  <a:gd name="T4" fmla="*/ 31 w 126"/>
                  <a:gd name="T5" fmla="*/ 14 h 186"/>
                  <a:gd name="T6" fmla="*/ 8 w 126"/>
                  <a:gd name="T7" fmla="*/ 40 h 186"/>
                  <a:gd name="T8" fmla="*/ 0 w 126"/>
                  <a:gd name="T9" fmla="*/ 89 h 186"/>
                  <a:gd name="T10" fmla="*/ 0 w 126"/>
                  <a:gd name="T11" fmla="*/ 186 h 186"/>
                  <a:gd name="T12" fmla="*/ 0 w 126"/>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6" h="186">
                    <a:moveTo>
                      <a:pt x="126" y="4"/>
                    </a:moveTo>
                    <a:lnTo>
                      <a:pt x="58" y="0"/>
                    </a:lnTo>
                    <a:lnTo>
                      <a:pt x="31" y="14"/>
                    </a:lnTo>
                    <a:lnTo>
                      <a:pt x="8" y="40"/>
                    </a:lnTo>
                    <a:lnTo>
                      <a:pt x="0" y="89"/>
                    </a:lnTo>
                    <a:lnTo>
                      <a:pt x="0" y="186"/>
                    </a:lnTo>
                    <a:lnTo>
                      <a:pt x="0" y="182"/>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黑体" panose="02010609060101010101" pitchFamily="49" charset="-122"/>
                </a:endParaRPr>
              </a:p>
            </p:txBody>
          </p:sp>
          <p:sp>
            <p:nvSpPr>
              <p:cNvPr id="425456" name="Freeform 559"/>
              <p:cNvSpPr>
                <a:spLocks noChangeArrowheads="1"/>
              </p:cNvSpPr>
              <p:nvPr/>
            </p:nvSpPr>
            <p:spPr bwMode="auto">
              <a:xfrm>
                <a:off x="1349" y="3558"/>
                <a:ext cx="64" cy="62"/>
              </a:xfrm>
              <a:custGeom>
                <a:avLst/>
                <a:gdLst>
                  <a:gd name="T0" fmla="*/ 127 w 127"/>
                  <a:gd name="T1" fmla="*/ 5 h 186"/>
                  <a:gd name="T2" fmla="*/ 59 w 127"/>
                  <a:gd name="T3" fmla="*/ 0 h 186"/>
                  <a:gd name="T4" fmla="*/ 33 w 127"/>
                  <a:gd name="T5" fmla="*/ 16 h 186"/>
                  <a:gd name="T6" fmla="*/ 9 w 127"/>
                  <a:gd name="T7" fmla="*/ 40 h 186"/>
                  <a:gd name="T8" fmla="*/ 0 w 127"/>
                  <a:gd name="T9" fmla="*/ 89 h 186"/>
                  <a:gd name="T10" fmla="*/ 0 w 127"/>
                  <a:gd name="T11" fmla="*/ 186 h 186"/>
                  <a:gd name="T12" fmla="*/ 0 w 127"/>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7" h="186">
                    <a:moveTo>
                      <a:pt x="127" y="5"/>
                    </a:moveTo>
                    <a:lnTo>
                      <a:pt x="59" y="0"/>
                    </a:lnTo>
                    <a:lnTo>
                      <a:pt x="33" y="16"/>
                    </a:lnTo>
                    <a:lnTo>
                      <a:pt x="9" y="40"/>
                    </a:lnTo>
                    <a:lnTo>
                      <a:pt x="0" y="89"/>
                    </a:lnTo>
                    <a:lnTo>
                      <a:pt x="0" y="186"/>
                    </a:lnTo>
                    <a:lnTo>
                      <a:pt x="0" y="182"/>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黑体" panose="02010609060101010101" pitchFamily="49" charset="-122"/>
                </a:endParaRPr>
              </a:p>
            </p:txBody>
          </p:sp>
          <p:sp>
            <p:nvSpPr>
              <p:cNvPr id="425457" name="Freeform 560"/>
              <p:cNvSpPr>
                <a:spLocks noChangeArrowheads="1"/>
              </p:cNvSpPr>
              <p:nvPr/>
            </p:nvSpPr>
            <p:spPr bwMode="auto">
              <a:xfrm>
                <a:off x="1331" y="3550"/>
                <a:ext cx="63" cy="62"/>
              </a:xfrm>
              <a:custGeom>
                <a:avLst/>
                <a:gdLst>
                  <a:gd name="T0" fmla="*/ 127 w 127"/>
                  <a:gd name="T1" fmla="*/ 4 h 186"/>
                  <a:gd name="T2" fmla="*/ 59 w 127"/>
                  <a:gd name="T3" fmla="*/ 0 h 186"/>
                  <a:gd name="T4" fmla="*/ 32 w 127"/>
                  <a:gd name="T5" fmla="*/ 13 h 186"/>
                  <a:gd name="T6" fmla="*/ 10 w 127"/>
                  <a:gd name="T7" fmla="*/ 39 h 186"/>
                  <a:gd name="T8" fmla="*/ 0 w 127"/>
                  <a:gd name="T9" fmla="*/ 88 h 186"/>
                  <a:gd name="T10" fmla="*/ 0 w 127"/>
                  <a:gd name="T11" fmla="*/ 186 h 186"/>
                  <a:gd name="T12" fmla="*/ 0 w 127"/>
                  <a:gd name="T13" fmla="*/ 180 h 186"/>
                </a:gdLst>
                <a:ahLst/>
                <a:cxnLst>
                  <a:cxn ang="0">
                    <a:pos x="T0" y="T1"/>
                  </a:cxn>
                  <a:cxn ang="0">
                    <a:pos x="T2" y="T3"/>
                  </a:cxn>
                  <a:cxn ang="0">
                    <a:pos x="T4" y="T5"/>
                  </a:cxn>
                  <a:cxn ang="0">
                    <a:pos x="T6" y="T7"/>
                  </a:cxn>
                  <a:cxn ang="0">
                    <a:pos x="T8" y="T9"/>
                  </a:cxn>
                  <a:cxn ang="0">
                    <a:pos x="T10" y="T11"/>
                  </a:cxn>
                  <a:cxn ang="0">
                    <a:pos x="T12" y="T13"/>
                  </a:cxn>
                </a:cxnLst>
                <a:rect l="0" t="0" r="r" b="b"/>
                <a:pathLst>
                  <a:path w="127" h="186">
                    <a:moveTo>
                      <a:pt x="127" y="4"/>
                    </a:moveTo>
                    <a:lnTo>
                      <a:pt x="59" y="0"/>
                    </a:lnTo>
                    <a:lnTo>
                      <a:pt x="32" y="13"/>
                    </a:lnTo>
                    <a:lnTo>
                      <a:pt x="10" y="39"/>
                    </a:lnTo>
                    <a:lnTo>
                      <a:pt x="0" y="88"/>
                    </a:lnTo>
                    <a:lnTo>
                      <a:pt x="0" y="186"/>
                    </a:lnTo>
                    <a:lnTo>
                      <a:pt x="0" y="180"/>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黑体" panose="02010609060101010101" pitchFamily="49" charset="-122"/>
                </a:endParaRPr>
              </a:p>
            </p:txBody>
          </p:sp>
          <p:sp>
            <p:nvSpPr>
              <p:cNvPr id="425458" name="Freeform 561"/>
              <p:cNvSpPr>
                <a:spLocks noChangeArrowheads="1"/>
              </p:cNvSpPr>
              <p:nvPr/>
            </p:nvSpPr>
            <p:spPr bwMode="auto">
              <a:xfrm>
                <a:off x="1308" y="3501"/>
                <a:ext cx="47" cy="25"/>
              </a:xfrm>
              <a:custGeom>
                <a:avLst/>
                <a:gdLst>
                  <a:gd name="T0" fmla="*/ 0 w 96"/>
                  <a:gd name="T1" fmla="*/ 0 h 74"/>
                  <a:gd name="T2" fmla="*/ 89 w 96"/>
                  <a:gd name="T3" fmla="*/ 74 h 74"/>
                  <a:gd name="T4" fmla="*/ 96 w 96"/>
                  <a:gd name="T5" fmla="*/ 74 h 74"/>
                  <a:gd name="T6" fmla="*/ 93 w 96"/>
                  <a:gd name="T7" fmla="*/ 74 h 74"/>
                </a:gdLst>
                <a:ahLst/>
                <a:cxnLst>
                  <a:cxn ang="0">
                    <a:pos x="T0" y="T1"/>
                  </a:cxn>
                  <a:cxn ang="0">
                    <a:pos x="T2" y="T3"/>
                  </a:cxn>
                  <a:cxn ang="0">
                    <a:pos x="T4" y="T5"/>
                  </a:cxn>
                  <a:cxn ang="0">
                    <a:pos x="T6" y="T7"/>
                  </a:cxn>
                </a:cxnLst>
                <a:rect l="0" t="0" r="r" b="b"/>
                <a:pathLst>
                  <a:path w="96" h="74">
                    <a:moveTo>
                      <a:pt x="0" y="0"/>
                    </a:moveTo>
                    <a:lnTo>
                      <a:pt x="89" y="74"/>
                    </a:lnTo>
                    <a:lnTo>
                      <a:pt x="96" y="74"/>
                    </a:lnTo>
                    <a:lnTo>
                      <a:pt x="93" y="74"/>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黑体" panose="02010609060101010101" pitchFamily="49" charset="-122"/>
                </a:endParaRPr>
              </a:p>
            </p:txBody>
          </p:sp>
          <p:sp>
            <p:nvSpPr>
              <p:cNvPr id="425459" name="Oval 562"/>
              <p:cNvSpPr>
                <a:spLocks noChangeArrowheads="1"/>
              </p:cNvSpPr>
              <p:nvPr/>
            </p:nvSpPr>
            <p:spPr bwMode="auto">
              <a:xfrm>
                <a:off x="1339" y="3772"/>
                <a:ext cx="78" cy="26"/>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460" name="Oval 563"/>
              <p:cNvSpPr>
                <a:spLocks noChangeArrowheads="1"/>
              </p:cNvSpPr>
              <p:nvPr/>
            </p:nvSpPr>
            <p:spPr bwMode="auto">
              <a:xfrm>
                <a:off x="1432" y="3771"/>
                <a:ext cx="78" cy="25"/>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461" name="Freeform 564"/>
              <p:cNvSpPr>
                <a:spLocks noChangeArrowheads="1"/>
              </p:cNvSpPr>
              <p:nvPr/>
            </p:nvSpPr>
            <p:spPr bwMode="auto">
              <a:xfrm>
                <a:off x="1511" y="3785"/>
                <a:ext cx="94" cy="8"/>
              </a:xfrm>
              <a:custGeom>
                <a:avLst/>
                <a:gdLst>
                  <a:gd name="T0" fmla="*/ 0 w 188"/>
                  <a:gd name="T1" fmla="*/ 25 h 25"/>
                  <a:gd name="T2" fmla="*/ 6 w 188"/>
                  <a:gd name="T3" fmla="*/ 0 h 25"/>
                  <a:gd name="T4" fmla="*/ 175 w 188"/>
                  <a:gd name="T5" fmla="*/ 0 h 25"/>
                  <a:gd name="T6" fmla="*/ 188 w 188"/>
                  <a:gd name="T7" fmla="*/ 19 h 25"/>
                  <a:gd name="T8" fmla="*/ 0 w 188"/>
                  <a:gd name="T9" fmla="*/ 25 h 25"/>
                </a:gdLst>
                <a:ahLst/>
                <a:cxnLst>
                  <a:cxn ang="0">
                    <a:pos x="T0" y="T1"/>
                  </a:cxn>
                  <a:cxn ang="0">
                    <a:pos x="T2" y="T3"/>
                  </a:cxn>
                  <a:cxn ang="0">
                    <a:pos x="T4" y="T5"/>
                  </a:cxn>
                  <a:cxn ang="0">
                    <a:pos x="T6" y="T7"/>
                  </a:cxn>
                  <a:cxn ang="0">
                    <a:pos x="T8" y="T9"/>
                  </a:cxn>
                </a:cxnLst>
                <a:rect l="0" t="0" r="r" b="b"/>
                <a:pathLst>
                  <a:path w="188" h="25">
                    <a:moveTo>
                      <a:pt x="0" y="25"/>
                    </a:moveTo>
                    <a:lnTo>
                      <a:pt x="6" y="0"/>
                    </a:lnTo>
                    <a:lnTo>
                      <a:pt x="175" y="0"/>
                    </a:lnTo>
                    <a:lnTo>
                      <a:pt x="188" y="19"/>
                    </a:lnTo>
                    <a:lnTo>
                      <a:pt x="0" y="25"/>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462" name="Oval 565"/>
              <p:cNvSpPr>
                <a:spLocks noChangeArrowheads="1"/>
              </p:cNvSpPr>
              <p:nvPr/>
            </p:nvSpPr>
            <p:spPr bwMode="auto">
              <a:xfrm>
                <a:off x="1338" y="3767"/>
                <a:ext cx="78" cy="27"/>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463" name="Oval 566"/>
              <p:cNvSpPr>
                <a:spLocks noChangeArrowheads="1"/>
              </p:cNvSpPr>
              <p:nvPr/>
            </p:nvSpPr>
            <p:spPr bwMode="auto">
              <a:xfrm>
                <a:off x="1431" y="3766"/>
                <a:ext cx="77" cy="25"/>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grpSp>
        <p:nvGrpSpPr>
          <p:cNvPr id="425464" name="Group 567"/>
          <p:cNvGrpSpPr>
            <a:grpSpLocks/>
          </p:cNvGrpSpPr>
          <p:nvPr/>
        </p:nvGrpSpPr>
        <p:grpSpPr bwMode="auto">
          <a:xfrm>
            <a:off x="7631113" y="2251075"/>
            <a:ext cx="1222375" cy="781050"/>
            <a:chOff x="1680" y="240"/>
            <a:chExt cx="2529" cy="1270"/>
          </a:xfrm>
        </p:grpSpPr>
        <p:sp>
          <p:nvSpPr>
            <p:cNvPr id="425465" name="Oval 568"/>
            <p:cNvSpPr>
              <a:spLocks noChangeArrowheads="1"/>
            </p:cNvSpPr>
            <p:nvPr/>
          </p:nvSpPr>
          <p:spPr bwMode="auto">
            <a:xfrm>
              <a:off x="2554" y="240"/>
              <a:ext cx="1088" cy="513"/>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466" name="Oval 569"/>
            <p:cNvSpPr>
              <a:spLocks noChangeArrowheads="1"/>
            </p:cNvSpPr>
            <p:nvPr/>
          </p:nvSpPr>
          <p:spPr bwMode="auto">
            <a:xfrm>
              <a:off x="1941" y="381"/>
              <a:ext cx="827" cy="513"/>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467" name="Oval 570"/>
            <p:cNvSpPr>
              <a:spLocks noChangeArrowheads="1"/>
            </p:cNvSpPr>
            <p:nvPr/>
          </p:nvSpPr>
          <p:spPr bwMode="auto">
            <a:xfrm>
              <a:off x="1680" y="702"/>
              <a:ext cx="552" cy="411"/>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468" name="Oval 571"/>
            <p:cNvSpPr>
              <a:spLocks noChangeArrowheads="1"/>
            </p:cNvSpPr>
            <p:nvPr/>
          </p:nvSpPr>
          <p:spPr bwMode="auto">
            <a:xfrm>
              <a:off x="1849" y="894"/>
              <a:ext cx="842" cy="450"/>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469" name="Oval 572"/>
            <p:cNvSpPr>
              <a:spLocks noChangeArrowheads="1"/>
            </p:cNvSpPr>
            <p:nvPr/>
          </p:nvSpPr>
          <p:spPr bwMode="auto">
            <a:xfrm>
              <a:off x="2462" y="971"/>
              <a:ext cx="1272" cy="539"/>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470" name="Oval 573"/>
            <p:cNvSpPr>
              <a:spLocks noChangeArrowheads="1"/>
            </p:cNvSpPr>
            <p:nvPr/>
          </p:nvSpPr>
          <p:spPr bwMode="auto">
            <a:xfrm>
              <a:off x="3289" y="394"/>
              <a:ext cx="797" cy="39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471" name="Oval 574"/>
            <p:cNvSpPr>
              <a:spLocks noChangeArrowheads="1"/>
            </p:cNvSpPr>
            <p:nvPr/>
          </p:nvSpPr>
          <p:spPr bwMode="auto">
            <a:xfrm>
              <a:off x="3412" y="663"/>
              <a:ext cx="797" cy="39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472" name="Oval 575"/>
            <p:cNvSpPr>
              <a:spLocks noChangeArrowheads="1"/>
            </p:cNvSpPr>
            <p:nvPr/>
          </p:nvSpPr>
          <p:spPr bwMode="auto">
            <a:xfrm>
              <a:off x="3335" y="753"/>
              <a:ext cx="797" cy="66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25473" name="Oval 576"/>
            <p:cNvSpPr>
              <a:spLocks noChangeArrowheads="1"/>
            </p:cNvSpPr>
            <p:nvPr/>
          </p:nvSpPr>
          <p:spPr bwMode="auto">
            <a:xfrm>
              <a:off x="2140" y="548"/>
              <a:ext cx="1640" cy="667"/>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sp>
        <p:nvSpPr>
          <p:cNvPr id="425474" name="Text Box 577"/>
          <p:cNvSpPr txBox="1">
            <a:spLocks noChangeArrowheads="1"/>
          </p:cNvSpPr>
          <p:nvPr/>
        </p:nvSpPr>
        <p:spPr bwMode="auto">
          <a:xfrm>
            <a:off x="7878763" y="2439988"/>
            <a:ext cx="87788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局域网</a:t>
            </a:r>
          </a:p>
        </p:txBody>
      </p:sp>
      <p:sp>
        <p:nvSpPr>
          <p:cNvPr id="425475" name="Line 578"/>
          <p:cNvSpPr>
            <a:spLocks noChangeShapeType="1"/>
          </p:cNvSpPr>
          <p:nvPr/>
        </p:nvSpPr>
        <p:spPr bwMode="auto">
          <a:xfrm flipV="1">
            <a:off x="1176338" y="2317750"/>
            <a:ext cx="1327150" cy="360363"/>
          </a:xfrm>
          <a:prstGeom prst="line">
            <a:avLst/>
          </a:prstGeom>
          <a:noFill/>
          <a:ln w="57150">
            <a:solidFill>
              <a:srgbClr val="FF0000"/>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25476" name="Line 579"/>
          <p:cNvSpPr>
            <a:spLocks noChangeShapeType="1"/>
          </p:cNvSpPr>
          <p:nvPr/>
        </p:nvSpPr>
        <p:spPr bwMode="auto">
          <a:xfrm flipV="1">
            <a:off x="5435600" y="2330450"/>
            <a:ext cx="1522413" cy="115888"/>
          </a:xfrm>
          <a:prstGeom prst="line">
            <a:avLst/>
          </a:prstGeom>
          <a:noFill/>
          <a:ln w="57150">
            <a:solidFill>
              <a:srgbClr val="FF0000"/>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25477" name="Line 580"/>
          <p:cNvSpPr>
            <a:spLocks noChangeShapeType="1"/>
          </p:cNvSpPr>
          <p:nvPr/>
        </p:nvSpPr>
        <p:spPr bwMode="auto">
          <a:xfrm>
            <a:off x="7608888" y="2376488"/>
            <a:ext cx="1719262" cy="261937"/>
          </a:xfrm>
          <a:prstGeom prst="line">
            <a:avLst/>
          </a:prstGeom>
          <a:noFill/>
          <a:ln w="57150">
            <a:solidFill>
              <a:srgbClr val="FF0000"/>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25478" name="Line 581"/>
          <p:cNvSpPr>
            <a:spLocks noChangeShapeType="1"/>
          </p:cNvSpPr>
          <p:nvPr/>
        </p:nvSpPr>
        <p:spPr bwMode="auto">
          <a:xfrm>
            <a:off x="3198813" y="2287588"/>
            <a:ext cx="1671637" cy="142875"/>
          </a:xfrm>
          <a:prstGeom prst="line">
            <a:avLst/>
          </a:prstGeom>
          <a:noFill/>
          <a:ln w="57150">
            <a:solidFill>
              <a:srgbClr val="FF0000"/>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25479" name="Text Box 583"/>
          <p:cNvSpPr txBox="1">
            <a:spLocks noChangeArrowheads="1"/>
          </p:cNvSpPr>
          <p:nvPr/>
        </p:nvSpPr>
        <p:spPr bwMode="auto">
          <a:xfrm>
            <a:off x="2752725" y="1196975"/>
            <a:ext cx="421163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3200" b="1">
                <a:solidFill>
                  <a:srgbClr val="000099"/>
                </a:solidFill>
                <a:ea typeface="黑体" panose="02010609060101010101" pitchFamily="49" charset="-122"/>
              </a:rPr>
              <a:t>主机</a:t>
            </a:r>
            <a:r>
              <a:rPr lang="zh-CN" altLang="en-US" b="1">
                <a:solidFill>
                  <a:srgbClr val="000099"/>
                </a:solidFill>
                <a:ea typeface="黑体" panose="02010609060101010101" pitchFamily="49" charset="-122"/>
              </a:rPr>
              <a:t> </a:t>
            </a:r>
            <a:r>
              <a:rPr lang="en-US" altLang="zh-CN" sz="3200" b="1">
                <a:solidFill>
                  <a:srgbClr val="000099"/>
                </a:solidFill>
                <a:ea typeface="黑体" panose="02010609060101010101" pitchFamily="49" charset="-122"/>
              </a:rPr>
              <a:t>H</a:t>
            </a:r>
            <a:r>
              <a:rPr lang="en-US" altLang="zh-CN" sz="3200" b="1" baseline="-25000">
                <a:solidFill>
                  <a:srgbClr val="000099"/>
                </a:solidFill>
                <a:ea typeface="黑体" panose="02010609060101010101" pitchFamily="49" charset="-122"/>
              </a:rPr>
              <a:t>1</a:t>
            </a:r>
            <a:r>
              <a:rPr lang="en-US" altLang="zh-CN" b="1">
                <a:solidFill>
                  <a:srgbClr val="000099"/>
                </a:solidFill>
                <a:ea typeface="黑体" panose="02010609060101010101" pitchFamily="49" charset="-122"/>
              </a:rPr>
              <a:t> </a:t>
            </a:r>
            <a:r>
              <a:rPr lang="zh-CN" altLang="en-US" sz="3200" b="1">
                <a:solidFill>
                  <a:srgbClr val="000099"/>
                </a:solidFill>
                <a:ea typeface="黑体" panose="02010609060101010101" pitchFamily="49" charset="-122"/>
              </a:rPr>
              <a:t>向</a:t>
            </a:r>
            <a:r>
              <a:rPr lang="zh-CN" altLang="en-US" b="1">
                <a:solidFill>
                  <a:srgbClr val="000099"/>
                </a:solidFill>
                <a:ea typeface="黑体" panose="02010609060101010101" pitchFamily="49" charset="-122"/>
              </a:rPr>
              <a:t> </a:t>
            </a:r>
            <a:r>
              <a:rPr lang="en-US" altLang="zh-CN" sz="3200" b="1">
                <a:solidFill>
                  <a:srgbClr val="000099"/>
                </a:solidFill>
                <a:ea typeface="黑体" panose="02010609060101010101" pitchFamily="49" charset="-122"/>
              </a:rPr>
              <a:t>H</a:t>
            </a:r>
            <a:r>
              <a:rPr lang="en-US" altLang="zh-CN" sz="3200" b="1" baseline="-25000">
                <a:solidFill>
                  <a:srgbClr val="000099"/>
                </a:solidFill>
                <a:ea typeface="黑体" panose="02010609060101010101" pitchFamily="49" charset="-122"/>
              </a:rPr>
              <a:t>2</a:t>
            </a:r>
            <a:r>
              <a:rPr lang="en-US" altLang="zh-CN" b="1">
                <a:solidFill>
                  <a:srgbClr val="000099"/>
                </a:solidFill>
                <a:ea typeface="黑体" panose="02010609060101010101" pitchFamily="49" charset="-122"/>
              </a:rPr>
              <a:t> </a:t>
            </a:r>
            <a:r>
              <a:rPr lang="zh-CN" altLang="en-US" sz="3200" b="1">
                <a:solidFill>
                  <a:srgbClr val="000099"/>
                </a:solidFill>
                <a:ea typeface="黑体" panose="02010609060101010101" pitchFamily="49" charset="-122"/>
              </a:rPr>
              <a:t>发送数据</a:t>
            </a:r>
            <a:endParaRPr lang="zh-CN" altLang="en-US" sz="3200" b="1" baseline="-25000">
              <a:solidFill>
                <a:srgbClr val="000099"/>
              </a:solidFill>
              <a:ea typeface="黑体" panose="02010609060101010101" pitchFamily="49" charset="-122"/>
            </a:endParaRPr>
          </a:p>
        </p:txBody>
      </p:sp>
      <p:sp>
        <p:nvSpPr>
          <p:cNvPr id="119429" name="Text Box 645"/>
          <p:cNvSpPr txBox="1">
            <a:spLocks noChangeArrowheads="1"/>
          </p:cNvSpPr>
          <p:nvPr/>
        </p:nvSpPr>
        <p:spPr bwMode="auto">
          <a:xfrm>
            <a:off x="2508250" y="3492500"/>
            <a:ext cx="55403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3200" b="1">
                <a:solidFill>
                  <a:srgbClr val="C00000"/>
                </a:solidFill>
                <a:ea typeface="黑体" panose="02010609060101010101" pitchFamily="49" charset="-122"/>
              </a:rPr>
              <a:t>仅从数据链路层观察帧的流动</a:t>
            </a:r>
          </a:p>
        </p:txBody>
      </p:sp>
      <p:sp>
        <p:nvSpPr>
          <p:cNvPr id="425481" name="矩形 583"/>
          <p:cNvSpPr>
            <a:spLocks noChangeArrowheads="1"/>
          </p:cNvSpPr>
          <p:nvPr/>
        </p:nvSpPr>
        <p:spPr bwMode="auto">
          <a:xfrm>
            <a:off x="1985963" y="6351588"/>
            <a:ext cx="64230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zh-CN" sz="2400" b="1">
                <a:ea typeface="黑体" panose="02010609060101010101" pitchFamily="49" charset="-122"/>
              </a:rPr>
              <a:t>只考虑数据在数据链路层的流动</a:t>
            </a:r>
            <a:endParaRPr lang="zh-CN" altLang="en-US" sz="2400" b="1">
              <a:ea typeface="黑体" panose="02010609060101010101" pitchFamily="49" charset="-122"/>
            </a:endParaRPr>
          </a:p>
        </p:txBody>
      </p:sp>
      <p:sp>
        <p:nvSpPr>
          <p:cNvPr id="2" name="矩形 1"/>
          <p:cNvSpPr>
            <a:spLocks noChangeArrowheads="1"/>
          </p:cNvSpPr>
          <p:nvPr/>
        </p:nvSpPr>
        <p:spPr bwMode="auto">
          <a:xfrm>
            <a:off x="2671763" y="5908675"/>
            <a:ext cx="5346700" cy="400050"/>
          </a:xfrm>
          <a:prstGeom prst="rect">
            <a:avLst/>
          </a:prstGeom>
          <a:solidFill>
            <a:srgbClr val="66FF66"/>
          </a:solidFill>
          <a:ln w="9525">
            <a:solidFill>
              <a:srgbClr val="0070C0"/>
            </a:solidFill>
            <a:round/>
            <a:headEnd/>
            <a:tailEnd/>
          </a:ln>
        </p:spPr>
        <p:txBody>
          <a:bodyPr wrap="none">
            <a:spAutoFit/>
          </a:bodyPr>
          <a:lstStyle/>
          <a:p>
            <a:pPr eaLnBrk="0" hangingPunct="0"/>
            <a:r>
              <a:rPr lang="zh-CN" altLang="zh-CN" sz="2000" b="1">
                <a:solidFill>
                  <a:srgbClr val="000066"/>
                </a:solidFill>
                <a:ea typeface="黑体" panose="02010609060101010101" pitchFamily="49" charset="-122"/>
              </a:rPr>
              <a:t>不同的链路层可能采用不同的数据链路层协议</a:t>
            </a:r>
            <a:endParaRPr lang="zh-CN" altLang="en-US" sz="2000" b="1">
              <a:solidFill>
                <a:srgbClr val="000066"/>
              </a:solidFill>
              <a:ea typeface="黑体" panose="02010609060101010101" pitchFamily="49" charset="-122"/>
            </a:endParaRPr>
          </a:p>
        </p:txBody>
      </p:sp>
      <p:grpSp>
        <p:nvGrpSpPr>
          <p:cNvPr id="425483" name="组合 2"/>
          <p:cNvGrpSpPr>
            <a:grpSpLocks/>
          </p:cNvGrpSpPr>
          <p:nvPr/>
        </p:nvGrpSpPr>
        <p:grpSpPr bwMode="auto">
          <a:xfrm>
            <a:off x="322263" y="3386138"/>
            <a:ext cx="9455150" cy="2419350"/>
            <a:chOff x="322121" y="3386039"/>
            <a:chExt cx="9455415" cy="2419350"/>
          </a:xfrm>
        </p:grpSpPr>
        <p:grpSp>
          <p:nvGrpSpPr>
            <p:cNvPr id="425484" name="Group 587"/>
            <p:cNvGrpSpPr>
              <a:grpSpLocks/>
            </p:cNvGrpSpPr>
            <p:nvPr/>
          </p:nvGrpSpPr>
          <p:grpSpPr bwMode="auto">
            <a:xfrm>
              <a:off x="322121" y="3386039"/>
              <a:ext cx="9455415" cy="2419350"/>
              <a:chOff x="158" y="2405"/>
              <a:chExt cx="5498" cy="1524"/>
            </a:xfrm>
          </p:grpSpPr>
          <p:sp>
            <p:nvSpPr>
              <p:cNvPr id="425485" name="AutoShape 524"/>
              <p:cNvSpPr>
                <a:spLocks noChangeArrowheads="1"/>
              </p:cNvSpPr>
              <p:nvPr/>
            </p:nvSpPr>
            <p:spPr bwMode="auto">
              <a:xfrm>
                <a:off x="158" y="2633"/>
                <a:ext cx="564" cy="1144"/>
              </a:xfrm>
              <a:prstGeom prst="cube">
                <a:avLst>
                  <a:gd name="adj" fmla="val 9250"/>
                </a:avLst>
              </a:prstGeom>
              <a:solidFill>
                <a:srgbClr val="FFFF66"/>
              </a:solidFill>
              <a:ln w="1905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5486" name="Freeform 525"/>
              <p:cNvSpPr>
                <a:spLocks noChangeArrowheads="1"/>
              </p:cNvSpPr>
              <p:nvPr/>
            </p:nvSpPr>
            <p:spPr bwMode="auto">
              <a:xfrm>
                <a:off x="158" y="3491"/>
                <a:ext cx="564" cy="75"/>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5487" name="Freeform 528"/>
              <p:cNvSpPr>
                <a:spLocks noChangeArrowheads="1"/>
              </p:cNvSpPr>
              <p:nvPr/>
            </p:nvSpPr>
            <p:spPr bwMode="auto">
              <a:xfrm>
                <a:off x="158" y="2844"/>
                <a:ext cx="564" cy="75"/>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5488" name="Freeform 526"/>
              <p:cNvSpPr>
                <a:spLocks noChangeArrowheads="1"/>
              </p:cNvSpPr>
              <p:nvPr/>
            </p:nvSpPr>
            <p:spPr bwMode="auto">
              <a:xfrm>
                <a:off x="158" y="3273"/>
                <a:ext cx="564" cy="75"/>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5489" name="Freeform 527"/>
              <p:cNvSpPr>
                <a:spLocks noChangeArrowheads="1"/>
              </p:cNvSpPr>
              <p:nvPr/>
            </p:nvSpPr>
            <p:spPr bwMode="auto">
              <a:xfrm>
                <a:off x="158" y="3058"/>
                <a:ext cx="564" cy="76"/>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5490" name="Rectangle 529"/>
              <p:cNvSpPr>
                <a:spLocks noChangeArrowheads="1"/>
              </p:cNvSpPr>
              <p:nvPr/>
            </p:nvSpPr>
            <p:spPr bwMode="auto">
              <a:xfrm>
                <a:off x="170" y="3363"/>
                <a:ext cx="486"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5491" name="Text Box 530"/>
              <p:cNvSpPr txBox="1">
                <a:spLocks noChangeArrowheads="1"/>
              </p:cNvSpPr>
              <p:nvPr/>
            </p:nvSpPr>
            <p:spPr bwMode="auto">
              <a:xfrm>
                <a:off x="158" y="3330"/>
                <a:ext cx="51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链路层</a:t>
                </a:r>
              </a:p>
            </p:txBody>
          </p:sp>
          <p:sp>
            <p:nvSpPr>
              <p:cNvPr id="425492" name="Text Box 531"/>
              <p:cNvSpPr txBox="1">
                <a:spLocks noChangeArrowheads="1"/>
              </p:cNvSpPr>
              <p:nvPr/>
            </p:nvSpPr>
            <p:spPr bwMode="auto">
              <a:xfrm>
                <a:off x="160" y="2677"/>
                <a:ext cx="51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应用层</a:t>
                </a:r>
              </a:p>
            </p:txBody>
          </p:sp>
          <p:sp>
            <p:nvSpPr>
              <p:cNvPr id="425493" name="Text Box 532"/>
              <p:cNvSpPr txBox="1">
                <a:spLocks noChangeArrowheads="1"/>
              </p:cNvSpPr>
              <p:nvPr/>
            </p:nvSpPr>
            <p:spPr bwMode="auto">
              <a:xfrm>
                <a:off x="158" y="2894"/>
                <a:ext cx="51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运输层</a:t>
                </a:r>
              </a:p>
            </p:txBody>
          </p:sp>
          <p:sp>
            <p:nvSpPr>
              <p:cNvPr id="425494" name="Text Box 533"/>
              <p:cNvSpPr txBox="1">
                <a:spLocks noChangeArrowheads="1"/>
              </p:cNvSpPr>
              <p:nvPr/>
            </p:nvSpPr>
            <p:spPr bwMode="auto">
              <a:xfrm>
                <a:off x="158" y="3112"/>
                <a:ext cx="51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网络层</a:t>
                </a:r>
              </a:p>
            </p:txBody>
          </p:sp>
          <p:sp>
            <p:nvSpPr>
              <p:cNvPr id="425495" name="Text Box 534"/>
              <p:cNvSpPr txBox="1">
                <a:spLocks noChangeArrowheads="1"/>
              </p:cNvSpPr>
              <p:nvPr/>
            </p:nvSpPr>
            <p:spPr bwMode="auto">
              <a:xfrm>
                <a:off x="158" y="3548"/>
                <a:ext cx="51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物理层</a:t>
                </a:r>
              </a:p>
            </p:txBody>
          </p:sp>
          <p:sp>
            <p:nvSpPr>
              <p:cNvPr id="425496" name="AutoShape 536"/>
              <p:cNvSpPr>
                <a:spLocks noChangeArrowheads="1"/>
              </p:cNvSpPr>
              <p:nvPr/>
            </p:nvSpPr>
            <p:spPr bwMode="auto">
              <a:xfrm>
                <a:off x="5092" y="2633"/>
                <a:ext cx="564" cy="1144"/>
              </a:xfrm>
              <a:prstGeom prst="cube">
                <a:avLst>
                  <a:gd name="adj" fmla="val 9250"/>
                </a:avLst>
              </a:prstGeom>
              <a:solidFill>
                <a:srgbClr val="FFFF66"/>
              </a:solidFill>
              <a:ln w="1905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5497" name="Freeform 537"/>
              <p:cNvSpPr>
                <a:spLocks noChangeArrowheads="1"/>
              </p:cNvSpPr>
              <p:nvPr/>
            </p:nvSpPr>
            <p:spPr bwMode="auto">
              <a:xfrm>
                <a:off x="5092" y="3491"/>
                <a:ext cx="564" cy="75"/>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5498" name="Freeform 538"/>
              <p:cNvSpPr>
                <a:spLocks noChangeArrowheads="1"/>
              </p:cNvSpPr>
              <p:nvPr/>
            </p:nvSpPr>
            <p:spPr bwMode="auto">
              <a:xfrm>
                <a:off x="5092" y="3273"/>
                <a:ext cx="564" cy="75"/>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5499" name="Freeform 539"/>
              <p:cNvSpPr>
                <a:spLocks noChangeArrowheads="1"/>
              </p:cNvSpPr>
              <p:nvPr/>
            </p:nvSpPr>
            <p:spPr bwMode="auto">
              <a:xfrm>
                <a:off x="5092" y="3058"/>
                <a:ext cx="564" cy="76"/>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5500" name="Freeform 540"/>
              <p:cNvSpPr>
                <a:spLocks noChangeArrowheads="1"/>
              </p:cNvSpPr>
              <p:nvPr/>
            </p:nvSpPr>
            <p:spPr bwMode="auto">
              <a:xfrm>
                <a:off x="5092" y="2844"/>
                <a:ext cx="564" cy="75"/>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5501" name="Rectangle 541"/>
              <p:cNvSpPr>
                <a:spLocks noChangeArrowheads="1"/>
              </p:cNvSpPr>
              <p:nvPr/>
            </p:nvSpPr>
            <p:spPr bwMode="auto">
              <a:xfrm>
                <a:off x="5104" y="3362"/>
                <a:ext cx="486"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5502" name="Text Box 542"/>
              <p:cNvSpPr txBox="1">
                <a:spLocks noChangeArrowheads="1"/>
              </p:cNvSpPr>
              <p:nvPr/>
            </p:nvSpPr>
            <p:spPr bwMode="auto">
              <a:xfrm>
                <a:off x="5057" y="3339"/>
                <a:ext cx="54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b="1">
                    <a:solidFill>
                      <a:srgbClr val="000099"/>
                    </a:solidFill>
                    <a:ea typeface="黑体" panose="02010609060101010101" pitchFamily="49" charset="-122"/>
                  </a:rPr>
                  <a:t>链路层</a:t>
                </a:r>
              </a:p>
            </p:txBody>
          </p:sp>
          <p:sp>
            <p:nvSpPr>
              <p:cNvPr id="425503" name="Text Box 543"/>
              <p:cNvSpPr txBox="1">
                <a:spLocks noChangeArrowheads="1"/>
              </p:cNvSpPr>
              <p:nvPr/>
            </p:nvSpPr>
            <p:spPr bwMode="auto">
              <a:xfrm>
                <a:off x="5059" y="2677"/>
                <a:ext cx="51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应用层</a:t>
                </a:r>
              </a:p>
            </p:txBody>
          </p:sp>
          <p:sp>
            <p:nvSpPr>
              <p:cNvPr id="425504" name="Text Box 544"/>
              <p:cNvSpPr txBox="1">
                <a:spLocks noChangeArrowheads="1"/>
              </p:cNvSpPr>
              <p:nvPr/>
            </p:nvSpPr>
            <p:spPr bwMode="auto">
              <a:xfrm>
                <a:off x="5057" y="2894"/>
                <a:ext cx="51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运输层</a:t>
                </a:r>
              </a:p>
            </p:txBody>
          </p:sp>
          <p:sp>
            <p:nvSpPr>
              <p:cNvPr id="425505" name="Text Box 545"/>
              <p:cNvSpPr txBox="1">
                <a:spLocks noChangeArrowheads="1"/>
              </p:cNvSpPr>
              <p:nvPr/>
            </p:nvSpPr>
            <p:spPr bwMode="auto">
              <a:xfrm>
                <a:off x="5057" y="3112"/>
                <a:ext cx="51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网络层</a:t>
                </a:r>
              </a:p>
            </p:txBody>
          </p:sp>
          <p:sp>
            <p:nvSpPr>
              <p:cNvPr id="425506" name="Text Box 546"/>
              <p:cNvSpPr txBox="1">
                <a:spLocks noChangeArrowheads="1"/>
              </p:cNvSpPr>
              <p:nvPr/>
            </p:nvSpPr>
            <p:spPr bwMode="auto">
              <a:xfrm>
                <a:off x="5057" y="3548"/>
                <a:ext cx="51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物理层</a:t>
                </a:r>
              </a:p>
            </p:txBody>
          </p:sp>
          <p:sp>
            <p:nvSpPr>
              <p:cNvPr id="425507" name="AutoShape 547"/>
              <p:cNvSpPr>
                <a:spLocks noChangeArrowheads="1"/>
              </p:cNvSpPr>
              <p:nvPr/>
            </p:nvSpPr>
            <p:spPr bwMode="auto">
              <a:xfrm>
                <a:off x="1383" y="3081"/>
                <a:ext cx="564" cy="696"/>
              </a:xfrm>
              <a:prstGeom prst="cube">
                <a:avLst>
                  <a:gd name="adj" fmla="val 9250"/>
                </a:avLst>
              </a:prstGeom>
              <a:solidFill>
                <a:srgbClr val="CCECFF"/>
              </a:solidFill>
              <a:ln w="1905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5508" name="Freeform 548"/>
              <p:cNvSpPr>
                <a:spLocks noChangeArrowheads="1"/>
              </p:cNvSpPr>
              <p:nvPr/>
            </p:nvSpPr>
            <p:spPr bwMode="auto">
              <a:xfrm>
                <a:off x="1383" y="3491"/>
                <a:ext cx="564" cy="75"/>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5509" name="Rectangle 549"/>
              <p:cNvSpPr>
                <a:spLocks noChangeArrowheads="1"/>
              </p:cNvSpPr>
              <p:nvPr/>
            </p:nvSpPr>
            <p:spPr bwMode="auto">
              <a:xfrm>
                <a:off x="1408" y="3353"/>
                <a:ext cx="476"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5510" name="Freeform 550"/>
              <p:cNvSpPr>
                <a:spLocks noChangeArrowheads="1"/>
              </p:cNvSpPr>
              <p:nvPr/>
            </p:nvSpPr>
            <p:spPr bwMode="auto">
              <a:xfrm>
                <a:off x="1383" y="3273"/>
                <a:ext cx="564" cy="75"/>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5511" name="Text Box 551"/>
              <p:cNvSpPr txBox="1">
                <a:spLocks noChangeArrowheads="1"/>
              </p:cNvSpPr>
              <p:nvPr/>
            </p:nvSpPr>
            <p:spPr bwMode="auto">
              <a:xfrm>
                <a:off x="1379" y="3330"/>
                <a:ext cx="51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链路层</a:t>
                </a:r>
              </a:p>
            </p:txBody>
          </p:sp>
          <p:sp>
            <p:nvSpPr>
              <p:cNvPr id="425512" name="Text Box 552"/>
              <p:cNvSpPr txBox="1">
                <a:spLocks noChangeArrowheads="1"/>
              </p:cNvSpPr>
              <p:nvPr/>
            </p:nvSpPr>
            <p:spPr bwMode="auto">
              <a:xfrm>
                <a:off x="1379" y="3112"/>
                <a:ext cx="51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网络层</a:t>
                </a:r>
              </a:p>
            </p:txBody>
          </p:sp>
          <p:sp>
            <p:nvSpPr>
              <p:cNvPr id="425513" name="Text Box 553"/>
              <p:cNvSpPr txBox="1">
                <a:spLocks noChangeArrowheads="1"/>
              </p:cNvSpPr>
              <p:nvPr/>
            </p:nvSpPr>
            <p:spPr bwMode="auto">
              <a:xfrm>
                <a:off x="1379" y="3548"/>
                <a:ext cx="51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物理层</a:t>
                </a:r>
              </a:p>
            </p:txBody>
          </p:sp>
          <p:sp>
            <p:nvSpPr>
              <p:cNvPr id="425514" name="AutoShape 554"/>
              <p:cNvSpPr>
                <a:spLocks noChangeArrowheads="1"/>
              </p:cNvSpPr>
              <p:nvPr/>
            </p:nvSpPr>
            <p:spPr bwMode="auto">
              <a:xfrm>
                <a:off x="2710" y="3081"/>
                <a:ext cx="564" cy="696"/>
              </a:xfrm>
              <a:prstGeom prst="cube">
                <a:avLst>
                  <a:gd name="adj" fmla="val 9250"/>
                </a:avLst>
              </a:prstGeom>
              <a:solidFill>
                <a:srgbClr val="CCECFF"/>
              </a:solidFill>
              <a:ln w="1905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5515" name="Freeform 555"/>
              <p:cNvSpPr>
                <a:spLocks noChangeArrowheads="1"/>
              </p:cNvSpPr>
              <p:nvPr/>
            </p:nvSpPr>
            <p:spPr bwMode="auto">
              <a:xfrm>
                <a:off x="2710" y="3491"/>
                <a:ext cx="564" cy="75"/>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5516" name="Rectangle 556"/>
              <p:cNvSpPr>
                <a:spLocks noChangeArrowheads="1"/>
              </p:cNvSpPr>
              <p:nvPr/>
            </p:nvSpPr>
            <p:spPr bwMode="auto">
              <a:xfrm>
                <a:off x="2722" y="3353"/>
                <a:ext cx="492"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5517" name="Freeform 557"/>
              <p:cNvSpPr>
                <a:spLocks noChangeArrowheads="1"/>
              </p:cNvSpPr>
              <p:nvPr/>
            </p:nvSpPr>
            <p:spPr bwMode="auto">
              <a:xfrm>
                <a:off x="2710" y="3273"/>
                <a:ext cx="564" cy="75"/>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5518" name="Text Box 558"/>
              <p:cNvSpPr txBox="1">
                <a:spLocks noChangeArrowheads="1"/>
              </p:cNvSpPr>
              <p:nvPr/>
            </p:nvSpPr>
            <p:spPr bwMode="auto">
              <a:xfrm>
                <a:off x="2699" y="3330"/>
                <a:ext cx="51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链路层</a:t>
                </a:r>
              </a:p>
            </p:txBody>
          </p:sp>
          <p:sp>
            <p:nvSpPr>
              <p:cNvPr id="425519" name="Text Box 559"/>
              <p:cNvSpPr txBox="1">
                <a:spLocks noChangeArrowheads="1"/>
              </p:cNvSpPr>
              <p:nvPr/>
            </p:nvSpPr>
            <p:spPr bwMode="auto">
              <a:xfrm>
                <a:off x="2699" y="3112"/>
                <a:ext cx="51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网络层</a:t>
                </a:r>
              </a:p>
            </p:txBody>
          </p:sp>
          <p:sp>
            <p:nvSpPr>
              <p:cNvPr id="425520" name="Text Box 560"/>
              <p:cNvSpPr txBox="1">
                <a:spLocks noChangeArrowheads="1"/>
              </p:cNvSpPr>
              <p:nvPr/>
            </p:nvSpPr>
            <p:spPr bwMode="auto">
              <a:xfrm>
                <a:off x="2699" y="3548"/>
                <a:ext cx="51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物理层</a:t>
                </a:r>
              </a:p>
            </p:txBody>
          </p:sp>
          <p:sp>
            <p:nvSpPr>
              <p:cNvPr id="425521" name="AutoShape 561"/>
              <p:cNvSpPr>
                <a:spLocks noChangeArrowheads="1"/>
              </p:cNvSpPr>
              <p:nvPr/>
            </p:nvSpPr>
            <p:spPr bwMode="auto">
              <a:xfrm>
                <a:off x="3901" y="3081"/>
                <a:ext cx="564" cy="696"/>
              </a:xfrm>
              <a:prstGeom prst="cube">
                <a:avLst>
                  <a:gd name="adj" fmla="val 9250"/>
                </a:avLst>
              </a:prstGeom>
              <a:solidFill>
                <a:srgbClr val="CCECFF"/>
              </a:solidFill>
              <a:ln w="1905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5522" name="Freeform 562"/>
              <p:cNvSpPr>
                <a:spLocks noChangeArrowheads="1"/>
              </p:cNvSpPr>
              <p:nvPr/>
            </p:nvSpPr>
            <p:spPr bwMode="auto">
              <a:xfrm>
                <a:off x="3901" y="3491"/>
                <a:ext cx="564" cy="75"/>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5523" name="Rectangle 563"/>
              <p:cNvSpPr>
                <a:spLocks noChangeArrowheads="1"/>
              </p:cNvSpPr>
              <p:nvPr/>
            </p:nvSpPr>
            <p:spPr bwMode="auto">
              <a:xfrm>
                <a:off x="3910" y="3353"/>
                <a:ext cx="498"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5524" name="Freeform 564"/>
              <p:cNvSpPr>
                <a:spLocks noChangeArrowheads="1"/>
              </p:cNvSpPr>
              <p:nvPr/>
            </p:nvSpPr>
            <p:spPr bwMode="auto">
              <a:xfrm>
                <a:off x="3901" y="3273"/>
                <a:ext cx="564" cy="75"/>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25525" name="Text Box 565"/>
              <p:cNvSpPr txBox="1">
                <a:spLocks noChangeArrowheads="1"/>
              </p:cNvSpPr>
              <p:nvPr/>
            </p:nvSpPr>
            <p:spPr bwMode="auto">
              <a:xfrm>
                <a:off x="3878" y="3330"/>
                <a:ext cx="51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链路层</a:t>
                </a:r>
              </a:p>
            </p:txBody>
          </p:sp>
          <p:sp>
            <p:nvSpPr>
              <p:cNvPr id="425526" name="Text Box 566"/>
              <p:cNvSpPr txBox="1">
                <a:spLocks noChangeArrowheads="1"/>
              </p:cNvSpPr>
              <p:nvPr/>
            </p:nvSpPr>
            <p:spPr bwMode="auto">
              <a:xfrm>
                <a:off x="3878" y="3112"/>
                <a:ext cx="51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网络层</a:t>
                </a:r>
              </a:p>
            </p:txBody>
          </p:sp>
          <p:sp>
            <p:nvSpPr>
              <p:cNvPr id="425527" name="Text Box 567"/>
              <p:cNvSpPr txBox="1">
                <a:spLocks noChangeArrowheads="1"/>
              </p:cNvSpPr>
              <p:nvPr/>
            </p:nvSpPr>
            <p:spPr bwMode="auto">
              <a:xfrm>
                <a:off x="3878" y="3548"/>
                <a:ext cx="51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物理层</a:t>
                </a:r>
              </a:p>
            </p:txBody>
          </p:sp>
          <p:sp>
            <p:nvSpPr>
              <p:cNvPr id="425528" name="Freeform 572"/>
              <p:cNvSpPr>
                <a:spLocks noChangeArrowheads="1"/>
              </p:cNvSpPr>
              <p:nvPr/>
            </p:nvSpPr>
            <p:spPr bwMode="auto">
              <a:xfrm>
                <a:off x="568" y="3777"/>
                <a:ext cx="1072" cy="152"/>
              </a:xfrm>
              <a:custGeom>
                <a:avLst/>
                <a:gdLst>
                  <a:gd name="T0" fmla="*/ 0 w 1072"/>
                  <a:gd name="T1" fmla="*/ 0 h 152"/>
                  <a:gd name="T2" fmla="*/ 0 w 1072"/>
                  <a:gd name="T3" fmla="*/ 152 h 152"/>
                  <a:gd name="T4" fmla="*/ 1072 w 1072"/>
                  <a:gd name="T5" fmla="*/ 152 h 152"/>
                  <a:gd name="T6" fmla="*/ 1072 w 1072"/>
                  <a:gd name="T7" fmla="*/ 8 h 152"/>
                </a:gdLst>
                <a:ahLst/>
                <a:cxnLst>
                  <a:cxn ang="0">
                    <a:pos x="T0" y="T1"/>
                  </a:cxn>
                  <a:cxn ang="0">
                    <a:pos x="T2" y="T3"/>
                  </a:cxn>
                  <a:cxn ang="0">
                    <a:pos x="T4" y="T5"/>
                  </a:cxn>
                  <a:cxn ang="0">
                    <a:pos x="T6" y="T7"/>
                  </a:cxn>
                </a:cxnLst>
                <a:rect l="0" t="0" r="r" b="b"/>
                <a:pathLst>
                  <a:path w="1072" h="152">
                    <a:moveTo>
                      <a:pt x="0" y="0"/>
                    </a:moveTo>
                    <a:lnTo>
                      <a:pt x="0" y="152"/>
                    </a:lnTo>
                    <a:lnTo>
                      <a:pt x="1072" y="152"/>
                    </a:lnTo>
                    <a:lnTo>
                      <a:pt x="1072" y="8"/>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25529" name="Freeform 573"/>
              <p:cNvSpPr>
                <a:spLocks noChangeArrowheads="1"/>
              </p:cNvSpPr>
              <p:nvPr/>
            </p:nvSpPr>
            <p:spPr bwMode="auto">
              <a:xfrm>
                <a:off x="4264" y="3777"/>
                <a:ext cx="1072" cy="152"/>
              </a:xfrm>
              <a:custGeom>
                <a:avLst/>
                <a:gdLst>
                  <a:gd name="T0" fmla="*/ 0 w 1072"/>
                  <a:gd name="T1" fmla="*/ 0 h 152"/>
                  <a:gd name="T2" fmla="*/ 0 w 1072"/>
                  <a:gd name="T3" fmla="*/ 152 h 152"/>
                  <a:gd name="T4" fmla="*/ 1072 w 1072"/>
                  <a:gd name="T5" fmla="*/ 152 h 152"/>
                  <a:gd name="T6" fmla="*/ 1072 w 1072"/>
                  <a:gd name="T7" fmla="*/ 8 h 152"/>
                </a:gdLst>
                <a:ahLst/>
                <a:cxnLst>
                  <a:cxn ang="0">
                    <a:pos x="T0" y="T1"/>
                  </a:cxn>
                  <a:cxn ang="0">
                    <a:pos x="T2" y="T3"/>
                  </a:cxn>
                  <a:cxn ang="0">
                    <a:pos x="T4" y="T5"/>
                  </a:cxn>
                  <a:cxn ang="0">
                    <a:pos x="T6" y="T7"/>
                  </a:cxn>
                </a:cxnLst>
                <a:rect l="0" t="0" r="r" b="b"/>
                <a:pathLst>
                  <a:path w="1072" h="152">
                    <a:moveTo>
                      <a:pt x="0" y="0"/>
                    </a:moveTo>
                    <a:lnTo>
                      <a:pt x="0" y="152"/>
                    </a:lnTo>
                    <a:lnTo>
                      <a:pt x="1072" y="152"/>
                    </a:lnTo>
                    <a:lnTo>
                      <a:pt x="1072" y="8"/>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25530" name="Freeform 574"/>
              <p:cNvSpPr>
                <a:spLocks noChangeArrowheads="1"/>
              </p:cNvSpPr>
              <p:nvPr/>
            </p:nvSpPr>
            <p:spPr bwMode="auto">
              <a:xfrm>
                <a:off x="1896" y="3769"/>
                <a:ext cx="920" cy="160"/>
              </a:xfrm>
              <a:custGeom>
                <a:avLst/>
                <a:gdLst>
                  <a:gd name="T0" fmla="*/ 0 w 1072"/>
                  <a:gd name="T1" fmla="*/ 0 h 152"/>
                  <a:gd name="T2" fmla="*/ 0 w 1072"/>
                  <a:gd name="T3" fmla="*/ 152 h 152"/>
                  <a:gd name="T4" fmla="*/ 1072 w 1072"/>
                  <a:gd name="T5" fmla="*/ 152 h 152"/>
                  <a:gd name="T6" fmla="*/ 1072 w 1072"/>
                  <a:gd name="T7" fmla="*/ 8 h 152"/>
                </a:gdLst>
                <a:ahLst/>
                <a:cxnLst>
                  <a:cxn ang="0">
                    <a:pos x="T0" y="T1"/>
                  </a:cxn>
                  <a:cxn ang="0">
                    <a:pos x="T2" y="T3"/>
                  </a:cxn>
                  <a:cxn ang="0">
                    <a:pos x="T4" y="T5"/>
                  </a:cxn>
                  <a:cxn ang="0">
                    <a:pos x="T6" y="T7"/>
                  </a:cxn>
                </a:cxnLst>
                <a:rect l="0" t="0" r="r" b="b"/>
                <a:pathLst>
                  <a:path w="1072" h="152">
                    <a:moveTo>
                      <a:pt x="0" y="0"/>
                    </a:moveTo>
                    <a:lnTo>
                      <a:pt x="0" y="152"/>
                    </a:lnTo>
                    <a:lnTo>
                      <a:pt x="1072" y="152"/>
                    </a:lnTo>
                    <a:lnTo>
                      <a:pt x="1072" y="8"/>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25531" name="Freeform 575"/>
              <p:cNvSpPr>
                <a:spLocks noChangeArrowheads="1"/>
              </p:cNvSpPr>
              <p:nvPr/>
            </p:nvSpPr>
            <p:spPr bwMode="auto">
              <a:xfrm>
                <a:off x="3112" y="3777"/>
                <a:ext cx="928" cy="152"/>
              </a:xfrm>
              <a:custGeom>
                <a:avLst/>
                <a:gdLst>
                  <a:gd name="T0" fmla="*/ 0 w 1072"/>
                  <a:gd name="T1" fmla="*/ 0 h 152"/>
                  <a:gd name="T2" fmla="*/ 0 w 1072"/>
                  <a:gd name="T3" fmla="*/ 152 h 152"/>
                  <a:gd name="T4" fmla="*/ 1072 w 1072"/>
                  <a:gd name="T5" fmla="*/ 152 h 152"/>
                  <a:gd name="T6" fmla="*/ 1072 w 1072"/>
                  <a:gd name="T7" fmla="*/ 8 h 152"/>
                </a:gdLst>
                <a:ahLst/>
                <a:cxnLst>
                  <a:cxn ang="0">
                    <a:pos x="T0" y="T1"/>
                  </a:cxn>
                  <a:cxn ang="0">
                    <a:pos x="T2" y="T3"/>
                  </a:cxn>
                  <a:cxn ang="0">
                    <a:pos x="T4" y="T5"/>
                  </a:cxn>
                  <a:cxn ang="0">
                    <a:pos x="T6" y="T7"/>
                  </a:cxn>
                </a:cxnLst>
                <a:rect l="0" t="0" r="r" b="b"/>
                <a:pathLst>
                  <a:path w="1072" h="152">
                    <a:moveTo>
                      <a:pt x="0" y="0"/>
                    </a:moveTo>
                    <a:lnTo>
                      <a:pt x="0" y="152"/>
                    </a:lnTo>
                    <a:lnTo>
                      <a:pt x="1072" y="152"/>
                    </a:lnTo>
                    <a:lnTo>
                      <a:pt x="1072" y="8"/>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25532" name="Text Box 576"/>
              <p:cNvSpPr txBox="1">
                <a:spLocks noChangeArrowheads="1"/>
              </p:cNvSpPr>
              <p:nvPr/>
            </p:nvSpPr>
            <p:spPr bwMode="auto">
              <a:xfrm>
                <a:off x="1531" y="2837"/>
                <a:ext cx="25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R</a:t>
                </a:r>
                <a:r>
                  <a:rPr lang="en-US" altLang="zh-CN" b="1" baseline="-25000">
                    <a:solidFill>
                      <a:srgbClr val="000099"/>
                    </a:solidFill>
                    <a:ea typeface="黑体" panose="02010609060101010101" pitchFamily="49" charset="-122"/>
                  </a:rPr>
                  <a:t>1</a:t>
                </a:r>
              </a:p>
            </p:txBody>
          </p:sp>
          <p:sp>
            <p:nvSpPr>
              <p:cNvPr id="425533" name="Text Box 577"/>
              <p:cNvSpPr txBox="1">
                <a:spLocks noChangeArrowheads="1"/>
              </p:cNvSpPr>
              <p:nvPr/>
            </p:nvSpPr>
            <p:spPr bwMode="auto">
              <a:xfrm>
                <a:off x="2872" y="2837"/>
                <a:ext cx="25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R</a:t>
                </a:r>
                <a:r>
                  <a:rPr lang="en-US" altLang="zh-CN" b="1" baseline="-25000">
                    <a:solidFill>
                      <a:srgbClr val="000099"/>
                    </a:solidFill>
                    <a:ea typeface="黑体" panose="02010609060101010101" pitchFamily="49" charset="-122"/>
                  </a:rPr>
                  <a:t>2</a:t>
                </a:r>
              </a:p>
            </p:txBody>
          </p:sp>
          <p:sp>
            <p:nvSpPr>
              <p:cNvPr id="425534" name="Text Box 578"/>
              <p:cNvSpPr txBox="1">
                <a:spLocks noChangeArrowheads="1"/>
              </p:cNvSpPr>
              <p:nvPr/>
            </p:nvSpPr>
            <p:spPr bwMode="auto">
              <a:xfrm>
                <a:off x="4067" y="2837"/>
                <a:ext cx="25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R</a:t>
                </a:r>
                <a:r>
                  <a:rPr lang="en-US" altLang="zh-CN" b="1" baseline="-25000">
                    <a:solidFill>
                      <a:srgbClr val="000099"/>
                    </a:solidFill>
                    <a:ea typeface="黑体" panose="02010609060101010101" pitchFamily="49" charset="-122"/>
                  </a:rPr>
                  <a:t>3</a:t>
                </a:r>
              </a:p>
            </p:txBody>
          </p:sp>
          <p:sp>
            <p:nvSpPr>
              <p:cNvPr id="425535" name="Text Box 579"/>
              <p:cNvSpPr txBox="1">
                <a:spLocks noChangeArrowheads="1"/>
              </p:cNvSpPr>
              <p:nvPr/>
            </p:nvSpPr>
            <p:spPr bwMode="auto">
              <a:xfrm>
                <a:off x="326" y="2405"/>
                <a:ext cx="25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H</a:t>
                </a:r>
                <a:r>
                  <a:rPr lang="en-US" altLang="zh-CN" b="1" baseline="-25000">
                    <a:solidFill>
                      <a:srgbClr val="000099"/>
                    </a:solidFill>
                    <a:ea typeface="黑体" panose="02010609060101010101" pitchFamily="49" charset="-122"/>
                  </a:rPr>
                  <a:t>1</a:t>
                </a:r>
              </a:p>
            </p:txBody>
          </p:sp>
          <p:sp>
            <p:nvSpPr>
              <p:cNvPr id="425536" name="Text Box 580"/>
              <p:cNvSpPr txBox="1">
                <a:spLocks noChangeArrowheads="1"/>
              </p:cNvSpPr>
              <p:nvPr/>
            </p:nvSpPr>
            <p:spPr bwMode="auto">
              <a:xfrm>
                <a:off x="5272" y="2405"/>
                <a:ext cx="25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H</a:t>
                </a:r>
                <a:r>
                  <a:rPr lang="en-US" altLang="zh-CN" b="1" baseline="-25000">
                    <a:solidFill>
                      <a:srgbClr val="000099"/>
                    </a:solidFill>
                    <a:ea typeface="黑体" panose="02010609060101010101" pitchFamily="49" charset="-122"/>
                  </a:rPr>
                  <a:t>2</a:t>
                </a:r>
              </a:p>
            </p:txBody>
          </p:sp>
        </p:grpSp>
        <p:sp>
          <p:nvSpPr>
            <p:cNvPr id="425537" name="Freeform 583"/>
            <p:cNvSpPr>
              <a:spLocks noChangeArrowheads="1"/>
            </p:cNvSpPr>
            <p:nvPr/>
          </p:nvSpPr>
          <p:spPr bwMode="auto">
            <a:xfrm>
              <a:off x="1280592" y="3897214"/>
              <a:ext cx="7560204" cy="1871662"/>
            </a:xfrm>
            <a:custGeom>
              <a:avLst/>
              <a:gdLst>
                <a:gd name="T0" fmla="*/ 12 w 4396"/>
                <a:gd name="T1" fmla="*/ 30 h 1179"/>
                <a:gd name="T2" fmla="*/ 12 w 4396"/>
                <a:gd name="T3" fmla="*/ 909 h 1179"/>
                <a:gd name="T4" fmla="*/ 84 w 4396"/>
                <a:gd name="T5" fmla="*/ 1137 h 1179"/>
                <a:gd name="T6" fmla="*/ 408 w 4396"/>
                <a:gd name="T7" fmla="*/ 1161 h 1179"/>
                <a:gd name="T8" fmla="*/ 567 w 4396"/>
                <a:gd name="T9" fmla="*/ 1158 h 1179"/>
                <a:gd name="T10" fmla="*/ 768 w 4396"/>
                <a:gd name="T11" fmla="*/ 1140 h 1179"/>
                <a:gd name="T12" fmla="*/ 804 w 4396"/>
                <a:gd name="T13" fmla="*/ 1050 h 1179"/>
                <a:gd name="T14" fmla="*/ 804 w 4396"/>
                <a:gd name="T15" fmla="*/ 666 h 1179"/>
                <a:gd name="T16" fmla="*/ 855 w 4396"/>
                <a:gd name="T17" fmla="*/ 477 h 1179"/>
                <a:gd name="T18" fmla="*/ 1182 w 4396"/>
                <a:gd name="T19" fmla="*/ 483 h 1179"/>
                <a:gd name="T20" fmla="*/ 1212 w 4396"/>
                <a:gd name="T21" fmla="*/ 663 h 1179"/>
                <a:gd name="T22" fmla="*/ 1209 w 4396"/>
                <a:gd name="T23" fmla="*/ 906 h 1179"/>
                <a:gd name="T24" fmla="*/ 1236 w 4396"/>
                <a:gd name="T25" fmla="*/ 1122 h 1179"/>
                <a:gd name="T26" fmla="*/ 1488 w 4396"/>
                <a:gd name="T27" fmla="*/ 1161 h 1179"/>
                <a:gd name="T28" fmla="*/ 1866 w 4396"/>
                <a:gd name="T29" fmla="*/ 1143 h 1179"/>
                <a:gd name="T30" fmla="*/ 1977 w 4396"/>
                <a:gd name="T31" fmla="*/ 1050 h 1179"/>
                <a:gd name="T32" fmla="*/ 1992 w 4396"/>
                <a:gd name="T33" fmla="*/ 750 h 1179"/>
                <a:gd name="T34" fmla="*/ 2016 w 4396"/>
                <a:gd name="T35" fmla="*/ 459 h 1179"/>
                <a:gd name="T36" fmla="*/ 2370 w 4396"/>
                <a:gd name="T37" fmla="*/ 453 h 1179"/>
                <a:gd name="T38" fmla="*/ 2409 w 4396"/>
                <a:gd name="T39" fmla="*/ 663 h 1179"/>
                <a:gd name="T40" fmla="*/ 2412 w 4396"/>
                <a:gd name="T41" fmla="*/ 867 h 1179"/>
                <a:gd name="T42" fmla="*/ 2436 w 4396"/>
                <a:gd name="T43" fmla="*/ 1098 h 1179"/>
                <a:gd name="T44" fmla="*/ 2565 w 4396"/>
                <a:gd name="T45" fmla="*/ 1158 h 1179"/>
                <a:gd name="T46" fmla="*/ 3024 w 4396"/>
                <a:gd name="T47" fmla="*/ 1146 h 1179"/>
                <a:gd name="T48" fmla="*/ 3165 w 4396"/>
                <a:gd name="T49" fmla="*/ 1041 h 1179"/>
                <a:gd name="T50" fmla="*/ 3172 w 4396"/>
                <a:gd name="T51" fmla="*/ 662 h 1179"/>
                <a:gd name="T52" fmla="*/ 3207 w 4396"/>
                <a:gd name="T53" fmla="*/ 462 h 1179"/>
                <a:gd name="T54" fmla="*/ 3492 w 4396"/>
                <a:gd name="T55" fmla="*/ 438 h 1179"/>
                <a:gd name="T56" fmla="*/ 3585 w 4396"/>
                <a:gd name="T57" fmla="*/ 540 h 1179"/>
                <a:gd name="T58" fmla="*/ 3591 w 4396"/>
                <a:gd name="T59" fmla="*/ 894 h 1179"/>
                <a:gd name="T60" fmla="*/ 3609 w 4396"/>
                <a:gd name="T61" fmla="*/ 1101 h 1179"/>
                <a:gd name="T62" fmla="*/ 3708 w 4396"/>
                <a:gd name="T63" fmla="*/ 1149 h 1179"/>
                <a:gd name="T64" fmla="*/ 4155 w 4396"/>
                <a:gd name="T65" fmla="*/ 1158 h 1179"/>
                <a:gd name="T66" fmla="*/ 4335 w 4396"/>
                <a:gd name="T67" fmla="*/ 1125 h 1179"/>
                <a:gd name="T68" fmla="*/ 4389 w 4396"/>
                <a:gd name="T69" fmla="*/ 945 h 1179"/>
                <a:gd name="T70" fmla="*/ 4380 w 4396"/>
                <a:gd name="T71" fmla="*/ 0 h 1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396" h="1179">
                  <a:moveTo>
                    <a:pt x="12" y="30"/>
                  </a:moveTo>
                  <a:cubicBezTo>
                    <a:pt x="13" y="176"/>
                    <a:pt x="0" y="725"/>
                    <a:pt x="12" y="909"/>
                  </a:cubicBezTo>
                  <a:cubicBezTo>
                    <a:pt x="24" y="1093"/>
                    <a:pt x="18" y="1095"/>
                    <a:pt x="84" y="1137"/>
                  </a:cubicBezTo>
                  <a:cubicBezTo>
                    <a:pt x="150" y="1179"/>
                    <a:pt x="328" y="1158"/>
                    <a:pt x="408" y="1161"/>
                  </a:cubicBezTo>
                  <a:cubicBezTo>
                    <a:pt x="488" y="1164"/>
                    <a:pt x="507" y="1162"/>
                    <a:pt x="567" y="1158"/>
                  </a:cubicBezTo>
                  <a:cubicBezTo>
                    <a:pt x="627" y="1154"/>
                    <a:pt x="728" y="1158"/>
                    <a:pt x="768" y="1140"/>
                  </a:cubicBezTo>
                  <a:cubicBezTo>
                    <a:pt x="808" y="1122"/>
                    <a:pt x="798" y="1129"/>
                    <a:pt x="804" y="1050"/>
                  </a:cubicBezTo>
                  <a:cubicBezTo>
                    <a:pt x="810" y="971"/>
                    <a:pt x="796" y="761"/>
                    <a:pt x="804" y="666"/>
                  </a:cubicBezTo>
                  <a:cubicBezTo>
                    <a:pt x="812" y="571"/>
                    <a:pt x="792" y="507"/>
                    <a:pt x="855" y="477"/>
                  </a:cubicBezTo>
                  <a:cubicBezTo>
                    <a:pt x="918" y="447"/>
                    <a:pt x="1122" y="452"/>
                    <a:pt x="1182" y="483"/>
                  </a:cubicBezTo>
                  <a:cubicBezTo>
                    <a:pt x="1242" y="514"/>
                    <a:pt x="1208" y="592"/>
                    <a:pt x="1212" y="663"/>
                  </a:cubicBezTo>
                  <a:cubicBezTo>
                    <a:pt x="1216" y="734"/>
                    <a:pt x="1205" y="830"/>
                    <a:pt x="1209" y="906"/>
                  </a:cubicBezTo>
                  <a:cubicBezTo>
                    <a:pt x="1213" y="982"/>
                    <a:pt x="1190" y="1080"/>
                    <a:pt x="1236" y="1122"/>
                  </a:cubicBezTo>
                  <a:cubicBezTo>
                    <a:pt x="1282" y="1164"/>
                    <a:pt x="1383" y="1158"/>
                    <a:pt x="1488" y="1161"/>
                  </a:cubicBezTo>
                  <a:cubicBezTo>
                    <a:pt x="1593" y="1164"/>
                    <a:pt x="1785" y="1161"/>
                    <a:pt x="1866" y="1143"/>
                  </a:cubicBezTo>
                  <a:cubicBezTo>
                    <a:pt x="1947" y="1125"/>
                    <a:pt x="1956" y="1115"/>
                    <a:pt x="1977" y="1050"/>
                  </a:cubicBezTo>
                  <a:cubicBezTo>
                    <a:pt x="1998" y="985"/>
                    <a:pt x="1986" y="848"/>
                    <a:pt x="1992" y="750"/>
                  </a:cubicBezTo>
                  <a:cubicBezTo>
                    <a:pt x="1998" y="652"/>
                    <a:pt x="1953" y="508"/>
                    <a:pt x="2016" y="459"/>
                  </a:cubicBezTo>
                  <a:cubicBezTo>
                    <a:pt x="2079" y="410"/>
                    <a:pt x="2305" y="419"/>
                    <a:pt x="2370" y="453"/>
                  </a:cubicBezTo>
                  <a:cubicBezTo>
                    <a:pt x="2435" y="487"/>
                    <a:pt x="2402" y="594"/>
                    <a:pt x="2409" y="663"/>
                  </a:cubicBezTo>
                  <a:cubicBezTo>
                    <a:pt x="2416" y="732"/>
                    <a:pt x="2408" y="794"/>
                    <a:pt x="2412" y="867"/>
                  </a:cubicBezTo>
                  <a:cubicBezTo>
                    <a:pt x="2416" y="940"/>
                    <a:pt x="2411" y="1050"/>
                    <a:pt x="2436" y="1098"/>
                  </a:cubicBezTo>
                  <a:cubicBezTo>
                    <a:pt x="2461" y="1146"/>
                    <a:pt x="2467" y="1150"/>
                    <a:pt x="2565" y="1158"/>
                  </a:cubicBezTo>
                  <a:cubicBezTo>
                    <a:pt x="2663" y="1166"/>
                    <a:pt x="2924" y="1165"/>
                    <a:pt x="3024" y="1146"/>
                  </a:cubicBezTo>
                  <a:cubicBezTo>
                    <a:pt x="3124" y="1127"/>
                    <a:pt x="3140" y="1122"/>
                    <a:pt x="3165" y="1041"/>
                  </a:cubicBezTo>
                  <a:cubicBezTo>
                    <a:pt x="3190" y="960"/>
                    <a:pt x="3165" y="758"/>
                    <a:pt x="3172" y="662"/>
                  </a:cubicBezTo>
                  <a:cubicBezTo>
                    <a:pt x="3179" y="566"/>
                    <a:pt x="3154" y="499"/>
                    <a:pt x="3207" y="462"/>
                  </a:cubicBezTo>
                  <a:cubicBezTo>
                    <a:pt x="3260" y="425"/>
                    <a:pt x="3429" y="425"/>
                    <a:pt x="3492" y="438"/>
                  </a:cubicBezTo>
                  <a:cubicBezTo>
                    <a:pt x="3555" y="451"/>
                    <a:pt x="3568" y="464"/>
                    <a:pt x="3585" y="540"/>
                  </a:cubicBezTo>
                  <a:cubicBezTo>
                    <a:pt x="3602" y="616"/>
                    <a:pt x="3587" y="801"/>
                    <a:pt x="3591" y="894"/>
                  </a:cubicBezTo>
                  <a:cubicBezTo>
                    <a:pt x="3595" y="987"/>
                    <a:pt x="3590" y="1059"/>
                    <a:pt x="3609" y="1101"/>
                  </a:cubicBezTo>
                  <a:cubicBezTo>
                    <a:pt x="3628" y="1143"/>
                    <a:pt x="3617" y="1140"/>
                    <a:pt x="3708" y="1149"/>
                  </a:cubicBezTo>
                  <a:cubicBezTo>
                    <a:pt x="3799" y="1158"/>
                    <a:pt x="4051" y="1162"/>
                    <a:pt x="4155" y="1158"/>
                  </a:cubicBezTo>
                  <a:cubicBezTo>
                    <a:pt x="4259" y="1154"/>
                    <a:pt x="4296" y="1160"/>
                    <a:pt x="4335" y="1125"/>
                  </a:cubicBezTo>
                  <a:cubicBezTo>
                    <a:pt x="4374" y="1090"/>
                    <a:pt x="4382" y="1132"/>
                    <a:pt x="4389" y="945"/>
                  </a:cubicBezTo>
                  <a:cubicBezTo>
                    <a:pt x="4396" y="758"/>
                    <a:pt x="4382" y="197"/>
                    <a:pt x="4380" y="0"/>
                  </a:cubicBezTo>
                </a:path>
              </a:pathLst>
            </a:custGeom>
            <a:noFill/>
            <a:ln w="76200">
              <a:solidFill>
                <a:srgbClr val="FF0000"/>
              </a:solidFill>
              <a:round/>
              <a:headEnd type="none" w="med" len="lg"/>
              <a:tailEnd type="triangle" w="med" len="me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黑体" panose="02010609060101010101" pitchFamily="49" charset="-122"/>
              </a:endParaRPr>
            </a:p>
          </p:txBody>
        </p:sp>
      </p:grpSp>
      <p:sp>
        <p:nvSpPr>
          <p:cNvPr id="119428" name="Rectangle 644"/>
          <p:cNvSpPr>
            <a:spLocks noChangeArrowheads="1"/>
          </p:cNvSpPr>
          <p:nvPr/>
        </p:nvSpPr>
        <p:spPr bwMode="auto">
          <a:xfrm>
            <a:off x="322263" y="4905375"/>
            <a:ext cx="9359900" cy="323850"/>
          </a:xfrm>
          <a:prstGeom prst="rect">
            <a:avLst/>
          </a:prstGeom>
          <a:solidFill>
            <a:srgbClr val="C0C0C0">
              <a:alpha val="50000"/>
            </a:srgbClr>
          </a:solidFill>
          <a:ln w="9525">
            <a:solidFill>
              <a:srgbClr val="5F5F5F"/>
            </a:solidFill>
            <a:prstDash val="dash"/>
            <a:miter lim="800000"/>
            <a:headEnd/>
            <a:tailEnd/>
          </a:ln>
        </p:spPr>
        <p:txBody>
          <a:bodyPr wrap="none" anchor="ctr"/>
          <a:lstStyle/>
          <a:p>
            <a:pPr eaLnBrk="0" hangingPunct="0"/>
            <a:endParaRPr lang="zh-CN" altLang="en-US" b="1">
              <a:solidFill>
                <a:srgbClr val="333399"/>
              </a:solidFill>
              <a:ea typeface="黑体" panose="02010609060101010101" pitchFamily="49" charset="-122"/>
            </a:endParaRPr>
          </a:p>
        </p:txBody>
      </p:sp>
      <p:sp>
        <p:nvSpPr>
          <p:cNvPr id="119414" name="Line 630"/>
          <p:cNvSpPr>
            <a:spLocks noChangeShapeType="1"/>
          </p:cNvSpPr>
          <p:nvPr/>
        </p:nvSpPr>
        <p:spPr bwMode="auto">
          <a:xfrm>
            <a:off x="1398588" y="5081588"/>
            <a:ext cx="1320800" cy="0"/>
          </a:xfrm>
          <a:prstGeom prst="line">
            <a:avLst/>
          </a:prstGeom>
          <a:noFill/>
          <a:ln w="76200">
            <a:solidFill>
              <a:srgbClr val="0000CC">
                <a:alpha val="70000"/>
              </a:srgbClr>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333399"/>
              </a:solidFill>
              <a:ea typeface="黑体" panose="02010609060101010101" pitchFamily="49" charset="-122"/>
            </a:endParaRPr>
          </a:p>
        </p:txBody>
      </p:sp>
      <p:sp>
        <p:nvSpPr>
          <p:cNvPr id="119415" name="Line 631"/>
          <p:cNvSpPr>
            <a:spLocks noChangeShapeType="1"/>
          </p:cNvSpPr>
          <p:nvPr/>
        </p:nvSpPr>
        <p:spPr bwMode="auto">
          <a:xfrm>
            <a:off x="3503613" y="5081588"/>
            <a:ext cx="1320800" cy="0"/>
          </a:xfrm>
          <a:prstGeom prst="line">
            <a:avLst/>
          </a:prstGeom>
          <a:noFill/>
          <a:ln w="76200">
            <a:solidFill>
              <a:srgbClr val="0000CC">
                <a:alpha val="70000"/>
              </a:srgbClr>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333399"/>
              </a:solidFill>
              <a:ea typeface="黑体" panose="02010609060101010101" pitchFamily="49" charset="-122"/>
            </a:endParaRPr>
          </a:p>
        </p:txBody>
      </p:sp>
      <p:sp>
        <p:nvSpPr>
          <p:cNvPr id="119416" name="Line 632"/>
          <p:cNvSpPr>
            <a:spLocks noChangeShapeType="1"/>
          </p:cNvSpPr>
          <p:nvPr/>
        </p:nvSpPr>
        <p:spPr bwMode="auto">
          <a:xfrm>
            <a:off x="5567363" y="5081588"/>
            <a:ext cx="1320800" cy="0"/>
          </a:xfrm>
          <a:prstGeom prst="line">
            <a:avLst/>
          </a:prstGeom>
          <a:noFill/>
          <a:ln w="76200">
            <a:solidFill>
              <a:srgbClr val="0000CC">
                <a:alpha val="70000"/>
              </a:srgbClr>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333399"/>
              </a:solidFill>
              <a:ea typeface="黑体" panose="02010609060101010101" pitchFamily="49" charset="-122"/>
            </a:endParaRPr>
          </a:p>
        </p:txBody>
      </p:sp>
      <p:sp>
        <p:nvSpPr>
          <p:cNvPr id="119417" name="Line 633"/>
          <p:cNvSpPr>
            <a:spLocks noChangeShapeType="1"/>
          </p:cNvSpPr>
          <p:nvPr/>
        </p:nvSpPr>
        <p:spPr bwMode="auto">
          <a:xfrm>
            <a:off x="7631113" y="5081588"/>
            <a:ext cx="1320800" cy="0"/>
          </a:xfrm>
          <a:prstGeom prst="line">
            <a:avLst/>
          </a:prstGeom>
          <a:noFill/>
          <a:ln w="76200">
            <a:solidFill>
              <a:srgbClr val="0000CC">
                <a:alpha val="70000"/>
              </a:srgbClr>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333399"/>
              </a:solidFill>
              <a:ea typeface="黑体" panose="02010609060101010101" pitchFamily="49" charset="-122"/>
            </a:endParaRPr>
          </a:p>
        </p:txBody>
      </p:sp>
      <p:sp>
        <p:nvSpPr>
          <p:cNvPr id="640" name="矩形 639"/>
          <p:cNvSpPr>
            <a:spLocks noChangeArrowheads="1"/>
          </p:cNvSpPr>
          <p:nvPr/>
        </p:nvSpPr>
        <p:spPr bwMode="auto">
          <a:xfrm>
            <a:off x="2989263" y="2998788"/>
            <a:ext cx="4338637" cy="400050"/>
          </a:xfrm>
          <a:prstGeom prst="rect">
            <a:avLst/>
          </a:prstGeom>
          <a:solidFill>
            <a:srgbClr val="000066"/>
          </a:solidFill>
          <a:ln w="9525">
            <a:solidFill>
              <a:srgbClr val="000066"/>
            </a:solidFill>
            <a:round/>
            <a:headEnd/>
            <a:tailEnd/>
          </a:ln>
        </p:spPr>
        <p:txBody>
          <a:bodyPr wrap="none">
            <a:spAutoFit/>
          </a:bodyPr>
          <a:lstStyle/>
          <a:p>
            <a:pPr eaLnBrk="0" hangingPunct="0"/>
            <a:r>
              <a:rPr lang="en-US" altLang="zh-CN" sz="2000" b="1">
                <a:solidFill>
                  <a:schemeClr val="bg1"/>
                </a:solidFill>
                <a:ea typeface="黑体" panose="02010609060101010101" pitchFamily="49" charset="-122"/>
              </a:rPr>
              <a:t>H</a:t>
            </a:r>
            <a:r>
              <a:rPr lang="en-US" altLang="zh-CN" sz="2000" b="1" baseline="-25000">
                <a:solidFill>
                  <a:schemeClr val="bg1"/>
                </a:solidFill>
                <a:ea typeface="黑体" panose="02010609060101010101" pitchFamily="49" charset="-122"/>
              </a:rPr>
              <a:t>1</a:t>
            </a:r>
            <a:r>
              <a:rPr lang="en-US" altLang="zh-CN" sz="2000" b="1">
                <a:solidFill>
                  <a:schemeClr val="bg1"/>
                </a:solidFill>
                <a:ea typeface="黑体" panose="02010609060101010101" pitchFamily="49" charset="-122"/>
              </a:rPr>
              <a:t> </a:t>
            </a:r>
            <a:r>
              <a:rPr lang="zh-CN" altLang="en-US" sz="2000" b="1">
                <a:solidFill>
                  <a:schemeClr val="bg1"/>
                </a:solidFill>
                <a:ea typeface="黑体" panose="02010609060101010101" pitchFamily="49" charset="-122"/>
              </a:rPr>
              <a:t>到</a:t>
            </a:r>
            <a:r>
              <a:rPr lang="en-US" altLang="zh-CN" sz="2000" b="1">
                <a:solidFill>
                  <a:schemeClr val="bg1"/>
                </a:solidFill>
                <a:ea typeface="黑体" panose="02010609060101010101" pitchFamily="49" charset="-122"/>
              </a:rPr>
              <a:t>H</a:t>
            </a:r>
            <a:r>
              <a:rPr lang="en-US" altLang="zh-CN" sz="2000" b="1" baseline="-25000">
                <a:solidFill>
                  <a:schemeClr val="bg1"/>
                </a:solidFill>
                <a:ea typeface="黑体" panose="02010609060101010101" pitchFamily="49" charset="-122"/>
              </a:rPr>
              <a:t>2</a:t>
            </a:r>
            <a:r>
              <a:rPr lang="en-US" altLang="zh-CN" sz="2000" b="1">
                <a:solidFill>
                  <a:schemeClr val="bg1"/>
                </a:solidFill>
                <a:ea typeface="黑体" panose="02010609060101010101" pitchFamily="49" charset="-122"/>
              </a:rPr>
              <a:t> </a:t>
            </a:r>
            <a:r>
              <a:rPr lang="zh-CN" altLang="zh-CN" sz="2000" b="1">
                <a:solidFill>
                  <a:schemeClr val="bg1"/>
                </a:solidFill>
                <a:ea typeface="黑体" panose="02010609060101010101" pitchFamily="49" charset="-122"/>
              </a:rPr>
              <a:t>所经过的网络可以是多种的</a:t>
            </a:r>
            <a:endParaRPr lang="zh-CN" altLang="en-US" sz="2000" b="1">
              <a:solidFill>
                <a:schemeClr val="bg1"/>
              </a:solidFill>
              <a:ea typeface="黑体" panose="02010609060101010101" pitchFamily="49" charset="-122"/>
            </a:endParaRPr>
          </a:p>
        </p:txBody>
      </p:sp>
      <p:sp>
        <p:nvSpPr>
          <p:cNvPr id="425544"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FD14975-B1D6-4D5A-AF56-F20873AB5EEF}" type="slidenum">
              <a:rPr lang="zh-CN" altLang="en-US" smtClean="0"/>
              <a:pPr eaLnBrk="1" hangingPunct="1"/>
              <a:t>5</a:t>
            </a:fld>
            <a:endParaRPr lang="en-US" altLang="zh-CN" smtClean="0"/>
          </a:p>
        </p:txBody>
      </p:sp>
      <p:sp>
        <p:nvSpPr>
          <p:cNvPr id="425545"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119429"/>
                                        </p:tgtEl>
                                        <p:attrNameLst>
                                          <p:attrName>style.visibility</p:attrName>
                                        </p:attrNameLst>
                                      </p:cBhvr>
                                      <p:to>
                                        <p:strVal val="visible"/>
                                      </p:to>
                                    </p:set>
                                  </p:childTnLst>
                                </p:cTn>
                              </p:par>
                            </p:childTnLst>
                          </p:cTn>
                        </p:par>
                        <p:par>
                          <p:cTn id="7" fill="hold" nodeType="afterGroup">
                            <p:stCondLst>
                              <p:cond delay="1"/>
                            </p:stCondLst>
                            <p:childTnLst>
                              <p:par>
                                <p:cTn id="8" presetID="1" presetClass="entr" presetSubtype="0" fill="hold" grpId="0" nodeType="afterEffect">
                                  <p:stCondLst>
                                    <p:cond delay="500"/>
                                  </p:stCondLst>
                                  <p:childTnLst>
                                    <p:set>
                                      <p:cBhvr>
                                        <p:cTn id="9" dur="1" fill="hold">
                                          <p:stCondLst>
                                            <p:cond delay="0"/>
                                          </p:stCondLst>
                                        </p:cTn>
                                        <p:tgtEl>
                                          <p:spTgt spid="119428"/>
                                        </p:tgtEl>
                                        <p:attrNameLst>
                                          <p:attrName>style.visibility</p:attrName>
                                        </p:attrNameLst>
                                      </p:cBhvr>
                                      <p:to>
                                        <p:strVal val="visible"/>
                                      </p:to>
                                    </p:set>
                                  </p:childTnLst>
                                </p:cTn>
                              </p:par>
                            </p:childTnLst>
                          </p:cTn>
                        </p:par>
                        <p:par>
                          <p:cTn id="10" fill="hold" nodeType="afterGroup">
                            <p:stCondLst>
                              <p:cond delay="502"/>
                            </p:stCondLst>
                            <p:childTnLst>
                              <p:par>
                                <p:cTn id="11" presetID="22" presetClass="entr" presetSubtype="8" fill="hold" grpId="0" nodeType="afterEffect">
                                  <p:stCondLst>
                                    <p:cond delay="500"/>
                                  </p:stCondLst>
                                  <p:childTnLst>
                                    <p:set>
                                      <p:cBhvr>
                                        <p:cTn id="12" dur="1" fill="hold">
                                          <p:stCondLst>
                                            <p:cond delay="0"/>
                                          </p:stCondLst>
                                        </p:cTn>
                                        <p:tgtEl>
                                          <p:spTgt spid="119414"/>
                                        </p:tgtEl>
                                        <p:attrNameLst>
                                          <p:attrName>style.visibility</p:attrName>
                                        </p:attrNameLst>
                                      </p:cBhvr>
                                      <p:to>
                                        <p:strVal val="visible"/>
                                      </p:to>
                                    </p:set>
                                    <p:animEffect transition="in" filter="wipe(left)">
                                      <p:cBhvr>
                                        <p:cTn id="13" dur="500"/>
                                        <p:tgtEl>
                                          <p:spTgt spid="119414"/>
                                        </p:tgtEl>
                                      </p:cBhvr>
                                    </p:animEffect>
                                  </p:childTnLst>
                                </p:cTn>
                              </p:par>
                            </p:childTnLst>
                          </p:cTn>
                        </p:par>
                        <p:par>
                          <p:cTn id="14" fill="hold" nodeType="afterGroup">
                            <p:stCondLst>
                              <p:cond delay="1502"/>
                            </p:stCondLst>
                            <p:childTnLst>
                              <p:par>
                                <p:cTn id="15" presetID="22" presetClass="entr" presetSubtype="8" fill="hold" grpId="0" nodeType="afterEffect">
                                  <p:stCondLst>
                                    <p:cond delay="500"/>
                                  </p:stCondLst>
                                  <p:childTnLst>
                                    <p:set>
                                      <p:cBhvr>
                                        <p:cTn id="16" dur="1" fill="hold">
                                          <p:stCondLst>
                                            <p:cond delay="0"/>
                                          </p:stCondLst>
                                        </p:cTn>
                                        <p:tgtEl>
                                          <p:spTgt spid="119415"/>
                                        </p:tgtEl>
                                        <p:attrNameLst>
                                          <p:attrName>style.visibility</p:attrName>
                                        </p:attrNameLst>
                                      </p:cBhvr>
                                      <p:to>
                                        <p:strVal val="visible"/>
                                      </p:to>
                                    </p:set>
                                    <p:animEffect transition="in" filter="wipe(left)">
                                      <p:cBhvr>
                                        <p:cTn id="17" dur="500"/>
                                        <p:tgtEl>
                                          <p:spTgt spid="119415"/>
                                        </p:tgtEl>
                                      </p:cBhvr>
                                    </p:animEffect>
                                  </p:childTnLst>
                                </p:cTn>
                              </p:par>
                            </p:childTnLst>
                          </p:cTn>
                        </p:par>
                        <p:par>
                          <p:cTn id="18" fill="hold" nodeType="afterGroup">
                            <p:stCondLst>
                              <p:cond delay="2502"/>
                            </p:stCondLst>
                            <p:childTnLst>
                              <p:par>
                                <p:cTn id="19" presetID="22" presetClass="entr" presetSubtype="8" fill="hold" grpId="0" nodeType="afterEffect">
                                  <p:stCondLst>
                                    <p:cond delay="500"/>
                                  </p:stCondLst>
                                  <p:childTnLst>
                                    <p:set>
                                      <p:cBhvr>
                                        <p:cTn id="20" dur="1" fill="hold">
                                          <p:stCondLst>
                                            <p:cond delay="0"/>
                                          </p:stCondLst>
                                        </p:cTn>
                                        <p:tgtEl>
                                          <p:spTgt spid="119416"/>
                                        </p:tgtEl>
                                        <p:attrNameLst>
                                          <p:attrName>style.visibility</p:attrName>
                                        </p:attrNameLst>
                                      </p:cBhvr>
                                      <p:to>
                                        <p:strVal val="visible"/>
                                      </p:to>
                                    </p:set>
                                    <p:animEffect transition="in" filter="wipe(left)">
                                      <p:cBhvr>
                                        <p:cTn id="21" dur="500"/>
                                        <p:tgtEl>
                                          <p:spTgt spid="119416"/>
                                        </p:tgtEl>
                                      </p:cBhvr>
                                    </p:animEffect>
                                  </p:childTnLst>
                                </p:cTn>
                              </p:par>
                            </p:childTnLst>
                          </p:cTn>
                        </p:par>
                        <p:par>
                          <p:cTn id="22" fill="hold" nodeType="afterGroup">
                            <p:stCondLst>
                              <p:cond delay="3502"/>
                            </p:stCondLst>
                            <p:childTnLst>
                              <p:par>
                                <p:cTn id="23" presetID="22" presetClass="entr" presetSubtype="8" fill="hold" grpId="0" nodeType="afterEffect">
                                  <p:stCondLst>
                                    <p:cond delay="500"/>
                                  </p:stCondLst>
                                  <p:childTnLst>
                                    <p:set>
                                      <p:cBhvr>
                                        <p:cTn id="24" dur="1" fill="hold">
                                          <p:stCondLst>
                                            <p:cond delay="0"/>
                                          </p:stCondLst>
                                        </p:cTn>
                                        <p:tgtEl>
                                          <p:spTgt spid="119417"/>
                                        </p:tgtEl>
                                        <p:attrNameLst>
                                          <p:attrName>style.visibility</p:attrName>
                                        </p:attrNameLst>
                                      </p:cBhvr>
                                      <p:to>
                                        <p:strVal val="visible"/>
                                      </p:to>
                                    </p:set>
                                    <p:animEffect transition="in" filter="wipe(left)">
                                      <p:cBhvr>
                                        <p:cTn id="25" dur="500"/>
                                        <p:tgtEl>
                                          <p:spTgt spid="119417"/>
                                        </p:tgtEl>
                                      </p:cBhvr>
                                    </p:animEffect>
                                  </p:childTnLst>
                                </p:cTn>
                              </p:par>
                              <p:par>
                                <p:cTn id="26" presetID="1" presetClass="entr" presetSubtype="0" fill="hold" grpId="0" nodeType="withEffect">
                                  <p:stCondLst>
                                    <p:cond delay="500"/>
                                  </p:stCondLst>
                                  <p:childTnLst>
                                    <p:set>
                                      <p:cBhvr>
                                        <p:cTn id="27" dur="1" fill="hold">
                                          <p:stCondLst>
                                            <p:cond delay="0"/>
                                          </p:stCondLst>
                                        </p:cTn>
                                        <p:tgtEl>
                                          <p:spTgt spid="2"/>
                                        </p:tgtEl>
                                        <p:attrNameLst>
                                          <p:attrName>style.visibility</p:attrName>
                                        </p:attrNameLst>
                                      </p:cBhvr>
                                      <p:to>
                                        <p:strVal val="visible"/>
                                      </p:to>
                                    </p:set>
                                  </p:childTnLst>
                                </p:cTn>
                              </p:par>
                            </p:childTnLst>
                          </p:cTn>
                        </p:par>
                        <p:par>
                          <p:cTn id="28" fill="hold" nodeType="afterGroup">
                            <p:stCondLst>
                              <p:cond delay="4502"/>
                            </p:stCondLst>
                            <p:childTnLst>
                              <p:par>
                                <p:cTn id="29" presetID="1" presetClass="entr" presetSubtype="0" fill="hold" grpId="0" nodeType="afterEffect">
                                  <p:stCondLst>
                                    <p:cond delay="0"/>
                                  </p:stCondLst>
                                  <p:childTnLst>
                                    <p:set>
                                      <p:cBhvr>
                                        <p:cTn id="30" dur="1" fill="hold">
                                          <p:stCondLst>
                                            <p:cond delay="0"/>
                                          </p:stCondLst>
                                        </p:cTn>
                                        <p:tgtEl>
                                          <p:spTgt spid="6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429" grpId="0"/>
      <p:bldP spid="2" grpId="0" animBg="1"/>
      <p:bldP spid="119428" grpId="0" animBg="1"/>
      <p:bldP spid="119414" grpId="0" animBg="1"/>
      <p:bldP spid="119415" grpId="0" animBg="1"/>
      <p:bldP spid="119416" grpId="0" animBg="1"/>
      <p:bldP spid="119417" grpId="0" animBg="1"/>
      <p:bldP spid="64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7009" name="标题 2"/>
          <p:cNvSpPr>
            <a:spLocks noGrp="1" noChangeArrowheads="1"/>
          </p:cNvSpPr>
          <p:nvPr>
            <p:ph type="title"/>
          </p:nvPr>
        </p:nvSpPr>
        <p:spPr>
          <a:xfrm>
            <a:off x="495300" y="188913"/>
            <a:ext cx="9066213" cy="792162"/>
          </a:xfrm>
        </p:spPr>
        <p:txBody>
          <a:bodyPr/>
          <a:lstStyle/>
          <a:p>
            <a:r>
              <a:rPr lang="en-US" altLang="zh-CN" sz="4000" smtClean="0">
                <a:ea typeface="黑体" panose="02010609060101010101" pitchFamily="49" charset="-122"/>
              </a:rPr>
              <a:t>3.1  </a:t>
            </a:r>
            <a:r>
              <a:rPr lang="zh-CN" altLang="zh-CN" sz="4000" smtClean="0">
                <a:ea typeface="黑体" panose="02010609060101010101" pitchFamily="49" charset="-122"/>
              </a:rPr>
              <a:t>使用点对点信道的数据链路层</a:t>
            </a:r>
            <a:endParaRPr lang="zh-CN" altLang="en-US" sz="4000" smtClean="0">
              <a:ea typeface="黑体" panose="02010609060101010101" pitchFamily="49" charset="-122"/>
            </a:endParaRPr>
          </a:p>
        </p:txBody>
      </p:sp>
      <p:sp>
        <p:nvSpPr>
          <p:cNvPr id="427010" name="内容占位符 3"/>
          <p:cNvSpPr>
            <a:spLocks noGrp="1" noChangeArrowheads="1"/>
          </p:cNvSpPr>
          <p:nvPr>
            <p:ph idx="1"/>
          </p:nvPr>
        </p:nvSpPr>
        <p:spPr>
          <a:xfrm>
            <a:off x="495300" y="1196975"/>
            <a:ext cx="9066213" cy="4933950"/>
          </a:xfrm>
        </p:spPr>
        <p:txBody>
          <a:bodyPr/>
          <a:lstStyle/>
          <a:p>
            <a:r>
              <a:rPr lang="en-US" altLang="zh-CN" smtClean="0">
                <a:ea typeface="黑体" panose="02010609060101010101" pitchFamily="49" charset="-122"/>
              </a:rPr>
              <a:t>3.1.1  </a:t>
            </a:r>
            <a:r>
              <a:rPr lang="zh-CN" altLang="zh-CN" smtClean="0">
                <a:ea typeface="黑体" panose="02010609060101010101" pitchFamily="49" charset="-122"/>
              </a:rPr>
              <a:t>数据链路和帧</a:t>
            </a:r>
          </a:p>
          <a:p>
            <a:r>
              <a:rPr lang="en-US" altLang="zh-CN" smtClean="0">
                <a:ea typeface="黑体" panose="02010609060101010101" pitchFamily="49" charset="-122"/>
              </a:rPr>
              <a:t>3.1.2  </a:t>
            </a:r>
            <a:r>
              <a:rPr lang="zh-CN" altLang="zh-CN" smtClean="0">
                <a:ea typeface="黑体" panose="02010609060101010101" pitchFamily="49" charset="-122"/>
              </a:rPr>
              <a:t>三个基本问题</a:t>
            </a:r>
            <a:endParaRPr lang="zh-CN" altLang="en-US" smtClean="0">
              <a:ea typeface="黑体" panose="02010609060101010101" pitchFamily="49" charset="-122"/>
            </a:endParaRPr>
          </a:p>
        </p:txBody>
      </p:sp>
      <p:sp>
        <p:nvSpPr>
          <p:cNvPr id="427011"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871C17E-95AC-4CAB-B8BB-9B693E5DC428}" type="slidenum">
              <a:rPr lang="zh-CN" altLang="en-US" smtClean="0"/>
              <a:pPr eaLnBrk="1" hangingPunct="1"/>
              <a:t>6</a:t>
            </a:fld>
            <a:endParaRPr lang="en-US" altLang="zh-CN" smtClean="0"/>
          </a:p>
        </p:txBody>
      </p:sp>
      <p:sp>
        <p:nvSpPr>
          <p:cNvPr id="427012"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8033"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3.1.1  </a:t>
            </a:r>
            <a:r>
              <a:rPr lang="zh-CN" altLang="en-US" smtClean="0">
                <a:ea typeface="黑体" panose="02010609060101010101" pitchFamily="49" charset="-122"/>
              </a:rPr>
              <a:t>数据链路和帧  </a:t>
            </a:r>
          </a:p>
        </p:txBody>
      </p:sp>
      <p:sp>
        <p:nvSpPr>
          <p:cNvPr id="123907" name="Rectangle 3"/>
          <p:cNvSpPr>
            <a:spLocks noGrp="1" noChangeArrowheads="1"/>
          </p:cNvSpPr>
          <p:nvPr>
            <p:ph idx="1"/>
          </p:nvPr>
        </p:nvSpPr>
        <p:spPr>
          <a:xfrm>
            <a:off x="495300" y="1196975"/>
            <a:ext cx="9066213" cy="4933950"/>
          </a:xfrm>
        </p:spPr>
        <p:txBody>
          <a:bodyPr/>
          <a:lstStyle/>
          <a:p>
            <a:r>
              <a:rPr lang="zh-CN" altLang="en-US" sz="2800" smtClean="0">
                <a:solidFill>
                  <a:srgbClr val="FF0000"/>
                </a:solidFill>
                <a:ea typeface="黑体" panose="02010609060101010101" pitchFamily="49" charset="-122"/>
              </a:rPr>
              <a:t>链路 </a:t>
            </a:r>
            <a:r>
              <a:rPr lang="en-US" altLang="zh-CN" sz="2800" smtClean="0">
                <a:ea typeface="黑体" panose="02010609060101010101" pitchFamily="49" charset="-122"/>
              </a:rPr>
              <a:t>(link) </a:t>
            </a:r>
            <a:r>
              <a:rPr lang="zh-CN" altLang="en-US" sz="2800" smtClean="0">
                <a:ea typeface="黑体" panose="02010609060101010101" pitchFamily="49" charset="-122"/>
              </a:rPr>
              <a:t>是一条无源的点到点的物理线路段，中间没有任何其他的交换结点。</a:t>
            </a:r>
          </a:p>
          <a:p>
            <a:pPr lvl="1"/>
            <a:r>
              <a:rPr lang="zh-CN" altLang="en-US" sz="2400" smtClean="0">
                <a:solidFill>
                  <a:srgbClr val="0000CC"/>
                </a:solidFill>
                <a:ea typeface="黑体" panose="02010609060101010101" pitchFamily="49" charset="-122"/>
              </a:rPr>
              <a:t>一条链路只是一条通路的一个组成部分。</a:t>
            </a:r>
          </a:p>
          <a:p>
            <a:r>
              <a:rPr lang="zh-CN" altLang="en-US" sz="2800" smtClean="0">
                <a:solidFill>
                  <a:srgbClr val="FF0000"/>
                </a:solidFill>
                <a:ea typeface="黑体" panose="02010609060101010101" pitchFamily="49" charset="-122"/>
              </a:rPr>
              <a:t>数据链路 </a:t>
            </a:r>
            <a:r>
              <a:rPr lang="en-US" altLang="zh-CN" sz="2800" smtClean="0">
                <a:ea typeface="黑体" panose="02010609060101010101" pitchFamily="49" charset="-122"/>
              </a:rPr>
              <a:t>(data link) </a:t>
            </a:r>
            <a:r>
              <a:rPr lang="zh-CN" altLang="en-US" sz="2800" smtClean="0">
                <a:ea typeface="黑体" panose="02010609060101010101" pitchFamily="49" charset="-122"/>
              </a:rPr>
              <a:t>除了物理线路外，还必须有通信协议来控制这些数据的传输。若把实现这些协议的硬件和软件加到链路上，就构成了数据链路。</a:t>
            </a:r>
          </a:p>
          <a:p>
            <a:pPr lvl="1"/>
            <a:r>
              <a:rPr lang="zh-CN" altLang="en-US" sz="2400" smtClean="0">
                <a:ea typeface="黑体" panose="02010609060101010101" pitchFamily="49" charset="-122"/>
              </a:rPr>
              <a:t>现在最常用的方法是使用适配器（即网卡）来实现这些协议的硬件和软件。</a:t>
            </a:r>
          </a:p>
          <a:p>
            <a:pPr lvl="1"/>
            <a:r>
              <a:rPr lang="zh-CN" altLang="en-US" sz="2400" smtClean="0">
                <a:ea typeface="黑体" panose="02010609060101010101" pitchFamily="49" charset="-122"/>
              </a:rPr>
              <a:t>一般的适配器都包括了数据链路层和物理层这两层的功能。   </a:t>
            </a:r>
          </a:p>
        </p:txBody>
      </p:sp>
      <p:sp>
        <p:nvSpPr>
          <p:cNvPr id="42803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E3DF120-6207-4BB2-A458-E67B42F0C0A8}" type="slidenum">
              <a:rPr lang="zh-CN" altLang="en-US" smtClean="0"/>
              <a:pPr eaLnBrk="1" hangingPunct="1"/>
              <a:t>7</a:t>
            </a:fld>
            <a:endParaRPr lang="en-US" altLang="zh-CN" smtClean="0"/>
          </a:p>
        </p:txBody>
      </p:sp>
      <p:sp>
        <p:nvSpPr>
          <p:cNvPr id="42803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3907">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3907">
                                            <p:txEl>
                                              <p:pRg st="3" end="3"/>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390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907"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81"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3.1.1  </a:t>
            </a:r>
            <a:r>
              <a:rPr lang="zh-CN" altLang="en-US" smtClean="0">
                <a:ea typeface="黑体" panose="02010609060101010101" pitchFamily="49" charset="-122"/>
              </a:rPr>
              <a:t>数据链路和帧  </a:t>
            </a:r>
          </a:p>
        </p:txBody>
      </p:sp>
      <p:sp>
        <p:nvSpPr>
          <p:cNvPr id="430082" name="Rectangle 3"/>
          <p:cNvSpPr>
            <a:spLocks noGrp="1" noChangeArrowheads="1"/>
          </p:cNvSpPr>
          <p:nvPr>
            <p:ph idx="1"/>
          </p:nvPr>
        </p:nvSpPr>
        <p:spPr>
          <a:xfrm>
            <a:off x="495300" y="1196975"/>
            <a:ext cx="9066213" cy="4933950"/>
          </a:xfrm>
        </p:spPr>
        <p:txBody>
          <a:bodyPr/>
          <a:lstStyle/>
          <a:p>
            <a:r>
              <a:rPr lang="zh-CN" altLang="zh-CN" smtClean="0">
                <a:ea typeface="黑体" panose="02010609060101010101" pitchFamily="49" charset="-122"/>
              </a:rPr>
              <a:t>也有人采用另外的术语。这就是把链路分为物理链路和逻辑链路。</a:t>
            </a:r>
            <a:endParaRPr lang="en-US" altLang="zh-CN" smtClean="0">
              <a:ea typeface="黑体" panose="02010609060101010101" pitchFamily="49" charset="-122"/>
            </a:endParaRPr>
          </a:p>
          <a:p>
            <a:r>
              <a:rPr lang="zh-CN" altLang="zh-CN" smtClean="0">
                <a:solidFill>
                  <a:srgbClr val="FF0000"/>
                </a:solidFill>
                <a:ea typeface="黑体" panose="02010609060101010101" pitchFamily="49" charset="-122"/>
              </a:rPr>
              <a:t>物理链路</a:t>
            </a:r>
            <a:r>
              <a:rPr lang="zh-CN" altLang="zh-CN" smtClean="0">
                <a:ea typeface="黑体" panose="02010609060101010101" pitchFamily="49" charset="-122"/>
              </a:rPr>
              <a:t>就是上面所说的链路</a:t>
            </a:r>
            <a:r>
              <a:rPr lang="zh-CN" altLang="en-US" smtClean="0">
                <a:ea typeface="黑体" panose="02010609060101010101" pitchFamily="49" charset="-122"/>
              </a:rPr>
              <a:t>。</a:t>
            </a:r>
            <a:endParaRPr lang="en-US" altLang="zh-CN" smtClean="0">
              <a:ea typeface="黑体" panose="02010609060101010101" pitchFamily="49" charset="-122"/>
            </a:endParaRPr>
          </a:p>
          <a:p>
            <a:r>
              <a:rPr lang="zh-CN" altLang="zh-CN" smtClean="0">
                <a:solidFill>
                  <a:srgbClr val="FF0000"/>
                </a:solidFill>
                <a:ea typeface="黑体" panose="02010609060101010101" pitchFamily="49" charset="-122"/>
              </a:rPr>
              <a:t>逻辑链路</a:t>
            </a:r>
            <a:r>
              <a:rPr lang="zh-CN" altLang="zh-CN" smtClean="0">
                <a:ea typeface="黑体" panose="02010609060101010101" pitchFamily="49" charset="-122"/>
              </a:rPr>
              <a:t>就是上面的数据链路，是物理链路加上必要的通信协议。</a:t>
            </a:r>
          </a:p>
          <a:p>
            <a:r>
              <a:rPr lang="zh-CN" altLang="zh-CN" smtClean="0">
                <a:ea typeface="黑体" panose="02010609060101010101" pitchFamily="49" charset="-122"/>
              </a:rPr>
              <a:t>早期的数据通信协议曾</a:t>
            </a:r>
            <a:r>
              <a:rPr lang="zh-CN" altLang="en-US" smtClean="0">
                <a:ea typeface="黑体" panose="02010609060101010101" pitchFamily="49" charset="-122"/>
              </a:rPr>
              <a:t>叫做</a:t>
            </a:r>
            <a:r>
              <a:rPr lang="zh-CN" altLang="zh-CN" smtClean="0">
                <a:solidFill>
                  <a:srgbClr val="FF0000"/>
                </a:solidFill>
                <a:ea typeface="黑体" panose="02010609060101010101" pitchFamily="49" charset="-122"/>
              </a:rPr>
              <a:t>通信规程</a:t>
            </a:r>
            <a:r>
              <a:rPr lang="en-US" altLang="zh-CN" smtClean="0">
                <a:solidFill>
                  <a:srgbClr val="FF0000"/>
                </a:solidFill>
                <a:ea typeface="黑体" panose="02010609060101010101" pitchFamily="49" charset="-122"/>
              </a:rPr>
              <a:t> </a:t>
            </a:r>
            <a:r>
              <a:rPr lang="en-US" altLang="zh-CN" smtClean="0">
                <a:ea typeface="黑体" panose="02010609060101010101" pitchFamily="49" charset="-122"/>
              </a:rPr>
              <a:t>(procedure)</a:t>
            </a:r>
            <a:r>
              <a:rPr lang="zh-CN" altLang="zh-CN" smtClean="0">
                <a:ea typeface="黑体" panose="02010609060101010101" pitchFamily="49" charset="-122"/>
              </a:rPr>
              <a:t>。因此在数据链路层，规程和协议是同义语。</a:t>
            </a:r>
            <a:endParaRPr lang="zh-CN" altLang="en-US" smtClean="0">
              <a:solidFill>
                <a:srgbClr val="0000CC"/>
              </a:solidFill>
              <a:ea typeface="黑体" panose="02010609060101010101" pitchFamily="49" charset="-122"/>
            </a:endParaRPr>
          </a:p>
        </p:txBody>
      </p:sp>
      <p:sp>
        <p:nvSpPr>
          <p:cNvPr id="43008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2A45AEB-0F40-4CF0-8D09-40863A508A55}" type="slidenum">
              <a:rPr lang="zh-CN" altLang="en-US" smtClean="0"/>
              <a:pPr eaLnBrk="1" hangingPunct="1"/>
              <a:t>8</a:t>
            </a:fld>
            <a:endParaRPr lang="en-US" altLang="zh-CN" smtClean="0"/>
          </a:p>
        </p:txBody>
      </p:sp>
      <p:sp>
        <p:nvSpPr>
          <p:cNvPr id="43008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2129" name="组合 4"/>
          <p:cNvGrpSpPr>
            <a:grpSpLocks/>
          </p:cNvGrpSpPr>
          <p:nvPr/>
        </p:nvGrpSpPr>
        <p:grpSpPr bwMode="auto">
          <a:xfrm>
            <a:off x="361950" y="4508500"/>
            <a:ext cx="9372600" cy="1873250"/>
            <a:chOff x="362070" y="4509120"/>
            <a:chExt cx="9372927" cy="1872208"/>
          </a:xfrm>
        </p:grpSpPr>
        <p:sp>
          <p:nvSpPr>
            <p:cNvPr id="432130" name="Freeform 19"/>
            <p:cNvSpPr>
              <a:spLocks noChangeArrowheads="1"/>
            </p:cNvSpPr>
            <p:nvPr/>
          </p:nvSpPr>
          <p:spPr bwMode="auto">
            <a:xfrm>
              <a:off x="3416482" y="5586241"/>
              <a:ext cx="5162815" cy="4763"/>
            </a:xfrm>
            <a:custGeom>
              <a:avLst/>
              <a:gdLst>
                <a:gd name="T0" fmla="*/ 0 w 3002"/>
                <a:gd name="T1" fmla="*/ 0 h 3"/>
                <a:gd name="T2" fmla="*/ 3002 w 3002"/>
                <a:gd name="T3" fmla="*/ 3 h 3"/>
              </a:gdLst>
              <a:ahLst/>
              <a:cxnLst>
                <a:cxn ang="0">
                  <a:pos x="T0" y="T1"/>
                </a:cxn>
                <a:cxn ang="0">
                  <a:pos x="T2" y="T3"/>
                </a:cxn>
              </a:cxnLst>
              <a:rect l="0" t="0" r="r" b="b"/>
              <a:pathLst>
                <a:path w="3002" h="3">
                  <a:moveTo>
                    <a:pt x="0" y="0"/>
                  </a:moveTo>
                  <a:lnTo>
                    <a:pt x="3002" y="3"/>
                  </a:lnTo>
                </a:path>
              </a:pathLst>
            </a:custGeom>
            <a:noFill/>
            <a:ln w="38100">
              <a:solidFill>
                <a:schemeClr val="tx1"/>
              </a:solidFill>
              <a:round/>
              <a:headEnd/>
              <a:tailEnd type="triangle" w="sm" len="me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32131" name="Rectangle 20"/>
            <p:cNvSpPr>
              <a:spLocks noChangeArrowheads="1"/>
            </p:cNvSpPr>
            <p:nvPr/>
          </p:nvSpPr>
          <p:spPr bwMode="auto">
            <a:xfrm>
              <a:off x="7556020" y="4971879"/>
              <a:ext cx="2178977" cy="758825"/>
            </a:xfrm>
            <a:prstGeom prst="rect">
              <a:avLst/>
            </a:prstGeom>
            <a:solidFill>
              <a:srgbClr val="CCFFFF"/>
            </a:solidFill>
            <a:ln w="12700">
              <a:solidFill>
                <a:schemeClr val="tx1"/>
              </a:solidFill>
              <a:miter lim="800000"/>
              <a:headEnd/>
              <a:tailEnd/>
            </a:ln>
            <a:effectLst>
              <a:outerShdw dist="53882" dir="2700000" algn="ctr" rotWithShape="0">
                <a:schemeClr val="bg2"/>
              </a:outerShdw>
            </a:effec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32132" name="Rectangle 47"/>
            <p:cNvSpPr>
              <a:spLocks noChangeArrowheads="1"/>
            </p:cNvSpPr>
            <p:nvPr/>
          </p:nvSpPr>
          <p:spPr bwMode="auto">
            <a:xfrm>
              <a:off x="362070" y="4948066"/>
              <a:ext cx="956994" cy="70532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r>
                <a:rPr lang="zh-CN" altLang="en-US" sz="2000" b="1">
                  <a:solidFill>
                    <a:srgbClr val="000099"/>
                  </a:solidFill>
                  <a:ea typeface="黑体" panose="02010609060101010101" pitchFamily="49" charset="-122"/>
                </a:rPr>
                <a:t>数据</a:t>
              </a:r>
            </a:p>
            <a:p>
              <a:pPr algn="ctr"/>
              <a:r>
                <a:rPr lang="zh-CN" altLang="en-US" sz="2000" b="1">
                  <a:solidFill>
                    <a:srgbClr val="000099"/>
                  </a:solidFill>
                  <a:ea typeface="黑体" panose="02010609060101010101" pitchFamily="49" charset="-122"/>
                </a:rPr>
                <a:t>链路层</a:t>
              </a:r>
            </a:p>
          </p:txBody>
        </p:sp>
        <p:sp>
          <p:nvSpPr>
            <p:cNvPr id="432133" name="Rectangle 48"/>
            <p:cNvSpPr>
              <a:spLocks noChangeArrowheads="1"/>
            </p:cNvSpPr>
            <p:nvPr/>
          </p:nvSpPr>
          <p:spPr bwMode="auto">
            <a:xfrm>
              <a:off x="1344132" y="4971879"/>
              <a:ext cx="2178977" cy="758825"/>
            </a:xfrm>
            <a:prstGeom prst="rect">
              <a:avLst/>
            </a:prstGeom>
            <a:solidFill>
              <a:srgbClr val="CCFFFF"/>
            </a:solidFill>
            <a:ln w="12700">
              <a:solidFill>
                <a:schemeClr val="tx1"/>
              </a:solidFill>
              <a:miter lim="800000"/>
              <a:headEnd/>
              <a:tailEnd/>
            </a:ln>
            <a:effectLst>
              <a:outerShdw dist="53882" dir="2700000" algn="ctr" rotWithShape="0">
                <a:schemeClr val="bg2"/>
              </a:outerShdw>
            </a:effec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32134" name="Rectangle 49"/>
            <p:cNvSpPr>
              <a:spLocks noChangeArrowheads="1"/>
            </p:cNvSpPr>
            <p:nvPr/>
          </p:nvSpPr>
          <p:spPr bwMode="auto">
            <a:xfrm>
              <a:off x="1928664" y="4509120"/>
              <a:ext cx="1097866"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400" b="1">
                  <a:solidFill>
                    <a:srgbClr val="000099"/>
                  </a:solidFill>
                  <a:ea typeface="黑体" panose="02010609060101010101" pitchFamily="49" charset="-122"/>
                </a:rPr>
                <a:t>结点 </a:t>
              </a:r>
              <a:r>
                <a:rPr lang="en-US" altLang="zh-CN" sz="2400" b="1">
                  <a:solidFill>
                    <a:srgbClr val="000099"/>
                  </a:solidFill>
                  <a:ea typeface="黑体" panose="02010609060101010101" pitchFamily="49" charset="-122"/>
                </a:rPr>
                <a:t>A</a:t>
              </a:r>
            </a:p>
          </p:txBody>
        </p:sp>
        <p:sp>
          <p:nvSpPr>
            <p:cNvPr id="432135" name="Rectangle 50"/>
            <p:cNvSpPr>
              <a:spLocks noChangeArrowheads="1"/>
            </p:cNvSpPr>
            <p:nvPr/>
          </p:nvSpPr>
          <p:spPr bwMode="auto">
            <a:xfrm>
              <a:off x="8121352" y="4509120"/>
              <a:ext cx="1109279"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400" b="1">
                  <a:solidFill>
                    <a:srgbClr val="000099"/>
                  </a:solidFill>
                  <a:ea typeface="黑体" panose="02010609060101010101" pitchFamily="49" charset="-122"/>
                </a:rPr>
                <a:t>结点 </a:t>
              </a:r>
              <a:r>
                <a:rPr lang="en-US" altLang="zh-CN" sz="2400" b="1">
                  <a:solidFill>
                    <a:srgbClr val="000099"/>
                  </a:solidFill>
                  <a:ea typeface="黑体" panose="02010609060101010101" pitchFamily="49" charset="-122"/>
                </a:rPr>
                <a:t>B</a:t>
              </a:r>
            </a:p>
          </p:txBody>
        </p:sp>
        <p:grpSp>
          <p:nvGrpSpPr>
            <p:cNvPr id="432136" name="Group 51"/>
            <p:cNvGrpSpPr>
              <a:grpSpLocks/>
            </p:cNvGrpSpPr>
            <p:nvPr/>
          </p:nvGrpSpPr>
          <p:grpSpPr bwMode="auto">
            <a:xfrm>
              <a:off x="2948698" y="5165553"/>
              <a:ext cx="1059392" cy="369887"/>
              <a:chOff x="1701" y="2666"/>
              <a:chExt cx="616" cy="233"/>
            </a:xfrm>
          </p:grpSpPr>
          <p:grpSp>
            <p:nvGrpSpPr>
              <p:cNvPr id="432137" name="Group 52"/>
              <p:cNvGrpSpPr>
                <a:grpSpLocks/>
              </p:cNvGrpSpPr>
              <p:nvPr/>
            </p:nvGrpSpPr>
            <p:grpSpPr bwMode="auto">
              <a:xfrm>
                <a:off x="1701" y="2694"/>
                <a:ext cx="616" cy="192"/>
                <a:chOff x="1701" y="2694"/>
                <a:chExt cx="616" cy="192"/>
              </a:xfrm>
            </p:grpSpPr>
            <p:sp>
              <p:nvSpPr>
                <p:cNvPr id="432138" name="AutoShape 53"/>
                <p:cNvSpPr>
                  <a:spLocks noChangeArrowheads="1"/>
                </p:cNvSpPr>
                <p:nvPr/>
              </p:nvSpPr>
              <p:spPr bwMode="auto">
                <a:xfrm>
                  <a:off x="2045" y="2731"/>
                  <a:ext cx="272" cy="136"/>
                </a:xfrm>
                <a:prstGeom prst="rightArrow">
                  <a:avLst>
                    <a:gd name="adj1" fmla="val 50000"/>
                    <a:gd name="adj2" fmla="val 50000"/>
                  </a:avLst>
                </a:prstGeom>
                <a:solidFill>
                  <a:schemeClr val="bg1"/>
                </a:solidFill>
                <a:ln w="127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32139" name="Rectangle 54"/>
                <p:cNvSpPr>
                  <a:spLocks noChangeArrowheads="1"/>
                </p:cNvSpPr>
                <p:nvPr/>
              </p:nvSpPr>
              <p:spPr bwMode="auto">
                <a:xfrm>
                  <a:off x="1701" y="2694"/>
                  <a:ext cx="408" cy="192"/>
                </a:xfrm>
                <a:prstGeom prst="rect">
                  <a:avLst/>
                </a:prstGeom>
                <a:solidFill>
                  <a:srgbClr val="DDDDDD"/>
                </a:solidFill>
                <a:ln w="12700">
                  <a:solidFill>
                    <a:schemeClr val="tx1"/>
                  </a:solidFill>
                  <a:miter lim="800000"/>
                  <a:headEnd/>
                  <a:tailEnd/>
                </a:ln>
                <a:effectLst>
                  <a:outerShdw dist="35921" dir="2700000" algn="ctr" rotWithShape="0">
                    <a:schemeClr val="bg2"/>
                  </a:outerShdw>
                </a:effectLst>
              </p:spPr>
              <p:txBody>
                <a:bodyPr wrap="none" anchor="ct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endParaRPr lang="zh-CN" altLang="zh-CN" b="1">
                    <a:solidFill>
                      <a:srgbClr val="000099"/>
                    </a:solidFill>
                    <a:ea typeface="黑体" panose="02010609060101010101" pitchFamily="49" charset="-122"/>
                  </a:endParaRPr>
                </a:p>
              </p:txBody>
            </p:sp>
          </p:grpSp>
          <p:sp>
            <p:nvSpPr>
              <p:cNvPr id="432140" name="Text Box 55"/>
              <p:cNvSpPr txBox="1">
                <a:spLocks noChangeArrowheads="1"/>
              </p:cNvSpPr>
              <p:nvPr/>
            </p:nvSpPr>
            <p:spPr bwMode="auto">
              <a:xfrm>
                <a:off x="1784" y="2666"/>
                <a:ext cx="24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FF0000"/>
                    </a:solidFill>
                    <a:ea typeface="黑体" panose="02010609060101010101" pitchFamily="49" charset="-122"/>
                  </a:rPr>
                  <a:t>帧</a:t>
                </a:r>
              </a:p>
            </p:txBody>
          </p:sp>
        </p:grpSp>
        <p:sp>
          <p:nvSpPr>
            <p:cNvPr id="432141" name="Rectangle 57"/>
            <p:cNvSpPr>
              <a:spLocks noChangeArrowheads="1"/>
            </p:cNvSpPr>
            <p:nvPr/>
          </p:nvSpPr>
          <p:spPr bwMode="auto">
            <a:xfrm>
              <a:off x="3728864" y="6014561"/>
              <a:ext cx="3904397"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zh-CN" b="1">
                  <a:solidFill>
                    <a:srgbClr val="000099"/>
                  </a:solidFill>
                  <a:ea typeface="黑体" panose="02010609060101010101" pitchFamily="49" charset="-122"/>
                </a:rPr>
                <a:t>(b) </a:t>
              </a:r>
              <a:r>
                <a:rPr lang="zh-CN" altLang="en-US" b="1">
                  <a:solidFill>
                    <a:srgbClr val="000099"/>
                  </a:solidFill>
                  <a:ea typeface="黑体" panose="02010609060101010101" pitchFamily="49" charset="-122"/>
                </a:rPr>
                <a:t>只考虑数据链路层</a:t>
              </a:r>
              <a:endParaRPr lang="en-US" altLang="zh-CN" b="1">
                <a:solidFill>
                  <a:srgbClr val="000099"/>
                </a:solidFill>
                <a:ea typeface="黑体" panose="02010609060101010101" pitchFamily="49" charset="-122"/>
              </a:endParaRPr>
            </a:p>
          </p:txBody>
        </p:sp>
        <p:sp>
          <p:nvSpPr>
            <p:cNvPr id="432142" name="Rectangle 58"/>
            <p:cNvSpPr>
              <a:spLocks noChangeArrowheads="1"/>
            </p:cNvSpPr>
            <p:nvPr/>
          </p:nvSpPr>
          <p:spPr bwMode="auto">
            <a:xfrm>
              <a:off x="3572983" y="4867104"/>
              <a:ext cx="644408"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99"/>
                  </a:solidFill>
                  <a:ea typeface="黑体" panose="02010609060101010101" pitchFamily="49" charset="-122"/>
                </a:rPr>
                <a:t>发送</a:t>
              </a:r>
            </a:p>
          </p:txBody>
        </p:sp>
        <p:grpSp>
          <p:nvGrpSpPr>
            <p:cNvPr id="432143" name="Group 59"/>
            <p:cNvGrpSpPr>
              <a:grpSpLocks/>
            </p:cNvGrpSpPr>
            <p:nvPr/>
          </p:nvGrpSpPr>
          <p:grpSpPr bwMode="auto">
            <a:xfrm>
              <a:off x="7115753" y="5165553"/>
              <a:ext cx="1059392" cy="369887"/>
              <a:chOff x="1701" y="2666"/>
              <a:chExt cx="616" cy="233"/>
            </a:xfrm>
          </p:grpSpPr>
          <p:grpSp>
            <p:nvGrpSpPr>
              <p:cNvPr id="432144" name="Group 60"/>
              <p:cNvGrpSpPr>
                <a:grpSpLocks/>
              </p:cNvGrpSpPr>
              <p:nvPr/>
            </p:nvGrpSpPr>
            <p:grpSpPr bwMode="auto">
              <a:xfrm>
                <a:off x="1701" y="2694"/>
                <a:ext cx="616" cy="192"/>
                <a:chOff x="1701" y="2694"/>
                <a:chExt cx="616" cy="192"/>
              </a:xfrm>
            </p:grpSpPr>
            <p:sp>
              <p:nvSpPr>
                <p:cNvPr id="432145" name="AutoShape 61"/>
                <p:cNvSpPr>
                  <a:spLocks noChangeArrowheads="1"/>
                </p:cNvSpPr>
                <p:nvPr/>
              </p:nvSpPr>
              <p:spPr bwMode="auto">
                <a:xfrm>
                  <a:off x="2045" y="2731"/>
                  <a:ext cx="272" cy="136"/>
                </a:xfrm>
                <a:prstGeom prst="rightArrow">
                  <a:avLst>
                    <a:gd name="adj1" fmla="val 50000"/>
                    <a:gd name="adj2" fmla="val 50000"/>
                  </a:avLst>
                </a:prstGeom>
                <a:solidFill>
                  <a:schemeClr val="bg1"/>
                </a:solidFill>
                <a:ln w="127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32146" name="Rectangle 62"/>
                <p:cNvSpPr>
                  <a:spLocks noChangeArrowheads="1"/>
                </p:cNvSpPr>
                <p:nvPr/>
              </p:nvSpPr>
              <p:spPr bwMode="auto">
                <a:xfrm>
                  <a:off x="1701" y="2694"/>
                  <a:ext cx="408" cy="192"/>
                </a:xfrm>
                <a:prstGeom prst="rect">
                  <a:avLst/>
                </a:prstGeom>
                <a:solidFill>
                  <a:srgbClr val="DDDDDD"/>
                </a:solidFill>
                <a:ln w="12700">
                  <a:solidFill>
                    <a:schemeClr val="tx1"/>
                  </a:solidFill>
                  <a:miter lim="800000"/>
                  <a:headEnd/>
                  <a:tailEnd/>
                </a:ln>
                <a:effectLst>
                  <a:outerShdw dist="35921" dir="2700000" algn="ctr" rotWithShape="0">
                    <a:schemeClr val="bg2"/>
                  </a:outerShdw>
                </a:effectLst>
              </p:spPr>
              <p:txBody>
                <a:bodyPr wrap="none" anchor="ct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endParaRPr lang="zh-CN" altLang="zh-CN" b="1">
                    <a:solidFill>
                      <a:srgbClr val="000099"/>
                    </a:solidFill>
                    <a:ea typeface="黑体" panose="02010609060101010101" pitchFamily="49" charset="-122"/>
                  </a:endParaRPr>
                </a:p>
              </p:txBody>
            </p:sp>
          </p:grpSp>
          <p:sp>
            <p:nvSpPr>
              <p:cNvPr id="432147" name="Text Box 63"/>
              <p:cNvSpPr txBox="1">
                <a:spLocks noChangeArrowheads="1"/>
              </p:cNvSpPr>
              <p:nvPr/>
            </p:nvSpPr>
            <p:spPr bwMode="auto">
              <a:xfrm>
                <a:off x="1784" y="2666"/>
                <a:ext cx="24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FF0000"/>
                    </a:solidFill>
                    <a:ea typeface="黑体" panose="02010609060101010101" pitchFamily="49" charset="-122"/>
                  </a:rPr>
                  <a:t>帧</a:t>
                </a:r>
              </a:p>
            </p:txBody>
          </p:sp>
        </p:grpSp>
        <p:sp>
          <p:nvSpPr>
            <p:cNvPr id="432148" name="Rectangle 64"/>
            <p:cNvSpPr>
              <a:spLocks noChangeArrowheads="1"/>
            </p:cNvSpPr>
            <p:nvPr/>
          </p:nvSpPr>
          <p:spPr bwMode="auto">
            <a:xfrm>
              <a:off x="6837147" y="4867104"/>
              <a:ext cx="644408"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99"/>
                  </a:solidFill>
                  <a:ea typeface="黑体" panose="02010609060101010101" pitchFamily="49" charset="-122"/>
                </a:rPr>
                <a:t>接收</a:t>
              </a:r>
            </a:p>
          </p:txBody>
        </p:sp>
        <p:sp>
          <p:nvSpPr>
            <p:cNvPr id="432149" name="Rectangle 65"/>
            <p:cNvSpPr>
              <a:spLocks noChangeArrowheads="1"/>
            </p:cNvSpPr>
            <p:nvPr/>
          </p:nvSpPr>
          <p:spPr bwMode="auto">
            <a:xfrm>
              <a:off x="5210224" y="5586240"/>
              <a:ext cx="801502"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400" b="1">
                  <a:solidFill>
                    <a:srgbClr val="000099"/>
                  </a:solidFill>
                  <a:ea typeface="黑体" panose="02010609060101010101" pitchFamily="49" charset="-122"/>
                </a:rPr>
                <a:t>链路</a:t>
              </a:r>
            </a:p>
          </p:txBody>
        </p:sp>
      </p:grpSp>
      <p:grpSp>
        <p:nvGrpSpPr>
          <p:cNvPr id="432150" name="组合 3"/>
          <p:cNvGrpSpPr>
            <a:grpSpLocks/>
          </p:cNvGrpSpPr>
          <p:nvPr/>
        </p:nvGrpSpPr>
        <p:grpSpPr bwMode="auto">
          <a:xfrm>
            <a:off x="361950" y="1052513"/>
            <a:ext cx="9402763" cy="3463925"/>
            <a:chOff x="362070" y="1052736"/>
            <a:chExt cx="9402162" cy="3463111"/>
          </a:xfrm>
        </p:grpSpPr>
        <p:sp>
          <p:nvSpPr>
            <p:cNvPr id="432151" name="Rectangle 4"/>
            <p:cNvSpPr>
              <a:spLocks noChangeArrowheads="1"/>
            </p:cNvSpPr>
            <p:nvPr/>
          </p:nvSpPr>
          <p:spPr bwMode="auto">
            <a:xfrm>
              <a:off x="7585256" y="1498030"/>
              <a:ext cx="2178976" cy="1828800"/>
            </a:xfrm>
            <a:prstGeom prst="rect">
              <a:avLst/>
            </a:prstGeom>
            <a:solidFill>
              <a:srgbClr val="CCFFFF"/>
            </a:solidFill>
            <a:ln w="12700">
              <a:solidFill>
                <a:schemeClr val="tx1"/>
              </a:solidFill>
              <a:miter lim="800000"/>
              <a:headEnd/>
              <a:tailEnd/>
            </a:ln>
            <a:effectLst>
              <a:outerShdw dist="53882" dir="2700000" algn="ctr" rotWithShape="0">
                <a:schemeClr val="bg2"/>
              </a:outerShdw>
            </a:effec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32152" name="Rectangle 5"/>
            <p:cNvSpPr>
              <a:spLocks noChangeArrowheads="1"/>
            </p:cNvSpPr>
            <p:nvPr/>
          </p:nvSpPr>
          <p:spPr bwMode="auto">
            <a:xfrm>
              <a:off x="7605894" y="2107630"/>
              <a:ext cx="2146300" cy="60960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32153" name="Line 6"/>
            <p:cNvSpPr>
              <a:spLocks noChangeShapeType="1"/>
            </p:cNvSpPr>
            <p:nvPr/>
          </p:nvSpPr>
          <p:spPr bwMode="auto">
            <a:xfrm>
              <a:off x="7585257" y="2106042"/>
              <a:ext cx="2175536" cy="15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32154" name="Rectangle 7"/>
            <p:cNvSpPr>
              <a:spLocks noChangeArrowheads="1"/>
            </p:cNvSpPr>
            <p:nvPr/>
          </p:nvSpPr>
          <p:spPr bwMode="auto">
            <a:xfrm>
              <a:off x="7917176" y="2260030"/>
              <a:ext cx="1506538" cy="304800"/>
            </a:xfrm>
            <a:prstGeom prst="rect">
              <a:avLst/>
            </a:prstGeom>
            <a:solidFill>
              <a:schemeClr val="bg1"/>
            </a:solidFill>
            <a:ln w="12700">
              <a:solidFill>
                <a:schemeClr val="tx1"/>
              </a:solidFill>
              <a:miter lim="800000"/>
              <a:headEnd/>
              <a:tailEnd/>
            </a:ln>
            <a:effectLst>
              <a:outerShdw dist="35921" dir="2700000" algn="ctr" rotWithShape="0">
                <a:schemeClr val="bg2"/>
              </a:outerShdw>
            </a:effectLst>
          </p:spPr>
          <p:txBody>
            <a:bodyPr wrap="none" anchor="ct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endParaRPr lang="zh-CN" altLang="zh-CN" b="1">
                <a:solidFill>
                  <a:srgbClr val="000099"/>
                </a:solidFill>
                <a:ea typeface="黑体" panose="02010609060101010101" pitchFamily="49" charset="-122"/>
              </a:endParaRPr>
            </a:p>
          </p:txBody>
        </p:sp>
        <p:sp>
          <p:nvSpPr>
            <p:cNvPr id="432155" name="Line 8"/>
            <p:cNvSpPr>
              <a:spLocks noChangeShapeType="1"/>
            </p:cNvSpPr>
            <p:nvPr/>
          </p:nvSpPr>
          <p:spPr bwMode="auto">
            <a:xfrm>
              <a:off x="7585257" y="2715642"/>
              <a:ext cx="2175536" cy="15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32156" name="Rectangle 9"/>
            <p:cNvSpPr>
              <a:spLocks noChangeArrowheads="1"/>
            </p:cNvSpPr>
            <p:nvPr/>
          </p:nvSpPr>
          <p:spPr bwMode="auto">
            <a:xfrm>
              <a:off x="8139029" y="1650430"/>
              <a:ext cx="1073150" cy="304800"/>
            </a:xfrm>
            <a:prstGeom prst="rect">
              <a:avLst/>
            </a:prstGeom>
            <a:solidFill>
              <a:srgbClr val="DDDDDD"/>
            </a:solidFill>
            <a:ln w="12700">
              <a:solidFill>
                <a:schemeClr val="tx1"/>
              </a:solidFill>
              <a:miter lim="800000"/>
              <a:headEnd/>
              <a:tailEnd/>
            </a:ln>
            <a:effectLst>
              <a:outerShdw dist="35921" dir="2700000" algn="ctr" rotWithShape="0">
                <a:schemeClr val="bg2"/>
              </a:outerShdw>
            </a:effectLst>
          </p:spPr>
          <p:txBody>
            <a:bodyPr wrap="none" anchor="ct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zh-CN" b="1">
                  <a:solidFill>
                    <a:srgbClr val="000099"/>
                  </a:solidFill>
                  <a:ea typeface="黑体" panose="02010609060101010101" pitchFamily="49" charset="-122"/>
                </a:rPr>
                <a:t>IP </a:t>
              </a:r>
              <a:r>
                <a:rPr lang="zh-CN" altLang="en-US" b="1">
                  <a:solidFill>
                    <a:srgbClr val="000099"/>
                  </a:solidFill>
                  <a:ea typeface="黑体" panose="02010609060101010101" pitchFamily="49" charset="-122"/>
                </a:rPr>
                <a:t>数据报</a:t>
              </a:r>
            </a:p>
          </p:txBody>
        </p:sp>
        <p:sp>
          <p:nvSpPr>
            <p:cNvPr id="432157" name="Rectangle 10"/>
            <p:cNvSpPr>
              <a:spLocks noChangeArrowheads="1"/>
            </p:cNvSpPr>
            <p:nvPr/>
          </p:nvSpPr>
          <p:spPr bwMode="auto">
            <a:xfrm>
              <a:off x="7910297" y="2869630"/>
              <a:ext cx="1520296" cy="304800"/>
            </a:xfrm>
            <a:prstGeom prst="rect">
              <a:avLst/>
            </a:prstGeom>
            <a:solidFill>
              <a:schemeClr val="bg1"/>
            </a:solidFill>
            <a:ln w="12700">
              <a:solidFill>
                <a:schemeClr val="tx1"/>
              </a:solidFill>
              <a:miter lim="800000"/>
              <a:headEnd/>
              <a:tailEnd/>
            </a:ln>
            <a:effectLst>
              <a:outerShdw dist="35921" dir="2700000" algn="ctr" rotWithShape="0">
                <a:schemeClr val="bg2"/>
              </a:outerShdw>
            </a:effectLst>
          </p:spPr>
          <p:txBody>
            <a:bodyPr wrap="none" anchor="ct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endParaRPr lang="zh-CN" altLang="zh-CN" b="1">
                <a:solidFill>
                  <a:srgbClr val="000099"/>
                </a:solidFill>
                <a:ea typeface="黑体" panose="02010609060101010101" pitchFamily="49" charset="-122"/>
              </a:endParaRPr>
            </a:p>
          </p:txBody>
        </p:sp>
        <p:sp>
          <p:nvSpPr>
            <p:cNvPr id="432158" name="Rectangle 11"/>
            <p:cNvSpPr>
              <a:spLocks noChangeArrowheads="1"/>
            </p:cNvSpPr>
            <p:nvPr/>
          </p:nvSpPr>
          <p:spPr bwMode="auto">
            <a:xfrm>
              <a:off x="7841505" y="2882330"/>
              <a:ext cx="1638270" cy="299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85000"/>
                </a:lnSpc>
              </a:pPr>
              <a:r>
                <a:rPr lang="en-US" altLang="zh-CN" sz="1600" b="1">
                  <a:solidFill>
                    <a:srgbClr val="000099"/>
                  </a:solidFill>
                  <a:ea typeface="黑体" panose="02010609060101010101" pitchFamily="49" charset="-122"/>
                </a:rPr>
                <a:t>1010…  …0110</a:t>
              </a:r>
            </a:p>
          </p:txBody>
        </p:sp>
        <p:sp>
          <p:nvSpPr>
            <p:cNvPr id="432159" name="AutoShape 12"/>
            <p:cNvSpPr>
              <a:spLocks noChangeArrowheads="1"/>
            </p:cNvSpPr>
            <p:nvPr/>
          </p:nvSpPr>
          <p:spPr bwMode="auto">
            <a:xfrm flipV="1">
              <a:off x="8529422" y="2612455"/>
              <a:ext cx="330200" cy="334962"/>
            </a:xfrm>
            <a:prstGeom prst="downArrow">
              <a:avLst>
                <a:gd name="adj1" fmla="val 50000"/>
                <a:gd name="adj2" fmla="val 43230"/>
              </a:avLst>
            </a:prstGeom>
            <a:solidFill>
              <a:schemeClr val="bg1"/>
            </a:solidFill>
            <a:ln w="12700">
              <a:solidFill>
                <a:schemeClr val="tx1"/>
              </a:solidFill>
              <a:miter lim="800000"/>
              <a:headEnd/>
              <a:tailEnd/>
            </a:ln>
          </p:spPr>
          <p:txBody>
            <a:bodyPr vert="eaVert" wrap="none" anchor="ctr"/>
            <a:lstStyle/>
            <a:p>
              <a:pPr eaLnBrk="0" hangingPunct="0"/>
              <a:endParaRPr lang="zh-CN" altLang="en-US" b="1">
                <a:solidFill>
                  <a:srgbClr val="000099"/>
                </a:solidFill>
                <a:ea typeface="黑体" panose="02010609060101010101" pitchFamily="49" charset="-122"/>
              </a:endParaRPr>
            </a:p>
          </p:txBody>
        </p:sp>
        <p:sp>
          <p:nvSpPr>
            <p:cNvPr id="432160" name="Rectangle 13"/>
            <p:cNvSpPr>
              <a:spLocks noChangeArrowheads="1"/>
            </p:cNvSpPr>
            <p:nvPr/>
          </p:nvSpPr>
          <p:spPr bwMode="auto">
            <a:xfrm>
              <a:off x="8132150" y="2269556"/>
              <a:ext cx="1073150" cy="280987"/>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32161" name="AutoShape 14"/>
            <p:cNvSpPr>
              <a:spLocks noChangeArrowheads="1"/>
            </p:cNvSpPr>
            <p:nvPr/>
          </p:nvSpPr>
          <p:spPr bwMode="auto">
            <a:xfrm flipV="1">
              <a:off x="8128711" y="1901256"/>
              <a:ext cx="1073150" cy="369887"/>
            </a:xfrm>
            <a:prstGeom prst="downArrow">
              <a:avLst>
                <a:gd name="adj1" fmla="val 65398"/>
                <a:gd name="adj2" fmla="val 39394"/>
              </a:avLst>
            </a:prstGeom>
            <a:solidFill>
              <a:schemeClr val="accent2"/>
            </a:solidFill>
            <a:ln w="12700">
              <a:solidFill>
                <a:schemeClr val="tx1"/>
              </a:solidFill>
              <a:miter lim="800000"/>
              <a:headEnd/>
              <a:tailEnd/>
            </a:ln>
            <a:effectLst>
              <a:outerShdw dist="35921" dir="2700000" algn="ctr" rotWithShape="0">
                <a:schemeClr val="bg2"/>
              </a:outerShdw>
            </a:effectLst>
          </p:spPr>
          <p:txBody>
            <a:bodyPr vert="eaVert" wrap="none" anchor="ctr"/>
            <a:lstStyle/>
            <a:p>
              <a:pPr eaLnBrk="0" hangingPunct="0"/>
              <a:endParaRPr lang="zh-CN" altLang="en-US" b="1">
                <a:solidFill>
                  <a:srgbClr val="000099"/>
                </a:solidFill>
                <a:ea typeface="黑体" panose="02010609060101010101" pitchFamily="49" charset="-122"/>
              </a:endParaRPr>
            </a:p>
          </p:txBody>
        </p:sp>
        <p:sp>
          <p:nvSpPr>
            <p:cNvPr id="432162" name="Text Box 15"/>
            <p:cNvSpPr txBox="1">
              <a:spLocks noChangeArrowheads="1"/>
            </p:cNvSpPr>
            <p:nvPr/>
          </p:nvSpPr>
          <p:spPr bwMode="auto">
            <a:xfrm>
              <a:off x="7550861" y="2213993"/>
              <a:ext cx="41549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FF0000"/>
                  </a:solidFill>
                  <a:ea typeface="黑体" panose="02010609060101010101" pitchFamily="49" charset="-122"/>
                </a:rPr>
                <a:t>帧</a:t>
              </a:r>
            </a:p>
          </p:txBody>
        </p:sp>
        <p:sp>
          <p:nvSpPr>
            <p:cNvPr id="432163" name="Rectangle 16"/>
            <p:cNvSpPr>
              <a:spLocks noChangeArrowheads="1"/>
            </p:cNvSpPr>
            <p:nvPr/>
          </p:nvSpPr>
          <p:spPr bwMode="auto">
            <a:xfrm>
              <a:off x="8355724" y="1928242"/>
              <a:ext cx="644408"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99"/>
                  </a:solidFill>
                  <a:ea typeface="黑体" panose="02010609060101010101" pitchFamily="49" charset="-122"/>
                </a:rPr>
                <a:t>取出</a:t>
              </a:r>
            </a:p>
          </p:txBody>
        </p:sp>
        <p:sp>
          <p:nvSpPr>
            <p:cNvPr id="432164" name="Line 17"/>
            <p:cNvSpPr>
              <a:spLocks noChangeShapeType="1"/>
            </p:cNvSpPr>
            <p:nvPr/>
          </p:nvSpPr>
          <p:spPr bwMode="auto">
            <a:xfrm>
              <a:off x="8126990" y="2264792"/>
              <a:ext cx="0" cy="28575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32165" name="Line 18"/>
            <p:cNvSpPr>
              <a:spLocks noChangeShapeType="1"/>
            </p:cNvSpPr>
            <p:nvPr/>
          </p:nvSpPr>
          <p:spPr bwMode="auto">
            <a:xfrm>
              <a:off x="9200140" y="2266380"/>
              <a:ext cx="0" cy="28575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32166" name="Freeform 21"/>
            <p:cNvSpPr>
              <a:spLocks noChangeArrowheads="1"/>
            </p:cNvSpPr>
            <p:nvPr/>
          </p:nvSpPr>
          <p:spPr bwMode="auto">
            <a:xfrm>
              <a:off x="2417282" y="3158555"/>
              <a:ext cx="6273800" cy="609600"/>
            </a:xfrm>
            <a:custGeom>
              <a:avLst/>
              <a:gdLst>
                <a:gd name="T0" fmla="*/ 0 w 2736"/>
                <a:gd name="T1" fmla="*/ 0 h 480"/>
                <a:gd name="T2" fmla="*/ 0 w 2736"/>
                <a:gd name="T3" fmla="*/ 480 h 480"/>
                <a:gd name="T4" fmla="*/ 2736 w 2736"/>
                <a:gd name="T5" fmla="*/ 480 h 480"/>
                <a:gd name="T6" fmla="*/ 2736 w 2736"/>
                <a:gd name="T7" fmla="*/ 0 h 480"/>
              </a:gdLst>
              <a:ahLst/>
              <a:cxnLst>
                <a:cxn ang="0">
                  <a:pos x="T0" y="T1"/>
                </a:cxn>
                <a:cxn ang="0">
                  <a:pos x="T2" y="T3"/>
                </a:cxn>
                <a:cxn ang="0">
                  <a:pos x="T4" y="T5"/>
                </a:cxn>
                <a:cxn ang="0">
                  <a:pos x="T6" y="T7"/>
                </a:cxn>
              </a:cxnLst>
              <a:rect l="0" t="0" r="r" b="b"/>
              <a:pathLst>
                <a:path w="2736" h="480">
                  <a:moveTo>
                    <a:pt x="0" y="0"/>
                  </a:moveTo>
                  <a:lnTo>
                    <a:pt x="0" y="480"/>
                  </a:lnTo>
                  <a:lnTo>
                    <a:pt x="2736" y="480"/>
                  </a:lnTo>
                  <a:lnTo>
                    <a:pt x="2736" y="0"/>
                  </a:lnTo>
                </a:path>
              </a:pathLst>
            </a:custGeom>
            <a:noFill/>
            <a:ln w="38100">
              <a:solidFill>
                <a:schemeClr val="tx1"/>
              </a:solidFill>
              <a:round/>
              <a:headEnd/>
              <a:tailEnd type="triangle" w="sm" len="me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32167" name="Rectangle 22"/>
            <p:cNvSpPr>
              <a:spLocks noChangeArrowheads="1"/>
            </p:cNvSpPr>
            <p:nvPr/>
          </p:nvSpPr>
          <p:spPr bwMode="auto">
            <a:xfrm>
              <a:off x="362070" y="2029843"/>
              <a:ext cx="956994" cy="705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r>
                <a:rPr lang="zh-CN" altLang="en-US" sz="2000" b="1">
                  <a:solidFill>
                    <a:srgbClr val="000099"/>
                  </a:solidFill>
                  <a:ea typeface="黑体" panose="02010609060101010101" pitchFamily="49" charset="-122"/>
                </a:rPr>
                <a:t>数据</a:t>
              </a:r>
            </a:p>
            <a:p>
              <a:pPr algn="ctr"/>
              <a:r>
                <a:rPr lang="zh-CN" altLang="en-US" sz="2000" b="1">
                  <a:solidFill>
                    <a:srgbClr val="000099"/>
                  </a:solidFill>
                  <a:ea typeface="黑体" panose="02010609060101010101" pitchFamily="49" charset="-122"/>
                </a:rPr>
                <a:t>链路层</a:t>
              </a:r>
            </a:p>
          </p:txBody>
        </p:sp>
        <p:sp>
          <p:nvSpPr>
            <p:cNvPr id="432168" name="Rectangle 23"/>
            <p:cNvSpPr>
              <a:spLocks noChangeArrowheads="1"/>
            </p:cNvSpPr>
            <p:nvPr/>
          </p:nvSpPr>
          <p:spPr bwMode="auto">
            <a:xfrm>
              <a:off x="362070" y="1634555"/>
              <a:ext cx="956994" cy="3513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85000"/>
                </a:lnSpc>
              </a:pPr>
              <a:r>
                <a:rPr lang="zh-CN" altLang="en-US" sz="2000" b="1">
                  <a:solidFill>
                    <a:srgbClr val="000099"/>
                  </a:solidFill>
                  <a:ea typeface="黑体" panose="02010609060101010101" pitchFamily="49" charset="-122"/>
                </a:rPr>
                <a:t>网络层</a:t>
              </a:r>
            </a:p>
          </p:txBody>
        </p:sp>
        <p:sp>
          <p:nvSpPr>
            <p:cNvPr id="432169" name="Rectangle 24"/>
            <p:cNvSpPr>
              <a:spLocks noChangeArrowheads="1"/>
            </p:cNvSpPr>
            <p:nvPr/>
          </p:nvSpPr>
          <p:spPr bwMode="auto">
            <a:xfrm>
              <a:off x="5141433" y="3768156"/>
              <a:ext cx="801502"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400" b="1">
                  <a:solidFill>
                    <a:srgbClr val="000099"/>
                  </a:solidFill>
                  <a:ea typeface="黑体" panose="02010609060101010101" pitchFamily="49" charset="-122"/>
                </a:rPr>
                <a:t>链路</a:t>
              </a:r>
            </a:p>
          </p:txBody>
        </p:sp>
        <p:sp>
          <p:nvSpPr>
            <p:cNvPr id="432170" name="Rectangle 25"/>
            <p:cNvSpPr>
              <a:spLocks noChangeArrowheads="1"/>
            </p:cNvSpPr>
            <p:nvPr/>
          </p:nvSpPr>
          <p:spPr bwMode="auto">
            <a:xfrm>
              <a:off x="1928664" y="1052736"/>
              <a:ext cx="1097866"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400" b="1">
                  <a:solidFill>
                    <a:srgbClr val="000099"/>
                  </a:solidFill>
                  <a:ea typeface="黑体" panose="02010609060101010101" pitchFamily="49" charset="-122"/>
                </a:rPr>
                <a:t>结点 </a:t>
              </a:r>
              <a:r>
                <a:rPr lang="en-US" altLang="zh-CN" sz="2400" b="1">
                  <a:solidFill>
                    <a:srgbClr val="000099"/>
                  </a:solidFill>
                  <a:ea typeface="黑体" panose="02010609060101010101" pitchFamily="49" charset="-122"/>
                </a:rPr>
                <a:t>A</a:t>
              </a:r>
            </a:p>
          </p:txBody>
        </p:sp>
        <p:sp>
          <p:nvSpPr>
            <p:cNvPr id="432171" name="Rectangle 26"/>
            <p:cNvSpPr>
              <a:spLocks noChangeArrowheads="1"/>
            </p:cNvSpPr>
            <p:nvPr/>
          </p:nvSpPr>
          <p:spPr bwMode="auto">
            <a:xfrm>
              <a:off x="8121352" y="1052736"/>
              <a:ext cx="1109279"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400" b="1">
                  <a:solidFill>
                    <a:srgbClr val="000099"/>
                  </a:solidFill>
                  <a:ea typeface="黑体" panose="02010609060101010101" pitchFamily="49" charset="-122"/>
                </a:rPr>
                <a:t>结点 </a:t>
              </a:r>
              <a:r>
                <a:rPr lang="en-US" altLang="zh-CN" sz="2400" b="1">
                  <a:solidFill>
                    <a:srgbClr val="000099"/>
                  </a:solidFill>
                  <a:ea typeface="黑体" panose="02010609060101010101" pitchFamily="49" charset="-122"/>
                </a:rPr>
                <a:t>B</a:t>
              </a:r>
            </a:p>
          </p:txBody>
        </p:sp>
        <p:sp>
          <p:nvSpPr>
            <p:cNvPr id="432172" name="Rectangle 27"/>
            <p:cNvSpPr>
              <a:spLocks noChangeArrowheads="1"/>
            </p:cNvSpPr>
            <p:nvPr/>
          </p:nvSpPr>
          <p:spPr bwMode="auto">
            <a:xfrm>
              <a:off x="362070" y="2853755"/>
              <a:ext cx="956994" cy="3513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85000"/>
                </a:lnSpc>
              </a:pPr>
              <a:r>
                <a:rPr lang="zh-CN" altLang="en-US" sz="2000" b="1">
                  <a:solidFill>
                    <a:srgbClr val="000099"/>
                  </a:solidFill>
                  <a:ea typeface="黑体" panose="02010609060101010101" pitchFamily="49" charset="-122"/>
                </a:rPr>
                <a:t>物理层</a:t>
              </a:r>
            </a:p>
          </p:txBody>
        </p:sp>
        <p:sp>
          <p:nvSpPr>
            <p:cNvPr id="432173" name="Rectangle 28"/>
            <p:cNvSpPr>
              <a:spLocks noChangeArrowheads="1"/>
            </p:cNvSpPr>
            <p:nvPr/>
          </p:nvSpPr>
          <p:spPr bwMode="auto">
            <a:xfrm>
              <a:off x="2499832" y="3539555"/>
              <a:ext cx="82550" cy="152400"/>
            </a:xfrm>
            <a:prstGeom prst="rect">
              <a:avLst/>
            </a:prstGeom>
            <a:solidFill>
              <a:srgbClr val="FFC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32174" name="Rectangle 29"/>
            <p:cNvSpPr>
              <a:spLocks noChangeArrowheads="1"/>
            </p:cNvSpPr>
            <p:nvPr/>
          </p:nvSpPr>
          <p:spPr bwMode="auto">
            <a:xfrm>
              <a:off x="2664932" y="3539555"/>
              <a:ext cx="82550" cy="152400"/>
            </a:xfrm>
            <a:prstGeom prst="rect">
              <a:avLst/>
            </a:prstGeom>
            <a:solidFill>
              <a:srgbClr val="FFC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32175" name="Rectangle 30"/>
            <p:cNvSpPr>
              <a:spLocks noChangeArrowheads="1"/>
            </p:cNvSpPr>
            <p:nvPr/>
          </p:nvSpPr>
          <p:spPr bwMode="auto">
            <a:xfrm>
              <a:off x="4150832" y="3539555"/>
              <a:ext cx="82550" cy="152400"/>
            </a:xfrm>
            <a:prstGeom prst="rect">
              <a:avLst/>
            </a:prstGeom>
            <a:solidFill>
              <a:srgbClr val="FFC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32176" name="Rectangle 31"/>
            <p:cNvSpPr>
              <a:spLocks noChangeArrowheads="1"/>
            </p:cNvSpPr>
            <p:nvPr/>
          </p:nvSpPr>
          <p:spPr bwMode="auto">
            <a:xfrm>
              <a:off x="4315932" y="3539555"/>
              <a:ext cx="82550" cy="152400"/>
            </a:xfrm>
            <a:prstGeom prst="rect">
              <a:avLst/>
            </a:prstGeom>
            <a:solidFill>
              <a:srgbClr val="FFC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32177" name="Rectangle 32"/>
            <p:cNvSpPr>
              <a:spLocks noChangeArrowheads="1"/>
            </p:cNvSpPr>
            <p:nvPr/>
          </p:nvSpPr>
          <p:spPr bwMode="auto">
            <a:xfrm>
              <a:off x="6214582" y="3539555"/>
              <a:ext cx="82550" cy="152400"/>
            </a:xfrm>
            <a:prstGeom prst="rect">
              <a:avLst/>
            </a:prstGeom>
            <a:solidFill>
              <a:srgbClr val="FFC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32178" name="Rectangle 33"/>
            <p:cNvSpPr>
              <a:spLocks noChangeArrowheads="1"/>
            </p:cNvSpPr>
            <p:nvPr/>
          </p:nvSpPr>
          <p:spPr bwMode="auto">
            <a:xfrm>
              <a:off x="6379682" y="3539555"/>
              <a:ext cx="82550" cy="152400"/>
            </a:xfrm>
            <a:prstGeom prst="rect">
              <a:avLst/>
            </a:prstGeom>
            <a:solidFill>
              <a:srgbClr val="FFC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32179" name="Rectangle 34"/>
            <p:cNvSpPr>
              <a:spLocks noChangeArrowheads="1"/>
            </p:cNvSpPr>
            <p:nvPr/>
          </p:nvSpPr>
          <p:spPr bwMode="auto">
            <a:xfrm>
              <a:off x="8030682" y="3539555"/>
              <a:ext cx="82550" cy="152400"/>
            </a:xfrm>
            <a:prstGeom prst="rect">
              <a:avLst/>
            </a:prstGeom>
            <a:solidFill>
              <a:srgbClr val="FFC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32180" name="Rectangle 35"/>
            <p:cNvSpPr>
              <a:spLocks noChangeArrowheads="1"/>
            </p:cNvSpPr>
            <p:nvPr/>
          </p:nvSpPr>
          <p:spPr bwMode="auto">
            <a:xfrm>
              <a:off x="8195782" y="3539555"/>
              <a:ext cx="82550" cy="152400"/>
            </a:xfrm>
            <a:prstGeom prst="rect">
              <a:avLst/>
            </a:prstGeom>
            <a:solidFill>
              <a:srgbClr val="FFC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32181" name="Rectangle 36"/>
            <p:cNvSpPr>
              <a:spLocks noChangeArrowheads="1"/>
            </p:cNvSpPr>
            <p:nvPr/>
          </p:nvSpPr>
          <p:spPr bwMode="auto">
            <a:xfrm>
              <a:off x="8360882" y="3539555"/>
              <a:ext cx="82550" cy="152400"/>
            </a:xfrm>
            <a:prstGeom prst="rect">
              <a:avLst/>
            </a:prstGeom>
            <a:solidFill>
              <a:srgbClr val="FFC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32182" name="Rectangle 37"/>
            <p:cNvSpPr>
              <a:spLocks noChangeArrowheads="1"/>
            </p:cNvSpPr>
            <p:nvPr/>
          </p:nvSpPr>
          <p:spPr bwMode="auto">
            <a:xfrm>
              <a:off x="8525982" y="3539555"/>
              <a:ext cx="82550" cy="152400"/>
            </a:xfrm>
            <a:prstGeom prst="rect">
              <a:avLst/>
            </a:prstGeom>
            <a:solidFill>
              <a:srgbClr val="FFC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32183" name="Line 38"/>
            <p:cNvSpPr>
              <a:spLocks noChangeShapeType="1"/>
            </p:cNvSpPr>
            <p:nvPr/>
          </p:nvSpPr>
          <p:spPr bwMode="auto">
            <a:xfrm>
              <a:off x="4481032" y="3615755"/>
              <a:ext cx="330200" cy="0"/>
            </a:xfrm>
            <a:prstGeom prst="line">
              <a:avLst/>
            </a:prstGeom>
            <a:noFill/>
            <a:ln w="1905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32184" name="Line 39"/>
            <p:cNvSpPr>
              <a:spLocks noChangeShapeType="1"/>
            </p:cNvSpPr>
            <p:nvPr/>
          </p:nvSpPr>
          <p:spPr bwMode="auto">
            <a:xfrm rot="5400000">
              <a:off x="2388707" y="3349055"/>
              <a:ext cx="304800" cy="0"/>
            </a:xfrm>
            <a:prstGeom prst="line">
              <a:avLst/>
            </a:prstGeom>
            <a:noFill/>
            <a:ln w="1905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32185" name="Line 40"/>
            <p:cNvSpPr>
              <a:spLocks noChangeShapeType="1"/>
            </p:cNvSpPr>
            <p:nvPr/>
          </p:nvSpPr>
          <p:spPr bwMode="auto">
            <a:xfrm rot="16200000" flipV="1">
              <a:off x="8414857" y="3387155"/>
              <a:ext cx="304800" cy="0"/>
            </a:xfrm>
            <a:prstGeom prst="line">
              <a:avLst/>
            </a:prstGeom>
            <a:noFill/>
            <a:ln w="1905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grpSp>
          <p:nvGrpSpPr>
            <p:cNvPr id="284713" name="Group 41"/>
            <p:cNvGrpSpPr/>
            <p:nvPr/>
          </p:nvGrpSpPr>
          <p:grpSpPr bwMode="auto">
            <a:xfrm>
              <a:off x="2830032" y="3539555"/>
              <a:ext cx="1155700" cy="152400"/>
              <a:chOff x="1344" y="912"/>
              <a:chExt cx="672" cy="96"/>
            </a:xfrm>
            <a:solidFill>
              <a:srgbClr val="FFC000"/>
            </a:solidFill>
          </p:grpSpPr>
          <p:sp>
            <p:nvSpPr>
              <p:cNvPr id="284714" name="Line 42"/>
              <p:cNvSpPr>
                <a:spLocks noChangeShapeType="1"/>
              </p:cNvSpPr>
              <p:nvPr/>
            </p:nvSpPr>
            <p:spPr bwMode="auto">
              <a:xfrm>
                <a:off x="1344" y="960"/>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noProof="1">
                  <a:solidFill>
                    <a:srgbClr val="000099"/>
                  </a:solidFill>
                  <a:latin typeface="+mn-lt"/>
                  <a:ea typeface="黑体" panose="02010609060101010101" pitchFamily="2" charset="-122"/>
                </a:endParaRPr>
              </a:p>
            </p:txBody>
          </p:sp>
          <p:sp>
            <p:nvSpPr>
              <p:cNvPr id="284715" name="Freeform 43"/>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noProof="1">
                  <a:solidFill>
                    <a:srgbClr val="000099"/>
                  </a:solidFill>
                  <a:latin typeface="+mn-lt"/>
                  <a:ea typeface="黑体" panose="02010609060101010101" pitchFamily="2" charset="-122"/>
                </a:endParaRPr>
              </a:p>
            </p:txBody>
          </p:sp>
        </p:grpSp>
        <p:grpSp>
          <p:nvGrpSpPr>
            <p:cNvPr id="284716" name="Group 44"/>
            <p:cNvGrpSpPr/>
            <p:nvPr/>
          </p:nvGrpSpPr>
          <p:grpSpPr bwMode="auto">
            <a:xfrm>
              <a:off x="6627332" y="3539555"/>
              <a:ext cx="1155700" cy="157162"/>
              <a:chOff x="4080" y="3676"/>
              <a:chExt cx="672" cy="99"/>
            </a:xfrm>
            <a:solidFill>
              <a:srgbClr val="FFC000"/>
            </a:solidFill>
          </p:grpSpPr>
          <p:sp>
            <p:nvSpPr>
              <p:cNvPr id="284717" name="Line 45"/>
              <p:cNvSpPr>
                <a:spLocks noChangeShapeType="1"/>
              </p:cNvSpPr>
              <p:nvPr/>
            </p:nvSpPr>
            <p:spPr bwMode="auto">
              <a:xfrm>
                <a:off x="4080" y="3727"/>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noProof="1">
                  <a:solidFill>
                    <a:srgbClr val="000099"/>
                  </a:solidFill>
                  <a:latin typeface="+mn-lt"/>
                  <a:ea typeface="黑体" panose="02010609060101010101" pitchFamily="2" charset="-122"/>
                </a:endParaRPr>
              </a:p>
            </p:txBody>
          </p:sp>
          <p:sp>
            <p:nvSpPr>
              <p:cNvPr id="284718" name="Freeform 46"/>
              <p:cNvSpPr/>
              <p:nvPr/>
            </p:nvSpPr>
            <p:spPr bwMode="auto">
              <a:xfrm>
                <a:off x="4128" y="3676"/>
                <a:ext cx="576" cy="99"/>
              </a:xfrm>
              <a:custGeom>
                <a:avLst/>
                <a:gdLst>
                  <a:gd name="T0" fmla="*/ 0 w 576"/>
                  <a:gd name="T1" fmla="*/ 51 h 99"/>
                  <a:gd name="T2" fmla="*/ 0 w 576"/>
                  <a:gd name="T3" fmla="*/ 3 h 99"/>
                  <a:gd name="T4" fmla="*/ 135 w 576"/>
                  <a:gd name="T5" fmla="*/ 3 h 99"/>
                  <a:gd name="T6" fmla="*/ 138 w 576"/>
                  <a:gd name="T7" fmla="*/ 99 h 99"/>
                  <a:gd name="T8" fmla="*/ 264 w 576"/>
                  <a:gd name="T9" fmla="*/ 98 h 99"/>
                  <a:gd name="T10" fmla="*/ 264 w 576"/>
                  <a:gd name="T11" fmla="*/ 0 h 99"/>
                  <a:gd name="T12" fmla="*/ 426 w 576"/>
                  <a:gd name="T13" fmla="*/ 0 h 99"/>
                  <a:gd name="T14" fmla="*/ 426 w 576"/>
                  <a:gd name="T15" fmla="*/ 99 h 99"/>
                  <a:gd name="T16" fmla="*/ 480 w 576"/>
                  <a:gd name="T17" fmla="*/ 99 h 99"/>
                  <a:gd name="T18" fmla="*/ 480 w 576"/>
                  <a:gd name="T19" fmla="*/ 3 h 99"/>
                  <a:gd name="T20" fmla="*/ 576 w 576"/>
                  <a:gd name="T21" fmla="*/ 3 h 99"/>
                  <a:gd name="T22" fmla="*/ 576 w 576"/>
                  <a:gd name="T23" fmla="*/ 51 h 99"/>
                  <a:gd name="T24" fmla="*/ 0 w 576"/>
                  <a:gd name="T25" fmla="*/ 51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99">
                    <a:moveTo>
                      <a:pt x="0" y="51"/>
                    </a:moveTo>
                    <a:lnTo>
                      <a:pt x="0" y="3"/>
                    </a:lnTo>
                    <a:lnTo>
                      <a:pt x="135" y="3"/>
                    </a:lnTo>
                    <a:lnTo>
                      <a:pt x="138" y="99"/>
                    </a:lnTo>
                    <a:lnTo>
                      <a:pt x="264" y="98"/>
                    </a:lnTo>
                    <a:lnTo>
                      <a:pt x="264" y="0"/>
                    </a:lnTo>
                    <a:lnTo>
                      <a:pt x="426" y="0"/>
                    </a:lnTo>
                    <a:lnTo>
                      <a:pt x="426" y="99"/>
                    </a:lnTo>
                    <a:lnTo>
                      <a:pt x="480" y="99"/>
                    </a:lnTo>
                    <a:lnTo>
                      <a:pt x="480" y="3"/>
                    </a:lnTo>
                    <a:lnTo>
                      <a:pt x="576" y="3"/>
                    </a:lnTo>
                    <a:lnTo>
                      <a:pt x="576" y="51"/>
                    </a:lnTo>
                    <a:lnTo>
                      <a:pt x="0" y="51"/>
                    </a:lnTo>
                    <a:close/>
                  </a:path>
                </a:pathLst>
              </a:custGeom>
              <a:grp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noProof="1">
                  <a:solidFill>
                    <a:srgbClr val="000099"/>
                  </a:solidFill>
                  <a:latin typeface="+mn-lt"/>
                  <a:ea typeface="黑体" panose="02010609060101010101" pitchFamily="2" charset="-122"/>
                </a:endParaRPr>
              </a:p>
            </p:txBody>
          </p:sp>
        </p:grpSp>
        <p:sp>
          <p:nvSpPr>
            <p:cNvPr id="432188" name="Rectangle 56"/>
            <p:cNvSpPr>
              <a:spLocks noChangeArrowheads="1"/>
            </p:cNvSpPr>
            <p:nvPr/>
          </p:nvSpPr>
          <p:spPr bwMode="auto">
            <a:xfrm>
              <a:off x="3774198" y="4149080"/>
              <a:ext cx="3595018"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zh-CN" b="1">
                  <a:solidFill>
                    <a:srgbClr val="000099"/>
                  </a:solidFill>
                  <a:ea typeface="黑体" panose="02010609060101010101" pitchFamily="49" charset="-122"/>
                </a:rPr>
                <a:t>(a) </a:t>
              </a:r>
              <a:r>
                <a:rPr lang="zh-CN" altLang="en-US" b="1">
                  <a:solidFill>
                    <a:srgbClr val="000099"/>
                  </a:solidFill>
                  <a:ea typeface="黑体" panose="02010609060101010101" pitchFamily="49" charset="-122"/>
                </a:rPr>
                <a:t>三层的简化模型</a:t>
              </a:r>
              <a:endParaRPr lang="en-US" altLang="zh-CN" b="1">
                <a:solidFill>
                  <a:srgbClr val="000099"/>
                </a:solidFill>
                <a:ea typeface="黑体" panose="02010609060101010101" pitchFamily="49" charset="-122"/>
              </a:endParaRPr>
            </a:p>
          </p:txBody>
        </p:sp>
        <p:sp>
          <p:nvSpPr>
            <p:cNvPr id="432189" name="Rectangle 67"/>
            <p:cNvSpPr>
              <a:spLocks noChangeArrowheads="1"/>
            </p:cNvSpPr>
            <p:nvPr/>
          </p:nvSpPr>
          <p:spPr bwMode="auto">
            <a:xfrm>
              <a:off x="1344132" y="1482155"/>
              <a:ext cx="2178977" cy="1828800"/>
            </a:xfrm>
            <a:prstGeom prst="rect">
              <a:avLst/>
            </a:prstGeom>
            <a:solidFill>
              <a:srgbClr val="CCFFFF"/>
            </a:solidFill>
            <a:ln w="12700">
              <a:solidFill>
                <a:schemeClr val="tx1"/>
              </a:solidFill>
              <a:miter lim="800000"/>
              <a:headEnd/>
              <a:tailEnd/>
            </a:ln>
            <a:effectLst>
              <a:outerShdw dist="53882" dir="2700000" algn="ctr" rotWithShape="0">
                <a:schemeClr val="bg2"/>
              </a:outerShdw>
            </a:effec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32190" name="Rectangle 68"/>
            <p:cNvSpPr>
              <a:spLocks noChangeArrowheads="1"/>
            </p:cNvSpPr>
            <p:nvPr/>
          </p:nvSpPr>
          <p:spPr bwMode="auto">
            <a:xfrm>
              <a:off x="1364770" y="2091755"/>
              <a:ext cx="2146300" cy="60960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32191" name="Line 69"/>
            <p:cNvSpPr>
              <a:spLocks noChangeShapeType="1"/>
            </p:cNvSpPr>
            <p:nvPr/>
          </p:nvSpPr>
          <p:spPr bwMode="auto">
            <a:xfrm>
              <a:off x="1344132" y="2090167"/>
              <a:ext cx="2175537" cy="15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32192" name="Rectangle 70"/>
            <p:cNvSpPr>
              <a:spLocks noChangeArrowheads="1"/>
            </p:cNvSpPr>
            <p:nvPr/>
          </p:nvSpPr>
          <p:spPr bwMode="auto">
            <a:xfrm>
              <a:off x="1676052" y="2244155"/>
              <a:ext cx="1506538" cy="304800"/>
            </a:xfrm>
            <a:prstGeom prst="rect">
              <a:avLst/>
            </a:prstGeom>
            <a:solidFill>
              <a:schemeClr val="bg1"/>
            </a:solidFill>
            <a:ln w="12700">
              <a:solidFill>
                <a:schemeClr val="tx1"/>
              </a:solidFill>
              <a:miter lim="800000"/>
              <a:headEnd/>
              <a:tailEnd/>
            </a:ln>
            <a:effectLst>
              <a:outerShdw dist="35921" dir="2700000" algn="ctr" rotWithShape="0">
                <a:schemeClr val="bg2"/>
              </a:outerShdw>
            </a:effectLst>
          </p:spPr>
          <p:txBody>
            <a:bodyPr wrap="none" anchor="ct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endParaRPr lang="zh-CN" altLang="zh-CN" b="1">
                <a:solidFill>
                  <a:srgbClr val="000099"/>
                </a:solidFill>
                <a:ea typeface="黑体" panose="02010609060101010101" pitchFamily="49" charset="-122"/>
              </a:endParaRPr>
            </a:p>
          </p:txBody>
        </p:sp>
        <p:sp>
          <p:nvSpPr>
            <p:cNvPr id="432193" name="Line 71"/>
            <p:cNvSpPr>
              <a:spLocks noChangeShapeType="1"/>
            </p:cNvSpPr>
            <p:nvPr/>
          </p:nvSpPr>
          <p:spPr bwMode="auto">
            <a:xfrm>
              <a:off x="1344132" y="2699767"/>
              <a:ext cx="2175537" cy="15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32194" name="Rectangle 72"/>
            <p:cNvSpPr>
              <a:spLocks noChangeArrowheads="1"/>
            </p:cNvSpPr>
            <p:nvPr/>
          </p:nvSpPr>
          <p:spPr bwMode="auto">
            <a:xfrm>
              <a:off x="1897905" y="1634555"/>
              <a:ext cx="1073150" cy="304800"/>
            </a:xfrm>
            <a:prstGeom prst="rect">
              <a:avLst/>
            </a:prstGeom>
            <a:solidFill>
              <a:srgbClr val="DDDDDD"/>
            </a:solidFill>
            <a:ln w="12700">
              <a:solidFill>
                <a:schemeClr val="tx1"/>
              </a:solidFill>
              <a:miter lim="800000"/>
              <a:headEnd/>
              <a:tailEnd/>
            </a:ln>
            <a:effectLst>
              <a:outerShdw dist="35921" dir="2700000" algn="ctr" rotWithShape="0">
                <a:schemeClr val="bg2"/>
              </a:outerShdw>
            </a:effectLst>
          </p:spPr>
          <p:txBody>
            <a:bodyPr wrap="none" anchor="ct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zh-CN" b="1">
                  <a:solidFill>
                    <a:srgbClr val="000099"/>
                  </a:solidFill>
                  <a:ea typeface="黑体" panose="02010609060101010101" pitchFamily="49" charset="-122"/>
                </a:rPr>
                <a:t>IP </a:t>
              </a:r>
              <a:r>
                <a:rPr lang="zh-CN" altLang="en-US" b="1">
                  <a:solidFill>
                    <a:srgbClr val="000099"/>
                  </a:solidFill>
                  <a:ea typeface="黑体" panose="02010609060101010101" pitchFamily="49" charset="-122"/>
                </a:rPr>
                <a:t>数据报</a:t>
              </a:r>
            </a:p>
          </p:txBody>
        </p:sp>
        <p:sp>
          <p:nvSpPr>
            <p:cNvPr id="432195" name="Rectangle 73"/>
            <p:cNvSpPr>
              <a:spLocks noChangeArrowheads="1"/>
            </p:cNvSpPr>
            <p:nvPr/>
          </p:nvSpPr>
          <p:spPr bwMode="auto">
            <a:xfrm>
              <a:off x="1669173" y="2853755"/>
              <a:ext cx="1520296" cy="304800"/>
            </a:xfrm>
            <a:prstGeom prst="rect">
              <a:avLst/>
            </a:prstGeom>
            <a:solidFill>
              <a:schemeClr val="bg1"/>
            </a:solidFill>
            <a:ln w="12700">
              <a:solidFill>
                <a:schemeClr val="tx1"/>
              </a:solidFill>
              <a:miter lim="800000"/>
              <a:headEnd/>
              <a:tailEnd/>
            </a:ln>
            <a:effectLst>
              <a:outerShdw dist="35921" dir="2700000" algn="ctr" rotWithShape="0">
                <a:schemeClr val="bg2"/>
              </a:outerShdw>
            </a:effectLst>
          </p:spPr>
          <p:txBody>
            <a:bodyPr wrap="none" anchor="ct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endParaRPr lang="zh-CN" altLang="zh-CN" b="1">
                <a:solidFill>
                  <a:srgbClr val="000099"/>
                </a:solidFill>
                <a:ea typeface="黑体" panose="02010609060101010101" pitchFamily="49" charset="-122"/>
              </a:endParaRPr>
            </a:p>
          </p:txBody>
        </p:sp>
        <p:sp>
          <p:nvSpPr>
            <p:cNvPr id="432196" name="Rectangle 74"/>
            <p:cNvSpPr>
              <a:spLocks noChangeArrowheads="1"/>
            </p:cNvSpPr>
            <p:nvPr/>
          </p:nvSpPr>
          <p:spPr bwMode="auto">
            <a:xfrm>
              <a:off x="1600382" y="2866455"/>
              <a:ext cx="1638270" cy="299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85000"/>
                </a:lnSpc>
              </a:pPr>
              <a:r>
                <a:rPr lang="en-US" altLang="zh-CN" sz="1600" b="1">
                  <a:solidFill>
                    <a:srgbClr val="000099"/>
                  </a:solidFill>
                  <a:ea typeface="黑体" panose="02010609060101010101" pitchFamily="49" charset="-122"/>
                </a:rPr>
                <a:t>1010…  …0110</a:t>
              </a:r>
            </a:p>
          </p:txBody>
        </p:sp>
        <p:sp>
          <p:nvSpPr>
            <p:cNvPr id="432197" name="AutoShape 75"/>
            <p:cNvSpPr>
              <a:spLocks noChangeArrowheads="1"/>
            </p:cNvSpPr>
            <p:nvPr/>
          </p:nvSpPr>
          <p:spPr bwMode="auto">
            <a:xfrm>
              <a:off x="2267661" y="2701355"/>
              <a:ext cx="330200" cy="334962"/>
            </a:xfrm>
            <a:prstGeom prst="downArrow">
              <a:avLst>
                <a:gd name="adj1" fmla="val 50000"/>
                <a:gd name="adj2" fmla="val 43230"/>
              </a:avLst>
            </a:prstGeom>
            <a:solidFill>
              <a:schemeClr val="bg1"/>
            </a:solidFill>
            <a:ln w="12700">
              <a:solidFill>
                <a:schemeClr val="tx1"/>
              </a:solidFill>
              <a:miter lim="800000"/>
              <a:headEnd/>
              <a:tailEnd/>
            </a:ln>
          </p:spPr>
          <p:txBody>
            <a:bodyPr vert="eaVert" wrap="none" anchor="ctr"/>
            <a:lstStyle/>
            <a:p>
              <a:pPr eaLnBrk="0" hangingPunct="0"/>
              <a:endParaRPr lang="zh-CN" altLang="en-US" b="1">
                <a:solidFill>
                  <a:srgbClr val="000099"/>
                </a:solidFill>
                <a:ea typeface="黑体" panose="02010609060101010101" pitchFamily="49" charset="-122"/>
              </a:endParaRPr>
            </a:p>
          </p:txBody>
        </p:sp>
        <p:sp>
          <p:nvSpPr>
            <p:cNvPr id="432198" name="Rectangle 76"/>
            <p:cNvSpPr>
              <a:spLocks noChangeArrowheads="1"/>
            </p:cNvSpPr>
            <p:nvPr/>
          </p:nvSpPr>
          <p:spPr bwMode="auto">
            <a:xfrm>
              <a:off x="1891026" y="2253681"/>
              <a:ext cx="1073150" cy="280987"/>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32199" name="AutoShape 77"/>
            <p:cNvSpPr>
              <a:spLocks noChangeArrowheads="1"/>
            </p:cNvSpPr>
            <p:nvPr/>
          </p:nvSpPr>
          <p:spPr bwMode="auto">
            <a:xfrm>
              <a:off x="1897905" y="1948881"/>
              <a:ext cx="1073150" cy="369887"/>
            </a:xfrm>
            <a:prstGeom prst="downArrow">
              <a:avLst>
                <a:gd name="adj1" fmla="val 65398"/>
                <a:gd name="adj2" fmla="val 39394"/>
              </a:avLst>
            </a:prstGeom>
            <a:solidFill>
              <a:schemeClr val="accent2"/>
            </a:solidFill>
            <a:ln w="12700">
              <a:solidFill>
                <a:schemeClr val="tx1"/>
              </a:solidFill>
              <a:miter lim="800000"/>
              <a:headEnd/>
              <a:tailEnd/>
            </a:ln>
            <a:effectLst>
              <a:outerShdw dist="35921" dir="2700000" algn="ctr" rotWithShape="0">
                <a:schemeClr val="bg2"/>
              </a:outerShdw>
            </a:effectLst>
          </p:spPr>
          <p:txBody>
            <a:bodyPr vert="eaVert" wrap="none" anchor="ctr"/>
            <a:lstStyle/>
            <a:p>
              <a:pPr eaLnBrk="0" hangingPunct="0"/>
              <a:endParaRPr lang="zh-CN" altLang="en-US" b="1">
                <a:solidFill>
                  <a:srgbClr val="000099"/>
                </a:solidFill>
                <a:ea typeface="黑体" panose="02010609060101010101" pitchFamily="49" charset="-122"/>
              </a:endParaRPr>
            </a:p>
          </p:txBody>
        </p:sp>
        <p:sp>
          <p:nvSpPr>
            <p:cNvPr id="432200" name="Text Box 78"/>
            <p:cNvSpPr txBox="1">
              <a:spLocks noChangeArrowheads="1"/>
            </p:cNvSpPr>
            <p:nvPr/>
          </p:nvSpPr>
          <p:spPr bwMode="auto">
            <a:xfrm>
              <a:off x="1309736" y="2198118"/>
              <a:ext cx="41549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FF0000"/>
                  </a:solidFill>
                  <a:ea typeface="黑体" panose="02010609060101010101" pitchFamily="49" charset="-122"/>
                </a:rPr>
                <a:t>帧</a:t>
              </a:r>
            </a:p>
          </p:txBody>
        </p:sp>
        <p:sp>
          <p:nvSpPr>
            <p:cNvPr id="432201" name="Rectangle 79"/>
            <p:cNvSpPr>
              <a:spLocks noChangeArrowheads="1"/>
            </p:cNvSpPr>
            <p:nvPr/>
          </p:nvSpPr>
          <p:spPr bwMode="auto">
            <a:xfrm>
              <a:off x="2114599" y="1912367"/>
              <a:ext cx="644408"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99"/>
                  </a:solidFill>
                  <a:ea typeface="黑体" panose="02010609060101010101" pitchFamily="49" charset="-122"/>
                </a:rPr>
                <a:t>装入</a:t>
              </a:r>
            </a:p>
          </p:txBody>
        </p:sp>
        <p:sp>
          <p:nvSpPr>
            <p:cNvPr id="432202" name="Line 80"/>
            <p:cNvSpPr>
              <a:spLocks noChangeShapeType="1"/>
            </p:cNvSpPr>
            <p:nvPr/>
          </p:nvSpPr>
          <p:spPr bwMode="auto">
            <a:xfrm>
              <a:off x="1885867" y="2248917"/>
              <a:ext cx="0" cy="28575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32203" name="Line 81"/>
            <p:cNvSpPr>
              <a:spLocks noChangeShapeType="1"/>
            </p:cNvSpPr>
            <p:nvPr/>
          </p:nvSpPr>
          <p:spPr bwMode="auto">
            <a:xfrm>
              <a:off x="2959017" y="2250505"/>
              <a:ext cx="0" cy="28575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grpSp>
      <p:sp>
        <p:nvSpPr>
          <p:cNvPr id="432204" name="标题 2"/>
          <p:cNvSpPr>
            <a:spLocks noGrp="1" noChangeArrowheads="1"/>
          </p:cNvSpPr>
          <p:nvPr>
            <p:ph type="title"/>
          </p:nvPr>
        </p:nvSpPr>
        <p:spPr/>
        <p:txBody>
          <a:bodyPr/>
          <a:lstStyle/>
          <a:p>
            <a:pPr algn="ctr"/>
            <a:r>
              <a:rPr lang="zh-CN" altLang="en-US" smtClean="0">
                <a:ea typeface="黑体" panose="02010609060101010101" pitchFamily="49" charset="-122"/>
              </a:rPr>
              <a:t>数据链路层传送的是帧</a:t>
            </a:r>
          </a:p>
        </p:txBody>
      </p:sp>
      <p:sp>
        <p:nvSpPr>
          <p:cNvPr id="432205" name="矩形 5"/>
          <p:cNvSpPr>
            <a:spLocks noChangeArrowheads="1"/>
          </p:cNvSpPr>
          <p:nvPr/>
        </p:nvSpPr>
        <p:spPr bwMode="auto">
          <a:xfrm>
            <a:off x="2114550" y="6381750"/>
            <a:ext cx="65801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zh-CN" sz="2400" b="1">
                <a:ea typeface="黑体" panose="02010609060101010101" pitchFamily="49" charset="-122"/>
              </a:rPr>
              <a:t>使用点对点信道的数据链路层</a:t>
            </a:r>
            <a:endParaRPr lang="zh-CN" altLang="en-US" sz="2400" b="1">
              <a:ea typeface="黑体" panose="02010609060101010101" pitchFamily="49" charset="-122"/>
            </a:endParaRPr>
          </a:p>
        </p:txBody>
      </p:sp>
      <p:sp>
        <p:nvSpPr>
          <p:cNvPr id="432206" name="灯片编号占位符 7"/>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BCC2E95-E937-49FD-95E6-354D766B8D9E}" type="slidenum">
              <a:rPr lang="zh-CN" altLang="en-US" smtClean="0"/>
              <a:pPr eaLnBrk="1" hangingPunct="1"/>
              <a:t>9</a:t>
            </a:fld>
            <a:endParaRPr lang="en-US" altLang="zh-CN" smtClean="0"/>
          </a:p>
        </p:txBody>
      </p:sp>
      <p:sp>
        <p:nvSpPr>
          <p:cNvPr id="432207" name="页脚占位符 8"/>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4177"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数据链路层像个数字管道 </a:t>
            </a:r>
          </a:p>
        </p:txBody>
      </p:sp>
      <p:sp>
        <p:nvSpPr>
          <p:cNvPr id="126979" name="Rectangle 3"/>
          <p:cNvSpPr>
            <a:spLocks noGrp="1" noChangeArrowheads="1"/>
          </p:cNvSpPr>
          <p:nvPr>
            <p:ph idx="1"/>
          </p:nvPr>
        </p:nvSpPr>
        <p:spPr>
          <a:xfrm>
            <a:off x="495300" y="1196975"/>
            <a:ext cx="9066213" cy="4933950"/>
          </a:xfrm>
        </p:spPr>
        <p:txBody>
          <a:bodyPr/>
          <a:lstStyle/>
          <a:p>
            <a:r>
              <a:rPr lang="zh-CN" altLang="en-US" dirty="0" smtClean="0">
                <a:ea typeface="黑体" panose="02010609060101010101" pitchFamily="49" charset="-122"/>
              </a:rPr>
              <a:t>常常在两个对等的数据链路层之间画出一个数字管道，而在这条数字管道上传输的数据单位是帧。</a:t>
            </a:r>
          </a:p>
          <a:p>
            <a:endParaRPr lang="zh-CN" altLang="en-US" dirty="0" smtClean="0">
              <a:ea typeface="黑体" panose="02010609060101010101" pitchFamily="49" charset="-122"/>
            </a:endParaRPr>
          </a:p>
          <a:p>
            <a:endParaRPr lang="zh-CN" altLang="en-US" dirty="0" smtClean="0">
              <a:ea typeface="黑体" panose="02010609060101010101" pitchFamily="49" charset="-122"/>
            </a:endParaRPr>
          </a:p>
          <a:p>
            <a:r>
              <a:rPr lang="zh-CN" altLang="zh-CN" dirty="0" smtClean="0">
                <a:solidFill>
                  <a:srgbClr val="0000CC"/>
                </a:solidFill>
                <a:ea typeface="黑体" panose="02010609060101010101" pitchFamily="49" charset="-122"/>
              </a:rPr>
              <a:t>数据链路层不必考虑物理层如何实现比特传输的细节</a:t>
            </a:r>
            <a:r>
              <a:rPr lang="zh-CN" altLang="zh-CN" dirty="0" smtClean="0">
                <a:ea typeface="黑体" panose="02010609060101010101" pitchFamily="49" charset="-122"/>
              </a:rPr>
              <a:t>。甚至还可以更简单地设想好像是沿着两个数据链路层之间的水平方向把帧直接发送到对方</a:t>
            </a:r>
            <a:r>
              <a:rPr lang="zh-CN" altLang="en-US" dirty="0" smtClean="0">
                <a:ea typeface="黑体" panose="02010609060101010101" pitchFamily="49" charset="-122"/>
              </a:rPr>
              <a:t>。</a:t>
            </a:r>
          </a:p>
        </p:txBody>
      </p:sp>
      <p:grpSp>
        <p:nvGrpSpPr>
          <p:cNvPr id="126991" name="Group 15"/>
          <p:cNvGrpSpPr>
            <a:grpSpLocks/>
          </p:cNvGrpSpPr>
          <p:nvPr/>
        </p:nvGrpSpPr>
        <p:grpSpPr bwMode="auto">
          <a:xfrm>
            <a:off x="974725" y="2997200"/>
            <a:ext cx="8269288" cy="863600"/>
            <a:chOff x="567" y="2251"/>
            <a:chExt cx="4808" cy="544"/>
          </a:xfrm>
        </p:grpSpPr>
        <p:sp>
          <p:nvSpPr>
            <p:cNvPr id="434180" name="Oval 4"/>
            <p:cNvSpPr>
              <a:spLocks noChangeArrowheads="1"/>
            </p:cNvSpPr>
            <p:nvPr/>
          </p:nvSpPr>
          <p:spPr bwMode="auto">
            <a:xfrm>
              <a:off x="567" y="2251"/>
              <a:ext cx="499" cy="499"/>
            </a:xfrm>
            <a:prstGeom prst="ellipse">
              <a:avLst/>
            </a:prstGeom>
            <a:solidFill>
              <a:srgbClr val="FFFF00"/>
            </a:solidFill>
            <a:ln w="9525">
              <a:solidFill>
                <a:srgbClr val="333399"/>
              </a:solidFill>
              <a:round/>
              <a:headEnd/>
              <a:tailEnd/>
            </a:ln>
          </p:spPr>
          <p:txBody>
            <a:bodyPr wrap="none" anchor="ctr"/>
            <a:lstStyle/>
            <a:p>
              <a:pPr algn="ctr" eaLnBrk="0" hangingPunct="0"/>
              <a:r>
                <a:rPr lang="zh-CN" altLang="en-US" sz="2000" b="1">
                  <a:solidFill>
                    <a:srgbClr val="000099"/>
                  </a:solidFill>
                  <a:ea typeface="黑体" panose="02010609060101010101" pitchFamily="49" charset="-122"/>
                </a:rPr>
                <a:t>结点</a:t>
              </a:r>
            </a:p>
          </p:txBody>
        </p:sp>
        <p:sp>
          <p:nvSpPr>
            <p:cNvPr id="434181" name="Oval 6"/>
            <p:cNvSpPr>
              <a:spLocks noChangeArrowheads="1"/>
            </p:cNvSpPr>
            <p:nvPr/>
          </p:nvSpPr>
          <p:spPr bwMode="auto">
            <a:xfrm>
              <a:off x="4876" y="2251"/>
              <a:ext cx="499" cy="499"/>
            </a:xfrm>
            <a:prstGeom prst="ellipse">
              <a:avLst/>
            </a:prstGeom>
            <a:solidFill>
              <a:srgbClr val="FFFF00"/>
            </a:solidFill>
            <a:ln w="9525">
              <a:solidFill>
                <a:srgbClr val="333399"/>
              </a:solidFill>
              <a:round/>
              <a:headEnd/>
              <a:tailEnd/>
            </a:ln>
          </p:spPr>
          <p:txBody>
            <a:bodyPr wrap="none" anchor="ctr"/>
            <a:lstStyle/>
            <a:p>
              <a:pPr algn="ctr" eaLnBrk="0" hangingPunct="0"/>
              <a:r>
                <a:rPr lang="zh-CN" altLang="en-US" sz="2000" b="1">
                  <a:solidFill>
                    <a:srgbClr val="000099"/>
                  </a:solidFill>
                  <a:ea typeface="黑体" panose="02010609060101010101" pitchFamily="49" charset="-122"/>
                </a:rPr>
                <a:t>结点</a:t>
              </a:r>
            </a:p>
          </p:txBody>
        </p:sp>
        <p:sp>
          <p:nvSpPr>
            <p:cNvPr id="434182" name="Line 8"/>
            <p:cNvSpPr>
              <a:spLocks noChangeShapeType="1"/>
            </p:cNvSpPr>
            <p:nvPr/>
          </p:nvSpPr>
          <p:spPr bwMode="auto">
            <a:xfrm>
              <a:off x="1066" y="2523"/>
              <a:ext cx="3810" cy="0"/>
            </a:xfrm>
            <a:prstGeom prst="line">
              <a:avLst/>
            </a:prstGeom>
            <a:noFill/>
            <a:ln w="5715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2000" b="1">
                <a:solidFill>
                  <a:srgbClr val="000099"/>
                </a:solidFill>
                <a:ea typeface="宋体" panose="02010600030101010101" pitchFamily="2" charset="-122"/>
              </a:endParaRPr>
            </a:p>
          </p:txBody>
        </p:sp>
        <p:sp>
          <p:nvSpPr>
            <p:cNvPr id="434183" name="AutoShape 7"/>
            <p:cNvSpPr>
              <a:spLocks noChangeArrowheads="1"/>
            </p:cNvSpPr>
            <p:nvPr/>
          </p:nvSpPr>
          <p:spPr bwMode="auto">
            <a:xfrm rot="-5400000">
              <a:off x="2676" y="686"/>
              <a:ext cx="544" cy="3674"/>
            </a:xfrm>
            <a:prstGeom prst="can">
              <a:avLst>
                <a:gd name="adj" fmla="val 22418"/>
              </a:avLst>
            </a:prstGeom>
            <a:gradFill rotWithShape="1">
              <a:gsLst>
                <a:gs pos="0">
                  <a:srgbClr val="5E6D76"/>
                </a:gs>
                <a:gs pos="50000">
                  <a:srgbClr val="CCECFF"/>
                </a:gs>
                <a:gs pos="100000">
                  <a:srgbClr val="5E6D76"/>
                </a:gs>
              </a:gsLst>
              <a:lin ang="0" scaled="1"/>
            </a:gradFill>
            <a:ln w="9525">
              <a:solidFill>
                <a:schemeClr val="tx1"/>
              </a:solidFill>
              <a:round/>
              <a:headEnd/>
              <a:tailEnd/>
            </a:ln>
          </p:spPr>
          <p:txBody>
            <a:bodyPr wrap="none" anchor="ctr"/>
            <a:lstStyle/>
            <a:p>
              <a:pPr eaLnBrk="0" hangingPunct="0"/>
              <a:endParaRPr lang="zh-CN" altLang="en-US" sz="2000" b="1">
                <a:solidFill>
                  <a:srgbClr val="000099"/>
                </a:solidFill>
                <a:ea typeface="宋体" panose="02010600030101010101" pitchFamily="2" charset="-122"/>
              </a:endParaRPr>
            </a:p>
          </p:txBody>
        </p:sp>
        <p:sp>
          <p:nvSpPr>
            <p:cNvPr id="434184" name="Rectangle 9"/>
            <p:cNvSpPr>
              <a:spLocks noChangeArrowheads="1"/>
            </p:cNvSpPr>
            <p:nvPr/>
          </p:nvSpPr>
          <p:spPr bwMode="auto">
            <a:xfrm>
              <a:off x="1383" y="2387"/>
              <a:ext cx="1043" cy="272"/>
            </a:xfrm>
            <a:prstGeom prst="rect">
              <a:avLst/>
            </a:prstGeom>
            <a:solidFill>
              <a:srgbClr val="FF66FF"/>
            </a:solidFill>
            <a:ln w="9525">
              <a:solidFill>
                <a:schemeClr val="tx1"/>
              </a:solidFill>
              <a:miter lim="800000"/>
              <a:headEnd/>
              <a:tailEnd/>
            </a:ln>
          </p:spPr>
          <p:txBody>
            <a:bodyPr wrap="none" anchor="ctr"/>
            <a:lstStyle/>
            <a:p>
              <a:pPr algn="ctr" eaLnBrk="0" hangingPunct="0"/>
              <a:r>
                <a:rPr lang="zh-CN" altLang="en-US" sz="2000" b="1">
                  <a:solidFill>
                    <a:srgbClr val="000099"/>
                  </a:solidFill>
                  <a:ea typeface="黑体" panose="02010609060101010101" pitchFamily="49" charset="-122"/>
                </a:rPr>
                <a:t>帧</a:t>
              </a:r>
            </a:p>
          </p:txBody>
        </p:sp>
        <p:sp>
          <p:nvSpPr>
            <p:cNvPr id="434185" name="Line 10"/>
            <p:cNvSpPr>
              <a:spLocks noChangeShapeType="1"/>
            </p:cNvSpPr>
            <p:nvPr/>
          </p:nvSpPr>
          <p:spPr bwMode="auto">
            <a:xfrm>
              <a:off x="1066" y="2523"/>
              <a:ext cx="117" cy="0"/>
            </a:xfrm>
            <a:prstGeom prst="line">
              <a:avLst/>
            </a:prstGeom>
            <a:noFill/>
            <a:ln w="5715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2000" b="1">
                <a:solidFill>
                  <a:srgbClr val="000099"/>
                </a:solidFill>
                <a:ea typeface="宋体" panose="02010600030101010101" pitchFamily="2" charset="-122"/>
              </a:endParaRPr>
            </a:p>
          </p:txBody>
        </p:sp>
        <p:sp>
          <p:nvSpPr>
            <p:cNvPr id="434186" name="Rectangle 12"/>
            <p:cNvSpPr>
              <a:spLocks noChangeArrowheads="1"/>
            </p:cNvSpPr>
            <p:nvPr/>
          </p:nvSpPr>
          <p:spPr bwMode="auto">
            <a:xfrm>
              <a:off x="3243" y="2387"/>
              <a:ext cx="1043" cy="272"/>
            </a:xfrm>
            <a:prstGeom prst="rect">
              <a:avLst/>
            </a:prstGeom>
            <a:solidFill>
              <a:srgbClr val="FF66FF"/>
            </a:solidFill>
            <a:ln w="9525">
              <a:solidFill>
                <a:schemeClr val="tx1"/>
              </a:solidFill>
              <a:miter lim="800000"/>
              <a:headEnd/>
              <a:tailEnd/>
            </a:ln>
          </p:spPr>
          <p:txBody>
            <a:bodyPr wrap="none" anchor="ctr"/>
            <a:lstStyle/>
            <a:p>
              <a:pPr algn="ctr" eaLnBrk="0" hangingPunct="0"/>
              <a:r>
                <a:rPr lang="zh-CN" altLang="en-US" sz="2000" b="1">
                  <a:solidFill>
                    <a:srgbClr val="000099"/>
                  </a:solidFill>
                  <a:ea typeface="黑体" panose="02010609060101010101" pitchFamily="49" charset="-122"/>
                </a:rPr>
                <a:t>帧</a:t>
              </a:r>
            </a:p>
          </p:txBody>
        </p:sp>
        <p:sp>
          <p:nvSpPr>
            <p:cNvPr id="434187" name="Line 13"/>
            <p:cNvSpPr>
              <a:spLocks noChangeShapeType="1"/>
            </p:cNvSpPr>
            <p:nvPr/>
          </p:nvSpPr>
          <p:spPr bwMode="auto">
            <a:xfrm>
              <a:off x="2426" y="2523"/>
              <a:ext cx="273" cy="0"/>
            </a:xfrm>
            <a:prstGeom prst="line">
              <a:avLst/>
            </a:prstGeom>
            <a:noFill/>
            <a:ln w="76200">
              <a:solidFill>
                <a:srgbClr val="0000CC"/>
              </a:solidFill>
              <a:round/>
              <a:headE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sz="2000" b="1">
                <a:solidFill>
                  <a:srgbClr val="000099"/>
                </a:solidFill>
                <a:ea typeface="宋体" panose="02010600030101010101" pitchFamily="2" charset="-122"/>
              </a:endParaRPr>
            </a:p>
          </p:txBody>
        </p:sp>
        <p:sp>
          <p:nvSpPr>
            <p:cNvPr id="434188" name="Line 14"/>
            <p:cNvSpPr>
              <a:spLocks noChangeShapeType="1"/>
            </p:cNvSpPr>
            <p:nvPr/>
          </p:nvSpPr>
          <p:spPr bwMode="auto">
            <a:xfrm>
              <a:off x="4285" y="2523"/>
              <a:ext cx="273" cy="0"/>
            </a:xfrm>
            <a:prstGeom prst="line">
              <a:avLst/>
            </a:prstGeom>
            <a:noFill/>
            <a:ln w="76200">
              <a:solidFill>
                <a:srgbClr val="0000CC"/>
              </a:solidFill>
              <a:round/>
              <a:headE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sz="2000" b="1">
                <a:solidFill>
                  <a:srgbClr val="000099"/>
                </a:solidFill>
                <a:ea typeface="宋体" panose="02010600030101010101" pitchFamily="2" charset="-122"/>
              </a:endParaRPr>
            </a:p>
          </p:txBody>
        </p:sp>
      </p:grpSp>
      <p:sp>
        <p:nvSpPr>
          <p:cNvPr id="43418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183B288-4CB6-4900-A307-64F1D88E9709}" type="slidenum">
              <a:rPr lang="zh-CN" altLang="en-US" smtClean="0"/>
              <a:pPr eaLnBrk="1" hangingPunct="1"/>
              <a:t>10</a:t>
            </a:fld>
            <a:endParaRPr lang="en-US" altLang="zh-CN" smtClean="0"/>
          </a:p>
        </p:txBody>
      </p:sp>
      <p:sp>
        <p:nvSpPr>
          <p:cNvPr id="43419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2699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697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979"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6225"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3.1.2  </a:t>
            </a:r>
            <a:r>
              <a:rPr lang="zh-CN" altLang="en-US" smtClean="0">
                <a:ea typeface="黑体" panose="02010609060101010101" pitchFamily="49" charset="-122"/>
              </a:rPr>
              <a:t>三个基本问题 </a:t>
            </a:r>
          </a:p>
        </p:txBody>
      </p:sp>
      <p:sp>
        <p:nvSpPr>
          <p:cNvPr id="436226" name="Rectangle 3"/>
          <p:cNvSpPr>
            <a:spLocks noGrp="1" noChangeArrowheads="1"/>
          </p:cNvSpPr>
          <p:nvPr>
            <p:ph idx="1"/>
          </p:nvPr>
        </p:nvSpPr>
        <p:spPr>
          <a:xfrm>
            <a:off x="495300" y="1196975"/>
            <a:ext cx="9066213" cy="4933950"/>
          </a:xfrm>
        </p:spPr>
        <p:txBody>
          <a:bodyPr/>
          <a:lstStyle/>
          <a:p>
            <a:r>
              <a:rPr lang="zh-CN" altLang="zh-CN" dirty="0" smtClean="0">
                <a:ea typeface="黑体" panose="02010609060101010101" pitchFamily="49" charset="-122"/>
              </a:rPr>
              <a:t>数据链路层协议有许多种，但有三个基本问题则是共同的。这三个基本问题是</a:t>
            </a:r>
            <a:r>
              <a:rPr lang="zh-CN" altLang="en-US" dirty="0" smtClean="0">
                <a:ea typeface="黑体" panose="02010609060101010101" pitchFamily="49" charset="-122"/>
              </a:rPr>
              <a:t>：</a:t>
            </a:r>
            <a:endParaRPr lang="en-US" altLang="zh-CN" dirty="0" smtClean="0">
              <a:ea typeface="黑体" panose="02010609060101010101" pitchFamily="49" charset="-122"/>
            </a:endParaRPr>
          </a:p>
          <a:p>
            <a:pPr>
              <a:buFont typeface="Wingdings" panose="05000000000000000000" pitchFamily="2" charset="2"/>
              <a:buNone/>
            </a:pPr>
            <a:r>
              <a:rPr lang="en-US" altLang="zh-CN" dirty="0" smtClean="0">
                <a:ea typeface="黑体" panose="02010609060101010101" pitchFamily="49" charset="-122"/>
              </a:rPr>
              <a:t>1. </a:t>
            </a:r>
            <a:r>
              <a:rPr lang="zh-CN" altLang="en-US" dirty="0" smtClean="0">
                <a:solidFill>
                  <a:srgbClr val="0000CC"/>
                </a:solidFill>
                <a:ea typeface="黑体" panose="02010609060101010101" pitchFamily="49" charset="-122"/>
              </a:rPr>
              <a:t>封装成帧</a:t>
            </a:r>
          </a:p>
          <a:p>
            <a:pPr>
              <a:buFont typeface="Wingdings" panose="05000000000000000000" pitchFamily="2" charset="2"/>
              <a:buNone/>
            </a:pPr>
            <a:r>
              <a:rPr lang="en-US" altLang="zh-CN" dirty="0" smtClean="0">
                <a:ea typeface="黑体" panose="02010609060101010101" pitchFamily="49" charset="-122"/>
              </a:rPr>
              <a:t>2. </a:t>
            </a:r>
            <a:r>
              <a:rPr lang="zh-CN" altLang="en-US" dirty="0" smtClean="0">
                <a:solidFill>
                  <a:srgbClr val="0000CC"/>
                </a:solidFill>
                <a:ea typeface="黑体" panose="02010609060101010101" pitchFamily="49" charset="-122"/>
              </a:rPr>
              <a:t>透明传输</a:t>
            </a:r>
          </a:p>
          <a:p>
            <a:pPr>
              <a:buFont typeface="Wingdings" panose="05000000000000000000" pitchFamily="2" charset="2"/>
              <a:buNone/>
            </a:pPr>
            <a:r>
              <a:rPr lang="en-US" altLang="zh-CN" dirty="0" smtClean="0">
                <a:ea typeface="黑体" panose="02010609060101010101" pitchFamily="49" charset="-122"/>
              </a:rPr>
              <a:t>3. </a:t>
            </a:r>
            <a:r>
              <a:rPr lang="zh-CN" altLang="en-US" dirty="0" smtClean="0">
                <a:solidFill>
                  <a:srgbClr val="0000CC"/>
                </a:solidFill>
                <a:ea typeface="黑体" panose="02010609060101010101" pitchFamily="49" charset="-122"/>
              </a:rPr>
              <a:t>差错控制</a:t>
            </a:r>
            <a:r>
              <a:rPr lang="zh-CN" altLang="en-US" dirty="0" smtClean="0">
                <a:ea typeface="黑体" panose="02010609060101010101" pitchFamily="49" charset="-122"/>
              </a:rPr>
              <a:t> </a:t>
            </a:r>
          </a:p>
          <a:p>
            <a:pPr>
              <a:buFont typeface="Wingdings" panose="05000000000000000000" pitchFamily="2" charset="2"/>
              <a:buNone/>
            </a:pPr>
            <a:endParaRPr lang="en-US" altLang="zh-CN" dirty="0" smtClean="0">
              <a:ea typeface="黑体" panose="02010609060101010101" pitchFamily="49" charset="-122"/>
            </a:endParaRPr>
          </a:p>
        </p:txBody>
      </p:sp>
      <p:sp>
        <p:nvSpPr>
          <p:cNvPr id="43622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A137E96-00A0-4BAB-BE92-CE575AEE9C12}" type="slidenum">
              <a:rPr lang="zh-CN" altLang="en-US" smtClean="0"/>
              <a:pPr eaLnBrk="1" hangingPunct="1"/>
              <a:t>11</a:t>
            </a:fld>
            <a:endParaRPr lang="en-US" altLang="zh-CN" smtClean="0"/>
          </a:p>
        </p:txBody>
      </p:sp>
      <p:sp>
        <p:nvSpPr>
          <p:cNvPr id="43622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8273"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1.  </a:t>
            </a:r>
            <a:r>
              <a:rPr lang="zh-CN" altLang="en-US" smtClean="0">
                <a:ea typeface="黑体" panose="02010609060101010101" pitchFamily="49" charset="-122"/>
              </a:rPr>
              <a:t>封装成帧</a:t>
            </a:r>
          </a:p>
        </p:txBody>
      </p:sp>
      <p:sp>
        <p:nvSpPr>
          <p:cNvPr id="438274" name="Rectangle 3"/>
          <p:cNvSpPr>
            <a:spLocks noGrp="1" noChangeArrowheads="1"/>
          </p:cNvSpPr>
          <p:nvPr>
            <p:ph idx="1"/>
          </p:nvPr>
        </p:nvSpPr>
        <p:spPr>
          <a:xfrm>
            <a:off x="495300" y="1196975"/>
            <a:ext cx="9066213" cy="4933950"/>
          </a:xfrm>
        </p:spPr>
        <p:txBody>
          <a:bodyPr/>
          <a:lstStyle/>
          <a:p>
            <a:pPr algn="just"/>
            <a:r>
              <a:rPr lang="zh-CN" altLang="en-US" sz="2800" dirty="0" smtClean="0">
                <a:solidFill>
                  <a:srgbClr val="FF0000"/>
                </a:solidFill>
                <a:ea typeface="黑体" panose="02010609060101010101" pitchFamily="49" charset="-122"/>
              </a:rPr>
              <a:t>封装成帧 </a:t>
            </a:r>
            <a:r>
              <a:rPr lang="en-US" altLang="zh-CN" sz="2800" dirty="0" smtClean="0">
                <a:ea typeface="黑体" panose="02010609060101010101" pitchFamily="49" charset="-122"/>
              </a:rPr>
              <a:t>(framing) </a:t>
            </a:r>
            <a:r>
              <a:rPr lang="zh-CN" altLang="en-US" sz="2800" dirty="0" smtClean="0">
                <a:ea typeface="黑体" panose="02010609060101010101" pitchFamily="49" charset="-122"/>
              </a:rPr>
              <a:t>就是在一段数据的前后分别添加首部和尾部，然后就构成了一个帧。</a:t>
            </a:r>
            <a:r>
              <a:rPr lang="zh-CN" altLang="en-US" sz="2800" dirty="0" smtClean="0">
                <a:solidFill>
                  <a:srgbClr val="0000CC"/>
                </a:solidFill>
                <a:ea typeface="黑体" panose="02010609060101010101" pitchFamily="49" charset="-122"/>
              </a:rPr>
              <a:t>确定帧的界限</a:t>
            </a:r>
            <a:r>
              <a:rPr lang="zh-CN" altLang="en-US" sz="2800" dirty="0" smtClean="0">
                <a:ea typeface="黑体" panose="02010609060101010101" pitchFamily="49" charset="-122"/>
              </a:rPr>
              <a:t>。</a:t>
            </a:r>
          </a:p>
          <a:p>
            <a:pPr algn="just"/>
            <a:r>
              <a:rPr lang="zh-CN" altLang="en-US" sz="2800" dirty="0" smtClean="0">
                <a:ea typeface="黑体" panose="02010609060101010101" pitchFamily="49" charset="-122"/>
              </a:rPr>
              <a:t>首部和尾部的一个重要作用就是进行</a:t>
            </a:r>
            <a:r>
              <a:rPr lang="zh-CN" altLang="en-US" sz="2800" dirty="0" smtClean="0">
                <a:solidFill>
                  <a:srgbClr val="FF0000"/>
                </a:solidFill>
                <a:ea typeface="黑体" panose="02010609060101010101" pitchFamily="49" charset="-122"/>
              </a:rPr>
              <a:t>帧定界。</a:t>
            </a:r>
            <a:r>
              <a:rPr lang="zh-CN" altLang="en-US" dirty="0" smtClean="0">
                <a:ea typeface="黑体" panose="02010609060101010101" pitchFamily="49" charset="-122"/>
              </a:rPr>
              <a:t>  </a:t>
            </a:r>
          </a:p>
        </p:txBody>
      </p:sp>
      <p:sp>
        <p:nvSpPr>
          <p:cNvPr id="438275" name="Text Box 4"/>
          <p:cNvSpPr txBox="1">
            <a:spLocks noChangeArrowheads="1"/>
          </p:cNvSpPr>
          <p:nvPr/>
        </p:nvSpPr>
        <p:spPr bwMode="auto">
          <a:xfrm>
            <a:off x="8453438" y="3105150"/>
            <a:ext cx="1108075" cy="4603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000099"/>
                </a:solidFill>
                <a:ea typeface="黑体" panose="02010609060101010101" pitchFamily="49" charset="-122"/>
              </a:rPr>
              <a:t>帧结束</a:t>
            </a:r>
          </a:p>
        </p:txBody>
      </p:sp>
      <p:sp>
        <p:nvSpPr>
          <p:cNvPr id="438276" name="Rectangle 5"/>
          <p:cNvSpPr>
            <a:spLocks noChangeArrowheads="1"/>
          </p:cNvSpPr>
          <p:nvPr/>
        </p:nvSpPr>
        <p:spPr bwMode="auto">
          <a:xfrm>
            <a:off x="1822450" y="4054475"/>
            <a:ext cx="1292225" cy="596900"/>
          </a:xfrm>
          <a:prstGeom prst="rect">
            <a:avLst/>
          </a:prstGeom>
          <a:solidFill>
            <a:srgbClr val="FFFF99"/>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zh-CN" altLang="en-US" sz="2400" b="1">
                <a:solidFill>
                  <a:srgbClr val="000099"/>
                </a:solidFill>
                <a:ea typeface="黑体" panose="02010609060101010101" pitchFamily="49" charset="-122"/>
              </a:rPr>
              <a:t>帧首部</a:t>
            </a:r>
          </a:p>
        </p:txBody>
      </p:sp>
      <p:sp>
        <p:nvSpPr>
          <p:cNvPr id="438277" name="Rectangle 6"/>
          <p:cNvSpPr>
            <a:spLocks noChangeArrowheads="1"/>
          </p:cNvSpPr>
          <p:nvPr/>
        </p:nvSpPr>
        <p:spPr bwMode="auto">
          <a:xfrm>
            <a:off x="3114675" y="2981325"/>
            <a:ext cx="4635500" cy="596900"/>
          </a:xfrm>
          <a:prstGeom prst="rect">
            <a:avLst/>
          </a:prstGeom>
          <a:solidFill>
            <a:srgbClr val="CCFFFF"/>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en-US" altLang="zh-CN" sz="2400" b="1">
                <a:solidFill>
                  <a:srgbClr val="000099"/>
                </a:solidFill>
                <a:ea typeface="黑体" panose="02010609060101010101" pitchFamily="49" charset="-122"/>
              </a:rPr>
              <a:t>IP </a:t>
            </a:r>
            <a:r>
              <a:rPr lang="zh-CN" altLang="en-US" sz="2400" b="1">
                <a:solidFill>
                  <a:srgbClr val="000099"/>
                </a:solidFill>
                <a:ea typeface="黑体" panose="02010609060101010101" pitchFamily="49" charset="-122"/>
              </a:rPr>
              <a:t>数据报</a:t>
            </a:r>
          </a:p>
        </p:txBody>
      </p:sp>
      <p:sp>
        <p:nvSpPr>
          <p:cNvPr id="438278" name="Rectangle 7"/>
          <p:cNvSpPr>
            <a:spLocks noChangeArrowheads="1"/>
          </p:cNvSpPr>
          <p:nvPr/>
        </p:nvSpPr>
        <p:spPr bwMode="auto">
          <a:xfrm>
            <a:off x="3114675" y="4054475"/>
            <a:ext cx="4635500" cy="596900"/>
          </a:xfrm>
          <a:prstGeom prst="rect">
            <a:avLst/>
          </a:prstGeom>
          <a:solidFill>
            <a:srgbClr val="CCFFFF"/>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zh-CN" altLang="en-US" sz="2400" b="1">
                <a:solidFill>
                  <a:srgbClr val="000099"/>
                </a:solidFill>
                <a:ea typeface="黑体" panose="02010609060101010101" pitchFamily="49" charset="-122"/>
              </a:rPr>
              <a:t>帧的数据部分</a:t>
            </a:r>
          </a:p>
        </p:txBody>
      </p:sp>
      <p:sp>
        <p:nvSpPr>
          <p:cNvPr id="438279" name="Rectangle 8"/>
          <p:cNvSpPr>
            <a:spLocks noChangeArrowheads="1"/>
          </p:cNvSpPr>
          <p:nvPr/>
        </p:nvSpPr>
        <p:spPr bwMode="auto">
          <a:xfrm>
            <a:off x="7750175" y="4054475"/>
            <a:ext cx="1293813" cy="596900"/>
          </a:xfrm>
          <a:prstGeom prst="rect">
            <a:avLst/>
          </a:prstGeom>
          <a:solidFill>
            <a:srgbClr val="FFFF99"/>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zh-CN" altLang="en-US" sz="2400" b="1">
                <a:solidFill>
                  <a:srgbClr val="000099"/>
                </a:solidFill>
                <a:ea typeface="黑体" panose="02010609060101010101" pitchFamily="49" charset="-122"/>
              </a:rPr>
              <a:t>帧尾部</a:t>
            </a:r>
          </a:p>
        </p:txBody>
      </p:sp>
      <p:sp>
        <p:nvSpPr>
          <p:cNvPr id="438280" name="Line 9"/>
          <p:cNvSpPr>
            <a:spLocks noChangeShapeType="1"/>
          </p:cNvSpPr>
          <p:nvPr/>
        </p:nvSpPr>
        <p:spPr bwMode="auto">
          <a:xfrm>
            <a:off x="3114675" y="5008563"/>
            <a:ext cx="4635500" cy="0"/>
          </a:xfrm>
          <a:prstGeom prst="line">
            <a:avLst/>
          </a:prstGeom>
          <a:noFill/>
          <a:ln w="952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38281" name="Line 10"/>
          <p:cNvSpPr>
            <a:spLocks noChangeShapeType="1"/>
          </p:cNvSpPr>
          <p:nvPr/>
        </p:nvSpPr>
        <p:spPr bwMode="auto">
          <a:xfrm>
            <a:off x="1822450" y="5486400"/>
            <a:ext cx="7221538" cy="0"/>
          </a:xfrm>
          <a:prstGeom prst="line">
            <a:avLst/>
          </a:prstGeom>
          <a:noFill/>
          <a:ln w="952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38282" name="Line 11"/>
          <p:cNvSpPr>
            <a:spLocks noChangeShapeType="1"/>
          </p:cNvSpPr>
          <p:nvPr/>
        </p:nvSpPr>
        <p:spPr bwMode="auto">
          <a:xfrm>
            <a:off x="1822450" y="4724400"/>
            <a:ext cx="0" cy="1073150"/>
          </a:xfrm>
          <a:prstGeom prst="line">
            <a:avLst/>
          </a:prstGeom>
          <a:noFill/>
          <a:ln w="57150">
            <a:solidFill>
              <a:srgbClr val="C00000"/>
            </a:solidFill>
            <a:round/>
            <a:headEnd type="triangle" w="med" len="lg"/>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38283" name="Line 12"/>
          <p:cNvSpPr>
            <a:spLocks noChangeShapeType="1"/>
          </p:cNvSpPr>
          <p:nvPr/>
        </p:nvSpPr>
        <p:spPr bwMode="auto">
          <a:xfrm>
            <a:off x="9043988" y="4770438"/>
            <a:ext cx="0" cy="10731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38284" name="Line 13"/>
          <p:cNvSpPr>
            <a:spLocks noChangeShapeType="1"/>
          </p:cNvSpPr>
          <p:nvPr/>
        </p:nvSpPr>
        <p:spPr bwMode="auto">
          <a:xfrm>
            <a:off x="3114675" y="4770438"/>
            <a:ext cx="0" cy="4778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38285" name="Line 14"/>
          <p:cNvSpPr>
            <a:spLocks noChangeShapeType="1"/>
          </p:cNvSpPr>
          <p:nvPr/>
        </p:nvSpPr>
        <p:spPr bwMode="auto">
          <a:xfrm>
            <a:off x="7750175" y="4770438"/>
            <a:ext cx="0" cy="4778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38286" name="Text Box 15"/>
          <p:cNvSpPr txBox="1">
            <a:spLocks noChangeArrowheads="1"/>
          </p:cNvSpPr>
          <p:nvPr/>
        </p:nvSpPr>
        <p:spPr bwMode="auto">
          <a:xfrm>
            <a:off x="4840288" y="4762500"/>
            <a:ext cx="1104900" cy="4603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a:solidFill>
                  <a:srgbClr val="000099"/>
                </a:solidFill>
                <a:ea typeface="黑体" panose="02010609060101010101" pitchFamily="49" charset="-122"/>
                <a:sym typeface="Symbol" panose="05050102010706020507" pitchFamily="18" charset="2"/>
              </a:rPr>
              <a:t> </a:t>
            </a:r>
            <a:r>
              <a:rPr lang="en-US" altLang="zh-CN" sz="2400" b="1">
                <a:solidFill>
                  <a:srgbClr val="000099"/>
                </a:solidFill>
                <a:ea typeface="黑体" panose="02010609060101010101" pitchFamily="49" charset="-122"/>
              </a:rPr>
              <a:t>MTU</a:t>
            </a:r>
          </a:p>
        </p:txBody>
      </p:sp>
      <p:sp>
        <p:nvSpPr>
          <p:cNvPr id="438287" name="Text Box 16"/>
          <p:cNvSpPr txBox="1">
            <a:spLocks noChangeArrowheads="1"/>
          </p:cNvSpPr>
          <p:nvPr/>
        </p:nvSpPr>
        <p:spPr bwMode="auto">
          <a:xfrm>
            <a:off x="4152900" y="5265738"/>
            <a:ext cx="2646363" cy="4603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000099"/>
                </a:solidFill>
                <a:ea typeface="黑体" panose="02010609060101010101" pitchFamily="49" charset="-122"/>
              </a:rPr>
              <a:t>数据链路层的帧长</a:t>
            </a:r>
          </a:p>
        </p:txBody>
      </p:sp>
      <p:sp>
        <p:nvSpPr>
          <p:cNvPr id="438288" name="AutoShape 17"/>
          <p:cNvSpPr>
            <a:spLocks noChangeArrowheads="1"/>
          </p:cNvSpPr>
          <p:nvPr/>
        </p:nvSpPr>
        <p:spPr bwMode="auto">
          <a:xfrm>
            <a:off x="5054600" y="3578225"/>
            <a:ext cx="755650" cy="595313"/>
          </a:xfrm>
          <a:prstGeom prst="downArrow">
            <a:avLst>
              <a:gd name="adj1" fmla="val 50000"/>
              <a:gd name="adj2" fmla="val 25000"/>
            </a:avLst>
          </a:prstGeom>
          <a:solidFill>
            <a:srgbClr val="66FF33"/>
          </a:solidFill>
          <a:ln w="9525">
            <a:solidFill>
              <a:schemeClr val="tx1"/>
            </a:solidFill>
            <a:miter lim="800000"/>
            <a:headEnd/>
            <a:tailEnd/>
          </a:ln>
          <a:effectLst>
            <a:outerShdw dist="35921" dir="2700000" algn="ctr" rotWithShape="0">
              <a:schemeClr val="bg2"/>
            </a:outerShdw>
          </a:effectLst>
        </p:spPr>
        <p:txBody>
          <a:bodyPr vert="eaVert" wrap="none" anchor="ctr"/>
          <a:lstStyle/>
          <a:p>
            <a:pPr eaLnBrk="0" hangingPunct="0"/>
            <a:endParaRPr lang="zh-CN" altLang="en-US" b="1">
              <a:solidFill>
                <a:srgbClr val="000099"/>
              </a:solidFill>
              <a:ea typeface="黑体" panose="02010609060101010101" pitchFamily="49" charset="-122"/>
            </a:endParaRPr>
          </a:p>
        </p:txBody>
      </p:sp>
      <p:sp>
        <p:nvSpPr>
          <p:cNvPr id="438289" name="Text Box 18"/>
          <p:cNvSpPr txBox="1">
            <a:spLocks noChangeArrowheads="1"/>
          </p:cNvSpPr>
          <p:nvPr/>
        </p:nvSpPr>
        <p:spPr bwMode="auto">
          <a:xfrm>
            <a:off x="538163" y="5732463"/>
            <a:ext cx="2592387" cy="4619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en-US" sz="2400" b="1">
                <a:solidFill>
                  <a:srgbClr val="000099"/>
                </a:solidFill>
                <a:ea typeface="黑体" panose="02010609060101010101" pitchFamily="49" charset="-122"/>
              </a:rPr>
              <a:t>从这里开始发送</a:t>
            </a:r>
          </a:p>
        </p:txBody>
      </p:sp>
      <p:sp>
        <p:nvSpPr>
          <p:cNvPr id="438290" name="Line 19"/>
          <p:cNvSpPr>
            <a:spLocks noChangeShapeType="1"/>
          </p:cNvSpPr>
          <p:nvPr/>
        </p:nvSpPr>
        <p:spPr bwMode="auto">
          <a:xfrm flipV="1">
            <a:off x="1830388" y="3597275"/>
            <a:ext cx="0" cy="396875"/>
          </a:xfrm>
          <a:prstGeom prst="line">
            <a:avLst/>
          </a:prstGeom>
          <a:noFill/>
          <a:ln w="38100">
            <a:solidFill>
              <a:srgbClr val="C00000"/>
            </a:solidFill>
            <a:round/>
            <a:headEnd type="triangle" w="med" len="lg"/>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38291" name="Line 20"/>
          <p:cNvSpPr>
            <a:spLocks noChangeShapeType="1"/>
          </p:cNvSpPr>
          <p:nvPr/>
        </p:nvSpPr>
        <p:spPr bwMode="auto">
          <a:xfrm flipV="1">
            <a:off x="9036050" y="3597275"/>
            <a:ext cx="0" cy="396875"/>
          </a:xfrm>
          <a:prstGeom prst="line">
            <a:avLst/>
          </a:prstGeom>
          <a:noFill/>
          <a:ln w="38100">
            <a:solidFill>
              <a:srgbClr val="C00000"/>
            </a:solidFill>
            <a:round/>
            <a:headEnd type="triangle" w="med" len="lg"/>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38292" name="Text Box 21"/>
          <p:cNvSpPr txBox="1">
            <a:spLocks noChangeArrowheads="1"/>
          </p:cNvSpPr>
          <p:nvPr/>
        </p:nvSpPr>
        <p:spPr bwMode="auto">
          <a:xfrm>
            <a:off x="1304925" y="3105150"/>
            <a:ext cx="1108075" cy="4603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000099"/>
                </a:solidFill>
                <a:ea typeface="黑体" panose="02010609060101010101" pitchFamily="49" charset="-122"/>
              </a:rPr>
              <a:t>帧开始</a:t>
            </a:r>
          </a:p>
        </p:txBody>
      </p:sp>
      <p:sp>
        <p:nvSpPr>
          <p:cNvPr id="438293" name="Line 11"/>
          <p:cNvSpPr>
            <a:spLocks noChangeShapeType="1"/>
          </p:cNvSpPr>
          <p:nvPr/>
        </p:nvSpPr>
        <p:spPr bwMode="auto">
          <a:xfrm rot="-5400000">
            <a:off x="1316832" y="3898106"/>
            <a:ext cx="0" cy="935037"/>
          </a:xfrm>
          <a:prstGeom prst="line">
            <a:avLst/>
          </a:prstGeom>
          <a:noFill/>
          <a:ln w="57150">
            <a:solidFill>
              <a:srgbClr val="000099"/>
            </a:solidFill>
            <a:round/>
            <a:headEnd type="triangle" w="med" len="lg"/>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38294" name="Text Box 18"/>
          <p:cNvSpPr txBox="1">
            <a:spLocks noChangeArrowheads="1"/>
          </p:cNvSpPr>
          <p:nvPr/>
        </p:nvSpPr>
        <p:spPr bwMode="auto">
          <a:xfrm>
            <a:off x="560388" y="3830638"/>
            <a:ext cx="9715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en-US" sz="2400" b="1">
                <a:solidFill>
                  <a:srgbClr val="000099"/>
                </a:solidFill>
                <a:ea typeface="黑体" panose="02010609060101010101" pitchFamily="49" charset="-122"/>
              </a:rPr>
              <a:t>发送</a:t>
            </a:r>
          </a:p>
        </p:txBody>
      </p:sp>
      <p:sp>
        <p:nvSpPr>
          <p:cNvPr id="438295" name="矩形 1"/>
          <p:cNvSpPr>
            <a:spLocks noChangeArrowheads="1"/>
          </p:cNvSpPr>
          <p:nvPr/>
        </p:nvSpPr>
        <p:spPr bwMode="auto">
          <a:xfrm>
            <a:off x="2468563" y="6135688"/>
            <a:ext cx="57245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zh-CN" sz="2400" b="1">
                <a:ea typeface="黑体" panose="02010609060101010101" pitchFamily="49" charset="-122"/>
              </a:rPr>
              <a:t>用帧首部和帧尾部封装成帧</a:t>
            </a:r>
            <a:endParaRPr lang="zh-CN" altLang="en-US" sz="2400" b="1">
              <a:ea typeface="黑体" panose="02010609060101010101" pitchFamily="49" charset="-122"/>
            </a:endParaRPr>
          </a:p>
        </p:txBody>
      </p:sp>
      <p:sp>
        <p:nvSpPr>
          <p:cNvPr id="438296"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6457443-A715-4426-9E6A-248FFA027C8E}" type="slidenum">
              <a:rPr lang="zh-CN" altLang="en-US" smtClean="0"/>
              <a:pPr eaLnBrk="1" hangingPunct="1"/>
              <a:t>12</a:t>
            </a:fld>
            <a:endParaRPr lang="en-US" altLang="zh-CN" smtClean="0"/>
          </a:p>
        </p:txBody>
      </p:sp>
      <p:sp>
        <p:nvSpPr>
          <p:cNvPr id="438297"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21" name="Rectangle 2"/>
          <p:cNvSpPr>
            <a:spLocks noGrp="1" noChangeArrowheads="1"/>
          </p:cNvSpPr>
          <p:nvPr>
            <p:ph type="title"/>
          </p:nvPr>
        </p:nvSpPr>
        <p:spPr>
          <a:xfrm>
            <a:off x="495300" y="188913"/>
            <a:ext cx="9066213" cy="792162"/>
          </a:xfrm>
        </p:spPr>
        <p:txBody>
          <a:bodyPr/>
          <a:lstStyle/>
          <a:p>
            <a:pPr algn="ctr"/>
            <a:r>
              <a:rPr lang="zh-CN" altLang="en-US" sz="4000" smtClean="0">
                <a:ea typeface="黑体" panose="02010609060101010101" pitchFamily="49" charset="-122"/>
              </a:rPr>
              <a:t>用</a:t>
            </a:r>
            <a:r>
              <a:rPr lang="zh-CN" altLang="en-US" sz="4000" smtClean="0">
                <a:solidFill>
                  <a:srgbClr val="FF0000"/>
                </a:solidFill>
                <a:ea typeface="黑体" panose="02010609060101010101" pitchFamily="49" charset="-122"/>
              </a:rPr>
              <a:t>控制字符</a:t>
            </a:r>
            <a:r>
              <a:rPr lang="zh-CN" altLang="en-US" sz="4000" smtClean="0">
                <a:ea typeface="黑体" panose="02010609060101010101" pitchFamily="49" charset="-122"/>
              </a:rPr>
              <a:t>进行帧定界的方法举例 </a:t>
            </a:r>
          </a:p>
        </p:txBody>
      </p:sp>
      <p:sp>
        <p:nvSpPr>
          <p:cNvPr id="440322" name="内容占位符 3"/>
          <p:cNvSpPr>
            <a:spLocks noGrp="1" noChangeArrowheads="1"/>
          </p:cNvSpPr>
          <p:nvPr>
            <p:ph idx="1"/>
          </p:nvPr>
        </p:nvSpPr>
        <p:spPr>
          <a:xfrm>
            <a:off x="495300" y="1196975"/>
            <a:ext cx="9066213" cy="4933950"/>
          </a:xfrm>
        </p:spPr>
        <p:txBody>
          <a:bodyPr/>
          <a:lstStyle/>
          <a:p>
            <a:pPr algn="just"/>
            <a:r>
              <a:rPr lang="zh-CN" altLang="zh-CN" sz="2800" dirty="0" smtClean="0">
                <a:ea typeface="黑体" panose="02010609060101010101" pitchFamily="49" charset="-122"/>
              </a:rPr>
              <a:t>当数据是由可打印的</a:t>
            </a:r>
            <a:r>
              <a:rPr lang="en-US" altLang="zh-CN" sz="2800" dirty="0" smtClean="0">
                <a:ea typeface="黑体" panose="02010609060101010101" pitchFamily="49" charset="-122"/>
              </a:rPr>
              <a:t> ASCII </a:t>
            </a:r>
            <a:r>
              <a:rPr lang="zh-CN" altLang="zh-CN" sz="2800" dirty="0" smtClean="0">
                <a:ea typeface="黑体" panose="02010609060101010101" pitchFamily="49" charset="-122"/>
              </a:rPr>
              <a:t>码组成的文本文件时，帧定界可以使用特殊的</a:t>
            </a:r>
            <a:r>
              <a:rPr lang="zh-CN" altLang="zh-CN" sz="2800" dirty="0" smtClean="0">
                <a:solidFill>
                  <a:srgbClr val="FF0000"/>
                </a:solidFill>
                <a:ea typeface="黑体" panose="02010609060101010101" pitchFamily="49" charset="-122"/>
              </a:rPr>
              <a:t>帧定界符。</a:t>
            </a:r>
            <a:endParaRPr lang="en-US" altLang="zh-CN" sz="2800" dirty="0" smtClean="0">
              <a:solidFill>
                <a:srgbClr val="FF0000"/>
              </a:solidFill>
              <a:ea typeface="黑体" panose="02010609060101010101" pitchFamily="49" charset="-122"/>
            </a:endParaRPr>
          </a:p>
          <a:p>
            <a:pPr algn="just"/>
            <a:r>
              <a:rPr lang="zh-CN" altLang="zh-CN" sz="2800" dirty="0" smtClean="0">
                <a:ea typeface="黑体" panose="02010609060101010101" pitchFamily="49" charset="-122"/>
              </a:rPr>
              <a:t>控制字符</a:t>
            </a:r>
            <a:r>
              <a:rPr lang="en-US" altLang="zh-CN" sz="2800" dirty="0" smtClean="0">
                <a:ea typeface="黑体" panose="02010609060101010101" pitchFamily="49" charset="-122"/>
              </a:rPr>
              <a:t> </a:t>
            </a:r>
            <a:r>
              <a:rPr lang="en-US" altLang="zh-CN" sz="2800" dirty="0" smtClean="0">
                <a:solidFill>
                  <a:srgbClr val="0000CC"/>
                </a:solidFill>
                <a:ea typeface="黑体" panose="02010609060101010101" pitchFamily="49" charset="-122"/>
              </a:rPr>
              <a:t>SOH (Start Of Header)</a:t>
            </a:r>
            <a:r>
              <a:rPr lang="en-US" altLang="zh-CN" sz="2800" dirty="0" smtClean="0">
                <a:ea typeface="黑体" panose="02010609060101010101" pitchFamily="49" charset="-122"/>
              </a:rPr>
              <a:t> </a:t>
            </a:r>
            <a:r>
              <a:rPr lang="zh-CN" altLang="zh-CN" sz="2800" dirty="0" smtClean="0">
                <a:ea typeface="黑体" panose="02010609060101010101" pitchFamily="49" charset="-122"/>
              </a:rPr>
              <a:t>放在一帧的最前面，表示帧的首部开始。另一个控制字符</a:t>
            </a:r>
            <a:r>
              <a:rPr lang="en-US" altLang="zh-CN" sz="2800" dirty="0" smtClean="0">
                <a:solidFill>
                  <a:srgbClr val="0000CC"/>
                </a:solidFill>
                <a:ea typeface="黑体" panose="02010609060101010101" pitchFamily="49" charset="-122"/>
              </a:rPr>
              <a:t> EOT (End Of Transmission)</a:t>
            </a:r>
            <a:r>
              <a:rPr lang="en-US" altLang="zh-CN" sz="2800" dirty="0" smtClean="0">
                <a:ea typeface="黑体" panose="02010609060101010101" pitchFamily="49" charset="-122"/>
              </a:rPr>
              <a:t> </a:t>
            </a:r>
            <a:r>
              <a:rPr lang="zh-CN" altLang="zh-CN" sz="2800" dirty="0" smtClean="0">
                <a:ea typeface="黑体" panose="02010609060101010101" pitchFamily="49" charset="-122"/>
              </a:rPr>
              <a:t>表示帧的结束。</a:t>
            </a:r>
            <a:endParaRPr lang="zh-CN" altLang="en-US" sz="2800" dirty="0" smtClean="0">
              <a:ea typeface="黑体" panose="02010609060101010101" pitchFamily="49" charset="-122"/>
            </a:endParaRPr>
          </a:p>
          <a:p>
            <a:pPr algn="just"/>
            <a:endParaRPr lang="zh-CN" altLang="en-US" sz="2800" dirty="0" smtClean="0">
              <a:ea typeface="黑体" panose="02010609060101010101" pitchFamily="49" charset="-122"/>
            </a:endParaRPr>
          </a:p>
        </p:txBody>
      </p:sp>
      <p:sp>
        <p:nvSpPr>
          <p:cNvPr id="440323" name="Rectangle 4"/>
          <p:cNvSpPr>
            <a:spLocks noChangeArrowheads="1"/>
          </p:cNvSpPr>
          <p:nvPr/>
        </p:nvSpPr>
        <p:spPr bwMode="auto">
          <a:xfrm>
            <a:off x="1035050" y="4589463"/>
            <a:ext cx="536575" cy="549275"/>
          </a:xfrm>
          <a:prstGeom prst="rect">
            <a:avLst/>
          </a:prstGeom>
          <a:solidFill>
            <a:srgbClr val="FFCCFF"/>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en-US" altLang="zh-CN" sz="1600" b="1">
                <a:solidFill>
                  <a:srgbClr val="000099"/>
                </a:solidFill>
                <a:ea typeface="黑体" panose="02010609060101010101" pitchFamily="49" charset="-122"/>
              </a:rPr>
              <a:t>SOH</a:t>
            </a:r>
          </a:p>
        </p:txBody>
      </p:sp>
      <p:sp>
        <p:nvSpPr>
          <p:cNvPr id="440324" name="Rectangle 5"/>
          <p:cNvSpPr>
            <a:spLocks noChangeArrowheads="1"/>
          </p:cNvSpPr>
          <p:nvPr/>
        </p:nvSpPr>
        <p:spPr bwMode="auto">
          <a:xfrm>
            <a:off x="1571625" y="4589463"/>
            <a:ext cx="7072313" cy="549275"/>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zh-CN" altLang="en-US" sz="2400" b="1">
                <a:solidFill>
                  <a:srgbClr val="000099"/>
                </a:solidFill>
                <a:ea typeface="黑体" panose="02010609060101010101" pitchFamily="49" charset="-122"/>
              </a:rPr>
              <a:t>装在帧中的数据部分</a:t>
            </a:r>
          </a:p>
        </p:txBody>
      </p:sp>
      <p:sp>
        <p:nvSpPr>
          <p:cNvPr id="440325" name="Line 6"/>
          <p:cNvSpPr>
            <a:spLocks noChangeShapeType="1"/>
          </p:cNvSpPr>
          <p:nvPr/>
        </p:nvSpPr>
        <p:spPr bwMode="auto">
          <a:xfrm>
            <a:off x="1035050" y="5505450"/>
            <a:ext cx="8147050" cy="0"/>
          </a:xfrm>
          <a:prstGeom prst="line">
            <a:avLst/>
          </a:prstGeom>
          <a:noFill/>
          <a:ln w="952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40326" name="Text Box 7"/>
          <p:cNvSpPr txBox="1">
            <a:spLocks noChangeArrowheads="1"/>
          </p:cNvSpPr>
          <p:nvPr/>
        </p:nvSpPr>
        <p:spPr bwMode="auto">
          <a:xfrm>
            <a:off x="4884738" y="5270500"/>
            <a:ext cx="492125" cy="4619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000099"/>
                </a:solidFill>
                <a:ea typeface="黑体" panose="02010609060101010101" pitchFamily="49" charset="-122"/>
              </a:rPr>
              <a:t>帧</a:t>
            </a:r>
          </a:p>
        </p:txBody>
      </p:sp>
      <p:sp>
        <p:nvSpPr>
          <p:cNvPr id="440327" name="Line 8"/>
          <p:cNvSpPr>
            <a:spLocks noChangeShapeType="1"/>
          </p:cNvSpPr>
          <p:nvPr/>
        </p:nvSpPr>
        <p:spPr bwMode="auto">
          <a:xfrm>
            <a:off x="1303338" y="4224338"/>
            <a:ext cx="0" cy="365125"/>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40328" name="Text Box 9"/>
          <p:cNvSpPr txBox="1">
            <a:spLocks noChangeArrowheads="1"/>
          </p:cNvSpPr>
          <p:nvPr/>
        </p:nvSpPr>
        <p:spPr bwMode="auto">
          <a:xfrm>
            <a:off x="763588" y="3752850"/>
            <a:ext cx="14160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000099"/>
                </a:solidFill>
                <a:ea typeface="黑体" panose="02010609060101010101" pitchFamily="49" charset="-122"/>
              </a:rPr>
              <a:t>帧开始符</a:t>
            </a:r>
          </a:p>
        </p:txBody>
      </p:sp>
      <p:sp>
        <p:nvSpPr>
          <p:cNvPr id="440329" name="Text Box 10"/>
          <p:cNvSpPr txBox="1">
            <a:spLocks noChangeArrowheads="1"/>
          </p:cNvSpPr>
          <p:nvPr/>
        </p:nvSpPr>
        <p:spPr bwMode="auto">
          <a:xfrm>
            <a:off x="8307388" y="3752850"/>
            <a:ext cx="14144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000099"/>
                </a:solidFill>
                <a:ea typeface="黑体" panose="02010609060101010101" pitchFamily="49" charset="-122"/>
              </a:rPr>
              <a:t>帧结束符</a:t>
            </a:r>
          </a:p>
        </p:txBody>
      </p:sp>
      <p:sp>
        <p:nvSpPr>
          <p:cNvPr id="440330" name="Line 11"/>
          <p:cNvSpPr>
            <a:spLocks noChangeShapeType="1"/>
          </p:cNvSpPr>
          <p:nvPr/>
        </p:nvSpPr>
        <p:spPr bwMode="auto">
          <a:xfrm>
            <a:off x="8913813" y="4224338"/>
            <a:ext cx="0" cy="365125"/>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40331" name="Line 12"/>
          <p:cNvSpPr>
            <a:spLocks noChangeShapeType="1"/>
          </p:cNvSpPr>
          <p:nvPr/>
        </p:nvSpPr>
        <p:spPr bwMode="auto">
          <a:xfrm flipV="1">
            <a:off x="1035050" y="5138738"/>
            <a:ext cx="0" cy="549275"/>
          </a:xfrm>
          <a:prstGeom prst="line">
            <a:avLst/>
          </a:prstGeom>
          <a:noFill/>
          <a:ln w="38100">
            <a:solidFill>
              <a:srgbClr val="C00000"/>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40332" name="Text Box 13"/>
          <p:cNvSpPr txBox="1">
            <a:spLocks noChangeArrowheads="1"/>
          </p:cNvSpPr>
          <p:nvPr/>
        </p:nvSpPr>
        <p:spPr bwMode="auto">
          <a:xfrm>
            <a:off x="271463" y="5630863"/>
            <a:ext cx="14160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000099"/>
                </a:solidFill>
                <a:ea typeface="黑体" panose="02010609060101010101" pitchFamily="49" charset="-122"/>
              </a:rPr>
              <a:t>发送在前</a:t>
            </a:r>
          </a:p>
        </p:txBody>
      </p:sp>
      <p:sp>
        <p:nvSpPr>
          <p:cNvPr id="440333" name="Rectangle 14"/>
          <p:cNvSpPr>
            <a:spLocks noChangeArrowheads="1"/>
          </p:cNvSpPr>
          <p:nvPr/>
        </p:nvSpPr>
        <p:spPr bwMode="auto">
          <a:xfrm>
            <a:off x="8620125" y="4589463"/>
            <a:ext cx="538163" cy="549275"/>
          </a:xfrm>
          <a:prstGeom prst="rect">
            <a:avLst/>
          </a:prstGeom>
          <a:solidFill>
            <a:srgbClr val="FFCCFF"/>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en-US" altLang="zh-CN" sz="1600" b="1">
                <a:solidFill>
                  <a:srgbClr val="000099"/>
                </a:solidFill>
                <a:ea typeface="黑体" panose="02010609060101010101" pitchFamily="49" charset="-122"/>
              </a:rPr>
              <a:t>EOT</a:t>
            </a:r>
          </a:p>
        </p:txBody>
      </p:sp>
      <p:sp>
        <p:nvSpPr>
          <p:cNvPr id="440334" name="矩形 4"/>
          <p:cNvSpPr>
            <a:spLocks noChangeArrowheads="1"/>
          </p:cNvSpPr>
          <p:nvPr/>
        </p:nvSpPr>
        <p:spPr bwMode="auto">
          <a:xfrm>
            <a:off x="2111375" y="5956300"/>
            <a:ext cx="58658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zh-CN" sz="2400" b="1">
                <a:ea typeface="黑体" panose="02010609060101010101" pitchFamily="49" charset="-122"/>
              </a:rPr>
              <a:t>用控制字符进行帧定界的方法举例</a:t>
            </a:r>
            <a:endParaRPr lang="zh-CN" altLang="en-US" sz="2400" b="1">
              <a:ea typeface="黑体" panose="02010609060101010101" pitchFamily="49" charset="-122"/>
            </a:endParaRPr>
          </a:p>
        </p:txBody>
      </p:sp>
      <p:sp>
        <p:nvSpPr>
          <p:cNvPr id="440335"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8CB2693-7C30-4120-8DCB-352003BA9FAB}" type="slidenum">
              <a:rPr lang="zh-CN" altLang="en-US" smtClean="0"/>
              <a:pPr eaLnBrk="1" hangingPunct="1"/>
              <a:t>13</a:t>
            </a:fld>
            <a:endParaRPr lang="en-US" altLang="zh-CN" smtClean="0"/>
          </a:p>
        </p:txBody>
      </p:sp>
      <p:sp>
        <p:nvSpPr>
          <p:cNvPr id="440336"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369"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2.  </a:t>
            </a:r>
            <a:r>
              <a:rPr lang="zh-CN" altLang="en-US" smtClean="0">
                <a:ea typeface="黑体" panose="02010609060101010101" pitchFamily="49" charset="-122"/>
              </a:rPr>
              <a:t>透明传输</a:t>
            </a:r>
          </a:p>
        </p:txBody>
      </p:sp>
      <p:sp>
        <p:nvSpPr>
          <p:cNvPr id="442370" name="内容占位符 1"/>
          <p:cNvSpPr>
            <a:spLocks noGrp="1" noChangeArrowheads="1"/>
          </p:cNvSpPr>
          <p:nvPr>
            <p:ph idx="1"/>
          </p:nvPr>
        </p:nvSpPr>
        <p:spPr>
          <a:xfrm>
            <a:off x="495300" y="1196975"/>
            <a:ext cx="9066213" cy="4933950"/>
          </a:xfrm>
        </p:spPr>
        <p:txBody>
          <a:bodyPr/>
          <a:lstStyle/>
          <a:p>
            <a:r>
              <a:rPr lang="zh-CN" altLang="zh-CN" sz="2800" smtClean="0">
                <a:ea typeface="黑体" panose="02010609060101010101" pitchFamily="49" charset="-122"/>
              </a:rPr>
              <a:t>如果数据中的某个字节的二进制代码恰好和</a:t>
            </a:r>
            <a:r>
              <a:rPr lang="en-US" altLang="zh-CN" sz="2800" smtClean="0">
                <a:ea typeface="黑体" panose="02010609060101010101" pitchFamily="49" charset="-122"/>
              </a:rPr>
              <a:t> SOH </a:t>
            </a:r>
            <a:r>
              <a:rPr lang="zh-CN" altLang="zh-CN" sz="2800" smtClean="0">
                <a:ea typeface="黑体" panose="02010609060101010101" pitchFamily="49" charset="-122"/>
              </a:rPr>
              <a:t>或</a:t>
            </a:r>
            <a:r>
              <a:rPr lang="en-US" altLang="zh-CN" sz="2800" smtClean="0">
                <a:ea typeface="黑体" panose="02010609060101010101" pitchFamily="49" charset="-122"/>
              </a:rPr>
              <a:t> EOT </a:t>
            </a:r>
            <a:r>
              <a:rPr lang="zh-CN" altLang="zh-CN" sz="2800" smtClean="0">
                <a:ea typeface="黑体" panose="02010609060101010101" pitchFamily="49" charset="-122"/>
              </a:rPr>
              <a:t>一样，数据链路层就会错误地“找到帧的边界”</a:t>
            </a:r>
            <a:r>
              <a:rPr lang="zh-CN" altLang="en-US" sz="2800" smtClean="0">
                <a:ea typeface="黑体" panose="02010609060101010101" pitchFamily="49" charset="-122"/>
              </a:rPr>
              <a:t>。</a:t>
            </a:r>
          </a:p>
        </p:txBody>
      </p:sp>
      <p:sp>
        <p:nvSpPr>
          <p:cNvPr id="442371" name="Line 22"/>
          <p:cNvSpPr>
            <a:spLocks noChangeShapeType="1"/>
          </p:cNvSpPr>
          <p:nvPr/>
        </p:nvSpPr>
        <p:spPr bwMode="auto">
          <a:xfrm rot="16200000" flipV="1">
            <a:off x="968375" y="3590926"/>
            <a:ext cx="14287" cy="1154112"/>
          </a:xfrm>
          <a:prstGeom prst="line">
            <a:avLst/>
          </a:prstGeom>
          <a:noFill/>
          <a:ln w="38100">
            <a:solidFill>
              <a:srgbClr val="C00000"/>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42372" name="Rectangle 4"/>
          <p:cNvSpPr>
            <a:spLocks noChangeArrowheads="1"/>
          </p:cNvSpPr>
          <p:nvPr/>
        </p:nvSpPr>
        <p:spPr bwMode="auto">
          <a:xfrm>
            <a:off x="1236663" y="3840163"/>
            <a:ext cx="627062" cy="611187"/>
          </a:xfrm>
          <a:prstGeom prst="rect">
            <a:avLst/>
          </a:prstGeom>
          <a:solidFill>
            <a:srgbClr val="FFCCFF"/>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en-US" altLang="zh-CN" b="1">
                <a:solidFill>
                  <a:srgbClr val="000099"/>
                </a:solidFill>
                <a:ea typeface="黑体" panose="02010609060101010101" pitchFamily="49" charset="-122"/>
              </a:rPr>
              <a:t>SOH</a:t>
            </a:r>
          </a:p>
        </p:txBody>
      </p:sp>
      <p:sp>
        <p:nvSpPr>
          <p:cNvPr id="442373" name="Rectangle 5"/>
          <p:cNvSpPr>
            <a:spLocks noChangeArrowheads="1"/>
          </p:cNvSpPr>
          <p:nvPr/>
        </p:nvSpPr>
        <p:spPr bwMode="auto">
          <a:xfrm>
            <a:off x="1847850" y="3840163"/>
            <a:ext cx="7527925" cy="611187"/>
          </a:xfrm>
          <a:prstGeom prst="rect">
            <a:avLst/>
          </a:prstGeom>
          <a:solidFill>
            <a:srgbClr val="CCFFFF"/>
          </a:solidFill>
          <a:ln w="9525">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42374" name="Rectangle 6"/>
          <p:cNvSpPr>
            <a:spLocks noChangeArrowheads="1"/>
          </p:cNvSpPr>
          <p:nvPr/>
        </p:nvSpPr>
        <p:spPr bwMode="auto">
          <a:xfrm>
            <a:off x="3621088" y="3840163"/>
            <a:ext cx="566737" cy="611187"/>
          </a:xfrm>
          <a:prstGeom prst="rect">
            <a:avLst/>
          </a:prstGeom>
          <a:solidFill>
            <a:srgbClr val="FFFF99"/>
          </a:solidFill>
          <a:ln w="9525">
            <a:solidFill>
              <a:schemeClr val="tx1"/>
            </a:solidFill>
            <a:miter lim="800000"/>
            <a:headEnd/>
            <a:tailEnd/>
          </a:ln>
        </p:spPr>
        <p:txBody>
          <a:bodyPr wrap="none" anchor="ctr"/>
          <a:lstStyle/>
          <a:p>
            <a:pPr algn="ctr" eaLnBrk="0" hangingPunct="0"/>
            <a:r>
              <a:rPr lang="en-US" altLang="zh-CN" b="1">
                <a:solidFill>
                  <a:srgbClr val="000099"/>
                </a:solidFill>
                <a:ea typeface="黑体" panose="02010609060101010101" pitchFamily="49" charset="-122"/>
              </a:rPr>
              <a:t>EOT</a:t>
            </a:r>
          </a:p>
        </p:txBody>
      </p:sp>
      <p:sp>
        <p:nvSpPr>
          <p:cNvPr id="442375" name="Line 7"/>
          <p:cNvSpPr>
            <a:spLocks noChangeShapeType="1"/>
          </p:cNvSpPr>
          <p:nvPr/>
        </p:nvSpPr>
        <p:spPr bwMode="auto">
          <a:xfrm>
            <a:off x="3649663" y="2808288"/>
            <a:ext cx="254000" cy="1031875"/>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42376" name="Text Box 8"/>
          <p:cNvSpPr txBox="1">
            <a:spLocks noChangeArrowheads="1"/>
          </p:cNvSpPr>
          <p:nvPr/>
        </p:nvSpPr>
        <p:spPr bwMode="auto">
          <a:xfrm>
            <a:off x="2519363" y="2349500"/>
            <a:ext cx="22066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400" b="1">
                <a:solidFill>
                  <a:srgbClr val="000099"/>
                </a:solidFill>
                <a:ea typeface="黑体" panose="02010609060101010101" pitchFamily="49" charset="-122"/>
              </a:rPr>
              <a:t>出现了“</a:t>
            </a:r>
            <a:r>
              <a:rPr lang="en-US" altLang="zh-CN" sz="2400" b="1">
                <a:solidFill>
                  <a:srgbClr val="000099"/>
                </a:solidFill>
                <a:ea typeface="黑体" panose="02010609060101010101" pitchFamily="49" charset="-122"/>
              </a:rPr>
              <a:t>EOT”</a:t>
            </a:r>
          </a:p>
        </p:txBody>
      </p:sp>
      <p:sp>
        <p:nvSpPr>
          <p:cNvPr id="442377" name="AutoShape 9"/>
          <p:cNvSpPr>
            <a:spLocks/>
          </p:cNvSpPr>
          <p:nvPr/>
        </p:nvSpPr>
        <p:spPr bwMode="auto">
          <a:xfrm rot="-5400000">
            <a:off x="6855619" y="1894681"/>
            <a:ext cx="327025" cy="5605463"/>
          </a:xfrm>
          <a:prstGeom prst="leftBrace">
            <a:avLst>
              <a:gd name="adj1" fmla="val 131809"/>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42378" name="Text Box 10"/>
          <p:cNvSpPr txBox="1">
            <a:spLocks noChangeArrowheads="1"/>
          </p:cNvSpPr>
          <p:nvPr/>
        </p:nvSpPr>
        <p:spPr bwMode="auto">
          <a:xfrm>
            <a:off x="5429250" y="4764088"/>
            <a:ext cx="389731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just" eaLnBrk="0" hangingPunct="0"/>
            <a:r>
              <a:rPr lang="zh-CN" altLang="en-US" sz="2400" b="1">
                <a:solidFill>
                  <a:srgbClr val="000099"/>
                </a:solidFill>
                <a:ea typeface="黑体" panose="02010609060101010101" pitchFamily="49" charset="-122"/>
              </a:rPr>
              <a:t>被接收端当作无效帧而丢弃</a:t>
            </a:r>
          </a:p>
        </p:txBody>
      </p:sp>
      <p:sp>
        <p:nvSpPr>
          <p:cNvPr id="442379" name="AutoShape 11"/>
          <p:cNvSpPr>
            <a:spLocks/>
          </p:cNvSpPr>
          <p:nvPr/>
        </p:nvSpPr>
        <p:spPr bwMode="auto">
          <a:xfrm rot="-5400000">
            <a:off x="2557463" y="3211512"/>
            <a:ext cx="304800" cy="2911475"/>
          </a:xfrm>
          <a:prstGeom prst="leftBrace">
            <a:avLst>
              <a:gd name="adj1" fmla="val 73454"/>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42380" name="Text Box 12"/>
          <p:cNvSpPr txBox="1">
            <a:spLocks noChangeArrowheads="1"/>
          </p:cNvSpPr>
          <p:nvPr/>
        </p:nvSpPr>
        <p:spPr bwMode="auto">
          <a:xfrm>
            <a:off x="1554163" y="4757738"/>
            <a:ext cx="2351087"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400" b="1">
                <a:solidFill>
                  <a:srgbClr val="FF0000"/>
                </a:solidFill>
                <a:ea typeface="黑体" panose="02010609060101010101" pitchFamily="49" charset="-122"/>
              </a:rPr>
              <a:t>被接收端</a:t>
            </a:r>
          </a:p>
          <a:p>
            <a:pPr algn="ctr" eaLnBrk="0" hangingPunct="0"/>
            <a:r>
              <a:rPr lang="zh-CN" altLang="en-US" sz="2400" b="1">
                <a:solidFill>
                  <a:srgbClr val="FF0000"/>
                </a:solidFill>
                <a:ea typeface="黑体" panose="02010609060101010101" pitchFamily="49" charset="-122"/>
              </a:rPr>
              <a:t>误认为是一个帧</a:t>
            </a:r>
          </a:p>
        </p:txBody>
      </p:sp>
      <p:sp>
        <p:nvSpPr>
          <p:cNvPr id="442381" name="Line 13"/>
          <p:cNvSpPr>
            <a:spLocks noChangeShapeType="1"/>
          </p:cNvSpPr>
          <p:nvPr/>
        </p:nvSpPr>
        <p:spPr bwMode="auto">
          <a:xfrm>
            <a:off x="1863725" y="3578225"/>
            <a:ext cx="7334250" cy="0"/>
          </a:xfrm>
          <a:prstGeom prst="line">
            <a:avLst/>
          </a:prstGeom>
          <a:noFill/>
          <a:ln w="952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42382" name="Text Box 14"/>
          <p:cNvSpPr txBox="1">
            <a:spLocks noChangeArrowheads="1"/>
          </p:cNvSpPr>
          <p:nvPr/>
        </p:nvSpPr>
        <p:spPr bwMode="auto">
          <a:xfrm>
            <a:off x="4854575" y="3321050"/>
            <a:ext cx="1422400" cy="4619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400" b="1">
                <a:solidFill>
                  <a:srgbClr val="000099"/>
                </a:solidFill>
                <a:ea typeface="黑体" panose="02010609060101010101" pitchFamily="49" charset="-122"/>
              </a:rPr>
              <a:t>数据部分</a:t>
            </a:r>
          </a:p>
        </p:txBody>
      </p:sp>
      <p:sp>
        <p:nvSpPr>
          <p:cNvPr id="442383" name="Rectangle 15"/>
          <p:cNvSpPr>
            <a:spLocks noChangeArrowheads="1"/>
          </p:cNvSpPr>
          <p:nvPr/>
        </p:nvSpPr>
        <p:spPr bwMode="auto">
          <a:xfrm>
            <a:off x="9197975" y="3840163"/>
            <a:ext cx="623888" cy="611187"/>
          </a:xfrm>
          <a:prstGeom prst="rect">
            <a:avLst/>
          </a:prstGeom>
          <a:solidFill>
            <a:srgbClr val="FFCCFF"/>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en-US" altLang="zh-CN" b="1">
                <a:solidFill>
                  <a:srgbClr val="000099"/>
                </a:solidFill>
                <a:ea typeface="黑体" panose="02010609060101010101" pitchFamily="49" charset="-122"/>
              </a:rPr>
              <a:t>EOT</a:t>
            </a:r>
          </a:p>
        </p:txBody>
      </p:sp>
      <p:sp>
        <p:nvSpPr>
          <p:cNvPr id="442384" name="Line 16"/>
          <p:cNvSpPr>
            <a:spLocks noChangeShapeType="1"/>
          </p:cNvSpPr>
          <p:nvPr/>
        </p:nvSpPr>
        <p:spPr bwMode="auto">
          <a:xfrm>
            <a:off x="1236663" y="3095625"/>
            <a:ext cx="8585200" cy="0"/>
          </a:xfrm>
          <a:prstGeom prst="line">
            <a:avLst/>
          </a:prstGeom>
          <a:noFill/>
          <a:ln w="952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42385" name="Text Box 17"/>
          <p:cNvSpPr txBox="1">
            <a:spLocks noChangeArrowheads="1"/>
          </p:cNvSpPr>
          <p:nvPr/>
        </p:nvSpPr>
        <p:spPr bwMode="auto">
          <a:xfrm>
            <a:off x="4454525" y="2817813"/>
            <a:ext cx="1422400" cy="4619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400" b="1">
                <a:solidFill>
                  <a:srgbClr val="000099"/>
                </a:solidFill>
                <a:ea typeface="黑体" panose="02010609060101010101" pitchFamily="49" charset="-122"/>
              </a:rPr>
              <a:t>完整的帧</a:t>
            </a:r>
          </a:p>
        </p:txBody>
      </p:sp>
      <p:sp>
        <p:nvSpPr>
          <p:cNvPr id="442386" name="Line 18"/>
          <p:cNvSpPr>
            <a:spLocks noChangeShapeType="1"/>
          </p:cNvSpPr>
          <p:nvPr/>
        </p:nvSpPr>
        <p:spPr bwMode="auto">
          <a:xfrm>
            <a:off x="1236663" y="2998788"/>
            <a:ext cx="0" cy="7699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42387" name="Line 19"/>
          <p:cNvSpPr>
            <a:spLocks noChangeShapeType="1"/>
          </p:cNvSpPr>
          <p:nvPr/>
        </p:nvSpPr>
        <p:spPr bwMode="auto">
          <a:xfrm>
            <a:off x="9821863" y="2998788"/>
            <a:ext cx="0" cy="7699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42388" name="Line 20"/>
          <p:cNvSpPr>
            <a:spLocks noChangeShapeType="1"/>
          </p:cNvSpPr>
          <p:nvPr/>
        </p:nvSpPr>
        <p:spPr bwMode="auto">
          <a:xfrm>
            <a:off x="1863725" y="3384550"/>
            <a:ext cx="0" cy="3841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42389" name="Line 21"/>
          <p:cNvSpPr>
            <a:spLocks noChangeShapeType="1"/>
          </p:cNvSpPr>
          <p:nvPr/>
        </p:nvSpPr>
        <p:spPr bwMode="auto">
          <a:xfrm>
            <a:off x="9197975" y="3384550"/>
            <a:ext cx="0" cy="3841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42390" name="Text Box 23"/>
          <p:cNvSpPr txBox="1">
            <a:spLocks noChangeArrowheads="1"/>
          </p:cNvSpPr>
          <p:nvPr/>
        </p:nvSpPr>
        <p:spPr bwMode="auto">
          <a:xfrm>
            <a:off x="344488" y="3340100"/>
            <a:ext cx="80327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000099"/>
                </a:solidFill>
                <a:ea typeface="黑体" panose="02010609060101010101" pitchFamily="49" charset="-122"/>
              </a:rPr>
              <a:t>发送</a:t>
            </a:r>
          </a:p>
          <a:p>
            <a:pPr eaLnBrk="0" hangingPunct="0"/>
            <a:r>
              <a:rPr lang="zh-CN" altLang="en-US" sz="2400" b="1">
                <a:solidFill>
                  <a:srgbClr val="000099"/>
                </a:solidFill>
                <a:ea typeface="黑体" panose="02010609060101010101" pitchFamily="49" charset="-122"/>
              </a:rPr>
              <a:t>在前</a:t>
            </a:r>
          </a:p>
        </p:txBody>
      </p:sp>
      <p:sp>
        <p:nvSpPr>
          <p:cNvPr id="442391" name="矩形 2"/>
          <p:cNvSpPr>
            <a:spLocks noChangeArrowheads="1"/>
          </p:cNvSpPr>
          <p:nvPr/>
        </p:nvSpPr>
        <p:spPr bwMode="auto">
          <a:xfrm>
            <a:off x="1790700" y="5630863"/>
            <a:ext cx="64023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zh-CN" sz="2400" b="1">
                <a:ea typeface="黑体" panose="02010609060101010101" pitchFamily="49" charset="-122"/>
              </a:rPr>
              <a:t>数据部分恰好出现与</a:t>
            </a:r>
            <a:r>
              <a:rPr lang="en-US" altLang="zh-CN" sz="2400" b="1">
                <a:ea typeface="黑体" panose="02010609060101010101" pitchFamily="49" charset="-122"/>
              </a:rPr>
              <a:t> EOT </a:t>
            </a:r>
            <a:r>
              <a:rPr lang="zh-CN" altLang="zh-CN" sz="2400" b="1">
                <a:ea typeface="黑体" panose="02010609060101010101" pitchFamily="49" charset="-122"/>
              </a:rPr>
              <a:t>一样的代码</a:t>
            </a:r>
            <a:endParaRPr lang="zh-CN" altLang="en-US" sz="2400" b="1">
              <a:ea typeface="黑体" panose="02010609060101010101" pitchFamily="49" charset="-122"/>
            </a:endParaRPr>
          </a:p>
        </p:txBody>
      </p:sp>
      <p:sp>
        <p:nvSpPr>
          <p:cNvPr id="442392"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9DC06A0-8638-4CF8-A565-84AA44A1AFAE}" type="slidenum">
              <a:rPr lang="zh-CN" altLang="en-US" smtClean="0"/>
              <a:pPr eaLnBrk="1" hangingPunct="1"/>
              <a:t>14</a:t>
            </a:fld>
            <a:endParaRPr lang="en-US" altLang="zh-CN" smtClean="0"/>
          </a:p>
        </p:txBody>
      </p:sp>
      <p:sp>
        <p:nvSpPr>
          <p:cNvPr id="442393"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4417"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解决透明传输问题</a:t>
            </a:r>
          </a:p>
        </p:txBody>
      </p:sp>
      <p:sp>
        <p:nvSpPr>
          <p:cNvPr id="444418" name="Rectangle 3"/>
          <p:cNvSpPr>
            <a:spLocks noGrp="1" noChangeArrowheads="1"/>
          </p:cNvSpPr>
          <p:nvPr>
            <p:ph idx="1"/>
          </p:nvPr>
        </p:nvSpPr>
        <p:spPr>
          <a:xfrm>
            <a:off x="495300" y="1196975"/>
            <a:ext cx="9066213" cy="4933950"/>
          </a:xfrm>
        </p:spPr>
        <p:txBody>
          <a:bodyPr/>
          <a:lstStyle/>
          <a:p>
            <a:r>
              <a:rPr lang="zh-CN" altLang="en-US" sz="2800" smtClean="0">
                <a:solidFill>
                  <a:srgbClr val="0000FF"/>
                </a:solidFill>
                <a:ea typeface="黑体" panose="02010609060101010101" pitchFamily="49" charset="-122"/>
              </a:rPr>
              <a:t>解决方法：</a:t>
            </a:r>
            <a:r>
              <a:rPr lang="zh-CN" altLang="en-US" sz="2800" smtClean="0">
                <a:solidFill>
                  <a:srgbClr val="FF0000"/>
                </a:solidFill>
                <a:ea typeface="黑体" panose="02010609060101010101" pitchFamily="49" charset="-122"/>
              </a:rPr>
              <a:t>字节填充 </a:t>
            </a:r>
            <a:r>
              <a:rPr lang="en-US" altLang="zh-CN" sz="2800" smtClean="0">
                <a:ea typeface="黑体" panose="02010609060101010101" pitchFamily="49" charset="-122"/>
              </a:rPr>
              <a:t>(byte stuffing) </a:t>
            </a:r>
            <a:r>
              <a:rPr lang="zh-CN" altLang="en-US" sz="2800" smtClean="0">
                <a:ea typeface="黑体" panose="02010609060101010101" pitchFamily="49" charset="-122"/>
              </a:rPr>
              <a:t>或</a:t>
            </a:r>
            <a:r>
              <a:rPr lang="zh-CN" altLang="en-US" sz="2800" smtClean="0">
                <a:solidFill>
                  <a:srgbClr val="FF0000"/>
                </a:solidFill>
                <a:ea typeface="黑体" panose="02010609060101010101" pitchFamily="49" charset="-122"/>
              </a:rPr>
              <a:t>字符填充 </a:t>
            </a:r>
            <a:r>
              <a:rPr lang="en-US" altLang="zh-CN" sz="2800" smtClean="0">
                <a:ea typeface="黑体" panose="02010609060101010101" pitchFamily="49" charset="-122"/>
              </a:rPr>
              <a:t>(character stuffing)</a:t>
            </a:r>
            <a:r>
              <a:rPr lang="zh-CN" altLang="en-US" sz="2800" smtClean="0">
                <a:ea typeface="黑体" panose="02010609060101010101" pitchFamily="49" charset="-122"/>
              </a:rPr>
              <a:t>。</a:t>
            </a:r>
            <a:endParaRPr lang="en-US" altLang="zh-CN" sz="2800" smtClean="0">
              <a:ea typeface="黑体" panose="02010609060101010101" pitchFamily="49" charset="-122"/>
            </a:endParaRPr>
          </a:p>
          <a:p>
            <a:r>
              <a:rPr lang="zh-CN" altLang="en-US" sz="2800" smtClean="0">
                <a:ea typeface="黑体" panose="02010609060101010101" pitchFamily="49" charset="-122"/>
              </a:rPr>
              <a:t>发送端的数据链路层在数据中出现控制字符“</a:t>
            </a:r>
            <a:r>
              <a:rPr lang="en-US" altLang="zh-CN" sz="2800" smtClean="0">
                <a:ea typeface="黑体" panose="02010609060101010101" pitchFamily="49" charset="-122"/>
              </a:rPr>
              <a:t>SOH”</a:t>
            </a:r>
            <a:r>
              <a:rPr lang="zh-CN" altLang="en-US" sz="2800" smtClean="0">
                <a:ea typeface="黑体" panose="02010609060101010101" pitchFamily="49" charset="-122"/>
              </a:rPr>
              <a:t>或“</a:t>
            </a:r>
            <a:r>
              <a:rPr lang="en-US" altLang="zh-CN" sz="2800" smtClean="0">
                <a:ea typeface="黑体" panose="02010609060101010101" pitchFamily="49" charset="-122"/>
              </a:rPr>
              <a:t>EOT”</a:t>
            </a:r>
            <a:r>
              <a:rPr lang="zh-CN" altLang="en-US" sz="2800" smtClean="0">
                <a:ea typeface="黑体" panose="02010609060101010101" pitchFamily="49" charset="-122"/>
              </a:rPr>
              <a:t>的前面</a:t>
            </a:r>
            <a:r>
              <a:rPr lang="zh-CN" altLang="en-US" sz="2800" smtClean="0">
                <a:solidFill>
                  <a:srgbClr val="FF0000"/>
                </a:solidFill>
                <a:ea typeface="黑体" panose="02010609060101010101" pitchFamily="49" charset="-122"/>
              </a:rPr>
              <a:t>插入一个转义字符“</a:t>
            </a:r>
            <a:r>
              <a:rPr lang="en-US" altLang="zh-CN" sz="2800" smtClean="0">
                <a:solidFill>
                  <a:srgbClr val="FF0000"/>
                </a:solidFill>
                <a:ea typeface="黑体" panose="02010609060101010101" pitchFamily="49" charset="-122"/>
              </a:rPr>
              <a:t>ESC” </a:t>
            </a:r>
            <a:r>
              <a:rPr lang="en-US" altLang="zh-CN" sz="2800" smtClean="0">
                <a:ea typeface="黑体" panose="02010609060101010101" pitchFamily="49" charset="-122"/>
              </a:rPr>
              <a:t>(</a:t>
            </a:r>
            <a:r>
              <a:rPr lang="zh-CN" altLang="en-US" sz="2800" smtClean="0">
                <a:ea typeface="黑体" panose="02010609060101010101" pitchFamily="49" charset="-122"/>
              </a:rPr>
              <a:t>其十六进制编码是 </a:t>
            </a:r>
            <a:r>
              <a:rPr lang="en-US" altLang="zh-CN" sz="2800" smtClean="0">
                <a:ea typeface="黑体" panose="02010609060101010101" pitchFamily="49" charset="-122"/>
              </a:rPr>
              <a:t>1B)</a:t>
            </a:r>
            <a:r>
              <a:rPr lang="zh-CN" altLang="en-US" sz="2800" smtClean="0">
                <a:ea typeface="黑体" panose="02010609060101010101" pitchFamily="49" charset="-122"/>
              </a:rPr>
              <a:t>。</a:t>
            </a:r>
          </a:p>
          <a:p>
            <a:r>
              <a:rPr lang="zh-CN" altLang="en-US" sz="2800" smtClean="0">
                <a:ea typeface="黑体" panose="02010609060101010101" pitchFamily="49" charset="-122"/>
              </a:rPr>
              <a:t>接收端的数据链路层在将数据送往网络层之前删除插入的转义字符。</a:t>
            </a:r>
          </a:p>
          <a:p>
            <a:r>
              <a:rPr lang="zh-CN" altLang="en-US" sz="2800" smtClean="0">
                <a:ea typeface="黑体" panose="02010609060101010101" pitchFamily="49" charset="-122"/>
              </a:rPr>
              <a:t>如果转义字符也出现在数据当中，那么应在转义字符前面插入一个转义字符 </a:t>
            </a:r>
            <a:r>
              <a:rPr lang="en-US" altLang="zh-CN" sz="2800" smtClean="0">
                <a:ea typeface="黑体" panose="02010609060101010101" pitchFamily="49" charset="-122"/>
              </a:rPr>
              <a:t>ESC</a:t>
            </a:r>
            <a:r>
              <a:rPr lang="zh-CN" altLang="en-US" sz="2800" smtClean="0">
                <a:ea typeface="黑体" panose="02010609060101010101" pitchFamily="49" charset="-122"/>
              </a:rPr>
              <a:t>。当接收端收到连续的两个转义字符时，就删除其中前面的一个。 </a:t>
            </a:r>
          </a:p>
        </p:txBody>
      </p:sp>
      <p:sp>
        <p:nvSpPr>
          <p:cNvPr id="44441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367E69E-E973-4F38-84D4-7F1649987BD0}" type="slidenum">
              <a:rPr lang="zh-CN" altLang="en-US" smtClean="0"/>
              <a:pPr eaLnBrk="1" hangingPunct="1"/>
              <a:t>15</a:t>
            </a:fld>
            <a:endParaRPr lang="en-US" altLang="zh-CN" smtClean="0"/>
          </a:p>
        </p:txBody>
      </p:sp>
      <p:sp>
        <p:nvSpPr>
          <p:cNvPr id="44442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6465" name="Rectangle 55"/>
          <p:cNvSpPr>
            <a:spLocks noGrp="1" noChangeArrowheads="1"/>
          </p:cNvSpPr>
          <p:nvPr>
            <p:ph type="title"/>
          </p:nvPr>
        </p:nvSpPr>
        <p:spPr/>
        <p:txBody>
          <a:bodyPr/>
          <a:lstStyle/>
          <a:p>
            <a:pPr algn="ctr"/>
            <a:r>
              <a:rPr lang="zh-CN" altLang="en-US" sz="4000" smtClean="0">
                <a:ea typeface="黑体" panose="02010609060101010101" pitchFamily="49" charset="-122"/>
              </a:rPr>
              <a:t>用字节填充法解决透明传输的问题 </a:t>
            </a:r>
          </a:p>
        </p:txBody>
      </p:sp>
      <p:sp>
        <p:nvSpPr>
          <p:cNvPr id="446466" name="Rectangle 4"/>
          <p:cNvSpPr>
            <a:spLocks noChangeArrowheads="1"/>
          </p:cNvSpPr>
          <p:nvPr/>
        </p:nvSpPr>
        <p:spPr bwMode="auto">
          <a:xfrm>
            <a:off x="355600" y="3908425"/>
            <a:ext cx="495300" cy="457200"/>
          </a:xfrm>
          <a:prstGeom prst="rect">
            <a:avLst/>
          </a:prstGeom>
          <a:solidFill>
            <a:srgbClr val="FFCCFF"/>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en-US" altLang="zh-CN" sz="1600" b="1">
                <a:solidFill>
                  <a:srgbClr val="000099"/>
                </a:solidFill>
                <a:ea typeface="黑体" panose="02010609060101010101" pitchFamily="49" charset="-122"/>
              </a:rPr>
              <a:t>SOH</a:t>
            </a:r>
          </a:p>
        </p:txBody>
      </p:sp>
      <p:sp>
        <p:nvSpPr>
          <p:cNvPr id="446467" name="Freeform 5"/>
          <p:cNvSpPr>
            <a:spLocks noChangeArrowheads="1"/>
          </p:cNvSpPr>
          <p:nvPr/>
        </p:nvSpPr>
        <p:spPr bwMode="auto">
          <a:xfrm>
            <a:off x="6959600" y="2917825"/>
            <a:ext cx="1651000" cy="990600"/>
          </a:xfrm>
          <a:custGeom>
            <a:avLst/>
            <a:gdLst>
              <a:gd name="T0" fmla="*/ 671 w 960"/>
              <a:gd name="T1" fmla="*/ 624 h 624"/>
              <a:gd name="T2" fmla="*/ 960 w 960"/>
              <a:gd name="T3" fmla="*/ 624 h 624"/>
              <a:gd name="T4" fmla="*/ 288 w 960"/>
              <a:gd name="T5" fmla="*/ 0 h 624"/>
              <a:gd name="T6" fmla="*/ 0 w 960"/>
              <a:gd name="T7" fmla="*/ 0 h 624"/>
            </a:gdLst>
            <a:ahLst/>
            <a:cxnLst>
              <a:cxn ang="0">
                <a:pos x="T0" y="T1"/>
              </a:cxn>
              <a:cxn ang="0">
                <a:pos x="T2" y="T3"/>
              </a:cxn>
              <a:cxn ang="0">
                <a:pos x="T4" y="T5"/>
              </a:cxn>
              <a:cxn ang="0">
                <a:pos x="T6" y="T7"/>
              </a:cxn>
            </a:cxnLst>
            <a:rect l="0" t="0" r="r" b="b"/>
            <a:pathLst>
              <a:path w="960" h="624">
                <a:moveTo>
                  <a:pt x="671" y="624"/>
                </a:moveTo>
                <a:lnTo>
                  <a:pt x="960" y="624"/>
                </a:lnTo>
                <a:lnTo>
                  <a:pt x="288" y="0"/>
                </a:lnTo>
                <a:lnTo>
                  <a:pt x="0" y="0"/>
                </a:lnTo>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46468" name="Freeform 6"/>
          <p:cNvSpPr>
            <a:spLocks noChangeArrowheads="1"/>
          </p:cNvSpPr>
          <p:nvPr/>
        </p:nvSpPr>
        <p:spPr bwMode="auto">
          <a:xfrm>
            <a:off x="5546725" y="2917825"/>
            <a:ext cx="1165225" cy="1000125"/>
          </a:xfrm>
          <a:custGeom>
            <a:avLst/>
            <a:gdLst>
              <a:gd name="T0" fmla="*/ 386 w 678"/>
              <a:gd name="T1" fmla="*/ 621 h 630"/>
              <a:gd name="T2" fmla="*/ 678 w 678"/>
              <a:gd name="T3" fmla="*/ 630 h 630"/>
              <a:gd name="T4" fmla="*/ 288 w 678"/>
              <a:gd name="T5" fmla="*/ 0 h 630"/>
              <a:gd name="T6" fmla="*/ 0 w 678"/>
              <a:gd name="T7" fmla="*/ 0 h 630"/>
            </a:gdLst>
            <a:ahLst/>
            <a:cxnLst>
              <a:cxn ang="0">
                <a:pos x="T0" y="T1"/>
              </a:cxn>
              <a:cxn ang="0">
                <a:pos x="T2" y="T3"/>
              </a:cxn>
              <a:cxn ang="0">
                <a:pos x="T4" y="T5"/>
              </a:cxn>
              <a:cxn ang="0">
                <a:pos x="T6" y="T7"/>
              </a:cxn>
            </a:cxnLst>
            <a:rect l="0" t="0" r="r" b="b"/>
            <a:pathLst>
              <a:path w="678" h="630">
                <a:moveTo>
                  <a:pt x="386" y="621"/>
                </a:moveTo>
                <a:lnTo>
                  <a:pt x="678" y="630"/>
                </a:lnTo>
                <a:lnTo>
                  <a:pt x="288" y="0"/>
                </a:lnTo>
                <a:lnTo>
                  <a:pt x="0" y="0"/>
                </a:lnTo>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46469" name="Freeform 7"/>
          <p:cNvSpPr>
            <a:spLocks noChangeArrowheads="1"/>
          </p:cNvSpPr>
          <p:nvPr/>
        </p:nvSpPr>
        <p:spPr bwMode="auto">
          <a:xfrm>
            <a:off x="3905250" y="2917825"/>
            <a:ext cx="650875" cy="990600"/>
          </a:xfrm>
          <a:custGeom>
            <a:avLst/>
            <a:gdLst>
              <a:gd name="T0" fmla="*/ 92 w 378"/>
              <a:gd name="T1" fmla="*/ 624 h 624"/>
              <a:gd name="T2" fmla="*/ 378 w 378"/>
              <a:gd name="T3" fmla="*/ 624 h 624"/>
              <a:gd name="T4" fmla="*/ 288 w 378"/>
              <a:gd name="T5" fmla="*/ 0 h 624"/>
              <a:gd name="T6" fmla="*/ 0 w 378"/>
              <a:gd name="T7" fmla="*/ 0 h 624"/>
            </a:gdLst>
            <a:ahLst/>
            <a:cxnLst>
              <a:cxn ang="0">
                <a:pos x="T0" y="T1"/>
              </a:cxn>
              <a:cxn ang="0">
                <a:pos x="T2" y="T3"/>
              </a:cxn>
              <a:cxn ang="0">
                <a:pos x="T4" y="T5"/>
              </a:cxn>
              <a:cxn ang="0">
                <a:pos x="T6" y="T7"/>
              </a:cxn>
            </a:cxnLst>
            <a:rect l="0" t="0" r="r" b="b"/>
            <a:pathLst>
              <a:path w="378" h="624">
                <a:moveTo>
                  <a:pt x="92" y="624"/>
                </a:moveTo>
                <a:lnTo>
                  <a:pt x="378" y="624"/>
                </a:lnTo>
                <a:lnTo>
                  <a:pt x="288" y="0"/>
                </a:lnTo>
                <a:lnTo>
                  <a:pt x="0" y="0"/>
                </a:lnTo>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46470" name="Freeform 8"/>
          <p:cNvSpPr>
            <a:spLocks noChangeArrowheads="1"/>
          </p:cNvSpPr>
          <p:nvPr/>
        </p:nvSpPr>
        <p:spPr bwMode="auto">
          <a:xfrm>
            <a:off x="2087563" y="2917825"/>
            <a:ext cx="827087" cy="990600"/>
          </a:xfrm>
          <a:custGeom>
            <a:avLst/>
            <a:gdLst>
              <a:gd name="T0" fmla="*/ 0 w 481"/>
              <a:gd name="T1" fmla="*/ 621 h 624"/>
              <a:gd name="T2" fmla="*/ 289 w 481"/>
              <a:gd name="T3" fmla="*/ 624 h 624"/>
              <a:gd name="T4" fmla="*/ 481 w 481"/>
              <a:gd name="T5" fmla="*/ 0 h 624"/>
              <a:gd name="T6" fmla="*/ 193 w 481"/>
              <a:gd name="T7" fmla="*/ 0 h 624"/>
            </a:gdLst>
            <a:ahLst/>
            <a:cxnLst>
              <a:cxn ang="0">
                <a:pos x="T0" y="T1"/>
              </a:cxn>
              <a:cxn ang="0">
                <a:pos x="T2" y="T3"/>
              </a:cxn>
              <a:cxn ang="0">
                <a:pos x="T4" y="T5"/>
              </a:cxn>
              <a:cxn ang="0">
                <a:pos x="T6" y="T7"/>
              </a:cxn>
            </a:cxnLst>
            <a:rect l="0" t="0" r="r" b="b"/>
            <a:pathLst>
              <a:path w="481" h="624">
                <a:moveTo>
                  <a:pt x="0" y="621"/>
                </a:moveTo>
                <a:lnTo>
                  <a:pt x="289" y="624"/>
                </a:lnTo>
                <a:lnTo>
                  <a:pt x="481" y="0"/>
                </a:lnTo>
                <a:lnTo>
                  <a:pt x="193" y="0"/>
                </a:lnTo>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446471" name="Rectangle 9"/>
          <p:cNvSpPr>
            <a:spLocks noChangeArrowheads="1"/>
          </p:cNvSpPr>
          <p:nvPr/>
        </p:nvSpPr>
        <p:spPr bwMode="auto">
          <a:xfrm>
            <a:off x="1181100" y="2460625"/>
            <a:ext cx="495300" cy="457200"/>
          </a:xfrm>
          <a:prstGeom prst="rect">
            <a:avLst/>
          </a:prstGeom>
          <a:solidFill>
            <a:srgbClr val="FFCCFF"/>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en-US" altLang="zh-CN" sz="1600" b="1">
                <a:solidFill>
                  <a:srgbClr val="000099"/>
                </a:solidFill>
                <a:ea typeface="黑体" panose="02010609060101010101" pitchFamily="49" charset="-122"/>
              </a:rPr>
              <a:t>SOH</a:t>
            </a:r>
          </a:p>
        </p:txBody>
      </p:sp>
      <p:sp>
        <p:nvSpPr>
          <p:cNvPr id="446472" name="Rectangle 10"/>
          <p:cNvSpPr>
            <a:spLocks noChangeArrowheads="1"/>
          </p:cNvSpPr>
          <p:nvPr/>
        </p:nvSpPr>
        <p:spPr bwMode="auto">
          <a:xfrm>
            <a:off x="1676400" y="2460625"/>
            <a:ext cx="6521450" cy="457200"/>
          </a:xfrm>
          <a:prstGeom prst="rect">
            <a:avLst/>
          </a:prstGeom>
          <a:solidFill>
            <a:srgbClr val="FFFF99"/>
          </a:solidFill>
          <a:ln w="9525">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46473" name="Rectangle 11"/>
          <p:cNvSpPr>
            <a:spLocks noChangeArrowheads="1"/>
          </p:cNvSpPr>
          <p:nvPr/>
        </p:nvSpPr>
        <p:spPr bwMode="auto">
          <a:xfrm>
            <a:off x="2419350" y="2460625"/>
            <a:ext cx="495300" cy="457200"/>
          </a:xfrm>
          <a:prstGeom prst="rect">
            <a:avLst/>
          </a:prstGeom>
          <a:solidFill>
            <a:srgbClr val="99FF66"/>
          </a:solidFill>
          <a:ln w="9525">
            <a:solidFill>
              <a:schemeClr val="tx1"/>
            </a:solidFill>
            <a:miter lim="800000"/>
            <a:headEnd/>
            <a:tailEnd/>
          </a:ln>
        </p:spPr>
        <p:txBody>
          <a:bodyPr wrap="none" anchor="ctr"/>
          <a:lstStyle/>
          <a:p>
            <a:pPr algn="ctr" eaLnBrk="0" hangingPunct="0"/>
            <a:r>
              <a:rPr lang="en-US" altLang="zh-CN" sz="1600" b="1">
                <a:solidFill>
                  <a:srgbClr val="000099"/>
                </a:solidFill>
                <a:ea typeface="黑体" panose="02010609060101010101" pitchFamily="49" charset="-122"/>
              </a:rPr>
              <a:t>EOT</a:t>
            </a:r>
          </a:p>
        </p:txBody>
      </p:sp>
      <p:sp>
        <p:nvSpPr>
          <p:cNvPr id="446474" name="Rectangle 12"/>
          <p:cNvSpPr>
            <a:spLocks noChangeArrowheads="1"/>
          </p:cNvSpPr>
          <p:nvPr/>
        </p:nvSpPr>
        <p:spPr bwMode="auto">
          <a:xfrm>
            <a:off x="6959600" y="2460625"/>
            <a:ext cx="495300" cy="457200"/>
          </a:xfrm>
          <a:prstGeom prst="rect">
            <a:avLst/>
          </a:prstGeom>
          <a:solidFill>
            <a:srgbClr val="FFCCFF"/>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en-US" altLang="zh-CN" sz="1600" b="1">
                <a:solidFill>
                  <a:srgbClr val="000099"/>
                </a:solidFill>
                <a:ea typeface="黑体" panose="02010609060101010101" pitchFamily="49" charset="-122"/>
              </a:rPr>
              <a:t>SOH</a:t>
            </a:r>
          </a:p>
        </p:txBody>
      </p:sp>
      <p:sp>
        <p:nvSpPr>
          <p:cNvPr id="446475" name="Rectangle 14"/>
          <p:cNvSpPr>
            <a:spLocks noChangeArrowheads="1"/>
          </p:cNvSpPr>
          <p:nvPr/>
        </p:nvSpPr>
        <p:spPr bwMode="auto">
          <a:xfrm>
            <a:off x="5556250" y="2460625"/>
            <a:ext cx="495300" cy="457200"/>
          </a:xfrm>
          <a:prstGeom prst="rect">
            <a:avLst/>
          </a:prstGeom>
          <a:solidFill>
            <a:srgbClr val="33CCFF"/>
          </a:solidFill>
          <a:ln w="9525">
            <a:solidFill>
              <a:schemeClr val="tx1"/>
            </a:solidFill>
            <a:miter lim="800000"/>
            <a:headEnd/>
            <a:tailEnd/>
          </a:ln>
        </p:spPr>
        <p:txBody>
          <a:bodyPr wrap="none" anchor="ctr"/>
          <a:lstStyle/>
          <a:p>
            <a:pPr algn="ctr" eaLnBrk="0" hangingPunct="0"/>
            <a:r>
              <a:rPr lang="en-US" altLang="zh-CN" sz="1600" b="1">
                <a:solidFill>
                  <a:srgbClr val="000099"/>
                </a:solidFill>
                <a:ea typeface="黑体" panose="02010609060101010101" pitchFamily="49" charset="-122"/>
              </a:rPr>
              <a:t>ESC</a:t>
            </a:r>
          </a:p>
        </p:txBody>
      </p:sp>
      <p:sp>
        <p:nvSpPr>
          <p:cNvPr id="446476" name="Rectangle 15"/>
          <p:cNvSpPr>
            <a:spLocks noChangeArrowheads="1"/>
          </p:cNvSpPr>
          <p:nvPr/>
        </p:nvSpPr>
        <p:spPr bwMode="auto">
          <a:xfrm>
            <a:off x="850900" y="3908425"/>
            <a:ext cx="8502650" cy="457200"/>
          </a:xfrm>
          <a:prstGeom prst="rect">
            <a:avLst/>
          </a:prstGeom>
          <a:solidFill>
            <a:srgbClr val="FFFF99"/>
          </a:solidFill>
          <a:ln w="9525">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46477" name="Rectangle 16"/>
          <p:cNvSpPr>
            <a:spLocks noChangeArrowheads="1"/>
          </p:cNvSpPr>
          <p:nvPr/>
        </p:nvSpPr>
        <p:spPr bwMode="auto">
          <a:xfrm>
            <a:off x="1593850" y="3908425"/>
            <a:ext cx="495300" cy="457200"/>
          </a:xfrm>
          <a:prstGeom prst="rect">
            <a:avLst/>
          </a:prstGeom>
          <a:solidFill>
            <a:srgbClr val="33CCFF"/>
          </a:solidFill>
          <a:ln w="9525">
            <a:solidFill>
              <a:schemeClr val="tx1"/>
            </a:solidFill>
            <a:miter lim="800000"/>
            <a:headEnd/>
            <a:tailEnd/>
          </a:ln>
        </p:spPr>
        <p:txBody>
          <a:bodyPr wrap="none" anchor="ctr"/>
          <a:lstStyle/>
          <a:p>
            <a:pPr algn="ctr" eaLnBrk="0" hangingPunct="0"/>
            <a:r>
              <a:rPr lang="en-US" altLang="zh-CN" sz="1600" b="1">
                <a:solidFill>
                  <a:srgbClr val="000099"/>
                </a:solidFill>
                <a:ea typeface="黑体" panose="02010609060101010101" pitchFamily="49" charset="-122"/>
              </a:rPr>
              <a:t>ESC</a:t>
            </a:r>
          </a:p>
        </p:txBody>
      </p:sp>
      <p:sp>
        <p:nvSpPr>
          <p:cNvPr id="446478" name="Rectangle 17"/>
          <p:cNvSpPr>
            <a:spLocks noChangeArrowheads="1"/>
          </p:cNvSpPr>
          <p:nvPr/>
        </p:nvSpPr>
        <p:spPr bwMode="auto">
          <a:xfrm>
            <a:off x="2089150" y="3908425"/>
            <a:ext cx="495300" cy="457200"/>
          </a:xfrm>
          <a:prstGeom prst="rect">
            <a:avLst/>
          </a:prstGeom>
          <a:solidFill>
            <a:srgbClr val="99FF66"/>
          </a:solidFill>
          <a:ln w="9525">
            <a:solidFill>
              <a:schemeClr val="tx1"/>
            </a:solidFill>
            <a:miter lim="800000"/>
            <a:headEnd/>
            <a:tailEnd/>
          </a:ln>
        </p:spPr>
        <p:txBody>
          <a:bodyPr wrap="none" anchor="ctr"/>
          <a:lstStyle/>
          <a:p>
            <a:pPr algn="ctr" eaLnBrk="0" hangingPunct="0"/>
            <a:r>
              <a:rPr lang="en-US" altLang="zh-CN" sz="1600" b="1">
                <a:solidFill>
                  <a:srgbClr val="000099"/>
                </a:solidFill>
                <a:ea typeface="黑体" panose="02010609060101010101" pitchFamily="49" charset="-122"/>
              </a:rPr>
              <a:t>EOT</a:t>
            </a:r>
          </a:p>
        </p:txBody>
      </p:sp>
      <p:sp>
        <p:nvSpPr>
          <p:cNvPr id="446479" name="Rectangle 18"/>
          <p:cNvSpPr>
            <a:spLocks noChangeArrowheads="1"/>
          </p:cNvSpPr>
          <p:nvPr/>
        </p:nvSpPr>
        <p:spPr bwMode="auto">
          <a:xfrm>
            <a:off x="3575050" y="3908425"/>
            <a:ext cx="495300" cy="457200"/>
          </a:xfrm>
          <a:prstGeom prst="rect">
            <a:avLst/>
          </a:prstGeom>
          <a:solidFill>
            <a:srgbClr val="33CCFF"/>
          </a:solidFill>
          <a:ln w="9525">
            <a:solidFill>
              <a:schemeClr val="tx1"/>
            </a:solidFill>
            <a:miter lim="800000"/>
            <a:headEnd/>
            <a:tailEnd/>
          </a:ln>
        </p:spPr>
        <p:txBody>
          <a:bodyPr wrap="none" anchor="ctr"/>
          <a:lstStyle/>
          <a:p>
            <a:pPr algn="ctr" eaLnBrk="0" hangingPunct="0"/>
            <a:r>
              <a:rPr lang="en-US" altLang="zh-CN" sz="1600" b="1">
                <a:solidFill>
                  <a:srgbClr val="000099"/>
                </a:solidFill>
                <a:ea typeface="黑体" panose="02010609060101010101" pitchFamily="49" charset="-122"/>
              </a:rPr>
              <a:t>ESC</a:t>
            </a:r>
          </a:p>
        </p:txBody>
      </p:sp>
      <p:sp>
        <p:nvSpPr>
          <p:cNvPr id="446480" name="Rectangle 19"/>
          <p:cNvSpPr>
            <a:spLocks noChangeArrowheads="1"/>
          </p:cNvSpPr>
          <p:nvPr/>
        </p:nvSpPr>
        <p:spPr bwMode="auto">
          <a:xfrm>
            <a:off x="4070350" y="3908425"/>
            <a:ext cx="495300" cy="457200"/>
          </a:xfrm>
          <a:prstGeom prst="rect">
            <a:avLst/>
          </a:prstGeom>
          <a:solidFill>
            <a:srgbClr val="CCFFFF"/>
          </a:solidFill>
          <a:ln w="9525">
            <a:solidFill>
              <a:schemeClr val="tx1"/>
            </a:solidFill>
            <a:miter lim="800000"/>
            <a:headEnd/>
            <a:tailEnd/>
          </a:ln>
        </p:spPr>
        <p:txBody>
          <a:bodyPr wrap="none" anchor="ctr"/>
          <a:lstStyle/>
          <a:p>
            <a:pPr algn="ctr" eaLnBrk="0" hangingPunct="0"/>
            <a:r>
              <a:rPr lang="en-US" altLang="zh-CN" sz="1600" b="1">
                <a:solidFill>
                  <a:srgbClr val="000099"/>
                </a:solidFill>
                <a:ea typeface="黑体" panose="02010609060101010101" pitchFamily="49" charset="-122"/>
              </a:rPr>
              <a:t>SOH</a:t>
            </a:r>
          </a:p>
        </p:txBody>
      </p:sp>
      <p:sp>
        <p:nvSpPr>
          <p:cNvPr id="446481" name="Rectangle 20"/>
          <p:cNvSpPr>
            <a:spLocks noChangeArrowheads="1"/>
          </p:cNvSpPr>
          <p:nvPr/>
        </p:nvSpPr>
        <p:spPr bwMode="auto">
          <a:xfrm>
            <a:off x="5721350" y="3908425"/>
            <a:ext cx="495300" cy="457200"/>
          </a:xfrm>
          <a:prstGeom prst="rect">
            <a:avLst/>
          </a:prstGeom>
          <a:solidFill>
            <a:srgbClr val="33CCFF"/>
          </a:solidFill>
          <a:ln w="9525">
            <a:solidFill>
              <a:schemeClr val="tx1"/>
            </a:solidFill>
            <a:miter lim="800000"/>
            <a:headEnd/>
            <a:tailEnd/>
          </a:ln>
        </p:spPr>
        <p:txBody>
          <a:bodyPr wrap="none" anchor="ctr"/>
          <a:lstStyle/>
          <a:p>
            <a:pPr algn="ctr" eaLnBrk="0" hangingPunct="0"/>
            <a:r>
              <a:rPr lang="en-US" altLang="zh-CN" sz="1600" b="1">
                <a:solidFill>
                  <a:srgbClr val="000099"/>
                </a:solidFill>
                <a:ea typeface="黑体" panose="02010609060101010101" pitchFamily="49" charset="-122"/>
              </a:rPr>
              <a:t>ESC</a:t>
            </a:r>
          </a:p>
        </p:txBody>
      </p:sp>
      <p:sp>
        <p:nvSpPr>
          <p:cNvPr id="446482" name="Rectangle 21"/>
          <p:cNvSpPr>
            <a:spLocks noChangeArrowheads="1"/>
          </p:cNvSpPr>
          <p:nvPr/>
        </p:nvSpPr>
        <p:spPr bwMode="auto">
          <a:xfrm>
            <a:off x="6216650" y="3908425"/>
            <a:ext cx="495300" cy="457200"/>
          </a:xfrm>
          <a:prstGeom prst="rect">
            <a:avLst/>
          </a:prstGeom>
          <a:solidFill>
            <a:srgbClr val="33CCFF"/>
          </a:solidFill>
          <a:ln w="9525">
            <a:solidFill>
              <a:schemeClr val="tx1"/>
            </a:solidFill>
            <a:miter lim="800000"/>
            <a:headEnd/>
            <a:tailEnd/>
          </a:ln>
        </p:spPr>
        <p:txBody>
          <a:bodyPr wrap="none" anchor="ctr"/>
          <a:lstStyle/>
          <a:p>
            <a:pPr algn="ctr" eaLnBrk="0" hangingPunct="0"/>
            <a:r>
              <a:rPr lang="en-US" altLang="zh-CN" sz="1600" b="1">
                <a:solidFill>
                  <a:srgbClr val="000099"/>
                </a:solidFill>
                <a:ea typeface="黑体" panose="02010609060101010101" pitchFamily="49" charset="-122"/>
              </a:rPr>
              <a:t>ESC</a:t>
            </a:r>
          </a:p>
        </p:txBody>
      </p:sp>
      <p:sp>
        <p:nvSpPr>
          <p:cNvPr id="446483" name="Rectangle 22"/>
          <p:cNvSpPr>
            <a:spLocks noChangeArrowheads="1"/>
          </p:cNvSpPr>
          <p:nvPr/>
        </p:nvSpPr>
        <p:spPr bwMode="auto">
          <a:xfrm>
            <a:off x="7620000" y="3908425"/>
            <a:ext cx="495300" cy="457200"/>
          </a:xfrm>
          <a:prstGeom prst="rect">
            <a:avLst/>
          </a:prstGeom>
          <a:solidFill>
            <a:srgbClr val="33CCFF"/>
          </a:solidFill>
          <a:ln w="9525">
            <a:solidFill>
              <a:schemeClr val="tx1"/>
            </a:solidFill>
            <a:miter lim="800000"/>
            <a:headEnd/>
            <a:tailEnd/>
          </a:ln>
        </p:spPr>
        <p:txBody>
          <a:bodyPr wrap="none" anchor="ctr"/>
          <a:lstStyle/>
          <a:p>
            <a:pPr algn="ctr" eaLnBrk="0" hangingPunct="0"/>
            <a:r>
              <a:rPr lang="en-US" altLang="zh-CN" sz="1600" b="1">
                <a:solidFill>
                  <a:srgbClr val="000099"/>
                </a:solidFill>
                <a:ea typeface="黑体" panose="02010609060101010101" pitchFamily="49" charset="-122"/>
              </a:rPr>
              <a:t>ESC</a:t>
            </a:r>
          </a:p>
        </p:txBody>
      </p:sp>
      <p:sp>
        <p:nvSpPr>
          <p:cNvPr id="446484" name="Rectangle 23"/>
          <p:cNvSpPr>
            <a:spLocks noChangeArrowheads="1"/>
          </p:cNvSpPr>
          <p:nvPr/>
        </p:nvSpPr>
        <p:spPr bwMode="auto">
          <a:xfrm>
            <a:off x="8115300" y="3908425"/>
            <a:ext cx="495300" cy="457200"/>
          </a:xfrm>
          <a:prstGeom prst="rect">
            <a:avLst/>
          </a:prstGeom>
          <a:solidFill>
            <a:srgbClr val="FFCCFF"/>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en-US" altLang="zh-CN" sz="1600" b="1">
                <a:solidFill>
                  <a:srgbClr val="000099"/>
                </a:solidFill>
                <a:ea typeface="黑体" panose="02010609060101010101" pitchFamily="49" charset="-122"/>
              </a:rPr>
              <a:t>SOH</a:t>
            </a:r>
          </a:p>
        </p:txBody>
      </p:sp>
      <p:sp>
        <p:nvSpPr>
          <p:cNvPr id="446485" name="Freeform 24"/>
          <p:cNvSpPr>
            <a:spLocks noChangeArrowheads="1"/>
          </p:cNvSpPr>
          <p:nvPr/>
        </p:nvSpPr>
        <p:spPr bwMode="auto">
          <a:xfrm>
            <a:off x="2087563" y="2917825"/>
            <a:ext cx="331787" cy="995363"/>
          </a:xfrm>
          <a:custGeom>
            <a:avLst/>
            <a:gdLst>
              <a:gd name="T0" fmla="*/ 193 w 193"/>
              <a:gd name="T1" fmla="*/ 0 h 627"/>
              <a:gd name="T2" fmla="*/ 0 w 193"/>
              <a:gd name="T3" fmla="*/ 627 h 627"/>
            </a:gdLst>
            <a:ahLst/>
            <a:cxnLst>
              <a:cxn ang="0">
                <a:pos x="T0" y="T1"/>
              </a:cxn>
              <a:cxn ang="0">
                <a:pos x="T2" y="T3"/>
              </a:cxn>
            </a:cxnLst>
            <a:rect l="0" t="0" r="r" b="b"/>
            <a:pathLst>
              <a:path w="193" h="627">
                <a:moveTo>
                  <a:pt x="193" y="0"/>
                </a:moveTo>
                <a:lnTo>
                  <a:pt x="0" y="627"/>
                </a:lnTo>
              </a:path>
            </a:pathLst>
          </a:custGeom>
          <a:noFill/>
          <a:ln w="952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46486" name="Line 25"/>
          <p:cNvSpPr>
            <a:spLocks noChangeShapeType="1"/>
          </p:cNvSpPr>
          <p:nvPr/>
        </p:nvSpPr>
        <p:spPr bwMode="auto">
          <a:xfrm flipH="1">
            <a:off x="2584450" y="2917825"/>
            <a:ext cx="330200" cy="9906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46487" name="Line 26"/>
          <p:cNvSpPr>
            <a:spLocks noChangeShapeType="1"/>
          </p:cNvSpPr>
          <p:nvPr/>
        </p:nvSpPr>
        <p:spPr bwMode="auto">
          <a:xfrm>
            <a:off x="3905250" y="2917825"/>
            <a:ext cx="155575" cy="9906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46488" name="Line 27"/>
          <p:cNvSpPr>
            <a:spLocks noChangeShapeType="1"/>
          </p:cNvSpPr>
          <p:nvPr/>
        </p:nvSpPr>
        <p:spPr bwMode="auto">
          <a:xfrm>
            <a:off x="4400550" y="2917825"/>
            <a:ext cx="165100" cy="9906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46489" name="Freeform 28"/>
          <p:cNvSpPr>
            <a:spLocks noChangeArrowheads="1"/>
          </p:cNvSpPr>
          <p:nvPr/>
        </p:nvSpPr>
        <p:spPr bwMode="auto">
          <a:xfrm>
            <a:off x="5556250" y="2917825"/>
            <a:ext cx="654050" cy="995363"/>
          </a:xfrm>
          <a:custGeom>
            <a:avLst/>
            <a:gdLst>
              <a:gd name="T0" fmla="*/ 0 w 380"/>
              <a:gd name="T1" fmla="*/ 0 h 627"/>
              <a:gd name="T2" fmla="*/ 380 w 380"/>
              <a:gd name="T3" fmla="*/ 627 h 627"/>
            </a:gdLst>
            <a:ahLst/>
            <a:cxnLst>
              <a:cxn ang="0">
                <a:pos x="T0" y="T1"/>
              </a:cxn>
              <a:cxn ang="0">
                <a:pos x="T2" y="T3"/>
              </a:cxn>
            </a:cxnLst>
            <a:rect l="0" t="0" r="r" b="b"/>
            <a:pathLst>
              <a:path w="380" h="627">
                <a:moveTo>
                  <a:pt x="0" y="0"/>
                </a:moveTo>
                <a:lnTo>
                  <a:pt x="380" y="627"/>
                </a:lnTo>
              </a:path>
            </a:pathLst>
          </a:custGeom>
          <a:noFill/>
          <a:ln w="952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46490" name="Line 29"/>
          <p:cNvSpPr>
            <a:spLocks noChangeShapeType="1"/>
          </p:cNvSpPr>
          <p:nvPr/>
        </p:nvSpPr>
        <p:spPr bwMode="auto">
          <a:xfrm>
            <a:off x="6051550" y="2917825"/>
            <a:ext cx="660400" cy="9906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46491" name="Freeform 30"/>
          <p:cNvSpPr>
            <a:spLocks noChangeArrowheads="1"/>
          </p:cNvSpPr>
          <p:nvPr/>
        </p:nvSpPr>
        <p:spPr bwMode="auto">
          <a:xfrm>
            <a:off x="6959600" y="2917825"/>
            <a:ext cx="1149350" cy="985838"/>
          </a:xfrm>
          <a:custGeom>
            <a:avLst/>
            <a:gdLst>
              <a:gd name="T0" fmla="*/ 0 w 668"/>
              <a:gd name="T1" fmla="*/ 0 h 621"/>
              <a:gd name="T2" fmla="*/ 668 w 668"/>
              <a:gd name="T3" fmla="*/ 621 h 621"/>
            </a:gdLst>
            <a:ahLst/>
            <a:cxnLst>
              <a:cxn ang="0">
                <a:pos x="T0" y="T1"/>
              </a:cxn>
              <a:cxn ang="0">
                <a:pos x="T2" y="T3"/>
              </a:cxn>
            </a:cxnLst>
            <a:rect l="0" t="0" r="r" b="b"/>
            <a:pathLst>
              <a:path w="668" h="621">
                <a:moveTo>
                  <a:pt x="0" y="0"/>
                </a:moveTo>
                <a:lnTo>
                  <a:pt x="668" y="621"/>
                </a:lnTo>
              </a:path>
            </a:pathLst>
          </a:custGeom>
          <a:noFill/>
          <a:ln w="952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46492" name="Line 31"/>
          <p:cNvSpPr>
            <a:spLocks noChangeShapeType="1"/>
          </p:cNvSpPr>
          <p:nvPr/>
        </p:nvSpPr>
        <p:spPr bwMode="auto">
          <a:xfrm>
            <a:off x="7454900" y="2917825"/>
            <a:ext cx="1155700" cy="9906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46493" name="Line 32"/>
          <p:cNvSpPr>
            <a:spLocks noChangeShapeType="1"/>
          </p:cNvSpPr>
          <p:nvPr/>
        </p:nvSpPr>
        <p:spPr bwMode="auto">
          <a:xfrm>
            <a:off x="1676400" y="2232025"/>
            <a:ext cx="6521450" cy="0"/>
          </a:xfrm>
          <a:prstGeom prst="line">
            <a:avLst/>
          </a:prstGeom>
          <a:noFill/>
          <a:ln w="952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46494" name="Text Box 33"/>
          <p:cNvSpPr txBox="1">
            <a:spLocks noChangeArrowheads="1"/>
          </p:cNvSpPr>
          <p:nvPr/>
        </p:nvSpPr>
        <p:spPr bwMode="auto">
          <a:xfrm>
            <a:off x="4235450" y="1998663"/>
            <a:ext cx="1108075" cy="3683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原始数据</a:t>
            </a:r>
          </a:p>
        </p:txBody>
      </p:sp>
      <p:sp>
        <p:nvSpPr>
          <p:cNvPr id="446495" name="Line 34"/>
          <p:cNvSpPr>
            <a:spLocks noChangeShapeType="1"/>
          </p:cNvSpPr>
          <p:nvPr/>
        </p:nvSpPr>
        <p:spPr bwMode="auto">
          <a:xfrm>
            <a:off x="850900" y="4670425"/>
            <a:ext cx="8502650" cy="0"/>
          </a:xfrm>
          <a:prstGeom prst="line">
            <a:avLst/>
          </a:prstGeom>
          <a:noFill/>
          <a:ln w="952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46496" name="Rectangle 35"/>
          <p:cNvSpPr>
            <a:spLocks noChangeArrowheads="1"/>
          </p:cNvSpPr>
          <p:nvPr/>
        </p:nvSpPr>
        <p:spPr bwMode="auto">
          <a:xfrm>
            <a:off x="9353550" y="3908425"/>
            <a:ext cx="495300" cy="457200"/>
          </a:xfrm>
          <a:prstGeom prst="rect">
            <a:avLst/>
          </a:prstGeom>
          <a:solidFill>
            <a:srgbClr val="FFCCFF"/>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en-US" altLang="zh-CN" sz="1600" b="1">
                <a:solidFill>
                  <a:srgbClr val="000099"/>
                </a:solidFill>
                <a:ea typeface="黑体" panose="02010609060101010101" pitchFamily="49" charset="-122"/>
              </a:rPr>
              <a:t>EOT</a:t>
            </a:r>
          </a:p>
        </p:txBody>
      </p:sp>
      <p:sp>
        <p:nvSpPr>
          <p:cNvPr id="446497" name="Rectangle 36"/>
          <p:cNvSpPr>
            <a:spLocks noChangeArrowheads="1"/>
          </p:cNvSpPr>
          <p:nvPr/>
        </p:nvSpPr>
        <p:spPr bwMode="auto">
          <a:xfrm>
            <a:off x="8197850" y="2460625"/>
            <a:ext cx="495300" cy="457200"/>
          </a:xfrm>
          <a:prstGeom prst="rect">
            <a:avLst/>
          </a:prstGeom>
          <a:solidFill>
            <a:srgbClr val="FFCCFF"/>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en-US" altLang="zh-CN" sz="1600" b="1">
                <a:solidFill>
                  <a:srgbClr val="000099"/>
                </a:solidFill>
                <a:ea typeface="黑体" panose="02010609060101010101" pitchFamily="49" charset="-122"/>
              </a:rPr>
              <a:t>EOT</a:t>
            </a:r>
          </a:p>
        </p:txBody>
      </p:sp>
      <p:sp>
        <p:nvSpPr>
          <p:cNvPr id="446498" name="Text Box 37"/>
          <p:cNvSpPr txBox="1">
            <a:spLocks noChangeArrowheads="1"/>
          </p:cNvSpPr>
          <p:nvPr/>
        </p:nvSpPr>
        <p:spPr bwMode="auto">
          <a:xfrm>
            <a:off x="3662363" y="4433888"/>
            <a:ext cx="2954337" cy="3683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经过字节填充后发送的数据</a:t>
            </a:r>
          </a:p>
        </p:txBody>
      </p:sp>
      <p:sp>
        <p:nvSpPr>
          <p:cNvPr id="446499" name="Text Box 38"/>
          <p:cNvSpPr txBox="1">
            <a:spLocks noChangeArrowheads="1"/>
          </p:cNvSpPr>
          <p:nvPr/>
        </p:nvSpPr>
        <p:spPr bwMode="auto">
          <a:xfrm>
            <a:off x="7366000" y="3175000"/>
            <a:ext cx="11080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字节填充</a:t>
            </a:r>
          </a:p>
        </p:txBody>
      </p:sp>
      <p:sp>
        <p:nvSpPr>
          <p:cNvPr id="446500" name="Text Box 39"/>
          <p:cNvSpPr txBox="1">
            <a:spLocks noChangeArrowheads="1"/>
          </p:cNvSpPr>
          <p:nvPr/>
        </p:nvSpPr>
        <p:spPr bwMode="auto">
          <a:xfrm>
            <a:off x="5324475" y="3175000"/>
            <a:ext cx="11080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字节填充</a:t>
            </a:r>
          </a:p>
        </p:txBody>
      </p:sp>
      <p:sp>
        <p:nvSpPr>
          <p:cNvPr id="446501" name="Text Box 40"/>
          <p:cNvSpPr txBox="1">
            <a:spLocks noChangeArrowheads="1"/>
          </p:cNvSpPr>
          <p:nvPr/>
        </p:nvSpPr>
        <p:spPr bwMode="auto">
          <a:xfrm>
            <a:off x="3219450" y="3175000"/>
            <a:ext cx="11080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字节填充</a:t>
            </a:r>
          </a:p>
        </p:txBody>
      </p:sp>
      <p:sp>
        <p:nvSpPr>
          <p:cNvPr id="446502" name="Text Box 41"/>
          <p:cNvSpPr txBox="1">
            <a:spLocks noChangeArrowheads="1"/>
          </p:cNvSpPr>
          <p:nvPr/>
        </p:nvSpPr>
        <p:spPr bwMode="auto">
          <a:xfrm>
            <a:off x="1346200" y="3175000"/>
            <a:ext cx="11080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字节填充</a:t>
            </a:r>
          </a:p>
        </p:txBody>
      </p:sp>
      <p:sp>
        <p:nvSpPr>
          <p:cNvPr id="446503" name="Line 42"/>
          <p:cNvSpPr>
            <a:spLocks noChangeShapeType="1"/>
          </p:cNvSpPr>
          <p:nvPr/>
        </p:nvSpPr>
        <p:spPr bwMode="auto">
          <a:xfrm flipV="1">
            <a:off x="385763" y="4378325"/>
            <a:ext cx="0" cy="355600"/>
          </a:xfrm>
          <a:prstGeom prst="line">
            <a:avLst/>
          </a:prstGeom>
          <a:noFill/>
          <a:ln w="38100">
            <a:solidFill>
              <a:srgbClr val="C00000"/>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46504" name="Text Box 43"/>
          <p:cNvSpPr txBox="1">
            <a:spLocks noChangeArrowheads="1"/>
          </p:cNvSpPr>
          <p:nvPr/>
        </p:nvSpPr>
        <p:spPr bwMode="auto">
          <a:xfrm>
            <a:off x="201613" y="4724400"/>
            <a:ext cx="6477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发送</a:t>
            </a:r>
          </a:p>
          <a:p>
            <a:pPr eaLnBrk="0" hangingPunct="0"/>
            <a:r>
              <a:rPr lang="zh-CN" altLang="en-US" b="1">
                <a:solidFill>
                  <a:srgbClr val="000099"/>
                </a:solidFill>
                <a:ea typeface="黑体" panose="02010609060101010101" pitchFamily="49" charset="-122"/>
              </a:rPr>
              <a:t>在前</a:t>
            </a:r>
          </a:p>
        </p:txBody>
      </p:sp>
      <p:sp>
        <p:nvSpPr>
          <p:cNvPr id="446505" name="Line 44"/>
          <p:cNvSpPr>
            <a:spLocks noChangeShapeType="1"/>
          </p:cNvSpPr>
          <p:nvPr/>
        </p:nvSpPr>
        <p:spPr bwMode="auto">
          <a:xfrm>
            <a:off x="1454150" y="2130425"/>
            <a:ext cx="0" cy="30480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46506" name="Text Box 45"/>
          <p:cNvSpPr txBox="1">
            <a:spLocks noChangeArrowheads="1"/>
          </p:cNvSpPr>
          <p:nvPr/>
        </p:nvSpPr>
        <p:spPr bwMode="auto">
          <a:xfrm>
            <a:off x="957263" y="1773238"/>
            <a:ext cx="110648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帧开始符</a:t>
            </a:r>
          </a:p>
        </p:txBody>
      </p:sp>
      <p:sp>
        <p:nvSpPr>
          <p:cNvPr id="446507" name="Text Box 46"/>
          <p:cNvSpPr txBox="1">
            <a:spLocks noChangeArrowheads="1"/>
          </p:cNvSpPr>
          <p:nvPr/>
        </p:nvSpPr>
        <p:spPr bwMode="auto">
          <a:xfrm>
            <a:off x="7912100" y="1773238"/>
            <a:ext cx="110648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帧结束符</a:t>
            </a:r>
          </a:p>
        </p:txBody>
      </p:sp>
      <p:sp>
        <p:nvSpPr>
          <p:cNvPr id="446508" name="Line 47"/>
          <p:cNvSpPr>
            <a:spLocks noChangeShapeType="1"/>
          </p:cNvSpPr>
          <p:nvPr/>
        </p:nvSpPr>
        <p:spPr bwMode="auto">
          <a:xfrm>
            <a:off x="8470900" y="2130425"/>
            <a:ext cx="0" cy="30480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46509" name="AutoShape 48"/>
          <p:cNvSpPr>
            <a:spLocks noChangeArrowheads="1"/>
          </p:cNvSpPr>
          <p:nvPr/>
        </p:nvSpPr>
        <p:spPr bwMode="auto">
          <a:xfrm>
            <a:off x="1736725" y="3586163"/>
            <a:ext cx="244475" cy="431800"/>
          </a:xfrm>
          <a:prstGeom prst="downArrow">
            <a:avLst>
              <a:gd name="adj1" fmla="val 39435"/>
              <a:gd name="adj2" fmla="val 90045"/>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46510" name="AutoShape 49"/>
          <p:cNvSpPr>
            <a:spLocks noChangeArrowheads="1"/>
          </p:cNvSpPr>
          <p:nvPr/>
        </p:nvSpPr>
        <p:spPr bwMode="auto">
          <a:xfrm>
            <a:off x="3676650" y="3586163"/>
            <a:ext cx="244475" cy="431800"/>
          </a:xfrm>
          <a:prstGeom prst="downArrow">
            <a:avLst>
              <a:gd name="adj1" fmla="val 39435"/>
              <a:gd name="adj2" fmla="val 90045"/>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46511" name="AutoShape 50"/>
          <p:cNvSpPr>
            <a:spLocks noChangeArrowheads="1"/>
          </p:cNvSpPr>
          <p:nvPr/>
        </p:nvSpPr>
        <p:spPr bwMode="auto">
          <a:xfrm>
            <a:off x="5861050" y="3586163"/>
            <a:ext cx="244475" cy="431800"/>
          </a:xfrm>
          <a:prstGeom prst="downArrow">
            <a:avLst>
              <a:gd name="adj1" fmla="val 39435"/>
              <a:gd name="adj2" fmla="val 90045"/>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46512" name="AutoShape 51"/>
          <p:cNvSpPr>
            <a:spLocks noChangeArrowheads="1"/>
          </p:cNvSpPr>
          <p:nvPr/>
        </p:nvSpPr>
        <p:spPr bwMode="auto">
          <a:xfrm>
            <a:off x="7743825" y="3586163"/>
            <a:ext cx="244475" cy="431800"/>
          </a:xfrm>
          <a:prstGeom prst="downArrow">
            <a:avLst>
              <a:gd name="adj1" fmla="val 39435"/>
              <a:gd name="adj2" fmla="val 90045"/>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46513" name="Rectangle 13"/>
          <p:cNvSpPr>
            <a:spLocks noChangeArrowheads="1"/>
          </p:cNvSpPr>
          <p:nvPr/>
        </p:nvSpPr>
        <p:spPr bwMode="auto">
          <a:xfrm>
            <a:off x="3905250" y="2460625"/>
            <a:ext cx="495300" cy="457200"/>
          </a:xfrm>
          <a:prstGeom prst="rect">
            <a:avLst/>
          </a:prstGeom>
          <a:solidFill>
            <a:srgbClr val="CCFFFF"/>
          </a:solidFill>
          <a:ln w="9525">
            <a:solidFill>
              <a:schemeClr val="tx1"/>
            </a:solidFill>
            <a:miter lim="800000"/>
            <a:headEnd/>
            <a:tailEnd/>
          </a:ln>
        </p:spPr>
        <p:txBody>
          <a:bodyPr wrap="none" anchor="ctr"/>
          <a:lstStyle/>
          <a:p>
            <a:pPr algn="ctr" eaLnBrk="0" hangingPunct="0"/>
            <a:r>
              <a:rPr lang="en-US" altLang="zh-CN" sz="1600" b="1">
                <a:solidFill>
                  <a:srgbClr val="000099"/>
                </a:solidFill>
                <a:ea typeface="黑体" panose="02010609060101010101" pitchFamily="49" charset="-122"/>
              </a:rPr>
              <a:t>SOH</a:t>
            </a:r>
          </a:p>
        </p:txBody>
      </p:sp>
      <p:sp>
        <p:nvSpPr>
          <p:cNvPr id="446514" name="矩形 1"/>
          <p:cNvSpPr>
            <a:spLocks noChangeArrowheads="1"/>
          </p:cNvSpPr>
          <p:nvPr/>
        </p:nvSpPr>
        <p:spPr bwMode="auto">
          <a:xfrm>
            <a:off x="2095500" y="5372100"/>
            <a:ext cx="575151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zh-CN" sz="2400" b="1">
                <a:ea typeface="黑体" panose="02010609060101010101" pitchFamily="49" charset="-122"/>
              </a:rPr>
              <a:t>用字节填充法解决透明传输的问题</a:t>
            </a:r>
            <a:endParaRPr lang="zh-CN" altLang="en-US" sz="2400" b="1">
              <a:ea typeface="黑体" panose="02010609060101010101" pitchFamily="49" charset="-122"/>
            </a:endParaRPr>
          </a:p>
        </p:txBody>
      </p:sp>
      <p:sp>
        <p:nvSpPr>
          <p:cNvPr id="446515"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E5A462F-DE13-4067-8F81-B61054BDDB58}" type="slidenum">
              <a:rPr lang="zh-CN" altLang="en-US" smtClean="0"/>
              <a:pPr eaLnBrk="1" hangingPunct="1"/>
              <a:t>16</a:t>
            </a:fld>
            <a:endParaRPr lang="en-US" altLang="zh-CN" smtClean="0"/>
          </a:p>
        </p:txBody>
      </p:sp>
      <p:sp>
        <p:nvSpPr>
          <p:cNvPr id="446516"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8513"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3.  </a:t>
            </a:r>
            <a:r>
              <a:rPr lang="zh-CN" altLang="en-US" smtClean="0">
                <a:ea typeface="黑体" panose="02010609060101010101" pitchFamily="49" charset="-122"/>
              </a:rPr>
              <a:t>差错检测</a:t>
            </a:r>
          </a:p>
        </p:txBody>
      </p:sp>
      <p:sp>
        <p:nvSpPr>
          <p:cNvPr id="448514" name="Rectangle 3"/>
          <p:cNvSpPr>
            <a:spLocks noGrp="1" noChangeArrowheads="1"/>
          </p:cNvSpPr>
          <p:nvPr>
            <p:ph idx="1"/>
          </p:nvPr>
        </p:nvSpPr>
        <p:spPr>
          <a:xfrm>
            <a:off x="495300" y="1196975"/>
            <a:ext cx="9066213" cy="4933950"/>
          </a:xfrm>
        </p:spPr>
        <p:txBody>
          <a:bodyPr/>
          <a:lstStyle/>
          <a:p>
            <a:r>
              <a:rPr lang="zh-CN" altLang="en-US" dirty="0" smtClean="0">
                <a:ea typeface="黑体" panose="02010609060101010101" pitchFamily="49" charset="-122"/>
              </a:rPr>
              <a:t>在传输过程中可能会产生</a:t>
            </a:r>
            <a:r>
              <a:rPr lang="zh-CN" altLang="en-US" dirty="0" smtClean="0">
                <a:solidFill>
                  <a:srgbClr val="FF0000"/>
                </a:solidFill>
                <a:ea typeface="黑体" panose="02010609060101010101" pitchFamily="49" charset="-122"/>
              </a:rPr>
              <a:t>比特差错：</a:t>
            </a:r>
            <a:r>
              <a:rPr lang="en-US" altLang="zh-CN" dirty="0" smtClean="0">
                <a:ea typeface="黑体" panose="02010609060101010101" pitchFamily="49" charset="-122"/>
              </a:rPr>
              <a:t>1 </a:t>
            </a:r>
            <a:r>
              <a:rPr lang="zh-CN" altLang="en-US" dirty="0" smtClean="0">
                <a:ea typeface="黑体" panose="02010609060101010101" pitchFamily="49" charset="-122"/>
              </a:rPr>
              <a:t>可能会变成 </a:t>
            </a:r>
            <a:r>
              <a:rPr lang="en-US" altLang="zh-CN" dirty="0" smtClean="0">
                <a:ea typeface="黑体" panose="02010609060101010101" pitchFamily="49" charset="-122"/>
              </a:rPr>
              <a:t>0 </a:t>
            </a:r>
            <a:r>
              <a:rPr lang="zh-CN" altLang="en-US" dirty="0" smtClean="0">
                <a:ea typeface="黑体" panose="02010609060101010101" pitchFamily="49" charset="-122"/>
              </a:rPr>
              <a:t>而 </a:t>
            </a:r>
            <a:r>
              <a:rPr lang="en-US" altLang="zh-CN" dirty="0" smtClean="0">
                <a:ea typeface="黑体" panose="02010609060101010101" pitchFamily="49" charset="-122"/>
              </a:rPr>
              <a:t>0 </a:t>
            </a:r>
            <a:r>
              <a:rPr lang="zh-CN" altLang="en-US" dirty="0" smtClean="0">
                <a:ea typeface="黑体" panose="02010609060101010101" pitchFamily="49" charset="-122"/>
              </a:rPr>
              <a:t>也可能变成 </a:t>
            </a:r>
            <a:r>
              <a:rPr lang="en-US" altLang="zh-CN" dirty="0" smtClean="0">
                <a:ea typeface="黑体" panose="02010609060101010101" pitchFamily="49" charset="-122"/>
              </a:rPr>
              <a:t>1</a:t>
            </a:r>
            <a:r>
              <a:rPr lang="zh-CN" altLang="en-US" dirty="0" smtClean="0">
                <a:ea typeface="黑体" panose="02010609060101010101" pitchFamily="49" charset="-122"/>
              </a:rPr>
              <a:t>。</a:t>
            </a:r>
          </a:p>
          <a:p>
            <a:r>
              <a:rPr lang="zh-CN" altLang="en-US" dirty="0" smtClean="0">
                <a:ea typeface="黑体" panose="02010609060101010101" pitchFamily="49" charset="-122"/>
              </a:rPr>
              <a:t>在一段时间内，传输错误的比特占所传输比特总数的比率称为</a:t>
            </a:r>
            <a:r>
              <a:rPr lang="zh-CN" altLang="en-US" u="sng" dirty="0" smtClean="0">
                <a:solidFill>
                  <a:srgbClr val="FF0000"/>
                </a:solidFill>
                <a:ea typeface="黑体" panose="02010609060101010101" pitchFamily="49" charset="-122"/>
              </a:rPr>
              <a:t>误码率 </a:t>
            </a:r>
            <a:r>
              <a:rPr lang="en-US" altLang="zh-CN" u="sng" dirty="0" smtClean="0">
                <a:solidFill>
                  <a:srgbClr val="FF0000"/>
                </a:solidFill>
                <a:ea typeface="黑体" panose="02010609060101010101" pitchFamily="49" charset="-122"/>
              </a:rPr>
              <a:t>BER (Bit Error Rate)</a:t>
            </a:r>
            <a:r>
              <a:rPr lang="zh-CN" altLang="en-US" dirty="0" smtClean="0">
                <a:ea typeface="黑体" panose="02010609060101010101" pitchFamily="49" charset="-122"/>
              </a:rPr>
              <a:t>。</a:t>
            </a:r>
          </a:p>
          <a:p>
            <a:r>
              <a:rPr lang="zh-CN" altLang="en-US" dirty="0" smtClean="0">
                <a:ea typeface="黑体" panose="02010609060101010101" pitchFamily="49" charset="-122"/>
              </a:rPr>
              <a:t>误码率与信噪比有很大的关系。</a:t>
            </a:r>
          </a:p>
          <a:p>
            <a:r>
              <a:rPr lang="zh-CN" altLang="en-US" dirty="0" smtClean="0">
                <a:ea typeface="黑体" panose="02010609060101010101" pitchFamily="49" charset="-122"/>
              </a:rPr>
              <a:t>为了保证数据传输的可靠性，在计算机网络传输数据时，必须采用各种差错检测措施。 </a:t>
            </a:r>
          </a:p>
        </p:txBody>
      </p:sp>
      <p:sp>
        <p:nvSpPr>
          <p:cNvPr id="44851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C71C24E-6EA8-49E2-88B1-DFD8AA932193}" type="slidenum">
              <a:rPr lang="zh-CN" altLang="en-US" smtClean="0"/>
              <a:pPr eaLnBrk="1" hangingPunct="1"/>
              <a:t>17</a:t>
            </a:fld>
            <a:endParaRPr lang="en-US" altLang="zh-CN" smtClean="0"/>
          </a:p>
        </p:txBody>
      </p:sp>
      <p:sp>
        <p:nvSpPr>
          <p:cNvPr id="44851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61"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循环冗余检验的原理 </a:t>
            </a:r>
          </a:p>
        </p:txBody>
      </p:sp>
      <p:sp>
        <p:nvSpPr>
          <p:cNvPr id="144387" name="Rectangle 3"/>
          <p:cNvSpPr>
            <a:spLocks noGrp="1" noChangeArrowheads="1"/>
          </p:cNvSpPr>
          <p:nvPr>
            <p:ph idx="1"/>
          </p:nvPr>
        </p:nvSpPr>
        <p:spPr>
          <a:xfrm>
            <a:off x="495300" y="1196975"/>
            <a:ext cx="9066213" cy="4933950"/>
          </a:xfrm>
        </p:spPr>
        <p:txBody>
          <a:bodyPr/>
          <a:lstStyle/>
          <a:p>
            <a:r>
              <a:rPr lang="zh-CN" altLang="en-US" dirty="0" smtClean="0">
                <a:ea typeface="黑体" panose="02010609060101010101" pitchFamily="49" charset="-122"/>
              </a:rPr>
              <a:t>在数据链路层传送的帧中，广泛使用了</a:t>
            </a:r>
            <a:r>
              <a:rPr lang="zh-CN" altLang="en-US" u="sng" dirty="0" smtClean="0">
                <a:solidFill>
                  <a:srgbClr val="FF0000"/>
                </a:solidFill>
                <a:ea typeface="黑体" panose="02010609060101010101" pitchFamily="49" charset="-122"/>
              </a:rPr>
              <a:t>循环冗余检验 </a:t>
            </a:r>
            <a:r>
              <a:rPr lang="en-US" altLang="zh-CN" u="sng" dirty="0" smtClean="0">
                <a:solidFill>
                  <a:srgbClr val="FF0000"/>
                </a:solidFill>
                <a:ea typeface="黑体" panose="02010609060101010101" pitchFamily="49" charset="-122"/>
              </a:rPr>
              <a:t>CRC</a:t>
            </a:r>
            <a:r>
              <a:rPr lang="zh-CN" altLang="en-US" u="sng" dirty="0" smtClean="0">
                <a:solidFill>
                  <a:srgbClr val="FF0000"/>
                </a:solidFill>
                <a:ea typeface="黑体" panose="02010609060101010101" pitchFamily="49" charset="-122"/>
              </a:rPr>
              <a:t>（</a:t>
            </a:r>
            <a:r>
              <a:rPr lang="en-US" altLang="zh-CN" u="sng" dirty="0" smtClean="0">
                <a:solidFill>
                  <a:srgbClr val="FF0000"/>
                </a:solidFill>
                <a:ea typeface="黑体" panose="02010609060101010101" pitchFamily="49" charset="-122"/>
              </a:rPr>
              <a:t>Cyclic Redundancy Check</a:t>
            </a:r>
            <a:r>
              <a:rPr lang="zh-CN" altLang="en-US" u="sng" dirty="0" smtClean="0">
                <a:solidFill>
                  <a:srgbClr val="FF0000"/>
                </a:solidFill>
                <a:ea typeface="黑体" panose="02010609060101010101" pitchFamily="49" charset="-122"/>
              </a:rPr>
              <a:t>）</a:t>
            </a:r>
            <a:r>
              <a:rPr lang="en-US" altLang="zh-CN" u="sng" dirty="0" smtClean="0">
                <a:solidFill>
                  <a:srgbClr val="FF0000"/>
                </a:solidFill>
                <a:ea typeface="黑体" panose="02010609060101010101" pitchFamily="49" charset="-122"/>
              </a:rPr>
              <a:t> </a:t>
            </a:r>
            <a:r>
              <a:rPr lang="zh-CN" altLang="en-US" dirty="0" smtClean="0">
                <a:ea typeface="黑体" panose="02010609060101010101" pitchFamily="49" charset="-122"/>
              </a:rPr>
              <a:t>的检错技术。</a:t>
            </a:r>
          </a:p>
          <a:p>
            <a:pPr lvl="1"/>
            <a:r>
              <a:rPr lang="zh-CN" altLang="en-US" sz="3200" dirty="0" smtClean="0">
                <a:ea typeface="黑体" panose="02010609060101010101" pitchFamily="49" charset="-122"/>
              </a:rPr>
              <a:t>在发送端，先把数据划</a:t>
            </a:r>
            <a:r>
              <a:rPr lang="zh-CN" altLang="en-US" sz="3200" dirty="0" smtClean="0">
                <a:solidFill>
                  <a:srgbClr val="0000CC"/>
                </a:solidFill>
                <a:ea typeface="黑体" panose="02010609060101010101" pitchFamily="49" charset="-122"/>
              </a:rPr>
              <a:t>分</a:t>
            </a:r>
            <a:r>
              <a:rPr lang="zh-CN" altLang="en-US" sz="3200" dirty="0" smtClean="0">
                <a:ea typeface="黑体" panose="02010609060101010101" pitchFamily="49" charset="-122"/>
              </a:rPr>
              <a:t>为</a:t>
            </a:r>
            <a:r>
              <a:rPr lang="zh-CN" altLang="en-US" sz="3200" dirty="0" smtClean="0">
                <a:solidFill>
                  <a:srgbClr val="0000CC"/>
                </a:solidFill>
                <a:ea typeface="黑体" panose="02010609060101010101" pitchFamily="49" charset="-122"/>
              </a:rPr>
              <a:t>组</a:t>
            </a:r>
            <a:r>
              <a:rPr lang="zh-CN" altLang="en-US" sz="3200" dirty="0" smtClean="0">
                <a:ea typeface="黑体" panose="02010609060101010101" pitchFamily="49" charset="-122"/>
              </a:rPr>
              <a:t>。假定每组 </a:t>
            </a:r>
            <a:r>
              <a:rPr lang="en-US" altLang="zh-CN" sz="3200" i="1" dirty="0" smtClean="0">
                <a:ea typeface="黑体" panose="02010609060101010101" pitchFamily="49" charset="-122"/>
              </a:rPr>
              <a:t>k </a:t>
            </a:r>
            <a:r>
              <a:rPr lang="zh-CN" altLang="en-US" sz="3200" dirty="0" smtClean="0">
                <a:ea typeface="黑体" panose="02010609060101010101" pitchFamily="49" charset="-122"/>
              </a:rPr>
              <a:t>个比特。 </a:t>
            </a:r>
          </a:p>
          <a:p>
            <a:pPr lvl="1"/>
            <a:r>
              <a:rPr lang="zh-CN" altLang="en-US" sz="3200" dirty="0" smtClean="0">
                <a:ea typeface="黑体" panose="02010609060101010101" pitchFamily="49" charset="-122"/>
              </a:rPr>
              <a:t>假设待传送的一组数据 </a:t>
            </a:r>
            <a:r>
              <a:rPr lang="en-US" altLang="zh-CN" sz="3200" i="1" dirty="0" smtClean="0">
                <a:ea typeface="黑体" panose="02010609060101010101" pitchFamily="49" charset="-122"/>
              </a:rPr>
              <a:t>M</a:t>
            </a:r>
            <a:r>
              <a:rPr lang="en-US" altLang="zh-CN" sz="3200" dirty="0" smtClean="0">
                <a:ea typeface="黑体" panose="02010609060101010101" pitchFamily="49" charset="-122"/>
              </a:rPr>
              <a:t> = 101001</a:t>
            </a:r>
            <a:r>
              <a:rPr lang="zh-CN" altLang="en-US" sz="3200" dirty="0" smtClean="0">
                <a:ea typeface="黑体" panose="02010609060101010101" pitchFamily="49" charset="-122"/>
              </a:rPr>
              <a:t>（现在 </a:t>
            </a:r>
            <a:r>
              <a:rPr lang="en-US" altLang="zh-CN" sz="3200" i="1" dirty="0" smtClean="0">
                <a:ea typeface="黑体" panose="02010609060101010101" pitchFamily="49" charset="-122"/>
              </a:rPr>
              <a:t>k</a:t>
            </a:r>
            <a:r>
              <a:rPr lang="en-US" altLang="zh-CN" sz="3200" dirty="0" smtClean="0">
                <a:ea typeface="黑体" panose="02010609060101010101" pitchFamily="49" charset="-122"/>
              </a:rPr>
              <a:t> = 6</a:t>
            </a:r>
            <a:r>
              <a:rPr lang="zh-CN" altLang="en-US" sz="3200" dirty="0" smtClean="0">
                <a:ea typeface="黑体" panose="02010609060101010101" pitchFamily="49" charset="-122"/>
              </a:rPr>
              <a:t>）。我们在 </a:t>
            </a:r>
            <a:r>
              <a:rPr lang="en-US" altLang="zh-CN" sz="3200" i="1" dirty="0" smtClean="0">
                <a:ea typeface="黑体" panose="02010609060101010101" pitchFamily="49" charset="-122"/>
              </a:rPr>
              <a:t>M </a:t>
            </a:r>
            <a:r>
              <a:rPr lang="zh-CN" altLang="en-US" sz="3200" dirty="0" smtClean="0">
                <a:ea typeface="黑体" panose="02010609060101010101" pitchFamily="49" charset="-122"/>
              </a:rPr>
              <a:t>的后面再添加供差错检测用的 </a:t>
            </a:r>
            <a:r>
              <a:rPr lang="en-US" altLang="zh-CN" sz="3200" i="1" dirty="0" smtClean="0">
                <a:ea typeface="黑体" panose="02010609060101010101" pitchFamily="49" charset="-122"/>
              </a:rPr>
              <a:t>n</a:t>
            </a:r>
            <a:r>
              <a:rPr lang="en-US" altLang="zh-CN" sz="3200" dirty="0" smtClean="0">
                <a:ea typeface="黑体" panose="02010609060101010101" pitchFamily="49" charset="-122"/>
              </a:rPr>
              <a:t> </a:t>
            </a:r>
            <a:r>
              <a:rPr lang="zh-CN" altLang="en-US" sz="3200" dirty="0" smtClean="0">
                <a:ea typeface="黑体" panose="02010609060101010101" pitchFamily="49" charset="-122"/>
              </a:rPr>
              <a:t>位</a:t>
            </a:r>
            <a:r>
              <a:rPr lang="zh-CN" altLang="en-US" sz="3200" dirty="0" smtClean="0">
                <a:solidFill>
                  <a:srgbClr val="0000CC"/>
                </a:solidFill>
                <a:ea typeface="黑体" panose="02010609060101010101" pitchFamily="49" charset="-122"/>
              </a:rPr>
              <a:t>冗余码</a:t>
            </a:r>
            <a:r>
              <a:rPr lang="zh-CN" altLang="en-US" sz="3200" dirty="0" smtClean="0">
                <a:ea typeface="黑体" panose="02010609060101010101" pitchFamily="49" charset="-122"/>
              </a:rPr>
              <a:t>一起发送。  </a:t>
            </a:r>
          </a:p>
        </p:txBody>
      </p:sp>
      <p:sp>
        <p:nvSpPr>
          <p:cNvPr id="45056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9F4625D-32F5-4938-8861-37E4696E0930}" type="slidenum">
              <a:rPr lang="zh-CN" altLang="en-US" smtClean="0"/>
              <a:pPr eaLnBrk="1" hangingPunct="1"/>
              <a:t>18</a:t>
            </a:fld>
            <a:endParaRPr lang="en-US" altLang="zh-CN" smtClean="0"/>
          </a:p>
        </p:txBody>
      </p:sp>
      <p:sp>
        <p:nvSpPr>
          <p:cNvPr id="45056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438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4387"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2609"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冗余码的计算 </a:t>
            </a:r>
          </a:p>
        </p:txBody>
      </p:sp>
      <p:sp>
        <p:nvSpPr>
          <p:cNvPr id="146435" name="Rectangle 3"/>
          <p:cNvSpPr>
            <a:spLocks noGrp="1" noChangeArrowheads="1"/>
          </p:cNvSpPr>
          <p:nvPr>
            <p:ph idx="1"/>
          </p:nvPr>
        </p:nvSpPr>
        <p:spPr>
          <a:xfrm>
            <a:off x="495300" y="1196975"/>
            <a:ext cx="9066213" cy="4933950"/>
          </a:xfrm>
        </p:spPr>
        <p:txBody>
          <a:bodyPr/>
          <a:lstStyle/>
          <a:p>
            <a:pPr lvl="1"/>
            <a:r>
              <a:rPr lang="zh-CN" altLang="en-US" sz="3200" dirty="0" smtClean="0">
                <a:ea typeface="黑体" panose="02010609060101010101" pitchFamily="49" charset="-122"/>
              </a:rPr>
              <a:t>用二进制的</a:t>
            </a:r>
            <a:r>
              <a:rPr lang="zh-CN" altLang="en-US" sz="3200" dirty="0" smtClean="0">
                <a:solidFill>
                  <a:srgbClr val="0000CC"/>
                </a:solidFill>
                <a:ea typeface="黑体" panose="02010609060101010101" pitchFamily="49" charset="-122"/>
              </a:rPr>
              <a:t>模 </a:t>
            </a:r>
            <a:r>
              <a:rPr lang="en-US" altLang="zh-CN" sz="3200" dirty="0" smtClean="0">
                <a:solidFill>
                  <a:srgbClr val="0000CC"/>
                </a:solidFill>
                <a:ea typeface="黑体" panose="02010609060101010101" pitchFamily="49" charset="-122"/>
              </a:rPr>
              <a:t>2 </a:t>
            </a:r>
            <a:r>
              <a:rPr lang="zh-CN" altLang="en-US" sz="3200" dirty="0" smtClean="0">
                <a:solidFill>
                  <a:srgbClr val="0000CC"/>
                </a:solidFill>
                <a:ea typeface="黑体" panose="02010609060101010101" pitchFamily="49" charset="-122"/>
              </a:rPr>
              <a:t>运算</a:t>
            </a:r>
            <a:r>
              <a:rPr lang="zh-CN" altLang="en-US" sz="3200" dirty="0" smtClean="0">
                <a:ea typeface="黑体" panose="02010609060101010101" pitchFamily="49" charset="-122"/>
              </a:rPr>
              <a:t>进行 </a:t>
            </a:r>
            <a:r>
              <a:rPr lang="en-US" altLang="zh-CN" sz="3200" dirty="0" smtClean="0">
                <a:ea typeface="黑体" panose="02010609060101010101" pitchFamily="49" charset="-122"/>
              </a:rPr>
              <a:t>2</a:t>
            </a:r>
            <a:r>
              <a:rPr lang="en-US" altLang="zh-CN" sz="3200" i="1" baseline="30000" dirty="0" smtClean="0">
                <a:ea typeface="黑体" panose="02010609060101010101" pitchFamily="49" charset="-122"/>
              </a:rPr>
              <a:t>n </a:t>
            </a:r>
            <a:r>
              <a:rPr lang="zh-CN" altLang="en-US" sz="3200" dirty="0" smtClean="0">
                <a:ea typeface="黑体" panose="02010609060101010101" pitchFamily="49" charset="-122"/>
              </a:rPr>
              <a:t>乘 </a:t>
            </a:r>
            <a:r>
              <a:rPr lang="en-US" altLang="zh-CN" sz="3200" i="1" dirty="0" smtClean="0">
                <a:ea typeface="黑体" panose="02010609060101010101" pitchFamily="49" charset="-122"/>
              </a:rPr>
              <a:t>M </a:t>
            </a:r>
            <a:r>
              <a:rPr lang="zh-CN" altLang="en-US" sz="3200" dirty="0" smtClean="0">
                <a:ea typeface="黑体" panose="02010609060101010101" pitchFamily="49" charset="-122"/>
              </a:rPr>
              <a:t>的运算，这相当于在 </a:t>
            </a:r>
            <a:r>
              <a:rPr lang="en-US" altLang="zh-CN" sz="3200" i="1" dirty="0" smtClean="0">
                <a:ea typeface="黑体" panose="02010609060101010101" pitchFamily="49" charset="-122"/>
              </a:rPr>
              <a:t>M </a:t>
            </a:r>
            <a:r>
              <a:rPr lang="zh-CN" altLang="en-US" sz="3200" dirty="0" smtClean="0">
                <a:ea typeface="黑体" panose="02010609060101010101" pitchFamily="49" charset="-122"/>
              </a:rPr>
              <a:t>后面添加 </a:t>
            </a:r>
            <a:r>
              <a:rPr lang="en-US" altLang="zh-CN" sz="3200" i="1" dirty="0" smtClean="0">
                <a:ea typeface="黑体" panose="02010609060101010101" pitchFamily="49" charset="-122"/>
              </a:rPr>
              <a:t>n </a:t>
            </a:r>
            <a:r>
              <a:rPr lang="zh-CN" altLang="en-US" sz="3200" dirty="0" smtClean="0">
                <a:ea typeface="黑体" panose="02010609060101010101" pitchFamily="49" charset="-122"/>
              </a:rPr>
              <a:t>个 </a:t>
            </a:r>
            <a:r>
              <a:rPr lang="en-US" altLang="zh-CN" sz="3200" dirty="0" smtClean="0">
                <a:ea typeface="黑体" panose="02010609060101010101" pitchFamily="49" charset="-122"/>
              </a:rPr>
              <a:t>0</a:t>
            </a:r>
            <a:r>
              <a:rPr lang="zh-CN" altLang="en-US" sz="3200" dirty="0" smtClean="0">
                <a:ea typeface="黑体" panose="02010609060101010101" pitchFamily="49" charset="-122"/>
              </a:rPr>
              <a:t>。</a:t>
            </a:r>
          </a:p>
          <a:p>
            <a:pPr lvl="1"/>
            <a:r>
              <a:rPr lang="zh-CN" altLang="en-US" sz="3200" dirty="0" smtClean="0">
                <a:ea typeface="黑体" panose="02010609060101010101" pitchFamily="49" charset="-122"/>
              </a:rPr>
              <a:t>得到的 </a:t>
            </a:r>
            <a:r>
              <a:rPr lang="en-US" altLang="zh-CN" sz="3200" dirty="0" smtClean="0">
                <a:ea typeface="黑体" panose="02010609060101010101" pitchFamily="49" charset="-122"/>
              </a:rPr>
              <a:t>(</a:t>
            </a:r>
            <a:r>
              <a:rPr lang="en-US" altLang="zh-CN" sz="3200" i="1" dirty="0" smtClean="0">
                <a:ea typeface="黑体" panose="02010609060101010101" pitchFamily="49" charset="-122"/>
              </a:rPr>
              <a:t>k</a:t>
            </a:r>
            <a:r>
              <a:rPr lang="en-US" altLang="zh-CN" sz="3200" dirty="0" smtClean="0">
                <a:ea typeface="黑体" panose="02010609060101010101" pitchFamily="49" charset="-122"/>
              </a:rPr>
              <a:t> + </a:t>
            </a:r>
            <a:r>
              <a:rPr lang="en-US" altLang="zh-CN" sz="3200" i="1" dirty="0" smtClean="0">
                <a:ea typeface="黑体" panose="02010609060101010101" pitchFamily="49" charset="-122"/>
              </a:rPr>
              <a:t>n</a:t>
            </a:r>
            <a:r>
              <a:rPr lang="en-US" altLang="zh-CN" sz="3200" dirty="0" smtClean="0">
                <a:ea typeface="黑体" panose="02010609060101010101" pitchFamily="49" charset="-122"/>
              </a:rPr>
              <a:t>) </a:t>
            </a:r>
            <a:r>
              <a:rPr lang="zh-CN" altLang="en-US" sz="3200" dirty="0" smtClean="0">
                <a:ea typeface="黑体" panose="02010609060101010101" pitchFamily="49" charset="-122"/>
              </a:rPr>
              <a:t>位的数除以事先选定好的长度为 </a:t>
            </a:r>
            <a:r>
              <a:rPr lang="en-US" altLang="zh-CN" sz="3200" dirty="0" smtClean="0">
                <a:ea typeface="黑体" panose="02010609060101010101" pitchFamily="49" charset="-122"/>
              </a:rPr>
              <a:t>(</a:t>
            </a:r>
            <a:r>
              <a:rPr lang="en-US" altLang="zh-CN" sz="3200" i="1" dirty="0" smtClean="0">
                <a:ea typeface="黑体" panose="02010609060101010101" pitchFamily="49" charset="-122"/>
              </a:rPr>
              <a:t>n</a:t>
            </a:r>
            <a:r>
              <a:rPr lang="en-US" altLang="zh-CN" sz="3200" dirty="0" smtClean="0">
                <a:ea typeface="黑体" panose="02010609060101010101" pitchFamily="49" charset="-122"/>
              </a:rPr>
              <a:t> + 1) </a:t>
            </a:r>
            <a:r>
              <a:rPr lang="zh-CN" altLang="en-US" sz="3200" dirty="0" smtClean="0">
                <a:ea typeface="黑体" panose="02010609060101010101" pitchFamily="49" charset="-122"/>
              </a:rPr>
              <a:t>位的</a:t>
            </a:r>
            <a:r>
              <a:rPr lang="zh-CN" altLang="en-US" sz="3200" dirty="0" smtClean="0">
                <a:solidFill>
                  <a:srgbClr val="0000CC"/>
                </a:solidFill>
                <a:ea typeface="黑体" panose="02010609060101010101" pitchFamily="49" charset="-122"/>
              </a:rPr>
              <a:t>除数 </a:t>
            </a:r>
            <a:r>
              <a:rPr lang="en-US" altLang="zh-CN" sz="3200" i="1" dirty="0" smtClean="0">
                <a:solidFill>
                  <a:srgbClr val="0000CC"/>
                </a:solidFill>
                <a:ea typeface="黑体" panose="02010609060101010101" pitchFamily="49" charset="-122"/>
              </a:rPr>
              <a:t>P</a:t>
            </a:r>
            <a:r>
              <a:rPr lang="zh-CN" altLang="en-US" sz="3200" dirty="0" smtClean="0">
                <a:ea typeface="黑体" panose="02010609060101010101" pitchFamily="49" charset="-122"/>
              </a:rPr>
              <a:t>，得出</a:t>
            </a:r>
            <a:r>
              <a:rPr lang="zh-CN" altLang="en-US" sz="3200" dirty="0" smtClean="0">
                <a:solidFill>
                  <a:srgbClr val="0000CC"/>
                </a:solidFill>
                <a:ea typeface="黑体" panose="02010609060101010101" pitchFamily="49" charset="-122"/>
              </a:rPr>
              <a:t>商</a:t>
            </a:r>
            <a:r>
              <a:rPr lang="zh-CN" altLang="en-US" sz="3200" dirty="0" smtClean="0">
                <a:ea typeface="黑体" panose="02010609060101010101" pitchFamily="49" charset="-122"/>
              </a:rPr>
              <a:t>是 </a:t>
            </a:r>
            <a:r>
              <a:rPr lang="en-US" altLang="zh-CN" sz="3200" i="1" dirty="0" smtClean="0">
                <a:ea typeface="黑体" panose="02010609060101010101" pitchFamily="49" charset="-122"/>
              </a:rPr>
              <a:t>Q </a:t>
            </a:r>
            <a:r>
              <a:rPr lang="zh-CN" altLang="en-US" sz="3200" dirty="0" smtClean="0">
                <a:ea typeface="黑体" panose="02010609060101010101" pitchFamily="49" charset="-122"/>
              </a:rPr>
              <a:t>而</a:t>
            </a:r>
            <a:r>
              <a:rPr lang="zh-CN" altLang="en-US" sz="3200" dirty="0" smtClean="0">
                <a:solidFill>
                  <a:srgbClr val="0000CC"/>
                </a:solidFill>
                <a:ea typeface="黑体" panose="02010609060101010101" pitchFamily="49" charset="-122"/>
              </a:rPr>
              <a:t>余数</a:t>
            </a:r>
            <a:r>
              <a:rPr lang="zh-CN" altLang="en-US" sz="3200" dirty="0" smtClean="0">
                <a:ea typeface="黑体" panose="02010609060101010101" pitchFamily="49" charset="-122"/>
              </a:rPr>
              <a:t>是 </a:t>
            </a:r>
            <a:r>
              <a:rPr lang="en-US" altLang="zh-CN" sz="3200" i="1" dirty="0" smtClean="0">
                <a:ea typeface="黑体" panose="02010609060101010101" pitchFamily="49" charset="-122"/>
              </a:rPr>
              <a:t>R</a:t>
            </a:r>
            <a:r>
              <a:rPr lang="zh-CN" altLang="en-US" sz="3200" dirty="0" smtClean="0">
                <a:ea typeface="黑体" panose="02010609060101010101" pitchFamily="49" charset="-122"/>
              </a:rPr>
              <a:t>，余数 </a:t>
            </a:r>
            <a:r>
              <a:rPr lang="en-US" altLang="zh-CN" sz="3200" i="1" dirty="0" smtClean="0">
                <a:ea typeface="黑体" panose="02010609060101010101" pitchFamily="49" charset="-122"/>
              </a:rPr>
              <a:t>R </a:t>
            </a:r>
            <a:r>
              <a:rPr lang="zh-CN" altLang="en-US" sz="3200" dirty="0" smtClean="0">
                <a:ea typeface="黑体" panose="02010609060101010101" pitchFamily="49" charset="-122"/>
              </a:rPr>
              <a:t>比除数 </a:t>
            </a:r>
            <a:r>
              <a:rPr lang="en-US" altLang="zh-CN" sz="3200" i="1" dirty="0" smtClean="0">
                <a:ea typeface="黑体" panose="02010609060101010101" pitchFamily="49" charset="-122"/>
              </a:rPr>
              <a:t>P </a:t>
            </a:r>
            <a:r>
              <a:rPr lang="zh-CN" altLang="en-US" sz="3200" dirty="0" smtClean="0">
                <a:ea typeface="黑体" panose="02010609060101010101" pitchFamily="49" charset="-122"/>
              </a:rPr>
              <a:t>少 </a:t>
            </a:r>
            <a:r>
              <a:rPr lang="en-US" altLang="zh-CN" sz="3200" dirty="0" smtClean="0">
                <a:ea typeface="黑体" panose="02010609060101010101" pitchFamily="49" charset="-122"/>
              </a:rPr>
              <a:t>1 </a:t>
            </a:r>
            <a:r>
              <a:rPr lang="zh-CN" altLang="en-US" sz="3200" dirty="0" smtClean="0">
                <a:ea typeface="黑体" panose="02010609060101010101" pitchFamily="49" charset="-122"/>
              </a:rPr>
              <a:t>位，即 </a:t>
            </a:r>
            <a:r>
              <a:rPr lang="en-US" altLang="zh-CN" sz="3200" i="1" dirty="0" smtClean="0">
                <a:ea typeface="黑体" panose="02010609060101010101" pitchFamily="49" charset="-122"/>
              </a:rPr>
              <a:t>R </a:t>
            </a:r>
            <a:r>
              <a:rPr lang="zh-CN" altLang="en-US" sz="3200" dirty="0" smtClean="0">
                <a:ea typeface="黑体" panose="02010609060101010101" pitchFamily="49" charset="-122"/>
              </a:rPr>
              <a:t>是 </a:t>
            </a:r>
            <a:r>
              <a:rPr lang="en-US" altLang="zh-CN" sz="3200" i="1" dirty="0" smtClean="0">
                <a:ea typeface="黑体" panose="02010609060101010101" pitchFamily="49" charset="-122"/>
              </a:rPr>
              <a:t>n</a:t>
            </a:r>
            <a:r>
              <a:rPr lang="en-US" altLang="zh-CN" sz="3200" dirty="0" smtClean="0">
                <a:ea typeface="黑体" panose="02010609060101010101" pitchFamily="49" charset="-122"/>
              </a:rPr>
              <a:t> </a:t>
            </a:r>
            <a:r>
              <a:rPr lang="zh-CN" altLang="en-US" sz="3200" dirty="0" smtClean="0">
                <a:ea typeface="黑体" panose="02010609060101010101" pitchFamily="49" charset="-122"/>
              </a:rPr>
              <a:t>位。 </a:t>
            </a:r>
            <a:endParaRPr lang="en-US" altLang="zh-CN" sz="3200" dirty="0" smtClean="0">
              <a:ea typeface="黑体" panose="02010609060101010101" pitchFamily="49" charset="-122"/>
            </a:endParaRPr>
          </a:p>
          <a:p>
            <a:pPr lvl="1"/>
            <a:r>
              <a:rPr lang="zh-CN" altLang="en-US" sz="3200" dirty="0" smtClean="0">
                <a:ea typeface="黑体" panose="02010609060101010101" pitchFamily="49" charset="-122"/>
              </a:rPr>
              <a:t>将</a:t>
            </a:r>
            <a:r>
              <a:rPr lang="zh-CN" altLang="zh-CN" sz="3200" dirty="0" smtClean="0">
                <a:solidFill>
                  <a:srgbClr val="0000CC"/>
                </a:solidFill>
                <a:ea typeface="黑体" panose="02010609060101010101" pitchFamily="49" charset="-122"/>
              </a:rPr>
              <a:t>余数</a:t>
            </a:r>
            <a:r>
              <a:rPr lang="en-US" altLang="zh-CN" sz="3200" dirty="0" smtClean="0">
                <a:ea typeface="黑体" panose="02010609060101010101" pitchFamily="49" charset="-122"/>
              </a:rPr>
              <a:t> </a:t>
            </a:r>
            <a:r>
              <a:rPr lang="en-US" altLang="zh-CN" sz="3200" i="1" dirty="0" smtClean="0">
                <a:ea typeface="黑体" panose="02010609060101010101" pitchFamily="49" charset="-122"/>
              </a:rPr>
              <a:t>R </a:t>
            </a:r>
            <a:r>
              <a:rPr lang="zh-CN" altLang="zh-CN" sz="3200" dirty="0" smtClean="0">
                <a:ea typeface="黑体" panose="02010609060101010101" pitchFamily="49" charset="-122"/>
              </a:rPr>
              <a:t>作为冗余码拼接在数据</a:t>
            </a:r>
            <a:r>
              <a:rPr lang="en-US" altLang="zh-CN" sz="3200" dirty="0" smtClean="0">
                <a:ea typeface="黑体" panose="02010609060101010101" pitchFamily="49" charset="-122"/>
              </a:rPr>
              <a:t> </a:t>
            </a:r>
            <a:r>
              <a:rPr lang="en-US" altLang="zh-CN" sz="3200" i="1" dirty="0" smtClean="0">
                <a:ea typeface="黑体" panose="02010609060101010101" pitchFamily="49" charset="-122"/>
              </a:rPr>
              <a:t>M </a:t>
            </a:r>
            <a:r>
              <a:rPr lang="zh-CN" altLang="zh-CN" sz="3200" dirty="0" smtClean="0">
                <a:ea typeface="黑体" panose="02010609060101010101" pitchFamily="49" charset="-122"/>
              </a:rPr>
              <a:t>后面发送出去</a:t>
            </a:r>
            <a:r>
              <a:rPr lang="zh-CN" altLang="en-US" dirty="0" smtClean="0">
                <a:ea typeface="黑体" panose="02010609060101010101" pitchFamily="49" charset="-122"/>
              </a:rPr>
              <a:t>。</a:t>
            </a:r>
          </a:p>
        </p:txBody>
      </p:sp>
      <p:sp>
        <p:nvSpPr>
          <p:cNvPr id="45261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C4CFBCF-8BEC-49C5-A97C-26A71DDD7317}" type="slidenum">
              <a:rPr lang="zh-CN" altLang="en-US" smtClean="0"/>
              <a:pPr eaLnBrk="1" hangingPunct="1"/>
              <a:t>19</a:t>
            </a:fld>
            <a:endParaRPr lang="en-US" altLang="zh-CN" smtClean="0"/>
          </a:p>
        </p:txBody>
      </p:sp>
      <p:sp>
        <p:nvSpPr>
          <p:cNvPr id="45261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6435">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643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6435"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4657"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冗余码的计算举例 </a:t>
            </a:r>
          </a:p>
        </p:txBody>
      </p:sp>
      <p:sp>
        <p:nvSpPr>
          <p:cNvPr id="145411" name="Rectangle 3"/>
          <p:cNvSpPr>
            <a:spLocks noGrp="1" noChangeArrowheads="1"/>
          </p:cNvSpPr>
          <p:nvPr>
            <p:ph idx="1"/>
          </p:nvPr>
        </p:nvSpPr>
        <p:spPr>
          <a:xfrm>
            <a:off x="495300" y="1196975"/>
            <a:ext cx="9066213" cy="4933950"/>
          </a:xfrm>
        </p:spPr>
        <p:txBody>
          <a:bodyPr/>
          <a:lstStyle/>
          <a:p>
            <a:r>
              <a:rPr lang="zh-CN" altLang="en-US" sz="2800" smtClean="0">
                <a:ea typeface="黑体" panose="02010609060101010101" pitchFamily="49" charset="-122"/>
              </a:rPr>
              <a:t>现在</a:t>
            </a:r>
            <a:r>
              <a:rPr lang="zh-CN" altLang="en-US" sz="2800" i="1" smtClean="0">
                <a:ea typeface="黑体" panose="02010609060101010101" pitchFamily="49" charset="-122"/>
              </a:rPr>
              <a:t> </a:t>
            </a:r>
            <a:r>
              <a:rPr lang="en-US" altLang="zh-CN" sz="2800" i="1" smtClean="0">
                <a:ea typeface="黑体" panose="02010609060101010101" pitchFamily="49" charset="-122"/>
              </a:rPr>
              <a:t>k</a:t>
            </a:r>
            <a:r>
              <a:rPr lang="en-US" altLang="zh-CN" sz="2800" smtClean="0">
                <a:ea typeface="黑体" panose="02010609060101010101" pitchFamily="49" charset="-122"/>
              </a:rPr>
              <a:t> = 6, </a:t>
            </a:r>
            <a:r>
              <a:rPr lang="en-US" altLang="zh-CN" sz="2800" i="1" smtClean="0">
                <a:ea typeface="黑体" panose="02010609060101010101" pitchFamily="49" charset="-122"/>
              </a:rPr>
              <a:t>M</a:t>
            </a:r>
            <a:r>
              <a:rPr lang="en-US" altLang="zh-CN" sz="2800" smtClean="0">
                <a:ea typeface="黑体" panose="02010609060101010101" pitchFamily="49" charset="-122"/>
              </a:rPr>
              <a:t> = 101001</a:t>
            </a:r>
            <a:r>
              <a:rPr lang="zh-CN" altLang="en-US" sz="2800" smtClean="0">
                <a:ea typeface="黑体" panose="02010609060101010101" pitchFamily="49" charset="-122"/>
              </a:rPr>
              <a:t>。</a:t>
            </a:r>
          </a:p>
          <a:p>
            <a:r>
              <a:rPr lang="zh-CN" altLang="en-US" sz="2800" smtClean="0">
                <a:ea typeface="黑体" panose="02010609060101010101" pitchFamily="49" charset="-122"/>
              </a:rPr>
              <a:t>设</a:t>
            </a:r>
            <a:r>
              <a:rPr lang="zh-CN" altLang="en-US" sz="2800" i="1" smtClean="0">
                <a:ea typeface="黑体" panose="02010609060101010101" pitchFamily="49" charset="-122"/>
              </a:rPr>
              <a:t> </a:t>
            </a:r>
            <a:r>
              <a:rPr lang="en-US" altLang="zh-CN" sz="2800" i="1" smtClean="0">
                <a:ea typeface="黑体" panose="02010609060101010101" pitchFamily="49" charset="-122"/>
              </a:rPr>
              <a:t>n</a:t>
            </a:r>
            <a:r>
              <a:rPr lang="en-US" altLang="zh-CN" sz="2800" smtClean="0">
                <a:ea typeface="黑体" panose="02010609060101010101" pitchFamily="49" charset="-122"/>
              </a:rPr>
              <a:t> = 3, </a:t>
            </a:r>
            <a:r>
              <a:rPr lang="zh-CN" altLang="en-US" sz="2800" smtClean="0">
                <a:solidFill>
                  <a:srgbClr val="FF0000"/>
                </a:solidFill>
                <a:ea typeface="黑体" panose="02010609060101010101" pitchFamily="49" charset="-122"/>
              </a:rPr>
              <a:t>除数</a:t>
            </a:r>
            <a:r>
              <a:rPr lang="zh-CN" altLang="en-US" sz="2800" smtClean="0">
                <a:ea typeface="黑体" panose="02010609060101010101" pitchFamily="49" charset="-122"/>
              </a:rPr>
              <a:t> </a:t>
            </a:r>
            <a:r>
              <a:rPr lang="en-US" altLang="zh-CN" sz="2800" i="1" smtClean="0">
                <a:ea typeface="黑体" panose="02010609060101010101" pitchFamily="49" charset="-122"/>
              </a:rPr>
              <a:t>P</a:t>
            </a:r>
            <a:r>
              <a:rPr lang="en-US" altLang="zh-CN" sz="2800" smtClean="0">
                <a:ea typeface="黑体" panose="02010609060101010101" pitchFamily="49" charset="-122"/>
              </a:rPr>
              <a:t> = 1101</a:t>
            </a:r>
            <a:r>
              <a:rPr lang="zh-CN" altLang="en-US" sz="2800" smtClean="0">
                <a:ea typeface="黑体" panose="02010609060101010101" pitchFamily="49" charset="-122"/>
              </a:rPr>
              <a:t>，</a:t>
            </a:r>
          </a:p>
          <a:p>
            <a:r>
              <a:rPr lang="zh-CN" altLang="en-US" sz="2800" smtClean="0">
                <a:ea typeface="黑体" panose="02010609060101010101" pitchFamily="49" charset="-122"/>
              </a:rPr>
              <a:t>被除数是 </a:t>
            </a:r>
            <a:r>
              <a:rPr lang="en-US" altLang="zh-CN" sz="2800" smtClean="0">
                <a:ea typeface="黑体" panose="02010609060101010101" pitchFamily="49" charset="-122"/>
              </a:rPr>
              <a:t>2</a:t>
            </a:r>
            <a:r>
              <a:rPr lang="en-US" altLang="zh-CN" sz="2800" i="1" baseline="30000" smtClean="0">
                <a:ea typeface="黑体" panose="02010609060101010101" pitchFamily="49" charset="-122"/>
              </a:rPr>
              <a:t>n</a:t>
            </a:r>
            <a:r>
              <a:rPr lang="en-US" altLang="zh-CN" sz="2800" i="1" smtClean="0">
                <a:ea typeface="黑体" panose="02010609060101010101" pitchFamily="49" charset="-122"/>
              </a:rPr>
              <a:t>M</a:t>
            </a:r>
            <a:r>
              <a:rPr lang="en-US" altLang="zh-CN" sz="2800" smtClean="0">
                <a:ea typeface="黑体" panose="02010609060101010101" pitchFamily="49" charset="-122"/>
              </a:rPr>
              <a:t> = 101001000</a:t>
            </a:r>
            <a:r>
              <a:rPr lang="zh-CN" altLang="en-US" sz="2800" smtClean="0">
                <a:ea typeface="黑体" panose="02010609060101010101" pitchFamily="49" charset="-122"/>
              </a:rPr>
              <a:t>。 </a:t>
            </a:r>
          </a:p>
          <a:p>
            <a:r>
              <a:rPr lang="zh-CN" altLang="en-US" sz="2800" smtClean="0">
                <a:ea typeface="黑体" panose="02010609060101010101" pitchFamily="49" charset="-122"/>
              </a:rPr>
              <a:t>模 </a:t>
            </a:r>
            <a:r>
              <a:rPr lang="en-US" altLang="zh-CN" sz="2800" smtClean="0">
                <a:ea typeface="黑体" panose="02010609060101010101" pitchFamily="49" charset="-122"/>
              </a:rPr>
              <a:t>2 </a:t>
            </a:r>
            <a:r>
              <a:rPr lang="zh-CN" altLang="en-US" sz="2800" smtClean="0">
                <a:ea typeface="黑体" panose="02010609060101010101" pitchFamily="49" charset="-122"/>
              </a:rPr>
              <a:t>运算的结果是：</a:t>
            </a:r>
            <a:r>
              <a:rPr lang="zh-CN" altLang="en-US" sz="2800" smtClean="0">
                <a:solidFill>
                  <a:srgbClr val="FF0000"/>
                </a:solidFill>
                <a:ea typeface="黑体" panose="02010609060101010101" pitchFamily="49" charset="-122"/>
              </a:rPr>
              <a:t>商</a:t>
            </a:r>
            <a:r>
              <a:rPr lang="zh-CN" altLang="en-US" sz="2800" smtClean="0">
                <a:ea typeface="黑体" panose="02010609060101010101" pitchFamily="49" charset="-122"/>
              </a:rPr>
              <a:t> </a:t>
            </a:r>
            <a:r>
              <a:rPr lang="en-US" altLang="zh-CN" sz="2800" i="1" smtClean="0">
                <a:ea typeface="黑体" panose="02010609060101010101" pitchFamily="49" charset="-122"/>
              </a:rPr>
              <a:t>Q</a:t>
            </a:r>
            <a:r>
              <a:rPr lang="en-US" altLang="zh-CN" sz="2800" smtClean="0">
                <a:ea typeface="黑体" panose="02010609060101010101" pitchFamily="49" charset="-122"/>
              </a:rPr>
              <a:t> = 110101</a:t>
            </a:r>
            <a:r>
              <a:rPr lang="zh-CN" altLang="en-US" sz="2800" smtClean="0">
                <a:ea typeface="黑体" panose="02010609060101010101" pitchFamily="49" charset="-122"/>
              </a:rPr>
              <a:t>，</a:t>
            </a:r>
          </a:p>
          <a:p>
            <a:pPr>
              <a:buFont typeface="Wingdings" panose="05000000000000000000" pitchFamily="2" charset="2"/>
              <a:buNone/>
            </a:pPr>
            <a:r>
              <a:rPr lang="zh-CN" altLang="en-US" sz="2800" smtClean="0">
                <a:ea typeface="黑体" panose="02010609060101010101" pitchFamily="49" charset="-122"/>
              </a:rPr>
              <a:t>           </a:t>
            </a:r>
            <a:r>
              <a:rPr lang="zh-CN" altLang="en-US" sz="2800" smtClean="0">
                <a:solidFill>
                  <a:srgbClr val="FF0000"/>
                </a:solidFill>
                <a:ea typeface="黑体" panose="02010609060101010101" pitchFamily="49" charset="-122"/>
              </a:rPr>
              <a:t>余数</a:t>
            </a:r>
            <a:r>
              <a:rPr lang="zh-CN" altLang="en-US" sz="2800" smtClean="0">
                <a:ea typeface="黑体" panose="02010609060101010101" pitchFamily="49" charset="-122"/>
              </a:rPr>
              <a:t> </a:t>
            </a:r>
            <a:r>
              <a:rPr lang="en-US" altLang="zh-CN" sz="2800" i="1" smtClean="0">
                <a:ea typeface="黑体" panose="02010609060101010101" pitchFamily="49" charset="-122"/>
              </a:rPr>
              <a:t>R</a:t>
            </a:r>
            <a:r>
              <a:rPr lang="en-US" altLang="zh-CN" sz="2800" smtClean="0">
                <a:ea typeface="黑体" panose="02010609060101010101" pitchFamily="49" charset="-122"/>
              </a:rPr>
              <a:t> = 001</a:t>
            </a:r>
            <a:r>
              <a:rPr lang="zh-CN" altLang="en-US" sz="2800" smtClean="0">
                <a:ea typeface="黑体" panose="02010609060101010101" pitchFamily="49" charset="-122"/>
              </a:rPr>
              <a:t>。</a:t>
            </a:r>
          </a:p>
          <a:p>
            <a:r>
              <a:rPr lang="zh-CN" altLang="en-US" sz="2800" smtClean="0">
                <a:ea typeface="黑体" panose="02010609060101010101" pitchFamily="49" charset="-122"/>
              </a:rPr>
              <a:t>把余数 </a:t>
            </a:r>
            <a:r>
              <a:rPr lang="en-US" altLang="zh-CN" sz="2800" i="1" smtClean="0">
                <a:ea typeface="黑体" panose="02010609060101010101" pitchFamily="49" charset="-122"/>
              </a:rPr>
              <a:t>R </a:t>
            </a:r>
            <a:r>
              <a:rPr lang="zh-CN" altLang="en-US" sz="2800" smtClean="0">
                <a:ea typeface="黑体" panose="02010609060101010101" pitchFamily="49" charset="-122"/>
              </a:rPr>
              <a:t>作为</a:t>
            </a:r>
            <a:r>
              <a:rPr lang="zh-CN" altLang="en-US" sz="2800" smtClean="0">
                <a:solidFill>
                  <a:srgbClr val="FF0000"/>
                </a:solidFill>
                <a:ea typeface="黑体" panose="02010609060101010101" pitchFamily="49" charset="-122"/>
              </a:rPr>
              <a:t>冗余码</a:t>
            </a:r>
            <a:r>
              <a:rPr lang="zh-CN" altLang="en-US" sz="2800" smtClean="0">
                <a:ea typeface="黑体" panose="02010609060101010101" pitchFamily="49" charset="-122"/>
              </a:rPr>
              <a:t>添加在数据 </a:t>
            </a:r>
            <a:r>
              <a:rPr lang="en-US" altLang="zh-CN" sz="2800" i="1" smtClean="0">
                <a:ea typeface="黑体" panose="02010609060101010101" pitchFamily="49" charset="-122"/>
              </a:rPr>
              <a:t>M </a:t>
            </a:r>
            <a:r>
              <a:rPr lang="zh-CN" altLang="en-US" sz="2800" smtClean="0">
                <a:ea typeface="黑体" panose="02010609060101010101" pitchFamily="49" charset="-122"/>
              </a:rPr>
              <a:t>的后面发送出去。发送的数据是：</a:t>
            </a:r>
            <a:r>
              <a:rPr lang="en-US" altLang="zh-CN" sz="2800" smtClean="0">
                <a:ea typeface="黑体" panose="02010609060101010101" pitchFamily="49" charset="-122"/>
              </a:rPr>
              <a:t>2</a:t>
            </a:r>
            <a:r>
              <a:rPr lang="en-US" altLang="zh-CN" sz="2800" i="1" baseline="30000" smtClean="0">
                <a:ea typeface="黑体" panose="02010609060101010101" pitchFamily="49" charset="-122"/>
              </a:rPr>
              <a:t>n</a:t>
            </a:r>
            <a:r>
              <a:rPr lang="en-US" altLang="zh-CN" sz="2800" i="1" smtClean="0">
                <a:ea typeface="黑体" panose="02010609060101010101" pitchFamily="49" charset="-122"/>
              </a:rPr>
              <a:t>M</a:t>
            </a:r>
            <a:r>
              <a:rPr lang="en-US" altLang="zh-CN" sz="2800" smtClean="0">
                <a:ea typeface="黑体" panose="02010609060101010101" pitchFamily="49" charset="-122"/>
              </a:rPr>
              <a:t> + </a:t>
            </a:r>
            <a:r>
              <a:rPr lang="en-US" altLang="zh-CN" sz="2800" i="1" smtClean="0">
                <a:ea typeface="黑体" panose="02010609060101010101" pitchFamily="49" charset="-122"/>
              </a:rPr>
              <a:t>R</a:t>
            </a:r>
            <a:r>
              <a:rPr lang="en-US" altLang="zh-CN" sz="2800" smtClean="0">
                <a:ea typeface="黑体" panose="02010609060101010101" pitchFamily="49" charset="-122"/>
              </a:rPr>
              <a:t> </a:t>
            </a:r>
          </a:p>
          <a:p>
            <a:pPr>
              <a:buFont typeface="Wingdings" panose="05000000000000000000" pitchFamily="2" charset="2"/>
              <a:buNone/>
            </a:pPr>
            <a:r>
              <a:rPr lang="en-US" altLang="zh-CN" sz="2800" smtClean="0">
                <a:ea typeface="黑体" panose="02010609060101010101" pitchFamily="49" charset="-122"/>
              </a:rPr>
              <a:t>   </a:t>
            </a:r>
            <a:r>
              <a:rPr lang="zh-CN" altLang="en-US" sz="2800" smtClean="0">
                <a:ea typeface="黑体" panose="02010609060101010101" pitchFamily="49" charset="-122"/>
              </a:rPr>
              <a:t>即：</a:t>
            </a:r>
            <a:r>
              <a:rPr lang="en-US" altLang="zh-CN" sz="2800" smtClean="0">
                <a:ea typeface="黑体" panose="02010609060101010101" pitchFamily="49" charset="-122"/>
              </a:rPr>
              <a:t>101001001</a:t>
            </a:r>
            <a:r>
              <a:rPr lang="zh-CN" altLang="en-US" sz="2800" smtClean="0">
                <a:ea typeface="黑体" panose="02010609060101010101" pitchFamily="49" charset="-122"/>
              </a:rPr>
              <a:t>，共 </a:t>
            </a:r>
            <a:r>
              <a:rPr lang="en-US" altLang="zh-CN" sz="2800" smtClean="0">
                <a:ea typeface="黑体" panose="02010609060101010101" pitchFamily="49" charset="-122"/>
              </a:rPr>
              <a:t>(</a:t>
            </a:r>
            <a:r>
              <a:rPr lang="en-US" altLang="zh-CN" sz="2800" i="1" smtClean="0">
                <a:ea typeface="黑体" panose="02010609060101010101" pitchFamily="49" charset="-122"/>
              </a:rPr>
              <a:t>k</a:t>
            </a:r>
            <a:r>
              <a:rPr lang="en-US" altLang="zh-CN" sz="2800" smtClean="0">
                <a:ea typeface="黑体" panose="02010609060101010101" pitchFamily="49" charset="-122"/>
              </a:rPr>
              <a:t> + </a:t>
            </a:r>
            <a:r>
              <a:rPr lang="en-US" altLang="zh-CN" sz="2800" i="1" smtClean="0">
                <a:ea typeface="黑体" panose="02010609060101010101" pitchFamily="49" charset="-122"/>
              </a:rPr>
              <a:t>n</a:t>
            </a:r>
            <a:r>
              <a:rPr lang="en-US" altLang="zh-CN" sz="2800" smtClean="0">
                <a:ea typeface="黑体" panose="02010609060101010101" pitchFamily="49" charset="-122"/>
              </a:rPr>
              <a:t>) </a:t>
            </a:r>
            <a:r>
              <a:rPr lang="zh-CN" altLang="en-US" sz="2800" smtClean="0">
                <a:ea typeface="黑体" panose="02010609060101010101" pitchFamily="49" charset="-122"/>
              </a:rPr>
              <a:t>位。 </a:t>
            </a:r>
          </a:p>
        </p:txBody>
      </p:sp>
      <p:sp>
        <p:nvSpPr>
          <p:cNvPr id="45465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E47DD36-73D3-4CE9-900D-71895ED55922}" type="slidenum">
              <a:rPr lang="zh-CN" altLang="en-US" smtClean="0"/>
              <a:pPr eaLnBrk="1" hangingPunct="1"/>
              <a:t>20</a:t>
            </a:fld>
            <a:endParaRPr lang="en-US" altLang="zh-CN" smtClean="0"/>
          </a:p>
        </p:txBody>
      </p:sp>
      <p:sp>
        <p:nvSpPr>
          <p:cNvPr id="45466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5411">
                                            <p:txEl>
                                              <p:pRg st="5" end="5"/>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541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411"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6705"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循环冗余检验的原理说明 </a:t>
            </a:r>
          </a:p>
        </p:txBody>
      </p:sp>
      <p:grpSp>
        <p:nvGrpSpPr>
          <p:cNvPr id="456706" name="组合 2"/>
          <p:cNvGrpSpPr>
            <a:grpSpLocks/>
          </p:cNvGrpSpPr>
          <p:nvPr/>
        </p:nvGrpSpPr>
        <p:grpSpPr bwMode="auto">
          <a:xfrm>
            <a:off x="814388" y="1169988"/>
            <a:ext cx="8561387" cy="4851400"/>
            <a:chOff x="669696" y="1204869"/>
            <a:chExt cx="8778542" cy="5127200"/>
          </a:xfrm>
        </p:grpSpPr>
        <p:sp>
          <p:nvSpPr>
            <p:cNvPr id="456707" name="Rectangle 4"/>
            <p:cNvSpPr>
              <a:spLocks noChangeArrowheads="1"/>
            </p:cNvSpPr>
            <p:nvPr/>
          </p:nvSpPr>
          <p:spPr bwMode="auto">
            <a:xfrm>
              <a:off x="669696" y="1645620"/>
              <a:ext cx="1142412" cy="390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400" b="1" i="1">
                  <a:ea typeface="宋体" panose="02010600030101010101" pitchFamily="2" charset="-122"/>
                </a:rPr>
                <a:t>P</a:t>
              </a:r>
              <a:r>
                <a:rPr lang="en-US" altLang="zh-CN" sz="2400" b="1">
                  <a:ea typeface="宋体" panose="02010600030101010101" pitchFamily="2" charset="-122"/>
                </a:rPr>
                <a:t> (</a:t>
              </a:r>
              <a:r>
                <a:rPr lang="zh-CN" altLang="en-US" sz="2400" b="1">
                  <a:ea typeface="宋体" panose="02010600030101010101" pitchFamily="2" charset="-122"/>
                </a:rPr>
                <a:t>除数</a:t>
              </a:r>
              <a:r>
                <a:rPr lang="en-US" altLang="zh-CN" sz="2400" b="1">
                  <a:ea typeface="宋体" panose="02010600030101010101" pitchFamily="2" charset="-122"/>
                </a:rPr>
                <a:t>)</a:t>
              </a:r>
              <a:endParaRPr lang="zh-CN" altLang="en-US" sz="2400" b="1">
                <a:latin typeface="Times New Roman" panose="02020603050405020304" pitchFamily="18" charset="0"/>
                <a:ea typeface="宋体" panose="02010600030101010101" pitchFamily="2" charset="-122"/>
              </a:endParaRPr>
            </a:p>
          </p:txBody>
        </p:sp>
        <p:sp>
          <p:nvSpPr>
            <p:cNvPr id="456708" name="Rectangle 5"/>
            <p:cNvSpPr>
              <a:spLocks noChangeArrowheads="1"/>
            </p:cNvSpPr>
            <p:nvPr/>
          </p:nvSpPr>
          <p:spPr bwMode="auto">
            <a:xfrm>
              <a:off x="2351435" y="1644427"/>
              <a:ext cx="801562" cy="455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800" b="1">
                  <a:ea typeface="宋体" panose="02010600030101010101" pitchFamily="2" charset="-122"/>
                </a:rPr>
                <a:t>1101</a:t>
              </a:r>
              <a:endParaRPr lang="en-US" altLang="zh-CN" sz="2800" b="1">
                <a:latin typeface="Times New Roman" panose="02020603050405020304" pitchFamily="18" charset="0"/>
                <a:ea typeface="宋体" panose="02010600030101010101" pitchFamily="2" charset="-122"/>
              </a:endParaRPr>
            </a:p>
          </p:txBody>
        </p:sp>
        <p:sp>
          <p:nvSpPr>
            <p:cNvPr id="456709" name="Rectangle 6"/>
            <p:cNvSpPr>
              <a:spLocks noChangeArrowheads="1"/>
            </p:cNvSpPr>
            <p:nvPr/>
          </p:nvSpPr>
          <p:spPr bwMode="auto">
            <a:xfrm>
              <a:off x="4067523" y="1206277"/>
              <a:ext cx="1421988" cy="455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800" b="1">
                  <a:ea typeface="宋体" panose="02010600030101010101" pitchFamily="2" charset="-122"/>
                </a:rPr>
                <a:t>110100</a:t>
              </a:r>
              <a:endParaRPr lang="en-US" altLang="zh-CN" sz="2800" b="1">
                <a:latin typeface="Times New Roman" panose="02020603050405020304" pitchFamily="18" charset="0"/>
                <a:ea typeface="宋体" panose="02010600030101010101" pitchFamily="2" charset="-122"/>
              </a:endParaRPr>
            </a:p>
          </p:txBody>
        </p:sp>
        <p:sp>
          <p:nvSpPr>
            <p:cNvPr id="456710" name="Rectangle 7"/>
            <p:cNvSpPr>
              <a:spLocks noChangeArrowheads="1"/>
            </p:cNvSpPr>
            <p:nvPr/>
          </p:nvSpPr>
          <p:spPr bwMode="auto">
            <a:xfrm>
              <a:off x="3483322" y="1641252"/>
              <a:ext cx="2386013" cy="455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800" b="1">
                  <a:ea typeface="宋体" panose="02010600030101010101" pitchFamily="2" charset="-122"/>
                </a:rPr>
                <a:t>101001</a:t>
              </a:r>
              <a:r>
                <a:rPr lang="en-US" altLang="zh-CN" sz="2800" b="1">
                  <a:solidFill>
                    <a:srgbClr val="FF0000"/>
                  </a:solidFill>
                  <a:ea typeface="宋体" panose="02010600030101010101" pitchFamily="2" charset="-122"/>
                </a:rPr>
                <a:t>000</a:t>
              </a:r>
              <a:endParaRPr lang="en-US" altLang="zh-CN" sz="2800" b="1">
                <a:solidFill>
                  <a:srgbClr val="FF0000"/>
                </a:solidFill>
                <a:latin typeface="Times New Roman" panose="02020603050405020304" pitchFamily="18" charset="0"/>
                <a:ea typeface="宋体" panose="02010600030101010101" pitchFamily="2" charset="-122"/>
              </a:endParaRPr>
            </a:p>
          </p:txBody>
        </p:sp>
        <p:sp>
          <p:nvSpPr>
            <p:cNvPr id="456711" name="Rectangle 8"/>
            <p:cNvSpPr>
              <a:spLocks noChangeArrowheads="1"/>
            </p:cNvSpPr>
            <p:nvPr/>
          </p:nvSpPr>
          <p:spPr bwMode="auto">
            <a:xfrm>
              <a:off x="5993009" y="1664374"/>
              <a:ext cx="2316906" cy="390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400" b="1">
                  <a:ea typeface="宋体" panose="02010600030101010101" pitchFamily="2" charset="-122"/>
                </a:rPr>
                <a:t>2</a:t>
              </a:r>
              <a:r>
                <a:rPr lang="en-US" altLang="zh-CN" sz="2400" b="1" i="1" baseline="30000">
                  <a:ea typeface="宋体" panose="02010600030101010101" pitchFamily="2" charset="-122"/>
                </a:rPr>
                <a:t>n</a:t>
              </a:r>
              <a:r>
                <a:rPr lang="en-US" altLang="zh-CN" sz="2400" b="1" i="1">
                  <a:ea typeface="宋体" panose="02010600030101010101" pitchFamily="2" charset="-122"/>
                </a:rPr>
                <a:t>M </a:t>
              </a:r>
              <a:r>
                <a:rPr lang="en-US" altLang="zh-CN" sz="2400" b="1">
                  <a:ea typeface="宋体" panose="02010600030101010101" pitchFamily="2" charset="-122"/>
                </a:rPr>
                <a:t>(</a:t>
              </a:r>
              <a:r>
                <a:rPr lang="zh-CN" altLang="en-US" sz="2400" b="1">
                  <a:ea typeface="宋体" panose="02010600030101010101" pitchFamily="2" charset="-122"/>
                </a:rPr>
                <a:t>被除数</a:t>
              </a:r>
              <a:r>
                <a:rPr lang="en-US" altLang="zh-CN" sz="2400" b="1">
                  <a:ea typeface="宋体" panose="02010600030101010101" pitchFamily="2" charset="-122"/>
                </a:rPr>
                <a:t>)</a:t>
              </a:r>
              <a:endParaRPr lang="en-US" altLang="zh-CN" sz="2400" b="1">
                <a:latin typeface="Courier New" panose="02070309020205020404" pitchFamily="49" charset="0"/>
                <a:ea typeface="宋体" panose="02010600030101010101" pitchFamily="2" charset="-122"/>
              </a:endParaRPr>
            </a:p>
          </p:txBody>
        </p:sp>
        <p:sp>
          <p:nvSpPr>
            <p:cNvPr id="456712" name="Rectangle 9"/>
            <p:cNvSpPr>
              <a:spLocks noChangeArrowheads="1"/>
            </p:cNvSpPr>
            <p:nvPr/>
          </p:nvSpPr>
          <p:spPr bwMode="auto">
            <a:xfrm>
              <a:off x="3483322" y="1993677"/>
              <a:ext cx="801562" cy="455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800" b="1">
                  <a:ea typeface="宋体" panose="02010600030101010101" pitchFamily="2" charset="-122"/>
                </a:rPr>
                <a:t>1101</a:t>
              </a:r>
              <a:endParaRPr lang="en-US" altLang="zh-CN" sz="2800" b="1">
                <a:latin typeface="Times New Roman" panose="02020603050405020304" pitchFamily="18" charset="0"/>
                <a:ea typeface="宋体" panose="02010600030101010101" pitchFamily="2" charset="-122"/>
              </a:endParaRPr>
            </a:p>
          </p:txBody>
        </p:sp>
        <p:sp>
          <p:nvSpPr>
            <p:cNvPr id="456713" name="Rectangle 10"/>
            <p:cNvSpPr>
              <a:spLocks noChangeArrowheads="1"/>
            </p:cNvSpPr>
            <p:nvPr/>
          </p:nvSpPr>
          <p:spPr bwMode="auto">
            <a:xfrm>
              <a:off x="3691285" y="2395314"/>
              <a:ext cx="781245" cy="455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800" b="1">
                  <a:ea typeface="宋体" panose="02010600030101010101" pitchFamily="2" charset="-122"/>
                </a:rPr>
                <a:t>1110</a:t>
              </a:r>
              <a:endParaRPr lang="en-US" altLang="zh-CN" sz="2800" b="1">
                <a:latin typeface="Times New Roman" panose="02020603050405020304" pitchFamily="18" charset="0"/>
                <a:ea typeface="宋体" panose="02010600030101010101" pitchFamily="2" charset="-122"/>
              </a:endParaRPr>
            </a:p>
          </p:txBody>
        </p:sp>
        <p:sp>
          <p:nvSpPr>
            <p:cNvPr id="456714" name="Rectangle 11"/>
            <p:cNvSpPr>
              <a:spLocks noChangeArrowheads="1"/>
            </p:cNvSpPr>
            <p:nvPr/>
          </p:nvSpPr>
          <p:spPr bwMode="auto">
            <a:xfrm>
              <a:off x="3688110" y="2706464"/>
              <a:ext cx="801562" cy="455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800" b="1">
                  <a:ea typeface="宋体" panose="02010600030101010101" pitchFamily="2" charset="-122"/>
                </a:rPr>
                <a:t>1101</a:t>
              </a:r>
              <a:endParaRPr lang="en-US" altLang="zh-CN" sz="2800" b="1">
                <a:latin typeface="Times New Roman" panose="02020603050405020304" pitchFamily="18" charset="0"/>
                <a:ea typeface="宋体" panose="02010600030101010101" pitchFamily="2" charset="-122"/>
              </a:endParaRPr>
            </a:p>
          </p:txBody>
        </p:sp>
        <p:sp>
          <p:nvSpPr>
            <p:cNvPr id="456715" name="Rectangle 12"/>
            <p:cNvSpPr>
              <a:spLocks noChangeArrowheads="1"/>
            </p:cNvSpPr>
            <p:nvPr/>
          </p:nvSpPr>
          <p:spPr bwMode="auto">
            <a:xfrm>
              <a:off x="3892897" y="3096989"/>
              <a:ext cx="781245" cy="455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800" b="1">
                  <a:ea typeface="宋体" panose="02010600030101010101" pitchFamily="2" charset="-122"/>
                </a:rPr>
                <a:t>0111</a:t>
              </a:r>
              <a:endParaRPr lang="en-US" altLang="zh-CN" sz="2800" b="1">
                <a:latin typeface="Times New Roman" panose="02020603050405020304" pitchFamily="18" charset="0"/>
                <a:ea typeface="宋体" panose="02010600030101010101" pitchFamily="2" charset="-122"/>
              </a:endParaRPr>
            </a:p>
          </p:txBody>
        </p:sp>
        <p:sp>
          <p:nvSpPr>
            <p:cNvPr id="456716" name="Rectangle 13"/>
            <p:cNvSpPr>
              <a:spLocks noChangeArrowheads="1"/>
            </p:cNvSpPr>
            <p:nvPr/>
          </p:nvSpPr>
          <p:spPr bwMode="auto">
            <a:xfrm>
              <a:off x="3892897" y="3401789"/>
              <a:ext cx="821878" cy="455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800" b="1">
                  <a:ea typeface="宋体" panose="02010600030101010101" pitchFamily="2" charset="-122"/>
                </a:rPr>
                <a:t>0000</a:t>
              </a:r>
              <a:endParaRPr lang="en-US" altLang="zh-CN" sz="2800" b="1">
                <a:latin typeface="Times New Roman" panose="02020603050405020304" pitchFamily="18" charset="0"/>
                <a:ea typeface="宋体" panose="02010600030101010101" pitchFamily="2" charset="-122"/>
              </a:endParaRPr>
            </a:p>
          </p:txBody>
        </p:sp>
        <p:sp>
          <p:nvSpPr>
            <p:cNvPr id="456717" name="Rectangle 14"/>
            <p:cNvSpPr>
              <a:spLocks noChangeArrowheads="1"/>
            </p:cNvSpPr>
            <p:nvPr/>
          </p:nvSpPr>
          <p:spPr bwMode="auto">
            <a:xfrm>
              <a:off x="4086572" y="3787552"/>
              <a:ext cx="781245" cy="455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800" b="1">
                  <a:ea typeface="宋体" panose="02010600030101010101" pitchFamily="2" charset="-122"/>
                </a:rPr>
                <a:t>1110</a:t>
              </a:r>
              <a:endParaRPr lang="en-US" altLang="zh-CN" sz="2800" b="1">
                <a:latin typeface="Times New Roman" panose="02020603050405020304" pitchFamily="18" charset="0"/>
                <a:ea typeface="宋体" panose="02010600030101010101" pitchFamily="2" charset="-122"/>
              </a:endParaRPr>
            </a:p>
          </p:txBody>
        </p:sp>
        <p:sp>
          <p:nvSpPr>
            <p:cNvPr id="456718" name="Rectangle 15"/>
            <p:cNvSpPr>
              <a:spLocks noChangeArrowheads="1"/>
            </p:cNvSpPr>
            <p:nvPr/>
          </p:nvSpPr>
          <p:spPr bwMode="auto">
            <a:xfrm>
              <a:off x="4083397" y="4116164"/>
              <a:ext cx="801562" cy="455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800" b="1">
                  <a:ea typeface="宋体" panose="02010600030101010101" pitchFamily="2" charset="-122"/>
                </a:rPr>
                <a:t>1101</a:t>
              </a:r>
              <a:endParaRPr lang="en-US" altLang="zh-CN" sz="2800" b="1">
                <a:latin typeface="Times New Roman" panose="02020603050405020304" pitchFamily="18" charset="0"/>
                <a:ea typeface="宋体" panose="02010600030101010101" pitchFamily="2" charset="-122"/>
              </a:endParaRPr>
            </a:p>
          </p:txBody>
        </p:sp>
        <p:sp>
          <p:nvSpPr>
            <p:cNvPr id="456719" name="Rectangle 16"/>
            <p:cNvSpPr>
              <a:spLocks noChangeArrowheads="1"/>
            </p:cNvSpPr>
            <p:nvPr/>
          </p:nvSpPr>
          <p:spPr bwMode="auto">
            <a:xfrm>
              <a:off x="4285010" y="4463827"/>
              <a:ext cx="801562" cy="455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800" b="1">
                  <a:ea typeface="宋体" panose="02010600030101010101" pitchFamily="2" charset="-122"/>
                </a:rPr>
                <a:t>0110</a:t>
              </a:r>
              <a:endParaRPr lang="en-US" altLang="zh-CN" sz="2800" b="1">
                <a:latin typeface="Times New Roman" panose="02020603050405020304" pitchFamily="18" charset="0"/>
                <a:ea typeface="宋体" panose="02010600030101010101" pitchFamily="2" charset="-122"/>
              </a:endParaRPr>
            </a:p>
          </p:txBody>
        </p:sp>
        <p:sp>
          <p:nvSpPr>
            <p:cNvPr id="456720" name="Rectangle 17"/>
            <p:cNvSpPr>
              <a:spLocks noChangeArrowheads="1"/>
            </p:cNvSpPr>
            <p:nvPr/>
          </p:nvSpPr>
          <p:spPr bwMode="auto">
            <a:xfrm>
              <a:off x="4285010" y="4787677"/>
              <a:ext cx="821878" cy="455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800" b="1">
                  <a:ea typeface="宋体" panose="02010600030101010101" pitchFamily="2" charset="-122"/>
                </a:rPr>
                <a:t>0000</a:t>
              </a:r>
              <a:endParaRPr lang="en-US" altLang="zh-CN" sz="2800" b="1">
                <a:latin typeface="Times New Roman" panose="02020603050405020304" pitchFamily="18" charset="0"/>
                <a:ea typeface="宋体" panose="02010600030101010101" pitchFamily="2" charset="-122"/>
              </a:endParaRPr>
            </a:p>
          </p:txBody>
        </p:sp>
        <p:sp>
          <p:nvSpPr>
            <p:cNvPr id="456721" name="Rectangle 18"/>
            <p:cNvSpPr>
              <a:spLocks noChangeArrowheads="1"/>
            </p:cNvSpPr>
            <p:nvPr/>
          </p:nvSpPr>
          <p:spPr bwMode="auto">
            <a:xfrm>
              <a:off x="4493914" y="5140102"/>
              <a:ext cx="801562" cy="455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800" b="1">
                  <a:ea typeface="宋体" panose="02010600030101010101" pitchFamily="2" charset="-122"/>
                </a:rPr>
                <a:t>1100</a:t>
              </a:r>
              <a:endParaRPr lang="en-US" altLang="zh-CN" sz="2800" b="1">
                <a:latin typeface="Times New Roman" panose="02020603050405020304" pitchFamily="18" charset="0"/>
                <a:ea typeface="宋体" panose="02010600030101010101" pitchFamily="2" charset="-122"/>
              </a:endParaRPr>
            </a:p>
          </p:txBody>
        </p:sp>
        <p:sp>
          <p:nvSpPr>
            <p:cNvPr id="456722" name="Rectangle 19"/>
            <p:cNvSpPr>
              <a:spLocks noChangeArrowheads="1"/>
            </p:cNvSpPr>
            <p:nvPr/>
          </p:nvSpPr>
          <p:spPr bwMode="auto">
            <a:xfrm>
              <a:off x="4490972" y="5467127"/>
              <a:ext cx="801562" cy="455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800" b="1">
                  <a:ea typeface="宋体" panose="02010600030101010101" pitchFamily="2" charset="-122"/>
                </a:rPr>
                <a:t>1101</a:t>
              </a:r>
              <a:endParaRPr lang="en-US" altLang="zh-CN" sz="2800" b="1">
                <a:latin typeface="Times New Roman" panose="02020603050405020304" pitchFamily="18" charset="0"/>
                <a:ea typeface="宋体" panose="02010600030101010101" pitchFamily="2" charset="-122"/>
              </a:endParaRPr>
            </a:p>
          </p:txBody>
        </p:sp>
        <p:sp>
          <p:nvSpPr>
            <p:cNvPr id="456723" name="Rectangle 20"/>
            <p:cNvSpPr>
              <a:spLocks noChangeArrowheads="1"/>
            </p:cNvSpPr>
            <p:nvPr/>
          </p:nvSpPr>
          <p:spPr bwMode="auto">
            <a:xfrm>
              <a:off x="4689410" y="5876703"/>
              <a:ext cx="616410" cy="455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800" b="1">
                  <a:ea typeface="宋体" panose="02010600030101010101" pitchFamily="2" charset="-122"/>
                </a:rPr>
                <a:t>001</a:t>
              </a:r>
              <a:endParaRPr lang="en-US" altLang="zh-CN" sz="2800" b="1">
                <a:latin typeface="Times New Roman" panose="02020603050405020304" pitchFamily="18" charset="0"/>
                <a:ea typeface="宋体" panose="02010600030101010101" pitchFamily="2" charset="-122"/>
              </a:endParaRPr>
            </a:p>
          </p:txBody>
        </p:sp>
        <p:sp>
          <p:nvSpPr>
            <p:cNvPr id="456724" name="Rectangle 21"/>
            <p:cNvSpPr>
              <a:spLocks noChangeArrowheads="1"/>
            </p:cNvSpPr>
            <p:nvPr/>
          </p:nvSpPr>
          <p:spPr bwMode="auto">
            <a:xfrm>
              <a:off x="6071115" y="5846472"/>
              <a:ext cx="3377123" cy="390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400" b="1" i="1">
                  <a:ea typeface="宋体" panose="02010600030101010101" pitchFamily="2" charset="-122"/>
                </a:rPr>
                <a:t>R</a:t>
              </a:r>
              <a:r>
                <a:rPr lang="en-US" altLang="zh-CN" sz="2400" b="1">
                  <a:ea typeface="宋体" panose="02010600030101010101" pitchFamily="2" charset="-122"/>
                </a:rPr>
                <a:t> (</a:t>
              </a:r>
              <a:r>
                <a:rPr lang="zh-CN" altLang="en-US" sz="2400" b="1">
                  <a:ea typeface="宋体" panose="02010600030101010101" pitchFamily="2" charset="-122"/>
                </a:rPr>
                <a:t>余数</a:t>
              </a:r>
              <a:r>
                <a:rPr lang="en-US" altLang="zh-CN" sz="2400" b="1">
                  <a:ea typeface="宋体" panose="02010600030101010101" pitchFamily="2" charset="-122"/>
                </a:rPr>
                <a:t>)</a:t>
              </a:r>
              <a:r>
                <a:rPr lang="zh-CN" altLang="en-US" sz="2400" b="1">
                  <a:ea typeface="宋体" panose="02010600030101010101" pitchFamily="2" charset="-122"/>
                </a:rPr>
                <a:t>，作为 </a:t>
              </a:r>
              <a:r>
                <a:rPr lang="en-US" altLang="zh-CN" sz="2400" b="1">
                  <a:ea typeface="宋体" panose="02010600030101010101" pitchFamily="2" charset="-122"/>
                </a:rPr>
                <a:t>FCS</a:t>
              </a:r>
              <a:endParaRPr lang="en-US" altLang="zh-CN" sz="2400" b="1">
                <a:latin typeface="Times New Roman" panose="02020603050405020304" pitchFamily="18" charset="0"/>
                <a:ea typeface="宋体" panose="02010600030101010101" pitchFamily="2" charset="-122"/>
              </a:endParaRPr>
            </a:p>
          </p:txBody>
        </p:sp>
        <p:sp>
          <p:nvSpPr>
            <p:cNvPr id="456725" name="Freeform 22"/>
            <p:cNvSpPr>
              <a:spLocks noChangeArrowheads="1"/>
            </p:cNvSpPr>
            <p:nvPr/>
          </p:nvSpPr>
          <p:spPr bwMode="auto">
            <a:xfrm>
              <a:off x="3199160" y="1626964"/>
              <a:ext cx="2600325" cy="454025"/>
            </a:xfrm>
            <a:custGeom>
              <a:avLst/>
              <a:gdLst>
                <a:gd name="T0" fmla="*/ 0 w 944"/>
                <a:gd name="T1" fmla="*/ 134 h 134"/>
                <a:gd name="T2" fmla="*/ 4 w 944"/>
                <a:gd name="T3" fmla="*/ 134 h 134"/>
                <a:gd name="T4" fmla="*/ 4 w 944"/>
                <a:gd name="T5" fmla="*/ 129 h 134"/>
                <a:gd name="T6" fmla="*/ 13 w 944"/>
                <a:gd name="T7" fmla="*/ 129 h 134"/>
                <a:gd name="T8" fmla="*/ 18 w 944"/>
                <a:gd name="T9" fmla="*/ 125 h 134"/>
                <a:gd name="T10" fmla="*/ 22 w 944"/>
                <a:gd name="T11" fmla="*/ 120 h 134"/>
                <a:gd name="T12" fmla="*/ 31 w 944"/>
                <a:gd name="T13" fmla="*/ 111 h 134"/>
                <a:gd name="T14" fmla="*/ 36 w 944"/>
                <a:gd name="T15" fmla="*/ 103 h 134"/>
                <a:gd name="T16" fmla="*/ 40 w 944"/>
                <a:gd name="T17" fmla="*/ 94 h 134"/>
                <a:gd name="T18" fmla="*/ 45 w 944"/>
                <a:gd name="T19" fmla="*/ 80 h 134"/>
                <a:gd name="T20" fmla="*/ 45 w 944"/>
                <a:gd name="T21" fmla="*/ 67 h 134"/>
                <a:gd name="T22" fmla="*/ 45 w 944"/>
                <a:gd name="T23" fmla="*/ 54 h 134"/>
                <a:gd name="T24" fmla="*/ 40 w 944"/>
                <a:gd name="T25" fmla="*/ 45 h 134"/>
                <a:gd name="T26" fmla="*/ 36 w 944"/>
                <a:gd name="T27" fmla="*/ 31 h 134"/>
                <a:gd name="T28" fmla="*/ 31 w 944"/>
                <a:gd name="T29" fmla="*/ 22 h 134"/>
                <a:gd name="T30" fmla="*/ 27 w 944"/>
                <a:gd name="T31" fmla="*/ 18 h 134"/>
                <a:gd name="T32" fmla="*/ 18 w 944"/>
                <a:gd name="T33" fmla="*/ 9 h 134"/>
                <a:gd name="T34" fmla="*/ 13 w 944"/>
                <a:gd name="T35" fmla="*/ 5 h 134"/>
                <a:gd name="T36" fmla="*/ 9 w 944"/>
                <a:gd name="T37" fmla="*/ 0 h 134"/>
                <a:gd name="T38" fmla="*/ 944 w 944"/>
                <a:gd name="T39" fmla="*/ 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44" h="134">
                  <a:moveTo>
                    <a:pt x="0" y="134"/>
                  </a:moveTo>
                  <a:lnTo>
                    <a:pt x="4" y="134"/>
                  </a:lnTo>
                  <a:lnTo>
                    <a:pt x="4" y="129"/>
                  </a:lnTo>
                  <a:lnTo>
                    <a:pt x="13" y="129"/>
                  </a:lnTo>
                  <a:lnTo>
                    <a:pt x="18" y="125"/>
                  </a:lnTo>
                  <a:lnTo>
                    <a:pt x="22" y="120"/>
                  </a:lnTo>
                  <a:lnTo>
                    <a:pt x="31" y="111"/>
                  </a:lnTo>
                  <a:lnTo>
                    <a:pt x="36" y="103"/>
                  </a:lnTo>
                  <a:lnTo>
                    <a:pt x="40" y="94"/>
                  </a:lnTo>
                  <a:lnTo>
                    <a:pt x="45" y="80"/>
                  </a:lnTo>
                  <a:lnTo>
                    <a:pt x="45" y="67"/>
                  </a:lnTo>
                  <a:lnTo>
                    <a:pt x="45" y="54"/>
                  </a:lnTo>
                  <a:lnTo>
                    <a:pt x="40" y="45"/>
                  </a:lnTo>
                  <a:lnTo>
                    <a:pt x="36" y="31"/>
                  </a:lnTo>
                  <a:lnTo>
                    <a:pt x="31" y="22"/>
                  </a:lnTo>
                  <a:lnTo>
                    <a:pt x="27" y="18"/>
                  </a:lnTo>
                  <a:lnTo>
                    <a:pt x="18" y="9"/>
                  </a:lnTo>
                  <a:lnTo>
                    <a:pt x="13" y="5"/>
                  </a:lnTo>
                  <a:lnTo>
                    <a:pt x="9" y="0"/>
                  </a:lnTo>
                  <a:lnTo>
                    <a:pt x="944" y="0"/>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a:ea typeface="宋体" panose="02010600030101010101" pitchFamily="2" charset="-122"/>
              </a:endParaRPr>
            </a:p>
          </p:txBody>
        </p:sp>
        <p:sp>
          <p:nvSpPr>
            <p:cNvPr id="456726" name="Line 23"/>
            <p:cNvSpPr>
              <a:spLocks noChangeShapeType="1"/>
            </p:cNvSpPr>
            <p:nvPr/>
          </p:nvSpPr>
          <p:spPr bwMode="auto">
            <a:xfrm>
              <a:off x="1937097" y="1836514"/>
              <a:ext cx="344488"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456727" name="Line 24"/>
            <p:cNvSpPr>
              <a:spLocks noChangeShapeType="1"/>
            </p:cNvSpPr>
            <p:nvPr/>
          </p:nvSpPr>
          <p:spPr bwMode="auto">
            <a:xfrm>
              <a:off x="4377085" y="2020664"/>
              <a:ext cx="19050" cy="438150"/>
            </a:xfrm>
            <a:prstGeom prst="line">
              <a:avLst/>
            </a:prstGeom>
            <a:noFill/>
            <a:ln w="28575">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456728" name="Line 25"/>
            <p:cNvSpPr>
              <a:spLocks noChangeShapeType="1"/>
            </p:cNvSpPr>
            <p:nvPr/>
          </p:nvSpPr>
          <p:spPr bwMode="auto">
            <a:xfrm>
              <a:off x="4561235" y="2007964"/>
              <a:ext cx="15875" cy="1141413"/>
            </a:xfrm>
            <a:prstGeom prst="line">
              <a:avLst/>
            </a:prstGeom>
            <a:noFill/>
            <a:ln w="28575">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456729" name="Line 26"/>
            <p:cNvSpPr>
              <a:spLocks noChangeShapeType="1"/>
            </p:cNvSpPr>
            <p:nvPr/>
          </p:nvSpPr>
          <p:spPr bwMode="auto">
            <a:xfrm>
              <a:off x="4772372" y="2020664"/>
              <a:ext cx="25400" cy="1765300"/>
            </a:xfrm>
            <a:prstGeom prst="line">
              <a:avLst/>
            </a:prstGeom>
            <a:noFill/>
            <a:ln w="28575">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456730" name="Line 27"/>
            <p:cNvSpPr>
              <a:spLocks noChangeShapeType="1"/>
            </p:cNvSpPr>
            <p:nvPr/>
          </p:nvSpPr>
          <p:spPr bwMode="auto">
            <a:xfrm>
              <a:off x="4958110" y="2020664"/>
              <a:ext cx="33337" cy="2439988"/>
            </a:xfrm>
            <a:prstGeom prst="line">
              <a:avLst/>
            </a:prstGeom>
            <a:noFill/>
            <a:ln w="28575">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456731" name="Line 28"/>
            <p:cNvSpPr>
              <a:spLocks noChangeShapeType="1"/>
            </p:cNvSpPr>
            <p:nvPr/>
          </p:nvSpPr>
          <p:spPr bwMode="auto">
            <a:xfrm>
              <a:off x="3513485" y="2412777"/>
              <a:ext cx="757237"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456732" name="Line 29"/>
            <p:cNvSpPr>
              <a:spLocks noChangeShapeType="1"/>
            </p:cNvSpPr>
            <p:nvPr/>
          </p:nvSpPr>
          <p:spPr bwMode="auto">
            <a:xfrm>
              <a:off x="3740497" y="3125564"/>
              <a:ext cx="757238"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456733" name="Line 30"/>
            <p:cNvSpPr>
              <a:spLocks noChangeShapeType="1"/>
            </p:cNvSpPr>
            <p:nvPr/>
          </p:nvSpPr>
          <p:spPr bwMode="auto">
            <a:xfrm>
              <a:off x="3902422" y="3812952"/>
              <a:ext cx="758825"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456734" name="Line 31"/>
            <p:cNvSpPr>
              <a:spLocks noChangeShapeType="1"/>
            </p:cNvSpPr>
            <p:nvPr/>
          </p:nvSpPr>
          <p:spPr bwMode="auto">
            <a:xfrm>
              <a:off x="4107210" y="4500339"/>
              <a:ext cx="757237"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456735" name="Line 32"/>
            <p:cNvSpPr>
              <a:spLocks noChangeShapeType="1"/>
            </p:cNvSpPr>
            <p:nvPr/>
          </p:nvSpPr>
          <p:spPr bwMode="auto">
            <a:xfrm>
              <a:off x="4308822" y="5175027"/>
              <a:ext cx="758825"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456736" name="Line 33"/>
            <p:cNvSpPr>
              <a:spLocks noChangeShapeType="1"/>
            </p:cNvSpPr>
            <p:nvPr/>
          </p:nvSpPr>
          <p:spPr bwMode="auto">
            <a:xfrm>
              <a:off x="4519547" y="5860827"/>
              <a:ext cx="757238"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456737" name="Line 35"/>
            <p:cNvSpPr>
              <a:spLocks noChangeShapeType="1"/>
            </p:cNvSpPr>
            <p:nvPr/>
          </p:nvSpPr>
          <p:spPr bwMode="auto">
            <a:xfrm>
              <a:off x="5144327" y="2022252"/>
              <a:ext cx="39687" cy="3182937"/>
            </a:xfrm>
            <a:prstGeom prst="line">
              <a:avLst/>
            </a:prstGeom>
            <a:noFill/>
            <a:ln w="28575">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456738" name="Line 38"/>
            <p:cNvSpPr>
              <a:spLocks noChangeShapeType="1"/>
            </p:cNvSpPr>
            <p:nvPr/>
          </p:nvSpPr>
          <p:spPr bwMode="auto">
            <a:xfrm flipH="1">
              <a:off x="5386636" y="1849214"/>
              <a:ext cx="504825"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456739" name="Line 39"/>
            <p:cNvSpPr>
              <a:spLocks noChangeShapeType="1"/>
            </p:cNvSpPr>
            <p:nvPr/>
          </p:nvSpPr>
          <p:spPr bwMode="auto">
            <a:xfrm flipH="1">
              <a:off x="5489510" y="6037039"/>
              <a:ext cx="504825" cy="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456740" name="Rectangle 40"/>
            <p:cNvSpPr>
              <a:spLocks noChangeArrowheads="1"/>
            </p:cNvSpPr>
            <p:nvPr/>
          </p:nvSpPr>
          <p:spPr bwMode="auto">
            <a:xfrm>
              <a:off x="5978721" y="1204869"/>
              <a:ext cx="859686" cy="390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400" b="1" i="1">
                  <a:ea typeface="宋体" panose="02010600030101010101" pitchFamily="2" charset="-122"/>
                </a:rPr>
                <a:t>Q</a:t>
              </a:r>
              <a:r>
                <a:rPr lang="en-US" altLang="zh-CN" sz="2400" b="1">
                  <a:ea typeface="宋体" panose="02010600030101010101" pitchFamily="2" charset="-122"/>
                </a:rPr>
                <a:t> (</a:t>
              </a:r>
              <a:r>
                <a:rPr lang="zh-CN" altLang="en-US" sz="2400" b="1">
                  <a:ea typeface="宋体" panose="02010600030101010101" pitchFamily="2" charset="-122"/>
                </a:rPr>
                <a:t>商</a:t>
              </a:r>
              <a:r>
                <a:rPr lang="en-US" altLang="zh-CN" sz="2400" b="1">
                  <a:ea typeface="宋体" panose="02010600030101010101" pitchFamily="2" charset="-122"/>
                </a:rPr>
                <a:t>)</a:t>
              </a:r>
              <a:endParaRPr lang="zh-CN" altLang="en-US" sz="2400" b="1">
                <a:latin typeface="Times New Roman" panose="02020603050405020304" pitchFamily="18" charset="0"/>
                <a:ea typeface="宋体" panose="02010600030101010101" pitchFamily="2" charset="-122"/>
              </a:endParaRPr>
            </a:p>
          </p:txBody>
        </p:sp>
        <p:sp>
          <p:nvSpPr>
            <p:cNvPr id="456741" name="Line 41"/>
            <p:cNvSpPr>
              <a:spLocks noChangeShapeType="1"/>
            </p:cNvSpPr>
            <p:nvPr/>
          </p:nvSpPr>
          <p:spPr bwMode="auto">
            <a:xfrm flipH="1">
              <a:off x="5385048" y="1399952"/>
              <a:ext cx="504825"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grpSp>
      <p:sp>
        <p:nvSpPr>
          <p:cNvPr id="456742"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9E3A42E-5C27-46F3-8F6C-8B17E3881CDC}" type="slidenum">
              <a:rPr lang="zh-CN" altLang="en-US" smtClean="0"/>
              <a:pPr eaLnBrk="1" hangingPunct="1"/>
              <a:t>21</a:t>
            </a:fld>
            <a:endParaRPr lang="en-US" altLang="zh-CN" smtClean="0"/>
          </a:p>
        </p:txBody>
      </p:sp>
      <p:sp>
        <p:nvSpPr>
          <p:cNvPr id="456743"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8753"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帧检验序列 </a:t>
            </a:r>
            <a:r>
              <a:rPr lang="en-US" altLang="zh-CN" smtClean="0">
                <a:ea typeface="黑体" panose="02010609060101010101" pitchFamily="49" charset="-122"/>
              </a:rPr>
              <a:t>FCS </a:t>
            </a:r>
          </a:p>
        </p:txBody>
      </p:sp>
      <p:sp>
        <p:nvSpPr>
          <p:cNvPr id="47107" name="Rectangle 3"/>
          <p:cNvSpPr>
            <a:spLocks noGrp="1" noChangeArrowheads="1"/>
          </p:cNvSpPr>
          <p:nvPr>
            <p:ph idx="1"/>
          </p:nvPr>
        </p:nvSpPr>
        <p:spPr>
          <a:xfrm>
            <a:off x="495300" y="1196975"/>
            <a:ext cx="9066213" cy="4933950"/>
          </a:xfrm>
        </p:spPr>
        <p:txBody>
          <a:bodyPr/>
          <a:lstStyle/>
          <a:p>
            <a:r>
              <a:rPr lang="zh-CN" altLang="en-US" dirty="0" smtClean="0">
                <a:ea typeface="黑体" panose="02010609060101010101" pitchFamily="49" charset="-122"/>
              </a:rPr>
              <a:t>在数据后面添加上的冗余码称为</a:t>
            </a:r>
            <a:r>
              <a:rPr lang="zh-CN" altLang="en-US" u="sng" dirty="0" smtClean="0">
                <a:solidFill>
                  <a:srgbClr val="FF0000"/>
                </a:solidFill>
                <a:ea typeface="黑体" panose="02010609060101010101" pitchFamily="49" charset="-122"/>
              </a:rPr>
              <a:t>帧检验序列 </a:t>
            </a:r>
            <a:r>
              <a:rPr lang="en-US" altLang="zh-CN" u="sng" dirty="0" smtClean="0">
                <a:solidFill>
                  <a:srgbClr val="FF0000"/>
                </a:solidFill>
                <a:ea typeface="黑体" panose="02010609060101010101" pitchFamily="49" charset="-122"/>
              </a:rPr>
              <a:t>FCS (Frame Check Sequence)</a:t>
            </a:r>
            <a:r>
              <a:rPr lang="zh-CN" altLang="en-US" u="sng" dirty="0" smtClean="0">
                <a:solidFill>
                  <a:srgbClr val="FF0000"/>
                </a:solidFill>
                <a:ea typeface="黑体" panose="02010609060101010101" pitchFamily="49" charset="-122"/>
              </a:rPr>
              <a:t>。</a:t>
            </a:r>
          </a:p>
          <a:p>
            <a:r>
              <a:rPr lang="zh-CN" altLang="en-US" dirty="0" smtClean="0">
                <a:ea typeface="黑体" panose="02010609060101010101" pitchFamily="49" charset="-122"/>
              </a:rPr>
              <a:t>循环冗余检验 </a:t>
            </a:r>
            <a:r>
              <a:rPr lang="en-US" altLang="zh-CN" dirty="0" smtClean="0">
                <a:ea typeface="黑体" panose="02010609060101010101" pitchFamily="49" charset="-122"/>
              </a:rPr>
              <a:t>CRC </a:t>
            </a:r>
            <a:r>
              <a:rPr lang="zh-CN" altLang="en-US" dirty="0" smtClean="0">
                <a:ea typeface="黑体" panose="02010609060101010101" pitchFamily="49" charset="-122"/>
              </a:rPr>
              <a:t>和帧检验序列 </a:t>
            </a:r>
            <a:r>
              <a:rPr lang="en-US" altLang="zh-CN" dirty="0" smtClean="0">
                <a:ea typeface="黑体" panose="02010609060101010101" pitchFamily="49" charset="-122"/>
              </a:rPr>
              <a:t>FCS </a:t>
            </a:r>
            <a:r>
              <a:rPr lang="zh-CN" altLang="en-US" dirty="0" smtClean="0">
                <a:ea typeface="黑体" panose="02010609060101010101" pitchFamily="49" charset="-122"/>
              </a:rPr>
              <a:t>并不等同。</a:t>
            </a:r>
          </a:p>
          <a:p>
            <a:pPr lvl="1"/>
            <a:r>
              <a:rPr lang="en-US" altLang="zh-CN" dirty="0" smtClean="0">
                <a:solidFill>
                  <a:srgbClr val="000099"/>
                </a:solidFill>
                <a:ea typeface="黑体" panose="02010609060101010101" pitchFamily="49" charset="-122"/>
              </a:rPr>
              <a:t>CRC </a:t>
            </a:r>
            <a:r>
              <a:rPr lang="zh-CN" altLang="en-US" dirty="0" smtClean="0">
                <a:solidFill>
                  <a:srgbClr val="000099"/>
                </a:solidFill>
                <a:ea typeface="黑体" panose="02010609060101010101" pitchFamily="49" charset="-122"/>
              </a:rPr>
              <a:t>是一种常用的检错方法，而 </a:t>
            </a:r>
            <a:r>
              <a:rPr lang="en-US" altLang="zh-CN" dirty="0" smtClean="0">
                <a:solidFill>
                  <a:srgbClr val="000099"/>
                </a:solidFill>
                <a:ea typeface="黑体" panose="02010609060101010101" pitchFamily="49" charset="-122"/>
              </a:rPr>
              <a:t>FCS </a:t>
            </a:r>
            <a:r>
              <a:rPr lang="zh-CN" altLang="en-US" dirty="0" smtClean="0">
                <a:solidFill>
                  <a:srgbClr val="000099"/>
                </a:solidFill>
                <a:ea typeface="黑体" panose="02010609060101010101" pitchFamily="49" charset="-122"/>
              </a:rPr>
              <a:t>是添加在数据后面的冗余码。</a:t>
            </a:r>
          </a:p>
          <a:p>
            <a:pPr lvl="1"/>
            <a:r>
              <a:rPr lang="en-US" altLang="zh-CN" dirty="0" smtClean="0">
                <a:solidFill>
                  <a:srgbClr val="000099"/>
                </a:solidFill>
                <a:ea typeface="黑体" panose="02010609060101010101" pitchFamily="49" charset="-122"/>
              </a:rPr>
              <a:t>FCS </a:t>
            </a:r>
            <a:r>
              <a:rPr lang="zh-CN" altLang="en-US" dirty="0" smtClean="0">
                <a:solidFill>
                  <a:srgbClr val="000099"/>
                </a:solidFill>
                <a:ea typeface="黑体" panose="02010609060101010101" pitchFamily="49" charset="-122"/>
              </a:rPr>
              <a:t>可以用 </a:t>
            </a:r>
            <a:r>
              <a:rPr lang="en-US" altLang="zh-CN" dirty="0" smtClean="0">
                <a:solidFill>
                  <a:srgbClr val="000099"/>
                </a:solidFill>
                <a:ea typeface="黑体" panose="02010609060101010101" pitchFamily="49" charset="-122"/>
              </a:rPr>
              <a:t>CRC </a:t>
            </a:r>
            <a:r>
              <a:rPr lang="zh-CN" altLang="en-US" dirty="0" smtClean="0">
                <a:solidFill>
                  <a:srgbClr val="000099"/>
                </a:solidFill>
                <a:ea typeface="黑体" panose="02010609060101010101" pitchFamily="49" charset="-122"/>
              </a:rPr>
              <a:t>这种方法得出，但 </a:t>
            </a:r>
            <a:r>
              <a:rPr lang="en-US" altLang="zh-CN" dirty="0" smtClean="0">
                <a:solidFill>
                  <a:srgbClr val="000099"/>
                </a:solidFill>
                <a:ea typeface="黑体" panose="02010609060101010101" pitchFamily="49" charset="-122"/>
              </a:rPr>
              <a:t>CRC </a:t>
            </a:r>
            <a:r>
              <a:rPr lang="zh-CN" altLang="en-US" dirty="0" smtClean="0">
                <a:solidFill>
                  <a:srgbClr val="000099"/>
                </a:solidFill>
                <a:ea typeface="黑体" panose="02010609060101010101" pitchFamily="49" charset="-122"/>
              </a:rPr>
              <a:t>并非用来获得 </a:t>
            </a:r>
            <a:r>
              <a:rPr lang="en-US" altLang="zh-CN" dirty="0" smtClean="0">
                <a:solidFill>
                  <a:srgbClr val="000099"/>
                </a:solidFill>
                <a:ea typeface="黑体" panose="02010609060101010101" pitchFamily="49" charset="-122"/>
              </a:rPr>
              <a:t>FCS </a:t>
            </a:r>
            <a:r>
              <a:rPr lang="zh-CN" altLang="en-US" dirty="0" smtClean="0">
                <a:solidFill>
                  <a:srgbClr val="000099"/>
                </a:solidFill>
                <a:ea typeface="黑体" panose="02010609060101010101" pitchFamily="49" charset="-122"/>
              </a:rPr>
              <a:t>的唯一方法。  </a:t>
            </a:r>
          </a:p>
        </p:txBody>
      </p:sp>
      <p:sp>
        <p:nvSpPr>
          <p:cNvPr id="45875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7905689-93ED-4679-B034-FF48557D5ADE}" type="slidenum">
              <a:rPr lang="zh-CN" altLang="en-US" smtClean="0"/>
              <a:pPr eaLnBrk="1" hangingPunct="1"/>
              <a:t>22</a:t>
            </a:fld>
            <a:endParaRPr lang="en-US" altLang="zh-CN" smtClean="0"/>
          </a:p>
        </p:txBody>
      </p:sp>
      <p:sp>
        <p:nvSpPr>
          <p:cNvPr id="45875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107">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7107">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710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7"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01" name="Rectangle 2"/>
          <p:cNvSpPr>
            <a:spLocks noGrp="1" noChangeArrowheads="1"/>
          </p:cNvSpPr>
          <p:nvPr>
            <p:ph type="title"/>
          </p:nvPr>
        </p:nvSpPr>
        <p:spPr>
          <a:xfrm>
            <a:off x="495300" y="188913"/>
            <a:ext cx="9066213" cy="792162"/>
          </a:xfrm>
        </p:spPr>
        <p:txBody>
          <a:bodyPr/>
          <a:lstStyle/>
          <a:p>
            <a:pPr algn="ctr"/>
            <a:r>
              <a:rPr lang="zh-CN" altLang="en-US" sz="3600" smtClean="0">
                <a:ea typeface="黑体" panose="02010609060101010101" pitchFamily="49" charset="-122"/>
              </a:rPr>
              <a:t>接收端对收到的每一帧进行 </a:t>
            </a:r>
            <a:r>
              <a:rPr lang="en-US" altLang="zh-CN" sz="3600" smtClean="0">
                <a:ea typeface="黑体" panose="02010609060101010101" pitchFamily="49" charset="-122"/>
              </a:rPr>
              <a:t>CRC </a:t>
            </a:r>
            <a:r>
              <a:rPr lang="zh-CN" altLang="en-US" sz="3600" smtClean="0">
                <a:ea typeface="黑体" panose="02010609060101010101" pitchFamily="49" charset="-122"/>
              </a:rPr>
              <a:t>检验 </a:t>
            </a:r>
          </a:p>
        </p:txBody>
      </p:sp>
      <p:sp>
        <p:nvSpPr>
          <p:cNvPr id="150531" name="Rectangle 3"/>
          <p:cNvSpPr>
            <a:spLocks noGrp="1" noChangeArrowheads="1"/>
          </p:cNvSpPr>
          <p:nvPr>
            <p:ph idx="1"/>
          </p:nvPr>
        </p:nvSpPr>
        <p:spPr>
          <a:xfrm>
            <a:off x="495300" y="1196975"/>
            <a:ext cx="9066213" cy="4933950"/>
          </a:xfrm>
        </p:spPr>
        <p:txBody>
          <a:bodyPr/>
          <a:lstStyle/>
          <a:p>
            <a:pPr marL="0" indent="0" algn="just">
              <a:lnSpc>
                <a:spcPct val="100000"/>
              </a:lnSpc>
              <a:buNone/>
            </a:pPr>
            <a:r>
              <a:rPr lang="en-US" altLang="zh-CN" dirty="0" smtClean="0">
                <a:ea typeface="黑体" panose="02010609060101010101" pitchFamily="49" charset="-122"/>
              </a:rPr>
              <a:t>(1) </a:t>
            </a:r>
            <a:r>
              <a:rPr lang="zh-CN" altLang="en-US" dirty="0" smtClean="0">
                <a:ea typeface="黑体" panose="02010609060101010101" pitchFamily="49" charset="-122"/>
              </a:rPr>
              <a:t>若得出的余数 </a:t>
            </a:r>
            <a:r>
              <a:rPr lang="en-US" altLang="zh-CN" i="1" dirty="0" smtClean="0">
                <a:ea typeface="黑体" panose="02010609060101010101" pitchFamily="49" charset="-122"/>
              </a:rPr>
              <a:t>R</a:t>
            </a:r>
            <a:r>
              <a:rPr lang="en-US" altLang="zh-CN" dirty="0" smtClean="0">
                <a:ea typeface="黑体" panose="02010609060101010101" pitchFamily="49" charset="-122"/>
              </a:rPr>
              <a:t> = 0</a:t>
            </a:r>
            <a:r>
              <a:rPr lang="zh-CN" altLang="en-US" dirty="0" smtClean="0">
                <a:ea typeface="黑体" panose="02010609060101010101" pitchFamily="49" charset="-122"/>
              </a:rPr>
              <a:t>，则判定这个帧没有差错，就</a:t>
            </a:r>
            <a:r>
              <a:rPr lang="zh-CN" altLang="en-US" dirty="0" smtClean="0">
                <a:solidFill>
                  <a:srgbClr val="FF0000"/>
                </a:solidFill>
                <a:ea typeface="黑体" panose="02010609060101010101" pitchFamily="49" charset="-122"/>
              </a:rPr>
              <a:t>接受 </a:t>
            </a:r>
            <a:r>
              <a:rPr lang="en-US" altLang="zh-CN" dirty="0" smtClean="0">
                <a:ea typeface="黑体" panose="02010609060101010101" pitchFamily="49" charset="-122"/>
              </a:rPr>
              <a:t>(accept)</a:t>
            </a:r>
            <a:r>
              <a:rPr lang="zh-CN" altLang="en-US" dirty="0" smtClean="0">
                <a:ea typeface="黑体" panose="02010609060101010101" pitchFamily="49" charset="-122"/>
              </a:rPr>
              <a:t>。</a:t>
            </a:r>
          </a:p>
          <a:p>
            <a:pPr marL="0" indent="0" algn="just">
              <a:lnSpc>
                <a:spcPct val="100000"/>
              </a:lnSpc>
              <a:buNone/>
            </a:pPr>
            <a:r>
              <a:rPr lang="en-US" altLang="zh-CN" dirty="0" smtClean="0">
                <a:ea typeface="黑体" panose="02010609060101010101" pitchFamily="49" charset="-122"/>
              </a:rPr>
              <a:t>(2) </a:t>
            </a:r>
            <a:r>
              <a:rPr lang="zh-CN" altLang="en-US" dirty="0" smtClean="0">
                <a:ea typeface="黑体" panose="02010609060101010101" pitchFamily="49" charset="-122"/>
              </a:rPr>
              <a:t>若余数 </a:t>
            </a:r>
            <a:r>
              <a:rPr lang="en-US" altLang="zh-CN" i="1" dirty="0" smtClean="0">
                <a:ea typeface="黑体" panose="02010609060101010101" pitchFamily="49" charset="-122"/>
              </a:rPr>
              <a:t>R</a:t>
            </a:r>
            <a:r>
              <a:rPr lang="en-US" altLang="zh-CN" dirty="0" smtClean="0">
                <a:ea typeface="黑体" panose="02010609060101010101" pitchFamily="49" charset="-122"/>
              </a:rPr>
              <a:t> </a:t>
            </a:r>
            <a:r>
              <a:rPr lang="en-US" altLang="zh-CN" dirty="0" smtClean="0">
                <a:ea typeface="黑体" panose="02010609060101010101" pitchFamily="49" charset="-122"/>
                <a:sym typeface="Symbol" panose="05050102010706020507" pitchFamily="18" charset="2"/>
              </a:rPr>
              <a:t></a:t>
            </a:r>
            <a:r>
              <a:rPr lang="en-US" altLang="zh-CN" dirty="0" smtClean="0">
                <a:ea typeface="黑体" panose="02010609060101010101" pitchFamily="49" charset="-122"/>
              </a:rPr>
              <a:t> 0</a:t>
            </a:r>
            <a:r>
              <a:rPr lang="zh-CN" altLang="en-US" dirty="0" smtClean="0">
                <a:ea typeface="黑体" panose="02010609060101010101" pitchFamily="49" charset="-122"/>
              </a:rPr>
              <a:t>，则判定这个帧有差错，就</a:t>
            </a:r>
            <a:r>
              <a:rPr lang="zh-CN" altLang="en-US" dirty="0" smtClean="0">
                <a:solidFill>
                  <a:srgbClr val="FF0000"/>
                </a:solidFill>
                <a:ea typeface="黑体" panose="02010609060101010101" pitchFamily="49" charset="-122"/>
              </a:rPr>
              <a:t>丢弃。</a:t>
            </a:r>
          </a:p>
          <a:p>
            <a:pPr algn="just">
              <a:lnSpc>
                <a:spcPct val="100000"/>
              </a:lnSpc>
            </a:pPr>
            <a:r>
              <a:rPr lang="zh-CN" altLang="en-US" dirty="0" smtClean="0">
                <a:ea typeface="黑体" panose="02010609060101010101" pitchFamily="49" charset="-122"/>
              </a:rPr>
              <a:t>但这种检测方法并不能确定究竟是哪一个或哪几个比特出现了差错。</a:t>
            </a:r>
          </a:p>
          <a:p>
            <a:pPr algn="just">
              <a:lnSpc>
                <a:spcPct val="100000"/>
              </a:lnSpc>
            </a:pPr>
            <a:r>
              <a:rPr lang="zh-CN" altLang="en-US" dirty="0" smtClean="0">
                <a:ea typeface="黑体" panose="02010609060101010101" pitchFamily="49" charset="-122"/>
              </a:rPr>
              <a:t>只要经过严格的挑选，并使用位数足够多的除数</a:t>
            </a:r>
            <a:r>
              <a:rPr lang="zh-CN" altLang="en-US" sz="1000" dirty="0" smtClean="0">
                <a:ea typeface="黑体" panose="02010609060101010101" pitchFamily="49" charset="-122"/>
              </a:rPr>
              <a:t> </a:t>
            </a:r>
            <a:r>
              <a:rPr lang="en-US" altLang="zh-CN" i="1" dirty="0" smtClean="0">
                <a:ea typeface="黑体" panose="02010609060101010101" pitchFamily="49" charset="-122"/>
              </a:rPr>
              <a:t>P</a:t>
            </a:r>
            <a:r>
              <a:rPr lang="zh-CN" altLang="en-US" dirty="0" smtClean="0">
                <a:ea typeface="黑体" panose="02010609060101010101" pitchFamily="49" charset="-122"/>
              </a:rPr>
              <a:t>，那么出现检测不到的差错的概率就很小很小。 </a:t>
            </a:r>
          </a:p>
        </p:txBody>
      </p:sp>
      <p:sp>
        <p:nvSpPr>
          <p:cNvPr id="46080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DF32E34-1BB6-41D6-937C-2BFE7D8F0812}" type="slidenum">
              <a:rPr lang="zh-CN" altLang="en-US" smtClean="0"/>
              <a:pPr eaLnBrk="1" hangingPunct="1"/>
              <a:t>23</a:t>
            </a:fld>
            <a:endParaRPr lang="en-US" altLang="zh-CN" smtClean="0"/>
          </a:p>
        </p:txBody>
      </p:sp>
      <p:sp>
        <p:nvSpPr>
          <p:cNvPr id="46080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0531">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053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531"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smtClean="0"/>
              <a:t>CRC</a:t>
            </a:r>
            <a:r>
              <a:rPr lang="zh-CN" altLang="en-US" dirty="0" smtClean="0"/>
              <a:t>中除数的多项式表示法</a:t>
            </a:r>
            <a:endParaRPr lang="zh-CN" altLang="en-US" dirty="0"/>
          </a:p>
        </p:txBody>
      </p:sp>
      <p:sp>
        <p:nvSpPr>
          <p:cNvPr id="3" name="内容占位符 2"/>
          <p:cNvSpPr>
            <a:spLocks noGrp="1"/>
          </p:cNvSpPr>
          <p:nvPr>
            <p:ph idx="1"/>
          </p:nvPr>
        </p:nvSpPr>
        <p:spPr/>
        <p:txBody>
          <a:bodyPr/>
          <a:lstStyle/>
          <a:p>
            <a:pPr marL="0" indent="0">
              <a:buNone/>
            </a:pPr>
            <a:r>
              <a:rPr lang="en-US" altLang="zh-CN" dirty="0" smtClean="0"/>
              <a:t>P=1 1 0 1 P(X)=X</a:t>
            </a:r>
            <a:r>
              <a:rPr lang="en-US" altLang="zh-CN" baseline="30000" dirty="0" smtClean="0"/>
              <a:t>3</a:t>
            </a:r>
            <a:r>
              <a:rPr lang="en-US" altLang="zh-CN" dirty="0" smtClean="0"/>
              <a:t>+X</a:t>
            </a:r>
            <a:r>
              <a:rPr lang="en-US" altLang="zh-CN" baseline="30000" dirty="0" smtClean="0"/>
              <a:t>2</a:t>
            </a:r>
            <a:r>
              <a:rPr lang="en-US" altLang="zh-CN" dirty="0" smtClean="0"/>
              <a:t>+1</a:t>
            </a:r>
          </a:p>
          <a:p>
            <a:pPr marL="0" indent="0">
              <a:buNone/>
            </a:pPr>
            <a:r>
              <a:rPr lang="en-US" altLang="zh-CN" dirty="0"/>
              <a:t> </a:t>
            </a:r>
            <a:r>
              <a:rPr lang="en-US" altLang="zh-CN" dirty="0" smtClean="0"/>
              <a:t>    3 2 1 0  </a:t>
            </a:r>
            <a:r>
              <a:rPr lang="zh-CN" altLang="en-US" dirty="0" smtClean="0"/>
              <a:t>位对应为</a:t>
            </a:r>
            <a:r>
              <a:rPr lang="en-US" altLang="zh-CN" dirty="0" smtClean="0"/>
              <a:t>X</a:t>
            </a:r>
            <a:r>
              <a:rPr lang="zh-CN" altLang="en-US" dirty="0" smtClean="0"/>
              <a:t>的次幂</a:t>
            </a:r>
            <a:endParaRPr lang="en-US" altLang="zh-CN" dirty="0" smtClean="0"/>
          </a:p>
          <a:p>
            <a:pPr marL="0" indent="0">
              <a:buNone/>
            </a:pPr>
            <a:r>
              <a:rPr lang="zh-CN" altLang="en-US" dirty="0" smtClean="0"/>
              <a:t>例如：常用的多项式</a:t>
            </a:r>
            <a:endParaRPr lang="en-US" altLang="zh-CN" dirty="0" smtClean="0"/>
          </a:p>
          <a:p>
            <a:pPr marL="0" indent="0">
              <a:buNone/>
            </a:pPr>
            <a:r>
              <a:rPr lang="en-US" altLang="zh-CN" dirty="0" smtClean="0"/>
              <a:t>CRC-16=X</a:t>
            </a:r>
            <a:r>
              <a:rPr lang="en-US" altLang="zh-CN" baseline="30000" dirty="0"/>
              <a:t>16</a:t>
            </a:r>
            <a:r>
              <a:rPr lang="en-US" altLang="zh-CN" dirty="0" smtClean="0"/>
              <a:t>+X</a:t>
            </a:r>
            <a:r>
              <a:rPr lang="en-US" altLang="zh-CN" baseline="30000" dirty="0"/>
              <a:t>15</a:t>
            </a:r>
            <a:r>
              <a:rPr lang="en-US" altLang="zh-CN" dirty="0" smtClean="0"/>
              <a:t>+X</a:t>
            </a:r>
            <a:r>
              <a:rPr lang="en-US" altLang="zh-CN" baseline="30000" dirty="0"/>
              <a:t>2</a:t>
            </a:r>
            <a:r>
              <a:rPr lang="en-US" altLang="zh-CN" dirty="0" smtClean="0"/>
              <a:t>+1</a:t>
            </a:r>
          </a:p>
          <a:p>
            <a:pPr marL="0" indent="0">
              <a:buNone/>
            </a:pPr>
            <a:r>
              <a:rPr lang="en-US" altLang="zh-CN" dirty="0" smtClean="0"/>
              <a:t>CRC-CCITT=X</a:t>
            </a:r>
            <a:r>
              <a:rPr lang="en-US" altLang="zh-CN" baseline="30000" dirty="0"/>
              <a:t>16</a:t>
            </a:r>
            <a:r>
              <a:rPr lang="en-US" altLang="zh-CN" dirty="0" smtClean="0"/>
              <a:t>+X</a:t>
            </a:r>
            <a:r>
              <a:rPr lang="en-US" altLang="zh-CN" baseline="30000" dirty="0"/>
              <a:t>12</a:t>
            </a:r>
            <a:r>
              <a:rPr lang="en-US" altLang="zh-CN" dirty="0" smtClean="0"/>
              <a:t>+X</a:t>
            </a:r>
            <a:r>
              <a:rPr lang="en-US" altLang="zh-CN" baseline="30000" dirty="0"/>
              <a:t>5</a:t>
            </a:r>
            <a:r>
              <a:rPr lang="en-US" altLang="zh-CN" dirty="0" smtClean="0"/>
              <a:t>+1</a:t>
            </a:r>
          </a:p>
          <a:p>
            <a:pPr marL="0" indent="0">
              <a:buNone/>
            </a:pPr>
            <a:r>
              <a:rPr lang="en-US" altLang="zh-CN" dirty="0" smtClean="0"/>
              <a:t>CRC-32=X</a:t>
            </a:r>
            <a:r>
              <a:rPr lang="en-US" altLang="zh-CN" baseline="30000" dirty="0" smtClean="0"/>
              <a:t>32</a:t>
            </a:r>
            <a:r>
              <a:rPr lang="en-US" altLang="zh-CN" dirty="0" smtClean="0"/>
              <a:t>+X</a:t>
            </a:r>
            <a:r>
              <a:rPr lang="en-US" altLang="zh-CN" baseline="30000" dirty="0" smtClean="0"/>
              <a:t>26</a:t>
            </a:r>
            <a:r>
              <a:rPr lang="en-US" altLang="zh-CN" dirty="0" smtClean="0"/>
              <a:t>+X</a:t>
            </a:r>
            <a:r>
              <a:rPr lang="en-US" altLang="zh-CN" baseline="30000" dirty="0" smtClean="0"/>
              <a:t>23</a:t>
            </a:r>
            <a:r>
              <a:rPr lang="en-US" altLang="zh-CN" dirty="0" smtClean="0"/>
              <a:t>+X</a:t>
            </a:r>
            <a:r>
              <a:rPr lang="en-US" altLang="zh-CN" baseline="30000" dirty="0" smtClean="0"/>
              <a:t>22</a:t>
            </a:r>
            <a:r>
              <a:rPr lang="en-US" altLang="zh-CN" dirty="0" smtClean="0"/>
              <a:t>+X</a:t>
            </a:r>
            <a:r>
              <a:rPr lang="en-US" altLang="zh-CN" baseline="30000" dirty="0" smtClean="0"/>
              <a:t>16</a:t>
            </a:r>
            <a:r>
              <a:rPr lang="en-US" altLang="zh-CN" dirty="0" smtClean="0"/>
              <a:t>+X</a:t>
            </a:r>
            <a:r>
              <a:rPr lang="en-US" altLang="zh-CN" baseline="30000" dirty="0" smtClean="0"/>
              <a:t>12</a:t>
            </a:r>
            <a:r>
              <a:rPr lang="en-US" altLang="zh-CN" dirty="0" smtClean="0"/>
              <a:t>+X</a:t>
            </a:r>
            <a:r>
              <a:rPr lang="en-US" altLang="zh-CN" baseline="30000" dirty="0" smtClean="0"/>
              <a:t>11</a:t>
            </a:r>
            <a:r>
              <a:rPr lang="en-US" altLang="zh-CN" dirty="0" smtClean="0"/>
              <a:t>+X</a:t>
            </a:r>
            <a:r>
              <a:rPr lang="en-US" altLang="zh-CN" baseline="30000" dirty="0" smtClean="0"/>
              <a:t>10</a:t>
            </a:r>
            <a:r>
              <a:rPr lang="en-US" altLang="zh-CN" dirty="0" smtClean="0"/>
              <a:t>+X</a:t>
            </a:r>
            <a:r>
              <a:rPr lang="en-US" altLang="zh-CN" baseline="30000" dirty="0" smtClean="0"/>
              <a:t>8</a:t>
            </a:r>
            <a:r>
              <a:rPr lang="en-US" altLang="zh-CN" dirty="0" smtClean="0"/>
              <a:t>+X</a:t>
            </a:r>
            <a:r>
              <a:rPr lang="en-US" altLang="zh-CN" baseline="30000" dirty="0" smtClean="0"/>
              <a:t>7</a:t>
            </a:r>
            <a:r>
              <a:rPr lang="en-US" altLang="zh-CN" dirty="0" smtClean="0"/>
              <a:t>+X</a:t>
            </a:r>
            <a:r>
              <a:rPr lang="en-US" altLang="zh-CN" baseline="30000" dirty="0" smtClean="0"/>
              <a:t>6</a:t>
            </a:r>
            <a:r>
              <a:rPr lang="en-US" altLang="zh-CN" dirty="0" smtClean="0"/>
              <a:t>+X</a:t>
            </a:r>
            <a:r>
              <a:rPr lang="en-US" altLang="zh-CN" baseline="30000" dirty="0" smtClean="0"/>
              <a:t>4</a:t>
            </a:r>
            <a:r>
              <a:rPr lang="en-US" altLang="zh-CN" dirty="0" smtClean="0"/>
              <a:t>+X</a:t>
            </a:r>
            <a:r>
              <a:rPr lang="en-US" altLang="zh-CN" baseline="30000" dirty="0" smtClean="0"/>
              <a:t>2</a:t>
            </a:r>
            <a:r>
              <a:rPr lang="en-US" altLang="zh-CN" dirty="0" smtClean="0"/>
              <a:t>+X+1</a:t>
            </a:r>
            <a:endParaRPr lang="zh-CN" altLang="en-US" dirty="0"/>
          </a:p>
        </p:txBody>
      </p:sp>
      <p:sp>
        <p:nvSpPr>
          <p:cNvPr id="4" name="日期占位符 3"/>
          <p:cNvSpPr>
            <a:spLocks noGrp="1"/>
          </p:cNvSpPr>
          <p:nvPr>
            <p:ph type="dt" sz="half" idx="10"/>
          </p:nvPr>
        </p:nvSpPr>
        <p:spPr/>
        <p:txBody>
          <a:bodyPr/>
          <a:lstStyle/>
          <a:p>
            <a:endParaRPr lang="en-US" altLang="zh-CN"/>
          </a:p>
        </p:txBody>
      </p:sp>
      <p:sp>
        <p:nvSpPr>
          <p:cNvPr id="5" name="页脚占位符 4"/>
          <p:cNvSpPr>
            <a:spLocks noGrp="1"/>
          </p:cNvSpPr>
          <p:nvPr>
            <p:ph type="ftr" sz="quarter" idx="11"/>
          </p:nvPr>
        </p:nvSpPr>
        <p:spPr/>
        <p:txBody>
          <a:bodyPr/>
          <a:lstStyle/>
          <a:p>
            <a:r>
              <a:rPr lang="en-US" altLang="zh-CN" smtClean="0"/>
              <a:t>ppt课件</a:t>
            </a:r>
            <a:endParaRPr lang="en-US" altLang="zh-CN"/>
          </a:p>
        </p:txBody>
      </p:sp>
      <p:sp>
        <p:nvSpPr>
          <p:cNvPr id="6" name="灯片编号占位符 5"/>
          <p:cNvSpPr>
            <a:spLocks noGrp="1"/>
          </p:cNvSpPr>
          <p:nvPr>
            <p:ph type="sldNum" sz="quarter" idx="12"/>
          </p:nvPr>
        </p:nvSpPr>
        <p:spPr/>
        <p:txBody>
          <a:bodyPr/>
          <a:lstStyle/>
          <a:p>
            <a:fld id="{B324A7B3-BB3D-430C-9416-57B4A4106B8F}" type="slidenum">
              <a:rPr lang="zh-CN" altLang="en-US" smtClean="0"/>
              <a:pPr/>
              <a:t>24</a:t>
            </a:fld>
            <a:endParaRPr lang="en-US" altLang="zh-CN"/>
          </a:p>
        </p:txBody>
      </p:sp>
    </p:spTree>
    <p:extLst>
      <p:ext uri="{BB962C8B-B14F-4D97-AF65-F5344CB8AC3E}">
        <p14:creationId xmlns:p14="http://schemas.microsoft.com/office/powerpoint/2010/main" val="13782828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2849"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应当注意 </a:t>
            </a:r>
          </a:p>
        </p:txBody>
      </p:sp>
      <p:sp>
        <p:nvSpPr>
          <p:cNvPr id="149507" name="Rectangle 3"/>
          <p:cNvSpPr>
            <a:spLocks noGrp="1" noChangeArrowheads="1"/>
          </p:cNvSpPr>
          <p:nvPr>
            <p:ph idx="1"/>
          </p:nvPr>
        </p:nvSpPr>
        <p:spPr>
          <a:xfrm>
            <a:off x="495300" y="1196975"/>
            <a:ext cx="9066213" cy="4933950"/>
          </a:xfrm>
        </p:spPr>
        <p:txBody>
          <a:bodyPr/>
          <a:lstStyle/>
          <a:p>
            <a:pPr algn="just"/>
            <a:r>
              <a:rPr lang="zh-CN" altLang="en-US" sz="2800" smtClean="0">
                <a:ea typeface="黑体" panose="02010609060101010101" pitchFamily="49" charset="-122"/>
              </a:rPr>
              <a:t>仅用循环冗余检验 </a:t>
            </a:r>
            <a:r>
              <a:rPr lang="en-US" altLang="zh-CN" sz="2800" smtClean="0">
                <a:ea typeface="黑体" panose="02010609060101010101" pitchFamily="49" charset="-122"/>
              </a:rPr>
              <a:t>CRC </a:t>
            </a:r>
            <a:r>
              <a:rPr lang="zh-CN" altLang="en-US" sz="2800" smtClean="0">
                <a:ea typeface="黑体" panose="02010609060101010101" pitchFamily="49" charset="-122"/>
              </a:rPr>
              <a:t>差错检测技术只能做到</a:t>
            </a:r>
            <a:r>
              <a:rPr lang="zh-CN" altLang="en-US" sz="2800" smtClean="0">
                <a:solidFill>
                  <a:srgbClr val="FF0000"/>
                </a:solidFill>
                <a:ea typeface="黑体" panose="02010609060101010101" pitchFamily="49" charset="-122"/>
              </a:rPr>
              <a:t>无差错接受 </a:t>
            </a:r>
            <a:r>
              <a:rPr lang="en-US" altLang="zh-CN" sz="2800" smtClean="0">
                <a:ea typeface="黑体" panose="02010609060101010101" pitchFamily="49" charset="-122"/>
              </a:rPr>
              <a:t>(accept)</a:t>
            </a:r>
            <a:r>
              <a:rPr lang="zh-CN" altLang="en-US" sz="2800" smtClean="0">
                <a:ea typeface="黑体" panose="02010609060101010101" pitchFamily="49" charset="-122"/>
              </a:rPr>
              <a:t>。</a:t>
            </a:r>
          </a:p>
          <a:p>
            <a:pPr algn="just"/>
            <a:r>
              <a:rPr lang="zh-CN" altLang="en-US" sz="2800" smtClean="0">
                <a:solidFill>
                  <a:srgbClr val="0000FF"/>
                </a:solidFill>
                <a:ea typeface="黑体" panose="02010609060101010101" pitchFamily="49" charset="-122"/>
              </a:rPr>
              <a:t>“无差错接受”是指：</a:t>
            </a:r>
            <a:r>
              <a:rPr lang="zh-CN" altLang="en-US" sz="2800" smtClean="0">
                <a:ea typeface="黑体" panose="02010609060101010101" pitchFamily="49" charset="-122"/>
              </a:rPr>
              <a:t>“凡是接受的帧（即不包括丢弃的帧），我们都能以非常接近于 </a:t>
            </a:r>
            <a:r>
              <a:rPr lang="en-US" altLang="zh-CN" sz="2800" smtClean="0">
                <a:ea typeface="黑体" panose="02010609060101010101" pitchFamily="49" charset="-122"/>
              </a:rPr>
              <a:t>1 </a:t>
            </a:r>
            <a:r>
              <a:rPr lang="zh-CN" altLang="en-US" sz="2800" smtClean="0">
                <a:ea typeface="黑体" panose="02010609060101010101" pitchFamily="49" charset="-122"/>
              </a:rPr>
              <a:t>的概率认为这些帧在传输过程中没有产生差错”。</a:t>
            </a:r>
          </a:p>
          <a:p>
            <a:pPr algn="just"/>
            <a:r>
              <a:rPr lang="zh-CN" altLang="en-US" sz="2800" smtClean="0">
                <a:ea typeface="黑体" panose="02010609060101010101" pitchFamily="49" charset="-122"/>
              </a:rPr>
              <a:t>也就是说：“凡是接收端数据链路层接受的帧都没有传输差错”（有差错的帧就丢弃而不接受）。</a:t>
            </a:r>
          </a:p>
          <a:p>
            <a:pPr algn="just"/>
            <a:r>
              <a:rPr lang="zh-CN" altLang="en-US" sz="2800" smtClean="0">
                <a:solidFill>
                  <a:srgbClr val="FF0000"/>
                </a:solidFill>
                <a:ea typeface="黑体" panose="02010609060101010101" pitchFamily="49" charset="-122"/>
              </a:rPr>
              <a:t>要做到“可靠传输”（即发送什么就收到什么）就必须再加上确认和重传机制。</a:t>
            </a:r>
            <a:r>
              <a:rPr lang="zh-CN" altLang="en-US" sz="2800" smtClean="0">
                <a:solidFill>
                  <a:srgbClr val="C00000"/>
                </a:solidFill>
                <a:ea typeface="黑体" panose="02010609060101010101" pitchFamily="49" charset="-122"/>
              </a:rPr>
              <a:t>  </a:t>
            </a:r>
          </a:p>
        </p:txBody>
      </p:sp>
      <p:sp>
        <p:nvSpPr>
          <p:cNvPr id="46285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7FCCFCF-EF95-44DA-A966-0EC5607877A1}" type="slidenum">
              <a:rPr lang="zh-CN" altLang="en-US" smtClean="0"/>
              <a:pPr eaLnBrk="1" hangingPunct="1"/>
              <a:t>25</a:t>
            </a:fld>
            <a:endParaRPr lang="en-US" altLang="zh-CN" smtClean="0"/>
          </a:p>
        </p:txBody>
      </p:sp>
      <p:sp>
        <p:nvSpPr>
          <p:cNvPr id="46285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950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9507">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950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507"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4897"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应当注意 </a:t>
            </a:r>
          </a:p>
        </p:txBody>
      </p:sp>
      <p:sp>
        <p:nvSpPr>
          <p:cNvPr id="464898" name="Rectangle 3"/>
          <p:cNvSpPr>
            <a:spLocks noGrp="1" noChangeArrowheads="1"/>
          </p:cNvSpPr>
          <p:nvPr>
            <p:ph idx="1"/>
          </p:nvPr>
        </p:nvSpPr>
        <p:spPr>
          <a:xfrm>
            <a:off x="495300" y="1196975"/>
            <a:ext cx="9066213" cy="4933950"/>
          </a:xfrm>
        </p:spPr>
        <p:txBody>
          <a:bodyPr/>
          <a:lstStyle/>
          <a:p>
            <a:pPr algn="just"/>
            <a:r>
              <a:rPr lang="zh-CN" altLang="zh-CN" dirty="0" smtClean="0">
                <a:ea typeface="黑体" panose="02010609060101010101" pitchFamily="49" charset="-122"/>
              </a:rPr>
              <a:t>应当明确，</a:t>
            </a:r>
            <a:r>
              <a:rPr lang="zh-CN" altLang="zh-CN" dirty="0" smtClean="0">
                <a:solidFill>
                  <a:srgbClr val="FF0000"/>
                </a:solidFill>
                <a:ea typeface="黑体" panose="02010609060101010101" pitchFamily="49" charset="-122"/>
              </a:rPr>
              <a:t>“无比特差错”与“无传输差错”</a:t>
            </a:r>
            <a:r>
              <a:rPr lang="zh-CN" altLang="en-US" dirty="0" smtClean="0">
                <a:solidFill>
                  <a:srgbClr val="FF0000"/>
                </a:solidFill>
                <a:ea typeface="黑体" panose="02010609060101010101" pitchFamily="49" charset="-122"/>
              </a:rPr>
              <a:t>是</a:t>
            </a:r>
            <a:r>
              <a:rPr lang="zh-CN" altLang="zh-CN" dirty="0" smtClean="0">
                <a:solidFill>
                  <a:srgbClr val="FF0000"/>
                </a:solidFill>
                <a:ea typeface="黑体" panose="02010609060101010101" pitchFamily="49" charset="-122"/>
              </a:rPr>
              <a:t>不</a:t>
            </a:r>
            <a:r>
              <a:rPr lang="zh-CN" altLang="en-US" dirty="0" smtClean="0">
                <a:solidFill>
                  <a:srgbClr val="FF0000"/>
                </a:solidFill>
                <a:ea typeface="黑体" panose="02010609060101010101" pitchFamily="49" charset="-122"/>
              </a:rPr>
              <a:t>同</a:t>
            </a:r>
            <a:r>
              <a:rPr lang="zh-CN" altLang="zh-CN" dirty="0" smtClean="0">
                <a:solidFill>
                  <a:srgbClr val="FF0000"/>
                </a:solidFill>
                <a:ea typeface="黑体" panose="02010609060101010101" pitchFamily="49" charset="-122"/>
              </a:rPr>
              <a:t>的概念。</a:t>
            </a:r>
            <a:endParaRPr lang="en-US" altLang="zh-CN" dirty="0" smtClean="0">
              <a:solidFill>
                <a:srgbClr val="FF0000"/>
              </a:solidFill>
              <a:ea typeface="黑体" panose="02010609060101010101" pitchFamily="49" charset="-122"/>
            </a:endParaRPr>
          </a:p>
          <a:p>
            <a:pPr algn="just"/>
            <a:r>
              <a:rPr lang="zh-CN" altLang="zh-CN" dirty="0" smtClean="0">
                <a:solidFill>
                  <a:srgbClr val="0000FF"/>
                </a:solidFill>
                <a:ea typeface="黑体" panose="02010609060101010101" pitchFamily="49" charset="-122"/>
              </a:rPr>
              <a:t>在数据链路层使用</a:t>
            </a:r>
            <a:r>
              <a:rPr lang="en-US" altLang="zh-CN" dirty="0" smtClean="0">
                <a:solidFill>
                  <a:srgbClr val="0000FF"/>
                </a:solidFill>
                <a:ea typeface="黑体" panose="02010609060101010101" pitchFamily="49" charset="-122"/>
              </a:rPr>
              <a:t> CRC </a:t>
            </a:r>
            <a:r>
              <a:rPr lang="zh-CN" altLang="zh-CN" dirty="0" smtClean="0">
                <a:solidFill>
                  <a:srgbClr val="0000FF"/>
                </a:solidFill>
                <a:ea typeface="黑体" panose="02010609060101010101" pitchFamily="49" charset="-122"/>
              </a:rPr>
              <a:t>检验，能够实现无比特差错的传输，但这还不是可靠传输</a:t>
            </a:r>
            <a:r>
              <a:rPr lang="zh-CN" altLang="zh-CN" dirty="0" smtClean="0">
                <a:solidFill>
                  <a:srgbClr val="0000FF"/>
                </a:solidFill>
                <a:ea typeface="黑体" panose="02010609060101010101" pitchFamily="49" charset="-122"/>
              </a:rPr>
              <a:t>。</a:t>
            </a:r>
            <a:r>
              <a:rPr lang="zh-CN" altLang="en-US" dirty="0" smtClean="0">
                <a:ea typeface="黑体" panose="02010609060101010101" pitchFamily="49" charset="-122"/>
              </a:rPr>
              <a:t>可靠传输需确认重传，交由上层协议解决。</a:t>
            </a:r>
            <a:endParaRPr lang="en-US" altLang="zh-CN" dirty="0" smtClean="0">
              <a:ea typeface="黑体" panose="02010609060101010101" pitchFamily="49" charset="-122"/>
            </a:endParaRPr>
          </a:p>
          <a:p>
            <a:pPr algn="just"/>
            <a:r>
              <a:rPr lang="zh-CN" altLang="en-US" dirty="0" smtClean="0">
                <a:ea typeface="黑体" panose="02010609060101010101" pitchFamily="49" charset="-122"/>
              </a:rPr>
              <a:t>以前常用可靠的</a:t>
            </a:r>
            <a:r>
              <a:rPr lang="en-US" altLang="zh-CN" dirty="0" smtClean="0">
                <a:solidFill>
                  <a:srgbClr val="0000CC"/>
                </a:solidFill>
                <a:ea typeface="黑体" panose="02010609060101010101" pitchFamily="49" charset="-122"/>
              </a:rPr>
              <a:t>HDLC</a:t>
            </a:r>
            <a:r>
              <a:rPr lang="zh-CN" altLang="en-US" dirty="0" smtClean="0">
                <a:solidFill>
                  <a:srgbClr val="0000CC"/>
                </a:solidFill>
                <a:ea typeface="黑体" panose="02010609060101010101" pitchFamily="49" charset="-122"/>
              </a:rPr>
              <a:t>（</a:t>
            </a:r>
            <a:r>
              <a:rPr lang="en-US" altLang="zh-CN" dirty="0" smtClean="0">
                <a:solidFill>
                  <a:srgbClr val="0000CC"/>
                </a:solidFill>
                <a:ea typeface="黑体" panose="02010609060101010101" pitchFamily="49" charset="-122"/>
              </a:rPr>
              <a:t>High-level Data Link Control</a:t>
            </a:r>
            <a:r>
              <a:rPr lang="zh-CN" altLang="en-US" dirty="0" smtClean="0">
                <a:solidFill>
                  <a:srgbClr val="0000CC"/>
                </a:solidFill>
                <a:ea typeface="黑体" panose="02010609060101010101" pitchFamily="49" charset="-122"/>
              </a:rPr>
              <a:t>）</a:t>
            </a:r>
            <a:r>
              <a:rPr lang="zh-CN" altLang="en-US" dirty="0" smtClean="0">
                <a:solidFill>
                  <a:srgbClr val="0000CC"/>
                </a:solidFill>
                <a:ea typeface="黑体" panose="02010609060101010101" pitchFamily="49" charset="-122"/>
              </a:rPr>
              <a:t>高级数据链路控制协议</a:t>
            </a:r>
            <a:r>
              <a:rPr lang="zh-CN" altLang="en-US" dirty="0" smtClean="0">
                <a:ea typeface="黑体" panose="02010609060101010101" pitchFamily="49" charset="-122"/>
              </a:rPr>
              <a:t>，现在常用</a:t>
            </a:r>
            <a:r>
              <a:rPr lang="zh-CN" altLang="zh-CN" dirty="0" smtClean="0">
                <a:ea typeface="黑体" panose="02010609060101010101" pitchFamily="49" charset="-122"/>
              </a:rPr>
              <a:t>本章</a:t>
            </a:r>
            <a:r>
              <a:rPr lang="zh-CN" altLang="zh-CN" dirty="0" smtClean="0">
                <a:ea typeface="黑体" panose="02010609060101010101" pitchFamily="49" charset="-122"/>
              </a:rPr>
              <a:t>介绍</a:t>
            </a:r>
            <a:r>
              <a:rPr lang="zh-CN" altLang="zh-CN" dirty="0" smtClean="0">
                <a:ea typeface="黑体" panose="02010609060101010101" pitchFamily="49" charset="-122"/>
              </a:rPr>
              <a:t>的</a:t>
            </a:r>
            <a:r>
              <a:rPr lang="zh-CN" altLang="en-US" dirty="0" smtClean="0">
                <a:ea typeface="黑体" panose="02010609060101010101" pitchFamily="49" charset="-122"/>
              </a:rPr>
              <a:t>简单</a:t>
            </a:r>
            <a:r>
              <a:rPr lang="zh-CN" altLang="en-US" dirty="0" smtClean="0">
                <a:ea typeface="黑体" panose="02010609060101010101" pitchFamily="49" charset="-122"/>
              </a:rPr>
              <a:t>高效的</a:t>
            </a:r>
            <a:r>
              <a:rPr lang="zh-CN" altLang="zh-CN" dirty="0" smtClean="0">
                <a:ea typeface="黑体" panose="02010609060101010101" pitchFamily="49" charset="-122"/>
              </a:rPr>
              <a:t>数据链路层协议</a:t>
            </a:r>
            <a:r>
              <a:rPr lang="zh-CN" altLang="en-US" dirty="0" smtClean="0">
                <a:ea typeface="黑体" panose="02010609060101010101" pitchFamily="49" charset="-122"/>
              </a:rPr>
              <a:t>，它们</a:t>
            </a:r>
            <a:r>
              <a:rPr lang="zh-CN" altLang="zh-CN" dirty="0" smtClean="0">
                <a:ea typeface="黑体" panose="02010609060101010101" pitchFamily="49" charset="-122"/>
              </a:rPr>
              <a:t>都</a:t>
            </a:r>
            <a:r>
              <a:rPr lang="zh-CN" altLang="zh-CN" dirty="0" smtClean="0">
                <a:ea typeface="黑体" panose="02010609060101010101" pitchFamily="49" charset="-122"/>
              </a:rPr>
              <a:t>不是可靠传输的协议。</a:t>
            </a:r>
            <a:endParaRPr lang="en-US" altLang="zh-CN" dirty="0" smtClean="0">
              <a:solidFill>
                <a:srgbClr val="0000FF"/>
              </a:solidFill>
              <a:ea typeface="黑体" panose="02010609060101010101" pitchFamily="49" charset="-122"/>
            </a:endParaRPr>
          </a:p>
          <a:p>
            <a:pPr algn="just"/>
            <a:endParaRPr lang="zh-CN" altLang="zh-CN" dirty="0" smtClean="0">
              <a:ea typeface="黑体" panose="02010609060101010101" pitchFamily="49" charset="-122"/>
            </a:endParaRPr>
          </a:p>
          <a:p>
            <a:pPr algn="just"/>
            <a:endParaRPr lang="zh-CN" altLang="en-US" dirty="0" smtClean="0">
              <a:solidFill>
                <a:srgbClr val="C00000"/>
              </a:solidFill>
              <a:ea typeface="黑体" panose="02010609060101010101" pitchFamily="49" charset="-122"/>
            </a:endParaRPr>
          </a:p>
        </p:txBody>
      </p:sp>
      <p:sp>
        <p:nvSpPr>
          <p:cNvPr id="46489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97E3A0B-2A2C-4CCC-94B3-76A451797495}" type="slidenum">
              <a:rPr lang="zh-CN" altLang="en-US" smtClean="0"/>
              <a:pPr eaLnBrk="1" hangingPunct="1"/>
              <a:t>26</a:t>
            </a:fld>
            <a:endParaRPr lang="en-US" altLang="zh-CN" smtClean="0"/>
          </a:p>
        </p:txBody>
      </p:sp>
      <p:sp>
        <p:nvSpPr>
          <p:cNvPr id="46490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6945" name="标题 1"/>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3.2  </a:t>
            </a:r>
            <a:r>
              <a:rPr lang="zh-CN" altLang="zh-CN" smtClean="0">
                <a:ea typeface="黑体" panose="02010609060101010101" pitchFamily="49" charset="-122"/>
              </a:rPr>
              <a:t>点对点协议</a:t>
            </a:r>
            <a:r>
              <a:rPr lang="en-US" altLang="zh-CN" smtClean="0">
                <a:ea typeface="黑体" panose="02010609060101010101" pitchFamily="49" charset="-122"/>
              </a:rPr>
              <a:t> PPP</a:t>
            </a:r>
            <a:endParaRPr lang="zh-CN" altLang="en-US" smtClean="0">
              <a:ea typeface="黑体" panose="02010609060101010101" pitchFamily="49" charset="-122"/>
            </a:endParaRPr>
          </a:p>
        </p:txBody>
      </p:sp>
      <p:sp>
        <p:nvSpPr>
          <p:cNvPr id="466946" name="内容占位符 2"/>
          <p:cNvSpPr>
            <a:spLocks noGrp="1" noChangeArrowheads="1"/>
          </p:cNvSpPr>
          <p:nvPr>
            <p:ph idx="1"/>
          </p:nvPr>
        </p:nvSpPr>
        <p:spPr>
          <a:xfrm>
            <a:off x="495300" y="1196975"/>
            <a:ext cx="9066213" cy="4933950"/>
          </a:xfrm>
        </p:spPr>
        <p:txBody>
          <a:bodyPr/>
          <a:lstStyle/>
          <a:p>
            <a:r>
              <a:rPr lang="en-US" altLang="zh-CN" smtClean="0">
                <a:ea typeface="黑体" panose="02010609060101010101" pitchFamily="49" charset="-122"/>
              </a:rPr>
              <a:t>3.2.1  PPP </a:t>
            </a:r>
            <a:r>
              <a:rPr lang="zh-CN" altLang="zh-CN" smtClean="0">
                <a:ea typeface="黑体" panose="02010609060101010101" pitchFamily="49" charset="-122"/>
              </a:rPr>
              <a:t>协议的特点</a:t>
            </a:r>
          </a:p>
          <a:p>
            <a:r>
              <a:rPr lang="en-US" altLang="zh-CN" smtClean="0">
                <a:ea typeface="黑体" panose="02010609060101010101" pitchFamily="49" charset="-122"/>
              </a:rPr>
              <a:t>3.2.2  PPP </a:t>
            </a:r>
            <a:r>
              <a:rPr lang="zh-CN" altLang="zh-CN" smtClean="0">
                <a:ea typeface="黑体" panose="02010609060101010101" pitchFamily="49" charset="-122"/>
              </a:rPr>
              <a:t>协议的帧格式</a:t>
            </a:r>
          </a:p>
          <a:p>
            <a:r>
              <a:rPr lang="en-US" altLang="zh-CN" smtClean="0">
                <a:ea typeface="黑体" panose="02010609060101010101" pitchFamily="49" charset="-122"/>
              </a:rPr>
              <a:t>3.2.3  PPP </a:t>
            </a:r>
            <a:r>
              <a:rPr lang="zh-CN" altLang="zh-CN" smtClean="0">
                <a:ea typeface="黑体" panose="02010609060101010101" pitchFamily="49" charset="-122"/>
              </a:rPr>
              <a:t>协议的工作状态</a:t>
            </a:r>
          </a:p>
        </p:txBody>
      </p:sp>
      <p:sp>
        <p:nvSpPr>
          <p:cNvPr id="466947"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A1AF937-A639-4DFF-AC80-40959BEADB6B}" type="slidenum">
              <a:rPr lang="zh-CN" altLang="en-US" smtClean="0"/>
              <a:pPr eaLnBrk="1" hangingPunct="1"/>
              <a:t>27</a:t>
            </a:fld>
            <a:endParaRPr lang="en-US" altLang="zh-CN" smtClean="0"/>
          </a:p>
        </p:txBody>
      </p:sp>
      <p:sp>
        <p:nvSpPr>
          <p:cNvPr id="466948"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7969"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3.2.1  PPP </a:t>
            </a:r>
            <a:r>
              <a:rPr lang="zh-CN" altLang="en-US" smtClean="0">
                <a:ea typeface="黑体" panose="02010609060101010101" pitchFamily="49" charset="-122"/>
              </a:rPr>
              <a:t>协议的特点 </a:t>
            </a:r>
          </a:p>
        </p:txBody>
      </p:sp>
      <p:sp>
        <p:nvSpPr>
          <p:cNvPr id="190467" name="Rectangle 3"/>
          <p:cNvSpPr>
            <a:spLocks noGrp="1" noChangeArrowheads="1"/>
          </p:cNvSpPr>
          <p:nvPr>
            <p:ph idx="1"/>
          </p:nvPr>
        </p:nvSpPr>
        <p:spPr>
          <a:xfrm>
            <a:off x="495300" y="1196975"/>
            <a:ext cx="9066213" cy="4933950"/>
          </a:xfrm>
        </p:spPr>
        <p:txBody>
          <a:bodyPr/>
          <a:lstStyle/>
          <a:p>
            <a:r>
              <a:rPr lang="zh-CN" altLang="zh-CN" dirty="0" smtClean="0">
                <a:ea typeface="黑体" panose="02010609060101010101" pitchFamily="49" charset="-122"/>
              </a:rPr>
              <a:t>对于点对点的链路</a:t>
            </a:r>
            <a:r>
              <a:rPr lang="zh-CN" altLang="en-US" dirty="0" smtClean="0">
                <a:ea typeface="黑体" panose="02010609060101010101" pitchFamily="49" charset="-122"/>
              </a:rPr>
              <a:t>，</a:t>
            </a:r>
            <a:r>
              <a:rPr lang="zh-CN" altLang="zh-CN" dirty="0" smtClean="0">
                <a:ea typeface="黑体" panose="02010609060101010101" pitchFamily="49" charset="-122"/>
              </a:rPr>
              <a:t>目前使用得最广泛的数据链路层协议</a:t>
            </a:r>
            <a:r>
              <a:rPr lang="zh-CN" altLang="en-US" dirty="0" smtClean="0">
                <a:ea typeface="黑体" panose="02010609060101010101" pitchFamily="49" charset="-122"/>
              </a:rPr>
              <a:t>是</a:t>
            </a:r>
            <a:r>
              <a:rPr lang="zh-CN" altLang="en-US" u="sng" dirty="0" smtClean="0">
                <a:solidFill>
                  <a:srgbClr val="FF0000"/>
                </a:solidFill>
                <a:ea typeface="黑体" panose="02010609060101010101" pitchFamily="49" charset="-122"/>
              </a:rPr>
              <a:t>点对点协议 </a:t>
            </a:r>
            <a:r>
              <a:rPr lang="en-US" altLang="zh-CN" u="sng" dirty="0" smtClean="0">
                <a:solidFill>
                  <a:srgbClr val="FF0000"/>
                </a:solidFill>
                <a:ea typeface="黑体" panose="02010609060101010101" pitchFamily="49" charset="-122"/>
              </a:rPr>
              <a:t>PPP (Point-to-Point Protocol)</a:t>
            </a:r>
            <a:r>
              <a:rPr lang="zh-CN" altLang="en-US" dirty="0" smtClean="0">
                <a:ea typeface="黑体" panose="02010609060101010101" pitchFamily="49" charset="-122"/>
              </a:rPr>
              <a:t>。</a:t>
            </a:r>
            <a:endParaRPr lang="en-US" altLang="zh-CN" dirty="0" smtClean="0">
              <a:ea typeface="黑体" panose="02010609060101010101" pitchFamily="49" charset="-122"/>
            </a:endParaRPr>
          </a:p>
          <a:p>
            <a:r>
              <a:rPr lang="zh-CN" altLang="en-US" dirty="0" smtClean="0">
                <a:ea typeface="黑体" panose="02010609060101010101" pitchFamily="49" charset="-122"/>
              </a:rPr>
              <a:t>用户使用拨号电话线接入互联网时，</a:t>
            </a:r>
            <a:r>
              <a:rPr lang="en-US" altLang="zh-CN" dirty="0" smtClean="0">
                <a:ea typeface="黑体" panose="02010609060101010101" pitchFamily="49" charset="-122"/>
              </a:rPr>
              <a:t> </a:t>
            </a:r>
            <a:r>
              <a:rPr lang="zh-CN" altLang="zh-CN" dirty="0" smtClean="0">
                <a:ea typeface="黑体" panose="02010609060101010101" pitchFamily="49" charset="-122"/>
              </a:rPr>
              <a:t>用户计算机和</a:t>
            </a:r>
            <a:r>
              <a:rPr lang="en-US" altLang="zh-CN" dirty="0" smtClean="0">
                <a:ea typeface="黑体" panose="02010609060101010101" pitchFamily="49" charset="-122"/>
              </a:rPr>
              <a:t> ISP </a:t>
            </a:r>
            <a:r>
              <a:rPr lang="zh-CN" altLang="zh-CN" dirty="0" smtClean="0">
                <a:ea typeface="黑体" panose="02010609060101010101" pitchFamily="49" charset="-122"/>
              </a:rPr>
              <a:t>进行通信时所使用的数据链路层协议就是</a:t>
            </a:r>
            <a:r>
              <a:rPr lang="en-US" altLang="zh-CN" dirty="0" smtClean="0">
                <a:ea typeface="黑体" panose="02010609060101010101" pitchFamily="49" charset="-122"/>
              </a:rPr>
              <a:t> PPP </a:t>
            </a:r>
            <a:r>
              <a:rPr lang="zh-CN" altLang="zh-CN" dirty="0" smtClean="0">
                <a:ea typeface="黑体" panose="02010609060101010101" pitchFamily="49" charset="-122"/>
              </a:rPr>
              <a:t>协议</a:t>
            </a:r>
            <a:r>
              <a:rPr lang="zh-CN" altLang="en-US" dirty="0" smtClean="0">
                <a:ea typeface="黑体" panose="02010609060101010101" pitchFamily="49" charset="-122"/>
              </a:rPr>
              <a:t>。</a:t>
            </a:r>
            <a:endParaRPr lang="en-US" altLang="zh-CN" dirty="0" smtClean="0">
              <a:ea typeface="黑体" panose="02010609060101010101" pitchFamily="49" charset="-122"/>
            </a:endParaRPr>
          </a:p>
          <a:p>
            <a:r>
              <a:rPr lang="en-US" altLang="zh-CN" dirty="0" smtClean="0">
                <a:ea typeface="黑体" panose="02010609060101010101" pitchFamily="49" charset="-122"/>
              </a:rPr>
              <a:t>PPP </a:t>
            </a:r>
            <a:r>
              <a:rPr lang="zh-CN" altLang="zh-CN" dirty="0" smtClean="0">
                <a:ea typeface="黑体" panose="02010609060101010101" pitchFamily="49" charset="-122"/>
              </a:rPr>
              <a:t>协议在</a:t>
            </a:r>
            <a:r>
              <a:rPr lang="en-US" altLang="zh-CN" dirty="0" smtClean="0">
                <a:ea typeface="黑体" panose="02010609060101010101" pitchFamily="49" charset="-122"/>
              </a:rPr>
              <a:t>1994</a:t>
            </a:r>
            <a:r>
              <a:rPr lang="zh-CN" altLang="zh-CN" dirty="0" smtClean="0">
                <a:ea typeface="黑体" panose="02010609060101010101" pitchFamily="49" charset="-122"/>
              </a:rPr>
              <a:t>年就已成为互联网的正式标准</a:t>
            </a:r>
            <a:r>
              <a:rPr lang="zh-CN" altLang="en-US" dirty="0" smtClean="0">
                <a:ea typeface="黑体" panose="02010609060101010101" pitchFamily="49" charset="-122"/>
              </a:rPr>
              <a:t>。</a:t>
            </a:r>
            <a:endParaRPr lang="en-US" altLang="zh-CN" dirty="0" smtClean="0">
              <a:ea typeface="黑体" panose="02010609060101010101" pitchFamily="49" charset="-122"/>
            </a:endParaRPr>
          </a:p>
        </p:txBody>
      </p:sp>
      <p:sp>
        <p:nvSpPr>
          <p:cNvPr id="46797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D946FB5-B530-464A-8549-903BEC037F2B}" type="slidenum">
              <a:rPr lang="zh-CN" altLang="en-US" smtClean="0"/>
              <a:pPr eaLnBrk="1" hangingPunct="1"/>
              <a:t>28</a:t>
            </a:fld>
            <a:endParaRPr lang="en-US" altLang="zh-CN" smtClean="0"/>
          </a:p>
        </p:txBody>
      </p:sp>
      <p:sp>
        <p:nvSpPr>
          <p:cNvPr id="46797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046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046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0467"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0017" name="Rectangle 2"/>
          <p:cNvSpPr>
            <a:spLocks noGrp="1" noChangeArrowheads="1"/>
          </p:cNvSpPr>
          <p:nvPr>
            <p:ph type="title"/>
          </p:nvPr>
        </p:nvSpPr>
        <p:spPr/>
        <p:txBody>
          <a:bodyPr/>
          <a:lstStyle/>
          <a:p>
            <a:pPr algn="ctr"/>
            <a:r>
              <a:rPr lang="zh-CN" altLang="en-US" sz="4000" smtClean="0">
                <a:ea typeface="黑体" panose="02010609060101010101" pitchFamily="49" charset="-122"/>
              </a:rPr>
              <a:t>用户到 </a:t>
            </a:r>
            <a:r>
              <a:rPr lang="en-US" altLang="zh-CN" sz="4000" smtClean="0">
                <a:ea typeface="黑体" panose="02010609060101010101" pitchFamily="49" charset="-122"/>
              </a:rPr>
              <a:t>ISP </a:t>
            </a:r>
            <a:r>
              <a:rPr lang="zh-CN" altLang="en-US" sz="4000" smtClean="0">
                <a:ea typeface="黑体" panose="02010609060101010101" pitchFamily="49" charset="-122"/>
              </a:rPr>
              <a:t>的链路使用 </a:t>
            </a:r>
            <a:r>
              <a:rPr lang="en-US" altLang="zh-CN" sz="4000" smtClean="0">
                <a:ea typeface="黑体" panose="02010609060101010101" pitchFamily="49" charset="-122"/>
              </a:rPr>
              <a:t>PPP </a:t>
            </a:r>
            <a:r>
              <a:rPr lang="zh-CN" altLang="en-US" sz="4000" smtClean="0">
                <a:ea typeface="黑体" panose="02010609060101010101" pitchFamily="49" charset="-122"/>
              </a:rPr>
              <a:t>协议 </a:t>
            </a:r>
          </a:p>
        </p:txBody>
      </p:sp>
      <p:grpSp>
        <p:nvGrpSpPr>
          <p:cNvPr id="470018" name="组合 1"/>
          <p:cNvGrpSpPr>
            <a:grpSpLocks/>
          </p:cNvGrpSpPr>
          <p:nvPr/>
        </p:nvGrpSpPr>
        <p:grpSpPr bwMode="auto">
          <a:xfrm>
            <a:off x="261938" y="1916113"/>
            <a:ext cx="9558337" cy="3065462"/>
            <a:chOff x="261778" y="1916832"/>
            <a:chExt cx="9558149" cy="3065165"/>
          </a:xfrm>
        </p:grpSpPr>
        <p:sp>
          <p:nvSpPr>
            <p:cNvPr id="470019" name="Line 53"/>
            <p:cNvSpPr>
              <a:spLocks noChangeShapeType="1"/>
            </p:cNvSpPr>
            <p:nvPr/>
          </p:nvSpPr>
          <p:spPr bwMode="auto">
            <a:xfrm>
              <a:off x="1052512" y="4725119"/>
              <a:ext cx="4368271" cy="0"/>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70020" name="Oval 54"/>
            <p:cNvSpPr>
              <a:spLocks noChangeArrowheads="1"/>
            </p:cNvSpPr>
            <p:nvPr/>
          </p:nvSpPr>
          <p:spPr bwMode="auto">
            <a:xfrm>
              <a:off x="2691475" y="1916832"/>
              <a:ext cx="1014677" cy="2520950"/>
            </a:xfrm>
            <a:prstGeom prst="ellipse">
              <a:avLst/>
            </a:prstGeom>
            <a:solidFill>
              <a:srgbClr val="CCFFFF">
                <a:alpha val="50000"/>
              </a:srgbClr>
            </a:solidFill>
            <a:ln w="9525">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70021" name="Text Box 55"/>
            <p:cNvSpPr txBox="1">
              <a:spLocks noChangeArrowheads="1"/>
            </p:cNvSpPr>
            <p:nvPr/>
          </p:nvSpPr>
          <p:spPr bwMode="auto">
            <a:xfrm>
              <a:off x="261778" y="2721446"/>
              <a:ext cx="494046"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000099"/>
                  </a:solidFill>
                  <a:ea typeface="黑体" panose="02010609060101010101" pitchFamily="49" charset="-122"/>
                </a:rPr>
                <a:t>用</a:t>
              </a:r>
            </a:p>
            <a:p>
              <a:pPr eaLnBrk="0" hangingPunct="0"/>
              <a:endParaRPr lang="zh-CN" altLang="en-US" sz="2400" b="1">
                <a:solidFill>
                  <a:srgbClr val="000099"/>
                </a:solidFill>
                <a:ea typeface="黑体" panose="02010609060101010101" pitchFamily="49" charset="-122"/>
              </a:endParaRPr>
            </a:p>
            <a:p>
              <a:pPr eaLnBrk="0" hangingPunct="0"/>
              <a:r>
                <a:rPr lang="zh-CN" altLang="en-US" sz="2400" b="1">
                  <a:solidFill>
                    <a:srgbClr val="000099"/>
                  </a:solidFill>
                  <a:ea typeface="黑体" panose="02010609060101010101" pitchFamily="49" charset="-122"/>
                </a:rPr>
                <a:t>户</a:t>
              </a:r>
            </a:p>
          </p:txBody>
        </p:sp>
        <p:sp>
          <p:nvSpPr>
            <p:cNvPr id="470022" name="Text Box 56"/>
            <p:cNvSpPr txBox="1">
              <a:spLocks noChangeArrowheads="1"/>
            </p:cNvSpPr>
            <p:nvPr/>
          </p:nvSpPr>
          <p:spPr bwMode="auto">
            <a:xfrm>
              <a:off x="8397743" y="2865462"/>
              <a:ext cx="142218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000099"/>
                  </a:solidFill>
                  <a:ea typeface="黑体" panose="02010609060101010101" pitchFamily="49" charset="-122"/>
                </a:rPr>
                <a:t>至互联网</a:t>
              </a:r>
              <a:endParaRPr lang="zh-CN" altLang="en-US" sz="2400" b="1">
                <a:solidFill>
                  <a:srgbClr val="00FF00"/>
                </a:solidFill>
                <a:ea typeface="黑体" panose="02010609060101010101" pitchFamily="49" charset="-122"/>
              </a:endParaRPr>
            </a:p>
          </p:txBody>
        </p:sp>
        <p:sp>
          <p:nvSpPr>
            <p:cNvPr id="470023" name="Rectangle 58"/>
            <p:cNvSpPr>
              <a:spLocks noChangeArrowheads="1"/>
            </p:cNvSpPr>
            <p:nvPr/>
          </p:nvSpPr>
          <p:spPr bwMode="auto">
            <a:xfrm>
              <a:off x="5453460" y="2134320"/>
              <a:ext cx="2385351" cy="2232025"/>
            </a:xfrm>
            <a:prstGeom prst="rect">
              <a:avLst/>
            </a:prstGeom>
            <a:solidFill>
              <a:srgbClr val="FF99FF"/>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70024" name="Text Box 59"/>
            <p:cNvSpPr txBox="1">
              <a:spLocks noChangeArrowheads="1"/>
            </p:cNvSpPr>
            <p:nvPr/>
          </p:nvSpPr>
          <p:spPr bwMode="auto">
            <a:xfrm>
              <a:off x="5385048" y="2174007"/>
              <a:ext cx="250741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000" b="1">
                  <a:solidFill>
                    <a:srgbClr val="000099"/>
                  </a:solidFill>
                  <a:ea typeface="黑体" panose="02010609060101010101" pitchFamily="49" charset="-122"/>
                </a:rPr>
                <a:t>已向互联网管理机构</a:t>
              </a:r>
            </a:p>
            <a:p>
              <a:pPr algn="ctr" eaLnBrk="0" hangingPunct="0"/>
              <a:r>
                <a:rPr lang="zh-CN" altLang="en-US" sz="2000" b="1">
                  <a:solidFill>
                    <a:srgbClr val="000099"/>
                  </a:solidFill>
                  <a:ea typeface="黑体" panose="02010609060101010101" pitchFamily="49" charset="-122"/>
                </a:rPr>
                <a:t>申请到一批 </a:t>
              </a:r>
              <a:r>
                <a:rPr lang="en-US" altLang="zh-CN" sz="2000" b="1">
                  <a:solidFill>
                    <a:srgbClr val="000099"/>
                  </a:solidFill>
                  <a:ea typeface="黑体" panose="02010609060101010101" pitchFamily="49" charset="-122"/>
                </a:rPr>
                <a:t>IP </a:t>
              </a:r>
              <a:r>
                <a:rPr lang="zh-CN" altLang="en-US" sz="2000" b="1">
                  <a:solidFill>
                    <a:srgbClr val="000099"/>
                  </a:solidFill>
                  <a:ea typeface="黑体" panose="02010609060101010101" pitchFamily="49" charset="-122"/>
                </a:rPr>
                <a:t>地址</a:t>
              </a:r>
            </a:p>
          </p:txBody>
        </p:sp>
        <p:sp>
          <p:nvSpPr>
            <p:cNvPr id="470025" name="Text Box 60"/>
            <p:cNvSpPr txBox="1">
              <a:spLocks noChangeArrowheads="1"/>
            </p:cNvSpPr>
            <p:nvPr/>
          </p:nvSpPr>
          <p:spPr bwMode="auto">
            <a:xfrm>
              <a:off x="6387306" y="3056657"/>
              <a:ext cx="67999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a:solidFill>
                    <a:srgbClr val="000099"/>
                  </a:solidFill>
                  <a:ea typeface="黑体" panose="02010609060101010101" pitchFamily="49" charset="-122"/>
                </a:rPr>
                <a:t>ISP</a:t>
              </a:r>
            </a:p>
          </p:txBody>
        </p:sp>
        <p:sp>
          <p:nvSpPr>
            <p:cNvPr id="470026" name="Freeform 61"/>
            <p:cNvSpPr>
              <a:spLocks noChangeArrowheads="1"/>
            </p:cNvSpPr>
            <p:nvPr/>
          </p:nvSpPr>
          <p:spPr bwMode="auto">
            <a:xfrm>
              <a:off x="7845690" y="3285257"/>
              <a:ext cx="1632083" cy="114300"/>
            </a:xfrm>
            <a:custGeom>
              <a:avLst/>
              <a:gdLst>
                <a:gd name="T0" fmla="*/ 0 w 949"/>
                <a:gd name="T1" fmla="*/ 0 h 72"/>
                <a:gd name="T2" fmla="*/ 379 w 949"/>
                <a:gd name="T3" fmla="*/ 0 h 72"/>
                <a:gd name="T4" fmla="*/ 297 w 949"/>
                <a:gd name="T5" fmla="*/ 72 h 72"/>
                <a:gd name="T6" fmla="*/ 949 w 949"/>
                <a:gd name="T7" fmla="*/ 62 h 72"/>
              </a:gdLst>
              <a:ahLst/>
              <a:cxnLst>
                <a:cxn ang="0">
                  <a:pos x="T0" y="T1"/>
                </a:cxn>
                <a:cxn ang="0">
                  <a:pos x="T2" y="T3"/>
                </a:cxn>
                <a:cxn ang="0">
                  <a:pos x="T4" y="T5"/>
                </a:cxn>
                <a:cxn ang="0">
                  <a:pos x="T6" y="T7"/>
                </a:cxn>
              </a:cxnLst>
              <a:rect l="0" t="0" r="r" b="b"/>
              <a:pathLst>
                <a:path w="949" h="72">
                  <a:moveTo>
                    <a:pt x="0" y="0"/>
                  </a:moveTo>
                  <a:lnTo>
                    <a:pt x="379" y="0"/>
                  </a:lnTo>
                  <a:lnTo>
                    <a:pt x="297" y="72"/>
                  </a:lnTo>
                  <a:lnTo>
                    <a:pt x="949" y="62"/>
                  </a:lnTo>
                </a:path>
              </a:pathLst>
            </a:custGeom>
            <a:noFill/>
            <a:ln w="571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70027" name="Line 66"/>
            <p:cNvSpPr>
              <a:spLocks noChangeShapeType="1"/>
            </p:cNvSpPr>
            <p:nvPr/>
          </p:nvSpPr>
          <p:spPr bwMode="auto">
            <a:xfrm>
              <a:off x="1052512" y="2277195"/>
              <a:ext cx="4368271" cy="2889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70028" name="Text Box 67"/>
            <p:cNvSpPr txBox="1">
              <a:spLocks noChangeArrowheads="1"/>
            </p:cNvSpPr>
            <p:nvPr/>
          </p:nvSpPr>
          <p:spPr bwMode="auto">
            <a:xfrm>
              <a:off x="2648744" y="2897907"/>
              <a:ext cx="111280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000099"/>
                  </a:solidFill>
                  <a:ea typeface="黑体" panose="02010609060101010101" pitchFamily="49" charset="-122"/>
                </a:rPr>
                <a:t>接入网</a:t>
              </a:r>
            </a:p>
          </p:txBody>
        </p:sp>
        <p:sp>
          <p:nvSpPr>
            <p:cNvPr id="470029" name="Line 68"/>
            <p:cNvSpPr>
              <a:spLocks noChangeShapeType="1"/>
            </p:cNvSpPr>
            <p:nvPr/>
          </p:nvSpPr>
          <p:spPr bwMode="auto">
            <a:xfrm>
              <a:off x="1052512" y="2782020"/>
              <a:ext cx="4368271" cy="1428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70030" name="Line 69"/>
            <p:cNvSpPr>
              <a:spLocks noChangeShapeType="1"/>
            </p:cNvSpPr>
            <p:nvPr/>
          </p:nvSpPr>
          <p:spPr bwMode="auto">
            <a:xfrm>
              <a:off x="1052512" y="3285257"/>
              <a:ext cx="4368271"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70031" name="Line 70"/>
            <p:cNvSpPr>
              <a:spLocks noChangeShapeType="1"/>
            </p:cNvSpPr>
            <p:nvPr/>
          </p:nvSpPr>
          <p:spPr bwMode="auto">
            <a:xfrm flipV="1">
              <a:off x="1052513" y="3577357"/>
              <a:ext cx="4387189" cy="1397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70032" name="Line 71"/>
            <p:cNvSpPr>
              <a:spLocks noChangeShapeType="1"/>
            </p:cNvSpPr>
            <p:nvPr/>
          </p:nvSpPr>
          <p:spPr bwMode="auto">
            <a:xfrm flipV="1">
              <a:off x="1052512" y="3932958"/>
              <a:ext cx="4368271" cy="2889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70033" name="Text Box 72"/>
            <p:cNvSpPr txBox="1">
              <a:spLocks noChangeArrowheads="1"/>
            </p:cNvSpPr>
            <p:nvPr/>
          </p:nvSpPr>
          <p:spPr bwMode="auto">
            <a:xfrm>
              <a:off x="2504728" y="4520332"/>
              <a:ext cx="1498359" cy="46166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a:solidFill>
                    <a:srgbClr val="000099"/>
                  </a:solidFill>
                  <a:ea typeface="黑体" panose="02010609060101010101" pitchFamily="49" charset="-122"/>
                </a:rPr>
                <a:t>PPP </a:t>
              </a:r>
              <a:r>
                <a:rPr lang="zh-CN" altLang="en-US" sz="2400" b="1">
                  <a:solidFill>
                    <a:srgbClr val="000099"/>
                  </a:solidFill>
                  <a:ea typeface="黑体" panose="02010609060101010101" pitchFamily="49" charset="-122"/>
                </a:rPr>
                <a:t>协议</a:t>
              </a:r>
            </a:p>
          </p:txBody>
        </p:sp>
        <p:pic>
          <p:nvPicPr>
            <p:cNvPr id="470034" name="Picture 5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1231" y="2061294"/>
              <a:ext cx="407590"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0035" name="Picture 6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1231" y="2535958"/>
              <a:ext cx="407590" cy="40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0036" name="Picture 6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1231" y="3012207"/>
              <a:ext cx="407590" cy="40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0037" name="Picture 6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1231" y="3488458"/>
              <a:ext cx="407590" cy="40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0038" name="Picture 6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1231" y="3964708"/>
              <a:ext cx="407590" cy="40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70039"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D60888C-1C01-4D37-B297-8315C1C6A1EC}" type="slidenum">
              <a:rPr lang="zh-CN" altLang="en-US" smtClean="0"/>
              <a:pPr eaLnBrk="1" hangingPunct="1"/>
              <a:t>29</a:t>
            </a:fld>
            <a:endParaRPr lang="en-US" altLang="zh-CN" smtClean="0"/>
          </a:p>
        </p:txBody>
      </p:sp>
      <p:sp>
        <p:nvSpPr>
          <p:cNvPr id="470040"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2065"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1. PPP </a:t>
            </a:r>
            <a:r>
              <a:rPr lang="zh-CN" altLang="en-US" smtClean="0">
                <a:ea typeface="黑体" panose="02010609060101010101" pitchFamily="49" charset="-122"/>
              </a:rPr>
              <a:t>协议应满足的需求 </a:t>
            </a:r>
          </a:p>
        </p:txBody>
      </p:sp>
      <p:sp>
        <p:nvSpPr>
          <p:cNvPr id="472066" name="Rectangle 3"/>
          <p:cNvSpPr>
            <a:spLocks noGrp="1" noChangeArrowheads="1"/>
          </p:cNvSpPr>
          <p:nvPr>
            <p:ph idx="1"/>
          </p:nvPr>
        </p:nvSpPr>
        <p:spPr>
          <a:xfrm>
            <a:off x="495300" y="1196975"/>
            <a:ext cx="9066213" cy="4933950"/>
          </a:xfrm>
        </p:spPr>
        <p:txBody>
          <a:bodyPr/>
          <a:lstStyle/>
          <a:p>
            <a:r>
              <a:rPr lang="zh-CN" altLang="en-US" sz="2800" smtClean="0">
                <a:ea typeface="黑体" panose="02010609060101010101" pitchFamily="49" charset="-122"/>
              </a:rPr>
              <a:t>简单 </a:t>
            </a:r>
            <a:r>
              <a:rPr lang="en-US" altLang="zh-CN" sz="2800" smtClean="0">
                <a:ea typeface="黑体" panose="02010609060101010101" pitchFamily="49" charset="-122"/>
              </a:rPr>
              <a:t>—— </a:t>
            </a:r>
            <a:r>
              <a:rPr lang="zh-CN" altLang="en-US" sz="2800" smtClean="0">
                <a:solidFill>
                  <a:srgbClr val="FF0000"/>
                </a:solidFill>
                <a:ea typeface="黑体" panose="02010609060101010101" pitchFamily="49" charset="-122"/>
              </a:rPr>
              <a:t>这是首要的要求。</a:t>
            </a:r>
          </a:p>
          <a:p>
            <a:r>
              <a:rPr lang="zh-CN" altLang="en-US" sz="2800" smtClean="0">
                <a:ea typeface="黑体" panose="02010609060101010101" pitchFamily="49" charset="-122"/>
              </a:rPr>
              <a:t>封装成帧 </a:t>
            </a:r>
            <a:r>
              <a:rPr lang="en-US" altLang="zh-CN" sz="2800" smtClean="0">
                <a:ea typeface="黑体" panose="02010609060101010101" pitchFamily="49" charset="-122"/>
              </a:rPr>
              <a:t>—— </a:t>
            </a:r>
            <a:r>
              <a:rPr lang="zh-CN" altLang="zh-CN" sz="2800" smtClean="0">
                <a:ea typeface="黑体" panose="02010609060101010101" pitchFamily="49" charset="-122"/>
              </a:rPr>
              <a:t>必须规定特殊的字符作为帧定界符</a:t>
            </a:r>
            <a:r>
              <a:rPr lang="zh-CN" altLang="en-US" sz="2800" smtClean="0">
                <a:ea typeface="黑体" panose="02010609060101010101" pitchFamily="49" charset="-122"/>
              </a:rPr>
              <a:t>。</a:t>
            </a:r>
          </a:p>
          <a:p>
            <a:r>
              <a:rPr lang="zh-CN" altLang="en-US" sz="2800" smtClean="0">
                <a:ea typeface="黑体" panose="02010609060101010101" pitchFamily="49" charset="-122"/>
              </a:rPr>
              <a:t>透明性 </a:t>
            </a:r>
            <a:r>
              <a:rPr lang="en-US" altLang="zh-CN" sz="2800" smtClean="0">
                <a:ea typeface="黑体" panose="02010609060101010101" pitchFamily="49" charset="-122"/>
              </a:rPr>
              <a:t>—— </a:t>
            </a:r>
            <a:r>
              <a:rPr lang="zh-CN" altLang="zh-CN" sz="2800" smtClean="0">
                <a:ea typeface="黑体" panose="02010609060101010101" pitchFamily="49" charset="-122"/>
              </a:rPr>
              <a:t>必须保证数据传输的透明性</a:t>
            </a:r>
            <a:r>
              <a:rPr lang="zh-CN" altLang="en-US" sz="2800" smtClean="0">
                <a:ea typeface="黑体" panose="02010609060101010101" pitchFamily="49" charset="-122"/>
              </a:rPr>
              <a:t>。</a:t>
            </a:r>
          </a:p>
          <a:p>
            <a:r>
              <a:rPr lang="zh-CN" altLang="en-US" sz="2800" smtClean="0">
                <a:ea typeface="黑体" panose="02010609060101010101" pitchFamily="49" charset="-122"/>
              </a:rPr>
              <a:t>多种网络层协议 </a:t>
            </a:r>
            <a:r>
              <a:rPr lang="en-US" altLang="zh-CN" sz="2800" smtClean="0">
                <a:ea typeface="黑体" panose="02010609060101010101" pitchFamily="49" charset="-122"/>
              </a:rPr>
              <a:t>—— </a:t>
            </a:r>
            <a:r>
              <a:rPr lang="zh-CN" altLang="zh-CN" sz="2800" smtClean="0">
                <a:ea typeface="黑体" panose="02010609060101010101" pitchFamily="49" charset="-122"/>
              </a:rPr>
              <a:t>能够在同一条物理链路上同时支持多种网络层协议</a:t>
            </a:r>
            <a:r>
              <a:rPr lang="zh-CN" altLang="en-US" sz="2800" smtClean="0">
                <a:ea typeface="黑体" panose="02010609060101010101" pitchFamily="49" charset="-122"/>
              </a:rPr>
              <a:t>。</a:t>
            </a:r>
          </a:p>
          <a:p>
            <a:r>
              <a:rPr lang="zh-CN" altLang="en-US" sz="2800" smtClean="0">
                <a:ea typeface="黑体" panose="02010609060101010101" pitchFamily="49" charset="-122"/>
              </a:rPr>
              <a:t>多种类型链路 </a:t>
            </a:r>
            <a:r>
              <a:rPr lang="en-US" altLang="zh-CN" sz="2800" smtClean="0">
                <a:ea typeface="黑体" panose="02010609060101010101" pitchFamily="49" charset="-122"/>
              </a:rPr>
              <a:t>—— </a:t>
            </a:r>
            <a:r>
              <a:rPr lang="zh-CN" altLang="zh-CN" sz="2800" smtClean="0">
                <a:ea typeface="黑体" panose="02010609060101010101" pitchFamily="49" charset="-122"/>
              </a:rPr>
              <a:t>能够在多种类型的链路上运行</a:t>
            </a:r>
            <a:r>
              <a:rPr lang="zh-CN" altLang="en-US" sz="2800" smtClean="0">
                <a:ea typeface="黑体" panose="02010609060101010101" pitchFamily="49" charset="-122"/>
              </a:rPr>
              <a:t>。</a:t>
            </a:r>
          </a:p>
          <a:p>
            <a:r>
              <a:rPr lang="zh-CN" altLang="en-US" sz="2800" smtClean="0">
                <a:ea typeface="黑体" panose="02010609060101010101" pitchFamily="49" charset="-122"/>
              </a:rPr>
              <a:t>差错检测 </a:t>
            </a:r>
            <a:r>
              <a:rPr lang="en-US" altLang="zh-CN" sz="2800" smtClean="0">
                <a:ea typeface="黑体" panose="02010609060101010101" pitchFamily="49" charset="-122"/>
              </a:rPr>
              <a:t>—— </a:t>
            </a:r>
            <a:r>
              <a:rPr lang="zh-CN" altLang="zh-CN" sz="2800" smtClean="0">
                <a:ea typeface="黑体" panose="02010609060101010101" pitchFamily="49" charset="-122"/>
              </a:rPr>
              <a:t>能够对接收端收到的帧进行检测，并立即丢弃有差错的帧</a:t>
            </a:r>
            <a:r>
              <a:rPr lang="zh-CN" altLang="en-US" sz="2800" smtClean="0">
                <a:ea typeface="黑体" panose="02010609060101010101" pitchFamily="49" charset="-122"/>
              </a:rPr>
              <a:t>。</a:t>
            </a:r>
          </a:p>
        </p:txBody>
      </p:sp>
      <p:sp>
        <p:nvSpPr>
          <p:cNvPr id="47206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48466B5-C057-4CFA-9A30-778269A460CB}" type="slidenum">
              <a:rPr lang="zh-CN" altLang="en-US" smtClean="0"/>
              <a:pPr eaLnBrk="1" hangingPunct="1"/>
              <a:t>30</a:t>
            </a:fld>
            <a:endParaRPr lang="en-US" altLang="zh-CN" smtClean="0"/>
          </a:p>
        </p:txBody>
      </p:sp>
      <p:sp>
        <p:nvSpPr>
          <p:cNvPr id="47206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4113"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1. PPP </a:t>
            </a:r>
            <a:r>
              <a:rPr lang="zh-CN" altLang="en-US" smtClean="0">
                <a:ea typeface="黑体" panose="02010609060101010101" pitchFamily="49" charset="-122"/>
              </a:rPr>
              <a:t>协议应满足的需求（续） </a:t>
            </a:r>
          </a:p>
        </p:txBody>
      </p:sp>
      <p:sp>
        <p:nvSpPr>
          <p:cNvPr id="474114" name="Rectangle 3"/>
          <p:cNvSpPr>
            <a:spLocks noGrp="1" noChangeArrowheads="1"/>
          </p:cNvSpPr>
          <p:nvPr>
            <p:ph idx="1"/>
          </p:nvPr>
        </p:nvSpPr>
        <p:spPr>
          <a:xfrm>
            <a:off x="495300" y="1196975"/>
            <a:ext cx="9066213" cy="4933950"/>
          </a:xfrm>
        </p:spPr>
        <p:txBody>
          <a:bodyPr/>
          <a:lstStyle/>
          <a:p>
            <a:r>
              <a:rPr lang="zh-CN" altLang="en-US" sz="2800" dirty="0" smtClean="0">
                <a:ea typeface="黑体" panose="02010609060101010101" pitchFamily="49" charset="-122"/>
              </a:rPr>
              <a:t>检测连接状态 </a:t>
            </a:r>
            <a:r>
              <a:rPr lang="en-US" altLang="zh-CN" sz="2800" dirty="0" smtClean="0">
                <a:ea typeface="黑体" panose="02010609060101010101" pitchFamily="49" charset="-122"/>
              </a:rPr>
              <a:t>—— </a:t>
            </a:r>
            <a:r>
              <a:rPr lang="zh-CN" altLang="zh-CN" sz="2800" dirty="0" smtClean="0">
                <a:ea typeface="黑体" panose="02010609060101010101" pitchFamily="49" charset="-122"/>
              </a:rPr>
              <a:t>能够及时自动检测出链路是否处于正常工作状态</a:t>
            </a:r>
            <a:r>
              <a:rPr lang="zh-CN" altLang="en-US" sz="2800" dirty="0" smtClean="0">
                <a:ea typeface="黑体" panose="02010609060101010101" pitchFamily="49" charset="-122"/>
              </a:rPr>
              <a:t>。</a:t>
            </a:r>
          </a:p>
          <a:p>
            <a:r>
              <a:rPr lang="zh-CN" altLang="en-US" sz="2800" dirty="0" smtClean="0">
                <a:ea typeface="黑体" panose="02010609060101010101" pitchFamily="49" charset="-122"/>
              </a:rPr>
              <a:t>最大传送单元 </a:t>
            </a:r>
            <a:r>
              <a:rPr lang="en-US" altLang="zh-CN" sz="2800" dirty="0" smtClean="0">
                <a:ea typeface="黑体" panose="02010609060101010101" pitchFamily="49" charset="-122"/>
              </a:rPr>
              <a:t>—— </a:t>
            </a:r>
            <a:r>
              <a:rPr lang="zh-CN" altLang="zh-CN" sz="2800" dirty="0" smtClean="0">
                <a:ea typeface="黑体" panose="02010609060101010101" pitchFamily="49" charset="-122"/>
              </a:rPr>
              <a:t>必须对每一种类型的点对点链路设置最大传送单元</a:t>
            </a:r>
            <a:r>
              <a:rPr lang="en-US" altLang="zh-CN" sz="2800" dirty="0" smtClean="0">
                <a:ea typeface="黑体" panose="02010609060101010101" pitchFamily="49" charset="-122"/>
              </a:rPr>
              <a:t>  MTU </a:t>
            </a:r>
            <a:r>
              <a:rPr lang="zh-CN" altLang="zh-CN" sz="2800" dirty="0" smtClean="0">
                <a:ea typeface="黑体" panose="02010609060101010101" pitchFamily="49" charset="-122"/>
              </a:rPr>
              <a:t>的标准默认值</a:t>
            </a:r>
            <a:r>
              <a:rPr lang="zh-CN" altLang="en-US" sz="2800" dirty="0" smtClean="0">
                <a:ea typeface="黑体" panose="02010609060101010101" pitchFamily="49" charset="-122"/>
              </a:rPr>
              <a:t>，</a:t>
            </a:r>
            <a:r>
              <a:rPr lang="zh-CN" altLang="zh-CN" sz="2800" dirty="0" smtClean="0">
                <a:ea typeface="黑体" panose="02010609060101010101" pitchFamily="49" charset="-122"/>
              </a:rPr>
              <a:t>促进各种实现之间的互操作性</a:t>
            </a:r>
            <a:r>
              <a:rPr lang="zh-CN" altLang="en-US" sz="2800" dirty="0" smtClean="0">
                <a:ea typeface="黑体" panose="02010609060101010101" pitchFamily="49" charset="-122"/>
              </a:rPr>
              <a:t>。</a:t>
            </a:r>
          </a:p>
          <a:p>
            <a:r>
              <a:rPr lang="zh-CN" altLang="en-US" sz="2800" dirty="0" smtClean="0">
                <a:ea typeface="黑体" panose="02010609060101010101" pitchFamily="49" charset="-122"/>
              </a:rPr>
              <a:t>网络层地址协商 </a:t>
            </a:r>
            <a:r>
              <a:rPr lang="en-US" altLang="zh-CN" sz="2800" dirty="0" smtClean="0">
                <a:ea typeface="黑体" panose="02010609060101010101" pitchFamily="49" charset="-122"/>
              </a:rPr>
              <a:t>—— </a:t>
            </a:r>
            <a:r>
              <a:rPr lang="zh-CN" altLang="zh-CN" sz="2800" dirty="0" smtClean="0">
                <a:ea typeface="黑体" panose="02010609060101010101" pitchFamily="49" charset="-122"/>
              </a:rPr>
              <a:t>必须提供一种机制使通信的两个网络层实体能够通过协商知道或能够配置彼此的网络层地址</a:t>
            </a:r>
            <a:r>
              <a:rPr lang="zh-CN" altLang="en-US" sz="2800" dirty="0" smtClean="0">
                <a:ea typeface="黑体" panose="02010609060101010101" pitchFamily="49" charset="-122"/>
              </a:rPr>
              <a:t>。</a:t>
            </a:r>
            <a:r>
              <a:rPr lang="en-US" altLang="zh-CN" sz="2800" dirty="0" smtClean="0">
                <a:ea typeface="黑体" panose="02010609060101010101" pitchFamily="49" charset="-122"/>
              </a:rPr>
              <a:t>ADSL</a:t>
            </a:r>
            <a:endParaRPr lang="zh-CN" altLang="en-US" sz="2800" dirty="0" smtClean="0">
              <a:ea typeface="黑体" panose="02010609060101010101" pitchFamily="49" charset="-122"/>
            </a:endParaRPr>
          </a:p>
          <a:p>
            <a:r>
              <a:rPr lang="zh-CN" altLang="en-US" sz="2800" dirty="0" smtClean="0">
                <a:ea typeface="黑体" panose="02010609060101010101" pitchFamily="49" charset="-122"/>
              </a:rPr>
              <a:t>数据压缩协商 </a:t>
            </a:r>
            <a:r>
              <a:rPr lang="en-US" altLang="zh-CN" sz="2800" dirty="0" smtClean="0">
                <a:ea typeface="黑体" panose="02010609060101010101" pitchFamily="49" charset="-122"/>
              </a:rPr>
              <a:t>—— </a:t>
            </a:r>
            <a:r>
              <a:rPr lang="zh-CN" altLang="zh-CN" sz="2800" dirty="0" smtClean="0">
                <a:ea typeface="黑体" panose="02010609060101010101" pitchFamily="49" charset="-122"/>
              </a:rPr>
              <a:t>必须提供一种方法来协商使用数据压缩算法。</a:t>
            </a:r>
            <a:endParaRPr lang="zh-CN" altLang="en-US" sz="2800" dirty="0" smtClean="0">
              <a:ea typeface="黑体" panose="02010609060101010101" pitchFamily="49" charset="-122"/>
            </a:endParaRPr>
          </a:p>
        </p:txBody>
      </p:sp>
      <p:sp>
        <p:nvSpPr>
          <p:cNvPr id="47411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2226DF9-3C37-4E7E-91CD-953D87B879FB}" type="slidenum">
              <a:rPr lang="zh-CN" altLang="en-US" smtClean="0"/>
              <a:pPr eaLnBrk="1" hangingPunct="1"/>
              <a:t>31</a:t>
            </a:fld>
            <a:endParaRPr lang="en-US" altLang="zh-CN" smtClean="0"/>
          </a:p>
        </p:txBody>
      </p:sp>
      <p:sp>
        <p:nvSpPr>
          <p:cNvPr id="47411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6161"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2. PPP </a:t>
            </a:r>
            <a:r>
              <a:rPr lang="zh-CN" altLang="en-US" smtClean="0">
                <a:ea typeface="黑体" panose="02010609060101010101" pitchFamily="49" charset="-122"/>
              </a:rPr>
              <a:t>协议不需要的功能</a:t>
            </a:r>
          </a:p>
        </p:txBody>
      </p:sp>
      <p:sp>
        <p:nvSpPr>
          <p:cNvPr id="476162" name="Rectangle 3"/>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纠错 </a:t>
            </a:r>
          </a:p>
          <a:p>
            <a:r>
              <a:rPr lang="zh-CN" altLang="en-US" smtClean="0">
                <a:ea typeface="黑体" panose="02010609060101010101" pitchFamily="49" charset="-122"/>
              </a:rPr>
              <a:t>流量控制 </a:t>
            </a:r>
          </a:p>
          <a:p>
            <a:r>
              <a:rPr lang="zh-CN" altLang="en-US" smtClean="0">
                <a:ea typeface="黑体" panose="02010609060101010101" pitchFamily="49" charset="-122"/>
              </a:rPr>
              <a:t>序号 </a:t>
            </a:r>
          </a:p>
          <a:p>
            <a:r>
              <a:rPr lang="zh-CN" altLang="en-US" smtClean="0">
                <a:ea typeface="黑体" panose="02010609060101010101" pitchFamily="49" charset="-122"/>
              </a:rPr>
              <a:t>多点线路 </a:t>
            </a:r>
          </a:p>
          <a:p>
            <a:r>
              <a:rPr lang="zh-CN" altLang="en-US" smtClean="0">
                <a:ea typeface="黑体" panose="02010609060101010101" pitchFamily="49" charset="-122"/>
              </a:rPr>
              <a:t>半双工或单工链路 </a:t>
            </a:r>
          </a:p>
        </p:txBody>
      </p:sp>
      <p:sp>
        <p:nvSpPr>
          <p:cNvPr id="47616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BF1F221-F243-40DB-9055-3C757B3AE262}" type="slidenum">
              <a:rPr lang="zh-CN" altLang="en-US" smtClean="0"/>
              <a:pPr eaLnBrk="1" hangingPunct="1"/>
              <a:t>32</a:t>
            </a:fld>
            <a:endParaRPr lang="en-US" altLang="zh-CN" smtClean="0"/>
          </a:p>
        </p:txBody>
      </p:sp>
      <p:sp>
        <p:nvSpPr>
          <p:cNvPr id="47616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8209"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3. PPP </a:t>
            </a:r>
            <a:r>
              <a:rPr lang="zh-CN" altLang="en-US" smtClean="0">
                <a:ea typeface="黑体" panose="02010609060101010101" pitchFamily="49" charset="-122"/>
              </a:rPr>
              <a:t>协议的组成 </a:t>
            </a:r>
          </a:p>
        </p:txBody>
      </p:sp>
      <p:sp>
        <p:nvSpPr>
          <p:cNvPr id="478210" name="Rectangle 3"/>
          <p:cNvSpPr>
            <a:spLocks noGrp="1" noChangeArrowheads="1"/>
          </p:cNvSpPr>
          <p:nvPr>
            <p:ph idx="1"/>
          </p:nvPr>
        </p:nvSpPr>
        <p:spPr>
          <a:xfrm>
            <a:off x="495300" y="1196975"/>
            <a:ext cx="9066213" cy="4933950"/>
          </a:xfrm>
        </p:spPr>
        <p:txBody>
          <a:bodyPr/>
          <a:lstStyle/>
          <a:p>
            <a:r>
              <a:rPr lang="en-US" altLang="zh-CN" dirty="0" smtClean="0">
                <a:ea typeface="黑体" panose="02010609060101010101" pitchFamily="49" charset="-122"/>
              </a:rPr>
              <a:t>PPP </a:t>
            </a:r>
            <a:r>
              <a:rPr lang="zh-CN" altLang="en-US" dirty="0" smtClean="0">
                <a:ea typeface="黑体" panose="02010609060101010101" pitchFamily="49" charset="-122"/>
              </a:rPr>
              <a:t>协议有三个组成部分：</a:t>
            </a:r>
          </a:p>
          <a:p>
            <a:pPr marL="457200" lvl="1" indent="0">
              <a:buNone/>
            </a:pPr>
            <a:r>
              <a:rPr lang="en-US" altLang="zh-CN" dirty="0" smtClean="0">
                <a:ea typeface="黑体" panose="02010609060101010101" pitchFamily="49" charset="-122"/>
              </a:rPr>
              <a:t>(1) </a:t>
            </a:r>
            <a:r>
              <a:rPr lang="zh-CN" altLang="en-US" dirty="0" smtClean="0">
                <a:ea typeface="黑体" panose="02010609060101010101" pitchFamily="49" charset="-122"/>
              </a:rPr>
              <a:t>一</a:t>
            </a:r>
            <a:r>
              <a:rPr lang="zh-CN" altLang="en-US" dirty="0" smtClean="0">
                <a:ea typeface="黑体" panose="02010609060101010101" pitchFamily="49" charset="-122"/>
              </a:rPr>
              <a:t>个将 </a:t>
            </a:r>
            <a:r>
              <a:rPr lang="en-US" altLang="zh-CN" dirty="0" smtClean="0">
                <a:ea typeface="黑体" panose="02010609060101010101" pitchFamily="49" charset="-122"/>
              </a:rPr>
              <a:t>IP </a:t>
            </a:r>
            <a:r>
              <a:rPr lang="zh-CN" altLang="en-US" dirty="0" smtClean="0">
                <a:ea typeface="黑体" panose="02010609060101010101" pitchFamily="49" charset="-122"/>
              </a:rPr>
              <a:t>数据报封装到串行链路的方法</a:t>
            </a:r>
            <a:r>
              <a:rPr lang="zh-CN" altLang="en-US" dirty="0" smtClean="0">
                <a:ea typeface="黑体" panose="02010609060101010101" pitchFamily="49" charset="-122"/>
              </a:rPr>
              <a:t>。</a:t>
            </a:r>
            <a:endParaRPr lang="en-US" altLang="zh-CN" dirty="0" smtClean="0">
              <a:ea typeface="黑体" panose="02010609060101010101" pitchFamily="49" charset="-122"/>
            </a:endParaRPr>
          </a:p>
          <a:p>
            <a:pPr marL="457200" lvl="1" indent="0">
              <a:buNone/>
            </a:pPr>
            <a:r>
              <a:rPr lang="zh-CN" altLang="en-US" dirty="0" smtClean="0">
                <a:solidFill>
                  <a:srgbClr val="FF0000"/>
                </a:solidFill>
                <a:ea typeface="黑体" panose="02010609060101010101" pitchFamily="49" charset="-122"/>
              </a:rPr>
              <a:t>    </a:t>
            </a:r>
            <a:r>
              <a:rPr lang="zh-CN" altLang="en-US" u="sng" dirty="0" smtClean="0">
                <a:solidFill>
                  <a:srgbClr val="FF0000"/>
                </a:solidFill>
                <a:ea typeface="黑体" panose="02010609060101010101" pitchFamily="49" charset="-122"/>
              </a:rPr>
              <a:t>最大</a:t>
            </a:r>
            <a:r>
              <a:rPr lang="zh-CN" altLang="en-US" u="sng" dirty="0">
                <a:solidFill>
                  <a:srgbClr val="FF0000"/>
                </a:solidFill>
                <a:ea typeface="黑体" panose="02010609060101010101" pitchFamily="49" charset="-122"/>
              </a:rPr>
              <a:t>传输</a:t>
            </a:r>
            <a:r>
              <a:rPr lang="zh-CN" altLang="en-US" u="sng" dirty="0" smtClean="0">
                <a:solidFill>
                  <a:srgbClr val="FF0000"/>
                </a:solidFill>
                <a:ea typeface="黑体" panose="02010609060101010101" pitchFamily="49" charset="-122"/>
              </a:rPr>
              <a:t>单元</a:t>
            </a:r>
            <a:r>
              <a:rPr lang="en-US" altLang="zh-CN" u="sng" dirty="0">
                <a:solidFill>
                  <a:srgbClr val="FF0000"/>
                </a:solidFill>
                <a:ea typeface="黑体" panose="02010609060101010101" pitchFamily="49" charset="-122"/>
              </a:rPr>
              <a:t>MTU</a:t>
            </a:r>
            <a:r>
              <a:rPr lang="en-US" altLang="zh-CN" u="sng" dirty="0" smtClean="0">
                <a:solidFill>
                  <a:srgbClr val="FF0000"/>
                </a:solidFill>
                <a:ea typeface="黑体" panose="02010609060101010101" pitchFamily="49" charset="-122"/>
              </a:rPr>
              <a:t>(Maximum </a:t>
            </a:r>
            <a:r>
              <a:rPr lang="en-US" altLang="zh-CN" u="sng" dirty="0">
                <a:solidFill>
                  <a:srgbClr val="FF0000"/>
                </a:solidFill>
                <a:ea typeface="黑体" panose="02010609060101010101" pitchFamily="49" charset="-122"/>
              </a:rPr>
              <a:t>Transmission </a:t>
            </a:r>
            <a:r>
              <a:rPr lang="en-US" altLang="zh-CN" u="sng" dirty="0" smtClean="0">
                <a:solidFill>
                  <a:srgbClr val="FF0000"/>
                </a:solidFill>
                <a:ea typeface="黑体" panose="02010609060101010101" pitchFamily="49" charset="-122"/>
              </a:rPr>
              <a:t>Unit)</a:t>
            </a:r>
          </a:p>
          <a:p>
            <a:pPr marL="457200" lvl="1" indent="0">
              <a:buNone/>
            </a:pPr>
            <a:r>
              <a:rPr lang="en-US" altLang="zh-CN" dirty="0" smtClean="0">
                <a:ea typeface="黑体" panose="02010609060101010101" pitchFamily="49" charset="-122"/>
              </a:rPr>
              <a:t>(</a:t>
            </a:r>
            <a:r>
              <a:rPr lang="en-US" altLang="zh-CN" dirty="0" smtClean="0">
                <a:ea typeface="黑体" panose="02010609060101010101" pitchFamily="49" charset="-122"/>
              </a:rPr>
              <a:t>2) </a:t>
            </a:r>
            <a:r>
              <a:rPr lang="zh-CN" altLang="en-US" u="sng" dirty="0" smtClean="0">
                <a:solidFill>
                  <a:srgbClr val="FF0000"/>
                </a:solidFill>
                <a:ea typeface="黑体" panose="02010609060101010101" pitchFamily="49" charset="-122"/>
              </a:rPr>
              <a:t>链路控制协议 </a:t>
            </a:r>
            <a:r>
              <a:rPr lang="en-US" altLang="zh-CN" u="sng" dirty="0" smtClean="0">
                <a:solidFill>
                  <a:srgbClr val="FF0000"/>
                </a:solidFill>
                <a:ea typeface="黑体" panose="02010609060101010101" pitchFamily="49" charset="-122"/>
              </a:rPr>
              <a:t>LCP (Link Control Protocol</a:t>
            </a:r>
            <a:r>
              <a:rPr lang="en-US" altLang="zh-CN" u="sng" dirty="0" smtClean="0">
                <a:solidFill>
                  <a:srgbClr val="FF0000"/>
                </a:solidFill>
                <a:ea typeface="黑体" panose="02010609060101010101" pitchFamily="49" charset="-122"/>
              </a:rPr>
              <a:t>)</a:t>
            </a:r>
            <a:r>
              <a:rPr lang="zh-CN" altLang="en-US" dirty="0" smtClean="0">
                <a:ea typeface="黑体" panose="02010609060101010101" pitchFamily="49" charset="-122"/>
              </a:rPr>
              <a:t>。</a:t>
            </a:r>
            <a:r>
              <a:rPr lang="en-US" altLang="zh-CN" dirty="0" smtClean="0">
                <a:ea typeface="黑体" panose="02010609060101010101" pitchFamily="49" charset="-122"/>
              </a:rPr>
              <a:t/>
            </a:r>
            <a:br>
              <a:rPr lang="en-US" altLang="zh-CN" dirty="0" smtClean="0">
                <a:ea typeface="黑体" panose="02010609060101010101" pitchFamily="49" charset="-122"/>
              </a:rPr>
            </a:br>
            <a:r>
              <a:rPr lang="en-US" altLang="zh-CN" dirty="0" smtClean="0">
                <a:ea typeface="黑体" panose="02010609060101010101" pitchFamily="49" charset="-122"/>
              </a:rPr>
              <a:t>    </a:t>
            </a:r>
            <a:r>
              <a:rPr lang="zh-CN" altLang="en-US" dirty="0" smtClean="0">
                <a:ea typeface="黑体" panose="02010609060101010101" pitchFamily="49" charset="-122"/>
              </a:rPr>
              <a:t>通信双方协商</a:t>
            </a:r>
            <a:endParaRPr lang="zh-CN" altLang="en-US" dirty="0" smtClean="0">
              <a:ea typeface="黑体" panose="02010609060101010101" pitchFamily="49" charset="-122"/>
            </a:endParaRPr>
          </a:p>
          <a:p>
            <a:pPr marL="457200" lvl="1" indent="0">
              <a:buNone/>
            </a:pPr>
            <a:r>
              <a:rPr lang="en-US" altLang="zh-CN" dirty="0" smtClean="0">
                <a:ea typeface="黑体" panose="02010609060101010101" pitchFamily="49" charset="-122"/>
              </a:rPr>
              <a:t>(3) </a:t>
            </a:r>
            <a:r>
              <a:rPr lang="zh-CN" altLang="en-US" u="sng" dirty="0" smtClean="0">
                <a:solidFill>
                  <a:srgbClr val="FF0000"/>
                </a:solidFill>
                <a:ea typeface="黑体" panose="02010609060101010101" pitchFamily="49" charset="-122"/>
              </a:rPr>
              <a:t>网络控制协议 </a:t>
            </a:r>
            <a:r>
              <a:rPr lang="en-US" altLang="zh-CN" u="sng" dirty="0" smtClean="0">
                <a:solidFill>
                  <a:srgbClr val="FF0000"/>
                </a:solidFill>
                <a:ea typeface="黑体" panose="02010609060101010101" pitchFamily="49" charset="-122"/>
              </a:rPr>
              <a:t>NCP (Network Control Protocol)</a:t>
            </a:r>
            <a:r>
              <a:rPr lang="zh-CN" altLang="en-US" dirty="0" smtClean="0">
                <a:ea typeface="黑体" panose="02010609060101010101" pitchFamily="49" charset="-122"/>
              </a:rPr>
              <a:t>。</a:t>
            </a:r>
            <a:r>
              <a:rPr lang="en-US" altLang="zh-CN" dirty="0" smtClean="0">
                <a:ea typeface="黑体" panose="02010609060101010101" pitchFamily="49" charset="-122"/>
              </a:rPr>
              <a:t/>
            </a:r>
            <a:br>
              <a:rPr lang="en-US" altLang="zh-CN" dirty="0" smtClean="0">
                <a:ea typeface="黑体" panose="02010609060101010101" pitchFamily="49" charset="-122"/>
              </a:rPr>
            </a:br>
            <a:r>
              <a:rPr lang="en-US" altLang="zh-CN" dirty="0" smtClean="0">
                <a:ea typeface="黑体" panose="02010609060101010101" pitchFamily="49" charset="-122"/>
              </a:rPr>
              <a:t>    </a:t>
            </a:r>
            <a:r>
              <a:rPr lang="zh-CN" altLang="en-US" dirty="0" smtClean="0">
                <a:ea typeface="黑体" panose="02010609060101010101" pitchFamily="49" charset="-122"/>
              </a:rPr>
              <a:t>支持不同网络协议   </a:t>
            </a:r>
            <a:endParaRPr lang="zh-CN" altLang="en-US" dirty="0" smtClean="0">
              <a:ea typeface="黑体" panose="02010609060101010101" pitchFamily="49" charset="-122"/>
            </a:endParaRPr>
          </a:p>
        </p:txBody>
      </p:sp>
      <p:sp>
        <p:nvSpPr>
          <p:cNvPr id="47821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23796AE-D359-4567-825A-763FC346A3B3}" type="slidenum">
              <a:rPr lang="zh-CN" altLang="en-US" smtClean="0"/>
              <a:pPr eaLnBrk="1" hangingPunct="1"/>
              <a:t>33</a:t>
            </a:fld>
            <a:endParaRPr lang="en-US" altLang="zh-CN" smtClean="0"/>
          </a:p>
        </p:txBody>
      </p:sp>
      <p:sp>
        <p:nvSpPr>
          <p:cNvPr id="47821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0257"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3.2.2   PPP </a:t>
            </a:r>
            <a:r>
              <a:rPr lang="zh-CN" altLang="en-US" smtClean="0">
                <a:ea typeface="黑体" panose="02010609060101010101" pitchFamily="49" charset="-122"/>
              </a:rPr>
              <a:t>协议的帧格式</a:t>
            </a:r>
          </a:p>
        </p:txBody>
      </p:sp>
      <p:sp>
        <p:nvSpPr>
          <p:cNvPr id="195587" name="Rectangle 3"/>
          <p:cNvSpPr>
            <a:spLocks noGrp="1" noChangeArrowheads="1"/>
          </p:cNvSpPr>
          <p:nvPr>
            <p:ph idx="1"/>
          </p:nvPr>
        </p:nvSpPr>
        <p:spPr>
          <a:xfrm>
            <a:off x="495300" y="1196975"/>
            <a:ext cx="9066213" cy="4933950"/>
          </a:xfrm>
        </p:spPr>
        <p:txBody>
          <a:bodyPr/>
          <a:lstStyle/>
          <a:p>
            <a:r>
              <a:rPr lang="en-US" altLang="zh-CN" sz="2800" dirty="0" smtClean="0">
                <a:ea typeface="黑体" panose="02010609060101010101" pitchFamily="49" charset="-122"/>
              </a:rPr>
              <a:t>PPP </a:t>
            </a:r>
            <a:r>
              <a:rPr lang="zh-CN" altLang="zh-CN" sz="2800" dirty="0" smtClean="0">
                <a:ea typeface="黑体" panose="02010609060101010101" pitchFamily="49" charset="-122"/>
              </a:rPr>
              <a:t>帧的</a:t>
            </a:r>
            <a:r>
              <a:rPr lang="zh-CN" altLang="zh-CN" sz="2800" dirty="0" smtClean="0">
                <a:solidFill>
                  <a:srgbClr val="0000CC"/>
                </a:solidFill>
                <a:ea typeface="黑体" panose="02010609060101010101" pitchFamily="49" charset="-122"/>
              </a:rPr>
              <a:t>首部</a:t>
            </a:r>
            <a:r>
              <a:rPr lang="zh-CN" altLang="zh-CN" sz="2800" dirty="0" smtClean="0">
                <a:ea typeface="黑体" panose="02010609060101010101" pitchFamily="49" charset="-122"/>
              </a:rPr>
              <a:t>和</a:t>
            </a:r>
            <a:r>
              <a:rPr lang="zh-CN" altLang="zh-CN" sz="2800" dirty="0" smtClean="0">
                <a:solidFill>
                  <a:srgbClr val="0000CC"/>
                </a:solidFill>
                <a:ea typeface="黑体" panose="02010609060101010101" pitchFamily="49" charset="-122"/>
              </a:rPr>
              <a:t>尾部</a:t>
            </a:r>
            <a:r>
              <a:rPr lang="zh-CN" altLang="zh-CN" sz="2800" dirty="0" smtClean="0">
                <a:ea typeface="黑体" panose="02010609060101010101" pitchFamily="49" charset="-122"/>
              </a:rPr>
              <a:t>分别为</a:t>
            </a:r>
            <a:r>
              <a:rPr lang="en-US" altLang="zh-CN" sz="2800" dirty="0" smtClean="0">
                <a:ea typeface="黑体" panose="02010609060101010101" pitchFamily="49" charset="-122"/>
              </a:rPr>
              <a:t> 4 </a:t>
            </a:r>
            <a:r>
              <a:rPr lang="zh-CN" altLang="zh-CN" sz="2800" dirty="0" smtClean="0">
                <a:ea typeface="黑体" panose="02010609060101010101" pitchFamily="49" charset="-122"/>
              </a:rPr>
              <a:t>个字段和</a:t>
            </a:r>
            <a:r>
              <a:rPr lang="en-US" altLang="zh-CN" sz="2800" dirty="0" smtClean="0">
                <a:ea typeface="黑体" panose="02010609060101010101" pitchFamily="49" charset="-122"/>
              </a:rPr>
              <a:t> 2 </a:t>
            </a:r>
            <a:r>
              <a:rPr lang="zh-CN" altLang="zh-CN" sz="2800" dirty="0" smtClean="0">
                <a:ea typeface="黑体" panose="02010609060101010101" pitchFamily="49" charset="-122"/>
              </a:rPr>
              <a:t>个字段。</a:t>
            </a:r>
            <a:endParaRPr lang="en-US" altLang="zh-CN" sz="2800" dirty="0" smtClean="0">
              <a:ea typeface="黑体" panose="02010609060101010101" pitchFamily="49" charset="-122"/>
            </a:endParaRPr>
          </a:p>
          <a:p>
            <a:r>
              <a:rPr lang="zh-CN" altLang="en-US" sz="2800" dirty="0" smtClean="0">
                <a:ea typeface="黑体" panose="02010609060101010101" pitchFamily="49" charset="-122"/>
              </a:rPr>
              <a:t>标志字段 </a:t>
            </a:r>
            <a:r>
              <a:rPr lang="en-US" altLang="zh-CN" sz="2800" dirty="0" smtClean="0">
                <a:solidFill>
                  <a:srgbClr val="0000CC"/>
                </a:solidFill>
                <a:ea typeface="黑体" panose="02010609060101010101" pitchFamily="49" charset="-122"/>
              </a:rPr>
              <a:t>F = 0x7E </a:t>
            </a:r>
            <a:r>
              <a:rPr lang="zh-CN" altLang="en-US" sz="2800" dirty="0" smtClean="0">
                <a:ea typeface="黑体" panose="02010609060101010101" pitchFamily="49" charset="-122"/>
              </a:rPr>
              <a:t>（符号“</a:t>
            </a:r>
            <a:r>
              <a:rPr lang="en-US" altLang="zh-CN" sz="2800" dirty="0" smtClean="0">
                <a:ea typeface="黑体" panose="02010609060101010101" pitchFamily="49" charset="-122"/>
              </a:rPr>
              <a:t>0x”</a:t>
            </a:r>
            <a:r>
              <a:rPr lang="zh-CN" altLang="en-US" sz="2800" dirty="0" smtClean="0">
                <a:ea typeface="黑体" panose="02010609060101010101" pitchFamily="49" charset="-122"/>
              </a:rPr>
              <a:t>表示后面的字符是用十六进制表示。十六进制的 </a:t>
            </a:r>
            <a:r>
              <a:rPr lang="en-US" altLang="zh-CN" sz="2800" dirty="0" smtClean="0">
                <a:ea typeface="黑体" panose="02010609060101010101" pitchFamily="49" charset="-122"/>
              </a:rPr>
              <a:t>7E </a:t>
            </a:r>
            <a:r>
              <a:rPr lang="zh-CN" altLang="en-US" sz="2800" dirty="0" smtClean="0">
                <a:ea typeface="黑体" panose="02010609060101010101" pitchFamily="49" charset="-122"/>
              </a:rPr>
              <a:t>的二进制表示是 </a:t>
            </a:r>
            <a:r>
              <a:rPr lang="en-US" altLang="zh-CN" sz="2800" dirty="0" smtClean="0">
                <a:ea typeface="黑体" panose="02010609060101010101" pitchFamily="49" charset="-122"/>
              </a:rPr>
              <a:t>01111110</a:t>
            </a:r>
            <a:r>
              <a:rPr lang="zh-CN" altLang="en-US" sz="2800" dirty="0" smtClean="0">
                <a:ea typeface="黑体" panose="02010609060101010101" pitchFamily="49" charset="-122"/>
              </a:rPr>
              <a:t>）</a:t>
            </a:r>
            <a:r>
              <a:rPr lang="zh-CN" altLang="en-US" sz="2800" dirty="0" smtClean="0">
                <a:ea typeface="黑体" panose="02010609060101010101" pitchFamily="49" charset="-122"/>
              </a:rPr>
              <a:t>。</a:t>
            </a:r>
            <a:r>
              <a:rPr lang="en-US" altLang="zh-CN" sz="2800" dirty="0" smtClean="0">
                <a:solidFill>
                  <a:srgbClr val="0000CC"/>
                </a:solidFill>
                <a:ea typeface="黑体" panose="02010609060101010101" pitchFamily="49" charset="-122"/>
              </a:rPr>
              <a:t>1</a:t>
            </a:r>
            <a:r>
              <a:rPr lang="zh-CN" altLang="en-US" sz="2800" dirty="0" smtClean="0">
                <a:solidFill>
                  <a:srgbClr val="0000CC"/>
                </a:solidFill>
                <a:ea typeface="黑体" panose="02010609060101010101" pitchFamily="49" charset="-122"/>
              </a:rPr>
              <a:t>字节帧首尾同步</a:t>
            </a:r>
            <a:endParaRPr lang="en-US" altLang="zh-CN" sz="2800" dirty="0" smtClean="0">
              <a:solidFill>
                <a:srgbClr val="0000CC"/>
              </a:solidFill>
              <a:ea typeface="黑体" panose="02010609060101010101" pitchFamily="49" charset="-122"/>
            </a:endParaRPr>
          </a:p>
          <a:p>
            <a:r>
              <a:rPr lang="zh-CN" altLang="en-US" sz="2800" dirty="0" smtClean="0">
                <a:solidFill>
                  <a:srgbClr val="0000CC"/>
                </a:solidFill>
                <a:ea typeface="黑体" panose="02010609060101010101" pitchFamily="49" charset="-122"/>
              </a:rPr>
              <a:t>地址字段 </a:t>
            </a:r>
            <a:r>
              <a:rPr lang="en-US" altLang="zh-CN" sz="2800" dirty="0" smtClean="0">
                <a:ea typeface="黑体" panose="02010609060101010101" pitchFamily="49" charset="-122"/>
              </a:rPr>
              <a:t>A </a:t>
            </a:r>
            <a:r>
              <a:rPr lang="zh-CN" altLang="en-US" sz="2800" dirty="0" smtClean="0">
                <a:ea typeface="黑体" panose="02010609060101010101" pitchFamily="49" charset="-122"/>
              </a:rPr>
              <a:t>只置为 </a:t>
            </a:r>
            <a:r>
              <a:rPr lang="en-US" altLang="zh-CN" sz="2800" dirty="0" smtClean="0">
                <a:ea typeface="黑体" panose="02010609060101010101" pitchFamily="49" charset="-122"/>
              </a:rPr>
              <a:t>0xFF</a:t>
            </a:r>
            <a:r>
              <a:rPr lang="zh-CN" altLang="en-US" sz="2800" dirty="0" smtClean="0">
                <a:ea typeface="黑体" panose="02010609060101010101" pitchFamily="49" charset="-122"/>
              </a:rPr>
              <a:t>。地址字段实际上并不起作用。</a:t>
            </a:r>
          </a:p>
          <a:p>
            <a:r>
              <a:rPr lang="zh-CN" altLang="en-US" sz="2800" dirty="0" smtClean="0">
                <a:solidFill>
                  <a:srgbClr val="0000CC"/>
                </a:solidFill>
                <a:ea typeface="黑体" panose="02010609060101010101" pitchFamily="49" charset="-122"/>
              </a:rPr>
              <a:t>控制字段</a:t>
            </a:r>
            <a:r>
              <a:rPr lang="zh-CN" altLang="en-US" sz="2800" dirty="0" smtClean="0">
                <a:ea typeface="黑体" panose="02010609060101010101" pitchFamily="49" charset="-122"/>
              </a:rPr>
              <a:t> </a:t>
            </a:r>
            <a:r>
              <a:rPr lang="en-US" altLang="zh-CN" sz="2800" dirty="0" smtClean="0">
                <a:ea typeface="黑体" panose="02010609060101010101" pitchFamily="49" charset="-122"/>
              </a:rPr>
              <a:t>C </a:t>
            </a:r>
            <a:r>
              <a:rPr lang="zh-CN" altLang="en-US" sz="2800" dirty="0" smtClean="0">
                <a:ea typeface="黑体" panose="02010609060101010101" pitchFamily="49" charset="-122"/>
              </a:rPr>
              <a:t>通常置为 </a:t>
            </a:r>
            <a:r>
              <a:rPr lang="en-US" altLang="zh-CN" sz="2800" dirty="0" smtClean="0">
                <a:ea typeface="黑体" panose="02010609060101010101" pitchFamily="49" charset="-122"/>
              </a:rPr>
              <a:t>0x03</a:t>
            </a:r>
            <a:r>
              <a:rPr lang="zh-CN" altLang="en-US" sz="2800" dirty="0" smtClean="0">
                <a:ea typeface="黑体" panose="02010609060101010101" pitchFamily="49" charset="-122"/>
              </a:rPr>
              <a:t>。</a:t>
            </a:r>
          </a:p>
          <a:p>
            <a:r>
              <a:rPr lang="en-US" altLang="zh-CN" sz="2800" dirty="0" smtClean="0">
                <a:solidFill>
                  <a:srgbClr val="FF0000"/>
                </a:solidFill>
                <a:ea typeface="黑体" panose="02010609060101010101" pitchFamily="49" charset="-122"/>
              </a:rPr>
              <a:t>PPP </a:t>
            </a:r>
            <a:r>
              <a:rPr lang="zh-CN" altLang="en-US" sz="2800" dirty="0" smtClean="0">
                <a:solidFill>
                  <a:srgbClr val="FF0000"/>
                </a:solidFill>
                <a:ea typeface="黑体" panose="02010609060101010101" pitchFamily="49" charset="-122"/>
              </a:rPr>
              <a:t>是面向字节的，所有的 </a:t>
            </a:r>
            <a:r>
              <a:rPr lang="en-US" altLang="zh-CN" sz="2800" dirty="0" smtClean="0">
                <a:solidFill>
                  <a:srgbClr val="FF0000"/>
                </a:solidFill>
                <a:ea typeface="黑体" panose="02010609060101010101" pitchFamily="49" charset="-122"/>
              </a:rPr>
              <a:t>PPP </a:t>
            </a:r>
            <a:r>
              <a:rPr lang="zh-CN" altLang="en-US" sz="2800" dirty="0" smtClean="0">
                <a:solidFill>
                  <a:srgbClr val="FF0000"/>
                </a:solidFill>
                <a:ea typeface="黑体" panose="02010609060101010101" pitchFamily="49" charset="-122"/>
              </a:rPr>
              <a:t>帧的长度都是整数字节。</a:t>
            </a:r>
          </a:p>
        </p:txBody>
      </p:sp>
      <p:sp>
        <p:nvSpPr>
          <p:cNvPr id="48025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C58D136-7FFE-4E41-961E-F58CCF99A18B}" type="slidenum">
              <a:rPr lang="zh-CN" altLang="en-US" smtClean="0"/>
              <a:pPr eaLnBrk="1" hangingPunct="1"/>
              <a:t>34</a:t>
            </a:fld>
            <a:endParaRPr lang="en-US" altLang="zh-CN" smtClean="0"/>
          </a:p>
        </p:txBody>
      </p:sp>
      <p:sp>
        <p:nvSpPr>
          <p:cNvPr id="48026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558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558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5587">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5587">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9558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5587"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2305" name="Rectangle 2"/>
          <p:cNvSpPr>
            <a:spLocks noGrp="1" noChangeArrowheads="1"/>
          </p:cNvSpPr>
          <p:nvPr>
            <p:ph type="title"/>
          </p:nvPr>
        </p:nvSpPr>
        <p:spPr/>
        <p:txBody>
          <a:bodyPr/>
          <a:lstStyle/>
          <a:p>
            <a:pPr algn="ctr"/>
            <a:r>
              <a:rPr lang="en-US" altLang="zh-CN" smtClean="0">
                <a:ea typeface="黑体" panose="02010609060101010101" pitchFamily="49" charset="-122"/>
              </a:rPr>
              <a:t>PPP </a:t>
            </a:r>
            <a:r>
              <a:rPr lang="zh-CN" altLang="en-US" smtClean="0">
                <a:ea typeface="黑体" panose="02010609060101010101" pitchFamily="49" charset="-122"/>
              </a:rPr>
              <a:t>协议的帧格式</a:t>
            </a:r>
          </a:p>
        </p:txBody>
      </p:sp>
      <p:sp>
        <p:nvSpPr>
          <p:cNvPr id="482306" name="Rectangle 4"/>
          <p:cNvSpPr>
            <a:spLocks noChangeArrowheads="1"/>
          </p:cNvSpPr>
          <p:nvPr/>
        </p:nvSpPr>
        <p:spPr bwMode="auto">
          <a:xfrm>
            <a:off x="4368800" y="1497013"/>
            <a:ext cx="3140075" cy="465137"/>
          </a:xfrm>
          <a:prstGeom prst="rect">
            <a:avLst/>
          </a:prstGeom>
          <a:solidFill>
            <a:srgbClr val="FFCCFF"/>
          </a:solidFill>
          <a:ln w="9525">
            <a:solidFill>
              <a:schemeClr val="folHlink"/>
            </a:solidFill>
            <a:miter lim="800000"/>
            <a:headEnd/>
            <a:tailEnd/>
          </a:ln>
          <a:effectLst>
            <a:outerShdw dist="35921" dir="2700000" algn="ctr" rotWithShape="0">
              <a:schemeClr val="bg2"/>
            </a:outerShdw>
          </a:effectLst>
        </p:spPr>
        <p:txBody>
          <a:bodyPr wrap="none" anchor="ctr"/>
          <a:lstStyle/>
          <a:p>
            <a:pPr algn="ctr" eaLnBrk="0" hangingPunct="0"/>
            <a:r>
              <a:rPr lang="en-US" altLang="zh-CN" b="1">
                <a:solidFill>
                  <a:srgbClr val="000099"/>
                </a:solidFill>
                <a:ea typeface="黑体" panose="02010609060101010101" pitchFamily="49" charset="-122"/>
              </a:rPr>
              <a:t>IP </a:t>
            </a:r>
            <a:r>
              <a:rPr lang="zh-CN" altLang="en-US" b="1">
                <a:solidFill>
                  <a:srgbClr val="000099"/>
                </a:solidFill>
                <a:ea typeface="黑体" panose="02010609060101010101" pitchFamily="49" charset="-122"/>
              </a:rPr>
              <a:t>数据报</a:t>
            </a:r>
          </a:p>
        </p:txBody>
      </p:sp>
      <p:sp>
        <p:nvSpPr>
          <p:cNvPr id="482307" name="Text Box 9"/>
          <p:cNvSpPr txBox="1">
            <a:spLocks noChangeArrowheads="1"/>
          </p:cNvSpPr>
          <p:nvPr/>
        </p:nvSpPr>
        <p:spPr bwMode="auto">
          <a:xfrm>
            <a:off x="1522413" y="2932113"/>
            <a:ext cx="312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1</a:t>
            </a:r>
          </a:p>
        </p:txBody>
      </p:sp>
      <p:sp>
        <p:nvSpPr>
          <p:cNvPr id="482308" name="Text Box 10"/>
          <p:cNvSpPr txBox="1">
            <a:spLocks noChangeArrowheads="1"/>
          </p:cNvSpPr>
          <p:nvPr/>
        </p:nvSpPr>
        <p:spPr bwMode="auto">
          <a:xfrm>
            <a:off x="3683000" y="2932113"/>
            <a:ext cx="3127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2</a:t>
            </a:r>
          </a:p>
        </p:txBody>
      </p:sp>
      <p:sp>
        <p:nvSpPr>
          <p:cNvPr id="482309" name="Text Box 11"/>
          <p:cNvSpPr txBox="1">
            <a:spLocks noChangeArrowheads="1"/>
          </p:cNvSpPr>
          <p:nvPr/>
        </p:nvSpPr>
        <p:spPr bwMode="auto">
          <a:xfrm>
            <a:off x="2112963" y="2932113"/>
            <a:ext cx="312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1</a:t>
            </a:r>
          </a:p>
        </p:txBody>
      </p:sp>
      <p:sp>
        <p:nvSpPr>
          <p:cNvPr id="482310" name="Text Box 12"/>
          <p:cNvSpPr txBox="1">
            <a:spLocks noChangeArrowheads="1"/>
          </p:cNvSpPr>
          <p:nvPr/>
        </p:nvSpPr>
        <p:spPr bwMode="auto">
          <a:xfrm>
            <a:off x="8882063" y="2932113"/>
            <a:ext cx="312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1</a:t>
            </a:r>
          </a:p>
        </p:txBody>
      </p:sp>
      <p:sp>
        <p:nvSpPr>
          <p:cNvPr id="482311" name="Text Box 13"/>
          <p:cNvSpPr txBox="1">
            <a:spLocks noChangeArrowheads="1"/>
          </p:cNvSpPr>
          <p:nvPr/>
        </p:nvSpPr>
        <p:spPr bwMode="auto">
          <a:xfrm>
            <a:off x="639763" y="2932113"/>
            <a:ext cx="6461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字节</a:t>
            </a:r>
          </a:p>
        </p:txBody>
      </p:sp>
      <p:sp>
        <p:nvSpPr>
          <p:cNvPr id="482312" name="Text Box 18"/>
          <p:cNvSpPr txBox="1">
            <a:spLocks noChangeArrowheads="1"/>
          </p:cNvSpPr>
          <p:nvPr/>
        </p:nvSpPr>
        <p:spPr bwMode="auto">
          <a:xfrm>
            <a:off x="2700338" y="2932113"/>
            <a:ext cx="312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1</a:t>
            </a:r>
          </a:p>
        </p:txBody>
      </p:sp>
      <p:sp>
        <p:nvSpPr>
          <p:cNvPr id="482313" name="Text Box 23"/>
          <p:cNvSpPr txBox="1">
            <a:spLocks noChangeArrowheads="1"/>
          </p:cNvSpPr>
          <p:nvPr/>
        </p:nvSpPr>
        <p:spPr bwMode="auto">
          <a:xfrm>
            <a:off x="7900988" y="2932113"/>
            <a:ext cx="312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2</a:t>
            </a:r>
          </a:p>
        </p:txBody>
      </p:sp>
      <p:sp>
        <p:nvSpPr>
          <p:cNvPr id="482314" name="Line 26"/>
          <p:cNvSpPr>
            <a:spLocks noChangeShapeType="1"/>
          </p:cNvSpPr>
          <p:nvPr/>
        </p:nvSpPr>
        <p:spPr bwMode="auto">
          <a:xfrm>
            <a:off x="4368800" y="1484313"/>
            <a:ext cx="19050" cy="923925"/>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82315" name="Line 27"/>
          <p:cNvSpPr>
            <a:spLocks noChangeShapeType="1"/>
          </p:cNvSpPr>
          <p:nvPr/>
        </p:nvSpPr>
        <p:spPr bwMode="auto">
          <a:xfrm>
            <a:off x="7508875" y="1484313"/>
            <a:ext cx="0" cy="8890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82316" name="Text Box 31"/>
          <p:cNvSpPr txBox="1">
            <a:spLocks noChangeArrowheads="1"/>
          </p:cNvSpPr>
          <p:nvPr/>
        </p:nvSpPr>
        <p:spPr bwMode="auto">
          <a:xfrm>
            <a:off x="4760913" y="2932113"/>
            <a:ext cx="20494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不超过 </a:t>
            </a:r>
            <a:r>
              <a:rPr lang="en-US" altLang="zh-CN" b="1">
                <a:solidFill>
                  <a:srgbClr val="000099"/>
                </a:solidFill>
                <a:ea typeface="黑体" panose="02010609060101010101" pitchFamily="49" charset="-122"/>
              </a:rPr>
              <a:t>1500 </a:t>
            </a:r>
            <a:r>
              <a:rPr lang="zh-CN" altLang="en-US" b="1">
                <a:solidFill>
                  <a:srgbClr val="000099"/>
                </a:solidFill>
                <a:ea typeface="黑体" panose="02010609060101010101" pitchFamily="49" charset="-122"/>
              </a:rPr>
              <a:t>字节</a:t>
            </a:r>
          </a:p>
        </p:txBody>
      </p:sp>
      <p:sp>
        <p:nvSpPr>
          <p:cNvPr id="482317" name="Line 32"/>
          <p:cNvSpPr>
            <a:spLocks noChangeShapeType="1"/>
          </p:cNvSpPr>
          <p:nvPr/>
        </p:nvSpPr>
        <p:spPr bwMode="auto">
          <a:xfrm>
            <a:off x="1441450" y="3554413"/>
            <a:ext cx="7947025" cy="0"/>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82318" name="Text Box 33"/>
          <p:cNvSpPr txBox="1">
            <a:spLocks noChangeArrowheads="1"/>
          </p:cNvSpPr>
          <p:nvPr/>
        </p:nvSpPr>
        <p:spPr bwMode="auto">
          <a:xfrm>
            <a:off x="4837113" y="3316288"/>
            <a:ext cx="1023937" cy="4000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PPP </a:t>
            </a:r>
            <a:r>
              <a:rPr lang="zh-CN" altLang="en-US" sz="2000" b="1">
                <a:solidFill>
                  <a:srgbClr val="000099"/>
                </a:solidFill>
                <a:ea typeface="黑体" panose="02010609060101010101" pitchFamily="49" charset="-122"/>
              </a:rPr>
              <a:t>帧</a:t>
            </a:r>
          </a:p>
        </p:txBody>
      </p:sp>
      <p:sp>
        <p:nvSpPr>
          <p:cNvPr id="482319" name="Text Box 39"/>
          <p:cNvSpPr txBox="1">
            <a:spLocks noChangeArrowheads="1"/>
          </p:cNvSpPr>
          <p:nvPr/>
        </p:nvSpPr>
        <p:spPr bwMode="auto">
          <a:xfrm>
            <a:off x="415925" y="1746250"/>
            <a:ext cx="8778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先发送</a:t>
            </a:r>
          </a:p>
        </p:txBody>
      </p:sp>
      <p:sp>
        <p:nvSpPr>
          <p:cNvPr id="482320" name="Rectangle 5"/>
          <p:cNvSpPr>
            <a:spLocks noChangeArrowheads="1"/>
          </p:cNvSpPr>
          <p:nvPr/>
        </p:nvSpPr>
        <p:spPr bwMode="auto">
          <a:xfrm>
            <a:off x="1423988" y="2332038"/>
            <a:ext cx="7947025" cy="566737"/>
          </a:xfrm>
          <a:prstGeom prst="rect">
            <a:avLst/>
          </a:prstGeom>
          <a:solidFill>
            <a:srgbClr val="FFFFCC"/>
          </a:solidFill>
          <a:ln w="9525">
            <a:solidFill>
              <a:schemeClr val="folHlink"/>
            </a:solidFill>
            <a:miter lim="800000"/>
            <a:headEnd/>
            <a:tailEnd/>
          </a:ln>
          <a:effectLst>
            <a:outerShdw dist="35921" dir="2700000" algn="ctr" rotWithShape="0">
              <a:schemeClr val="bg2"/>
            </a:outerShdw>
          </a:effectLst>
        </p:spPr>
        <p:txBody>
          <a:bodyPr wrap="none" anchor="ctr"/>
          <a:lstStyle/>
          <a:p>
            <a:pPr algn="ctr" eaLnBrk="0" hangingPunct="0"/>
            <a:endParaRPr lang="zh-CN" altLang="zh-CN" b="1">
              <a:solidFill>
                <a:srgbClr val="000099"/>
              </a:solidFill>
              <a:ea typeface="黑体" panose="02010609060101010101" pitchFamily="49" charset="-122"/>
            </a:endParaRPr>
          </a:p>
        </p:txBody>
      </p:sp>
      <p:sp>
        <p:nvSpPr>
          <p:cNvPr id="482321" name="Line 6"/>
          <p:cNvSpPr>
            <a:spLocks noChangeShapeType="1"/>
          </p:cNvSpPr>
          <p:nvPr/>
        </p:nvSpPr>
        <p:spPr bwMode="auto">
          <a:xfrm>
            <a:off x="2014538" y="2332038"/>
            <a:ext cx="0" cy="5667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82322" name="Line 7"/>
          <p:cNvSpPr>
            <a:spLocks noChangeShapeType="1"/>
          </p:cNvSpPr>
          <p:nvPr/>
        </p:nvSpPr>
        <p:spPr bwMode="auto">
          <a:xfrm>
            <a:off x="8685213" y="2343150"/>
            <a:ext cx="0" cy="5556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82323" name="Text Box 8"/>
          <p:cNvSpPr txBox="1">
            <a:spLocks noChangeArrowheads="1"/>
          </p:cNvSpPr>
          <p:nvPr/>
        </p:nvSpPr>
        <p:spPr bwMode="auto">
          <a:xfrm>
            <a:off x="1420813" y="2535238"/>
            <a:ext cx="4667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7E</a:t>
            </a:r>
          </a:p>
        </p:txBody>
      </p:sp>
      <p:sp>
        <p:nvSpPr>
          <p:cNvPr id="482324" name="Line 14"/>
          <p:cNvSpPr>
            <a:spLocks noChangeShapeType="1"/>
          </p:cNvSpPr>
          <p:nvPr/>
        </p:nvSpPr>
        <p:spPr bwMode="auto">
          <a:xfrm>
            <a:off x="2601913" y="2343150"/>
            <a:ext cx="0" cy="5556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82325" name="Line 15"/>
          <p:cNvSpPr>
            <a:spLocks noChangeShapeType="1"/>
          </p:cNvSpPr>
          <p:nvPr/>
        </p:nvSpPr>
        <p:spPr bwMode="auto">
          <a:xfrm>
            <a:off x="3190875" y="2332038"/>
            <a:ext cx="0" cy="5667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82326" name="Text Box 16"/>
          <p:cNvSpPr txBox="1">
            <a:spLocks noChangeArrowheads="1"/>
          </p:cNvSpPr>
          <p:nvPr/>
        </p:nvSpPr>
        <p:spPr bwMode="auto">
          <a:xfrm>
            <a:off x="2009775" y="2535238"/>
            <a:ext cx="4667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FF</a:t>
            </a:r>
          </a:p>
        </p:txBody>
      </p:sp>
      <p:sp>
        <p:nvSpPr>
          <p:cNvPr id="482327" name="Text Box 17"/>
          <p:cNvSpPr txBox="1">
            <a:spLocks noChangeArrowheads="1"/>
          </p:cNvSpPr>
          <p:nvPr/>
        </p:nvSpPr>
        <p:spPr bwMode="auto">
          <a:xfrm>
            <a:off x="2590800" y="2535238"/>
            <a:ext cx="4413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03</a:t>
            </a:r>
          </a:p>
        </p:txBody>
      </p:sp>
      <p:sp>
        <p:nvSpPr>
          <p:cNvPr id="482328" name="Text Box 19"/>
          <p:cNvSpPr txBox="1">
            <a:spLocks noChangeArrowheads="1"/>
          </p:cNvSpPr>
          <p:nvPr/>
        </p:nvSpPr>
        <p:spPr bwMode="auto">
          <a:xfrm>
            <a:off x="1503363" y="2298700"/>
            <a:ext cx="3254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F</a:t>
            </a:r>
          </a:p>
        </p:txBody>
      </p:sp>
      <p:sp>
        <p:nvSpPr>
          <p:cNvPr id="482329" name="Text Box 20"/>
          <p:cNvSpPr txBox="1">
            <a:spLocks noChangeArrowheads="1"/>
          </p:cNvSpPr>
          <p:nvPr/>
        </p:nvSpPr>
        <p:spPr bwMode="auto">
          <a:xfrm>
            <a:off x="2054225" y="2297113"/>
            <a:ext cx="3508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A</a:t>
            </a:r>
          </a:p>
        </p:txBody>
      </p:sp>
      <p:sp>
        <p:nvSpPr>
          <p:cNvPr id="482330" name="Text Box 21"/>
          <p:cNvSpPr txBox="1">
            <a:spLocks noChangeArrowheads="1"/>
          </p:cNvSpPr>
          <p:nvPr/>
        </p:nvSpPr>
        <p:spPr bwMode="auto">
          <a:xfrm>
            <a:off x="2605088" y="2298700"/>
            <a:ext cx="3524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C</a:t>
            </a:r>
          </a:p>
        </p:txBody>
      </p:sp>
      <p:sp>
        <p:nvSpPr>
          <p:cNvPr id="482331" name="Text Box 22"/>
          <p:cNvSpPr txBox="1">
            <a:spLocks noChangeArrowheads="1"/>
          </p:cNvSpPr>
          <p:nvPr/>
        </p:nvSpPr>
        <p:spPr bwMode="auto">
          <a:xfrm>
            <a:off x="7805738" y="2482850"/>
            <a:ext cx="64611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FCS</a:t>
            </a:r>
          </a:p>
        </p:txBody>
      </p:sp>
      <p:sp>
        <p:nvSpPr>
          <p:cNvPr id="482332" name="Text Box 24"/>
          <p:cNvSpPr txBox="1">
            <a:spLocks noChangeArrowheads="1"/>
          </p:cNvSpPr>
          <p:nvPr/>
        </p:nvSpPr>
        <p:spPr bwMode="auto">
          <a:xfrm>
            <a:off x="8812213" y="2319338"/>
            <a:ext cx="3254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F</a:t>
            </a:r>
          </a:p>
        </p:txBody>
      </p:sp>
      <p:sp>
        <p:nvSpPr>
          <p:cNvPr id="482333" name="Text Box 25"/>
          <p:cNvSpPr txBox="1">
            <a:spLocks noChangeArrowheads="1"/>
          </p:cNvSpPr>
          <p:nvPr/>
        </p:nvSpPr>
        <p:spPr bwMode="auto">
          <a:xfrm>
            <a:off x="8747125" y="2535238"/>
            <a:ext cx="4667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7E</a:t>
            </a:r>
          </a:p>
        </p:txBody>
      </p:sp>
      <p:sp>
        <p:nvSpPr>
          <p:cNvPr id="482334" name="Rectangle 28"/>
          <p:cNvSpPr>
            <a:spLocks noChangeArrowheads="1"/>
          </p:cNvSpPr>
          <p:nvPr/>
        </p:nvSpPr>
        <p:spPr bwMode="auto">
          <a:xfrm>
            <a:off x="4368800" y="2359025"/>
            <a:ext cx="3140075" cy="519113"/>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82335" name="Text Box 29"/>
          <p:cNvSpPr txBox="1">
            <a:spLocks noChangeArrowheads="1"/>
          </p:cNvSpPr>
          <p:nvPr/>
        </p:nvSpPr>
        <p:spPr bwMode="auto">
          <a:xfrm>
            <a:off x="3430588" y="2466975"/>
            <a:ext cx="64611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协议</a:t>
            </a:r>
          </a:p>
        </p:txBody>
      </p:sp>
      <p:sp>
        <p:nvSpPr>
          <p:cNvPr id="482336" name="Text Box 30"/>
          <p:cNvSpPr txBox="1">
            <a:spLocks noChangeArrowheads="1"/>
          </p:cNvSpPr>
          <p:nvPr/>
        </p:nvSpPr>
        <p:spPr bwMode="auto">
          <a:xfrm>
            <a:off x="4911725" y="2482850"/>
            <a:ext cx="18843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信    息    部    分</a:t>
            </a:r>
          </a:p>
        </p:txBody>
      </p:sp>
      <p:sp>
        <p:nvSpPr>
          <p:cNvPr id="482337" name="AutoShape 34"/>
          <p:cNvSpPr>
            <a:spLocks/>
          </p:cNvSpPr>
          <p:nvPr/>
        </p:nvSpPr>
        <p:spPr bwMode="auto">
          <a:xfrm rot="5400000">
            <a:off x="2808287" y="771526"/>
            <a:ext cx="176213" cy="2944812"/>
          </a:xfrm>
          <a:prstGeom prst="leftBrace">
            <a:avLst>
              <a:gd name="adj1" fmla="val 128510"/>
              <a:gd name="adj2" fmla="val 50069"/>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82338" name="AutoShape 35"/>
          <p:cNvSpPr>
            <a:spLocks/>
          </p:cNvSpPr>
          <p:nvPr/>
        </p:nvSpPr>
        <p:spPr bwMode="auto">
          <a:xfrm rot="5400000">
            <a:off x="8358981" y="1320007"/>
            <a:ext cx="161925" cy="1862138"/>
          </a:xfrm>
          <a:prstGeom prst="leftBrace">
            <a:avLst>
              <a:gd name="adj1" fmla="val 88433"/>
              <a:gd name="adj2" fmla="val 50000"/>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82339" name="Text Box 36"/>
          <p:cNvSpPr txBox="1">
            <a:spLocks noChangeArrowheads="1"/>
          </p:cNvSpPr>
          <p:nvPr/>
        </p:nvSpPr>
        <p:spPr bwMode="auto">
          <a:xfrm>
            <a:off x="2543175" y="1773238"/>
            <a:ext cx="7000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首部</a:t>
            </a:r>
          </a:p>
        </p:txBody>
      </p:sp>
      <p:sp>
        <p:nvSpPr>
          <p:cNvPr id="482340" name="Text Box 37"/>
          <p:cNvSpPr txBox="1">
            <a:spLocks noChangeArrowheads="1"/>
          </p:cNvSpPr>
          <p:nvPr/>
        </p:nvSpPr>
        <p:spPr bwMode="auto">
          <a:xfrm>
            <a:off x="8094663" y="1773238"/>
            <a:ext cx="7000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尾部</a:t>
            </a:r>
          </a:p>
        </p:txBody>
      </p:sp>
      <p:sp>
        <p:nvSpPr>
          <p:cNvPr id="482341" name="Line 38"/>
          <p:cNvSpPr>
            <a:spLocks noChangeShapeType="1"/>
          </p:cNvSpPr>
          <p:nvPr/>
        </p:nvSpPr>
        <p:spPr bwMode="auto">
          <a:xfrm>
            <a:off x="1423988" y="1763713"/>
            <a:ext cx="0" cy="485775"/>
          </a:xfrm>
          <a:prstGeom prst="line">
            <a:avLst/>
          </a:prstGeom>
          <a:noFill/>
          <a:ln w="28575">
            <a:solidFill>
              <a:srgbClr val="C00000"/>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82342" name="Line 40"/>
          <p:cNvSpPr>
            <a:spLocks noChangeShapeType="1"/>
          </p:cNvSpPr>
          <p:nvPr/>
        </p:nvSpPr>
        <p:spPr bwMode="auto">
          <a:xfrm>
            <a:off x="7508875" y="2303463"/>
            <a:ext cx="0" cy="5953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82343" name="Line 41"/>
          <p:cNvSpPr>
            <a:spLocks noChangeShapeType="1"/>
          </p:cNvSpPr>
          <p:nvPr/>
        </p:nvSpPr>
        <p:spPr bwMode="auto">
          <a:xfrm>
            <a:off x="4368800" y="2343150"/>
            <a:ext cx="0" cy="5556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82344" name="AutoShape 42"/>
          <p:cNvSpPr>
            <a:spLocks noChangeArrowheads="1"/>
          </p:cNvSpPr>
          <p:nvPr/>
        </p:nvSpPr>
        <p:spPr bwMode="auto">
          <a:xfrm>
            <a:off x="5741988" y="1900238"/>
            <a:ext cx="295275" cy="566737"/>
          </a:xfrm>
          <a:prstGeom prst="downArrow">
            <a:avLst>
              <a:gd name="adj1" fmla="val 50000"/>
              <a:gd name="adj2" fmla="val 77974"/>
            </a:avLst>
          </a:prstGeom>
          <a:solidFill>
            <a:schemeClr val="accent1"/>
          </a:solidFill>
          <a:ln w="19050">
            <a:solidFill>
              <a:schemeClr val="tx1"/>
            </a:solidFill>
            <a:miter lim="800000"/>
            <a:headEnd/>
            <a:tailEnd/>
          </a:ln>
        </p:spPr>
        <p:txBody>
          <a:bodyPr vert="eaVert" wrap="none" anchor="ctr"/>
          <a:lstStyle/>
          <a:p>
            <a:pPr eaLnBrk="0" hangingPunct="0"/>
            <a:endParaRPr lang="zh-CN" altLang="en-US" b="1">
              <a:solidFill>
                <a:srgbClr val="000099"/>
              </a:solidFill>
              <a:ea typeface="黑体" panose="02010609060101010101" pitchFamily="49" charset="-122"/>
            </a:endParaRPr>
          </a:p>
        </p:txBody>
      </p:sp>
      <p:sp>
        <p:nvSpPr>
          <p:cNvPr id="2" name="矩形 1"/>
          <p:cNvSpPr/>
          <p:nvPr/>
        </p:nvSpPr>
        <p:spPr>
          <a:xfrm>
            <a:off x="1497013" y="4010025"/>
            <a:ext cx="7623175" cy="1939925"/>
          </a:xfrm>
          <a:prstGeom prst="rect">
            <a:avLst/>
          </a:prstGeom>
          <a:solidFill>
            <a:srgbClr val="66FF66"/>
          </a:solidFill>
          <a:ln>
            <a:solidFill>
              <a:schemeClr val="tx1"/>
            </a:solidFill>
          </a:ln>
        </p:spPr>
        <p:txBody>
          <a:bodyPr>
            <a:spAutoFit/>
          </a:bodyPr>
          <a:lstStyle/>
          <a:p>
            <a:pPr eaLnBrk="0" hangingPunct="0">
              <a:spcBef>
                <a:spcPts val="0"/>
              </a:spcBef>
            </a:pPr>
            <a:r>
              <a:rPr lang="en-US" altLang="zh-CN" sz="2400" b="1" noProof="1">
                <a:latin typeface="+mn-lt"/>
                <a:ea typeface="黑体" panose="02010609060101010101" pitchFamily="2" charset="-122"/>
              </a:rPr>
              <a:t>PPP </a:t>
            </a:r>
            <a:r>
              <a:rPr lang="zh-CN" altLang="en-US" sz="2400" b="1" noProof="1">
                <a:latin typeface="+mn-lt"/>
                <a:ea typeface="黑体" panose="02010609060101010101" pitchFamily="2" charset="-122"/>
              </a:rPr>
              <a:t>有一个 </a:t>
            </a:r>
            <a:r>
              <a:rPr lang="en-US" altLang="zh-CN" sz="2400" b="1" noProof="1">
                <a:solidFill>
                  <a:srgbClr val="0000CC"/>
                </a:solidFill>
                <a:latin typeface="+mn-lt"/>
                <a:ea typeface="黑体" panose="02010609060101010101" pitchFamily="2" charset="-122"/>
              </a:rPr>
              <a:t>2 </a:t>
            </a:r>
            <a:r>
              <a:rPr lang="zh-CN" altLang="en-US" sz="2400" b="1" noProof="1">
                <a:solidFill>
                  <a:srgbClr val="0000CC"/>
                </a:solidFill>
                <a:latin typeface="+mn-lt"/>
                <a:ea typeface="黑体" panose="02010609060101010101" pitchFamily="2" charset="-122"/>
              </a:rPr>
              <a:t>个字节的协议字段</a:t>
            </a:r>
            <a:r>
              <a:rPr lang="zh-CN" altLang="en-US" sz="2400" b="1" noProof="1">
                <a:latin typeface="+mn-lt"/>
                <a:ea typeface="黑体" panose="02010609060101010101" pitchFamily="2" charset="-122"/>
              </a:rPr>
              <a:t>。其值</a:t>
            </a:r>
          </a:p>
          <a:p>
            <a:pPr marL="360680" indent="-360680" eaLnBrk="0" hangingPunct="0">
              <a:spcBef>
                <a:spcPts val="0"/>
              </a:spcBef>
              <a:buSzPct val="80000"/>
              <a:buFont typeface="Wingdings" panose="05000000000000000000" pitchFamily="2" charset="2"/>
              <a:buChar char="l"/>
            </a:pPr>
            <a:r>
              <a:rPr lang="zh-CN" altLang="en-US" sz="2400" b="1" noProof="1">
                <a:latin typeface="+mn-lt"/>
                <a:ea typeface="黑体" panose="02010609060101010101" pitchFamily="2" charset="-122"/>
              </a:rPr>
              <a:t>若为 </a:t>
            </a:r>
            <a:r>
              <a:rPr lang="en-US" altLang="zh-CN" sz="2400" b="1" noProof="1">
                <a:latin typeface="+mn-lt"/>
                <a:ea typeface="黑体" panose="02010609060101010101" pitchFamily="2" charset="-122"/>
              </a:rPr>
              <a:t>0x0021</a:t>
            </a:r>
            <a:r>
              <a:rPr lang="zh-CN" altLang="en-US" sz="2400" b="1" noProof="1">
                <a:latin typeface="+mn-lt"/>
                <a:ea typeface="黑体" panose="02010609060101010101" pitchFamily="2" charset="-122"/>
              </a:rPr>
              <a:t>，则信息字段就是 </a:t>
            </a:r>
            <a:r>
              <a:rPr lang="en-US" altLang="zh-CN" sz="2400" b="1" noProof="1">
                <a:latin typeface="+mn-lt"/>
                <a:ea typeface="黑体" panose="02010609060101010101" pitchFamily="2" charset="-122"/>
              </a:rPr>
              <a:t>IP </a:t>
            </a:r>
            <a:r>
              <a:rPr lang="zh-CN" altLang="en-US" sz="2400" b="1" noProof="1">
                <a:latin typeface="+mn-lt"/>
                <a:ea typeface="黑体" panose="02010609060101010101" pitchFamily="2" charset="-122"/>
              </a:rPr>
              <a:t>数据报。</a:t>
            </a:r>
            <a:endParaRPr lang="en-US" altLang="zh-CN" sz="2400" b="1" noProof="1">
              <a:latin typeface="+mn-lt"/>
              <a:ea typeface="黑体" panose="02010609060101010101" pitchFamily="2" charset="-122"/>
            </a:endParaRPr>
          </a:p>
          <a:p>
            <a:pPr marL="360680" indent="-360680" eaLnBrk="0" hangingPunct="0">
              <a:spcBef>
                <a:spcPts val="0"/>
              </a:spcBef>
              <a:buSzPct val="80000"/>
              <a:buFont typeface="Wingdings" panose="05000000000000000000" pitchFamily="2" charset="2"/>
              <a:buChar char="l"/>
            </a:pPr>
            <a:r>
              <a:rPr lang="zh-CN" altLang="en-US" sz="2400" b="1" noProof="1">
                <a:ea typeface="黑体" panose="02010609060101010101" pitchFamily="2" charset="-122"/>
              </a:rPr>
              <a:t>若为 </a:t>
            </a:r>
            <a:r>
              <a:rPr lang="en-US" altLang="zh-CN" sz="2400" b="1" noProof="1">
                <a:ea typeface="黑体" panose="02010609060101010101" pitchFamily="2" charset="-122"/>
              </a:rPr>
              <a:t>0x8021</a:t>
            </a:r>
            <a:r>
              <a:rPr lang="zh-CN" altLang="en-US" sz="2400" b="1" noProof="1">
                <a:ea typeface="黑体" panose="02010609060101010101" pitchFamily="2" charset="-122"/>
              </a:rPr>
              <a:t>，则信息字段</a:t>
            </a:r>
            <a:r>
              <a:rPr lang="zh-CN" altLang="en-US" sz="2400" b="1" noProof="1" smtClean="0">
                <a:ea typeface="黑体" panose="02010609060101010101" pitchFamily="2" charset="-122"/>
              </a:rPr>
              <a:t>是</a:t>
            </a:r>
            <a:r>
              <a:rPr lang="en-US" altLang="zh-CN" sz="2400" b="1" noProof="1" smtClean="0">
                <a:ea typeface="黑体" panose="02010609060101010101" pitchFamily="2" charset="-122"/>
              </a:rPr>
              <a:t>NCP</a:t>
            </a:r>
            <a:r>
              <a:rPr lang="zh-CN" altLang="en-US" sz="2400" b="1" noProof="1" smtClean="0">
                <a:ea typeface="黑体" panose="02010609060101010101" pitchFamily="2" charset="-122"/>
              </a:rPr>
              <a:t>网络</a:t>
            </a:r>
            <a:r>
              <a:rPr lang="zh-CN" altLang="en-US" sz="2400" b="1" noProof="1">
                <a:ea typeface="黑体" panose="02010609060101010101" pitchFamily="2" charset="-122"/>
              </a:rPr>
              <a:t>控制数据。</a:t>
            </a:r>
            <a:endParaRPr lang="zh-CN" altLang="en-US" sz="2400" b="1" noProof="1">
              <a:latin typeface="+mn-lt"/>
              <a:ea typeface="黑体" panose="02010609060101010101" pitchFamily="2" charset="-122"/>
            </a:endParaRPr>
          </a:p>
          <a:p>
            <a:pPr marL="360680" indent="-360680" eaLnBrk="0" hangingPunct="0">
              <a:spcBef>
                <a:spcPts val="0"/>
              </a:spcBef>
              <a:buSzPct val="80000"/>
              <a:buFont typeface="Wingdings" panose="05000000000000000000" pitchFamily="2" charset="2"/>
              <a:buChar char="l"/>
            </a:pPr>
            <a:r>
              <a:rPr lang="zh-CN" altLang="en-US" sz="2400" b="1" noProof="1">
                <a:latin typeface="+mn-lt"/>
                <a:ea typeface="黑体" panose="02010609060101010101" pitchFamily="2" charset="-122"/>
              </a:rPr>
              <a:t>若为 </a:t>
            </a:r>
            <a:r>
              <a:rPr lang="en-US" altLang="zh-CN" sz="2400" b="1" noProof="1">
                <a:latin typeface="+mn-lt"/>
                <a:ea typeface="黑体" panose="02010609060101010101" pitchFamily="2" charset="-122"/>
              </a:rPr>
              <a:t>0xC021</a:t>
            </a:r>
            <a:r>
              <a:rPr lang="zh-CN" altLang="en-US" sz="2400" b="1" noProof="1">
                <a:latin typeface="+mn-lt"/>
                <a:ea typeface="黑体" panose="02010609060101010101" pitchFamily="2" charset="-122"/>
              </a:rPr>
              <a:t>，则信息字段是 </a:t>
            </a:r>
            <a:r>
              <a:rPr lang="en-US" altLang="zh-CN" sz="2400" b="1" noProof="1" smtClean="0">
                <a:latin typeface="+mn-lt"/>
                <a:ea typeface="黑体" panose="02010609060101010101" pitchFamily="2" charset="-122"/>
              </a:rPr>
              <a:t>LCP </a:t>
            </a:r>
            <a:r>
              <a:rPr lang="zh-CN" altLang="en-US" sz="2400" b="1" noProof="1">
                <a:latin typeface="+mn-lt"/>
                <a:ea typeface="黑体" panose="02010609060101010101" pitchFamily="2" charset="-122"/>
              </a:rPr>
              <a:t>链路控制数据。</a:t>
            </a:r>
          </a:p>
          <a:p>
            <a:pPr marL="360680" indent="-360680" eaLnBrk="0" hangingPunct="0">
              <a:spcBef>
                <a:spcPts val="0"/>
              </a:spcBef>
              <a:buSzPct val="80000"/>
              <a:buFont typeface="Wingdings" panose="05000000000000000000" pitchFamily="2" charset="2"/>
              <a:buChar char="l"/>
            </a:pPr>
            <a:r>
              <a:rPr lang="zh-CN" altLang="en-US" sz="2400" b="1" noProof="1">
                <a:ea typeface="黑体" panose="02010609060101010101" pitchFamily="2" charset="-122"/>
              </a:rPr>
              <a:t>若为 </a:t>
            </a:r>
            <a:r>
              <a:rPr lang="en-US" altLang="zh-CN" sz="2400" b="1" noProof="1">
                <a:ea typeface="黑体" panose="02010609060101010101" pitchFamily="2" charset="-122"/>
              </a:rPr>
              <a:t>0xC023</a:t>
            </a:r>
            <a:r>
              <a:rPr lang="zh-CN" altLang="en-US" sz="2400" b="1" noProof="1">
                <a:ea typeface="黑体" panose="02010609060101010101" pitchFamily="2" charset="-122"/>
              </a:rPr>
              <a:t>，则信息字段是鉴别数据。</a:t>
            </a:r>
            <a:endParaRPr lang="en-US" altLang="zh-CN" sz="2400" b="1" noProof="1">
              <a:ea typeface="黑体" panose="02010609060101010101" pitchFamily="2" charset="-122"/>
            </a:endParaRPr>
          </a:p>
        </p:txBody>
      </p:sp>
      <p:sp>
        <p:nvSpPr>
          <p:cNvPr id="482346"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E2B676B-663F-4576-B14E-A7AB0963919F}" type="slidenum">
              <a:rPr lang="zh-CN" altLang="en-US" smtClean="0"/>
              <a:pPr eaLnBrk="1" hangingPunct="1"/>
              <a:t>35</a:t>
            </a:fld>
            <a:endParaRPr lang="en-US" altLang="zh-CN" smtClean="0"/>
          </a:p>
        </p:txBody>
      </p:sp>
      <p:sp>
        <p:nvSpPr>
          <p:cNvPr id="482347"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4353"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透明传输问题 </a:t>
            </a:r>
          </a:p>
        </p:txBody>
      </p:sp>
      <p:sp>
        <p:nvSpPr>
          <p:cNvPr id="196611" name="Rectangle 3"/>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当 </a:t>
            </a:r>
            <a:r>
              <a:rPr lang="en-US" altLang="zh-CN" smtClean="0">
                <a:ea typeface="黑体" panose="02010609060101010101" pitchFamily="49" charset="-122"/>
              </a:rPr>
              <a:t>PPP </a:t>
            </a:r>
            <a:r>
              <a:rPr lang="zh-CN" altLang="en-US" smtClean="0">
                <a:ea typeface="黑体" panose="02010609060101010101" pitchFamily="49" charset="-122"/>
              </a:rPr>
              <a:t>用在同步传输链路时，协议规定采用硬件来完成</a:t>
            </a:r>
            <a:r>
              <a:rPr lang="zh-CN" altLang="en-US" smtClean="0">
                <a:solidFill>
                  <a:srgbClr val="FF0000"/>
                </a:solidFill>
                <a:ea typeface="黑体" panose="02010609060101010101" pitchFamily="49" charset="-122"/>
              </a:rPr>
              <a:t>比特填充</a:t>
            </a:r>
            <a:r>
              <a:rPr lang="zh-CN" altLang="en-US" smtClean="0">
                <a:ea typeface="黑体" panose="02010609060101010101" pitchFamily="49" charset="-122"/>
              </a:rPr>
              <a:t>（和 </a:t>
            </a:r>
            <a:r>
              <a:rPr lang="en-US" altLang="zh-CN" smtClean="0">
                <a:ea typeface="黑体" panose="02010609060101010101" pitchFamily="49" charset="-122"/>
              </a:rPr>
              <a:t>HDLC </a:t>
            </a:r>
            <a:r>
              <a:rPr lang="zh-CN" altLang="en-US" smtClean="0">
                <a:ea typeface="黑体" panose="02010609060101010101" pitchFamily="49" charset="-122"/>
              </a:rPr>
              <a:t>的做法一样）。 </a:t>
            </a:r>
            <a:endParaRPr lang="zh-CN" altLang="en-US" sz="3600" smtClean="0">
              <a:ea typeface="黑体" panose="02010609060101010101" pitchFamily="49" charset="-122"/>
            </a:endParaRPr>
          </a:p>
          <a:p>
            <a:r>
              <a:rPr lang="zh-CN" altLang="en-US" smtClean="0">
                <a:ea typeface="黑体" panose="02010609060101010101" pitchFamily="49" charset="-122"/>
              </a:rPr>
              <a:t>当 </a:t>
            </a:r>
            <a:r>
              <a:rPr lang="en-US" altLang="zh-CN" smtClean="0">
                <a:ea typeface="黑体" panose="02010609060101010101" pitchFamily="49" charset="-122"/>
              </a:rPr>
              <a:t>PPP </a:t>
            </a:r>
            <a:r>
              <a:rPr lang="zh-CN" altLang="en-US" smtClean="0">
                <a:ea typeface="黑体" panose="02010609060101010101" pitchFamily="49" charset="-122"/>
              </a:rPr>
              <a:t>用在异步传输时，就使用一种特殊的</a:t>
            </a:r>
            <a:r>
              <a:rPr lang="zh-CN" altLang="en-US" smtClean="0">
                <a:solidFill>
                  <a:srgbClr val="FF0000"/>
                </a:solidFill>
                <a:ea typeface="黑体" panose="02010609060101010101" pitchFamily="49" charset="-122"/>
              </a:rPr>
              <a:t>字符填充法。</a:t>
            </a:r>
            <a:r>
              <a:rPr lang="zh-CN" altLang="en-US" smtClean="0">
                <a:ea typeface="黑体" panose="02010609060101010101" pitchFamily="49" charset="-122"/>
              </a:rPr>
              <a:t> </a:t>
            </a:r>
          </a:p>
        </p:txBody>
      </p:sp>
      <p:sp>
        <p:nvSpPr>
          <p:cNvPr id="48435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F2F69F5-854B-4799-AC69-EC133029DD27}" type="slidenum">
              <a:rPr lang="zh-CN" altLang="en-US" smtClean="0"/>
              <a:pPr eaLnBrk="1" hangingPunct="1"/>
              <a:t>36</a:t>
            </a:fld>
            <a:endParaRPr lang="en-US" altLang="zh-CN" smtClean="0"/>
          </a:p>
        </p:txBody>
      </p:sp>
      <p:sp>
        <p:nvSpPr>
          <p:cNvPr id="48435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661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6611"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6401"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字符填充 </a:t>
            </a:r>
          </a:p>
        </p:txBody>
      </p:sp>
      <p:sp>
        <p:nvSpPr>
          <p:cNvPr id="197635" name="Rectangle 3"/>
          <p:cNvSpPr>
            <a:spLocks noGrp="1" noChangeArrowheads="1"/>
          </p:cNvSpPr>
          <p:nvPr>
            <p:ph idx="1"/>
          </p:nvPr>
        </p:nvSpPr>
        <p:spPr>
          <a:xfrm>
            <a:off x="495300" y="1196975"/>
            <a:ext cx="9066213" cy="4933950"/>
          </a:xfrm>
        </p:spPr>
        <p:txBody>
          <a:bodyPr/>
          <a:lstStyle/>
          <a:p>
            <a:pPr>
              <a:spcBef>
                <a:spcPts val="1200"/>
              </a:spcBef>
            </a:pPr>
            <a:r>
              <a:rPr lang="zh-CN" altLang="en-US" dirty="0" smtClean="0">
                <a:ea typeface="黑体" panose="02010609060101010101" pitchFamily="49" charset="-122"/>
              </a:rPr>
              <a:t>将信息字段中出现的每一个 </a:t>
            </a:r>
            <a:r>
              <a:rPr lang="en-US" altLang="zh-CN" dirty="0" smtClean="0">
                <a:ea typeface="黑体" panose="02010609060101010101" pitchFamily="49" charset="-122"/>
              </a:rPr>
              <a:t>0x7E </a:t>
            </a:r>
            <a:r>
              <a:rPr lang="zh-CN" altLang="en-US" dirty="0" smtClean="0">
                <a:ea typeface="黑体" panose="02010609060101010101" pitchFamily="49" charset="-122"/>
              </a:rPr>
              <a:t>字节转变成为 </a:t>
            </a:r>
            <a:r>
              <a:rPr lang="en-US" altLang="zh-CN" dirty="0" smtClean="0">
                <a:ea typeface="黑体" panose="02010609060101010101" pitchFamily="49" charset="-122"/>
              </a:rPr>
              <a:t>2 </a:t>
            </a:r>
            <a:r>
              <a:rPr lang="zh-CN" altLang="en-US" dirty="0" smtClean="0">
                <a:ea typeface="黑体" panose="02010609060101010101" pitchFamily="49" charset="-122"/>
              </a:rPr>
              <a:t>字节序列 </a:t>
            </a:r>
            <a:r>
              <a:rPr lang="en-US" altLang="zh-CN" dirty="0" smtClean="0">
                <a:ea typeface="黑体" panose="02010609060101010101" pitchFamily="49" charset="-122"/>
              </a:rPr>
              <a:t>(0x7D, 0x5E)</a:t>
            </a:r>
            <a:r>
              <a:rPr lang="zh-CN" altLang="en-US" dirty="0" smtClean="0">
                <a:ea typeface="黑体" panose="02010609060101010101" pitchFamily="49" charset="-122"/>
              </a:rPr>
              <a:t>。 </a:t>
            </a:r>
            <a:endParaRPr lang="zh-CN" altLang="en-US" sz="3600" dirty="0" smtClean="0">
              <a:ea typeface="黑体" panose="02010609060101010101" pitchFamily="49" charset="-122"/>
            </a:endParaRPr>
          </a:p>
          <a:p>
            <a:pPr>
              <a:spcBef>
                <a:spcPts val="1200"/>
              </a:spcBef>
            </a:pPr>
            <a:r>
              <a:rPr lang="zh-CN" altLang="en-US" dirty="0" smtClean="0">
                <a:ea typeface="黑体" panose="02010609060101010101" pitchFamily="49" charset="-122"/>
              </a:rPr>
              <a:t>若信息字段中出现一个 </a:t>
            </a:r>
            <a:r>
              <a:rPr lang="en-US" altLang="zh-CN" dirty="0" smtClean="0">
                <a:ea typeface="黑体" panose="02010609060101010101" pitchFamily="49" charset="-122"/>
              </a:rPr>
              <a:t>0x7D </a:t>
            </a:r>
            <a:r>
              <a:rPr lang="zh-CN" altLang="en-US" dirty="0" smtClean="0">
                <a:ea typeface="黑体" panose="02010609060101010101" pitchFamily="49" charset="-122"/>
              </a:rPr>
              <a:t>的字节</a:t>
            </a:r>
            <a:r>
              <a:rPr lang="en-US" altLang="zh-CN" dirty="0" smtClean="0">
                <a:ea typeface="黑体" panose="02010609060101010101" pitchFamily="49" charset="-122"/>
              </a:rPr>
              <a:t>, </a:t>
            </a:r>
            <a:r>
              <a:rPr lang="zh-CN" altLang="en-US" dirty="0" smtClean="0">
                <a:ea typeface="黑体" panose="02010609060101010101" pitchFamily="49" charset="-122"/>
              </a:rPr>
              <a:t>则将其转变成为 </a:t>
            </a:r>
            <a:r>
              <a:rPr lang="en-US" altLang="zh-CN" dirty="0" smtClean="0">
                <a:ea typeface="黑体" panose="02010609060101010101" pitchFamily="49" charset="-122"/>
              </a:rPr>
              <a:t>2 </a:t>
            </a:r>
            <a:r>
              <a:rPr lang="zh-CN" altLang="en-US" dirty="0" smtClean="0">
                <a:ea typeface="黑体" panose="02010609060101010101" pitchFamily="49" charset="-122"/>
              </a:rPr>
              <a:t>字节序列 </a:t>
            </a:r>
            <a:r>
              <a:rPr lang="en-US" altLang="zh-CN" dirty="0" smtClean="0">
                <a:ea typeface="黑体" panose="02010609060101010101" pitchFamily="49" charset="-122"/>
              </a:rPr>
              <a:t>(0x7D, 0x5D)</a:t>
            </a:r>
            <a:r>
              <a:rPr lang="zh-CN" altLang="en-US" dirty="0" smtClean="0">
                <a:ea typeface="黑体" panose="02010609060101010101" pitchFamily="49" charset="-122"/>
              </a:rPr>
              <a:t>。</a:t>
            </a:r>
          </a:p>
          <a:p>
            <a:pPr>
              <a:spcBef>
                <a:spcPts val="1200"/>
              </a:spcBef>
            </a:pPr>
            <a:r>
              <a:rPr lang="zh-CN" altLang="en-US" dirty="0" smtClean="0">
                <a:ea typeface="黑体" panose="02010609060101010101" pitchFamily="49" charset="-122"/>
              </a:rPr>
              <a:t>若信息字段中出现 </a:t>
            </a:r>
            <a:r>
              <a:rPr lang="en-US" altLang="zh-CN" dirty="0" smtClean="0">
                <a:ea typeface="黑体" panose="02010609060101010101" pitchFamily="49" charset="-122"/>
              </a:rPr>
              <a:t>ASCII </a:t>
            </a:r>
            <a:r>
              <a:rPr lang="zh-CN" altLang="en-US" dirty="0" smtClean="0">
                <a:ea typeface="黑体" panose="02010609060101010101" pitchFamily="49" charset="-122"/>
              </a:rPr>
              <a:t>码的控制字符（即数值小于 </a:t>
            </a:r>
            <a:r>
              <a:rPr lang="en-US" altLang="zh-CN" dirty="0" smtClean="0">
                <a:ea typeface="黑体" panose="02010609060101010101" pitchFamily="49" charset="-122"/>
              </a:rPr>
              <a:t>0x20 </a:t>
            </a:r>
            <a:r>
              <a:rPr lang="zh-CN" altLang="en-US" dirty="0" smtClean="0">
                <a:ea typeface="黑体" panose="02010609060101010101" pitchFamily="49" charset="-122"/>
              </a:rPr>
              <a:t>的字符），则在该字符前面要加入一个 </a:t>
            </a:r>
            <a:r>
              <a:rPr lang="en-US" altLang="zh-CN" dirty="0" smtClean="0">
                <a:ea typeface="黑体" panose="02010609060101010101" pitchFamily="49" charset="-122"/>
              </a:rPr>
              <a:t>0x7D </a:t>
            </a:r>
            <a:r>
              <a:rPr lang="zh-CN" altLang="en-US" dirty="0" smtClean="0">
                <a:ea typeface="黑体" panose="02010609060101010101" pitchFamily="49" charset="-122"/>
              </a:rPr>
              <a:t>字节，同时将该字符的编码加以改变。  </a:t>
            </a:r>
          </a:p>
        </p:txBody>
      </p:sp>
      <p:sp>
        <p:nvSpPr>
          <p:cNvPr id="48640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3843F46-B87F-43A9-80F3-2087457853B7}" type="slidenum">
              <a:rPr lang="zh-CN" altLang="en-US" smtClean="0"/>
              <a:pPr eaLnBrk="1" hangingPunct="1"/>
              <a:t>37</a:t>
            </a:fld>
            <a:endParaRPr lang="en-US" altLang="zh-CN" smtClean="0"/>
          </a:p>
        </p:txBody>
      </p:sp>
      <p:sp>
        <p:nvSpPr>
          <p:cNvPr id="48640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7635">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763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7635"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8449"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零比特填充 </a:t>
            </a:r>
          </a:p>
        </p:txBody>
      </p:sp>
      <p:sp>
        <p:nvSpPr>
          <p:cNvPr id="488450" name="Rectangle 3"/>
          <p:cNvSpPr>
            <a:spLocks noGrp="1" noChangeArrowheads="1"/>
          </p:cNvSpPr>
          <p:nvPr>
            <p:ph idx="1"/>
          </p:nvPr>
        </p:nvSpPr>
        <p:spPr>
          <a:xfrm>
            <a:off x="495300" y="1196975"/>
            <a:ext cx="9066213" cy="4933950"/>
          </a:xfrm>
        </p:spPr>
        <p:txBody>
          <a:bodyPr/>
          <a:lstStyle/>
          <a:p>
            <a:r>
              <a:rPr lang="en-US" altLang="zh-CN" smtClean="0">
                <a:ea typeface="黑体" panose="02010609060101010101" pitchFamily="49" charset="-122"/>
              </a:rPr>
              <a:t>PPP </a:t>
            </a:r>
            <a:r>
              <a:rPr lang="zh-CN" altLang="en-US" smtClean="0">
                <a:ea typeface="黑体" panose="02010609060101010101" pitchFamily="49" charset="-122"/>
              </a:rPr>
              <a:t>协议用在 </a:t>
            </a:r>
            <a:r>
              <a:rPr lang="en-US" altLang="zh-CN" smtClean="0">
                <a:ea typeface="黑体" panose="02010609060101010101" pitchFamily="49" charset="-122"/>
              </a:rPr>
              <a:t>SONET/SDH </a:t>
            </a:r>
            <a:r>
              <a:rPr lang="zh-CN" altLang="en-US" smtClean="0">
                <a:ea typeface="黑体" panose="02010609060101010101" pitchFamily="49" charset="-122"/>
              </a:rPr>
              <a:t>链路时，使用同步传输（一连串的比特连续传送）。</a:t>
            </a:r>
            <a:r>
              <a:rPr lang="zh-CN" altLang="en-US" smtClean="0">
                <a:solidFill>
                  <a:srgbClr val="0000CC"/>
                </a:solidFill>
                <a:ea typeface="黑体" panose="02010609060101010101" pitchFamily="49" charset="-122"/>
              </a:rPr>
              <a:t>这时 </a:t>
            </a:r>
            <a:r>
              <a:rPr lang="en-US" altLang="zh-CN" smtClean="0">
                <a:solidFill>
                  <a:srgbClr val="0000CC"/>
                </a:solidFill>
                <a:ea typeface="黑体" panose="02010609060101010101" pitchFamily="49" charset="-122"/>
              </a:rPr>
              <a:t>PPP </a:t>
            </a:r>
            <a:r>
              <a:rPr lang="zh-CN" altLang="en-US" smtClean="0">
                <a:solidFill>
                  <a:srgbClr val="0000CC"/>
                </a:solidFill>
                <a:ea typeface="黑体" panose="02010609060101010101" pitchFamily="49" charset="-122"/>
              </a:rPr>
              <a:t>协议采用</a:t>
            </a:r>
            <a:r>
              <a:rPr lang="zh-CN" altLang="en-US" smtClean="0">
                <a:solidFill>
                  <a:srgbClr val="FF0000"/>
                </a:solidFill>
                <a:ea typeface="黑体" panose="02010609060101010101" pitchFamily="49" charset="-122"/>
              </a:rPr>
              <a:t>零比特填充</a:t>
            </a:r>
            <a:r>
              <a:rPr lang="zh-CN" altLang="en-US" smtClean="0">
                <a:solidFill>
                  <a:srgbClr val="0000CC"/>
                </a:solidFill>
                <a:ea typeface="黑体" panose="02010609060101010101" pitchFamily="49" charset="-122"/>
              </a:rPr>
              <a:t>方法来实现透明传输。</a:t>
            </a:r>
          </a:p>
          <a:p>
            <a:r>
              <a:rPr lang="zh-CN" altLang="en-US" smtClean="0">
                <a:ea typeface="黑体" panose="02010609060101010101" pitchFamily="49" charset="-122"/>
              </a:rPr>
              <a:t>在发送端，只要发现有 </a:t>
            </a:r>
            <a:r>
              <a:rPr lang="en-US" altLang="zh-CN" smtClean="0">
                <a:ea typeface="黑体" panose="02010609060101010101" pitchFamily="49" charset="-122"/>
              </a:rPr>
              <a:t>5 </a:t>
            </a:r>
            <a:r>
              <a:rPr lang="zh-CN" altLang="en-US" smtClean="0">
                <a:ea typeface="黑体" panose="02010609060101010101" pitchFamily="49" charset="-122"/>
              </a:rPr>
              <a:t>个连续 </a:t>
            </a:r>
            <a:r>
              <a:rPr lang="en-US" altLang="zh-CN" smtClean="0">
                <a:ea typeface="黑体" panose="02010609060101010101" pitchFamily="49" charset="-122"/>
              </a:rPr>
              <a:t>1</a:t>
            </a:r>
            <a:r>
              <a:rPr lang="zh-CN" altLang="en-US" smtClean="0">
                <a:ea typeface="黑体" panose="02010609060101010101" pitchFamily="49" charset="-122"/>
              </a:rPr>
              <a:t>，则立即填入一个 </a:t>
            </a:r>
            <a:r>
              <a:rPr lang="en-US" altLang="zh-CN" smtClean="0">
                <a:ea typeface="黑体" panose="02010609060101010101" pitchFamily="49" charset="-122"/>
              </a:rPr>
              <a:t>0</a:t>
            </a:r>
            <a:r>
              <a:rPr lang="zh-CN" altLang="en-US" smtClean="0">
                <a:ea typeface="黑体" panose="02010609060101010101" pitchFamily="49" charset="-122"/>
              </a:rPr>
              <a:t>。</a:t>
            </a:r>
            <a:endParaRPr lang="en-US" altLang="zh-CN" smtClean="0">
              <a:ea typeface="黑体" panose="02010609060101010101" pitchFamily="49" charset="-122"/>
            </a:endParaRPr>
          </a:p>
          <a:p>
            <a:r>
              <a:rPr lang="zh-CN" altLang="en-US" smtClean="0">
                <a:ea typeface="黑体" panose="02010609060101010101" pitchFamily="49" charset="-122"/>
              </a:rPr>
              <a:t>接收端对帧中的比特流进行扫描。每当发现 </a:t>
            </a:r>
            <a:r>
              <a:rPr lang="en-US" altLang="zh-CN" smtClean="0">
                <a:ea typeface="黑体" panose="02010609060101010101" pitchFamily="49" charset="-122"/>
              </a:rPr>
              <a:t>5 </a:t>
            </a:r>
            <a:r>
              <a:rPr lang="zh-CN" altLang="en-US" smtClean="0">
                <a:ea typeface="黑体" panose="02010609060101010101" pitchFamily="49" charset="-122"/>
              </a:rPr>
              <a:t>个连续</a:t>
            </a:r>
            <a:r>
              <a:rPr lang="en-US" altLang="zh-CN" smtClean="0">
                <a:ea typeface="黑体" panose="02010609060101010101" pitchFamily="49" charset="-122"/>
              </a:rPr>
              <a:t>1</a:t>
            </a:r>
            <a:r>
              <a:rPr lang="zh-CN" altLang="en-US" smtClean="0">
                <a:ea typeface="黑体" panose="02010609060101010101" pitchFamily="49" charset="-122"/>
              </a:rPr>
              <a:t>时，就把这 </a:t>
            </a:r>
            <a:r>
              <a:rPr lang="en-US" altLang="zh-CN" smtClean="0">
                <a:ea typeface="黑体" panose="02010609060101010101" pitchFamily="49" charset="-122"/>
              </a:rPr>
              <a:t>5 </a:t>
            </a:r>
            <a:r>
              <a:rPr lang="zh-CN" altLang="en-US" smtClean="0">
                <a:ea typeface="黑体" panose="02010609060101010101" pitchFamily="49" charset="-122"/>
              </a:rPr>
              <a:t>个连续 </a:t>
            </a:r>
            <a:r>
              <a:rPr lang="en-US" altLang="zh-CN" smtClean="0">
                <a:ea typeface="黑体" panose="02010609060101010101" pitchFamily="49" charset="-122"/>
              </a:rPr>
              <a:t>1 </a:t>
            </a:r>
            <a:r>
              <a:rPr lang="zh-CN" altLang="en-US" smtClean="0">
                <a:ea typeface="黑体" panose="02010609060101010101" pitchFamily="49" charset="-122"/>
              </a:rPr>
              <a:t>后的一个 </a:t>
            </a:r>
            <a:r>
              <a:rPr lang="en-US" altLang="zh-CN" smtClean="0">
                <a:ea typeface="黑体" panose="02010609060101010101" pitchFamily="49" charset="-122"/>
              </a:rPr>
              <a:t>0 </a:t>
            </a:r>
            <a:r>
              <a:rPr lang="zh-CN" altLang="en-US" smtClean="0">
                <a:ea typeface="黑体" panose="02010609060101010101" pitchFamily="49" charset="-122"/>
              </a:rPr>
              <a:t>删除。</a:t>
            </a:r>
          </a:p>
        </p:txBody>
      </p:sp>
      <p:sp>
        <p:nvSpPr>
          <p:cNvPr id="48845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2C64D4B-F2C1-4D0C-A915-E24D79ACA8A5}" type="slidenum">
              <a:rPr lang="zh-CN" altLang="en-US" smtClean="0"/>
              <a:pPr eaLnBrk="1" hangingPunct="1"/>
              <a:t>38</a:t>
            </a:fld>
            <a:endParaRPr lang="en-US" altLang="zh-CN" smtClean="0"/>
          </a:p>
        </p:txBody>
      </p:sp>
      <p:sp>
        <p:nvSpPr>
          <p:cNvPr id="48845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0497" name="标题 5"/>
          <p:cNvSpPr>
            <a:spLocks noGrp="1" noChangeArrowheads="1"/>
          </p:cNvSpPr>
          <p:nvPr>
            <p:ph type="title"/>
          </p:nvPr>
        </p:nvSpPr>
        <p:spPr/>
        <p:txBody>
          <a:bodyPr/>
          <a:lstStyle/>
          <a:p>
            <a:pPr algn="ctr"/>
            <a:r>
              <a:rPr lang="zh-CN" altLang="en-US" smtClean="0">
                <a:ea typeface="黑体" panose="02010609060101010101" pitchFamily="49" charset="-122"/>
              </a:rPr>
              <a:t>零比特填充 </a:t>
            </a:r>
          </a:p>
        </p:txBody>
      </p:sp>
      <p:sp>
        <p:nvSpPr>
          <p:cNvPr id="490498" name="AutoShape 20"/>
          <p:cNvSpPr>
            <a:spLocks noChangeArrowheads="1"/>
          </p:cNvSpPr>
          <p:nvPr/>
        </p:nvSpPr>
        <p:spPr bwMode="auto">
          <a:xfrm>
            <a:off x="5600700" y="4584700"/>
            <a:ext cx="2497138" cy="522288"/>
          </a:xfrm>
          <a:prstGeom prst="roundRect">
            <a:avLst>
              <a:gd name="adj" fmla="val 16667"/>
            </a:avLst>
          </a:prstGeom>
          <a:solidFill>
            <a:srgbClr val="00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90499" name="AutoShape 5"/>
          <p:cNvSpPr>
            <a:spLocks noChangeArrowheads="1"/>
          </p:cNvSpPr>
          <p:nvPr/>
        </p:nvSpPr>
        <p:spPr bwMode="auto">
          <a:xfrm>
            <a:off x="7113588" y="4641850"/>
            <a:ext cx="276225" cy="439738"/>
          </a:xfrm>
          <a:prstGeom prst="roundRect">
            <a:avLst>
              <a:gd name="adj" fmla="val 16667"/>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90500" name="Rectangle 17"/>
          <p:cNvSpPr>
            <a:spLocks noChangeArrowheads="1"/>
          </p:cNvSpPr>
          <p:nvPr/>
        </p:nvSpPr>
        <p:spPr bwMode="auto">
          <a:xfrm>
            <a:off x="4775200" y="4616450"/>
            <a:ext cx="4714875"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0 1 0 </a:t>
            </a:r>
            <a:r>
              <a:rPr lang="en-US" altLang="zh-CN" sz="2400" b="1">
                <a:solidFill>
                  <a:srgbClr val="C00000"/>
                </a:solidFill>
                <a:ea typeface="黑体" panose="02010609060101010101" pitchFamily="49" charset="-122"/>
              </a:rPr>
              <a:t>0 1 1 1 1 1 </a:t>
            </a:r>
            <a:r>
              <a:rPr lang="en-US" altLang="zh-CN" sz="2400" b="1">
                <a:solidFill>
                  <a:srgbClr val="000099"/>
                </a:solidFill>
                <a:ea typeface="黑体" panose="02010609060101010101" pitchFamily="49" charset="-122"/>
              </a:rPr>
              <a:t>0 </a:t>
            </a:r>
            <a:r>
              <a:rPr lang="en-US" altLang="zh-CN" sz="2400" b="1">
                <a:solidFill>
                  <a:srgbClr val="C00000"/>
                </a:solidFill>
                <a:ea typeface="黑体" panose="02010609060101010101" pitchFamily="49" charset="-122"/>
              </a:rPr>
              <a:t>1 0</a:t>
            </a:r>
            <a:r>
              <a:rPr lang="en-US" altLang="zh-CN" sz="2400" b="1">
                <a:solidFill>
                  <a:srgbClr val="000099"/>
                </a:solidFill>
                <a:ea typeface="黑体" panose="02010609060101010101" pitchFamily="49" charset="-122"/>
              </a:rPr>
              <a:t> 0 0 1 0 1 0</a:t>
            </a:r>
          </a:p>
        </p:txBody>
      </p:sp>
      <p:sp>
        <p:nvSpPr>
          <p:cNvPr id="490501" name="AutoShape 19"/>
          <p:cNvSpPr>
            <a:spLocks noChangeArrowheads="1"/>
          </p:cNvSpPr>
          <p:nvPr/>
        </p:nvSpPr>
        <p:spPr bwMode="auto">
          <a:xfrm>
            <a:off x="5554663" y="2962275"/>
            <a:ext cx="2497137" cy="538163"/>
          </a:xfrm>
          <a:prstGeom prst="roundRect">
            <a:avLst>
              <a:gd name="adj" fmla="val 16667"/>
            </a:avLst>
          </a:prstGeom>
          <a:solidFill>
            <a:srgbClr val="00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90502" name="AutoShape 6"/>
          <p:cNvSpPr>
            <a:spLocks noChangeArrowheads="1"/>
          </p:cNvSpPr>
          <p:nvPr/>
        </p:nvSpPr>
        <p:spPr bwMode="auto">
          <a:xfrm>
            <a:off x="5524500" y="1377950"/>
            <a:ext cx="2214563" cy="466725"/>
          </a:xfrm>
          <a:prstGeom prst="roundRect">
            <a:avLst>
              <a:gd name="adj" fmla="val 16667"/>
            </a:avLst>
          </a:prstGeom>
          <a:solidFill>
            <a:srgbClr val="00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90503" name="Rectangle 8"/>
          <p:cNvSpPr>
            <a:spLocks noChangeArrowheads="1"/>
          </p:cNvSpPr>
          <p:nvPr/>
        </p:nvSpPr>
        <p:spPr bwMode="auto">
          <a:xfrm>
            <a:off x="4672013" y="1376363"/>
            <a:ext cx="4457700"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0 1 0 </a:t>
            </a:r>
            <a:r>
              <a:rPr lang="en-US" altLang="zh-CN" sz="2400" b="1">
                <a:solidFill>
                  <a:srgbClr val="C00000"/>
                </a:solidFill>
                <a:ea typeface="黑体" panose="02010609060101010101" pitchFamily="49" charset="-122"/>
              </a:rPr>
              <a:t>0 1 1 1 1 1 1 0 </a:t>
            </a:r>
            <a:r>
              <a:rPr lang="en-US" altLang="zh-CN" sz="2400" b="1">
                <a:solidFill>
                  <a:srgbClr val="000099"/>
                </a:solidFill>
                <a:ea typeface="黑体" panose="02010609060101010101" pitchFamily="49" charset="-122"/>
              </a:rPr>
              <a:t>0 0 1 0 1 0</a:t>
            </a:r>
          </a:p>
        </p:txBody>
      </p:sp>
      <p:sp>
        <p:nvSpPr>
          <p:cNvPr id="490504" name="AutoShape 4"/>
          <p:cNvSpPr>
            <a:spLocks noChangeArrowheads="1"/>
          </p:cNvSpPr>
          <p:nvPr/>
        </p:nvSpPr>
        <p:spPr bwMode="auto">
          <a:xfrm>
            <a:off x="7035800" y="3009900"/>
            <a:ext cx="263525" cy="461963"/>
          </a:xfrm>
          <a:prstGeom prst="roundRect">
            <a:avLst>
              <a:gd name="adj" fmla="val 16667"/>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90505" name="Rectangle 16"/>
          <p:cNvSpPr>
            <a:spLocks noChangeArrowheads="1"/>
          </p:cNvSpPr>
          <p:nvPr/>
        </p:nvSpPr>
        <p:spPr bwMode="auto">
          <a:xfrm>
            <a:off x="4710113" y="3027363"/>
            <a:ext cx="4713287"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0 1 0 </a:t>
            </a:r>
            <a:r>
              <a:rPr lang="en-US" altLang="zh-CN" sz="2400" b="1">
                <a:solidFill>
                  <a:srgbClr val="C00000"/>
                </a:solidFill>
                <a:ea typeface="黑体" panose="02010609060101010101" pitchFamily="49" charset="-122"/>
              </a:rPr>
              <a:t>0 1 1 1 1 1 </a:t>
            </a:r>
            <a:r>
              <a:rPr lang="en-US" altLang="zh-CN" sz="2400" b="1">
                <a:solidFill>
                  <a:srgbClr val="000099"/>
                </a:solidFill>
                <a:ea typeface="黑体" panose="02010609060101010101" pitchFamily="49" charset="-122"/>
              </a:rPr>
              <a:t>0 </a:t>
            </a:r>
            <a:r>
              <a:rPr lang="en-US" altLang="zh-CN" sz="2400" b="1">
                <a:solidFill>
                  <a:srgbClr val="C00000"/>
                </a:solidFill>
                <a:ea typeface="黑体" panose="02010609060101010101" pitchFamily="49" charset="-122"/>
              </a:rPr>
              <a:t>1 0</a:t>
            </a:r>
            <a:r>
              <a:rPr lang="en-US" altLang="zh-CN" sz="2400" b="1">
                <a:solidFill>
                  <a:srgbClr val="000099"/>
                </a:solidFill>
                <a:ea typeface="黑体" panose="02010609060101010101" pitchFamily="49" charset="-122"/>
              </a:rPr>
              <a:t> 0 0 1 0 1 0</a:t>
            </a:r>
          </a:p>
        </p:txBody>
      </p:sp>
      <p:sp>
        <p:nvSpPr>
          <p:cNvPr id="490506" name="Rectangle 7"/>
          <p:cNvSpPr>
            <a:spLocks noChangeArrowheads="1"/>
          </p:cNvSpPr>
          <p:nvPr/>
        </p:nvSpPr>
        <p:spPr bwMode="auto">
          <a:xfrm>
            <a:off x="1252538" y="1268413"/>
            <a:ext cx="3124200" cy="1198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r>
              <a:rPr lang="zh-CN" altLang="en-US" sz="2400" b="1">
                <a:solidFill>
                  <a:srgbClr val="000099"/>
                </a:solidFill>
                <a:ea typeface="黑体" panose="02010609060101010101" pitchFamily="49" charset="-122"/>
              </a:rPr>
              <a:t>信息字段中出现了和</a:t>
            </a:r>
          </a:p>
          <a:p>
            <a:pPr algn="ctr"/>
            <a:r>
              <a:rPr lang="zh-CN" altLang="en-US" sz="2400" b="1">
                <a:solidFill>
                  <a:srgbClr val="000099"/>
                </a:solidFill>
                <a:ea typeface="黑体" panose="02010609060101010101" pitchFamily="49" charset="-122"/>
              </a:rPr>
              <a:t>标志字段 </a:t>
            </a:r>
            <a:r>
              <a:rPr lang="en-US" altLang="zh-CN" sz="2400" b="1">
                <a:solidFill>
                  <a:srgbClr val="000099"/>
                </a:solidFill>
                <a:ea typeface="黑体" panose="02010609060101010101" pitchFamily="49" charset="-122"/>
              </a:rPr>
              <a:t>F </a:t>
            </a:r>
            <a:r>
              <a:rPr lang="zh-CN" altLang="en-US" sz="2400" b="1">
                <a:solidFill>
                  <a:srgbClr val="000099"/>
                </a:solidFill>
                <a:ea typeface="黑体" panose="02010609060101010101" pitchFamily="49" charset="-122"/>
              </a:rPr>
              <a:t>完全一样</a:t>
            </a:r>
          </a:p>
          <a:p>
            <a:pPr algn="ctr"/>
            <a:r>
              <a:rPr lang="zh-CN" altLang="en-US" sz="2400" b="1">
                <a:solidFill>
                  <a:srgbClr val="000099"/>
                </a:solidFill>
                <a:ea typeface="黑体" panose="02010609060101010101" pitchFamily="49" charset="-122"/>
              </a:rPr>
              <a:t>的 </a:t>
            </a:r>
            <a:r>
              <a:rPr lang="en-US" altLang="zh-CN" sz="2400" b="1">
                <a:solidFill>
                  <a:srgbClr val="000099"/>
                </a:solidFill>
                <a:ea typeface="黑体" panose="02010609060101010101" pitchFamily="49" charset="-122"/>
              </a:rPr>
              <a:t>8 </a:t>
            </a:r>
            <a:r>
              <a:rPr lang="zh-CN" altLang="en-US" sz="2400" b="1">
                <a:solidFill>
                  <a:srgbClr val="000099"/>
                </a:solidFill>
                <a:ea typeface="黑体" panose="02010609060101010101" pitchFamily="49" charset="-122"/>
              </a:rPr>
              <a:t>比特组合</a:t>
            </a:r>
          </a:p>
        </p:txBody>
      </p:sp>
      <p:sp>
        <p:nvSpPr>
          <p:cNvPr id="490507" name="Rectangle 9"/>
          <p:cNvSpPr>
            <a:spLocks noChangeArrowheads="1"/>
          </p:cNvSpPr>
          <p:nvPr/>
        </p:nvSpPr>
        <p:spPr bwMode="auto">
          <a:xfrm>
            <a:off x="1036638" y="3106738"/>
            <a:ext cx="3340100" cy="82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400" b="1">
                <a:solidFill>
                  <a:srgbClr val="000099"/>
                </a:solidFill>
                <a:ea typeface="黑体" panose="02010609060101010101" pitchFamily="49" charset="-122"/>
              </a:rPr>
              <a:t>发送端在 </a:t>
            </a:r>
            <a:r>
              <a:rPr lang="en-US" altLang="zh-CN" sz="2400" b="1">
                <a:solidFill>
                  <a:srgbClr val="000099"/>
                </a:solidFill>
                <a:ea typeface="黑体" panose="02010609060101010101" pitchFamily="49" charset="-122"/>
              </a:rPr>
              <a:t>5 </a:t>
            </a:r>
            <a:r>
              <a:rPr lang="zh-CN" altLang="en-US" sz="2400" b="1">
                <a:solidFill>
                  <a:srgbClr val="000099"/>
                </a:solidFill>
                <a:ea typeface="黑体" panose="02010609060101010101" pitchFamily="49" charset="-122"/>
              </a:rPr>
              <a:t>个连 </a:t>
            </a:r>
            <a:r>
              <a:rPr lang="en-US" altLang="zh-CN" sz="2400" b="1">
                <a:solidFill>
                  <a:srgbClr val="000099"/>
                </a:solidFill>
                <a:ea typeface="黑体" panose="02010609060101010101" pitchFamily="49" charset="-122"/>
              </a:rPr>
              <a:t>1 </a:t>
            </a:r>
            <a:r>
              <a:rPr lang="zh-CN" altLang="en-US" sz="2400" b="1">
                <a:solidFill>
                  <a:srgbClr val="000099"/>
                </a:solidFill>
                <a:ea typeface="黑体" panose="02010609060101010101" pitchFamily="49" charset="-122"/>
              </a:rPr>
              <a:t>之后</a:t>
            </a:r>
          </a:p>
          <a:p>
            <a:r>
              <a:rPr lang="zh-CN" altLang="en-US" sz="2400" b="1">
                <a:solidFill>
                  <a:srgbClr val="000099"/>
                </a:solidFill>
                <a:ea typeface="黑体" panose="02010609060101010101" pitchFamily="49" charset="-122"/>
              </a:rPr>
              <a:t>填入 </a:t>
            </a:r>
            <a:r>
              <a:rPr lang="en-US" altLang="zh-CN" sz="2400" b="1">
                <a:solidFill>
                  <a:srgbClr val="000099"/>
                </a:solidFill>
                <a:ea typeface="黑体" panose="02010609060101010101" pitchFamily="49" charset="-122"/>
              </a:rPr>
              <a:t>0 </a:t>
            </a:r>
            <a:r>
              <a:rPr lang="zh-CN" altLang="en-US" sz="2400" b="1">
                <a:solidFill>
                  <a:srgbClr val="000099"/>
                </a:solidFill>
                <a:ea typeface="黑体" panose="02010609060101010101" pitchFamily="49" charset="-122"/>
              </a:rPr>
              <a:t>比特再发送出去</a:t>
            </a:r>
          </a:p>
        </p:txBody>
      </p:sp>
      <p:sp>
        <p:nvSpPr>
          <p:cNvPr id="490508" name="Rectangle 10"/>
          <p:cNvSpPr>
            <a:spLocks noChangeArrowheads="1"/>
          </p:cNvSpPr>
          <p:nvPr/>
        </p:nvSpPr>
        <p:spPr bwMode="auto">
          <a:xfrm>
            <a:off x="1687513" y="4760913"/>
            <a:ext cx="2689225" cy="82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r>
              <a:rPr lang="zh-CN" altLang="en-US" sz="2400" b="1">
                <a:solidFill>
                  <a:srgbClr val="000099"/>
                </a:solidFill>
                <a:ea typeface="黑体" panose="02010609060101010101" pitchFamily="49" charset="-122"/>
              </a:rPr>
              <a:t>接收端把 </a:t>
            </a:r>
            <a:r>
              <a:rPr lang="en-US" altLang="zh-CN" sz="2400" b="1">
                <a:solidFill>
                  <a:srgbClr val="000099"/>
                </a:solidFill>
                <a:ea typeface="黑体" panose="02010609060101010101" pitchFamily="49" charset="-122"/>
              </a:rPr>
              <a:t>5 </a:t>
            </a:r>
            <a:r>
              <a:rPr lang="zh-CN" altLang="en-US" sz="2400" b="1">
                <a:solidFill>
                  <a:srgbClr val="000099"/>
                </a:solidFill>
                <a:ea typeface="黑体" panose="02010609060101010101" pitchFamily="49" charset="-122"/>
              </a:rPr>
              <a:t>个连 </a:t>
            </a:r>
            <a:r>
              <a:rPr lang="en-US" altLang="zh-CN" sz="2400" b="1">
                <a:solidFill>
                  <a:srgbClr val="000099"/>
                </a:solidFill>
                <a:ea typeface="黑体" panose="02010609060101010101" pitchFamily="49" charset="-122"/>
              </a:rPr>
              <a:t>1</a:t>
            </a:r>
          </a:p>
          <a:p>
            <a:pPr algn="ctr"/>
            <a:r>
              <a:rPr lang="zh-CN" altLang="en-US" sz="2400" b="1">
                <a:solidFill>
                  <a:srgbClr val="000099"/>
                </a:solidFill>
                <a:ea typeface="黑体" panose="02010609060101010101" pitchFamily="49" charset="-122"/>
              </a:rPr>
              <a:t>之后的 </a:t>
            </a:r>
            <a:r>
              <a:rPr lang="en-US" altLang="zh-CN" sz="2400" b="1">
                <a:solidFill>
                  <a:srgbClr val="000099"/>
                </a:solidFill>
                <a:ea typeface="黑体" panose="02010609060101010101" pitchFamily="49" charset="-122"/>
              </a:rPr>
              <a:t>0 </a:t>
            </a:r>
            <a:r>
              <a:rPr lang="zh-CN" altLang="en-US" sz="2400" b="1">
                <a:solidFill>
                  <a:srgbClr val="000099"/>
                </a:solidFill>
                <a:ea typeface="黑体" panose="02010609060101010101" pitchFamily="49" charset="-122"/>
              </a:rPr>
              <a:t>比特删除</a:t>
            </a:r>
          </a:p>
        </p:txBody>
      </p:sp>
      <p:sp>
        <p:nvSpPr>
          <p:cNvPr id="490509" name="Rectangle 11"/>
          <p:cNvSpPr>
            <a:spLocks noChangeArrowheads="1"/>
          </p:cNvSpPr>
          <p:nvPr/>
        </p:nvSpPr>
        <p:spPr bwMode="auto">
          <a:xfrm>
            <a:off x="4948238" y="2146300"/>
            <a:ext cx="3743325"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400" b="1">
                <a:solidFill>
                  <a:srgbClr val="C00000"/>
                </a:solidFill>
                <a:ea typeface="黑体" panose="02010609060101010101" pitchFamily="49" charset="-122"/>
              </a:rPr>
              <a:t>会被误认为是标志字段 </a:t>
            </a:r>
            <a:r>
              <a:rPr lang="en-US" altLang="zh-CN" sz="2400" b="1">
                <a:solidFill>
                  <a:srgbClr val="C00000"/>
                </a:solidFill>
                <a:ea typeface="黑体" panose="02010609060101010101" pitchFamily="49" charset="-122"/>
              </a:rPr>
              <a:t>F </a:t>
            </a:r>
          </a:p>
        </p:txBody>
      </p:sp>
      <p:sp>
        <p:nvSpPr>
          <p:cNvPr id="490510" name="AutoShape 12"/>
          <p:cNvSpPr>
            <a:spLocks noChangeArrowheads="1"/>
          </p:cNvSpPr>
          <p:nvPr/>
        </p:nvSpPr>
        <p:spPr bwMode="auto">
          <a:xfrm rot="-5400000">
            <a:off x="7000081" y="3540920"/>
            <a:ext cx="327025" cy="169862"/>
          </a:xfrm>
          <a:prstGeom prst="rightArrow">
            <a:avLst>
              <a:gd name="adj1" fmla="val 50000"/>
              <a:gd name="adj2" fmla="val 104293"/>
            </a:avLst>
          </a:prstGeom>
          <a:solidFill>
            <a:srgbClr val="C00000"/>
          </a:solidFill>
          <a:ln w="12700">
            <a:solidFill>
              <a:srgbClr val="C00000"/>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90511" name="Rectangle 13"/>
          <p:cNvSpPr>
            <a:spLocks noChangeArrowheads="1"/>
          </p:cNvSpPr>
          <p:nvPr/>
        </p:nvSpPr>
        <p:spPr bwMode="auto">
          <a:xfrm>
            <a:off x="5575300" y="3762375"/>
            <a:ext cx="2690813"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400" b="1">
                <a:solidFill>
                  <a:srgbClr val="C00000"/>
                </a:solidFill>
                <a:ea typeface="黑体" panose="02010609060101010101" pitchFamily="49" charset="-122"/>
              </a:rPr>
              <a:t>发送端填入 </a:t>
            </a:r>
            <a:r>
              <a:rPr lang="en-US" altLang="zh-CN" sz="2400" b="1">
                <a:solidFill>
                  <a:srgbClr val="C00000"/>
                </a:solidFill>
                <a:ea typeface="黑体" panose="02010609060101010101" pitchFamily="49" charset="-122"/>
              </a:rPr>
              <a:t>0 </a:t>
            </a:r>
            <a:r>
              <a:rPr lang="zh-CN" altLang="en-US" sz="2400" b="1">
                <a:solidFill>
                  <a:srgbClr val="C00000"/>
                </a:solidFill>
                <a:ea typeface="黑体" panose="02010609060101010101" pitchFamily="49" charset="-122"/>
              </a:rPr>
              <a:t>比特</a:t>
            </a:r>
          </a:p>
        </p:txBody>
      </p:sp>
      <p:sp>
        <p:nvSpPr>
          <p:cNvPr id="490512" name="AutoShape 14"/>
          <p:cNvSpPr>
            <a:spLocks noChangeArrowheads="1"/>
          </p:cNvSpPr>
          <p:nvPr/>
        </p:nvSpPr>
        <p:spPr bwMode="auto">
          <a:xfrm rot="5400000" flipV="1">
            <a:off x="7069138" y="5178425"/>
            <a:ext cx="365125" cy="168275"/>
          </a:xfrm>
          <a:prstGeom prst="rightArrow">
            <a:avLst>
              <a:gd name="adj1" fmla="val 50000"/>
              <a:gd name="adj2" fmla="val 117541"/>
            </a:avLst>
          </a:prstGeom>
          <a:solidFill>
            <a:srgbClr val="C00000"/>
          </a:solidFill>
          <a:ln w="12700">
            <a:solidFill>
              <a:srgbClr val="C00000"/>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90513" name="Rectangle 15"/>
          <p:cNvSpPr>
            <a:spLocks noChangeArrowheads="1"/>
          </p:cNvSpPr>
          <p:nvPr/>
        </p:nvSpPr>
        <p:spPr bwMode="auto">
          <a:xfrm>
            <a:off x="4953000" y="5418138"/>
            <a:ext cx="3743325"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400" b="1">
                <a:solidFill>
                  <a:srgbClr val="C00000"/>
                </a:solidFill>
                <a:ea typeface="黑体" panose="02010609060101010101" pitchFamily="49" charset="-122"/>
              </a:rPr>
              <a:t>接收端删除填入的 </a:t>
            </a:r>
            <a:r>
              <a:rPr lang="en-US" altLang="zh-CN" sz="2400" b="1">
                <a:solidFill>
                  <a:srgbClr val="C00000"/>
                </a:solidFill>
                <a:ea typeface="黑体" panose="02010609060101010101" pitchFamily="49" charset="-122"/>
              </a:rPr>
              <a:t>0 </a:t>
            </a:r>
            <a:r>
              <a:rPr lang="zh-CN" altLang="en-US" sz="2400" b="1">
                <a:solidFill>
                  <a:srgbClr val="C00000"/>
                </a:solidFill>
                <a:ea typeface="黑体" panose="02010609060101010101" pitchFamily="49" charset="-122"/>
              </a:rPr>
              <a:t>比特</a:t>
            </a:r>
          </a:p>
        </p:txBody>
      </p:sp>
      <p:sp>
        <p:nvSpPr>
          <p:cNvPr id="490514" name="AutoShape 18"/>
          <p:cNvSpPr>
            <a:spLocks/>
          </p:cNvSpPr>
          <p:nvPr/>
        </p:nvSpPr>
        <p:spPr bwMode="auto">
          <a:xfrm rot="-5400000">
            <a:off x="6365876" y="987425"/>
            <a:ext cx="296862" cy="1919287"/>
          </a:xfrm>
          <a:prstGeom prst="leftBrace">
            <a:avLst>
              <a:gd name="adj1" fmla="val 54566"/>
              <a:gd name="adj2" fmla="val 50000"/>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90515" name="矩形 23"/>
          <p:cNvSpPr>
            <a:spLocks noChangeArrowheads="1"/>
          </p:cNvSpPr>
          <p:nvPr/>
        </p:nvSpPr>
        <p:spPr bwMode="auto">
          <a:xfrm>
            <a:off x="2432050" y="6021388"/>
            <a:ext cx="49450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zh-CN" sz="2400" b="1">
                <a:ea typeface="黑体" panose="02010609060101010101" pitchFamily="49" charset="-122"/>
              </a:rPr>
              <a:t>零比特的填充与删除</a:t>
            </a:r>
            <a:endParaRPr lang="zh-CN" altLang="en-US" sz="2400" b="1">
              <a:ea typeface="黑体" panose="02010609060101010101" pitchFamily="49" charset="-122"/>
            </a:endParaRPr>
          </a:p>
        </p:txBody>
      </p:sp>
      <p:sp>
        <p:nvSpPr>
          <p:cNvPr id="490516"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9835905-44A9-40BC-BE79-7267CC36FB2B}" type="slidenum">
              <a:rPr lang="zh-CN" altLang="en-US" smtClean="0"/>
              <a:pPr eaLnBrk="1" hangingPunct="1"/>
              <a:t>39</a:t>
            </a:fld>
            <a:endParaRPr lang="en-US" altLang="zh-CN" smtClean="0"/>
          </a:p>
        </p:txBody>
      </p:sp>
      <p:sp>
        <p:nvSpPr>
          <p:cNvPr id="490517"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21" name="Rectangle 2"/>
          <p:cNvSpPr>
            <a:spLocks noGrp="1" noChangeArrowheads="1"/>
          </p:cNvSpPr>
          <p:nvPr>
            <p:ph type="title"/>
          </p:nvPr>
        </p:nvSpPr>
        <p:spPr>
          <a:xfrm>
            <a:off x="495300" y="188913"/>
            <a:ext cx="9066213" cy="792162"/>
          </a:xfrm>
        </p:spPr>
        <p:txBody>
          <a:bodyPr/>
          <a:lstStyle/>
          <a:p>
            <a:pPr algn="ctr"/>
            <a:r>
              <a:rPr lang="en-US" altLang="zh-CN" sz="4000" smtClean="0">
                <a:ea typeface="黑体" panose="02010609060101010101" pitchFamily="49" charset="-122"/>
              </a:rPr>
              <a:t> </a:t>
            </a:r>
            <a:r>
              <a:rPr lang="zh-CN" altLang="en-US" sz="4000" smtClean="0">
                <a:ea typeface="黑体" panose="02010609060101010101" pitchFamily="49" charset="-122"/>
              </a:rPr>
              <a:t>不提供使用序号和确认的可靠传输 </a:t>
            </a:r>
          </a:p>
        </p:txBody>
      </p:sp>
      <p:sp>
        <p:nvSpPr>
          <p:cNvPr id="199683" name="Rectangle 3"/>
          <p:cNvSpPr>
            <a:spLocks noGrp="1" noChangeArrowheads="1"/>
          </p:cNvSpPr>
          <p:nvPr>
            <p:ph idx="1"/>
          </p:nvPr>
        </p:nvSpPr>
        <p:spPr>
          <a:xfrm>
            <a:off x="495300" y="1196975"/>
            <a:ext cx="9066213" cy="4933950"/>
          </a:xfrm>
        </p:spPr>
        <p:txBody>
          <a:bodyPr/>
          <a:lstStyle/>
          <a:p>
            <a:r>
              <a:rPr lang="en-US" altLang="zh-CN" smtClean="0">
                <a:ea typeface="黑体" panose="02010609060101010101" pitchFamily="49" charset="-122"/>
              </a:rPr>
              <a:t>PPP </a:t>
            </a:r>
            <a:r>
              <a:rPr lang="zh-CN" altLang="en-US" smtClean="0">
                <a:ea typeface="黑体" panose="02010609060101010101" pitchFamily="49" charset="-122"/>
              </a:rPr>
              <a:t>协议之所以不使用序号和确认机制是出于以下的考虑：</a:t>
            </a:r>
            <a:endParaRPr lang="zh-CN" altLang="en-US" sz="3600" smtClean="0">
              <a:ea typeface="黑体" panose="02010609060101010101" pitchFamily="49" charset="-122"/>
            </a:endParaRPr>
          </a:p>
          <a:p>
            <a:pPr lvl="1"/>
            <a:r>
              <a:rPr lang="zh-CN" altLang="en-US" smtClean="0">
                <a:solidFill>
                  <a:srgbClr val="0000CC"/>
                </a:solidFill>
                <a:ea typeface="黑体" panose="02010609060101010101" pitchFamily="49" charset="-122"/>
              </a:rPr>
              <a:t>在数据链路层出现差错的概率不大时，使用比较简单的 </a:t>
            </a:r>
            <a:r>
              <a:rPr lang="en-US" altLang="zh-CN" smtClean="0">
                <a:solidFill>
                  <a:srgbClr val="0000CC"/>
                </a:solidFill>
                <a:ea typeface="黑体" panose="02010609060101010101" pitchFamily="49" charset="-122"/>
              </a:rPr>
              <a:t>PPP </a:t>
            </a:r>
            <a:r>
              <a:rPr lang="zh-CN" altLang="en-US" smtClean="0">
                <a:solidFill>
                  <a:srgbClr val="0000CC"/>
                </a:solidFill>
                <a:ea typeface="黑体" panose="02010609060101010101" pitchFamily="49" charset="-122"/>
              </a:rPr>
              <a:t>协议较为合理。</a:t>
            </a:r>
          </a:p>
          <a:p>
            <a:pPr lvl="1"/>
            <a:r>
              <a:rPr lang="zh-CN" altLang="en-US" smtClean="0">
                <a:solidFill>
                  <a:srgbClr val="0000CC"/>
                </a:solidFill>
                <a:ea typeface="黑体" panose="02010609060101010101" pitchFamily="49" charset="-122"/>
              </a:rPr>
              <a:t>在因特网环境下，</a:t>
            </a:r>
            <a:r>
              <a:rPr lang="en-US" altLang="zh-CN" smtClean="0">
                <a:solidFill>
                  <a:srgbClr val="0000CC"/>
                </a:solidFill>
                <a:ea typeface="黑体" panose="02010609060101010101" pitchFamily="49" charset="-122"/>
              </a:rPr>
              <a:t>PPP </a:t>
            </a:r>
            <a:r>
              <a:rPr lang="zh-CN" altLang="en-US" smtClean="0">
                <a:solidFill>
                  <a:srgbClr val="0000CC"/>
                </a:solidFill>
                <a:ea typeface="黑体" panose="02010609060101010101" pitchFamily="49" charset="-122"/>
              </a:rPr>
              <a:t>的信息字段放入的数据是 </a:t>
            </a:r>
            <a:r>
              <a:rPr lang="en-US" altLang="zh-CN" smtClean="0">
                <a:solidFill>
                  <a:srgbClr val="0000CC"/>
                </a:solidFill>
                <a:ea typeface="黑体" panose="02010609060101010101" pitchFamily="49" charset="-122"/>
              </a:rPr>
              <a:t>IP  </a:t>
            </a:r>
            <a:r>
              <a:rPr lang="zh-CN" altLang="en-US" smtClean="0">
                <a:solidFill>
                  <a:srgbClr val="0000CC"/>
                </a:solidFill>
                <a:ea typeface="黑体" panose="02010609060101010101" pitchFamily="49" charset="-122"/>
              </a:rPr>
              <a:t>数据报。数据链路层的可靠传输并不能够保证网络层的传输也是可靠的。</a:t>
            </a:r>
          </a:p>
          <a:p>
            <a:pPr lvl="1"/>
            <a:r>
              <a:rPr lang="zh-CN" altLang="en-US" smtClean="0">
                <a:solidFill>
                  <a:srgbClr val="0000CC"/>
                </a:solidFill>
                <a:ea typeface="黑体" panose="02010609060101010101" pitchFamily="49" charset="-122"/>
              </a:rPr>
              <a:t>帧检验序列 </a:t>
            </a:r>
            <a:r>
              <a:rPr lang="en-US" altLang="zh-CN" smtClean="0">
                <a:solidFill>
                  <a:srgbClr val="0000CC"/>
                </a:solidFill>
                <a:ea typeface="黑体" panose="02010609060101010101" pitchFamily="49" charset="-122"/>
              </a:rPr>
              <a:t>FCS </a:t>
            </a:r>
            <a:r>
              <a:rPr lang="zh-CN" altLang="en-US" smtClean="0">
                <a:solidFill>
                  <a:srgbClr val="0000CC"/>
                </a:solidFill>
                <a:ea typeface="黑体" panose="02010609060101010101" pitchFamily="49" charset="-122"/>
              </a:rPr>
              <a:t>字段可保证无差错接受。</a:t>
            </a:r>
          </a:p>
          <a:p>
            <a:pPr lvl="1"/>
            <a:endParaRPr lang="en-US" altLang="zh-CN" smtClean="0">
              <a:ea typeface="黑体" panose="02010609060101010101" pitchFamily="49" charset="-122"/>
            </a:endParaRPr>
          </a:p>
        </p:txBody>
      </p:sp>
      <p:sp>
        <p:nvSpPr>
          <p:cNvPr id="49152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A375644-6209-4A1C-9C5B-521453DD032D}" type="slidenum">
              <a:rPr lang="zh-CN" altLang="en-US" smtClean="0"/>
              <a:pPr eaLnBrk="1" hangingPunct="1"/>
              <a:t>40</a:t>
            </a:fld>
            <a:endParaRPr lang="en-US" altLang="zh-CN" smtClean="0"/>
          </a:p>
        </p:txBody>
      </p:sp>
      <p:sp>
        <p:nvSpPr>
          <p:cNvPr id="49152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968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968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968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9683"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3569"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 3.2.3   PPP </a:t>
            </a:r>
            <a:r>
              <a:rPr lang="zh-CN" altLang="en-US" smtClean="0">
                <a:ea typeface="黑体" panose="02010609060101010101" pitchFamily="49" charset="-122"/>
              </a:rPr>
              <a:t>协议的工作状态 </a:t>
            </a:r>
          </a:p>
        </p:txBody>
      </p:sp>
      <p:sp>
        <p:nvSpPr>
          <p:cNvPr id="198659" name="Rectangle 3"/>
          <p:cNvSpPr>
            <a:spLocks noGrp="1" noChangeArrowheads="1"/>
          </p:cNvSpPr>
          <p:nvPr>
            <p:ph idx="1"/>
          </p:nvPr>
        </p:nvSpPr>
        <p:spPr>
          <a:xfrm>
            <a:off x="495300" y="1196975"/>
            <a:ext cx="9066213" cy="4933950"/>
          </a:xfrm>
        </p:spPr>
        <p:txBody>
          <a:bodyPr/>
          <a:lstStyle/>
          <a:p>
            <a:r>
              <a:rPr lang="zh-CN" altLang="en-US" sz="2400" smtClean="0">
                <a:ea typeface="黑体" panose="02010609060101010101" pitchFamily="49" charset="-122"/>
              </a:rPr>
              <a:t>当用户拨号接入 </a:t>
            </a:r>
            <a:r>
              <a:rPr lang="en-US" altLang="zh-CN" sz="2400" smtClean="0">
                <a:ea typeface="黑体" panose="02010609060101010101" pitchFamily="49" charset="-122"/>
              </a:rPr>
              <a:t>ISP </a:t>
            </a:r>
            <a:r>
              <a:rPr lang="zh-CN" altLang="en-US" sz="2400" smtClean="0">
                <a:ea typeface="黑体" panose="02010609060101010101" pitchFamily="49" charset="-122"/>
              </a:rPr>
              <a:t>时，路由器的调制解调器对拨号做出确认，并建立一条物理连接。</a:t>
            </a:r>
          </a:p>
          <a:p>
            <a:r>
              <a:rPr lang="en-US" altLang="zh-CN" sz="2400" smtClean="0">
                <a:ea typeface="黑体" panose="02010609060101010101" pitchFamily="49" charset="-122"/>
              </a:rPr>
              <a:t>PC </a:t>
            </a:r>
            <a:r>
              <a:rPr lang="zh-CN" altLang="en-US" sz="2400" smtClean="0">
                <a:ea typeface="黑体" panose="02010609060101010101" pitchFamily="49" charset="-122"/>
              </a:rPr>
              <a:t>机向路由器发送一系列的 </a:t>
            </a:r>
            <a:r>
              <a:rPr lang="en-US" altLang="zh-CN" sz="2400" smtClean="0">
                <a:ea typeface="黑体" panose="02010609060101010101" pitchFamily="49" charset="-122"/>
              </a:rPr>
              <a:t>LCP </a:t>
            </a:r>
            <a:r>
              <a:rPr lang="zh-CN" altLang="en-US" sz="2400" smtClean="0">
                <a:ea typeface="黑体" panose="02010609060101010101" pitchFamily="49" charset="-122"/>
              </a:rPr>
              <a:t>分组（封装成多个 </a:t>
            </a:r>
            <a:r>
              <a:rPr lang="en-US" altLang="zh-CN" sz="2400" smtClean="0">
                <a:ea typeface="黑体" panose="02010609060101010101" pitchFamily="49" charset="-122"/>
              </a:rPr>
              <a:t>PPP </a:t>
            </a:r>
            <a:r>
              <a:rPr lang="zh-CN" altLang="en-US" sz="2400" smtClean="0">
                <a:ea typeface="黑体" panose="02010609060101010101" pitchFamily="49" charset="-122"/>
              </a:rPr>
              <a:t>帧）。</a:t>
            </a:r>
          </a:p>
          <a:p>
            <a:r>
              <a:rPr lang="zh-CN" altLang="en-US" sz="2400" smtClean="0">
                <a:ea typeface="黑体" panose="02010609060101010101" pitchFamily="49" charset="-122"/>
              </a:rPr>
              <a:t>这些分组及其响应选择一些 </a:t>
            </a:r>
            <a:r>
              <a:rPr lang="en-US" altLang="zh-CN" sz="2400" smtClean="0">
                <a:ea typeface="黑体" panose="02010609060101010101" pitchFamily="49" charset="-122"/>
              </a:rPr>
              <a:t>PPP </a:t>
            </a:r>
            <a:r>
              <a:rPr lang="zh-CN" altLang="en-US" sz="2400" smtClean="0">
                <a:ea typeface="黑体" panose="02010609060101010101" pitchFamily="49" charset="-122"/>
              </a:rPr>
              <a:t>参数，并进行网络层配置，</a:t>
            </a:r>
            <a:r>
              <a:rPr lang="en-US" altLang="zh-CN" sz="2400" smtClean="0">
                <a:ea typeface="黑体" panose="02010609060101010101" pitchFamily="49" charset="-122"/>
              </a:rPr>
              <a:t>NCP </a:t>
            </a:r>
            <a:r>
              <a:rPr lang="zh-CN" altLang="en-US" sz="2400" smtClean="0">
                <a:ea typeface="黑体" panose="02010609060101010101" pitchFamily="49" charset="-122"/>
              </a:rPr>
              <a:t>给新接入的 </a:t>
            </a:r>
            <a:r>
              <a:rPr lang="en-US" altLang="zh-CN" sz="2400" smtClean="0">
                <a:ea typeface="黑体" panose="02010609060101010101" pitchFamily="49" charset="-122"/>
              </a:rPr>
              <a:t>PC </a:t>
            </a:r>
            <a:r>
              <a:rPr lang="zh-CN" altLang="en-US" sz="2400" smtClean="0">
                <a:ea typeface="黑体" panose="02010609060101010101" pitchFamily="49" charset="-122"/>
              </a:rPr>
              <a:t>机分配一个临时的 </a:t>
            </a:r>
            <a:r>
              <a:rPr lang="en-US" altLang="zh-CN" sz="2400" smtClean="0">
                <a:ea typeface="黑体" panose="02010609060101010101" pitchFamily="49" charset="-122"/>
              </a:rPr>
              <a:t>IP </a:t>
            </a:r>
            <a:r>
              <a:rPr lang="zh-CN" altLang="en-US" sz="2400" smtClean="0">
                <a:ea typeface="黑体" panose="02010609060101010101" pitchFamily="49" charset="-122"/>
              </a:rPr>
              <a:t>地址，使 </a:t>
            </a:r>
            <a:r>
              <a:rPr lang="en-US" altLang="zh-CN" sz="2400" smtClean="0">
                <a:ea typeface="黑体" panose="02010609060101010101" pitchFamily="49" charset="-122"/>
              </a:rPr>
              <a:t>PC </a:t>
            </a:r>
            <a:r>
              <a:rPr lang="zh-CN" altLang="en-US" sz="2400" smtClean="0">
                <a:ea typeface="黑体" panose="02010609060101010101" pitchFamily="49" charset="-122"/>
              </a:rPr>
              <a:t>机成为因特网上的一个主机。</a:t>
            </a:r>
          </a:p>
          <a:p>
            <a:r>
              <a:rPr lang="zh-CN" altLang="en-US" sz="2400" smtClean="0">
                <a:ea typeface="黑体" panose="02010609060101010101" pitchFamily="49" charset="-122"/>
              </a:rPr>
              <a:t>通信完毕时，</a:t>
            </a:r>
            <a:r>
              <a:rPr lang="en-US" altLang="zh-CN" sz="2400" smtClean="0">
                <a:ea typeface="黑体" panose="02010609060101010101" pitchFamily="49" charset="-122"/>
              </a:rPr>
              <a:t>NCP </a:t>
            </a:r>
            <a:r>
              <a:rPr lang="zh-CN" altLang="en-US" sz="2400" smtClean="0">
                <a:ea typeface="黑体" panose="02010609060101010101" pitchFamily="49" charset="-122"/>
              </a:rPr>
              <a:t>释放网络层连接，收回原来分配出去的 </a:t>
            </a:r>
            <a:r>
              <a:rPr lang="en-US" altLang="zh-CN" sz="2400" smtClean="0">
                <a:ea typeface="黑体" panose="02010609060101010101" pitchFamily="49" charset="-122"/>
              </a:rPr>
              <a:t>IP </a:t>
            </a:r>
            <a:r>
              <a:rPr lang="zh-CN" altLang="en-US" sz="2400" smtClean="0">
                <a:ea typeface="黑体" panose="02010609060101010101" pitchFamily="49" charset="-122"/>
              </a:rPr>
              <a:t>地址。接着，</a:t>
            </a:r>
            <a:r>
              <a:rPr lang="en-US" altLang="zh-CN" sz="2400" smtClean="0">
                <a:ea typeface="黑体" panose="02010609060101010101" pitchFamily="49" charset="-122"/>
              </a:rPr>
              <a:t>LCP </a:t>
            </a:r>
            <a:r>
              <a:rPr lang="zh-CN" altLang="en-US" sz="2400" smtClean="0">
                <a:ea typeface="黑体" panose="02010609060101010101" pitchFamily="49" charset="-122"/>
              </a:rPr>
              <a:t>释放数据链路层连接。最后释放的是物理层的连接。</a:t>
            </a:r>
            <a:endParaRPr lang="en-US" altLang="zh-CN" sz="2400" smtClean="0">
              <a:ea typeface="黑体" panose="02010609060101010101" pitchFamily="49" charset="-122"/>
            </a:endParaRPr>
          </a:p>
          <a:p>
            <a:r>
              <a:rPr lang="zh-CN" altLang="en-US" sz="2400" smtClean="0">
                <a:solidFill>
                  <a:srgbClr val="FF0000"/>
                </a:solidFill>
                <a:ea typeface="黑体" panose="02010609060101010101" pitchFamily="49" charset="-122"/>
              </a:rPr>
              <a:t>可见，</a:t>
            </a:r>
            <a:r>
              <a:rPr lang="en-US" altLang="zh-CN" sz="2400" smtClean="0">
                <a:solidFill>
                  <a:srgbClr val="FF0000"/>
                </a:solidFill>
                <a:ea typeface="黑体" panose="02010609060101010101" pitchFamily="49" charset="-122"/>
              </a:rPr>
              <a:t>PPP </a:t>
            </a:r>
            <a:r>
              <a:rPr lang="zh-CN" altLang="zh-CN" sz="2400" smtClean="0">
                <a:solidFill>
                  <a:srgbClr val="FF0000"/>
                </a:solidFill>
                <a:ea typeface="黑体" panose="02010609060101010101" pitchFamily="49" charset="-122"/>
              </a:rPr>
              <a:t>协议已不是纯粹的数据链路层的协议，它还包含了物理层和网络层的内容</a:t>
            </a:r>
            <a:r>
              <a:rPr lang="zh-CN" altLang="en-US" sz="2400" smtClean="0">
                <a:solidFill>
                  <a:srgbClr val="FF0000"/>
                </a:solidFill>
                <a:ea typeface="黑体" panose="02010609060101010101" pitchFamily="49" charset="-122"/>
              </a:rPr>
              <a:t>。</a:t>
            </a:r>
          </a:p>
        </p:txBody>
      </p:sp>
      <p:sp>
        <p:nvSpPr>
          <p:cNvPr id="49357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317B5A2-BD74-49A0-8DAC-5ECA59E1B2F7}" type="slidenum">
              <a:rPr lang="zh-CN" altLang="en-US" smtClean="0"/>
              <a:pPr eaLnBrk="1" hangingPunct="1"/>
              <a:t>41</a:t>
            </a:fld>
            <a:endParaRPr lang="en-US" altLang="zh-CN" smtClean="0"/>
          </a:p>
        </p:txBody>
      </p:sp>
      <p:sp>
        <p:nvSpPr>
          <p:cNvPr id="49357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8659">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8659">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8659">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865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8659"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5617" name="组合 2"/>
          <p:cNvGrpSpPr>
            <a:grpSpLocks/>
          </p:cNvGrpSpPr>
          <p:nvPr/>
        </p:nvGrpSpPr>
        <p:grpSpPr bwMode="auto">
          <a:xfrm>
            <a:off x="263525" y="333375"/>
            <a:ext cx="9513888" cy="5616575"/>
            <a:chOff x="236604" y="476250"/>
            <a:chExt cx="9514615" cy="5616576"/>
          </a:xfrm>
        </p:grpSpPr>
        <p:sp>
          <p:nvSpPr>
            <p:cNvPr id="495618" name="Rectangle 10"/>
            <p:cNvSpPr>
              <a:spLocks noChangeArrowheads="1"/>
            </p:cNvSpPr>
            <p:nvPr/>
          </p:nvSpPr>
          <p:spPr bwMode="auto">
            <a:xfrm>
              <a:off x="6980636" y="476250"/>
              <a:ext cx="2418027" cy="469900"/>
            </a:xfrm>
            <a:prstGeom prst="rect">
              <a:avLst/>
            </a:prstGeom>
            <a:solidFill>
              <a:srgbClr val="FFFF66"/>
            </a:solidFill>
            <a:ln>
              <a:noFill/>
            </a:ln>
            <a:effectLst>
              <a:outerShdw dist="45791" dir="3378596"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zh-CN" altLang="en-US" sz="2400" b="1">
                  <a:solidFill>
                    <a:srgbClr val="000099"/>
                  </a:solidFill>
                  <a:ea typeface="黑体" panose="02010609060101010101" pitchFamily="49" charset="-122"/>
                </a:rPr>
                <a:t>设备之间无链路</a:t>
              </a:r>
            </a:p>
          </p:txBody>
        </p:sp>
        <p:sp>
          <p:nvSpPr>
            <p:cNvPr id="495619" name="Rectangle 4"/>
            <p:cNvSpPr>
              <a:spLocks noChangeArrowheads="1"/>
            </p:cNvSpPr>
            <p:nvPr/>
          </p:nvSpPr>
          <p:spPr bwMode="auto">
            <a:xfrm>
              <a:off x="4292600" y="476250"/>
              <a:ext cx="1721512" cy="469900"/>
            </a:xfrm>
            <a:prstGeom prst="rect">
              <a:avLst/>
            </a:prstGeom>
            <a:solidFill>
              <a:srgbClr val="CCFFFF"/>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zh-CN" altLang="en-US" sz="2400" b="1">
                  <a:solidFill>
                    <a:srgbClr val="000099"/>
                  </a:solidFill>
                  <a:ea typeface="黑体" panose="02010609060101010101" pitchFamily="49" charset="-122"/>
                </a:rPr>
                <a:t>链路静止</a:t>
              </a:r>
            </a:p>
          </p:txBody>
        </p:sp>
        <p:sp>
          <p:nvSpPr>
            <p:cNvPr id="495620" name="Rectangle 5"/>
            <p:cNvSpPr>
              <a:spLocks noChangeArrowheads="1"/>
            </p:cNvSpPr>
            <p:nvPr/>
          </p:nvSpPr>
          <p:spPr bwMode="auto">
            <a:xfrm>
              <a:off x="4292600" y="1698625"/>
              <a:ext cx="1721512" cy="469900"/>
            </a:xfrm>
            <a:prstGeom prst="rect">
              <a:avLst/>
            </a:prstGeom>
            <a:solidFill>
              <a:srgbClr val="CCFFFF"/>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zh-CN" altLang="en-US" sz="2400" b="1">
                  <a:solidFill>
                    <a:srgbClr val="000099"/>
                  </a:solidFill>
                  <a:ea typeface="黑体" panose="02010609060101010101" pitchFamily="49" charset="-122"/>
                </a:rPr>
                <a:t>链路建立</a:t>
              </a:r>
            </a:p>
          </p:txBody>
        </p:sp>
        <p:sp>
          <p:nvSpPr>
            <p:cNvPr id="495621" name="Rectangle 6"/>
            <p:cNvSpPr>
              <a:spLocks noChangeArrowheads="1"/>
            </p:cNvSpPr>
            <p:nvPr/>
          </p:nvSpPr>
          <p:spPr bwMode="auto">
            <a:xfrm>
              <a:off x="4292600" y="2921000"/>
              <a:ext cx="1721512" cy="471488"/>
            </a:xfrm>
            <a:prstGeom prst="rect">
              <a:avLst/>
            </a:prstGeom>
            <a:solidFill>
              <a:srgbClr val="CCFFFF"/>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zh-CN" altLang="en-US" sz="2400" b="1">
                  <a:solidFill>
                    <a:srgbClr val="000099"/>
                  </a:solidFill>
                  <a:ea typeface="黑体" panose="02010609060101010101" pitchFamily="49" charset="-122"/>
                </a:rPr>
                <a:t>鉴别</a:t>
              </a:r>
            </a:p>
          </p:txBody>
        </p:sp>
        <p:sp>
          <p:nvSpPr>
            <p:cNvPr id="495622" name="Rectangle 7"/>
            <p:cNvSpPr>
              <a:spLocks noChangeArrowheads="1"/>
            </p:cNvSpPr>
            <p:nvPr/>
          </p:nvSpPr>
          <p:spPr bwMode="auto">
            <a:xfrm>
              <a:off x="4292600" y="4143375"/>
              <a:ext cx="1721512" cy="471488"/>
            </a:xfrm>
            <a:prstGeom prst="rect">
              <a:avLst/>
            </a:prstGeom>
            <a:solidFill>
              <a:srgbClr val="CCFFFF"/>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zh-CN" altLang="en-US" sz="2400" b="1">
                  <a:solidFill>
                    <a:srgbClr val="000099"/>
                  </a:solidFill>
                  <a:ea typeface="黑体" panose="02010609060101010101" pitchFamily="49" charset="-122"/>
                </a:rPr>
                <a:t>网络层协议</a:t>
              </a:r>
            </a:p>
          </p:txBody>
        </p:sp>
        <p:sp>
          <p:nvSpPr>
            <p:cNvPr id="495623" name="Rectangle 8"/>
            <p:cNvSpPr>
              <a:spLocks noChangeArrowheads="1"/>
            </p:cNvSpPr>
            <p:nvPr/>
          </p:nvSpPr>
          <p:spPr bwMode="auto">
            <a:xfrm>
              <a:off x="4292600" y="5367338"/>
              <a:ext cx="1721512" cy="469900"/>
            </a:xfrm>
            <a:prstGeom prst="rect">
              <a:avLst/>
            </a:prstGeom>
            <a:solidFill>
              <a:srgbClr val="CCFFFF"/>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zh-CN" altLang="en-US" sz="2400" b="1">
                  <a:solidFill>
                    <a:srgbClr val="000099"/>
                  </a:solidFill>
                  <a:ea typeface="黑体" panose="02010609060101010101" pitchFamily="49" charset="-122"/>
                </a:rPr>
                <a:t>链路打开</a:t>
              </a:r>
            </a:p>
          </p:txBody>
        </p:sp>
        <p:sp>
          <p:nvSpPr>
            <p:cNvPr id="495624" name="Rectangle 9"/>
            <p:cNvSpPr>
              <a:spLocks noChangeArrowheads="1"/>
            </p:cNvSpPr>
            <p:nvPr/>
          </p:nvSpPr>
          <p:spPr bwMode="auto">
            <a:xfrm>
              <a:off x="271727" y="2921000"/>
              <a:ext cx="1721512" cy="471488"/>
            </a:xfrm>
            <a:prstGeom prst="rect">
              <a:avLst/>
            </a:prstGeom>
            <a:solidFill>
              <a:srgbClr val="CCFFFF"/>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zh-CN" altLang="en-US" sz="2400" b="1">
                  <a:solidFill>
                    <a:srgbClr val="000099"/>
                  </a:solidFill>
                  <a:ea typeface="黑体" panose="02010609060101010101" pitchFamily="49" charset="-122"/>
                </a:rPr>
                <a:t>链路终止</a:t>
              </a:r>
            </a:p>
          </p:txBody>
        </p:sp>
        <p:sp>
          <p:nvSpPr>
            <p:cNvPr id="495625" name="Rectangle 11"/>
            <p:cNvSpPr>
              <a:spLocks noChangeArrowheads="1"/>
            </p:cNvSpPr>
            <p:nvPr/>
          </p:nvSpPr>
          <p:spPr bwMode="auto">
            <a:xfrm>
              <a:off x="7162933" y="1698625"/>
              <a:ext cx="2105025" cy="469900"/>
            </a:xfrm>
            <a:prstGeom prst="rect">
              <a:avLst/>
            </a:prstGeom>
            <a:solidFill>
              <a:srgbClr val="FFFF66"/>
            </a:solidFill>
            <a:ln>
              <a:noFill/>
            </a:ln>
            <a:effectLst>
              <a:outerShdw dist="53882"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zh-CN" altLang="en-US" sz="2400" b="1">
                  <a:solidFill>
                    <a:srgbClr val="000099"/>
                  </a:solidFill>
                  <a:ea typeface="黑体" panose="02010609060101010101" pitchFamily="49" charset="-122"/>
                </a:rPr>
                <a:t>物理链路</a:t>
              </a:r>
            </a:p>
          </p:txBody>
        </p:sp>
        <p:sp>
          <p:nvSpPr>
            <p:cNvPr id="495626" name="Rectangle 12"/>
            <p:cNvSpPr>
              <a:spLocks noChangeArrowheads="1"/>
            </p:cNvSpPr>
            <p:nvPr/>
          </p:nvSpPr>
          <p:spPr bwMode="auto">
            <a:xfrm>
              <a:off x="7162933" y="2921000"/>
              <a:ext cx="2105025" cy="471488"/>
            </a:xfrm>
            <a:prstGeom prst="rect">
              <a:avLst/>
            </a:prstGeom>
            <a:solidFill>
              <a:srgbClr val="FFFF66"/>
            </a:solidFill>
            <a:ln>
              <a:noFill/>
            </a:ln>
            <a:effectLst>
              <a:outerShdw dist="53882"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sz="2400" b="1">
                  <a:solidFill>
                    <a:srgbClr val="000099"/>
                  </a:solidFill>
                  <a:ea typeface="黑体" panose="02010609060101010101" pitchFamily="49" charset="-122"/>
                </a:rPr>
                <a:t>LCP </a:t>
              </a:r>
              <a:r>
                <a:rPr lang="zh-CN" altLang="en-US" sz="2400" b="1">
                  <a:solidFill>
                    <a:srgbClr val="000099"/>
                  </a:solidFill>
                  <a:ea typeface="黑体" panose="02010609060101010101" pitchFamily="49" charset="-122"/>
                </a:rPr>
                <a:t>链路</a:t>
              </a:r>
            </a:p>
          </p:txBody>
        </p:sp>
        <p:sp>
          <p:nvSpPr>
            <p:cNvPr id="495627" name="Rectangle 13"/>
            <p:cNvSpPr>
              <a:spLocks noChangeArrowheads="1"/>
            </p:cNvSpPr>
            <p:nvPr/>
          </p:nvSpPr>
          <p:spPr bwMode="auto">
            <a:xfrm>
              <a:off x="6746743" y="4143375"/>
              <a:ext cx="2887530" cy="471488"/>
            </a:xfrm>
            <a:prstGeom prst="rect">
              <a:avLst/>
            </a:prstGeom>
            <a:solidFill>
              <a:srgbClr val="FFFF66"/>
            </a:solidFill>
            <a:ln>
              <a:noFill/>
            </a:ln>
            <a:effectLst>
              <a:outerShdw dist="35921"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zh-CN" altLang="en-US" sz="2400" b="1">
                  <a:solidFill>
                    <a:srgbClr val="000099"/>
                  </a:solidFill>
                  <a:ea typeface="黑体" panose="02010609060101010101" pitchFamily="49" charset="-122"/>
                </a:rPr>
                <a:t>已鉴别的 </a:t>
              </a:r>
              <a:r>
                <a:rPr lang="en-US" altLang="zh-CN" sz="2400" b="1">
                  <a:solidFill>
                    <a:srgbClr val="000099"/>
                  </a:solidFill>
                  <a:ea typeface="黑体" panose="02010609060101010101" pitchFamily="49" charset="-122"/>
                </a:rPr>
                <a:t>LCP </a:t>
              </a:r>
              <a:r>
                <a:rPr lang="zh-CN" altLang="en-US" sz="2400" b="1">
                  <a:solidFill>
                    <a:srgbClr val="000099"/>
                  </a:solidFill>
                  <a:ea typeface="黑体" panose="02010609060101010101" pitchFamily="49" charset="-122"/>
                </a:rPr>
                <a:t>链路</a:t>
              </a:r>
            </a:p>
          </p:txBody>
        </p:sp>
        <p:sp>
          <p:nvSpPr>
            <p:cNvPr id="495628" name="Rectangle 14"/>
            <p:cNvSpPr>
              <a:spLocks noChangeArrowheads="1"/>
            </p:cNvSpPr>
            <p:nvPr/>
          </p:nvSpPr>
          <p:spPr bwMode="auto">
            <a:xfrm>
              <a:off x="6591962" y="5246689"/>
              <a:ext cx="3159257" cy="846137"/>
            </a:xfrm>
            <a:prstGeom prst="rect">
              <a:avLst/>
            </a:prstGeom>
            <a:solidFill>
              <a:srgbClr val="FFFF66"/>
            </a:solidFill>
            <a:ln>
              <a:noFill/>
            </a:ln>
            <a:effectLst>
              <a:outerShdw dist="45791" dir="2021404"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zh-CN" altLang="en-US" sz="2400" b="1">
                  <a:solidFill>
                    <a:srgbClr val="000099"/>
                  </a:solidFill>
                  <a:ea typeface="黑体" panose="02010609060101010101" pitchFamily="49" charset="-122"/>
                </a:rPr>
                <a:t>已鉴别的 </a:t>
              </a:r>
              <a:r>
                <a:rPr lang="en-US" altLang="zh-CN" sz="2400" b="1">
                  <a:solidFill>
                    <a:srgbClr val="000099"/>
                  </a:solidFill>
                  <a:ea typeface="黑体" panose="02010609060101010101" pitchFamily="49" charset="-122"/>
                </a:rPr>
                <a:t>LCP </a:t>
              </a:r>
              <a:r>
                <a:rPr lang="zh-CN" altLang="en-US" sz="2400" b="1">
                  <a:solidFill>
                    <a:srgbClr val="000099"/>
                  </a:solidFill>
                  <a:ea typeface="黑体" panose="02010609060101010101" pitchFamily="49" charset="-122"/>
                </a:rPr>
                <a:t>链路</a:t>
              </a:r>
            </a:p>
            <a:p>
              <a:pPr algn="ctr" eaLnBrk="0" hangingPunct="0"/>
              <a:r>
                <a:rPr lang="zh-CN" altLang="en-US" sz="2400" b="1">
                  <a:solidFill>
                    <a:srgbClr val="000099"/>
                  </a:solidFill>
                  <a:ea typeface="黑体" panose="02010609060101010101" pitchFamily="49" charset="-122"/>
                </a:rPr>
                <a:t>和 </a:t>
              </a:r>
              <a:r>
                <a:rPr lang="en-US" altLang="zh-CN" sz="2400" b="1">
                  <a:solidFill>
                    <a:srgbClr val="000099"/>
                  </a:solidFill>
                  <a:ea typeface="黑体" panose="02010609060101010101" pitchFamily="49" charset="-122"/>
                </a:rPr>
                <a:t>NCP </a:t>
              </a:r>
              <a:r>
                <a:rPr lang="zh-CN" altLang="en-US" sz="2400" b="1">
                  <a:solidFill>
                    <a:srgbClr val="000099"/>
                  </a:solidFill>
                  <a:ea typeface="黑体" panose="02010609060101010101" pitchFamily="49" charset="-122"/>
                </a:rPr>
                <a:t>链路</a:t>
              </a:r>
            </a:p>
          </p:txBody>
        </p:sp>
        <p:sp>
          <p:nvSpPr>
            <p:cNvPr id="495629" name="Line 15"/>
            <p:cNvSpPr>
              <a:spLocks noChangeShapeType="1"/>
            </p:cNvSpPr>
            <p:nvPr/>
          </p:nvSpPr>
          <p:spPr bwMode="auto">
            <a:xfrm>
              <a:off x="8215445" y="946151"/>
              <a:ext cx="0" cy="752475"/>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95630" name="Line 16"/>
            <p:cNvSpPr>
              <a:spLocks noChangeShapeType="1"/>
            </p:cNvSpPr>
            <p:nvPr/>
          </p:nvSpPr>
          <p:spPr bwMode="auto">
            <a:xfrm>
              <a:off x="8215445" y="2168526"/>
              <a:ext cx="0" cy="752475"/>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95631" name="Line 17"/>
            <p:cNvSpPr>
              <a:spLocks noChangeShapeType="1"/>
            </p:cNvSpPr>
            <p:nvPr/>
          </p:nvSpPr>
          <p:spPr bwMode="auto">
            <a:xfrm>
              <a:off x="8215445" y="3392488"/>
              <a:ext cx="0" cy="750887"/>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95632" name="Freeform 18"/>
            <p:cNvSpPr>
              <a:spLocks noChangeArrowheads="1"/>
            </p:cNvSpPr>
            <p:nvPr/>
          </p:nvSpPr>
          <p:spPr bwMode="auto">
            <a:xfrm>
              <a:off x="8213725" y="4614864"/>
              <a:ext cx="1720" cy="706437"/>
            </a:xfrm>
            <a:custGeom>
              <a:avLst/>
              <a:gdLst>
                <a:gd name="T0" fmla="*/ 1 w 1"/>
                <a:gd name="T1" fmla="*/ 0 h 445"/>
                <a:gd name="T2" fmla="*/ 0 w 1"/>
                <a:gd name="T3" fmla="*/ 445 h 445"/>
              </a:gdLst>
              <a:ahLst/>
              <a:cxnLst>
                <a:cxn ang="0">
                  <a:pos x="T0" y="T1"/>
                </a:cxn>
                <a:cxn ang="0">
                  <a:pos x="T2" y="T3"/>
                </a:cxn>
              </a:cxnLst>
              <a:rect l="0" t="0" r="r" b="b"/>
              <a:pathLst>
                <a:path w="1" h="445">
                  <a:moveTo>
                    <a:pt x="1" y="0"/>
                  </a:moveTo>
                  <a:lnTo>
                    <a:pt x="0" y="445"/>
                  </a:lnTo>
                </a:path>
              </a:pathLst>
            </a:custGeom>
            <a:noFill/>
            <a:ln w="28575">
              <a:solidFill>
                <a:schemeClr val="tx1"/>
              </a:solidFill>
              <a:round/>
              <a:headEnd/>
              <a:tailEnd type="triangle" w="med" len="lg"/>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95633" name="Line 19"/>
            <p:cNvSpPr>
              <a:spLocks noChangeShapeType="1"/>
            </p:cNvSpPr>
            <p:nvPr/>
          </p:nvSpPr>
          <p:spPr bwMode="auto">
            <a:xfrm>
              <a:off x="5154216" y="946151"/>
              <a:ext cx="0" cy="752475"/>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95634" name="Line 20"/>
            <p:cNvSpPr>
              <a:spLocks noChangeShapeType="1"/>
            </p:cNvSpPr>
            <p:nvPr/>
          </p:nvSpPr>
          <p:spPr bwMode="auto">
            <a:xfrm>
              <a:off x="5154216" y="2168526"/>
              <a:ext cx="0" cy="752475"/>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95635" name="Line 21"/>
            <p:cNvSpPr>
              <a:spLocks noChangeShapeType="1"/>
            </p:cNvSpPr>
            <p:nvPr/>
          </p:nvSpPr>
          <p:spPr bwMode="auto">
            <a:xfrm>
              <a:off x="5154216" y="3392488"/>
              <a:ext cx="0" cy="750887"/>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95636" name="Line 22"/>
            <p:cNvSpPr>
              <a:spLocks noChangeShapeType="1"/>
            </p:cNvSpPr>
            <p:nvPr/>
          </p:nvSpPr>
          <p:spPr bwMode="auto">
            <a:xfrm>
              <a:off x="5154216" y="4614864"/>
              <a:ext cx="0" cy="752475"/>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95637" name="Line 23"/>
            <p:cNvSpPr>
              <a:spLocks noChangeShapeType="1"/>
            </p:cNvSpPr>
            <p:nvPr/>
          </p:nvSpPr>
          <p:spPr bwMode="auto">
            <a:xfrm flipH="1">
              <a:off x="1994958" y="3155950"/>
              <a:ext cx="2297642" cy="1588"/>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95638" name="Freeform 24"/>
            <p:cNvSpPr>
              <a:spLocks noChangeArrowheads="1"/>
            </p:cNvSpPr>
            <p:nvPr/>
          </p:nvSpPr>
          <p:spPr bwMode="auto">
            <a:xfrm>
              <a:off x="1135062" y="3402013"/>
              <a:ext cx="3157538" cy="2184400"/>
            </a:xfrm>
            <a:custGeom>
              <a:avLst/>
              <a:gdLst>
                <a:gd name="T0" fmla="*/ 1497 w 1497"/>
                <a:gd name="T1" fmla="*/ 998 h 998"/>
                <a:gd name="T2" fmla="*/ 0 w 1497"/>
                <a:gd name="T3" fmla="*/ 998 h 998"/>
                <a:gd name="T4" fmla="*/ 0 w 1497"/>
                <a:gd name="T5" fmla="*/ 0 h 998"/>
              </a:gdLst>
              <a:ahLst/>
              <a:cxnLst>
                <a:cxn ang="0">
                  <a:pos x="T0" y="T1"/>
                </a:cxn>
                <a:cxn ang="0">
                  <a:pos x="T2" y="T3"/>
                </a:cxn>
                <a:cxn ang="0">
                  <a:pos x="T4" y="T5"/>
                </a:cxn>
              </a:cxnLst>
              <a:rect l="0" t="0" r="r" b="b"/>
              <a:pathLst>
                <a:path w="1497" h="998">
                  <a:moveTo>
                    <a:pt x="1497" y="998"/>
                  </a:moveTo>
                  <a:lnTo>
                    <a:pt x="0" y="998"/>
                  </a:lnTo>
                  <a:lnTo>
                    <a:pt x="0" y="0"/>
                  </a:lnTo>
                </a:path>
              </a:pathLst>
            </a:custGeom>
            <a:noFill/>
            <a:ln w="28575">
              <a:solidFill>
                <a:schemeClr val="tx1"/>
              </a:solidFill>
              <a:round/>
              <a:headEnd/>
              <a:tailEnd type="triangle" w="med" len="lg"/>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95639" name="Freeform 25"/>
            <p:cNvSpPr>
              <a:spLocks noChangeArrowheads="1"/>
            </p:cNvSpPr>
            <p:nvPr/>
          </p:nvSpPr>
          <p:spPr bwMode="auto">
            <a:xfrm flipV="1">
              <a:off x="1135062" y="576264"/>
              <a:ext cx="3157538" cy="2365375"/>
            </a:xfrm>
            <a:custGeom>
              <a:avLst/>
              <a:gdLst>
                <a:gd name="T0" fmla="*/ 1497 w 1497"/>
                <a:gd name="T1" fmla="*/ 998 h 998"/>
                <a:gd name="T2" fmla="*/ 0 w 1497"/>
                <a:gd name="T3" fmla="*/ 998 h 998"/>
                <a:gd name="T4" fmla="*/ 0 w 1497"/>
                <a:gd name="T5" fmla="*/ 0 h 998"/>
              </a:gdLst>
              <a:ahLst/>
              <a:cxnLst>
                <a:cxn ang="0">
                  <a:pos x="T0" y="T1"/>
                </a:cxn>
                <a:cxn ang="0">
                  <a:pos x="T2" y="T3"/>
                </a:cxn>
                <a:cxn ang="0">
                  <a:pos x="T4" y="T5"/>
                </a:cxn>
              </a:cxnLst>
              <a:rect l="0" t="0" r="r" b="b"/>
              <a:pathLst>
                <a:path w="1497" h="998">
                  <a:moveTo>
                    <a:pt x="1497" y="998"/>
                  </a:moveTo>
                  <a:lnTo>
                    <a:pt x="0" y="998"/>
                  </a:lnTo>
                  <a:lnTo>
                    <a:pt x="0" y="0"/>
                  </a:lnTo>
                </a:path>
              </a:pathLst>
            </a:custGeom>
            <a:noFill/>
            <a:ln w="28575">
              <a:solidFill>
                <a:schemeClr val="tx1"/>
              </a:solidFill>
              <a:round/>
              <a:headEnd type="triangle" w="med" len="lg"/>
              <a:tailEnd type="none" w="med" len="lg"/>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95640" name="Freeform 26"/>
            <p:cNvSpPr>
              <a:spLocks noChangeArrowheads="1"/>
            </p:cNvSpPr>
            <p:nvPr/>
          </p:nvSpPr>
          <p:spPr bwMode="auto">
            <a:xfrm>
              <a:off x="2663958" y="790575"/>
              <a:ext cx="1628642" cy="1157288"/>
            </a:xfrm>
            <a:custGeom>
              <a:avLst/>
              <a:gdLst>
                <a:gd name="T0" fmla="*/ 772 w 772"/>
                <a:gd name="T1" fmla="*/ 590 h 590"/>
                <a:gd name="T2" fmla="*/ 0 w 772"/>
                <a:gd name="T3" fmla="*/ 590 h 590"/>
                <a:gd name="T4" fmla="*/ 0 w 772"/>
                <a:gd name="T5" fmla="*/ 0 h 590"/>
                <a:gd name="T6" fmla="*/ 772 w 772"/>
                <a:gd name="T7" fmla="*/ 0 h 590"/>
              </a:gdLst>
              <a:ahLst/>
              <a:cxnLst>
                <a:cxn ang="0">
                  <a:pos x="T0" y="T1"/>
                </a:cxn>
                <a:cxn ang="0">
                  <a:pos x="T2" y="T3"/>
                </a:cxn>
                <a:cxn ang="0">
                  <a:pos x="T4" y="T5"/>
                </a:cxn>
                <a:cxn ang="0">
                  <a:pos x="T6" y="T7"/>
                </a:cxn>
              </a:cxnLst>
              <a:rect l="0" t="0" r="r" b="b"/>
              <a:pathLst>
                <a:path w="772" h="590">
                  <a:moveTo>
                    <a:pt x="772" y="590"/>
                  </a:moveTo>
                  <a:lnTo>
                    <a:pt x="0" y="590"/>
                  </a:lnTo>
                  <a:lnTo>
                    <a:pt x="0" y="0"/>
                  </a:lnTo>
                  <a:lnTo>
                    <a:pt x="772" y="0"/>
                  </a:lnTo>
                </a:path>
              </a:pathLst>
            </a:custGeom>
            <a:noFill/>
            <a:ln w="28575">
              <a:solidFill>
                <a:schemeClr val="tx1"/>
              </a:solidFill>
              <a:round/>
              <a:headEnd/>
              <a:tailEnd type="triangle" w="med" len="lg"/>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95641" name="Text Box 27"/>
            <p:cNvSpPr txBox="1">
              <a:spLocks noChangeArrowheads="1"/>
            </p:cNvSpPr>
            <p:nvPr/>
          </p:nvSpPr>
          <p:spPr bwMode="auto">
            <a:xfrm>
              <a:off x="5219568" y="1030288"/>
              <a:ext cx="235032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000099"/>
                  </a:solidFill>
                  <a:ea typeface="黑体" panose="02010609060101010101" pitchFamily="49" charset="-122"/>
                </a:rPr>
                <a:t>物理层连接建立</a:t>
              </a:r>
            </a:p>
          </p:txBody>
        </p:sp>
        <p:sp>
          <p:nvSpPr>
            <p:cNvPr id="495642" name="Text Box 28"/>
            <p:cNvSpPr txBox="1">
              <a:spLocks noChangeArrowheads="1"/>
            </p:cNvSpPr>
            <p:nvPr/>
          </p:nvSpPr>
          <p:spPr bwMode="auto">
            <a:xfrm>
              <a:off x="5219568" y="2273300"/>
              <a:ext cx="211711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a:solidFill>
                    <a:srgbClr val="000099"/>
                  </a:solidFill>
                  <a:ea typeface="黑体" panose="02010609060101010101" pitchFamily="49" charset="-122"/>
                </a:rPr>
                <a:t>LCP </a:t>
              </a:r>
              <a:r>
                <a:rPr lang="zh-CN" altLang="en-US" sz="2400" b="1">
                  <a:solidFill>
                    <a:srgbClr val="000099"/>
                  </a:solidFill>
                  <a:ea typeface="黑体" panose="02010609060101010101" pitchFamily="49" charset="-122"/>
                </a:rPr>
                <a:t>配置协商</a:t>
              </a:r>
            </a:p>
          </p:txBody>
        </p:sp>
        <p:sp>
          <p:nvSpPr>
            <p:cNvPr id="495643" name="Text Box 29"/>
            <p:cNvSpPr txBox="1">
              <a:spLocks noChangeArrowheads="1"/>
            </p:cNvSpPr>
            <p:nvPr/>
          </p:nvSpPr>
          <p:spPr bwMode="auto">
            <a:xfrm>
              <a:off x="5109502" y="3457575"/>
              <a:ext cx="296908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000099"/>
                  </a:solidFill>
                  <a:ea typeface="黑体" panose="02010609060101010101" pitchFamily="49" charset="-122"/>
                </a:rPr>
                <a:t>鉴别成功或无需鉴别</a:t>
              </a:r>
            </a:p>
          </p:txBody>
        </p:sp>
        <p:sp>
          <p:nvSpPr>
            <p:cNvPr id="495644" name="Text Box 30"/>
            <p:cNvSpPr txBox="1">
              <a:spLocks noChangeArrowheads="1"/>
            </p:cNvSpPr>
            <p:nvPr/>
          </p:nvSpPr>
          <p:spPr bwMode="auto">
            <a:xfrm>
              <a:off x="5200650" y="4733925"/>
              <a:ext cx="215238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a:solidFill>
                    <a:srgbClr val="000099"/>
                  </a:solidFill>
                  <a:ea typeface="黑体" panose="02010609060101010101" pitchFamily="49" charset="-122"/>
                </a:rPr>
                <a:t>NCP </a:t>
              </a:r>
              <a:r>
                <a:rPr lang="zh-CN" altLang="en-US" sz="2400" b="1">
                  <a:solidFill>
                    <a:srgbClr val="000099"/>
                  </a:solidFill>
                  <a:ea typeface="黑体" panose="02010609060101010101" pitchFamily="49" charset="-122"/>
                </a:rPr>
                <a:t>配置协商</a:t>
              </a:r>
            </a:p>
          </p:txBody>
        </p:sp>
        <p:sp>
          <p:nvSpPr>
            <p:cNvPr id="495645" name="Text Box 31"/>
            <p:cNvSpPr txBox="1">
              <a:spLocks noChangeArrowheads="1"/>
            </p:cNvSpPr>
            <p:nvPr/>
          </p:nvSpPr>
          <p:spPr bwMode="auto">
            <a:xfrm>
              <a:off x="236604" y="3943351"/>
              <a:ext cx="1731564" cy="83099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400" b="1">
                  <a:solidFill>
                    <a:srgbClr val="000099"/>
                  </a:solidFill>
                  <a:ea typeface="黑体" panose="02010609060101010101" pitchFamily="49" charset="-122"/>
                </a:rPr>
                <a:t>链路故障或</a:t>
              </a:r>
            </a:p>
            <a:p>
              <a:pPr algn="ctr" eaLnBrk="0" hangingPunct="0"/>
              <a:r>
                <a:rPr lang="zh-CN" altLang="en-US" sz="2400" b="1">
                  <a:solidFill>
                    <a:srgbClr val="000099"/>
                  </a:solidFill>
                  <a:ea typeface="黑体" panose="02010609060101010101" pitchFamily="49" charset="-122"/>
                </a:rPr>
                <a:t>关闭请求</a:t>
              </a:r>
            </a:p>
          </p:txBody>
        </p:sp>
        <p:sp>
          <p:nvSpPr>
            <p:cNvPr id="495646" name="Text Box 32"/>
            <p:cNvSpPr txBox="1">
              <a:spLocks noChangeArrowheads="1"/>
            </p:cNvSpPr>
            <p:nvPr/>
          </p:nvSpPr>
          <p:spPr bwMode="auto">
            <a:xfrm>
              <a:off x="381583" y="1377951"/>
              <a:ext cx="1498359" cy="68326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lnSpc>
                  <a:spcPct val="80000"/>
                </a:lnSpc>
              </a:pPr>
              <a:r>
                <a:rPr lang="en-US" altLang="zh-CN" sz="2400" b="1">
                  <a:solidFill>
                    <a:srgbClr val="000099"/>
                  </a:solidFill>
                  <a:ea typeface="黑体" panose="02010609060101010101" pitchFamily="49" charset="-122"/>
                </a:rPr>
                <a:t>LCP </a:t>
              </a:r>
              <a:r>
                <a:rPr lang="zh-CN" altLang="en-US" sz="2400" b="1">
                  <a:solidFill>
                    <a:srgbClr val="000099"/>
                  </a:solidFill>
                  <a:ea typeface="黑体" panose="02010609060101010101" pitchFamily="49" charset="-122"/>
                </a:rPr>
                <a:t>链路</a:t>
              </a:r>
            </a:p>
            <a:p>
              <a:pPr algn="ctr" eaLnBrk="0" hangingPunct="0">
                <a:lnSpc>
                  <a:spcPct val="80000"/>
                </a:lnSpc>
              </a:pPr>
              <a:r>
                <a:rPr lang="zh-CN" altLang="en-US" sz="2400" b="1">
                  <a:solidFill>
                    <a:srgbClr val="000099"/>
                  </a:solidFill>
                  <a:ea typeface="黑体" panose="02010609060101010101" pitchFamily="49" charset="-122"/>
                </a:rPr>
                <a:t>终止</a:t>
              </a:r>
            </a:p>
          </p:txBody>
        </p:sp>
        <p:sp>
          <p:nvSpPr>
            <p:cNvPr id="495647" name="Text Box 33"/>
            <p:cNvSpPr txBox="1">
              <a:spLocks noChangeArrowheads="1"/>
            </p:cNvSpPr>
            <p:nvPr/>
          </p:nvSpPr>
          <p:spPr bwMode="auto">
            <a:xfrm>
              <a:off x="2457583" y="2682875"/>
              <a:ext cx="142218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000099"/>
                  </a:solidFill>
                  <a:ea typeface="黑体" panose="02010609060101010101" pitchFamily="49" charset="-122"/>
                </a:rPr>
                <a:t>鉴别失败</a:t>
              </a:r>
            </a:p>
          </p:txBody>
        </p:sp>
        <p:sp>
          <p:nvSpPr>
            <p:cNvPr id="495648" name="Text Box 34"/>
            <p:cNvSpPr txBox="1">
              <a:spLocks noChangeArrowheads="1"/>
            </p:cNvSpPr>
            <p:nvPr/>
          </p:nvSpPr>
          <p:spPr bwMode="auto">
            <a:xfrm>
              <a:off x="1994959" y="1023939"/>
              <a:ext cx="1498359" cy="68326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80000"/>
                </a:lnSpc>
              </a:pPr>
              <a:r>
                <a:rPr lang="en-US" altLang="zh-CN" sz="2400" b="1">
                  <a:solidFill>
                    <a:srgbClr val="000099"/>
                  </a:solidFill>
                  <a:ea typeface="黑体" panose="02010609060101010101" pitchFamily="49" charset="-122"/>
                </a:rPr>
                <a:t>LCP </a:t>
              </a:r>
              <a:r>
                <a:rPr lang="zh-CN" altLang="en-US" sz="2400" b="1">
                  <a:solidFill>
                    <a:srgbClr val="000099"/>
                  </a:solidFill>
                  <a:ea typeface="黑体" panose="02010609060101010101" pitchFamily="49" charset="-122"/>
                </a:rPr>
                <a:t>配置</a:t>
              </a:r>
            </a:p>
            <a:p>
              <a:pPr eaLnBrk="0" hangingPunct="0">
                <a:lnSpc>
                  <a:spcPct val="80000"/>
                </a:lnSpc>
              </a:pPr>
              <a:r>
                <a:rPr lang="zh-CN" altLang="en-US" sz="2400" b="1">
                  <a:solidFill>
                    <a:srgbClr val="000099"/>
                  </a:solidFill>
                  <a:ea typeface="黑体" panose="02010609060101010101" pitchFamily="49" charset="-122"/>
                </a:rPr>
                <a:t>协商失败</a:t>
              </a:r>
            </a:p>
          </p:txBody>
        </p:sp>
      </p:grpSp>
      <p:sp>
        <p:nvSpPr>
          <p:cNvPr id="495649" name="矩形 1"/>
          <p:cNvSpPr>
            <a:spLocks noChangeArrowheads="1"/>
          </p:cNvSpPr>
          <p:nvPr/>
        </p:nvSpPr>
        <p:spPr bwMode="auto">
          <a:xfrm>
            <a:off x="3086100" y="6092825"/>
            <a:ext cx="37528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en-US" altLang="zh-CN" sz="2400" b="1">
                <a:ea typeface="黑体" panose="02010609060101010101" pitchFamily="49" charset="-122"/>
              </a:rPr>
              <a:t>PPP </a:t>
            </a:r>
            <a:r>
              <a:rPr lang="zh-CN" altLang="zh-CN" sz="2400" b="1">
                <a:ea typeface="黑体" panose="02010609060101010101" pitchFamily="49" charset="-122"/>
              </a:rPr>
              <a:t>协议的状态图</a:t>
            </a:r>
            <a:endParaRPr lang="zh-CN" altLang="en-US" sz="2400" b="1">
              <a:ea typeface="黑体" panose="02010609060101010101" pitchFamily="49" charset="-122"/>
            </a:endParaRPr>
          </a:p>
        </p:txBody>
      </p:sp>
      <p:sp>
        <p:nvSpPr>
          <p:cNvPr id="495650"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31253B57-0EC3-48D8-AC0E-868ADE4934F2}" type="slidenum">
              <a:rPr lang="zh-CN" altLang="en-US" smtClean="0"/>
              <a:pPr/>
              <a:t>42</a:t>
            </a:fld>
            <a:endParaRPr lang="en-US" altLang="zh-CN" smtClean="0"/>
          </a:p>
        </p:txBody>
      </p:sp>
      <p:sp>
        <p:nvSpPr>
          <p:cNvPr id="495651"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sld>
</file>

<file path=ppt/theme/theme1.xml><?xml version="1.0" encoding="utf-8"?>
<a:theme xmlns:a="http://schemas.openxmlformats.org/drawingml/2006/main" name="Presentation">
  <a:themeElements>
    <a:clrScheme name="演示稿（水平） 9">
      <a:dk1>
        <a:srgbClr val="000000"/>
      </a:dk1>
      <a:lt1>
        <a:srgbClr val="FFFFFF"/>
      </a:lt1>
      <a:dk2>
        <a:srgbClr val="666699"/>
      </a:dk2>
      <a:lt2>
        <a:srgbClr val="FFCC00"/>
      </a:lt2>
      <a:accent1>
        <a:srgbClr val="FF9900"/>
      </a:accent1>
      <a:accent2>
        <a:srgbClr val="FF9900"/>
      </a:accent2>
      <a:accent3>
        <a:srgbClr val="FFFFFF"/>
      </a:accent3>
      <a:accent4>
        <a:srgbClr val="000000"/>
      </a:accent4>
      <a:accent5>
        <a:srgbClr val="FFCAAA"/>
      </a:accent5>
      <a:accent6>
        <a:srgbClr val="E78A00"/>
      </a:accent6>
      <a:hlink>
        <a:srgbClr val="666699"/>
      </a:hlink>
      <a:folHlink>
        <a:srgbClr val="999966"/>
      </a:folHlink>
    </a:clrScheme>
    <a:fontScheme name="演示稿（水平）">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演示稿（水平）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演示稿（水平）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演示稿（水平）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演示稿（水平）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演示稿（水平）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演示稿（水平）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演示稿（水平）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演示稿（水平）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
      <a:clrScheme name="演示稿（水平） 9">
        <a:dk1>
          <a:srgbClr val="000000"/>
        </a:dk1>
        <a:lt1>
          <a:srgbClr val="FFFFFF"/>
        </a:lt1>
        <a:dk2>
          <a:srgbClr val="666699"/>
        </a:dk2>
        <a:lt2>
          <a:srgbClr val="FFCC00"/>
        </a:lt2>
        <a:accent1>
          <a:srgbClr val="FF9900"/>
        </a:accent1>
        <a:accent2>
          <a:srgbClr val="FF9900"/>
        </a:accent2>
        <a:accent3>
          <a:srgbClr val="FFFFFF"/>
        </a:accent3>
        <a:accent4>
          <a:srgbClr val="000000"/>
        </a:accent4>
        <a:accent5>
          <a:srgbClr val="FFCAAA"/>
        </a:accent5>
        <a:accent6>
          <a:srgbClr val="E78A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Presentation</Template>
  <TotalTime>385</TotalTime>
  <Words>3118</Words>
  <Application>Microsoft Office PowerPoint</Application>
  <PresentationFormat>A4 纸张(210x297 毫米)</PresentationFormat>
  <Paragraphs>541</Paragraphs>
  <Slides>42</Slides>
  <Notes>37</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42</vt:i4>
      </vt:variant>
    </vt:vector>
  </HeadingPairs>
  <TitlesOfParts>
    <vt:vector size="50" baseType="lpstr">
      <vt:lpstr>黑体</vt:lpstr>
      <vt:lpstr>宋体</vt:lpstr>
      <vt:lpstr>Arial</vt:lpstr>
      <vt:lpstr>Courier New</vt:lpstr>
      <vt:lpstr>Symbol</vt:lpstr>
      <vt:lpstr>Times New Roman</vt:lpstr>
      <vt:lpstr>Wingdings</vt:lpstr>
      <vt:lpstr>Presentation</vt:lpstr>
      <vt:lpstr>第 3 章  数据链路层</vt:lpstr>
      <vt:lpstr>第 3 章  数据链路层</vt:lpstr>
      <vt:lpstr>数据链路层使用的信道</vt:lpstr>
      <vt:lpstr>数据链路层的简单模型</vt:lpstr>
      <vt:lpstr>数据链路层的简单模型( 续）</vt:lpstr>
      <vt:lpstr>3.1  使用点对点信道的数据链路层</vt:lpstr>
      <vt:lpstr>3.1.1  数据链路和帧  </vt:lpstr>
      <vt:lpstr>3.1.1  数据链路和帧  </vt:lpstr>
      <vt:lpstr>数据链路层传送的是帧</vt:lpstr>
      <vt:lpstr>数据链路层像个数字管道 </vt:lpstr>
      <vt:lpstr>3.1.2  三个基本问题 </vt:lpstr>
      <vt:lpstr>1.  封装成帧</vt:lpstr>
      <vt:lpstr>用控制字符进行帧定界的方法举例 </vt:lpstr>
      <vt:lpstr>2.  透明传输</vt:lpstr>
      <vt:lpstr>解决透明传输问题</vt:lpstr>
      <vt:lpstr>用字节填充法解决透明传输的问题 </vt:lpstr>
      <vt:lpstr>3.  差错检测</vt:lpstr>
      <vt:lpstr>循环冗余检验的原理 </vt:lpstr>
      <vt:lpstr>冗余码的计算 </vt:lpstr>
      <vt:lpstr>冗余码的计算举例 </vt:lpstr>
      <vt:lpstr>循环冗余检验的原理说明 </vt:lpstr>
      <vt:lpstr>帧检验序列 FCS </vt:lpstr>
      <vt:lpstr>接收端对收到的每一帧进行 CRC 检验 </vt:lpstr>
      <vt:lpstr>CRC中除数的多项式表示法</vt:lpstr>
      <vt:lpstr>应当注意 </vt:lpstr>
      <vt:lpstr>应当注意 </vt:lpstr>
      <vt:lpstr>3.2  点对点协议 PPP</vt:lpstr>
      <vt:lpstr>3.2.1  PPP 协议的特点 </vt:lpstr>
      <vt:lpstr>用户到 ISP 的链路使用 PPP 协议 </vt:lpstr>
      <vt:lpstr>1. PPP 协议应满足的需求 </vt:lpstr>
      <vt:lpstr>1. PPP 协议应满足的需求（续） </vt:lpstr>
      <vt:lpstr>2. PPP 协议不需要的功能</vt:lpstr>
      <vt:lpstr>3. PPP 协议的组成 </vt:lpstr>
      <vt:lpstr>3.2.2   PPP 协议的帧格式</vt:lpstr>
      <vt:lpstr>PPP 协议的帧格式</vt:lpstr>
      <vt:lpstr>透明传输问题 </vt:lpstr>
      <vt:lpstr>字符填充 </vt:lpstr>
      <vt:lpstr>零比特填充 </vt:lpstr>
      <vt:lpstr>零比特填充 </vt:lpstr>
      <vt:lpstr> 不提供使用序号和确认的可靠传输 </vt:lpstr>
      <vt:lpstr> 3.2.3   PPP 协议的工作状态 </vt:lpstr>
      <vt:lpstr>PowerPoint 演示文稿</vt:lpstr>
    </vt:vector>
  </TitlesOfParts>
  <Company>920</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920</dc:creator>
  <cp:lastModifiedBy>个人用户</cp:lastModifiedBy>
  <cp:revision>77</cp:revision>
  <cp:lastPrinted>2020-03-13T06:59:27Z</cp:lastPrinted>
  <dcterms:created xsi:type="dcterms:W3CDTF">2016-10-01T05:27:00Z</dcterms:created>
  <dcterms:modified xsi:type="dcterms:W3CDTF">2021-01-14T12:21:59Z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TC060874522052</vt:lpwstr>
  </property>
  <property fmtid="{D5CDD505-2E9C-101B-9397-08002B2CF9AE}" pid="3" name="KSOProductBuildVer">
    <vt:lpwstr>2052-11.3.0.8513</vt:lpwstr>
  </property>
</Properties>
</file>