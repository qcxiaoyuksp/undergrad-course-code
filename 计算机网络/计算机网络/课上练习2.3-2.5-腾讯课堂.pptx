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2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2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4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0437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80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79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51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43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1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36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36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441A1-661B-4283-A79B-F03512AA194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C5EA1-B471-4A96-8ACB-09334D587B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39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1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1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1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、传输媒体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导向型和非导向型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611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导向和非导向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1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以下传输介质中，带宽最宽，抗干扰能力最强的是：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同轴电缆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微波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043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CDMA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中，任何一个码片向量和该码片向量自己的规格化内积都是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583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CDMA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个不同站的码片序列正交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，既它们的规格化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内积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等于：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825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同步光纤网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SONET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，对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电信信号称为第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级同步传送信号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STS-1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其传输速率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51.84 Mbit/s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165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同步数字系列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SDH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基本速率为：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51.84 Mbit/s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 Mbit/s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155.52 Mbit/s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1Gbit/s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26105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230</Words>
  <Application>Microsoft Office PowerPoint</Application>
  <PresentationFormat>宽屏</PresentationFormat>
  <Paragraphs>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11</cp:revision>
  <dcterms:created xsi:type="dcterms:W3CDTF">2020-02-20T12:18:43Z</dcterms:created>
  <dcterms:modified xsi:type="dcterms:W3CDTF">2022-03-16T13:43:11Z</dcterms:modified>
</cp:coreProperties>
</file>