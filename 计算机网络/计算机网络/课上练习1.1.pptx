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5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55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68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06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00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97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58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03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33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03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FD3B5-1B75-4B66-94F8-8DE732B984C8}" type="datetimeFigureOut">
              <a:rPr lang="zh-CN" altLang="en-US" smtClean="0"/>
              <a:t>2020/2/20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A9F-F0D8-4D94-8CDB-5067C7EE8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66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image" Target="../media/image1.tmp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image" Target="../media/image1.tmp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image" Target="../media/image1.tmp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世纪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一些重要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是一个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核心的信息时代。</a:t>
            </a: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 hidden="1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7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573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、三网融合中的三网指的是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和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，其中发展最快并起到核心作用的是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  <a:p>
            <a:endParaRPr lang="zh-CN" altLang="en-US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433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Internet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的两个中文译名是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和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  <a:p>
            <a:endParaRPr lang="zh-CN" altLang="en-US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060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、互联网的两个重要基本特点是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和共享性，其中共享性指 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  <a:p>
            <a:endParaRPr lang="zh-CN" altLang="en-US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1676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False"/>
  <p:tag name="PROBLEMSCORE" val="3.0"/>
  <p:tag name="PROBLEMBLANK" val="[{&quot;Num&quot;:1,&quot;Score&quot;:0.5,&quot;Answers&quot;:[&quot;数字化&quot;],&quot;CaseSensitive&quot;:false,&quot;FuzzyMatch&quot;:false},{&quot;Num&quot;:2,&quot;Score&quot;:1.0,&quot;Answers&quot;:[&quot;网络化&quot;],&quot;CaseSensitive&quot;:false,&quot;FuzzyMatch&quot;:false},{&quot;Num&quot;:3,&quot;Score&quot;:0.5,&quot;Answers&quot;:[&quot;信息化&quot;],&quot;CaseSensitive&quot;:false,&quot;FuzzyMatch&quot;:false},{&quot;Num&quot;:4,&quot;Score&quot;:1.0,&quot;Answers&quot;:[&quot;网络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0.5,&quot;Answers&quot;:[&quot;电信网络&quot;],&quot;CaseSensitive&quot;:false,&quot;FuzzyMatch&quot;:false},{&quot;Num&quot;:2,&quot;Score&quot;:0.5,&quot;Answers&quot;:[&quot;有线电视网络&quot;],&quot;CaseSensitive&quot;:false,&quot;FuzzyMatch&quot;:false},{&quot;Num&quot;:3,&quot;Score&quot;:1.0,&quot;Answers&quot;:[&quot;计算机网络&quot;],&quot;CaseSensitive&quot;:false,&quot;FuzzyMatch&quot;:false},{&quot;Num&quot;:4,&quot;Score&quot;:1.0,&quot;Answers&quot;:[&quot;计算机网络&quot;],&quot;CaseSensitive&quot;:false,&quot;FuzzyMatch&quot;:false}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因特网&quot;],&quot;CaseSensitive&quot;:false,&quot;FuzzyMatch&quot;:false},{&quot;Num&quot;:2,&quot;Score&quot;:1.0,&quot;Answers&quot;:[&quot;互联网&quot;],&quot;CaseSensitive&quot;:false,&quot;FuzzyMatch&quot;:false}]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连通性&quot;],&quot;CaseSensitive&quot;:false,&quot;FuzzyMatch&quot;:false},{&quot;Num&quot;:2,&quot;Score&quot;:1.0,&quot;Answers&quot;:[&quot;资源共享&quot;],&quot;CaseSensitive&quot;:false,&quot;FuzzyMatch&quot;:false}]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316</Words>
  <Application>Microsoft Office PowerPoint</Application>
  <PresentationFormat>宽屏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个人用户</cp:lastModifiedBy>
  <cp:revision>4</cp:revision>
  <dcterms:created xsi:type="dcterms:W3CDTF">2020-02-20T10:38:20Z</dcterms:created>
  <dcterms:modified xsi:type="dcterms:W3CDTF">2020-02-20T11:09:15Z</dcterms:modified>
</cp:coreProperties>
</file>