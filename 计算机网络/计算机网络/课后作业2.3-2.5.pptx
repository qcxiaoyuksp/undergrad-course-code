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第二章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2.3-2.5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zh-CN" altLang="zh-CN" sz="2400" dirty="0"/>
              <a:t>使用信道复用技术</a:t>
            </a:r>
            <a:r>
              <a:rPr lang="zh-CN" altLang="en-US" sz="2400" dirty="0"/>
              <a:t>的目的是什么？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、常用的</a:t>
            </a:r>
            <a:r>
              <a:rPr lang="zh-CN" altLang="zh-CN" sz="2400" dirty="0"/>
              <a:t>信道复用技术</a:t>
            </a:r>
            <a:r>
              <a:rPr lang="zh-CN" altLang="en-US" sz="2400" dirty="0"/>
              <a:t>有哪些？各自都是什么原理？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、为什么</a:t>
            </a:r>
            <a:r>
              <a:rPr lang="zh-CN" altLang="zh-CN" sz="2400" dirty="0"/>
              <a:t>统计时分复用可以提高线路的利用率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 smtClean="0"/>
              <a:t>、共有四个站进行码分多址</a:t>
            </a:r>
            <a:r>
              <a:rPr lang="en-US" altLang="zh-CN" sz="2400" dirty="0" smtClean="0"/>
              <a:t>CDMA</a:t>
            </a:r>
            <a:r>
              <a:rPr lang="zh-CN" altLang="en-US" sz="2400" dirty="0" smtClean="0"/>
              <a:t>通信，四个站的码片序列为：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A</a:t>
            </a:r>
            <a:r>
              <a:rPr lang="zh-CN" altLang="en-US" sz="2400" dirty="0" smtClean="0"/>
              <a:t>：（</a:t>
            </a:r>
            <a:r>
              <a:rPr lang="en-US" altLang="zh-CN" sz="2400" dirty="0" smtClean="0"/>
              <a:t>-1-1-1+1+1-1+1+1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（</a:t>
            </a:r>
            <a:r>
              <a:rPr lang="en-US" altLang="zh-CN" sz="2400" dirty="0"/>
              <a:t>-</a:t>
            </a:r>
            <a:r>
              <a:rPr lang="en-US" altLang="zh-CN" sz="2400" dirty="0" smtClean="0"/>
              <a:t>1-1+1-1+1+1+1-1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 smtClean="0"/>
              <a:t>C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（</a:t>
            </a:r>
            <a:r>
              <a:rPr lang="en-US" altLang="zh-CN" sz="2400" dirty="0"/>
              <a:t>-</a:t>
            </a:r>
            <a:r>
              <a:rPr lang="en-US" altLang="zh-CN" sz="2400" dirty="0" smtClean="0"/>
              <a:t>1+1-1+1+1+1-1-1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D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（</a:t>
            </a:r>
            <a:r>
              <a:rPr lang="en-US" altLang="zh-CN" sz="2400" dirty="0"/>
              <a:t>-</a:t>
            </a:r>
            <a:r>
              <a:rPr lang="en-US" altLang="zh-CN" sz="2400" dirty="0" smtClean="0"/>
              <a:t>1+1-1-1-1-1+1-1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 smtClean="0"/>
              <a:t>现收到这样的码片</a:t>
            </a:r>
            <a:r>
              <a:rPr lang="zh-CN" altLang="en-US" sz="2400" dirty="0"/>
              <a:t>序列：（</a:t>
            </a:r>
            <a:r>
              <a:rPr lang="en-US" altLang="zh-CN" sz="2400" dirty="0"/>
              <a:t>-</a:t>
            </a:r>
            <a:r>
              <a:rPr lang="en-US" altLang="zh-CN" sz="2400" dirty="0" smtClean="0"/>
              <a:t>1+1-3+1-1-3+1+1</a:t>
            </a:r>
            <a:r>
              <a:rPr lang="zh-CN" altLang="en-US" sz="2400" dirty="0" smtClean="0"/>
              <a:t>）。问那个站发送数据了？发送的是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还是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5</a:t>
            </a:r>
            <a:r>
              <a:rPr lang="zh-CN" altLang="en-US" sz="2400" dirty="0" smtClean="0"/>
              <a:t>、写出</a:t>
            </a:r>
            <a:r>
              <a:rPr lang="zh-CN" altLang="en-US" sz="2400" dirty="0"/>
              <a:t>下列英文术语缩写的全称和中文</a:t>
            </a:r>
            <a:r>
              <a:rPr lang="zh-CN" altLang="en-US" sz="2400" dirty="0" smtClean="0"/>
              <a:t>译名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STP UTP </a:t>
            </a:r>
            <a:r>
              <a:rPr lang="en-US" altLang="zh-CN" sz="2400" dirty="0" smtClean="0"/>
              <a:t>ISM FDM TDM STDM WDM CDM CDMA PCM  SONET SDH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325</TotalTime>
  <Words>146</Words>
  <Application>Microsoft Office PowerPoint</Application>
  <PresentationFormat>A4 纸张(210x297 毫米)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第二章 2.3-2.5课后作业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84</cp:revision>
  <dcterms:created xsi:type="dcterms:W3CDTF">2016-10-01T05:27:00Z</dcterms:created>
  <dcterms:modified xsi:type="dcterms:W3CDTF">2021-01-12T08:32:20Z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