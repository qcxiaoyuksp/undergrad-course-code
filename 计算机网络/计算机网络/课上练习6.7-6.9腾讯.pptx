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1.tmp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tags" Target="../tags/tag36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image" Target="../media/image1.tmp"/><Relationship Id="rId2" Type="http://schemas.openxmlformats.org/officeDocument/2006/relationships/tags" Target="../tags/tag25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tags" Target="../tags/tag38.xml"/><Relationship Id="rId10" Type="http://schemas.openxmlformats.org/officeDocument/2006/relationships/tags" Target="../tags/tag33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image" Target="../media/image1.tmp"/><Relationship Id="rId10" Type="http://schemas.openxmlformats.org/officeDocument/2006/relationships/tags" Target="../tags/tag48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image" Target="../media/image1.tmp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6.xml"/><Relationship Id="rId10" Type="http://schemas.openxmlformats.org/officeDocument/2006/relationships/tags" Target="../tags/tag61.xml"/><Relationship Id="rId4" Type="http://schemas.openxmlformats.org/officeDocument/2006/relationships/tags" Target="../tags/tag55.xml"/><Relationship Id="rId9" Type="http://schemas.openxmlformats.org/officeDocument/2006/relationships/tags" Target="../tags/tag6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image" Target="../media/image1.tmp"/><Relationship Id="rId10" Type="http://schemas.openxmlformats.org/officeDocument/2006/relationships/tags" Target="../tags/tag71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image" Target="../media/image1.tmp"/><Relationship Id="rId10" Type="http://schemas.openxmlformats.org/officeDocument/2006/relationships/tags" Target="../tags/tag84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tags" Target="../tags/tag100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5" Type="http://schemas.openxmlformats.org/officeDocument/2006/relationships/image" Target="../media/image1.tmp"/><Relationship Id="rId10" Type="http://schemas.openxmlformats.org/officeDocument/2006/relationships/tags" Target="../tags/tag97.xml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3" Type="http://schemas.openxmlformats.org/officeDocument/2006/relationships/tags" Target="../tags/tag103.xml"/><Relationship Id="rId7" Type="http://schemas.openxmlformats.org/officeDocument/2006/relationships/tags" Target="../tags/tag107.xml"/><Relationship Id="rId12" Type="http://schemas.openxmlformats.org/officeDocument/2006/relationships/image" Target="../media/image1.tmp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05.xml"/><Relationship Id="rId10" Type="http://schemas.openxmlformats.org/officeDocument/2006/relationships/tags" Target="../tags/tag110.xml"/><Relationship Id="rId4" Type="http://schemas.openxmlformats.org/officeDocument/2006/relationships/tags" Target="../tags/tag104.xml"/><Relationship Id="rId9" Type="http://schemas.openxmlformats.org/officeDocument/2006/relationships/tags" Target="../tags/tag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、网络管理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协议简称为网管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协议。需要注意的是，并不是网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管协议本身来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管理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。网管协议是管理程序和代理程序之间进行通信的规则。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376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、管理程序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运行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SNMP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向某个代理程序发出请求（或命令），代理程序运行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SNMP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返回响应（或执行某个动作）。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7871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SNMP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的网络管理中，（   ）定义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了命名对象和定义对象类型（包括范围和长度）的通用规则，以及把对象和对象的值进行编码的规则。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SNMP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本身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管理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信息结构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SMI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管理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信息库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MIB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5088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SNMP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完全使用探询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协议，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它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允许被管对象不经过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询问就能发送某些信息。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9738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应用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进程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通过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接入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到网络，当应用进程需要使用网络进行通信时就发出系统调用，请求操作系统为其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创建，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以便把网络通信所需要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分配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给该应用进程。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11460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集中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目录服务器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P2P Napster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Napster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的文件传输是分散的，但文件的定位则是集中的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11715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Gnutella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是第二代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P2P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文件共享程序，采用全分布方法定位内容的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P2P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文件共享应用程序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Gnutella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与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Napster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最大的区别就是不使用集中式的目录服务器，而是使用洪泛法在大量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Gnutella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用户之间进行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查询，而且为了更加准确定位，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Gnutella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设计了一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种全范围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的洪泛查询。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75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分布式结构的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P2P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电骡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eMule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，使用分散定位和分散传输技术，把每一个文件划分为许多小文件块，并使用多源文件传输协议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MFTP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进行传送。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4183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、在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P2P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对等方中搜索对象，现在广泛使用的索引和查找技术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叫做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7691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客户程序&quot;]},{&quot;num&quot;:2,&quot;caseSensitive&quot;:false,&quot;fuzzyMatch&quot;:false,&quot;Score&quot;:1.0,&quot;answers&quot;:[&quot;服务器程序&quot;]}]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套接字&quot;]},{&quot;num&quot;:2,&quot;caseSensitive&quot;:false,&quot;fuzzyMatch&quot;:false,&quot;Score&quot;:1.0,&quot;answers&quot;:[&quot;系统资源&quot;]}]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分布式散列表&quot;]}]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455</Words>
  <Application>Microsoft Office PowerPoint</Application>
  <PresentationFormat>宽屏</PresentationFormat>
  <Paragraphs>65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130</cp:revision>
  <dcterms:created xsi:type="dcterms:W3CDTF">2020-02-20T13:08:52Z</dcterms:created>
  <dcterms:modified xsi:type="dcterms:W3CDTF">2022-05-11T15:25:01Z</dcterms:modified>
</cp:coreProperties>
</file>