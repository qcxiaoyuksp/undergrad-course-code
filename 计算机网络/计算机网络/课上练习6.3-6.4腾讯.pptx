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5" r:id="rId2"/>
    <p:sldId id="326" r:id="rId3"/>
    <p:sldId id="327" r:id="rId4"/>
    <p:sldId id="328" r:id="rId5"/>
    <p:sldId id="329" r:id="rId6"/>
    <p:sldId id="330" r:id="rId7"/>
    <p:sldId id="331" r:id="rId8"/>
    <p:sldId id="33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2022/5/3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1.tmp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1.tmp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8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13" Type="http://schemas.openxmlformats.org/officeDocument/2006/relationships/tags" Target="../tags/tag36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12" Type="http://schemas.openxmlformats.org/officeDocument/2006/relationships/tags" Target="../tags/tag35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tags" Target="../tags/tag34.xml"/><Relationship Id="rId5" Type="http://schemas.openxmlformats.org/officeDocument/2006/relationships/tags" Target="../tags/tag28.xml"/><Relationship Id="rId15" Type="http://schemas.openxmlformats.org/officeDocument/2006/relationships/image" Target="../media/image1.tmp"/><Relationship Id="rId10" Type="http://schemas.openxmlformats.org/officeDocument/2006/relationships/tags" Target="../tags/tag33.xml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image" Target="../media/image1.tmp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image" Target="../media/image1.tmp"/><Relationship Id="rId10" Type="http://schemas.openxmlformats.org/officeDocument/2006/relationships/tags" Target="../tags/tag63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tags" Target="../tags/tag79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17" Type="http://schemas.openxmlformats.org/officeDocument/2006/relationships/image" Target="../media/image1.tmp"/><Relationship Id="rId2" Type="http://schemas.openxmlformats.org/officeDocument/2006/relationships/tags" Target="../tags/tag68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5" Type="http://schemas.openxmlformats.org/officeDocument/2006/relationships/tags" Target="../tags/tag81.xml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17" Type="http://schemas.openxmlformats.org/officeDocument/2006/relationships/image" Target="../media/image1.tmp"/><Relationship Id="rId2" Type="http://schemas.openxmlformats.org/officeDocument/2006/relationships/tags" Target="../tags/tag83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5" Type="http://schemas.openxmlformats.org/officeDocument/2006/relationships/tags" Target="../tags/tag96.xml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tags" Target="../tags/tag9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tags" Target="../tags/tag109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12" Type="http://schemas.openxmlformats.org/officeDocument/2006/relationships/tags" Target="../tags/tag108.xml"/><Relationship Id="rId17" Type="http://schemas.openxmlformats.org/officeDocument/2006/relationships/image" Target="../media/image1.tmp"/><Relationship Id="rId2" Type="http://schemas.openxmlformats.org/officeDocument/2006/relationships/tags" Target="../tags/tag98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5" Type="http://schemas.openxmlformats.org/officeDocument/2006/relationships/tags" Target="../tags/tag101.xml"/><Relationship Id="rId15" Type="http://schemas.openxmlformats.org/officeDocument/2006/relationships/tags" Target="../tags/tag111.xml"/><Relationship Id="rId10" Type="http://schemas.openxmlformats.org/officeDocument/2006/relationships/tags" Target="../tags/tag106.xml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tags" Target="../tags/tag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06500" y="1097122"/>
            <a:ext cx="9753600" cy="113776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TELNET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的客户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软件把用户的击键和命令转换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成（    ）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并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送交服务器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远地系统所需的格式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NVT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格式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15171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、万维网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分布式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系统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，它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系统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的扩充。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47613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42646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超文本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文档除了包含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文本信息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，还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包含其他表示方式的信息，如图形、图像、声音、动画，甚至活动视频图像。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175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    ）来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标志万维网上的各种文档。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超文本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超媒体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链接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统一资源定位符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65742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万维网客户程序与万维网服务器程序之间进行交互所使用的协议，是超文本传送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协议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HTTP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，它是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一个应用层协议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，使用（   ） 进行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可靠的传送。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连接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UDP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报文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70666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万维网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站点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使用（    ）来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跟踪用户。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高速缓存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持续连接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Cookie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9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80806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万维网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上的（   ）文档，其内容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是在浏览器访问万维网服务器时才由应用程序动态创建。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静态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文档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动态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文档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活动文档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9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87613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针对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某一特定领域、特定人群或某一特定需求提供搜索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服务的是（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全文检索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搜索引擎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分类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目录搜索引擎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垂直搜索引擎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9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181551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超媒体&quot;],&quot;CaseSensitive&quot;:false,&quot;FuzzyMatch&quot;:false},{&quot;Num&quot;:2,&quot;Score&quot;:1.0,&quot;Answers&quot;:[&quot;超文本&quot;],&quot;CaseSensitive&quot;:false,&quot;FuzzyMatch&quot;:false}]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297</Words>
  <Application>Microsoft Office PowerPoint</Application>
  <PresentationFormat>宽屏</PresentationFormat>
  <Paragraphs>71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102</cp:revision>
  <dcterms:created xsi:type="dcterms:W3CDTF">2020-02-20T13:08:52Z</dcterms:created>
  <dcterms:modified xsi:type="dcterms:W3CDTF">2022-05-03T12:58:09Z</dcterms:modified>
</cp:coreProperties>
</file>