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第七章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7.5-7.8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 smtClean="0"/>
              <a:t>、互联网的网络层安全协议</a:t>
            </a:r>
            <a:r>
              <a:rPr lang="en-US" altLang="zh-CN" sz="2400" dirty="0" err="1" smtClean="0"/>
              <a:t>IPSec</a:t>
            </a:r>
            <a:r>
              <a:rPr lang="zh-CN" altLang="en-US" sz="2400" dirty="0" smtClean="0"/>
              <a:t>都包含哪些主要协议？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、防火墙提供了哪些功能</a:t>
            </a:r>
            <a:r>
              <a:rPr lang="zh-CN" altLang="en-US" sz="2400" dirty="0" smtClean="0"/>
              <a:t>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3</a:t>
            </a:r>
            <a:r>
              <a:rPr lang="zh-CN" altLang="en-US" sz="2400" dirty="0"/>
              <a:t>、写出下列英文术语缩写的全称和中文译名</a:t>
            </a:r>
          </a:p>
          <a:p>
            <a:pPr marL="0" indent="0" algn="just">
              <a:buNone/>
            </a:pPr>
            <a:r>
              <a:rPr lang="en-US" altLang="zh-CN" sz="2400" dirty="0"/>
              <a:t>KDC CA </a:t>
            </a:r>
            <a:r>
              <a:rPr lang="en-US" altLang="zh-CN" sz="2400" smtClean="0"/>
              <a:t>PKI AH ESP SA SSL TLS IDS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503</TotalTime>
  <Words>57</Words>
  <Application>Microsoft Office PowerPoint</Application>
  <PresentationFormat>A4 纸张(210x297 毫米)</PresentationFormat>
  <Paragraphs>9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第七章 7.5-7.8课后作业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120</cp:revision>
  <dcterms:created xsi:type="dcterms:W3CDTF">2016-10-01T05:27:00Z</dcterms:created>
  <dcterms:modified xsi:type="dcterms:W3CDTF">2021-01-28T13:11:37Z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