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69" d="100"/>
          <a:sy n="69" d="100"/>
        </p:scale>
        <p:origin x="420" y="10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第二章 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2.5-2.6</a:t>
            </a:r>
            <a:r>
              <a:rPr lang="zh-CN" altLang="en-US" smtClean="0">
                <a:latin typeface="黑体" panose="02010609060101010101" pitchFamily="49" charset="-122"/>
                <a:ea typeface="黑体" panose="02010609060101010101" pitchFamily="49" charset="-122"/>
              </a:rPr>
              <a:t>课后作业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800" dirty="0" smtClean="0"/>
              <a:t>1</a:t>
            </a:r>
            <a:r>
              <a:rPr lang="zh-CN" altLang="en-US" sz="2800" dirty="0" smtClean="0"/>
              <a:t>、非对称</a:t>
            </a:r>
            <a:r>
              <a:rPr lang="zh-CN" altLang="en-US" sz="2800" dirty="0"/>
              <a:t>数字用户线</a:t>
            </a:r>
            <a:r>
              <a:rPr lang="en-US" altLang="zh-CN" sz="2800" dirty="0" smtClean="0"/>
              <a:t>ADSL</a:t>
            </a:r>
            <a:r>
              <a:rPr lang="zh-CN" altLang="en-US" sz="2800" dirty="0" smtClean="0"/>
              <a:t>和</a:t>
            </a:r>
            <a:r>
              <a:rPr lang="zh-CN" altLang="zh-CN" sz="2800" dirty="0" smtClean="0"/>
              <a:t>光纤</a:t>
            </a:r>
            <a:r>
              <a:rPr lang="zh-CN" altLang="zh-CN" sz="2800" dirty="0"/>
              <a:t>同轴混合网</a:t>
            </a:r>
            <a:r>
              <a:rPr lang="en-US" altLang="zh-CN" sz="2800" dirty="0" smtClean="0"/>
              <a:t>HFC</a:t>
            </a:r>
            <a:r>
              <a:rPr lang="zh-CN" altLang="en-US" sz="2800" dirty="0" smtClean="0"/>
              <a:t>提供宽带接入的基本思路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marL="0" indent="0">
              <a:buNone/>
            </a:pPr>
            <a:r>
              <a:rPr lang="en-US" altLang="zh-CN" sz="2800" dirty="0" smtClean="0"/>
              <a:t>2</a:t>
            </a:r>
            <a:r>
              <a:rPr lang="zh-CN" altLang="en-US" sz="2800" dirty="0" smtClean="0"/>
              <a:t>、</a:t>
            </a:r>
            <a:r>
              <a:rPr lang="zh-CN" altLang="en-US" sz="2800" dirty="0"/>
              <a:t>写出下列英文术语缩写的全称和中文译名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smtClean="0"/>
              <a:t>ADSL HDSL VDSL SDSL DSL RADSL DMT HFC HTTH HTTB HTTC HTTF PON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318</TotalTime>
  <Words>59</Words>
  <Application>Microsoft Office PowerPoint</Application>
  <PresentationFormat>A4 纸张(210x297 毫米)</PresentationFormat>
  <Paragraphs>8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第二章 2.5-2.6课后作业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个人用户</cp:lastModifiedBy>
  <cp:revision>87</cp:revision>
  <dcterms:created xsi:type="dcterms:W3CDTF">2016-10-01T05:27:00Z</dcterms:created>
  <dcterms:modified xsi:type="dcterms:W3CDTF">2021-01-14T03:54:52Z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