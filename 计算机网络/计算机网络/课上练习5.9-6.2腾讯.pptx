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27" r:id="rId4"/>
    <p:sldId id="328" r:id="rId5"/>
    <p:sldId id="313" r:id="rId6"/>
    <p:sldId id="329" r:id="rId7"/>
    <p:sldId id="333" r:id="rId8"/>
    <p:sldId id="330" r:id="rId9"/>
    <p:sldId id="331" r:id="rId10"/>
    <p:sldId id="33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1.tmp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1.tmp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10" Type="http://schemas.openxmlformats.org/officeDocument/2006/relationships/tags" Target="../tags/tag55.xml"/><Relationship Id="rId19" Type="http://schemas.openxmlformats.org/officeDocument/2006/relationships/image" Target="../media/image1.tmp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image" Target="../media/image1.tmp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image" Target="../media/image1.tmp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1.tmp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3.xml"/><Relationship Id="rId10" Type="http://schemas.openxmlformats.org/officeDocument/2006/relationships/tags" Target="../tags/tag98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19" Type="http://schemas.openxmlformats.org/officeDocument/2006/relationships/image" Target="../media/image1.tmp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image" Target="../media/image1.tmp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10" Type="http://schemas.openxmlformats.org/officeDocument/2006/relationships/tags" Target="../tags/tag135.xml"/><Relationship Id="rId19" Type="http://schemas.openxmlformats.org/officeDocument/2006/relationships/image" Target="../media/image1.tmp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连接释放过程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三报文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握手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四报文握手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30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个服务器所负责管辖的（或有权限的）范围叫做区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(zone)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。每一个区设置相应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本地域名服务器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1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不管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是哪一个本地域名服务器，若要对互联网上任何一个域名进行解析，只要自己无法解析，就首先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求助于（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9757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一个主机发出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查询请求时，这个查询请求报文就发送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给（    ）。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这种域名服务器有时也称为默认域名服务器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顶级域名服务器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权限域名服务器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本地域名服务器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019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根域名服务器收到本地域名服务器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的请求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报文时，要么给出所要查询的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地址，要么告诉本地域名服务器：“你下一步应当向哪一个域名服务器进行查询”。然后让本地域名服务器进行后续的查询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递归查询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68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主机所询问的本地域名服务器不知道被查询域名的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地址，那么本地域名服务器就以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客户的身份，向其他根域名服务器继续发出查询请求报文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递归查询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009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域名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服务器分为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282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8.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关于文件传送协议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的说法中，错误的是（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只提供文件传送的一些基本的服务，它使用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运输服务。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要功能是减少或消除在不同操作系统下处理文件的不兼容性。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使用客户服务器方式。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是互联网上使用得最广泛的文件传送协议。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721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9.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客户和服务器之间建立两个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318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10.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应用层协议在运输层采用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提供可靠服务的是（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DNS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TFTP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0315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4.0"/>
  <p:tag name="PROBLEMBLANK" val="[{&quot;Num&quot;:1,&quot;Score&quot;:1.0,&quot;Answers&quot;:[&quot;顶级域名服务器&quot;],&quot;CaseSensitive&quot;:false,&quot;FuzzyMatch&quot;:false},{&quot;Num&quot;:2,&quot;Score&quot;:1.0,&quot;Answers&quot;:[&quot;根域名服务器&quot;],&quot;CaseSensitive&quot;:false,&quot;FuzzyMatch&quot;:false},{&quot;Num&quot;:3,&quot;Score&quot;:1.0,&quot;Answers&quot;:[&quot;权限域名服务器&quot;],&quot;CaseSensitive&quot;:false,&quot;FuzzyMatch&quot;:false},{&quot;Num&quot;:4,&quot;Score&quot;:1.0,&quot;Answers&quot;:[&quot;本地域名服务器&quot;],&quot;CaseSensitive&quot;:false,&quot;FuzzyMatch&quot;:false}]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并行&quot;],&quot;CaseSensitive&quot;:false,&quot;FuzzyMatch&quot;:false},{&quot;Num&quot;:2,&quot;Score&quot;:1.0,&quot;Answers&quot;:[&quot;控制连接&quot;],&quot;CaseSensitive&quot;:false,&quot;FuzzyMatch&quot;:false},{&quot;Num&quot;:3,&quot;Score&quot;:1.0,&quot;Answers&quot;:[&quot;数据连接&quot;],&quot;CaseSensitive&quot;:false,&quot;FuzzyMatch&quot;:false}]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500</Words>
  <Application>Microsoft Office PowerPoint</Application>
  <PresentationFormat>宽屏</PresentationFormat>
  <Paragraphs>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102</cp:revision>
  <dcterms:created xsi:type="dcterms:W3CDTF">2020-02-20T13:08:52Z</dcterms:created>
  <dcterms:modified xsi:type="dcterms:W3CDTF">2022-04-26T16:04:47Z</dcterms:modified>
</cp:coreProperties>
</file>