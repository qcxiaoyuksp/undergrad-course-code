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490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913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18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32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012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22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15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92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44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3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80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65B79-BDA2-40C5-BBA2-DF702DC68C7A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98128-421B-44ED-9633-01B744578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670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.tmp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1.tmp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19" Type="http://schemas.openxmlformats.org/officeDocument/2006/relationships/image" Target="../media/image1.tmp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10" Type="http://schemas.openxmlformats.org/officeDocument/2006/relationships/tags" Target="../tags/tag57.xml"/><Relationship Id="rId19" Type="http://schemas.openxmlformats.org/officeDocument/2006/relationships/image" Target="../media/image1.tmp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" Type="http://schemas.openxmlformats.org/officeDocument/2006/relationships/tags" Target="../tags/tag66.xml"/><Relationship Id="rId16" Type="http://schemas.openxmlformats.org/officeDocument/2006/relationships/tags" Target="../tags/tag80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tags" Target="../tags/tag79.xml"/><Relationship Id="rId10" Type="http://schemas.openxmlformats.org/officeDocument/2006/relationships/tags" Target="../tags/tag74.xml"/><Relationship Id="rId19" Type="http://schemas.openxmlformats.org/officeDocument/2006/relationships/image" Target="../media/image1.tmp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161036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计算机网络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的性能一般是指它的几个重要的性能指标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，主要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包括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7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1346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计算机网络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的非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性能指标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包括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6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12971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zh-CN" altLang="zh-CN" dirty="0" smtClean="0"/>
              <a:t>总</a:t>
            </a:r>
            <a:r>
              <a:rPr lang="zh-CN" altLang="zh-CN" dirty="0"/>
              <a:t>时延 </a:t>
            </a:r>
            <a:r>
              <a:rPr lang="en-US" altLang="zh-CN" dirty="0"/>
              <a:t>= </a:t>
            </a:r>
            <a:r>
              <a:rPr lang="zh-CN" altLang="en-US" dirty="0" smtClean="0">
                <a:solidFill>
                  <a:srgbClr val="639EF4"/>
                </a:solidFill>
              </a:rPr>
              <a:t> </a:t>
            </a:r>
            <a:r>
              <a:rPr lang="en-US" altLang="zh-CN" dirty="0" smtClean="0">
                <a:solidFill>
                  <a:srgbClr val="639EF4"/>
                </a:solidFill>
              </a:rPr>
              <a:t>[</a:t>
            </a:r>
            <a:r>
              <a:rPr lang="zh-CN" altLang="en-US" dirty="0" smtClean="0">
                <a:solidFill>
                  <a:srgbClr val="639EF4"/>
                </a:solidFill>
              </a:rPr>
              <a:t>填空</a:t>
            </a:r>
            <a:r>
              <a:rPr lang="en-US" altLang="zh-CN" dirty="0" smtClean="0">
                <a:solidFill>
                  <a:srgbClr val="639EF4"/>
                </a:solidFill>
              </a:rPr>
              <a:t>1]</a:t>
            </a:r>
            <a:r>
              <a:rPr lang="en-US" altLang="zh-CN" dirty="0" smtClean="0"/>
              <a:t> + </a:t>
            </a:r>
            <a:r>
              <a:rPr lang="zh-CN" altLang="en-US" dirty="0" smtClean="0">
                <a:solidFill>
                  <a:srgbClr val="639EF4"/>
                </a:solidFill>
              </a:rPr>
              <a:t> </a:t>
            </a:r>
            <a:r>
              <a:rPr lang="en-US" altLang="zh-CN" dirty="0" smtClean="0">
                <a:solidFill>
                  <a:srgbClr val="639EF4"/>
                </a:solidFill>
              </a:rPr>
              <a:t>[</a:t>
            </a:r>
            <a:r>
              <a:rPr lang="zh-CN" altLang="en-US" dirty="0" smtClean="0">
                <a:solidFill>
                  <a:srgbClr val="639EF4"/>
                </a:solidFill>
              </a:rPr>
              <a:t>填空</a:t>
            </a:r>
            <a:r>
              <a:rPr lang="en-US" altLang="zh-CN" dirty="0" smtClean="0">
                <a:solidFill>
                  <a:srgbClr val="639EF4"/>
                </a:solidFill>
              </a:rPr>
              <a:t>2]</a:t>
            </a:r>
            <a:r>
              <a:rPr lang="en-US" altLang="zh-CN" dirty="0" smtClean="0"/>
              <a:t> + </a:t>
            </a:r>
            <a:r>
              <a:rPr lang="zh-CN" altLang="en-US" dirty="0" smtClean="0">
                <a:solidFill>
                  <a:srgbClr val="639EF4"/>
                </a:solidFill>
              </a:rPr>
              <a:t> </a:t>
            </a:r>
            <a:r>
              <a:rPr lang="en-US" altLang="zh-CN" dirty="0" smtClean="0">
                <a:solidFill>
                  <a:srgbClr val="639EF4"/>
                </a:solidFill>
              </a:rPr>
              <a:t>[</a:t>
            </a:r>
            <a:r>
              <a:rPr lang="zh-CN" altLang="en-US" dirty="0" smtClean="0">
                <a:solidFill>
                  <a:srgbClr val="639EF4"/>
                </a:solidFill>
              </a:rPr>
              <a:t>填空</a:t>
            </a:r>
            <a:r>
              <a:rPr lang="en-US" altLang="zh-CN" dirty="0" smtClean="0">
                <a:solidFill>
                  <a:srgbClr val="639EF4"/>
                </a:solidFill>
              </a:rPr>
              <a:t>3]</a:t>
            </a:r>
            <a:r>
              <a:rPr lang="en-US" altLang="zh-CN" dirty="0" smtClean="0"/>
              <a:t> + </a:t>
            </a:r>
            <a:r>
              <a:rPr lang="zh-CN" altLang="en-US" dirty="0" smtClean="0">
                <a:solidFill>
                  <a:srgbClr val="639EF4"/>
                </a:solidFill>
              </a:rPr>
              <a:t> </a:t>
            </a:r>
            <a:r>
              <a:rPr lang="en-US" altLang="zh-CN" dirty="0" smtClean="0">
                <a:solidFill>
                  <a:srgbClr val="639EF4"/>
                </a:solidFill>
              </a:rPr>
              <a:t>[</a:t>
            </a:r>
            <a:r>
              <a:rPr lang="zh-CN" altLang="en-US" dirty="0" smtClean="0">
                <a:solidFill>
                  <a:srgbClr val="639EF4"/>
                </a:solidFill>
              </a:rPr>
              <a:t>填空</a:t>
            </a:r>
            <a:r>
              <a:rPr lang="en-US" altLang="zh-CN" dirty="0" smtClean="0">
                <a:solidFill>
                  <a:srgbClr val="639EF4"/>
                </a:solidFill>
              </a:rPr>
              <a:t>4]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487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网络中某通道传送数据的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能力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的指标是：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吞吐量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时延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带宽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利用率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5317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表示在单位时间内通过某个网络的实际数据量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的指标是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吞吐量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时延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带宽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利用率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3386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链路以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比特为单位的链路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长度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称作：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吞吐量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速率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带宽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时延带宽积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TipText"/>
          <p:cNvSpPr txBox="1"/>
          <p:nvPr>
            <p:custDataLst>
              <p:tags r:id="rId12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831054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SCORE" val="7.0"/>
  <p:tag name="PROBLEMBLANK" val="[{&quot;Num&quot;:1,&quot;Score&quot;:1.0,&quot;Answers&quot;:[&quot;速率&quot;],&quot;CaseSensitive&quot;:false,&quot;FuzzyMatch&quot;:false},{&quot;Num&quot;:2,&quot;Score&quot;:1.0,&quot;Answers&quot;:[&quot;带宽&quot;],&quot;CaseSensitive&quot;:false,&quot;FuzzyMatch&quot;:false},{&quot;Num&quot;:3,&quot;Score&quot;:1.0,&quot;Answers&quot;:[&quot;吞吐率&quot;],&quot;CaseSensitive&quot;:false,&quot;FuzzyMatch&quot;:false},{&quot;Num&quot;:4,&quot;Score&quot;:1.0,&quot;Answers&quot;:[&quot;时延&quot;],&quot;CaseSensitive&quot;:false,&quot;FuzzyMatch&quot;:false},{&quot;Num&quot;:5,&quot;Score&quot;:1.0,&quot;Answers&quot;:[&quot;时延带宽积&quot;],&quot;CaseSensitive&quot;:false,&quot;FuzzyMatch&quot;:false},{&quot;Num&quot;:6,&quot;Score&quot;:1.0,&quot;Answers&quot;:[&quot;往返时间&quot;],&quot;CaseSensitive&quot;:false,&quot;FuzzyMatch&quot;:false},{&quot;Num&quot;:7,&quot;Score&quot;:1.0,&quot;Answers&quot;:[&quot;利用率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SCORE" val="6.0"/>
  <p:tag name="PROBLEMBLANK" val="[{&quot;Num&quot;:1,&quot;Score&quot;:1.0,&quot;Answers&quot;:[&quot;费用&quot;],&quot;CaseSensitive&quot;:false,&quot;FuzzyMatch&quot;:false},{&quot;Num&quot;:2,&quot;Score&quot;:1.0,&quot;Answers&quot;:[&quot;质量&quot;],&quot;CaseSensitive&quot;:false,&quot;FuzzyMatch&quot;:false},{&quot;Num&quot;:3,&quot;Score&quot;:1.0,&quot;Answers&quot;:[&quot;标准化&quot;],&quot;CaseSensitive&quot;:false,&quot;FuzzyMatch&quot;:false},{&quot;Num&quot;:4,&quot;Score&quot;:1.0,&quot;Answers&quot;:[&quot;可靠性&quot;],&quot;CaseSensitive&quot;:false,&quot;FuzzyMatch&quot;:false},{&quot;Num&quot;:5,&quot;Score&quot;:1.0,&quot;Answers&quot;:[&quot;可扩展性和可升级性&quot;],&quot;CaseSensitive&quot;:false,&quot;FuzzyMatch&quot;:false},{&quot;Num&quot;:6,&quot;Score&quot;:1.0,&quot;Answers&quot;:[&quot;易于管理和维护&quot;],&quot;CaseSensitive&quot;:false,&quot;FuzzyMatch&quot;:false}]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发送时延&quot;],&quot;CaseSensitive&quot;:false,&quot;FuzzyMatch&quot;:false},{&quot;Num&quot;:2,&quot;Score&quot;:1.0,&quot;Answers&quot;:[&quot;传播时延&quot;],&quot;CaseSensitive&quot;:false,&quot;FuzzyMatch&quot;:false},{&quot;Num&quot;:3,&quot;Score&quot;:1.0,&quot;Answers&quot;:[&quot;处理时延&quot;],&quot;CaseSensitive&quot;:false,&quot;FuzzyMatch&quot;:false},{&quot;Num&quot;:4,&quot;Score&quot;:1.0,&quot;Answers&quot;:[&quot;排队时延&quot;],&quot;CaseSensitive&quot;:false,&quot;FuzzyMatch&quot;:false}]"/>
  <p:tag name="PROBLEMBLANKORDER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242</Words>
  <Application>Microsoft Office PowerPoint</Application>
  <PresentationFormat>宽屏</PresentationFormat>
  <Paragraphs>51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Administrator</cp:lastModifiedBy>
  <cp:revision>8</cp:revision>
  <dcterms:created xsi:type="dcterms:W3CDTF">2020-02-20T12:43:08Z</dcterms:created>
  <dcterms:modified xsi:type="dcterms:W3CDTF">2020-02-25T09:03:56Z</dcterms:modified>
</cp:coreProperties>
</file>