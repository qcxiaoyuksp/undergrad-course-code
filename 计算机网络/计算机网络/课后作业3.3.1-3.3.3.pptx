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第三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3.3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课后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、常用的局域网拓扑有哪些种类？现在最流行的是哪种？</a:t>
            </a:r>
            <a:endParaRPr lang="en-US" altLang="zh-CN" sz="2600" dirty="0"/>
          </a:p>
          <a:p>
            <a:pPr marL="0" indent="0" algn="just"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、试说明</a:t>
            </a:r>
            <a:r>
              <a:rPr lang="en-US" altLang="zh-CN" sz="2600" dirty="0" smtClean="0"/>
              <a:t>10BASE-T</a:t>
            </a:r>
            <a:r>
              <a:rPr lang="zh-CN" altLang="en-US" sz="2600" dirty="0" smtClean="0"/>
              <a:t>中“</a:t>
            </a:r>
            <a:r>
              <a:rPr lang="en-US" altLang="zh-CN" sz="2600" dirty="0" smtClean="0"/>
              <a:t>10</a:t>
            </a:r>
            <a:r>
              <a:rPr lang="zh-CN" altLang="en-US" sz="2600" dirty="0" smtClean="0"/>
              <a:t>”、“</a:t>
            </a:r>
            <a:r>
              <a:rPr lang="en-US" altLang="zh-CN" sz="2600" dirty="0" smtClean="0"/>
              <a:t>BASE</a:t>
            </a:r>
            <a:r>
              <a:rPr lang="zh-CN" altLang="en-US" sz="2600" dirty="0" smtClean="0"/>
              <a:t>”和“</a:t>
            </a:r>
            <a:r>
              <a:rPr lang="en-US" altLang="zh-CN" sz="2600" dirty="0"/>
              <a:t>T</a:t>
            </a:r>
            <a:r>
              <a:rPr lang="zh-CN" altLang="en-US" sz="2600" dirty="0" smtClean="0"/>
              <a:t>”</a:t>
            </a:r>
            <a:r>
              <a:rPr lang="en-US" altLang="zh-CN" sz="2600" dirty="0" smtClean="0"/>
              <a:t> </a:t>
            </a:r>
            <a:r>
              <a:rPr lang="zh-CN" altLang="en-US" sz="2600" dirty="0" smtClean="0"/>
              <a:t>所代表的意思？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、</a:t>
            </a:r>
            <a:r>
              <a:rPr lang="zh-CN" altLang="en-US" sz="2600" dirty="0"/>
              <a:t>假定</a:t>
            </a:r>
            <a:r>
              <a:rPr lang="en-US" altLang="zh-CN" sz="2600" dirty="0"/>
              <a:t>1km</a:t>
            </a:r>
            <a:r>
              <a:rPr lang="zh-CN" altLang="en-US" sz="2600" dirty="0"/>
              <a:t>长的</a:t>
            </a:r>
            <a:r>
              <a:rPr lang="en-US" altLang="zh-CN" sz="2600" dirty="0"/>
              <a:t>CSMA/CD</a:t>
            </a:r>
            <a:r>
              <a:rPr lang="zh-CN" altLang="en-US" sz="2600" dirty="0"/>
              <a:t>网络的数据率为</a:t>
            </a:r>
            <a:r>
              <a:rPr lang="en-US" altLang="zh-CN" sz="2600" dirty="0"/>
              <a:t>1Gbit/s</a:t>
            </a:r>
            <a:r>
              <a:rPr lang="zh-CN" altLang="en-US" sz="2600" dirty="0"/>
              <a:t>。设信号在网络上的传输速率为</a:t>
            </a:r>
            <a:r>
              <a:rPr lang="en-US" altLang="zh-CN" sz="2600" dirty="0" smtClean="0"/>
              <a:t>200000km/s</a:t>
            </a:r>
            <a:r>
              <a:rPr lang="zh-CN" altLang="en-US" sz="2600" dirty="0" smtClean="0"/>
              <a:t>。求</a:t>
            </a:r>
            <a:r>
              <a:rPr lang="zh-CN" altLang="en-US" sz="2600" dirty="0"/>
              <a:t>能够使用此协议的最短帧长。</a:t>
            </a:r>
          </a:p>
          <a:p>
            <a:pPr marL="0" indent="0" algn="just">
              <a:buNone/>
            </a:pPr>
            <a:r>
              <a:rPr lang="en-US" altLang="zh-CN" sz="2600" dirty="0" smtClean="0"/>
              <a:t>4</a:t>
            </a:r>
            <a:r>
              <a:rPr lang="zh-CN" altLang="en-US" sz="2600" dirty="0"/>
              <a:t>、假定在使用</a:t>
            </a:r>
            <a:r>
              <a:rPr lang="en-US" altLang="zh-CN" sz="2600" dirty="0"/>
              <a:t>CSMA/CD</a:t>
            </a:r>
            <a:r>
              <a:rPr lang="zh-CN" altLang="en-US" sz="2600" dirty="0"/>
              <a:t>协议的</a:t>
            </a:r>
            <a:r>
              <a:rPr lang="en-US" altLang="zh-CN" sz="2600" dirty="0"/>
              <a:t>10Mb/s</a:t>
            </a:r>
            <a:r>
              <a:rPr lang="zh-CN" altLang="en-US" sz="2600" dirty="0"/>
              <a:t>以太网中某个站在发送数据时检测到碰撞，执行碰撞算法是选择了</a:t>
            </a:r>
            <a:r>
              <a:rPr lang="zh-CN" altLang="en-US" sz="2600" dirty="0" smtClean="0"/>
              <a:t>随机数</a:t>
            </a:r>
            <a:r>
              <a:rPr lang="en-US" altLang="zh-CN" sz="2600" dirty="0" smtClean="0"/>
              <a:t>r=100</a:t>
            </a:r>
            <a:r>
              <a:rPr lang="zh-CN" altLang="en-US" sz="2600" dirty="0" smtClean="0"/>
              <a:t>。试问</a:t>
            </a:r>
            <a:r>
              <a:rPr lang="zh-CN" altLang="en-US" sz="2600" dirty="0"/>
              <a:t>这个站需要等待多长时间后才能再次发送数据，如果是</a:t>
            </a:r>
            <a:r>
              <a:rPr lang="en-US" altLang="zh-CN" sz="2600" dirty="0"/>
              <a:t>100Mb/s</a:t>
            </a:r>
            <a:r>
              <a:rPr lang="zh-CN" altLang="en-US" sz="2600" dirty="0"/>
              <a:t>的以太网呢</a:t>
            </a:r>
            <a:r>
              <a:rPr lang="zh-CN" altLang="en-US" sz="2600" dirty="0" smtClean="0"/>
              <a:t>？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、</a:t>
            </a:r>
            <a:r>
              <a:rPr lang="zh-CN" altLang="en-US" sz="2600" dirty="0"/>
              <a:t>写出下列英文术语缩写的全称和中文译名</a:t>
            </a:r>
            <a:endParaRPr lang="en-US" altLang="zh-CN" sz="2600" dirty="0"/>
          </a:p>
          <a:p>
            <a:pPr marL="0" indent="0" algn="just">
              <a:buNone/>
            </a:pPr>
            <a:r>
              <a:rPr lang="en-US" altLang="zh-CN" sz="2600"/>
              <a:t>LLC MAC </a:t>
            </a:r>
            <a:r>
              <a:rPr lang="en-US" altLang="zh-CN" sz="2600"/>
              <a:t>NIC CSMA/CD</a:t>
            </a:r>
            <a:endParaRPr lang="zh-CN" altLang="en-US" sz="2600" dirty="0"/>
          </a:p>
          <a:p>
            <a:pPr marL="0" indent="0" algn="just">
              <a:buNone/>
            </a:pP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325</TotalTime>
  <Words>156</Words>
  <Application>Microsoft Office PowerPoint</Application>
  <PresentationFormat>A4 纸张(210x297 毫米)</PresentationFormat>
  <Paragraphs>11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第三章 3.3课后作业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92</cp:revision>
  <dcterms:created xsi:type="dcterms:W3CDTF">2016-10-01T05:27:00Z</dcterms:created>
  <dcterms:modified xsi:type="dcterms:W3CDTF">2021-01-15T07:52:57Z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