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1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1.tmp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image" Target="../media/image1.tmp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image" Target="../media/image1.tmp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1.tmp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image" Target="../media/image1.tmp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19" Type="http://schemas.openxmlformats.org/officeDocument/2006/relationships/image" Target="../media/image1.tmp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5" Type="http://schemas.openxmlformats.org/officeDocument/2006/relationships/tags" Target="../tags/tag111.xml"/><Relationship Id="rId15" Type="http://schemas.openxmlformats.org/officeDocument/2006/relationships/image" Target="../media/image1.tmp"/><Relationship Id="rId10" Type="http://schemas.openxmlformats.org/officeDocument/2006/relationships/tags" Target="../tags/tag116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、数据报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经由路由器的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地址会出现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数据报的首部中。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277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一段链路上，帧的源地址和目的地址都要发生变化。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16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142414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不管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网络层使用的是什么协议，在实际网络的链路上传送数据帧时，最终还是必须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每一个主机都设有一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里面有所在的局域网上的各主机和路由器的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到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映射表。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959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ARP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是解决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同不同局域网之间的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主机或路由器的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地址和硬件地址的映射问题。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083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从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地址到硬件地址的解析是自动进行的，主机的用户对这种地址解析过程是不知道的。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058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数据报由首部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部分组成。首部的前一部分是固定长度，共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，是所有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数据报必须具有的。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605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的首部长度的最大值是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）字节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1024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516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数据报的最大长度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255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16383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32767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65535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969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首部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检验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和采用的是（  ）算法。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CRC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位二进制反码求和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0767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硬件地址&quot;],&quot;CaseSensitive&quot;:false,&quot;FuzzyMatch&quot;:false},{&quot;Num&quot;:2,&quot;Score&quot;:1.0,&quot;Answers&quot;:[&quot;ARP 高速缓存&quot;],&quot;CaseSensitive&quot;:false,&quot;FuzzyMatch&quot;:false},{&quot;Num&quot;:3,&quot;Score&quot;:1.0,&quot;Answers&quot;:[&quot;IP 地址&quot;],&quot;CaseSensitive&quot;:false,&quot;FuzzyMatch&quot;:false},{&quot;Num&quot;:4,&quot;Score&quot;:1.0,&quot;Answers&quot;:[&quot;硬件地址&quot;],&quot;CaseSensitive&quot;:false,&quot;FuzzyMatch&quot;:false}]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数据&quot;],&quot;CaseSensitive&quot;:false,&quot;FuzzyMatch&quot;:false},{&quot;Num&quot;:2,&quot;Score&quot;:1.0,&quot;Answers&quot;:[&quot;20&quot;],&quot;CaseSensitive&quot;:false,&quot;FuzzyMatch&quot;:false}]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341</Words>
  <Application>Microsoft Office PowerPoint</Application>
  <PresentationFormat>宽屏</PresentationFormat>
  <Paragraphs>74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47</cp:revision>
  <dcterms:created xsi:type="dcterms:W3CDTF">2020-02-20T13:08:52Z</dcterms:created>
  <dcterms:modified xsi:type="dcterms:W3CDTF">2022-04-06T13:29:29Z</dcterms:modified>
</cp:coreProperties>
</file>