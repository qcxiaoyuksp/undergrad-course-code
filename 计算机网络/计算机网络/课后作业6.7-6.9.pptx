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第六章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6.7-6.9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、什么是管理信息库</a:t>
            </a:r>
            <a:r>
              <a:rPr lang="en-US" altLang="zh-CN" sz="2400" dirty="0" smtClean="0"/>
              <a:t>MIB</a:t>
            </a:r>
            <a:r>
              <a:rPr lang="zh-CN" altLang="en-US" sz="2400" dirty="0" smtClean="0"/>
              <a:t>？为什么要使用</a:t>
            </a:r>
            <a:r>
              <a:rPr lang="en-US" altLang="zh-CN" sz="2400" dirty="0" smtClean="0"/>
              <a:t>MIB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、什么是管理信息结构</a:t>
            </a:r>
            <a:r>
              <a:rPr lang="en-US" altLang="zh-CN" sz="2400" dirty="0" smtClean="0"/>
              <a:t>SMI</a:t>
            </a:r>
            <a:r>
              <a:rPr lang="zh-CN" altLang="en-US" sz="2400" dirty="0" smtClean="0"/>
              <a:t>？它的作用是什么？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、什么是应用编程接口</a:t>
            </a:r>
            <a:r>
              <a:rPr lang="en-US" altLang="zh-CN" sz="2400" dirty="0" smtClean="0"/>
              <a:t>API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、例举三代</a:t>
            </a:r>
            <a:r>
              <a:rPr lang="en-US" altLang="zh-CN" sz="2400" dirty="0" smtClean="0"/>
              <a:t>P2P</a:t>
            </a:r>
            <a:r>
              <a:rPr lang="zh-CN" altLang="en-US" sz="2400" dirty="0" smtClean="0"/>
              <a:t>文件传送的应用，并说明其主要技术名称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写出下列英文术语缩写的全称和中文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smtClean="0"/>
              <a:t>SNMP MIB SMI API DHT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710</TotalTime>
  <Words>83</Words>
  <Application>Microsoft Office PowerPoint</Application>
  <PresentationFormat>A4 纸张(210x297 毫米)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第六章 6.7-6.9课后作业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116</cp:revision>
  <dcterms:created xsi:type="dcterms:W3CDTF">2016-10-01T05:27:00Z</dcterms:created>
  <dcterms:modified xsi:type="dcterms:W3CDTF">2021-01-27T12:55:47Z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