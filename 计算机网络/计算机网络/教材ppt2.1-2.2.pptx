
<file path=[Content_Types].xml><?xml version="1.0" encoding="utf-8"?>
<Types xmlns="http://schemas.openxmlformats.org/package/2006/content-types">
  <Default Extension="png" ContentType="image/png"/>
  <Default Extension="wmf" ContentType="image/x-w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7"/>
  </p:notesMasterIdLst>
  <p:handoutMasterIdLst>
    <p:handoutMasterId r:id="rId28"/>
  </p:handoutMasterIdLst>
  <p:sldIdLst>
    <p:sldId id="414" r:id="rId2"/>
    <p:sldId id="415" r:id="rId3"/>
    <p:sldId id="416" r:id="rId4"/>
    <p:sldId id="417" r:id="rId5"/>
    <p:sldId id="418" r:id="rId6"/>
    <p:sldId id="419" r:id="rId7"/>
    <p:sldId id="420" r:id="rId8"/>
    <p:sldId id="421" r:id="rId9"/>
    <p:sldId id="422" r:id="rId10"/>
    <p:sldId id="423" r:id="rId11"/>
    <p:sldId id="424" r:id="rId12"/>
    <p:sldId id="425" r:id="rId13"/>
    <p:sldId id="426" r:id="rId14"/>
    <p:sldId id="427" r:id="rId15"/>
    <p:sldId id="428" r:id="rId16"/>
    <p:sldId id="429" r:id="rId17"/>
    <p:sldId id="430" r:id="rId18"/>
    <p:sldId id="431" r:id="rId19"/>
    <p:sldId id="432" r:id="rId20"/>
    <p:sldId id="433" r:id="rId21"/>
    <p:sldId id="434" r:id="rId22"/>
    <p:sldId id="435" r:id="rId23"/>
    <p:sldId id="436" r:id="rId24"/>
    <p:sldId id="437" r:id="rId25"/>
    <p:sldId id="438" r:id="rId26"/>
  </p:sldIdLst>
  <p:sldSz cx="9906000" cy="6858000" type="A4"/>
  <p:notesSz cx="7010400" cy="9296400"/>
  <p:defaultTex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12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00CC"/>
    <a:srgbClr val="0000FF"/>
    <a:srgbClr val="FFFF66"/>
    <a:srgbClr val="66FF66"/>
    <a:srgbClr val="000099"/>
    <a:srgbClr val="00FF00"/>
    <a:srgbClr val="3333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498" autoAdjust="0"/>
    <p:restoredTop sz="93175" autoAdjust="0"/>
  </p:normalViewPr>
  <p:slideViewPr>
    <p:cSldViewPr>
      <p:cViewPr varScale="1">
        <p:scale>
          <a:sx n="73" d="100"/>
          <a:sy n="73" d="100"/>
        </p:scale>
        <p:origin x="1002" y="60"/>
      </p:cViewPr>
      <p:guideLst>
        <p:guide orient="horz" pos="2160"/>
        <p:guide pos="3120"/>
      </p:guideLst>
    </p:cSldViewPr>
  </p:slideViewPr>
  <p:outlineViewPr>
    <p:cViewPr>
      <p:scale>
        <a:sx n="33" d="100"/>
        <a:sy n="33" d="100"/>
      </p:scale>
      <p:origin x="0" y="0"/>
    </p:cViewPr>
  </p:outlineViewPr>
  <p:notesTextViewPr>
    <p:cViewPr>
      <p:scale>
        <a:sx n="100" d="100"/>
        <a:sy n="100" d="100"/>
      </p:scale>
      <p:origin x="0" y="0"/>
    </p:cViewPr>
  </p:notesTextViewPr>
  <p:gridSpacing cx="72006" cy="72006"/>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5602" name="Rectangle 2"/>
          <p:cNvSpPr>
            <a:spLocks noGrp="1" noChangeArrowheads="1"/>
          </p:cNvSpPr>
          <p:nvPr>
            <p:ph type="hdr" sz="quarter"/>
          </p:nvPr>
        </p:nvSpPr>
        <p:spPr bwMode="auto">
          <a:xfrm>
            <a:off x="0" y="0"/>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eaLnBrk="1" hangingPunct="1">
              <a:defRPr sz="1200" noProof="1">
                <a:latin typeface="宋体" panose="02010600030101010101" pitchFamily="2" charset="-122"/>
              </a:defRPr>
            </a:lvl1pPr>
          </a:lstStyle>
          <a:p>
            <a:endParaRPr lang="zh-CN" altLang="en-US"/>
          </a:p>
        </p:txBody>
      </p:sp>
      <p:sp>
        <p:nvSpPr>
          <p:cNvPr id="25603" name="Rectangle 3"/>
          <p:cNvSpPr>
            <a:spLocks noGrp="1" noChangeArrowheads="1"/>
          </p:cNvSpPr>
          <p:nvPr>
            <p:ph type="dt" sz="quarter" idx="1"/>
          </p:nvPr>
        </p:nvSpPr>
        <p:spPr bwMode="auto">
          <a:xfrm>
            <a:off x="3970338" y="0"/>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1" hangingPunct="1">
              <a:defRPr sz="1200" noProof="1">
                <a:latin typeface="宋体" panose="02010600030101010101" pitchFamily="2" charset="-122"/>
              </a:defRPr>
            </a:lvl1pPr>
          </a:lstStyle>
          <a:p>
            <a:endParaRPr lang="en-US" altLang="zh-CN"/>
          </a:p>
        </p:txBody>
      </p:sp>
      <p:sp>
        <p:nvSpPr>
          <p:cNvPr id="25604" name="Rectangle 4"/>
          <p:cNvSpPr>
            <a:spLocks noGrp="1" noChangeArrowheads="1"/>
          </p:cNvSpPr>
          <p:nvPr>
            <p:ph type="ftr" sz="quarter" idx="2"/>
          </p:nvPr>
        </p:nvSpPr>
        <p:spPr bwMode="auto">
          <a:xfrm>
            <a:off x="0" y="8829675"/>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eaLnBrk="1" hangingPunct="1">
              <a:defRPr sz="1200" noProof="1">
                <a:latin typeface="宋体" panose="02010600030101010101" pitchFamily="2" charset="-122"/>
              </a:defRPr>
            </a:lvl1pPr>
          </a:lstStyle>
          <a:p>
            <a:endParaRPr lang="en-US" altLang="zh-CN"/>
          </a:p>
        </p:txBody>
      </p:sp>
      <p:sp>
        <p:nvSpPr>
          <p:cNvPr id="25605" name="Rectangle 5"/>
          <p:cNvSpPr>
            <a:spLocks noGrp="1" noChangeArrowheads="1"/>
          </p:cNvSpPr>
          <p:nvPr>
            <p:ph type="sldNum" sz="quarter" idx="3"/>
          </p:nvPr>
        </p:nvSpPr>
        <p:spPr bwMode="auto">
          <a:xfrm>
            <a:off x="3970338" y="8829675"/>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eaLnBrk="1" hangingPunct="1">
              <a:defRPr sz="1200" noProof="1">
                <a:latin typeface="宋体" panose="02010600030101010101" pitchFamily="2" charset="-122"/>
              </a:defRPr>
            </a:lvl1pPr>
          </a:lstStyle>
          <a:p>
            <a:fld id="{247E18CD-0C18-4915-AB38-46FC6350B9AD}" type="slidenum">
              <a:rPr lang="zh-CN" altLang="en-US"/>
              <a:pPr/>
              <a:t>‹#›</a:t>
            </a:fld>
            <a:endParaRPr lang="en-US" altLang="zh-CN"/>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3554" name="Rectangle 2"/>
          <p:cNvSpPr>
            <a:spLocks noGrp="1" noChangeArrowheads="1"/>
          </p:cNvSpPr>
          <p:nvPr>
            <p:ph type="hdr" sz="quarter"/>
          </p:nvPr>
        </p:nvSpPr>
        <p:spPr bwMode="auto">
          <a:xfrm>
            <a:off x="0" y="0"/>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eaLnBrk="1" hangingPunct="1">
              <a:defRPr sz="1200" noProof="1">
                <a:latin typeface="宋体" panose="02010600030101010101" pitchFamily="2" charset="-122"/>
              </a:defRPr>
            </a:lvl1pPr>
          </a:lstStyle>
          <a:p>
            <a:endParaRPr lang="zh-CN" altLang="en-US"/>
          </a:p>
        </p:txBody>
      </p:sp>
      <p:sp>
        <p:nvSpPr>
          <p:cNvPr id="23555" name="Rectangle 3"/>
          <p:cNvSpPr>
            <a:spLocks noGrp="1" noChangeArrowheads="1"/>
          </p:cNvSpPr>
          <p:nvPr>
            <p:ph type="dt" idx="1"/>
          </p:nvPr>
        </p:nvSpPr>
        <p:spPr bwMode="auto">
          <a:xfrm>
            <a:off x="3970338" y="0"/>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1" hangingPunct="1">
              <a:defRPr sz="1200" noProof="1">
                <a:latin typeface="宋体" panose="02010600030101010101" pitchFamily="2" charset="-122"/>
              </a:defRPr>
            </a:lvl1pPr>
          </a:lstStyle>
          <a:p>
            <a:endParaRPr lang="en-US" altLang="zh-CN"/>
          </a:p>
        </p:txBody>
      </p:sp>
      <p:sp>
        <p:nvSpPr>
          <p:cNvPr id="12292" name="Rectangle 4"/>
          <p:cNvSpPr>
            <a:spLocks noGrp="1" noRot="1" noChangeAspect="1" noChangeArrowheads="1" noTextEdit="1"/>
          </p:cNvSpPr>
          <p:nvPr>
            <p:ph type="sldImg" idx="4294967295"/>
          </p:nvPr>
        </p:nvSpPr>
        <p:spPr bwMode="auto">
          <a:xfrm>
            <a:off x="987425" y="696913"/>
            <a:ext cx="5035550" cy="34861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3" name="Rectangle 5"/>
          <p:cNvSpPr>
            <a:spLocks noGrp="1" noChangeArrowheads="1"/>
          </p:cNvSpPr>
          <p:nvPr>
            <p:ph type="body" sz="quarter" idx="4294967295"/>
          </p:nvPr>
        </p:nvSpPr>
        <p:spPr bwMode="auto">
          <a:xfrm>
            <a:off x="701675" y="4416425"/>
            <a:ext cx="5607050" cy="4183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endParaRPr lang="en-US" altLang="zh-CN" smtClean="0"/>
          </a:p>
          <a:p>
            <a:pPr lvl="1"/>
            <a:r>
              <a:rPr lang="en-US" altLang="zh-CN" smtClean="0"/>
              <a:t>5656</a:t>
            </a:r>
          </a:p>
          <a:p>
            <a:pPr lvl="2"/>
            <a:r>
              <a:rPr lang="zh-CN" altLang="en-US" smtClean="0"/>
              <a:t>第三级</a:t>
            </a:r>
            <a:endParaRPr lang="en-US" altLang="zh-CN" smtClean="0"/>
          </a:p>
          <a:p>
            <a:pPr lvl="3"/>
            <a:r>
              <a:rPr lang="zh-CN" altLang="en-US" smtClean="0"/>
              <a:t>第四级</a:t>
            </a:r>
            <a:endParaRPr lang="en-US" altLang="zh-CN" smtClean="0"/>
          </a:p>
          <a:p>
            <a:pPr lvl="4"/>
            <a:r>
              <a:rPr lang="zh-CN" altLang="en-US" smtClean="0"/>
              <a:t>第五级</a:t>
            </a:r>
            <a:endParaRPr lang="en-US" altLang="zh-CN" smtClean="0"/>
          </a:p>
        </p:txBody>
      </p:sp>
      <p:sp>
        <p:nvSpPr>
          <p:cNvPr id="23558" name="Rectangle 6"/>
          <p:cNvSpPr>
            <a:spLocks noGrp="1" noChangeArrowheads="1"/>
          </p:cNvSpPr>
          <p:nvPr>
            <p:ph type="ftr" sz="quarter" idx="4"/>
          </p:nvPr>
        </p:nvSpPr>
        <p:spPr bwMode="auto">
          <a:xfrm>
            <a:off x="0" y="8829675"/>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eaLnBrk="1" hangingPunct="1">
              <a:defRPr sz="1200" noProof="1">
                <a:latin typeface="宋体" panose="02010600030101010101" pitchFamily="2" charset="-122"/>
              </a:defRPr>
            </a:lvl1pPr>
          </a:lstStyle>
          <a:p>
            <a:endParaRPr lang="en-US" altLang="zh-CN"/>
          </a:p>
        </p:txBody>
      </p:sp>
      <p:sp>
        <p:nvSpPr>
          <p:cNvPr id="23559" name="Rectangle 7"/>
          <p:cNvSpPr>
            <a:spLocks noGrp="1" noChangeArrowheads="1"/>
          </p:cNvSpPr>
          <p:nvPr>
            <p:ph type="sldNum" sz="quarter" idx="5"/>
          </p:nvPr>
        </p:nvSpPr>
        <p:spPr bwMode="auto">
          <a:xfrm>
            <a:off x="3970338" y="8829675"/>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eaLnBrk="1" hangingPunct="1">
              <a:defRPr sz="1200" noProof="1">
                <a:latin typeface="宋体" panose="02010600030101010101" pitchFamily="2" charset="-122"/>
              </a:defRPr>
            </a:lvl1pPr>
          </a:lstStyle>
          <a:p>
            <a:fld id="{A143603D-CCA6-45D5-A59D-3B4CD9332246}" type="slidenum">
              <a:rPr lang="zh-CN" altLang="en-US"/>
              <a:pPr/>
              <a:t>‹#›</a:t>
            </a:fld>
            <a:endParaRPr lang="en-US" altLang="zh-CN"/>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宋体" panose="02010600030101010101" pitchFamily="2" charset="-122"/>
        <a:ea typeface="宋体" panose="02010600030101010101" pitchFamily="2" charset="-122"/>
        <a:cs typeface="+mn-cs"/>
      </a:defRPr>
    </a:lvl1pPr>
    <a:lvl2pPr marL="457200" algn="l" rtl="0" fontAlgn="base">
      <a:spcBef>
        <a:spcPct val="30000"/>
      </a:spcBef>
      <a:spcAft>
        <a:spcPct val="0"/>
      </a:spcAft>
      <a:defRPr sz="1200" kern="1200">
        <a:solidFill>
          <a:schemeClr val="tx1"/>
        </a:solidFill>
        <a:latin typeface="宋体" panose="02010600030101010101" pitchFamily="2" charset="-122"/>
        <a:ea typeface="宋体" panose="02010600030101010101" pitchFamily="2" charset="-122"/>
        <a:cs typeface="+mn-cs"/>
      </a:defRPr>
    </a:lvl2pPr>
    <a:lvl3pPr marL="914400" algn="l" rtl="0" fontAlgn="base">
      <a:spcBef>
        <a:spcPct val="30000"/>
      </a:spcBef>
      <a:spcAft>
        <a:spcPct val="0"/>
      </a:spcAft>
      <a:defRPr sz="1200" kern="1200">
        <a:solidFill>
          <a:schemeClr val="tx1"/>
        </a:solidFill>
        <a:latin typeface="宋体" panose="02010600030101010101" pitchFamily="2" charset="-122"/>
        <a:ea typeface="宋体" panose="02010600030101010101" pitchFamily="2" charset="-122"/>
        <a:cs typeface="+mn-cs"/>
      </a:defRPr>
    </a:lvl3pPr>
    <a:lvl4pPr marL="1371600" algn="l" rtl="0" fontAlgn="base">
      <a:spcBef>
        <a:spcPct val="30000"/>
      </a:spcBef>
      <a:spcAft>
        <a:spcPct val="0"/>
      </a:spcAft>
      <a:defRPr sz="1200" kern="1200">
        <a:solidFill>
          <a:schemeClr val="tx1"/>
        </a:solidFill>
        <a:latin typeface="宋体" panose="02010600030101010101" pitchFamily="2" charset="-122"/>
        <a:ea typeface="宋体" panose="02010600030101010101" pitchFamily="2" charset="-122"/>
        <a:cs typeface="+mn-cs"/>
      </a:defRPr>
    </a:lvl4pPr>
    <a:lvl5pPr marL="1828800" algn="l" rtl="0" fontAlgn="base">
      <a:spcBef>
        <a:spcPct val="30000"/>
      </a:spcBef>
      <a:spcAft>
        <a:spcPct val="0"/>
      </a:spcAft>
      <a:defRPr sz="1200" kern="1200">
        <a:solidFill>
          <a:schemeClr val="tx1"/>
        </a:solidFill>
        <a:latin typeface="宋体" panose="02010600030101010101" pitchFamily="2" charset="-122"/>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112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AD09A19D-79D2-406D-92BF-15877A8F85D2}" type="slidenum">
              <a:rPr lang="zh-CN" altLang="en-US" smtClean="0">
                <a:latin typeface="宋体" panose="02010600030101010101" pitchFamily="2" charset="-122"/>
              </a:rPr>
              <a:pPr eaLnBrk="1" hangingPunct="1"/>
              <a:t>1</a:t>
            </a:fld>
            <a:endParaRPr lang="en-US" altLang="zh-CN" smtClean="0">
              <a:latin typeface="宋体" panose="02010600030101010101" pitchFamily="2" charset="-122"/>
            </a:endParaRPr>
          </a:p>
        </p:txBody>
      </p:sp>
      <p:sp>
        <p:nvSpPr>
          <p:cNvPr id="261122" name="Rectangle 2"/>
          <p:cNvSpPr>
            <a:spLocks noGrp="1" noRot="1" noChangeAspect="1" noChangeArrowheads="1" noTextEdit="1"/>
          </p:cNvSpPr>
          <p:nvPr>
            <p:ph type="sldImg" idx="4294967295"/>
          </p:nvPr>
        </p:nvSpPr>
        <p:spPr>
          <a:ln/>
        </p:spPr>
      </p:sp>
      <p:sp>
        <p:nvSpPr>
          <p:cNvPr id="261123" name="Rectangle 3"/>
          <p:cNvSpPr>
            <a:spLocks noGrp="1" noChangeArrowheads="1"/>
          </p:cNvSpPr>
          <p:nvPr>
            <p:ph type="body" idx="4294967295"/>
          </p:nvPr>
        </p:nvSpPr>
        <p:spPr/>
        <p:txBody>
          <a:bodyPr/>
          <a:lstStyle/>
          <a:p>
            <a:endParaRPr lang="zh-CN" altLang="en-US"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419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7CEFD6CC-0079-477D-AB4B-FB960709CFCB}" type="slidenum">
              <a:rPr lang="en-US" altLang="zh-CN" smtClean="0">
                <a:latin typeface="宋体" panose="02010600030101010101" pitchFamily="2" charset="-122"/>
              </a:rPr>
              <a:pPr eaLnBrk="1" hangingPunct="1"/>
              <a:t>3</a:t>
            </a:fld>
            <a:endParaRPr lang="en-US" altLang="zh-CN" smtClean="0">
              <a:latin typeface="宋体" panose="02010600030101010101" pitchFamily="2" charset="-122"/>
            </a:endParaRPr>
          </a:p>
        </p:txBody>
      </p:sp>
      <p:sp>
        <p:nvSpPr>
          <p:cNvPr id="264194" name="Rectangle 2"/>
          <p:cNvSpPr>
            <a:spLocks noGrp="1" noRot="1" noChangeAspect="1" noChangeArrowheads="1" noTextEdit="1"/>
          </p:cNvSpPr>
          <p:nvPr>
            <p:ph type="sldImg" idx="4294967295"/>
          </p:nvPr>
        </p:nvSpPr>
        <p:spPr>
          <a:ln/>
        </p:spPr>
      </p:sp>
      <p:sp>
        <p:nvSpPr>
          <p:cNvPr id="264195"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4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57E7CA12-EA5F-45B9-8A2B-625443C1BAA8}" type="slidenum">
              <a:rPr lang="en-US" altLang="zh-CN" smtClean="0">
                <a:latin typeface="宋体" panose="02010600030101010101" pitchFamily="2" charset="-122"/>
              </a:rPr>
              <a:pPr eaLnBrk="1" hangingPunct="1"/>
              <a:t>4</a:t>
            </a:fld>
            <a:endParaRPr lang="en-US" altLang="zh-CN" smtClean="0">
              <a:latin typeface="宋体" panose="02010600030101010101" pitchFamily="2" charset="-122"/>
            </a:endParaRPr>
          </a:p>
        </p:txBody>
      </p:sp>
      <p:sp>
        <p:nvSpPr>
          <p:cNvPr id="266242" name="Rectangle 2"/>
          <p:cNvSpPr>
            <a:spLocks noGrp="1" noRot="1" noChangeAspect="1" noChangeArrowheads="1" noTextEdit="1"/>
          </p:cNvSpPr>
          <p:nvPr>
            <p:ph type="sldImg" idx="4294967295"/>
          </p:nvPr>
        </p:nvSpPr>
        <p:spPr>
          <a:ln/>
        </p:spPr>
      </p:sp>
      <p:sp>
        <p:nvSpPr>
          <p:cNvPr id="266243"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828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5C30CF49-84CC-4900-AB95-8BAF7618EBDF}" type="slidenum">
              <a:rPr lang="en-US" altLang="zh-CN" smtClean="0">
                <a:latin typeface="宋体" panose="02010600030101010101" pitchFamily="2" charset="-122"/>
              </a:rPr>
              <a:pPr eaLnBrk="1" hangingPunct="1"/>
              <a:t>5</a:t>
            </a:fld>
            <a:endParaRPr lang="en-US" altLang="zh-CN" smtClean="0">
              <a:latin typeface="宋体" panose="02010600030101010101" pitchFamily="2" charset="-122"/>
            </a:endParaRPr>
          </a:p>
        </p:txBody>
      </p:sp>
      <p:sp>
        <p:nvSpPr>
          <p:cNvPr id="268290" name="Rectangle 2"/>
          <p:cNvSpPr>
            <a:spLocks noGrp="1" noRot="1" noChangeAspect="1" noChangeArrowheads="1" noTextEdit="1"/>
          </p:cNvSpPr>
          <p:nvPr>
            <p:ph type="sldImg" idx="4294967295"/>
          </p:nvPr>
        </p:nvSpPr>
        <p:spPr>
          <a:ln/>
        </p:spPr>
      </p:sp>
      <p:sp>
        <p:nvSpPr>
          <p:cNvPr id="268291"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033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3468C3D3-F768-4B28-AB72-377D662B4E7E}" type="slidenum">
              <a:rPr lang="en-US" altLang="zh-CN" smtClean="0">
                <a:latin typeface="宋体" panose="02010600030101010101" pitchFamily="2" charset="-122"/>
              </a:rPr>
              <a:pPr eaLnBrk="1" hangingPunct="1"/>
              <a:t>6</a:t>
            </a:fld>
            <a:endParaRPr lang="en-US" altLang="zh-CN" smtClean="0">
              <a:latin typeface="宋体" panose="02010600030101010101" pitchFamily="2" charset="-122"/>
            </a:endParaRPr>
          </a:p>
        </p:txBody>
      </p:sp>
      <p:sp>
        <p:nvSpPr>
          <p:cNvPr id="270338" name="Rectangle 2"/>
          <p:cNvSpPr>
            <a:spLocks noGrp="1" noRot="1" noChangeAspect="1" noChangeArrowheads="1" noTextEdit="1"/>
          </p:cNvSpPr>
          <p:nvPr>
            <p:ph type="sldImg" idx="4294967295"/>
          </p:nvPr>
        </p:nvSpPr>
        <p:spPr>
          <a:ln/>
        </p:spPr>
      </p:sp>
      <p:sp>
        <p:nvSpPr>
          <p:cNvPr id="270339"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238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3C49141A-8483-4888-94CD-CB609040D82C}" type="slidenum">
              <a:rPr lang="en-US" altLang="zh-CN" smtClean="0">
                <a:latin typeface="宋体" panose="02010600030101010101" pitchFamily="2" charset="-122"/>
              </a:rPr>
              <a:pPr eaLnBrk="1" hangingPunct="1"/>
              <a:t>7</a:t>
            </a:fld>
            <a:endParaRPr lang="en-US" altLang="zh-CN" smtClean="0">
              <a:latin typeface="宋体" panose="02010600030101010101" pitchFamily="2" charset="-122"/>
            </a:endParaRPr>
          </a:p>
        </p:txBody>
      </p:sp>
      <p:sp>
        <p:nvSpPr>
          <p:cNvPr id="272386" name="Rectangle 2"/>
          <p:cNvSpPr>
            <a:spLocks noGrp="1" noRot="1" noChangeAspect="1" noChangeArrowheads="1" noTextEdit="1"/>
          </p:cNvSpPr>
          <p:nvPr>
            <p:ph type="sldImg" idx="4294967295"/>
          </p:nvPr>
        </p:nvSpPr>
        <p:spPr>
          <a:ln/>
        </p:spPr>
      </p:sp>
      <p:sp>
        <p:nvSpPr>
          <p:cNvPr id="272387"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545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EE051A79-0593-46B6-8997-56B16098DB72}" type="slidenum">
              <a:rPr lang="en-US" altLang="zh-CN" smtClean="0">
                <a:latin typeface="宋体" panose="02010600030101010101" pitchFamily="2" charset="-122"/>
              </a:rPr>
              <a:pPr eaLnBrk="1" hangingPunct="1"/>
              <a:t>9</a:t>
            </a:fld>
            <a:endParaRPr lang="en-US" altLang="zh-CN" smtClean="0">
              <a:latin typeface="宋体" panose="02010600030101010101" pitchFamily="2" charset="-122"/>
            </a:endParaRPr>
          </a:p>
        </p:txBody>
      </p:sp>
      <p:sp>
        <p:nvSpPr>
          <p:cNvPr id="275458" name="Rectangle 2"/>
          <p:cNvSpPr>
            <a:spLocks noGrp="1" noRot="1" noChangeAspect="1" noChangeArrowheads="1" noTextEdit="1"/>
          </p:cNvSpPr>
          <p:nvPr>
            <p:ph type="sldImg" idx="4294967295"/>
          </p:nvPr>
        </p:nvSpPr>
        <p:spPr>
          <a:ln/>
        </p:spPr>
      </p:sp>
      <p:sp>
        <p:nvSpPr>
          <p:cNvPr id="275459"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750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EB223B43-831B-4E97-A44D-E6322C7DAC4F}" type="slidenum">
              <a:rPr lang="en-US" altLang="zh-CN" smtClean="0">
                <a:latin typeface="宋体" panose="02010600030101010101" pitchFamily="2" charset="-122"/>
              </a:rPr>
              <a:pPr eaLnBrk="1" hangingPunct="1"/>
              <a:t>10</a:t>
            </a:fld>
            <a:endParaRPr lang="en-US" altLang="zh-CN" smtClean="0">
              <a:latin typeface="宋体" panose="02010600030101010101" pitchFamily="2" charset="-122"/>
            </a:endParaRPr>
          </a:p>
        </p:txBody>
      </p:sp>
      <p:sp>
        <p:nvSpPr>
          <p:cNvPr id="277506" name="Rectangle 2"/>
          <p:cNvSpPr>
            <a:spLocks noGrp="1" noRot="1" noChangeAspect="1" noChangeArrowheads="1" noTextEdit="1"/>
          </p:cNvSpPr>
          <p:nvPr>
            <p:ph type="sldImg" idx="4294967295"/>
          </p:nvPr>
        </p:nvSpPr>
        <p:spPr>
          <a:ln/>
        </p:spPr>
      </p:sp>
      <p:sp>
        <p:nvSpPr>
          <p:cNvPr id="277507"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262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81180129-66E2-4D47-9D56-91E82687D93C}" type="slidenum">
              <a:rPr lang="en-US" altLang="zh-CN" smtClean="0">
                <a:latin typeface="宋体" panose="02010600030101010101" pitchFamily="2" charset="-122"/>
              </a:rPr>
              <a:pPr eaLnBrk="1" hangingPunct="1"/>
              <a:t>14</a:t>
            </a:fld>
            <a:endParaRPr lang="en-US" altLang="zh-CN" smtClean="0">
              <a:latin typeface="宋体" panose="02010600030101010101" pitchFamily="2" charset="-122"/>
            </a:endParaRPr>
          </a:p>
        </p:txBody>
      </p:sp>
      <p:sp>
        <p:nvSpPr>
          <p:cNvPr id="282626" name="Rectangle 2"/>
          <p:cNvSpPr>
            <a:spLocks noGrp="1" noRot="1" noChangeAspect="1" noChangeArrowheads="1" noTextEdit="1"/>
          </p:cNvSpPr>
          <p:nvPr>
            <p:ph type="sldImg" idx="4294967295"/>
          </p:nvPr>
        </p:nvSpPr>
        <p:spPr>
          <a:ln/>
        </p:spPr>
      </p:sp>
      <p:sp>
        <p:nvSpPr>
          <p:cNvPr id="282627"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467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3483C8C3-85EF-4705-A72A-893A271352CE}" type="slidenum">
              <a:rPr lang="en-US" altLang="zh-CN" smtClean="0">
                <a:latin typeface="宋体" panose="02010600030101010101" pitchFamily="2" charset="-122"/>
              </a:rPr>
              <a:pPr eaLnBrk="1" hangingPunct="1"/>
              <a:t>15</a:t>
            </a:fld>
            <a:endParaRPr lang="en-US" altLang="zh-CN" smtClean="0">
              <a:latin typeface="宋体" panose="02010600030101010101" pitchFamily="2" charset="-122"/>
            </a:endParaRPr>
          </a:p>
        </p:txBody>
      </p:sp>
      <p:sp>
        <p:nvSpPr>
          <p:cNvPr id="284674" name="Rectangle 2"/>
          <p:cNvSpPr>
            <a:spLocks noGrp="1" noRot="1" noChangeAspect="1" noChangeArrowheads="1" noTextEdit="1"/>
          </p:cNvSpPr>
          <p:nvPr>
            <p:ph type="sldImg" idx="4294967295"/>
          </p:nvPr>
        </p:nvSpPr>
        <p:spPr>
          <a:ln/>
        </p:spPr>
      </p:sp>
      <p:sp>
        <p:nvSpPr>
          <p:cNvPr id="284675"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2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FBCE9622-8D25-4708-A511-CFD2ED449370}" type="slidenum">
              <a:rPr lang="en-US" altLang="zh-CN" smtClean="0">
                <a:latin typeface="宋体" panose="02010600030101010101" pitchFamily="2" charset="-122"/>
              </a:rPr>
              <a:pPr eaLnBrk="1" hangingPunct="1"/>
              <a:t>16</a:t>
            </a:fld>
            <a:endParaRPr lang="en-US" altLang="zh-CN" smtClean="0">
              <a:latin typeface="宋体" panose="02010600030101010101" pitchFamily="2" charset="-122"/>
            </a:endParaRPr>
          </a:p>
        </p:txBody>
      </p:sp>
      <p:sp>
        <p:nvSpPr>
          <p:cNvPr id="286722" name="Rectangle 2"/>
          <p:cNvSpPr>
            <a:spLocks noGrp="1" noRot="1" noChangeAspect="1" noChangeArrowheads="1" noTextEdit="1"/>
          </p:cNvSpPr>
          <p:nvPr>
            <p:ph type="sldImg" idx="4294967295"/>
          </p:nvPr>
        </p:nvSpPr>
        <p:spPr>
          <a:ln/>
        </p:spPr>
      </p:sp>
      <p:sp>
        <p:nvSpPr>
          <p:cNvPr id="286723"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876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F93BF7A8-5062-496B-9534-CD1CA98219C6}" type="slidenum">
              <a:rPr lang="en-US" altLang="zh-CN" smtClean="0">
                <a:latin typeface="宋体" panose="02010600030101010101" pitchFamily="2" charset="-122"/>
              </a:rPr>
              <a:pPr eaLnBrk="1" hangingPunct="1"/>
              <a:t>17</a:t>
            </a:fld>
            <a:endParaRPr lang="en-US" altLang="zh-CN" smtClean="0">
              <a:latin typeface="宋体" panose="02010600030101010101" pitchFamily="2" charset="-122"/>
            </a:endParaRPr>
          </a:p>
        </p:txBody>
      </p:sp>
      <p:sp>
        <p:nvSpPr>
          <p:cNvPr id="288770" name="Rectangle 2"/>
          <p:cNvSpPr>
            <a:spLocks noGrp="1" noRot="1" noChangeAspect="1" noChangeArrowheads="1" noTextEdit="1"/>
          </p:cNvSpPr>
          <p:nvPr>
            <p:ph type="sldImg" idx="4294967295"/>
          </p:nvPr>
        </p:nvSpPr>
        <p:spPr>
          <a:ln/>
        </p:spPr>
      </p:sp>
      <p:sp>
        <p:nvSpPr>
          <p:cNvPr id="288771"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081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7512FCD-D78A-4117-A4CD-B041260F3FEF}" type="slidenum">
              <a:rPr lang="en-US" altLang="zh-CN" smtClean="0">
                <a:latin typeface="宋体" panose="02010600030101010101" pitchFamily="2" charset="-122"/>
              </a:rPr>
              <a:pPr eaLnBrk="1" hangingPunct="1"/>
              <a:t>18</a:t>
            </a:fld>
            <a:endParaRPr lang="en-US" altLang="zh-CN" smtClean="0">
              <a:latin typeface="宋体" panose="02010600030101010101" pitchFamily="2" charset="-122"/>
            </a:endParaRPr>
          </a:p>
        </p:txBody>
      </p:sp>
      <p:sp>
        <p:nvSpPr>
          <p:cNvPr id="290818" name="Rectangle 2"/>
          <p:cNvSpPr>
            <a:spLocks noGrp="1" noRot="1" noChangeAspect="1" noChangeArrowheads="1" noTextEdit="1"/>
          </p:cNvSpPr>
          <p:nvPr>
            <p:ph type="sldImg" idx="4294967295"/>
          </p:nvPr>
        </p:nvSpPr>
        <p:spPr>
          <a:ln/>
        </p:spPr>
      </p:sp>
      <p:sp>
        <p:nvSpPr>
          <p:cNvPr id="290819"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388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A4E2C42C-15CD-406B-9EAB-4C6D40CFC834}" type="slidenum">
              <a:rPr lang="en-US" altLang="zh-CN" smtClean="0">
                <a:latin typeface="宋体" panose="02010600030101010101" pitchFamily="2" charset="-122"/>
              </a:rPr>
              <a:pPr eaLnBrk="1" hangingPunct="1"/>
              <a:t>20</a:t>
            </a:fld>
            <a:endParaRPr lang="en-US" altLang="zh-CN" smtClean="0">
              <a:latin typeface="宋体" panose="02010600030101010101" pitchFamily="2" charset="-122"/>
            </a:endParaRPr>
          </a:p>
        </p:txBody>
      </p:sp>
      <p:sp>
        <p:nvSpPr>
          <p:cNvPr id="293890" name="Rectangle 2"/>
          <p:cNvSpPr>
            <a:spLocks noGrp="1" noRot="1" noChangeAspect="1" noChangeArrowheads="1" noTextEdit="1"/>
          </p:cNvSpPr>
          <p:nvPr>
            <p:ph type="sldImg" idx="4294967295"/>
          </p:nvPr>
        </p:nvSpPr>
        <p:spPr>
          <a:ln/>
        </p:spPr>
      </p:sp>
      <p:sp>
        <p:nvSpPr>
          <p:cNvPr id="293891"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593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90CA8D66-9A03-41FD-BF65-8DA2B89E13FA}" type="slidenum">
              <a:rPr lang="en-US" altLang="zh-CN" smtClean="0">
                <a:latin typeface="宋体" panose="02010600030101010101" pitchFamily="2" charset="-122"/>
              </a:rPr>
              <a:pPr eaLnBrk="1" hangingPunct="1"/>
              <a:t>21</a:t>
            </a:fld>
            <a:endParaRPr lang="en-US" altLang="zh-CN" smtClean="0">
              <a:latin typeface="宋体" panose="02010600030101010101" pitchFamily="2" charset="-122"/>
            </a:endParaRPr>
          </a:p>
        </p:txBody>
      </p:sp>
      <p:sp>
        <p:nvSpPr>
          <p:cNvPr id="295938" name="Rectangle 2"/>
          <p:cNvSpPr>
            <a:spLocks noGrp="1" noRot="1" noChangeAspect="1" noChangeArrowheads="1" noTextEdit="1"/>
          </p:cNvSpPr>
          <p:nvPr>
            <p:ph type="sldImg" idx="4294967295"/>
          </p:nvPr>
        </p:nvSpPr>
        <p:spPr>
          <a:ln/>
        </p:spPr>
      </p:sp>
      <p:sp>
        <p:nvSpPr>
          <p:cNvPr id="295939"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98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75B963FF-6CC1-4A35-9C3B-98404ADCA316}" type="slidenum">
              <a:rPr lang="en-US" altLang="zh-CN" smtClean="0">
                <a:latin typeface="宋体" panose="02010600030101010101" pitchFamily="2" charset="-122"/>
              </a:rPr>
              <a:pPr eaLnBrk="1" hangingPunct="1"/>
              <a:t>22</a:t>
            </a:fld>
            <a:endParaRPr lang="en-US" altLang="zh-CN" smtClean="0">
              <a:latin typeface="宋体" panose="02010600030101010101" pitchFamily="2" charset="-122"/>
            </a:endParaRPr>
          </a:p>
        </p:txBody>
      </p:sp>
      <p:sp>
        <p:nvSpPr>
          <p:cNvPr id="297986" name="Rectangle 2"/>
          <p:cNvSpPr>
            <a:spLocks noGrp="1" noRot="1" noChangeAspect="1" noChangeArrowheads="1" noTextEdit="1"/>
          </p:cNvSpPr>
          <p:nvPr>
            <p:ph type="sldImg" idx="4294967295"/>
          </p:nvPr>
        </p:nvSpPr>
        <p:spPr>
          <a:ln/>
        </p:spPr>
      </p:sp>
      <p:sp>
        <p:nvSpPr>
          <p:cNvPr id="297987"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003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152EFF78-2158-4FB3-A072-A2F327590703}" type="slidenum">
              <a:rPr lang="en-US" altLang="zh-CN" smtClean="0">
                <a:latin typeface="宋体" panose="02010600030101010101" pitchFamily="2" charset="-122"/>
              </a:rPr>
              <a:pPr eaLnBrk="1" hangingPunct="1"/>
              <a:t>23</a:t>
            </a:fld>
            <a:endParaRPr lang="en-US" altLang="zh-CN" smtClean="0">
              <a:latin typeface="宋体" panose="02010600030101010101" pitchFamily="2" charset="-122"/>
            </a:endParaRPr>
          </a:p>
        </p:txBody>
      </p:sp>
      <p:sp>
        <p:nvSpPr>
          <p:cNvPr id="300034" name="Rectangle 2"/>
          <p:cNvSpPr>
            <a:spLocks noGrp="1" noRot="1" noChangeAspect="1" noChangeArrowheads="1" noTextEdit="1"/>
          </p:cNvSpPr>
          <p:nvPr>
            <p:ph type="sldImg" idx="4294967295"/>
          </p:nvPr>
        </p:nvSpPr>
        <p:spPr>
          <a:ln/>
        </p:spPr>
      </p:sp>
      <p:sp>
        <p:nvSpPr>
          <p:cNvPr id="300035"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208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B41F85C6-372F-481A-87C4-AE700091DF2E}" type="slidenum">
              <a:rPr lang="en-US" altLang="zh-CN" smtClean="0">
                <a:latin typeface="宋体" panose="02010600030101010101" pitchFamily="2" charset="-122"/>
              </a:rPr>
              <a:pPr eaLnBrk="1" hangingPunct="1"/>
              <a:t>24</a:t>
            </a:fld>
            <a:endParaRPr lang="en-US" altLang="zh-CN" smtClean="0">
              <a:latin typeface="宋体" panose="02010600030101010101" pitchFamily="2" charset="-122"/>
            </a:endParaRPr>
          </a:p>
        </p:txBody>
      </p:sp>
      <p:sp>
        <p:nvSpPr>
          <p:cNvPr id="302082" name="Rectangle 2"/>
          <p:cNvSpPr>
            <a:spLocks noGrp="1" noRot="1" noChangeAspect="1" noChangeArrowheads="1" noTextEdit="1"/>
          </p:cNvSpPr>
          <p:nvPr>
            <p:ph type="sldImg" idx="4294967295"/>
          </p:nvPr>
        </p:nvSpPr>
        <p:spPr>
          <a:ln/>
        </p:spPr>
      </p:sp>
      <p:sp>
        <p:nvSpPr>
          <p:cNvPr id="302083"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412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C82CF255-F2C1-46B7-9D16-8B79EA225BB2}" type="slidenum">
              <a:rPr lang="en-US" altLang="zh-CN" smtClean="0">
                <a:latin typeface="宋体" panose="02010600030101010101" pitchFamily="2" charset="-122"/>
              </a:rPr>
              <a:pPr eaLnBrk="1" hangingPunct="1"/>
              <a:t>25</a:t>
            </a:fld>
            <a:endParaRPr lang="en-US" altLang="zh-CN" smtClean="0">
              <a:latin typeface="宋体" panose="02010600030101010101" pitchFamily="2" charset="-122"/>
            </a:endParaRPr>
          </a:p>
        </p:txBody>
      </p:sp>
      <p:sp>
        <p:nvSpPr>
          <p:cNvPr id="304130" name="Rectangle 2"/>
          <p:cNvSpPr>
            <a:spLocks noGrp="1" noRot="1" noChangeAspect="1" noChangeArrowheads="1" noTextEdit="1"/>
          </p:cNvSpPr>
          <p:nvPr>
            <p:ph type="sldImg" idx="4294967295"/>
          </p:nvPr>
        </p:nvSpPr>
        <p:spPr>
          <a:ln/>
        </p:spPr>
      </p:sp>
      <p:sp>
        <p:nvSpPr>
          <p:cNvPr id="304131"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4" name="Rectangle 8" descr="Gold bar"/>
          <p:cNvSpPr>
            <a:spLocks noChangeArrowheads="1"/>
          </p:cNvSpPr>
          <p:nvPr/>
        </p:nvSpPr>
        <p:spPr bwMode="auto">
          <a:xfrm>
            <a:off x="247650" y="2889250"/>
            <a:ext cx="3109913" cy="2016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a:ea typeface="宋体" panose="02010600030101010101" pitchFamily="2" charset="-122"/>
            </a:endParaRPr>
          </a:p>
        </p:txBody>
      </p:sp>
      <p:sp>
        <p:nvSpPr>
          <p:cNvPr id="5" name="Rectangle 9" descr="Orange bar"/>
          <p:cNvSpPr>
            <a:spLocks noChangeArrowheads="1"/>
          </p:cNvSpPr>
          <p:nvPr/>
        </p:nvSpPr>
        <p:spPr bwMode="auto">
          <a:xfrm>
            <a:off x="3357563" y="2889250"/>
            <a:ext cx="3108325" cy="201613"/>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a:ea typeface="宋体" panose="02010600030101010101" pitchFamily="2" charset="-122"/>
            </a:endParaRPr>
          </a:p>
        </p:txBody>
      </p:sp>
      <p:sp>
        <p:nvSpPr>
          <p:cNvPr id="6" name="Rectangle 10" descr="Slate bar"/>
          <p:cNvSpPr>
            <a:spLocks noChangeArrowheads="1"/>
          </p:cNvSpPr>
          <p:nvPr/>
        </p:nvSpPr>
        <p:spPr bwMode="auto">
          <a:xfrm>
            <a:off x="6465888" y="2889250"/>
            <a:ext cx="3109912" cy="201613"/>
          </a:xfrm>
          <a:prstGeom prst="rect">
            <a:avLst/>
          </a:prstGeom>
          <a:solidFill>
            <a:srgbClr val="3333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a:solidFill>
                <a:srgbClr val="333399"/>
              </a:solidFill>
              <a:ea typeface="宋体" panose="02010600030101010101" pitchFamily="2" charset="-122"/>
            </a:endParaRPr>
          </a:p>
        </p:txBody>
      </p:sp>
      <p:sp>
        <p:nvSpPr>
          <p:cNvPr id="16386" name="Rectangle 2"/>
          <p:cNvSpPr>
            <a:spLocks noGrp="1" noChangeArrowheads="1"/>
          </p:cNvSpPr>
          <p:nvPr>
            <p:ph type="ctrTitle"/>
          </p:nvPr>
        </p:nvSpPr>
        <p:spPr>
          <a:xfrm>
            <a:off x="742950" y="685800"/>
            <a:ext cx="8420100" cy="2127250"/>
          </a:xfrm>
        </p:spPr>
        <p:txBody>
          <a:bodyPr/>
          <a:lstStyle>
            <a:lvl1pPr algn="ctr">
              <a:defRPr sz="5400" b="1">
                <a:solidFill>
                  <a:srgbClr val="333399"/>
                </a:solidFill>
                <a:latin typeface="黑体" panose="02010609060101010101" pitchFamily="2" charset="-122"/>
                <a:ea typeface="黑体" panose="02010609060101010101" pitchFamily="2" charset="-122"/>
              </a:defRPr>
            </a:lvl1pPr>
          </a:lstStyle>
          <a:p>
            <a:pPr lvl="0"/>
            <a:r>
              <a:rPr lang="zh-CN" altLang="en-US" noProof="0" dirty="0"/>
              <a:t>单击此处编辑母版标题样式</a:t>
            </a:r>
            <a:endParaRPr lang="en-US" altLang="zh-CN" noProof="0" dirty="0"/>
          </a:p>
        </p:txBody>
      </p:sp>
      <p:sp>
        <p:nvSpPr>
          <p:cNvPr id="16387" name="Rectangle 3"/>
          <p:cNvSpPr>
            <a:spLocks noGrp="1" noChangeArrowheads="1"/>
          </p:cNvSpPr>
          <p:nvPr>
            <p:ph type="subTitle" idx="1"/>
          </p:nvPr>
        </p:nvSpPr>
        <p:spPr>
          <a:xfrm>
            <a:off x="1485900" y="3270250"/>
            <a:ext cx="6934200" cy="2209800"/>
          </a:xfrm>
        </p:spPr>
        <p:txBody>
          <a:bodyPr/>
          <a:lstStyle>
            <a:lvl1pPr marL="0" indent="0" algn="ctr">
              <a:buFont typeface="Wingdings" panose="05000000000000000000" pitchFamily="2" charset="2"/>
              <a:buNone/>
              <a:defRPr sz="3600" b="1">
                <a:latin typeface="黑体" panose="02010609060101010101" pitchFamily="2" charset="-122"/>
                <a:ea typeface="黑体" panose="02010609060101010101" pitchFamily="2" charset="-122"/>
              </a:defRPr>
            </a:lvl1pPr>
          </a:lstStyle>
          <a:p>
            <a:pPr lvl="0"/>
            <a:r>
              <a:rPr lang="zh-CN" altLang="en-US" noProof="0" dirty="0"/>
              <a:t>单击此处编辑母版副标题样式</a:t>
            </a:r>
            <a:endParaRPr lang="en-US" altLang="zh-CN" noProof="0" dirty="0"/>
          </a:p>
        </p:txBody>
      </p:sp>
      <p:sp>
        <p:nvSpPr>
          <p:cNvPr id="7" name="Rectangle 4"/>
          <p:cNvSpPr>
            <a:spLocks noGrp="1" noChangeArrowheads="1"/>
          </p:cNvSpPr>
          <p:nvPr>
            <p:ph type="dt" sz="half" idx="10"/>
          </p:nvPr>
        </p:nvSpPr>
        <p:spPr/>
        <p:txBody>
          <a:bodyPr/>
          <a:lstStyle>
            <a:lvl1pPr>
              <a:defRPr/>
            </a:lvl1pPr>
          </a:lstStyle>
          <a:p>
            <a:endParaRPr lang="en-US" altLang="zh-CN"/>
          </a:p>
        </p:txBody>
      </p:sp>
      <p:sp>
        <p:nvSpPr>
          <p:cNvPr id="8" name="Rectangle 5"/>
          <p:cNvSpPr>
            <a:spLocks noGrp="1" noChangeArrowheads="1"/>
          </p:cNvSpPr>
          <p:nvPr>
            <p:ph type="ftr" sz="quarter" idx="11"/>
          </p:nvPr>
        </p:nvSpPr>
        <p:spPr/>
        <p:txBody>
          <a:bodyPr/>
          <a:lstStyle>
            <a:lvl1pPr>
              <a:defRPr/>
            </a:lvl1pPr>
          </a:lstStyle>
          <a:p>
            <a:r>
              <a:rPr lang="en-US" altLang="zh-CN"/>
              <a:t>ppt课件</a:t>
            </a:r>
          </a:p>
        </p:txBody>
      </p:sp>
      <p:sp>
        <p:nvSpPr>
          <p:cNvPr id="9" name="Rectangle 6"/>
          <p:cNvSpPr>
            <a:spLocks noGrp="1" noChangeArrowheads="1"/>
          </p:cNvSpPr>
          <p:nvPr>
            <p:ph type="sldNum" sz="quarter" idx="12"/>
          </p:nvPr>
        </p:nvSpPr>
        <p:spPr/>
        <p:txBody>
          <a:bodyPr/>
          <a:lstStyle>
            <a:lvl1pPr>
              <a:defRPr/>
            </a:lvl1pPr>
          </a:lstStyle>
          <a:p>
            <a:fld id="{01D2C440-9E6A-4430-8BAD-CF78432C284C}" type="slidenum">
              <a:rPr lang="zh-CN" altLang="en-US"/>
              <a:pPr/>
              <a:t>‹#›</a:t>
            </a:fld>
            <a:endParaRPr lang="en-US" altLang="zh-CN"/>
          </a:p>
        </p:txBody>
      </p:sp>
    </p:spTree>
    <p:extLst>
      <p:ext uri="{BB962C8B-B14F-4D97-AF65-F5344CB8AC3E}">
        <p14:creationId xmlns:p14="http://schemas.microsoft.com/office/powerpoint/2010/main" val="889173260"/>
      </p:ext>
    </p:extLst>
  </p:cSld>
  <p:clrMapOvr>
    <a:masterClrMapping/>
  </p:clrMapOvr>
  <p:hf/>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4" name="Line 8"/>
          <p:cNvSpPr>
            <a:spLocks noChangeShapeType="1"/>
          </p:cNvSpPr>
          <p:nvPr userDrawn="1"/>
        </p:nvSpPr>
        <p:spPr bwMode="auto">
          <a:xfrm>
            <a:off x="495300" y="1052513"/>
            <a:ext cx="906621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2" name="标题 1"/>
          <p:cNvSpPr>
            <a:spLocks noGrp="1"/>
          </p:cNvSpPr>
          <p:nvPr>
            <p:ph type="title"/>
          </p:nvPr>
        </p:nvSpPr>
        <p:spPr>
          <a:xfrm>
            <a:off x="495300" y="188640"/>
            <a:ext cx="9066212" cy="792088"/>
          </a:xfrm>
        </p:spPr>
        <p:txBody>
          <a:bodyPr/>
          <a:lstStyle>
            <a:lvl1pPr>
              <a:defRPr b="1">
                <a:solidFill>
                  <a:srgbClr val="333399"/>
                </a:solidFill>
                <a:latin typeface="+mn-lt"/>
                <a:ea typeface="黑体" panose="02010609060101010101" pitchFamily="2" charset="-122"/>
              </a:defRPr>
            </a:lvl1pPr>
          </a:lstStyle>
          <a:p>
            <a:r>
              <a:rPr lang="zh-CN" altLang="en-US" noProof="1"/>
              <a:t>单击此处编辑母版标题样式</a:t>
            </a:r>
          </a:p>
        </p:txBody>
      </p:sp>
      <p:sp>
        <p:nvSpPr>
          <p:cNvPr id="3" name="内容占位符 2"/>
          <p:cNvSpPr>
            <a:spLocks noGrp="1"/>
          </p:cNvSpPr>
          <p:nvPr>
            <p:ph idx="1"/>
          </p:nvPr>
        </p:nvSpPr>
        <p:spPr>
          <a:xfrm>
            <a:off x="495300" y="1196752"/>
            <a:ext cx="9066212" cy="4934173"/>
          </a:xfrm>
        </p:spPr>
        <p:txBody>
          <a:bodyPr/>
          <a:lstStyle>
            <a:lvl1pPr>
              <a:lnSpc>
                <a:spcPct val="110000"/>
              </a:lnSpc>
              <a:spcBef>
                <a:spcPts val="600"/>
              </a:spcBef>
              <a:defRPr sz="3200" b="1">
                <a:solidFill>
                  <a:schemeClr val="tx1"/>
                </a:solidFill>
                <a:latin typeface="+mn-lt"/>
                <a:ea typeface="黑体" panose="02010609060101010101" pitchFamily="2" charset="-122"/>
              </a:defRPr>
            </a:lvl1pPr>
            <a:lvl2pPr>
              <a:lnSpc>
                <a:spcPct val="110000"/>
              </a:lnSpc>
              <a:spcBef>
                <a:spcPts val="600"/>
              </a:spcBef>
              <a:defRPr sz="2800" b="1">
                <a:solidFill>
                  <a:schemeClr val="tx1"/>
                </a:solidFill>
                <a:latin typeface="+mn-lt"/>
                <a:ea typeface="黑体" panose="02010609060101010101" pitchFamily="2" charset="-122"/>
              </a:defRPr>
            </a:lvl2pPr>
            <a:lvl3pPr>
              <a:lnSpc>
                <a:spcPct val="110000"/>
              </a:lnSpc>
              <a:spcBef>
                <a:spcPts val="600"/>
              </a:spcBef>
              <a:defRPr sz="2400" b="1">
                <a:solidFill>
                  <a:schemeClr val="tx1"/>
                </a:solidFill>
                <a:latin typeface="+mn-lt"/>
                <a:ea typeface="黑体" panose="02010609060101010101" pitchFamily="2" charset="-122"/>
              </a:defRPr>
            </a:lvl3pPr>
            <a:lvl4pPr>
              <a:lnSpc>
                <a:spcPct val="110000"/>
              </a:lnSpc>
              <a:spcBef>
                <a:spcPts val="600"/>
              </a:spcBef>
              <a:defRPr sz="2000" b="1">
                <a:solidFill>
                  <a:schemeClr val="tx1"/>
                </a:solidFill>
                <a:latin typeface="+mn-lt"/>
                <a:ea typeface="黑体" panose="02010609060101010101" pitchFamily="2" charset="-122"/>
              </a:defRPr>
            </a:lvl4pPr>
            <a:lvl5pPr>
              <a:lnSpc>
                <a:spcPct val="110000"/>
              </a:lnSpc>
              <a:spcBef>
                <a:spcPts val="600"/>
              </a:spcBef>
              <a:defRPr sz="2000" b="1">
                <a:solidFill>
                  <a:schemeClr val="tx1"/>
                </a:solidFill>
                <a:latin typeface="+mn-lt"/>
                <a:ea typeface="黑体" panose="02010609060101010101" pitchFamily="2" charset="-122"/>
              </a:defRPr>
            </a:lvl5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日期占位符 3"/>
          <p:cNvSpPr>
            <a:spLocks noGrp="1"/>
          </p:cNvSpPr>
          <p:nvPr>
            <p:ph type="dt" sz="half" idx="10"/>
          </p:nvPr>
        </p:nvSpPr>
        <p:spPr/>
        <p:txBody>
          <a:bodyPr/>
          <a:lstStyle>
            <a:lvl1pPr>
              <a:defRPr dirty="0"/>
            </a:lvl1pPr>
          </a:lstStyle>
          <a:p>
            <a:endParaRPr lang="en-US" altLang="zh-CN"/>
          </a:p>
        </p:txBody>
      </p:sp>
      <p:sp>
        <p:nvSpPr>
          <p:cNvPr id="6" name="页脚占位符 4"/>
          <p:cNvSpPr>
            <a:spLocks noGrp="1"/>
          </p:cNvSpPr>
          <p:nvPr>
            <p:ph type="ftr" sz="quarter" idx="11"/>
          </p:nvPr>
        </p:nvSpPr>
        <p:spPr/>
        <p:txBody>
          <a:bodyPr/>
          <a:lstStyle>
            <a:lvl1pPr>
              <a:defRPr/>
            </a:lvl1pPr>
          </a:lstStyle>
          <a:p>
            <a:r>
              <a:rPr lang="en-US" altLang="zh-CN"/>
              <a:t>ppt课件</a:t>
            </a:r>
          </a:p>
        </p:txBody>
      </p:sp>
      <p:sp>
        <p:nvSpPr>
          <p:cNvPr id="7" name="灯片编号占位符 5"/>
          <p:cNvSpPr>
            <a:spLocks noGrp="1"/>
          </p:cNvSpPr>
          <p:nvPr>
            <p:ph type="sldNum" sz="quarter" idx="12"/>
          </p:nvPr>
        </p:nvSpPr>
        <p:spPr/>
        <p:txBody>
          <a:bodyPr/>
          <a:lstStyle>
            <a:lvl1pPr>
              <a:defRPr/>
            </a:lvl1pPr>
          </a:lstStyle>
          <a:p>
            <a:fld id="{B324A7B3-BB3D-430C-9416-57B4A4106B8F}" type="slidenum">
              <a:rPr lang="zh-CN" altLang="en-US"/>
              <a:pPr/>
              <a:t>‹#›</a:t>
            </a:fld>
            <a:endParaRPr lang="en-US" altLang="zh-CN"/>
          </a:p>
        </p:txBody>
      </p:sp>
    </p:spTree>
    <p:extLst>
      <p:ext uri="{BB962C8B-B14F-4D97-AF65-F5344CB8AC3E}">
        <p14:creationId xmlns:p14="http://schemas.microsoft.com/office/powerpoint/2010/main" val="1563474879"/>
      </p:ext>
    </p:extLst>
  </p:cSld>
  <p:clrMapOvr>
    <a:masterClrMapping/>
  </p:clrMapOvr>
  <p:hf/>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82638" y="4406900"/>
            <a:ext cx="8634858" cy="1362075"/>
          </a:xfrm>
        </p:spPr>
        <p:txBody>
          <a:bodyPr anchor="t"/>
          <a:lstStyle>
            <a:lvl1pPr algn="l">
              <a:defRPr sz="4400" b="1" cap="all">
                <a:solidFill>
                  <a:srgbClr val="333399"/>
                </a:solidFill>
                <a:latin typeface="+mn-lt"/>
                <a:ea typeface="黑体" panose="02010609060101010101" pitchFamily="2" charset="-122"/>
              </a:defRPr>
            </a:lvl1pPr>
          </a:lstStyle>
          <a:p>
            <a:r>
              <a:rPr lang="zh-CN" altLang="en-US" noProof="1"/>
              <a:t>单击此处编辑母版标题样式</a:t>
            </a:r>
          </a:p>
        </p:txBody>
      </p:sp>
      <p:sp>
        <p:nvSpPr>
          <p:cNvPr id="3" name="文本占位符 2"/>
          <p:cNvSpPr>
            <a:spLocks noGrp="1"/>
          </p:cNvSpPr>
          <p:nvPr>
            <p:ph type="body" idx="1"/>
          </p:nvPr>
        </p:nvSpPr>
        <p:spPr>
          <a:xfrm>
            <a:off x="782638" y="2906713"/>
            <a:ext cx="8634858"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a:t>单击此处编辑母版文本样式</a:t>
            </a:r>
          </a:p>
        </p:txBody>
      </p:sp>
      <p:sp>
        <p:nvSpPr>
          <p:cNvPr id="4" name="Rectangle 4"/>
          <p:cNvSpPr>
            <a:spLocks noGrp="1" noChangeArrowheads="1"/>
          </p:cNvSpPr>
          <p:nvPr>
            <p:ph type="dt" sz="half" idx="10"/>
          </p:nvPr>
        </p:nvSpPr>
        <p:spPr>
          <a:ln/>
        </p:spPr>
        <p:txBody>
          <a:bodyPr/>
          <a:lstStyle>
            <a:lvl1pPr>
              <a:defRPr/>
            </a:lvl1pPr>
          </a:lstStyle>
          <a:p>
            <a:endParaRPr lang="en-US" altLang="zh-CN"/>
          </a:p>
        </p:txBody>
      </p:sp>
      <p:sp>
        <p:nvSpPr>
          <p:cNvPr id="5" name="Rectangle 5"/>
          <p:cNvSpPr>
            <a:spLocks noGrp="1" noChangeArrowheads="1"/>
          </p:cNvSpPr>
          <p:nvPr>
            <p:ph type="ftr" sz="quarter" idx="11"/>
          </p:nvPr>
        </p:nvSpPr>
        <p:spPr>
          <a:ln/>
        </p:spPr>
        <p:txBody>
          <a:bodyPr/>
          <a:lstStyle>
            <a:lvl1pPr>
              <a:defRPr/>
            </a:lvl1pPr>
          </a:lstStyle>
          <a:p>
            <a:r>
              <a:rPr lang="en-US" altLang="zh-CN"/>
              <a:t>ppt课件</a:t>
            </a:r>
          </a:p>
        </p:txBody>
      </p:sp>
      <p:sp>
        <p:nvSpPr>
          <p:cNvPr id="6" name="Rectangle 6"/>
          <p:cNvSpPr>
            <a:spLocks noGrp="1" noChangeArrowheads="1"/>
          </p:cNvSpPr>
          <p:nvPr>
            <p:ph type="sldNum" sz="quarter" idx="12"/>
          </p:nvPr>
        </p:nvSpPr>
        <p:spPr>
          <a:ln/>
        </p:spPr>
        <p:txBody>
          <a:bodyPr/>
          <a:lstStyle>
            <a:lvl1pPr>
              <a:defRPr/>
            </a:lvl1pPr>
          </a:lstStyle>
          <a:p>
            <a:fld id="{131B3705-864E-4D65-9C72-61CB65F1C9F1}" type="slidenum">
              <a:rPr lang="zh-CN" altLang="en-US"/>
              <a:pPr/>
              <a:t>‹#›</a:t>
            </a:fld>
            <a:endParaRPr lang="en-US" altLang="zh-CN"/>
          </a:p>
        </p:txBody>
      </p:sp>
    </p:spTree>
    <p:extLst>
      <p:ext uri="{BB962C8B-B14F-4D97-AF65-F5344CB8AC3E}">
        <p14:creationId xmlns:p14="http://schemas.microsoft.com/office/powerpoint/2010/main" val="4077824084"/>
      </p:ext>
    </p:extLst>
  </p:cSld>
  <p:clrMapOvr>
    <a:masterClrMapping/>
  </p:clrMapOvr>
  <p:hf/>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5" name="Line 8"/>
          <p:cNvSpPr>
            <a:spLocks noChangeShapeType="1"/>
          </p:cNvSpPr>
          <p:nvPr userDrawn="1"/>
        </p:nvSpPr>
        <p:spPr bwMode="auto">
          <a:xfrm>
            <a:off x="495300" y="1052513"/>
            <a:ext cx="906621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2" name="标题 1"/>
          <p:cNvSpPr>
            <a:spLocks noGrp="1"/>
          </p:cNvSpPr>
          <p:nvPr>
            <p:ph type="title"/>
          </p:nvPr>
        </p:nvSpPr>
        <p:spPr>
          <a:xfrm>
            <a:off x="495300" y="188640"/>
            <a:ext cx="9066212" cy="792088"/>
          </a:xfrm>
        </p:spPr>
        <p:txBody>
          <a:bodyPr/>
          <a:lstStyle>
            <a:lvl1pPr>
              <a:defRPr b="1">
                <a:solidFill>
                  <a:srgbClr val="333399"/>
                </a:solidFill>
                <a:latin typeface="+mn-lt"/>
                <a:ea typeface="黑体" panose="02010609060101010101" pitchFamily="2" charset="-122"/>
              </a:defRPr>
            </a:lvl1pPr>
          </a:lstStyle>
          <a:p>
            <a:r>
              <a:rPr lang="zh-CN" altLang="en-US" noProof="1"/>
              <a:t>单击此处编辑母版标题样式</a:t>
            </a:r>
          </a:p>
        </p:txBody>
      </p:sp>
      <p:sp>
        <p:nvSpPr>
          <p:cNvPr id="3" name="内容占位符 2"/>
          <p:cNvSpPr>
            <a:spLocks noGrp="1"/>
          </p:cNvSpPr>
          <p:nvPr>
            <p:ph sz="half" idx="1"/>
          </p:nvPr>
        </p:nvSpPr>
        <p:spPr>
          <a:xfrm>
            <a:off x="495300" y="1196752"/>
            <a:ext cx="4460304" cy="4934173"/>
          </a:xfrm>
        </p:spPr>
        <p:txBody>
          <a:bodyPr/>
          <a:lstStyle>
            <a:lvl1pPr>
              <a:defRPr sz="2800" b="1">
                <a:solidFill>
                  <a:schemeClr val="tx1"/>
                </a:solidFill>
                <a:latin typeface="+mn-lt"/>
                <a:ea typeface="黑体" panose="02010609060101010101" pitchFamily="2" charset="-122"/>
              </a:defRPr>
            </a:lvl1pPr>
            <a:lvl2pPr>
              <a:buClr>
                <a:schemeClr val="accent2"/>
              </a:buClr>
              <a:defRPr sz="2400" b="1">
                <a:solidFill>
                  <a:schemeClr val="tx1"/>
                </a:solidFill>
                <a:latin typeface="+mn-lt"/>
                <a:ea typeface="黑体" panose="02010609060101010101" pitchFamily="2" charset="-122"/>
              </a:defRPr>
            </a:lvl2pPr>
            <a:lvl3pPr>
              <a:defRPr sz="2000" b="1">
                <a:solidFill>
                  <a:schemeClr val="tx1"/>
                </a:solidFill>
                <a:latin typeface="+mn-lt"/>
                <a:ea typeface="黑体" panose="02010609060101010101" pitchFamily="2" charset="-122"/>
              </a:defRPr>
            </a:lvl3pPr>
            <a:lvl4pPr>
              <a:defRPr sz="1800" b="1">
                <a:solidFill>
                  <a:schemeClr val="tx1"/>
                </a:solidFill>
                <a:latin typeface="+mn-lt"/>
                <a:ea typeface="黑体" panose="02010609060101010101" pitchFamily="2" charset="-122"/>
              </a:defRPr>
            </a:lvl4pPr>
            <a:lvl5pPr>
              <a:buClr>
                <a:srgbClr val="333399"/>
              </a:buClr>
              <a:defRPr sz="1800" b="1">
                <a:solidFill>
                  <a:schemeClr val="tx1"/>
                </a:solidFill>
                <a:latin typeface="+mn-lt"/>
                <a:ea typeface="黑体" panose="02010609060101010101" pitchFamily="2" charset="-122"/>
              </a:defRPr>
            </a:lvl5pPr>
            <a:lvl6pPr>
              <a:defRPr sz="1800"/>
            </a:lvl6pPr>
            <a:lvl7pPr>
              <a:defRPr sz="1800"/>
            </a:lvl7pPr>
            <a:lvl8pPr>
              <a:defRPr sz="1800"/>
            </a:lvl8pPr>
            <a:lvl9pPr>
              <a:defRPr sz="18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5101208" y="1196752"/>
            <a:ext cx="4460304" cy="4934173"/>
          </a:xfrm>
        </p:spPr>
        <p:txBody>
          <a:bodyPr/>
          <a:lstStyle>
            <a:lvl1pPr>
              <a:defRPr sz="2800" b="1">
                <a:solidFill>
                  <a:schemeClr val="tx1"/>
                </a:solidFill>
                <a:latin typeface="+mn-lt"/>
                <a:ea typeface="黑体" panose="02010609060101010101" pitchFamily="2" charset="-122"/>
              </a:defRPr>
            </a:lvl1pPr>
            <a:lvl2pPr>
              <a:buClr>
                <a:schemeClr val="accent2"/>
              </a:buClr>
              <a:defRPr sz="2400" b="1">
                <a:solidFill>
                  <a:schemeClr val="tx1"/>
                </a:solidFill>
                <a:latin typeface="+mn-lt"/>
                <a:ea typeface="黑体" panose="02010609060101010101" pitchFamily="2" charset="-122"/>
              </a:defRPr>
            </a:lvl2pPr>
            <a:lvl3pPr>
              <a:defRPr sz="2000" b="1">
                <a:solidFill>
                  <a:schemeClr val="tx1"/>
                </a:solidFill>
                <a:latin typeface="+mn-lt"/>
                <a:ea typeface="黑体" panose="02010609060101010101" pitchFamily="2" charset="-122"/>
              </a:defRPr>
            </a:lvl3pPr>
            <a:lvl4pPr>
              <a:defRPr sz="1800" b="1">
                <a:solidFill>
                  <a:schemeClr val="tx1"/>
                </a:solidFill>
                <a:latin typeface="+mn-lt"/>
                <a:ea typeface="黑体" panose="02010609060101010101" pitchFamily="2" charset="-122"/>
              </a:defRPr>
            </a:lvl4pPr>
            <a:lvl5pPr>
              <a:buClr>
                <a:srgbClr val="333399"/>
              </a:buClr>
              <a:defRPr sz="1800" b="1">
                <a:solidFill>
                  <a:schemeClr val="tx1"/>
                </a:solidFill>
                <a:latin typeface="+mn-lt"/>
                <a:ea typeface="黑体" panose="02010609060101010101" pitchFamily="2" charset="-122"/>
              </a:defRPr>
            </a:lvl5pPr>
            <a:lvl6pPr>
              <a:defRPr sz="1800"/>
            </a:lvl6pPr>
            <a:lvl7pPr>
              <a:defRPr sz="1800"/>
            </a:lvl7pPr>
            <a:lvl8pPr>
              <a:defRPr sz="1800"/>
            </a:lvl8pPr>
            <a:lvl9pPr>
              <a:defRPr sz="18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6" name="日期占位符 4"/>
          <p:cNvSpPr>
            <a:spLocks noGrp="1"/>
          </p:cNvSpPr>
          <p:nvPr>
            <p:ph type="dt" sz="half" idx="10"/>
          </p:nvPr>
        </p:nvSpPr>
        <p:spPr/>
        <p:txBody>
          <a:bodyPr/>
          <a:lstStyle>
            <a:lvl1pPr>
              <a:defRPr/>
            </a:lvl1pPr>
          </a:lstStyle>
          <a:p>
            <a:endParaRPr lang="en-US" altLang="zh-CN"/>
          </a:p>
        </p:txBody>
      </p:sp>
      <p:sp>
        <p:nvSpPr>
          <p:cNvPr id="7" name="页脚占位符 5"/>
          <p:cNvSpPr>
            <a:spLocks noGrp="1"/>
          </p:cNvSpPr>
          <p:nvPr>
            <p:ph type="ftr" sz="quarter" idx="11"/>
          </p:nvPr>
        </p:nvSpPr>
        <p:spPr/>
        <p:txBody>
          <a:bodyPr/>
          <a:lstStyle>
            <a:lvl1pPr>
              <a:defRPr/>
            </a:lvl1pPr>
          </a:lstStyle>
          <a:p>
            <a:r>
              <a:rPr lang="en-US" altLang="zh-CN"/>
              <a:t>ppt课件</a:t>
            </a:r>
          </a:p>
        </p:txBody>
      </p:sp>
      <p:sp>
        <p:nvSpPr>
          <p:cNvPr id="8" name="灯片编号占位符 6"/>
          <p:cNvSpPr>
            <a:spLocks noGrp="1"/>
          </p:cNvSpPr>
          <p:nvPr>
            <p:ph type="sldNum" sz="quarter" idx="12"/>
          </p:nvPr>
        </p:nvSpPr>
        <p:spPr/>
        <p:txBody>
          <a:bodyPr/>
          <a:lstStyle>
            <a:lvl1pPr>
              <a:defRPr/>
            </a:lvl1pPr>
          </a:lstStyle>
          <a:p>
            <a:fld id="{02D5D87F-0A7A-4AA9-BC3A-2693AF527683}" type="slidenum">
              <a:rPr lang="zh-CN" altLang="en-US"/>
              <a:pPr/>
              <a:t>‹#›</a:t>
            </a:fld>
            <a:endParaRPr lang="en-US" altLang="zh-CN"/>
          </a:p>
        </p:txBody>
      </p:sp>
    </p:spTree>
    <p:extLst>
      <p:ext uri="{BB962C8B-B14F-4D97-AF65-F5344CB8AC3E}">
        <p14:creationId xmlns:p14="http://schemas.microsoft.com/office/powerpoint/2010/main" val="2949220879"/>
      </p:ext>
    </p:extLst>
  </p:cSld>
  <p:clrMapOvr>
    <a:masterClrMapping/>
  </p:clrMapOvr>
  <p:hf/>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7" name="Line 8"/>
          <p:cNvSpPr>
            <a:spLocks noChangeShapeType="1"/>
          </p:cNvSpPr>
          <p:nvPr userDrawn="1"/>
        </p:nvSpPr>
        <p:spPr bwMode="auto">
          <a:xfrm>
            <a:off x="495300" y="1052513"/>
            <a:ext cx="906621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2" name="标题 1"/>
          <p:cNvSpPr>
            <a:spLocks noGrp="1"/>
          </p:cNvSpPr>
          <p:nvPr>
            <p:ph type="title"/>
          </p:nvPr>
        </p:nvSpPr>
        <p:spPr>
          <a:xfrm>
            <a:off x="495300" y="188640"/>
            <a:ext cx="9066212" cy="792088"/>
          </a:xfrm>
        </p:spPr>
        <p:txBody>
          <a:bodyPr/>
          <a:lstStyle>
            <a:lvl1pPr>
              <a:defRPr b="1">
                <a:solidFill>
                  <a:srgbClr val="333399"/>
                </a:solidFill>
                <a:latin typeface="+mn-lt"/>
                <a:ea typeface="黑体" panose="02010609060101010101" pitchFamily="2" charset="-122"/>
              </a:defRPr>
            </a:lvl1pPr>
          </a:lstStyle>
          <a:p>
            <a:r>
              <a:rPr lang="zh-CN" altLang="en-US" noProof="1"/>
              <a:t>单击此处编辑母版标题样式</a:t>
            </a:r>
          </a:p>
        </p:txBody>
      </p:sp>
      <p:sp>
        <p:nvSpPr>
          <p:cNvPr id="3" name="文本占位符 2"/>
          <p:cNvSpPr>
            <a:spLocks noGrp="1"/>
          </p:cNvSpPr>
          <p:nvPr>
            <p:ph type="body" idx="1"/>
          </p:nvPr>
        </p:nvSpPr>
        <p:spPr>
          <a:xfrm>
            <a:off x="495299" y="1207874"/>
            <a:ext cx="4455513" cy="639762"/>
          </a:xfrm>
        </p:spPr>
        <p:txBody>
          <a:bodyPr anchor="b"/>
          <a:lstStyle>
            <a:lvl1pPr marL="0" indent="0">
              <a:buNone/>
              <a:defRPr sz="2800" b="1">
                <a:latin typeface="+mn-lt"/>
                <a:ea typeface="黑体" panose="02010609060101010101" pitchFamily="2"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4" name="内容占位符 3"/>
          <p:cNvSpPr>
            <a:spLocks noGrp="1"/>
          </p:cNvSpPr>
          <p:nvPr>
            <p:ph sz="half" idx="2"/>
          </p:nvPr>
        </p:nvSpPr>
        <p:spPr>
          <a:xfrm>
            <a:off x="495299" y="1872534"/>
            <a:ext cx="4455513" cy="4292770"/>
          </a:xfrm>
        </p:spPr>
        <p:txBody>
          <a:bodyPr/>
          <a:lstStyle>
            <a:lvl1pPr>
              <a:defRPr sz="2800" b="1">
                <a:solidFill>
                  <a:schemeClr val="tx1"/>
                </a:solidFill>
                <a:latin typeface="+mn-lt"/>
                <a:ea typeface="黑体" panose="02010609060101010101" pitchFamily="2" charset="-122"/>
              </a:defRPr>
            </a:lvl1pPr>
            <a:lvl2pPr>
              <a:defRPr sz="2400" b="1">
                <a:solidFill>
                  <a:schemeClr val="tx1"/>
                </a:solidFill>
                <a:latin typeface="+mn-lt"/>
                <a:ea typeface="黑体" panose="02010609060101010101" pitchFamily="2" charset="-122"/>
              </a:defRPr>
            </a:lvl2pPr>
            <a:lvl3pPr>
              <a:defRPr sz="2000" b="1">
                <a:solidFill>
                  <a:schemeClr val="tx1"/>
                </a:solidFill>
                <a:latin typeface="+mn-lt"/>
                <a:ea typeface="黑体" panose="02010609060101010101" pitchFamily="2" charset="-122"/>
              </a:defRPr>
            </a:lvl3pPr>
            <a:lvl4pPr>
              <a:defRPr sz="1800" b="1">
                <a:solidFill>
                  <a:schemeClr val="tx1"/>
                </a:solidFill>
                <a:latin typeface="+mn-lt"/>
                <a:ea typeface="黑体" panose="02010609060101010101" pitchFamily="2" charset="-122"/>
              </a:defRPr>
            </a:lvl4pPr>
            <a:lvl5pPr>
              <a:defRPr sz="1800" b="1">
                <a:solidFill>
                  <a:schemeClr val="tx1"/>
                </a:solidFill>
                <a:latin typeface="+mn-lt"/>
                <a:ea typeface="黑体" panose="02010609060101010101" pitchFamily="2" charset="-122"/>
              </a:defRPr>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文本占位符 4"/>
          <p:cNvSpPr>
            <a:spLocks noGrp="1"/>
          </p:cNvSpPr>
          <p:nvPr>
            <p:ph type="body" sz="quarter" idx="3"/>
          </p:nvPr>
        </p:nvSpPr>
        <p:spPr>
          <a:xfrm>
            <a:off x="5104383" y="1207874"/>
            <a:ext cx="4457129" cy="639762"/>
          </a:xfrm>
        </p:spPr>
        <p:txBody>
          <a:bodyPr anchor="b"/>
          <a:lstStyle>
            <a:lvl1pPr marL="0" indent="0">
              <a:buNone/>
              <a:defRPr sz="2800" b="1">
                <a:latin typeface="+mn-lt"/>
                <a:ea typeface="黑体" panose="02010609060101010101" pitchFamily="2"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6" name="内容占位符 5"/>
          <p:cNvSpPr>
            <a:spLocks noGrp="1"/>
          </p:cNvSpPr>
          <p:nvPr>
            <p:ph sz="quarter" idx="4"/>
          </p:nvPr>
        </p:nvSpPr>
        <p:spPr>
          <a:xfrm>
            <a:off x="5104383" y="1872534"/>
            <a:ext cx="4457129" cy="4292770"/>
          </a:xfrm>
        </p:spPr>
        <p:txBody>
          <a:bodyPr/>
          <a:lstStyle>
            <a:lvl1pPr>
              <a:defRPr sz="2800" b="1">
                <a:solidFill>
                  <a:schemeClr val="tx1"/>
                </a:solidFill>
                <a:latin typeface="+mn-lt"/>
                <a:ea typeface="黑体" panose="02010609060101010101" pitchFamily="2" charset="-122"/>
              </a:defRPr>
            </a:lvl1pPr>
            <a:lvl2pPr>
              <a:defRPr sz="2400" b="1">
                <a:solidFill>
                  <a:schemeClr val="tx1"/>
                </a:solidFill>
                <a:latin typeface="+mn-lt"/>
                <a:ea typeface="黑体" panose="02010609060101010101" pitchFamily="2" charset="-122"/>
              </a:defRPr>
            </a:lvl2pPr>
            <a:lvl3pPr>
              <a:defRPr sz="2000" b="1">
                <a:solidFill>
                  <a:schemeClr val="tx1"/>
                </a:solidFill>
                <a:latin typeface="+mn-lt"/>
                <a:ea typeface="黑体" panose="02010609060101010101" pitchFamily="2" charset="-122"/>
              </a:defRPr>
            </a:lvl3pPr>
            <a:lvl4pPr>
              <a:defRPr sz="1800" b="1">
                <a:solidFill>
                  <a:schemeClr val="tx1"/>
                </a:solidFill>
                <a:latin typeface="+mn-lt"/>
                <a:ea typeface="黑体" panose="02010609060101010101" pitchFamily="2" charset="-122"/>
              </a:defRPr>
            </a:lvl4pPr>
            <a:lvl5pPr>
              <a:defRPr sz="1800" b="1">
                <a:solidFill>
                  <a:schemeClr val="tx1"/>
                </a:solidFill>
                <a:latin typeface="+mn-lt"/>
                <a:ea typeface="黑体" panose="02010609060101010101" pitchFamily="2" charset="-122"/>
              </a:defRPr>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8" name="日期占位符 6"/>
          <p:cNvSpPr>
            <a:spLocks noGrp="1"/>
          </p:cNvSpPr>
          <p:nvPr>
            <p:ph type="dt" sz="half" idx="10"/>
          </p:nvPr>
        </p:nvSpPr>
        <p:spPr/>
        <p:txBody>
          <a:bodyPr/>
          <a:lstStyle>
            <a:lvl1pPr>
              <a:defRPr/>
            </a:lvl1pPr>
          </a:lstStyle>
          <a:p>
            <a:endParaRPr lang="en-US" altLang="zh-CN"/>
          </a:p>
        </p:txBody>
      </p:sp>
      <p:sp>
        <p:nvSpPr>
          <p:cNvPr id="9" name="页脚占位符 7"/>
          <p:cNvSpPr>
            <a:spLocks noGrp="1"/>
          </p:cNvSpPr>
          <p:nvPr>
            <p:ph type="ftr" sz="quarter" idx="11"/>
          </p:nvPr>
        </p:nvSpPr>
        <p:spPr/>
        <p:txBody>
          <a:bodyPr/>
          <a:lstStyle>
            <a:lvl1pPr>
              <a:defRPr/>
            </a:lvl1pPr>
          </a:lstStyle>
          <a:p>
            <a:r>
              <a:rPr lang="en-US" altLang="zh-CN"/>
              <a:t>ppt课件</a:t>
            </a:r>
          </a:p>
        </p:txBody>
      </p:sp>
      <p:sp>
        <p:nvSpPr>
          <p:cNvPr id="10" name="灯片编号占位符 8"/>
          <p:cNvSpPr>
            <a:spLocks noGrp="1"/>
          </p:cNvSpPr>
          <p:nvPr>
            <p:ph type="sldNum" sz="quarter" idx="12"/>
          </p:nvPr>
        </p:nvSpPr>
        <p:spPr/>
        <p:txBody>
          <a:bodyPr/>
          <a:lstStyle>
            <a:lvl1pPr>
              <a:defRPr/>
            </a:lvl1pPr>
          </a:lstStyle>
          <a:p>
            <a:fld id="{422B1608-A69B-485F-95FB-95438C61343E}" type="slidenum">
              <a:rPr lang="zh-CN" altLang="en-US"/>
              <a:pPr/>
              <a:t>‹#›</a:t>
            </a:fld>
            <a:endParaRPr lang="en-US" altLang="zh-CN"/>
          </a:p>
        </p:txBody>
      </p:sp>
    </p:spTree>
    <p:extLst>
      <p:ext uri="{BB962C8B-B14F-4D97-AF65-F5344CB8AC3E}">
        <p14:creationId xmlns:p14="http://schemas.microsoft.com/office/powerpoint/2010/main" val="949984336"/>
      </p:ext>
    </p:extLst>
  </p:cSld>
  <p:clrMapOvr>
    <a:masterClrMapping/>
  </p:clrMapOvr>
  <p:hf/>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比较">
    <p:spTree>
      <p:nvGrpSpPr>
        <p:cNvPr id="1" name=""/>
        <p:cNvGrpSpPr/>
        <p:nvPr/>
      </p:nvGrpSpPr>
      <p:grpSpPr>
        <a:xfrm>
          <a:off x="0" y="0"/>
          <a:ext cx="0" cy="0"/>
          <a:chOff x="0" y="0"/>
          <a:chExt cx="0" cy="0"/>
        </a:xfrm>
      </p:grpSpPr>
      <p:sp>
        <p:nvSpPr>
          <p:cNvPr id="7" name="Line 8"/>
          <p:cNvSpPr>
            <a:spLocks noChangeShapeType="1"/>
          </p:cNvSpPr>
          <p:nvPr userDrawn="1"/>
        </p:nvSpPr>
        <p:spPr bwMode="auto">
          <a:xfrm>
            <a:off x="495300" y="1052513"/>
            <a:ext cx="906621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2" name="标题 1"/>
          <p:cNvSpPr>
            <a:spLocks noGrp="1"/>
          </p:cNvSpPr>
          <p:nvPr>
            <p:ph type="title"/>
          </p:nvPr>
        </p:nvSpPr>
        <p:spPr>
          <a:xfrm>
            <a:off x="495300" y="188640"/>
            <a:ext cx="9066212" cy="792088"/>
          </a:xfrm>
        </p:spPr>
        <p:txBody>
          <a:bodyPr/>
          <a:lstStyle>
            <a:lvl1pPr>
              <a:defRPr b="1">
                <a:solidFill>
                  <a:srgbClr val="333399"/>
                </a:solidFill>
                <a:latin typeface="+mn-lt"/>
                <a:ea typeface="黑体" panose="02010609060101010101" pitchFamily="2" charset="-122"/>
              </a:defRPr>
            </a:lvl1pPr>
          </a:lstStyle>
          <a:p>
            <a:r>
              <a:rPr lang="zh-CN" altLang="en-US" noProof="1"/>
              <a:t>单击此处编辑母版标题样式</a:t>
            </a:r>
          </a:p>
        </p:txBody>
      </p:sp>
      <p:sp>
        <p:nvSpPr>
          <p:cNvPr id="3" name="文本占位符 2"/>
          <p:cNvSpPr>
            <a:spLocks noGrp="1"/>
          </p:cNvSpPr>
          <p:nvPr>
            <p:ph type="body" idx="1"/>
          </p:nvPr>
        </p:nvSpPr>
        <p:spPr>
          <a:xfrm>
            <a:off x="495299" y="1207874"/>
            <a:ext cx="9066213" cy="639762"/>
          </a:xfrm>
        </p:spPr>
        <p:txBody>
          <a:bodyPr anchor="b"/>
          <a:lstStyle>
            <a:lvl1pPr marL="0" indent="0">
              <a:buNone/>
              <a:defRPr sz="3200" b="1">
                <a:latin typeface="+mn-lt"/>
                <a:ea typeface="黑体" panose="02010609060101010101" pitchFamily="2"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4" name="内容占位符 3"/>
          <p:cNvSpPr>
            <a:spLocks noGrp="1"/>
          </p:cNvSpPr>
          <p:nvPr>
            <p:ph sz="half" idx="2"/>
          </p:nvPr>
        </p:nvSpPr>
        <p:spPr>
          <a:xfrm>
            <a:off x="495299" y="1872534"/>
            <a:ext cx="4455513" cy="4292770"/>
          </a:xfrm>
        </p:spPr>
        <p:txBody>
          <a:bodyPr/>
          <a:lstStyle>
            <a:lvl1pPr>
              <a:defRPr sz="2800" b="1">
                <a:solidFill>
                  <a:schemeClr val="tx1"/>
                </a:solidFill>
                <a:latin typeface="+mn-lt"/>
                <a:ea typeface="黑体" panose="02010609060101010101" pitchFamily="2" charset="-122"/>
              </a:defRPr>
            </a:lvl1pPr>
            <a:lvl2pPr>
              <a:defRPr sz="2400" b="1">
                <a:solidFill>
                  <a:schemeClr val="tx1"/>
                </a:solidFill>
                <a:latin typeface="+mn-lt"/>
                <a:ea typeface="黑体" panose="02010609060101010101" pitchFamily="2" charset="-122"/>
              </a:defRPr>
            </a:lvl2pPr>
            <a:lvl3pPr>
              <a:defRPr sz="2000" b="1">
                <a:solidFill>
                  <a:schemeClr val="tx1"/>
                </a:solidFill>
                <a:latin typeface="+mn-lt"/>
                <a:ea typeface="黑体" panose="02010609060101010101" pitchFamily="2" charset="-122"/>
              </a:defRPr>
            </a:lvl3pPr>
            <a:lvl4pPr>
              <a:defRPr sz="1800" b="1">
                <a:solidFill>
                  <a:schemeClr val="tx1"/>
                </a:solidFill>
                <a:latin typeface="+mn-lt"/>
                <a:ea typeface="黑体" panose="02010609060101010101" pitchFamily="2" charset="-122"/>
              </a:defRPr>
            </a:lvl4pPr>
            <a:lvl5pPr>
              <a:defRPr sz="1800" b="1">
                <a:solidFill>
                  <a:schemeClr val="tx1"/>
                </a:solidFill>
                <a:latin typeface="+mn-lt"/>
                <a:ea typeface="黑体" panose="02010609060101010101" pitchFamily="2" charset="-122"/>
              </a:defRPr>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6" name="内容占位符 5"/>
          <p:cNvSpPr>
            <a:spLocks noGrp="1"/>
          </p:cNvSpPr>
          <p:nvPr>
            <p:ph sz="quarter" idx="4"/>
          </p:nvPr>
        </p:nvSpPr>
        <p:spPr>
          <a:xfrm>
            <a:off x="5104383" y="1872534"/>
            <a:ext cx="4457129" cy="4292770"/>
          </a:xfrm>
        </p:spPr>
        <p:txBody>
          <a:bodyPr/>
          <a:lstStyle>
            <a:lvl1pPr>
              <a:defRPr sz="2800" b="1">
                <a:solidFill>
                  <a:schemeClr val="tx1"/>
                </a:solidFill>
                <a:latin typeface="+mn-lt"/>
                <a:ea typeface="黑体" panose="02010609060101010101" pitchFamily="2" charset="-122"/>
              </a:defRPr>
            </a:lvl1pPr>
            <a:lvl2pPr>
              <a:defRPr sz="2400" b="1">
                <a:solidFill>
                  <a:schemeClr val="tx1"/>
                </a:solidFill>
                <a:latin typeface="+mn-lt"/>
                <a:ea typeface="黑体" panose="02010609060101010101" pitchFamily="2" charset="-122"/>
              </a:defRPr>
            </a:lvl2pPr>
            <a:lvl3pPr>
              <a:defRPr sz="2000" b="1">
                <a:solidFill>
                  <a:schemeClr val="tx1"/>
                </a:solidFill>
                <a:latin typeface="+mn-lt"/>
                <a:ea typeface="黑体" panose="02010609060101010101" pitchFamily="2" charset="-122"/>
              </a:defRPr>
            </a:lvl3pPr>
            <a:lvl4pPr>
              <a:defRPr sz="1800" b="1">
                <a:solidFill>
                  <a:schemeClr val="tx1"/>
                </a:solidFill>
                <a:latin typeface="+mn-lt"/>
                <a:ea typeface="黑体" panose="02010609060101010101" pitchFamily="2" charset="-122"/>
              </a:defRPr>
            </a:lvl4pPr>
            <a:lvl5pPr>
              <a:defRPr sz="1800" b="1">
                <a:solidFill>
                  <a:schemeClr val="tx1"/>
                </a:solidFill>
                <a:latin typeface="+mn-lt"/>
                <a:ea typeface="黑体" panose="02010609060101010101" pitchFamily="2" charset="-122"/>
              </a:defRPr>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8" name="日期占位符 6"/>
          <p:cNvSpPr>
            <a:spLocks noGrp="1"/>
          </p:cNvSpPr>
          <p:nvPr>
            <p:ph type="dt" sz="half" idx="10"/>
          </p:nvPr>
        </p:nvSpPr>
        <p:spPr/>
        <p:txBody>
          <a:bodyPr/>
          <a:lstStyle>
            <a:lvl1pPr>
              <a:defRPr/>
            </a:lvl1pPr>
          </a:lstStyle>
          <a:p>
            <a:endParaRPr lang="en-US" altLang="zh-CN"/>
          </a:p>
        </p:txBody>
      </p:sp>
      <p:sp>
        <p:nvSpPr>
          <p:cNvPr id="9" name="页脚占位符 7"/>
          <p:cNvSpPr>
            <a:spLocks noGrp="1"/>
          </p:cNvSpPr>
          <p:nvPr>
            <p:ph type="ftr" sz="quarter" idx="11"/>
          </p:nvPr>
        </p:nvSpPr>
        <p:spPr/>
        <p:txBody>
          <a:bodyPr/>
          <a:lstStyle>
            <a:lvl1pPr>
              <a:defRPr/>
            </a:lvl1pPr>
          </a:lstStyle>
          <a:p>
            <a:r>
              <a:rPr lang="en-US" altLang="zh-CN"/>
              <a:t>ppt课件</a:t>
            </a:r>
          </a:p>
        </p:txBody>
      </p:sp>
      <p:sp>
        <p:nvSpPr>
          <p:cNvPr id="10" name="灯片编号占位符 8"/>
          <p:cNvSpPr>
            <a:spLocks noGrp="1"/>
          </p:cNvSpPr>
          <p:nvPr>
            <p:ph type="sldNum" sz="quarter" idx="12"/>
          </p:nvPr>
        </p:nvSpPr>
        <p:spPr/>
        <p:txBody>
          <a:bodyPr/>
          <a:lstStyle>
            <a:lvl1pPr>
              <a:defRPr/>
            </a:lvl1pPr>
          </a:lstStyle>
          <a:p>
            <a:fld id="{82B6D876-83A9-45DC-A9A8-45B00DF3B1AF}" type="slidenum">
              <a:rPr lang="zh-CN" altLang="en-US"/>
              <a:pPr/>
              <a:t>‹#›</a:t>
            </a:fld>
            <a:endParaRPr lang="en-US" altLang="zh-CN"/>
          </a:p>
        </p:txBody>
      </p:sp>
    </p:spTree>
    <p:extLst>
      <p:ext uri="{BB962C8B-B14F-4D97-AF65-F5344CB8AC3E}">
        <p14:creationId xmlns:p14="http://schemas.microsoft.com/office/powerpoint/2010/main" val="2910569552"/>
      </p:ext>
    </p:extLst>
  </p:cSld>
  <p:clrMapOvr>
    <a:masterClrMapping/>
  </p:clrMapOvr>
  <p:hf/>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3" name="Line 8"/>
          <p:cNvSpPr>
            <a:spLocks noChangeShapeType="1"/>
          </p:cNvSpPr>
          <p:nvPr userDrawn="1"/>
        </p:nvSpPr>
        <p:spPr bwMode="auto">
          <a:xfrm>
            <a:off x="495300" y="1052513"/>
            <a:ext cx="906621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2" name="标题 1"/>
          <p:cNvSpPr>
            <a:spLocks noGrp="1"/>
          </p:cNvSpPr>
          <p:nvPr>
            <p:ph type="title"/>
          </p:nvPr>
        </p:nvSpPr>
        <p:spPr/>
        <p:txBody>
          <a:bodyPr/>
          <a:lstStyle>
            <a:lvl1pPr>
              <a:defRPr b="1">
                <a:solidFill>
                  <a:srgbClr val="333399"/>
                </a:solidFill>
                <a:latin typeface="+mn-lt"/>
                <a:ea typeface="黑体" panose="02010609060101010101" pitchFamily="2" charset="-122"/>
              </a:defRPr>
            </a:lvl1pPr>
          </a:lstStyle>
          <a:p>
            <a:r>
              <a:rPr lang="zh-CN" altLang="en-US" noProof="1"/>
              <a:t>单击此处编辑母版标题样式</a:t>
            </a:r>
          </a:p>
        </p:txBody>
      </p:sp>
      <p:sp>
        <p:nvSpPr>
          <p:cNvPr id="4" name="日期占位符 2"/>
          <p:cNvSpPr>
            <a:spLocks noGrp="1"/>
          </p:cNvSpPr>
          <p:nvPr>
            <p:ph type="dt" sz="half" idx="10"/>
          </p:nvPr>
        </p:nvSpPr>
        <p:spPr/>
        <p:txBody>
          <a:bodyPr/>
          <a:lstStyle>
            <a:lvl1pPr>
              <a:defRPr/>
            </a:lvl1pPr>
          </a:lstStyle>
          <a:p>
            <a:endParaRPr lang="en-US" altLang="zh-CN"/>
          </a:p>
        </p:txBody>
      </p:sp>
      <p:sp>
        <p:nvSpPr>
          <p:cNvPr id="5" name="页脚占位符 3"/>
          <p:cNvSpPr>
            <a:spLocks noGrp="1"/>
          </p:cNvSpPr>
          <p:nvPr>
            <p:ph type="ftr" sz="quarter" idx="11"/>
          </p:nvPr>
        </p:nvSpPr>
        <p:spPr/>
        <p:txBody>
          <a:bodyPr/>
          <a:lstStyle>
            <a:lvl1pPr>
              <a:defRPr/>
            </a:lvl1pPr>
          </a:lstStyle>
          <a:p>
            <a:r>
              <a:rPr lang="en-US" altLang="zh-CN"/>
              <a:t>ppt课件</a:t>
            </a:r>
          </a:p>
        </p:txBody>
      </p:sp>
      <p:sp>
        <p:nvSpPr>
          <p:cNvPr id="6" name="灯片编号占位符 4"/>
          <p:cNvSpPr>
            <a:spLocks noGrp="1"/>
          </p:cNvSpPr>
          <p:nvPr>
            <p:ph type="sldNum" sz="quarter" idx="12"/>
          </p:nvPr>
        </p:nvSpPr>
        <p:spPr/>
        <p:txBody>
          <a:bodyPr/>
          <a:lstStyle>
            <a:lvl1pPr>
              <a:defRPr/>
            </a:lvl1pPr>
          </a:lstStyle>
          <a:p>
            <a:fld id="{7C661C98-5699-4428-B37E-AF7B22049360}" type="slidenum">
              <a:rPr lang="zh-CN" altLang="en-US"/>
              <a:pPr/>
              <a:t>‹#›</a:t>
            </a:fld>
            <a:endParaRPr lang="en-US" altLang="zh-CN"/>
          </a:p>
        </p:txBody>
      </p:sp>
    </p:spTree>
    <p:extLst>
      <p:ext uri="{BB962C8B-B14F-4D97-AF65-F5344CB8AC3E}">
        <p14:creationId xmlns:p14="http://schemas.microsoft.com/office/powerpoint/2010/main" val="3963861348"/>
      </p:ext>
    </p:extLst>
  </p:cSld>
  <p:clrMapOvr>
    <a:masterClrMapping/>
  </p:clrMapOvr>
  <p:hf/>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endParaRPr lang="en-US" altLang="zh-CN"/>
          </a:p>
        </p:txBody>
      </p:sp>
      <p:sp>
        <p:nvSpPr>
          <p:cNvPr id="3" name="Rectangle 5"/>
          <p:cNvSpPr>
            <a:spLocks noGrp="1" noChangeArrowheads="1"/>
          </p:cNvSpPr>
          <p:nvPr>
            <p:ph type="ftr" sz="quarter" idx="11"/>
          </p:nvPr>
        </p:nvSpPr>
        <p:spPr>
          <a:ln/>
        </p:spPr>
        <p:txBody>
          <a:bodyPr/>
          <a:lstStyle>
            <a:lvl1pPr>
              <a:defRPr/>
            </a:lvl1pPr>
          </a:lstStyle>
          <a:p>
            <a:r>
              <a:rPr lang="en-US" altLang="zh-CN"/>
              <a:t>ppt课件</a:t>
            </a:r>
          </a:p>
        </p:txBody>
      </p:sp>
      <p:sp>
        <p:nvSpPr>
          <p:cNvPr id="4" name="Rectangle 6"/>
          <p:cNvSpPr>
            <a:spLocks noGrp="1" noChangeArrowheads="1"/>
          </p:cNvSpPr>
          <p:nvPr>
            <p:ph type="sldNum" sz="quarter" idx="12"/>
          </p:nvPr>
        </p:nvSpPr>
        <p:spPr>
          <a:ln/>
        </p:spPr>
        <p:txBody>
          <a:bodyPr/>
          <a:lstStyle>
            <a:lvl1pPr>
              <a:defRPr/>
            </a:lvl1pPr>
          </a:lstStyle>
          <a:p>
            <a:fld id="{8F377DAC-F69D-47B1-9C81-D9ECC8A84006}" type="slidenum">
              <a:rPr lang="zh-CN" altLang="en-US"/>
              <a:pPr/>
              <a:t>‹#›</a:t>
            </a:fld>
            <a:endParaRPr lang="en-US" altLang="zh-CN"/>
          </a:p>
        </p:txBody>
      </p:sp>
    </p:spTree>
    <p:extLst>
      <p:ext uri="{BB962C8B-B14F-4D97-AF65-F5344CB8AC3E}">
        <p14:creationId xmlns:p14="http://schemas.microsoft.com/office/powerpoint/2010/main" val="3442894119"/>
      </p:ext>
    </p:extLst>
  </p:cSld>
  <p:clrMapOvr>
    <a:masterClrMapping/>
  </p:clrMapOvr>
  <p:hf/>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95300" y="273050"/>
            <a:ext cx="3259138" cy="1162050"/>
          </a:xfrm>
        </p:spPr>
        <p:txBody>
          <a:bodyPr/>
          <a:lstStyle>
            <a:lvl1pPr algn="l">
              <a:defRPr sz="2000" b="1"/>
            </a:lvl1pPr>
          </a:lstStyle>
          <a:p>
            <a:r>
              <a:rPr lang="zh-CN" altLang="en-US" noProof="1"/>
              <a:t>单击此处编辑母版标题样式</a:t>
            </a:r>
          </a:p>
        </p:txBody>
      </p:sp>
      <p:sp>
        <p:nvSpPr>
          <p:cNvPr id="3" name="内容占位符 2"/>
          <p:cNvSpPr>
            <a:spLocks noGrp="1"/>
          </p:cNvSpPr>
          <p:nvPr>
            <p:ph idx="1"/>
          </p:nvPr>
        </p:nvSpPr>
        <p:spPr>
          <a:xfrm>
            <a:off x="3873500" y="273050"/>
            <a:ext cx="5688012"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文本占位符 3"/>
          <p:cNvSpPr>
            <a:spLocks noGrp="1"/>
          </p:cNvSpPr>
          <p:nvPr>
            <p:ph type="body" sz="half" idx="2"/>
          </p:nvPr>
        </p:nvSpPr>
        <p:spPr>
          <a:xfrm>
            <a:off x="495300" y="1435100"/>
            <a:ext cx="3259138"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p>
        </p:txBody>
      </p:sp>
      <p:sp>
        <p:nvSpPr>
          <p:cNvPr id="5" name="Rectangle 4"/>
          <p:cNvSpPr>
            <a:spLocks noGrp="1" noChangeArrowheads="1"/>
          </p:cNvSpPr>
          <p:nvPr>
            <p:ph type="dt" sz="half" idx="10"/>
          </p:nvPr>
        </p:nvSpPr>
        <p:spPr>
          <a:ln/>
        </p:spPr>
        <p:txBody>
          <a:bodyPr/>
          <a:lstStyle>
            <a:lvl1pPr>
              <a:defRPr/>
            </a:lvl1pPr>
          </a:lstStyle>
          <a:p>
            <a:endParaRPr lang="en-US" altLang="zh-CN"/>
          </a:p>
        </p:txBody>
      </p:sp>
      <p:sp>
        <p:nvSpPr>
          <p:cNvPr id="6" name="Rectangle 5"/>
          <p:cNvSpPr>
            <a:spLocks noGrp="1" noChangeArrowheads="1"/>
          </p:cNvSpPr>
          <p:nvPr>
            <p:ph type="ftr" sz="quarter" idx="11"/>
          </p:nvPr>
        </p:nvSpPr>
        <p:spPr>
          <a:ln/>
        </p:spPr>
        <p:txBody>
          <a:bodyPr/>
          <a:lstStyle>
            <a:lvl1pPr>
              <a:defRPr/>
            </a:lvl1pPr>
          </a:lstStyle>
          <a:p>
            <a:r>
              <a:rPr lang="en-US" altLang="zh-CN"/>
              <a:t>ppt课件</a:t>
            </a:r>
          </a:p>
        </p:txBody>
      </p:sp>
      <p:sp>
        <p:nvSpPr>
          <p:cNvPr id="7" name="Rectangle 6"/>
          <p:cNvSpPr>
            <a:spLocks noGrp="1" noChangeArrowheads="1"/>
          </p:cNvSpPr>
          <p:nvPr>
            <p:ph type="sldNum" sz="quarter" idx="12"/>
          </p:nvPr>
        </p:nvSpPr>
        <p:spPr>
          <a:ln/>
        </p:spPr>
        <p:txBody>
          <a:bodyPr/>
          <a:lstStyle>
            <a:lvl1pPr>
              <a:defRPr/>
            </a:lvl1pPr>
          </a:lstStyle>
          <a:p>
            <a:fld id="{E03CC55C-0818-484B-95B1-0D6AEF3A5121}" type="slidenum">
              <a:rPr lang="zh-CN" altLang="en-US"/>
              <a:pPr/>
              <a:t>‹#›</a:t>
            </a:fld>
            <a:endParaRPr lang="en-US" altLang="zh-CN"/>
          </a:p>
        </p:txBody>
      </p:sp>
    </p:spTree>
    <p:extLst>
      <p:ext uri="{BB962C8B-B14F-4D97-AF65-F5344CB8AC3E}">
        <p14:creationId xmlns:p14="http://schemas.microsoft.com/office/powerpoint/2010/main" val="3588653774"/>
      </p:ext>
    </p:extLst>
  </p:cSld>
  <p:clrMapOvr>
    <a:masterClrMapping/>
  </p:clrMapOvr>
  <p:hf/>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941513" y="4800600"/>
            <a:ext cx="5943600" cy="566738"/>
          </a:xfrm>
        </p:spPr>
        <p:txBody>
          <a:bodyPr/>
          <a:lstStyle>
            <a:lvl1pPr algn="l">
              <a:defRPr sz="2000" b="1"/>
            </a:lvl1pPr>
          </a:lstStyle>
          <a:p>
            <a:r>
              <a:rPr lang="zh-CN" altLang="en-US" noProof="1"/>
              <a:t>单击此处编辑母版标题样式</a:t>
            </a:r>
          </a:p>
        </p:txBody>
      </p:sp>
      <p:sp>
        <p:nvSpPr>
          <p:cNvPr id="3" name="图片占位符 2"/>
          <p:cNvSpPr>
            <a:spLocks noGrp="1"/>
          </p:cNvSpPr>
          <p:nvPr>
            <p:ph type="pic" idx="1"/>
          </p:nvPr>
        </p:nvSpPr>
        <p:spPr>
          <a:xfrm>
            <a:off x="1941513" y="612775"/>
            <a:ext cx="59436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noProof="1"/>
              <a:t>单击图标添加图片</a:t>
            </a:r>
          </a:p>
        </p:txBody>
      </p:sp>
      <p:sp>
        <p:nvSpPr>
          <p:cNvPr id="4" name="文本占位符 3"/>
          <p:cNvSpPr>
            <a:spLocks noGrp="1"/>
          </p:cNvSpPr>
          <p:nvPr>
            <p:ph type="body" sz="half" idx="2"/>
          </p:nvPr>
        </p:nvSpPr>
        <p:spPr>
          <a:xfrm>
            <a:off x="1941513" y="5367338"/>
            <a:ext cx="59436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p>
        </p:txBody>
      </p:sp>
      <p:sp>
        <p:nvSpPr>
          <p:cNvPr id="5" name="Rectangle 4"/>
          <p:cNvSpPr>
            <a:spLocks noGrp="1" noChangeArrowheads="1"/>
          </p:cNvSpPr>
          <p:nvPr>
            <p:ph type="dt" sz="half" idx="10"/>
          </p:nvPr>
        </p:nvSpPr>
        <p:spPr>
          <a:ln/>
        </p:spPr>
        <p:txBody>
          <a:bodyPr/>
          <a:lstStyle>
            <a:lvl1pPr>
              <a:defRPr/>
            </a:lvl1pPr>
          </a:lstStyle>
          <a:p>
            <a:endParaRPr lang="en-US" altLang="zh-CN"/>
          </a:p>
        </p:txBody>
      </p:sp>
      <p:sp>
        <p:nvSpPr>
          <p:cNvPr id="6" name="Rectangle 5"/>
          <p:cNvSpPr>
            <a:spLocks noGrp="1" noChangeArrowheads="1"/>
          </p:cNvSpPr>
          <p:nvPr>
            <p:ph type="ftr" sz="quarter" idx="11"/>
          </p:nvPr>
        </p:nvSpPr>
        <p:spPr>
          <a:ln/>
        </p:spPr>
        <p:txBody>
          <a:bodyPr/>
          <a:lstStyle>
            <a:lvl1pPr>
              <a:defRPr/>
            </a:lvl1pPr>
          </a:lstStyle>
          <a:p>
            <a:r>
              <a:rPr lang="en-US" altLang="zh-CN"/>
              <a:t>ppt课件</a:t>
            </a:r>
          </a:p>
        </p:txBody>
      </p:sp>
      <p:sp>
        <p:nvSpPr>
          <p:cNvPr id="7" name="Rectangle 6"/>
          <p:cNvSpPr>
            <a:spLocks noGrp="1" noChangeArrowheads="1"/>
          </p:cNvSpPr>
          <p:nvPr>
            <p:ph type="sldNum" sz="quarter" idx="12"/>
          </p:nvPr>
        </p:nvSpPr>
        <p:spPr>
          <a:ln/>
        </p:spPr>
        <p:txBody>
          <a:bodyPr/>
          <a:lstStyle>
            <a:lvl1pPr>
              <a:defRPr/>
            </a:lvl1pPr>
          </a:lstStyle>
          <a:p>
            <a:fld id="{3AABBE44-C760-482C-BBF4-1AD90914546D}" type="slidenum">
              <a:rPr lang="zh-CN" altLang="en-US"/>
              <a:pPr/>
              <a:t>‹#›</a:t>
            </a:fld>
            <a:endParaRPr lang="en-US" altLang="zh-CN"/>
          </a:p>
        </p:txBody>
      </p:sp>
    </p:spTree>
    <p:extLst>
      <p:ext uri="{BB962C8B-B14F-4D97-AF65-F5344CB8AC3E}">
        <p14:creationId xmlns:p14="http://schemas.microsoft.com/office/powerpoint/2010/main" val="2936825503"/>
      </p:ext>
    </p:extLst>
  </p:cSld>
  <p:clrMapOvr>
    <a:masterClrMapping/>
  </p:clrMapOvr>
  <p:hf/>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b="1">
                <a:solidFill>
                  <a:srgbClr val="333399"/>
                </a:solidFill>
                <a:latin typeface="+mn-lt"/>
                <a:ea typeface="黑体" panose="02010609060101010101" pitchFamily="2" charset="-122"/>
              </a:defRPr>
            </a:lvl1pPr>
          </a:lstStyle>
          <a:p>
            <a:r>
              <a:rPr lang="zh-CN" altLang="en-US" noProof="1"/>
              <a:t>单击此处编辑母版标题样式</a:t>
            </a:r>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4"/>
          <p:cNvSpPr>
            <a:spLocks noGrp="1" noChangeArrowheads="1"/>
          </p:cNvSpPr>
          <p:nvPr>
            <p:ph type="dt" sz="half" idx="10"/>
          </p:nvPr>
        </p:nvSpPr>
        <p:spPr>
          <a:ln/>
        </p:spPr>
        <p:txBody>
          <a:bodyPr/>
          <a:lstStyle>
            <a:lvl1pPr>
              <a:defRPr/>
            </a:lvl1pPr>
          </a:lstStyle>
          <a:p>
            <a:endParaRPr lang="en-US" altLang="zh-CN"/>
          </a:p>
        </p:txBody>
      </p:sp>
      <p:sp>
        <p:nvSpPr>
          <p:cNvPr id="5" name="Rectangle 5"/>
          <p:cNvSpPr>
            <a:spLocks noGrp="1" noChangeArrowheads="1"/>
          </p:cNvSpPr>
          <p:nvPr>
            <p:ph type="ftr" sz="quarter" idx="11"/>
          </p:nvPr>
        </p:nvSpPr>
        <p:spPr>
          <a:ln/>
        </p:spPr>
        <p:txBody>
          <a:bodyPr/>
          <a:lstStyle>
            <a:lvl1pPr>
              <a:defRPr/>
            </a:lvl1pPr>
          </a:lstStyle>
          <a:p>
            <a:r>
              <a:rPr lang="en-US" altLang="zh-CN"/>
              <a:t>ppt课件</a:t>
            </a:r>
          </a:p>
        </p:txBody>
      </p:sp>
      <p:sp>
        <p:nvSpPr>
          <p:cNvPr id="6" name="Rectangle 6"/>
          <p:cNvSpPr>
            <a:spLocks noGrp="1" noChangeArrowheads="1"/>
          </p:cNvSpPr>
          <p:nvPr>
            <p:ph type="sldNum" sz="quarter" idx="12"/>
          </p:nvPr>
        </p:nvSpPr>
        <p:spPr>
          <a:ln/>
        </p:spPr>
        <p:txBody>
          <a:bodyPr/>
          <a:lstStyle>
            <a:lvl1pPr>
              <a:defRPr/>
            </a:lvl1pPr>
          </a:lstStyle>
          <a:p>
            <a:fld id="{E1AE9711-D2FE-4E38-90AE-D1E297BAFE81}" type="slidenum">
              <a:rPr lang="zh-CN" altLang="en-US"/>
              <a:pPr/>
              <a:t>‹#›</a:t>
            </a:fld>
            <a:endParaRPr lang="en-US" altLang="zh-CN"/>
          </a:p>
        </p:txBody>
      </p:sp>
    </p:spTree>
    <p:extLst>
      <p:ext uri="{BB962C8B-B14F-4D97-AF65-F5344CB8AC3E}">
        <p14:creationId xmlns:p14="http://schemas.microsoft.com/office/powerpoint/2010/main" val="2473581823"/>
      </p:ext>
    </p:extLst>
  </p:cSld>
  <p:clrMapOvr>
    <a:masterClrMapping/>
  </p:clrMapOvr>
  <p:hf/>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181850" y="277813"/>
            <a:ext cx="2379662" cy="5853112"/>
          </a:xfrm>
        </p:spPr>
        <p:txBody>
          <a:bodyPr vert="eaVert"/>
          <a:lstStyle/>
          <a:p>
            <a:r>
              <a:rPr lang="zh-CN" altLang="en-US" noProof="1"/>
              <a:t>单击此处编辑母版标题样式</a:t>
            </a:r>
          </a:p>
        </p:txBody>
      </p:sp>
      <p:sp>
        <p:nvSpPr>
          <p:cNvPr id="3" name="竖排文字占位符 2"/>
          <p:cNvSpPr>
            <a:spLocks noGrp="1"/>
          </p:cNvSpPr>
          <p:nvPr>
            <p:ph type="body" orient="vert" idx="1"/>
          </p:nvPr>
        </p:nvSpPr>
        <p:spPr>
          <a:xfrm>
            <a:off x="495300" y="277813"/>
            <a:ext cx="6534150" cy="5853112"/>
          </a:xfrm>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4"/>
          <p:cNvSpPr>
            <a:spLocks noGrp="1" noChangeArrowheads="1"/>
          </p:cNvSpPr>
          <p:nvPr>
            <p:ph type="dt" sz="half" idx="10"/>
          </p:nvPr>
        </p:nvSpPr>
        <p:spPr>
          <a:ln/>
        </p:spPr>
        <p:txBody>
          <a:bodyPr/>
          <a:lstStyle>
            <a:lvl1pPr>
              <a:defRPr/>
            </a:lvl1pPr>
          </a:lstStyle>
          <a:p>
            <a:endParaRPr lang="en-US" altLang="zh-CN"/>
          </a:p>
        </p:txBody>
      </p:sp>
      <p:sp>
        <p:nvSpPr>
          <p:cNvPr id="5" name="Rectangle 5"/>
          <p:cNvSpPr>
            <a:spLocks noGrp="1" noChangeArrowheads="1"/>
          </p:cNvSpPr>
          <p:nvPr>
            <p:ph type="ftr" sz="quarter" idx="11"/>
          </p:nvPr>
        </p:nvSpPr>
        <p:spPr>
          <a:ln/>
        </p:spPr>
        <p:txBody>
          <a:bodyPr/>
          <a:lstStyle>
            <a:lvl1pPr>
              <a:defRPr/>
            </a:lvl1pPr>
          </a:lstStyle>
          <a:p>
            <a:r>
              <a:rPr lang="en-US" altLang="zh-CN"/>
              <a:t>ppt课件</a:t>
            </a:r>
          </a:p>
        </p:txBody>
      </p:sp>
      <p:sp>
        <p:nvSpPr>
          <p:cNvPr id="6" name="Rectangle 6"/>
          <p:cNvSpPr>
            <a:spLocks noGrp="1" noChangeArrowheads="1"/>
          </p:cNvSpPr>
          <p:nvPr>
            <p:ph type="sldNum" sz="quarter" idx="12"/>
          </p:nvPr>
        </p:nvSpPr>
        <p:spPr>
          <a:ln/>
        </p:spPr>
        <p:txBody>
          <a:bodyPr/>
          <a:lstStyle>
            <a:lvl1pPr>
              <a:defRPr/>
            </a:lvl1pPr>
          </a:lstStyle>
          <a:p>
            <a:fld id="{C4B43DEA-F75B-4EB0-9B6A-B5DA8DF75583}" type="slidenum">
              <a:rPr lang="zh-CN" altLang="en-US"/>
              <a:pPr/>
              <a:t>‹#›</a:t>
            </a:fld>
            <a:endParaRPr lang="en-US" altLang="zh-CN"/>
          </a:p>
        </p:txBody>
      </p:sp>
    </p:spTree>
    <p:extLst>
      <p:ext uri="{BB962C8B-B14F-4D97-AF65-F5344CB8AC3E}">
        <p14:creationId xmlns:p14="http://schemas.microsoft.com/office/powerpoint/2010/main" val="53245461"/>
      </p:ext>
    </p:extLst>
  </p:cSld>
  <p:clrMapOvr>
    <a:masterClrMapping/>
  </p:clrMapOvr>
  <p:hf/>
</p:sldLayout>
</file>

<file path=ppt/slideLayouts/slideLayout13.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6" name="Line 8"/>
          <p:cNvSpPr>
            <a:spLocks noChangeShapeType="1"/>
          </p:cNvSpPr>
          <p:nvPr userDrawn="1"/>
        </p:nvSpPr>
        <p:spPr bwMode="auto">
          <a:xfrm>
            <a:off x="495300" y="1052513"/>
            <a:ext cx="906621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2" name="标题 1"/>
          <p:cNvSpPr>
            <a:spLocks noGrp="1"/>
          </p:cNvSpPr>
          <p:nvPr>
            <p:ph type="title"/>
          </p:nvPr>
        </p:nvSpPr>
        <p:spPr>
          <a:xfrm>
            <a:off x="488504" y="188640"/>
            <a:ext cx="8915400" cy="792088"/>
          </a:xfrm>
        </p:spPr>
        <p:txBody>
          <a:bodyPr/>
          <a:lstStyle/>
          <a:p>
            <a:r>
              <a:rPr lang="zh-CN" altLang="en-US" noProof="1"/>
              <a:t>单击此处编辑母版标题样式</a:t>
            </a:r>
          </a:p>
        </p:txBody>
      </p:sp>
      <p:sp>
        <p:nvSpPr>
          <p:cNvPr id="3" name="文本占位符 2"/>
          <p:cNvSpPr>
            <a:spLocks noGrp="1"/>
          </p:cNvSpPr>
          <p:nvPr>
            <p:ph type="body" sz="half" idx="1"/>
          </p:nvPr>
        </p:nvSpPr>
        <p:spPr>
          <a:xfrm>
            <a:off x="495300" y="1196752"/>
            <a:ext cx="4381500" cy="4934173"/>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quarter" idx="2"/>
          </p:nvPr>
        </p:nvSpPr>
        <p:spPr>
          <a:xfrm>
            <a:off x="5029200" y="1196752"/>
            <a:ext cx="4381500" cy="2376587"/>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内容占位符 4"/>
          <p:cNvSpPr>
            <a:spLocks noGrp="1"/>
          </p:cNvSpPr>
          <p:nvPr>
            <p:ph sz="quarter" idx="3"/>
          </p:nvPr>
        </p:nvSpPr>
        <p:spPr>
          <a:xfrm>
            <a:off x="5029200" y="3754339"/>
            <a:ext cx="4381500" cy="2376586"/>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7" name="日期占位符 5"/>
          <p:cNvSpPr>
            <a:spLocks noGrp="1"/>
          </p:cNvSpPr>
          <p:nvPr>
            <p:ph type="dt" sz="half" idx="10"/>
          </p:nvPr>
        </p:nvSpPr>
        <p:spPr>
          <a:xfrm>
            <a:off x="495300" y="6248400"/>
            <a:ext cx="2311400" cy="457200"/>
          </a:xfrm>
        </p:spPr>
        <p:txBody>
          <a:bodyPr/>
          <a:lstStyle>
            <a:lvl1pPr>
              <a:defRPr/>
            </a:lvl1pPr>
          </a:lstStyle>
          <a:p>
            <a:endParaRPr lang="en-US" altLang="zh-CN"/>
          </a:p>
        </p:txBody>
      </p:sp>
      <p:sp>
        <p:nvSpPr>
          <p:cNvPr id="8" name="页脚占位符 6"/>
          <p:cNvSpPr>
            <a:spLocks noGrp="1"/>
          </p:cNvSpPr>
          <p:nvPr>
            <p:ph type="ftr" sz="quarter" idx="11"/>
          </p:nvPr>
        </p:nvSpPr>
        <p:spPr>
          <a:xfrm>
            <a:off x="3384550" y="6248400"/>
            <a:ext cx="3136900" cy="457200"/>
          </a:xfrm>
        </p:spPr>
        <p:txBody>
          <a:bodyPr/>
          <a:lstStyle>
            <a:lvl1pPr>
              <a:defRPr/>
            </a:lvl1pPr>
          </a:lstStyle>
          <a:p>
            <a:r>
              <a:rPr lang="en-US" altLang="zh-CN"/>
              <a:t>ppt课件</a:t>
            </a:r>
          </a:p>
        </p:txBody>
      </p:sp>
      <p:sp>
        <p:nvSpPr>
          <p:cNvPr id="9" name="灯片编号占位符 7"/>
          <p:cNvSpPr>
            <a:spLocks noGrp="1"/>
          </p:cNvSpPr>
          <p:nvPr>
            <p:ph type="sldNum" sz="quarter" idx="12"/>
          </p:nvPr>
        </p:nvSpPr>
        <p:spPr>
          <a:xfrm>
            <a:off x="7099300" y="6248400"/>
            <a:ext cx="2311400" cy="457200"/>
          </a:xfrm>
        </p:spPr>
        <p:txBody>
          <a:bodyPr/>
          <a:lstStyle>
            <a:lvl1pPr>
              <a:defRPr/>
            </a:lvl1pPr>
          </a:lstStyle>
          <a:p>
            <a:fld id="{81D9F3F7-388B-412F-8C50-0C2AA03CD55C}" type="slidenum">
              <a:rPr lang="zh-CN" altLang="en-US"/>
              <a:pPr/>
              <a:t>‹#›</a:t>
            </a:fld>
            <a:endParaRPr lang="en-US" altLang="zh-CN"/>
          </a:p>
        </p:txBody>
      </p:sp>
    </p:spTree>
    <p:extLst>
      <p:ext uri="{BB962C8B-B14F-4D97-AF65-F5344CB8AC3E}">
        <p14:creationId xmlns:p14="http://schemas.microsoft.com/office/powerpoint/2010/main" val="637343236"/>
      </p:ext>
    </p:extLst>
  </p:cSld>
  <p:clrMapOvr>
    <a:masterClrMapping/>
  </p:clrMapOvr>
  <p:hf/>
</p:sldLayout>
</file>

<file path=ppt/slideLayouts/slideLayout14.xml><?xml version="1.0" encoding="utf-8"?>
<p:sldLayout xmlns:a="http://schemas.openxmlformats.org/drawingml/2006/main" xmlns:r="http://schemas.openxmlformats.org/officeDocument/2006/relationships" xmlns:p="http://schemas.openxmlformats.org/presentationml/2006/main" type="txAndClipArt" preserve="1">
  <p:cSld name="标题，文本与剪贴画">
    <p:spTree>
      <p:nvGrpSpPr>
        <p:cNvPr id="1" name=""/>
        <p:cNvGrpSpPr/>
        <p:nvPr/>
      </p:nvGrpSpPr>
      <p:grpSpPr>
        <a:xfrm>
          <a:off x="0" y="0"/>
          <a:ext cx="0" cy="0"/>
          <a:chOff x="0" y="0"/>
          <a:chExt cx="0" cy="0"/>
        </a:xfrm>
      </p:grpSpPr>
      <p:sp>
        <p:nvSpPr>
          <p:cNvPr id="5" name="Line 8"/>
          <p:cNvSpPr>
            <a:spLocks noChangeShapeType="1"/>
          </p:cNvSpPr>
          <p:nvPr userDrawn="1"/>
        </p:nvSpPr>
        <p:spPr bwMode="auto">
          <a:xfrm>
            <a:off x="495300" y="1052513"/>
            <a:ext cx="906621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2" name="标题 1"/>
          <p:cNvSpPr>
            <a:spLocks noGrp="1"/>
          </p:cNvSpPr>
          <p:nvPr>
            <p:ph type="title"/>
          </p:nvPr>
        </p:nvSpPr>
        <p:spPr>
          <a:xfrm>
            <a:off x="495300" y="188641"/>
            <a:ext cx="8915400" cy="792087"/>
          </a:xfrm>
        </p:spPr>
        <p:txBody>
          <a:bodyPr/>
          <a:lstStyle/>
          <a:p>
            <a:r>
              <a:rPr lang="zh-CN" altLang="en-US" noProof="1"/>
              <a:t>单击此处编辑母版标题样式</a:t>
            </a:r>
          </a:p>
        </p:txBody>
      </p:sp>
      <p:sp>
        <p:nvSpPr>
          <p:cNvPr id="3" name="文本占位符 2"/>
          <p:cNvSpPr>
            <a:spLocks noGrp="1"/>
          </p:cNvSpPr>
          <p:nvPr>
            <p:ph type="body" sz="half" idx="1"/>
          </p:nvPr>
        </p:nvSpPr>
        <p:spPr>
          <a:xfrm>
            <a:off x="495300" y="1196752"/>
            <a:ext cx="4381500" cy="4934173"/>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剪贴画占位符 3"/>
          <p:cNvSpPr>
            <a:spLocks noGrp="1"/>
          </p:cNvSpPr>
          <p:nvPr>
            <p:ph type="clipArt" sz="half" idx="2" hasCustomPrompt="1"/>
          </p:nvPr>
        </p:nvSpPr>
        <p:spPr>
          <a:xfrm>
            <a:off x="5029200" y="1196752"/>
            <a:ext cx="4381500" cy="4934173"/>
          </a:xfrm>
        </p:spPr>
        <p:txBody>
          <a:bodyPr/>
          <a:lstStyle/>
          <a:p>
            <a:r>
              <a:rPr lang="zh-CN" altLang="en-US" noProof="1"/>
              <a:t>单击图标添加剪 贴画</a:t>
            </a:r>
          </a:p>
        </p:txBody>
      </p:sp>
      <p:sp>
        <p:nvSpPr>
          <p:cNvPr id="6" name="日期占位符 4"/>
          <p:cNvSpPr>
            <a:spLocks noGrp="1"/>
          </p:cNvSpPr>
          <p:nvPr>
            <p:ph type="dt" sz="half" idx="10"/>
          </p:nvPr>
        </p:nvSpPr>
        <p:spPr>
          <a:xfrm>
            <a:off x="495300" y="6248400"/>
            <a:ext cx="2311400" cy="457200"/>
          </a:xfrm>
        </p:spPr>
        <p:txBody>
          <a:bodyPr/>
          <a:lstStyle>
            <a:lvl1pPr>
              <a:defRPr/>
            </a:lvl1pPr>
          </a:lstStyle>
          <a:p>
            <a:endParaRPr lang="en-US" altLang="zh-CN"/>
          </a:p>
        </p:txBody>
      </p:sp>
      <p:sp>
        <p:nvSpPr>
          <p:cNvPr id="7" name="页脚占位符 5"/>
          <p:cNvSpPr>
            <a:spLocks noGrp="1"/>
          </p:cNvSpPr>
          <p:nvPr>
            <p:ph type="ftr" sz="quarter" idx="11"/>
          </p:nvPr>
        </p:nvSpPr>
        <p:spPr>
          <a:xfrm>
            <a:off x="3384550" y="6248400"/>
            <a:ext cx="3136900" cy="457200"/>
          </a:xfrm>
        </p:spPr>
        <p:txBody>
          <a:bodyPr/>
          <a:lstStyle>
            <a:lvl1pPr>
              <a:defRPr/>
            </a:lvl1pPr>
          </a:lstStyle>
          <a:p>
            <a:r>
              <a:rPr lang="en-US" altLang="zh-CN"/>
              <a:t>ppt课件</a:t>
            </a:r>
          </a:p>
        </p:txBody>
      </p:sp>
      <p:sp>
        <p:nvSpPr>
          <p:cNvPr id="8" name="灯片编号占位符 6"/>
          <p:cNvSpPr>
            <a:spLocks noGrp="1"/>
          </p:cNvSpPr>
          <p:nvPr>
            <p:ph type="sldNum" sz="quarter" idx="12"/>
          </p:nvPr>
        </p:nvSpPr>
        <p:spPr>
          <a:xfrm>
            <a:off x="7099300" y="6248400"/>
            <a:ext cx="2311400" cy="457200"/>
          </a:xfrm>
        </p:spPr>
        <p:txBody>
          <a:bodyPr/>
          <a:lstStyle>
            <a:lvl1pPr>
              <a:defRPr/>
            </a:lvl1pPr>
          </a:lstStyle>
          <a:p>
            <a:fld id="{1662586B-82D2-4BB4-820A-EB888FEA84BB}" type="slidenum">
              <a:rPr lang="zh-CN" altLang="en-US"/>
              <a:pPr/>
              <a:t>‹#›</a:t>
            </a:fld>
            <a:endParaRPr lang="en-US" altLang="zh-CN"/>
          </a:p>
        </p:txBody>
      </p:sp>
    </p:spTree>
    <p:extLst>
      <p:ext uri="{BB962C8B-B14F-4D97-AF65-F5344CB8AC3E}">
        <p14:creationId xmlns:p14="http://schemas.microsoft.com/office/powerpoint/2010/main" val="2884524900"/>
      </p:ext>
    </p:extLst>
  </p:cSld>
  <p:clrMapOvr>
    <a:masterClrMapping/>
  </p:clrMapOvr>
  <p:hf/>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idx="4294967295"/>
          </p:nvPr>
        </p:nvSpPr>
        <p:spPr bwMode="auto">
          <a:xfrm>
            <a:off x="495300" y="188913"/>
            <a:ext cx="9066213" cy="792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zh-CN" altLang="en-US" smtClean="0"/>
              <a:t>单击此处编辑母版标题样式</a:t>
            </a:r>
            <a:endParaRPr lang="en-US" altLang="zh-CN" smtClean="0"/>
          </a:p>
        </p:txBody>
      </p:sp>
      <p:sp>
        <p:nvSpPr>
          <p:cNvPr id="1027" name="Rectangle 3"/>
          <p:cNvSpPr>
            <a:spLocks noGrp="1" noChangeArrowheads="1"/>
          </p:cNvSpPr>
          <p:nvPr>
            <p:ph type="body" idx="4294967295"/>
          </p:nvPr>
        </p:nvSpPr>
        <p:spPr bwMode="auto">
          <a:xfrm>
            <a:off x="495300" y="1196975"/>
            <a:ext cx="9066213" cy="4933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endParaRPr lang="en-US" altLang="zh-CN" smtClean="0"/>
          </a:p>
          <a:p>
            <a:pPr lvl="1"/>
            <a:r>
              <a:rPr lang="zh-CN" altLang="en-US" smtClean="0"/>
              <a:t>第二级</a:t>
            </a:r>
            <a:endParaRPr lang="en-US" altLang="zh-CN" smtClean="0"/>
          </a:p>
          <a:p>
            <a:pPr lvl="2"/>
            <a:r>
              <a:rPr lang="zh-CN" altLang="en-US" smtClean="0"/>
              <a:t>第三级</a:t>
            </a:r>
            <a:endParaRPr lang="en-US" altLang="zh-CN" smtClean="0"/>
          </a:p>
          <a:p>
            <a:pPr lvl="3"/>
            <a:r>
              <a:rPr lang="zh-CN" altLang="en-US" smtClean="0"/>
              <a:t>第四级</a:t>
            </a:r>
            <a:endParaRPr lang="en-US" altLang="zh-CN" smtClean="0"/>
          </a:p>
          <a:p>
            <a:pPr lvl="4"/>
            <a:r>
              <a:rPr lang="zh-CN" altLang="en-US" smtClean="0"/>
              <a:t>第五级</a:t>
            </a:r>
            <a:endParaRPr lang="en-US" altLang="zh-CN" smtClean="0"/>
          </a:p>
        </p:txBody>
      </p:sp>
      <p:sp>
        <p:nvSpPr>
          <p:cNvPr id="15364" name="Rectangle 4"/>
          <p:cNvSpPr>
            <a:spLocks noGrp="1" noChangeArrowheads="1"/>
          </p:cNvSpPr>
          <p:nvPr>
            <p:ph type="dt" sz="half" idx="2"/>
          </p:nvPr>
        </p:nvSpPr>
        <p:spPr bwMode="auto">
          <a:xfrm>
            <a:off x="495300" y="6356350"/>
            <a:ext cx="2311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eaLnBrk="1" hangingPunct="1">
              <a:defRPr sz="1000" noProof="1" dirty="0">
                <a:ea typeface="宋体" panose="02010600030101010101" pitchFamily="2" charset="-122"/>
              </a:defRPr>
            </a:lvl1pPr>
          </a:lstStyle>
          <a:p>
            <a:endParaRPr lang="en-US" altLang="zh-CN"/>
          </a:p>
        </p:txBody>
      </p:sp>
      <p:sp>
        <p:nvSpPr>
          <p:cNvPr id="15365" name="Rectangle 5"/>
          <p:cNvSpPr>
            <a:spLocks noGrp="1" noChangeArrowheads="1"/>
          </p:cNvSpPr>
          <p:nvPr>
            <p:ph type="ftr" sz="quarter" idx="3"/>
          </p:nvPr>
        </p:nvSpPr>
        <p:spPr bwMode="auto">
          <a:xfrm>
            <a:off x="3384550" y="6356350"/>
            <a:ext cx="31369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eaLnBrk="1" hangingPunct="1">
              <a:defRPr sz="1000" noProof="1">
                <a:ea typeface="宋体" panose="02010600030101010101" pitchFamily="2" charset="-122"/>
              </a:defRPr>
            </a:lvl1pPr>
          </a:lstStyle>
          <a:p>
            <a:r>
              <a:rPr lang="en-US" altLang="zh-CN"/>
              <a:t>ppt课件</a:t>
            </a:r>
          </a:p>
        </p:txBody>
      </p:sp>
      <p:sp>
        <p:nvSpPr>
          <p:cNvPr id="15366" name="Rectangle 6"/>
          <p:cNvSpPr>
            <a:spLocks noGrp="1" noChangeArrowheads="1"/>
          </p:cNvSpPr>
          <p:nvPr>
            <p:ph type="sldNum" sz="quarter" idx="4"/>
          </p:nvPr>
        </p:nvSpPr>
        <p:spPr bwMode="auto">
          <a:xfrm>
            <a:off x="7099300" y="6356350"/>
            <a:ext cx="2311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1" hangingPunct="1">
              <a:defRPr sz="1000" noProof="1">
                <a:ea typeface="宋体" panose="02010600030101010101" pitchFamily="2" charset="-122"/>
              </a:defRPr>
            </a:lvl1pPr>
          </a:lstStyle>
          <a:p>
            <a:fld id="{64D427D7-2ECD-47CB-B1DF-7A19DDD78A9B}" type="slidenum">
              <a:rPr lang="zh-CN" altLang="en-US"/>
              <a:pPr/>
              <a:t>‹#›</a:t>
            </a:fld>
            <a:endParaRPr lang="en-US" altLang="zh-CN"/>
          </a:p>
        </p:txBody>
      </p:sp>
      <p:sp>
        <p:nvSpPr>
          <p:cNvPr id="1031" name="Rectangle 7" descr="Gold bar"/>
          <p:cNvSpPr>
            <a:spLocks noChangeArrowheads="1"/>
          </p:cNvSpPr>
          <p:nvPr/>
        </p:nvSpPr>
        <p:spPr bwMode="auto">
          <a:xfrm>
            <a:off x="0" y="0"/>
            <a:ext cx="247650" cy="2286000"/>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zh-CN" altLang="en-US" sz="2400">
              <a:latin typeface="Times New Roman" panose="02020603050405020304" pitchFamily="18" charset="0"/>
              <a:ea typeface="宋体" panose="02010600030101010101" pitchFamily="2" charset="-122"/>
            </a:endParaRPr>
          </a:p>
        </p:txBody>
      </p:sp>
      <p:sp>
        <p:nvSpPr>
          <p:cNvPr id="1032" name="Rectangle 9" descr="Orange bar"/>
          <p:cNvSpPr>
            <a:spLocks noChangeArrowheads="1"/>
          </p:cNvSpPr>
          <p:nvPr/>
        </p:nvSpPr>
        <p:spPr bwMode="auto">
          <a:xfrm>
            <a:off x="0" y="2286000"/>
            <a:ext cx="247650" cy="2286000"/>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zh-CN" altLang="en-US" sz="2400">
              <a:latin typeface="Times New Roman" panose="02020603050405020304" pitchFamily="18" charset="0"/>
              <a:ea typeface="宋体" panose="02010600030101010101" pitchFamily="2" charset="-122"/>
            </a:endParaRPr>
          </a:p>
        </p:txBody>
      </p:sp>
      <p:sp>
        <p:nvSpPr>
          <p:cNvPr id="1033" name="Rectangle 10" descr="Slate bar"/>
          <p:cNvSpPr>
            <a:spLocks noChangeArrowheads="1"/>
          </p:cNvSpPr>
          <p:nvPr/>
        </p:nvSpPr>
        <p:spPr bwMode="auto">
          <a:xfrm>
            <a:off x="0" y="4572000"/>
            <a:ext cx="247650" cy="2286000"/>
          </a:xfrm>
          <a:prstGeom prst="rect">
            <a:avLst/>
          </a:prstGeom>
          <a:solidFill>
            <a:srgbClr val="3333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zh-CN" altLang="en-US" sz="2400">
              <a:latin typeface="Times New Roman" panose="02020603050405020304" pitchFamily="18" charset="0"/>
              <a:ea typeface="宋体" panose="02010600030101010101" pitchFamily="2" charset="-122"/>
            </a:endParaRPr>
          </a:p>
        </p:txBody>
      </p:sp>
      <p:pic>
        <p:nvPicPr>
          <p:cNvPr id="1034" name="Picture 2" descr="computer networking 的图像结果"/>
          <p:cNvPicPr>
            <a:picLocks noChangeAspect="1" noChangeArrowheads="1"/>
          </p:cNvPicPr>
          <p:nvPr userDrawn="1"/>
        </p:nvPicPr>
        <p:blipFill>
          <a:blip r:embed="rId16" cstate="print">
            <a:extLst>
              <a:ext uri="{28A0092B-C50C-407E-A947-70E740481C1C}">
                <a14:useLocalDpi xmlns:a14="http://schemas.microsoft.com/office/drawing/2010/main" val="0"/>
              </a:ext>
            </a:extLst>
          </a:blip>
          <a:srcRect/>
          <a:stretch>
            <a:fillRect/>
          </a:stretch>
        </p:blipFill>
        <p:spPr bwMode="auto">
          <a:xfrm>
            <a:off x="8724900" y="188913"/>
            <a:ext cx="1123950" cy="812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5" name="AutoShape 5" descr="https://publicrelationssydney.com.au/wp-content/uploads/2013/01/shutterstock_80434384.jpg"/>
          <p:cNvSpPr>
            <a:spLocks noChangeAspect="1" noChangeArrowheads="1"/>
          </p:cNvSpPr>
          <p:nvPr userDrawn="1"/>
        </p:nvSpPr>
        <p:spPr bwMode="auto">
          <a:xfrm>
            <a:off x="63500" y="-136525"/>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a:ea typeface="宋体" panose="02010600030101010101" pitchFamily="2" charset="-122"/>
            </a:endParaRPr>
          </a:p>
        </p:txBody>
      </p:sp>
    </p:spTree>
  </p:cSld>
  <p:clrMap bg1="lt1" tx1="dk1" bg2="lt2" tx2="dk2" accent1="accent1" accent2="accent2" accent3="accent3" accent4="accent4" accent5="accent5" accent6="accent6" hlink="hlink" folHlink="folHlink"/>
  <p:sldLayoutIdLst>
    <p:sldLayoutId id="2147483670" r:id="rId1"/>
    <p:sldLayoutId id="2147483671" r:id="rId2"/>
    <p:sldLayoutId id="2147483669" r:id="rId3"/>
    <p:sldLayoutId id="2147483672" r:id="rId4"/>
    <p:sldLayoutId id="2147483673" r:id="rId5"/>
    <p:sldLayoutId id="2147483674" r:id="rId6"/>
    <p:sldLayoutId id="2147483675" r:id="rId7"/>
    <p:sldLayoutId id="2147483668" r:id="rId8"/>
    <p:sldLayoutId id="2147483667" r:id="rId9"/>
    <p:sldLayoutId id="2147483666" r:id="rId10"/>
    <p:sldLayoutId id="2147483665" r:id="rId11"/>
    <p:sldLayoutId id="2147483664" r:id="rId12"/>
    <p:sldLayoutId id="2147483676" r:id="rId13"/>
    <p:sldLayoutId id="2147483677" r:id="rId14"/>
  </p:sldLayoutIdLst>
  <p:hf/>
  <p:txStyles>
    <p:titleStyle>
      <a:lvl1pPr algn="l" rtl="0" fontAlgn="base">
        <a:spcBef>
          <a:spcPct val="0"/>
        </a:spcBef>
        <a:spcAft>
          <a:spcPct val="0"/>
        </a:spcAft>
        <a:defRPr sz="4400" b="1">
          <a:solidFill>
            <a:srgbClr val="333399"/>
          </a:solidFill>
          <a:latin typeface="+mn-lt"/>
          <a:ea typeface="黑体" panose="02010609060101010101" pitchFamily="2" charset="-122"/>
          <a:cs typeface="+mj-cs"/>
        </a:defRPr>
      </a:lvl1pPr>
      <a:lvl2pPr algn="l" rtl="0" fontAlgn="base">
        <a:spcBef>
          <a:spcPct val="0"/>
        </a:spcBef>
        <a:spcAft>
          <a:spcPct val="0"/>
        </a:spcAft>
        <a:defRPr sz="4400" b="1">
          <a:solidFill>
            <a:srgbClr val="333399"/>
          </a:solidFill>
          <a:latin typeface="Arial" panose="020B0604020202020204" pitchFamily="34" charset="0"/>
          <a:ea typeface="黑体" panose="02010609060101010101" pitchFamily="49" charset="-122"/>
        </a:defRPr>
      </a:lvl2pPr>
      <a:lvl3pPr algn="l" rtl="0" fontAlgn="base">
        <a:spcBef>
          <a:spcPct val="0"/>
        </a:spcBef>
        <a:spcAft>
          <a:spcPct val="0"/>
        </a:spcAft>
        <a:defRPr sz="4400" b="1">
          <a:solidFill>
            <a:srgbClr val="333399"/>
          </a:solidFill>
          <a:latin typeface="Arial" panose="020B0604020202020204" pitchFamily="34" charset="0"/>
          <a:ea typeface="黑体" panose="02010609060101010101" pitchFamily="49" charset="-122"/>
        </a:defRPr>
      </a:lvl3pPr>
      <a:lvl4pPr algn="l" rtl="0" fontAlgn="base">
        <a:spcBef>
          <a:spcPct val="0"/>
        </a:spcBef>
        <a:spcAft>
          <a:spcPct val="0"/>
        </a:spcAft>
        <a:defRPr sz="4400" b="1">
          <a:solidFill>
            <a:srgbClr val="333399"/>
          </a:solidFill>
          <a:latin typeface="Arial" panose="020B0604020202020204" pitchFamily="34" charset="0"/>
          <a:ea typeface="黑体" panose="02010609060101010101" pitchFamily="49" charset="-122"/>
        </a:defRPr>
      </a:lvl4pPr>
      <a:lvl5pPr algn="l" rtl="0" fontAlgn="base">
        <a:spcBef>
          <a:spcPct val="0"/>
        </a:spcBef>
        <a:spcAft>
          <a:spcPct val="0"/>
        </a:spcAft>
        <a:defRPr sz="4400" b="1">
          <a:solidFill>
            <a:srgbClr val="333399"/>
          </a:solidFill>
          <a:latin typeface="Arial" panose="020B0604020202020204" pitchFamily="34" charset="0"/>
          <a:ea typeface="黑体" panose="02010609060101010101" pitchFamily="49" charset="-122"/>
        </a:defRPr>
      </a:lvl5pPr>
      <a:lvl6pPr marL="457200" algn="l" rtl="0" eaLnBrk="1" fontAlgn="base" hangingPunct="1">
        <a:spcBef>
          <a:spcPct val="0"/>
        </a:spcBef>
        <a:spcAft>
          <a:spcPct val="0"/>
        </a:spcAft>
        <a:defRPr sz="4400">
          <a:solidFill>
            <a:schemeClr val="tx2"/>
          </a:solidFill>
          <a:latin typeface="Times New Roman" panose="02020603050405020304" pitchFamily="18" charset="0"/>
        </a:defRPr>
      </a:lvl6pPr>
      <a:lvl7pPr marL="914400" algn="l" rtl="0" eaLnBrk="1" fontAlgn="base" hangingPunct="1">
        <a:spcBef>
          <a:spcPct val="0"/>
        </a:spcBef>
        <a:spcAft>
          <a:spcPct val="0"/>
        </a:spcAft>
        <a:defRPr sz="4400">
          <a:solidFill>
            <a:schemeClr val="tx2"/>
          </a:solidFill>
          <a:latin typeface="Times New Roman" panose="02020603050405020304" pitchFamily="18" charset="0"/>
        </a:defRPr>
      </a:lvl7pPr>
      <a:lvl8pPr marL="1371600" algn="l" rtl="0" eaLnBrk="1" fontAlgn="base" hangingPunct="1">
        <a:spcBef>
          <a:spcPct val="0"/>
        </a:spcBef>
        <a:spcAft>
          <a:spcPct val="0"/>
        </a:spcAft>
        <a:defRPr sz="4400">
          <a:solidFill>
            <a:schemeClr val="tx2"/>
          </a:solidFill>
          <a:latin typeface="Times New Roman" panose="02020603050405020304" pitchFamily="18" charset="0"/>
        </a:defRPr>
      </a:lvl8pPr>
      <a:lvl9pPr marL="1828800" algn="l" rtl="0" eaLnBrk="1" fontAlgn="base" hangingPunct="1">
        <a:spcBef>
          <a:spcPct val="0"/>
        </a:spcBef>
        <a:spcAft>
          <a:spcPct val="0"/>
        </a:spcAft>
        <a:defRPr sz="4400">
          <a:solidFill>
            <a:schemeClr val="tx2"/>
          </a:solidFill>
          <a:latin typeface="Times New Roman" panose="02020603050405020304" pitchFamily="18" charset="0"/>
        </a:defRPr>
      </a:lvl9pPr>
    </p:titleStyle>
    <p:bodyStyle>
      <a:lvl1pPr marL="342900" indent="-342900" algn="l" rtl="0" fontAlgn="base">
        <a:spcBef>
          <a:spcPct val="20000"/>
        </a:spcBef>
        <a:spcAft>
          <a:spcPct val="0"/>
        </a:spcAft>
        <a:buClr>
          <a:srgbClr val="333399"/>
        </a:buClr>
        <a:buSzPct val="75000"/>
        <a:buFont typeface="Wingdings" panose="05000000000000000000" pitchFamily="2" charset="2"/>
        <a:buChar char="n"/>
        <a:defRPr sz="3200" b="1">
          <a:solidFill>
            <a:schemeClr val="tx1"/>
          </a:solidFill>
          <a:latin typeface="+mn-lt"/>
          <a:ea typeface="黑体" panose="02010609060101010101" pitchFamily="2" charset="-122"/>
          <a:cs typeface="+mn-cs"/>
        </a:defRPr>
      </a:lvl1pPr>
      <a:lvl2pPr marL="742950" indent="-285750" algn="l" rtl="0" fontAlgn="base">
        <a:spcBef>
          <a:spcPct val="20000"/>
        </a:spcBef>
        <a:spcAft>
          <a:spcPct val="0"/>
        </a:spcAft>
        <a:buClr>
          <a:schemeClr val="accent2"/>
        </a:buClr>
        <a:buSzPct val="70000"/>
        <a:buFont typeface="Wingdings" panose="05000000000000000000" pitchFamily="2" charset="2"/>
        <a:buChar char="n"/>
        <a:defRPr sz="2800" b="1">
          <a:solidFill>
            <a:schemeClr val="tx1"/>
          </a:solidFill>
          <a:latin typeface="+mn-lt"/>
          <a:ea typeface="黑体" panose="02010609060101010101" pitchFamily="2" charset="-122"/>
        </a:defRPr>
      </a:lvl2pPr>
      <a:lvl3pPr marL="1143000" indent="-228600" algn="l" rtl="0" fontAlgn="base">
        <a:spcBef>
          <a:spcPct val="20000"/>
        </a:spcBef>
        <a:spcAft>
          <a:spcPct val="0"/>
        </a:spcAft>
        <a:buClr>
          <a:srgbClr val="333399"/>
        </a:buClr>
        <a:buSzPct val="65000"/>
        <a:buFont typeface="Wingdings" panose="05000000000000000000" pitchFamily="2" charset="2"/>
        <a:buChar char="p"/>
        <a:defRPr sz="2400" b="1">
          <a:solidFill>
            <a:schemeClr val="tx1"/>
          </a:solidFill>
          <a:latin typeface="+mn-lt"/>
          <a:ea typeface="黑体" panose="02010609060101010101" pitchFamily="2" charset="-122"/>
        </a:defRPr>
      </a:lvl3pPr>
      <a:lvl4pPr marL="1600200" indent="-228600" algn="l" rtl="0" fontAlgn="base">
        <a:spcBef>
          <a:spcPct val="20000"/>
        </a:spcBef>
        <a:spcAft>
          <a:spcPct val="0"/>
        </a:spcAft>
        <a:buClr>
          <a:schemeClr val="bg2"/>
        </a:buClr>
        <a:buSzPct val="65000"/>
        <a:buFont typeface="Wingdings" panose="05000000000000000000" pitchFamily="2" charset="2"/>
        <a:buChar char="n"/>
        <a:defRPr sz="2000" b="1">
          <a:solidFill>
            <a:schemeClr val="tx1"/>
          </a:solidFill>
          <a:latin typeface="+mn-lt"/>
          <a:ea typeface="黑体" panose="02010609060101010101" pitchFamily="2" charset="-122"/>
        </a:defRPr>
      </a:lvl4pPr>
      <a:lvl5pPr marL="2057400" indent="-228600" algn="l" rtl="0" fontAlgn="base">
        <a:spcBef>
          <a:spcPct val="20000"/>
        </a:spcBef>
        <a:spcAft>
          <a:spcPct val="0"/>
        </a:spcAft>
        <a:buClr>
          <a:srgbClr val="333399"/>
        </a:buClr>
        <a:buSzPct val="60000"/>
        <a:buFont typeface="Wingdings" panose="05000000000000000000" pitchFamily="2" charset="2"/>
        <a:buChar char="n"/>
        <a:defRPr sz="2000" b="1">
          <a:solidFill>
            <a:schemeClr val="tx1"/>
          </a:solidFill>
          <a:latin typeface="+mn-lt"/>
          <a:ea typeface="黑体" panose="02010609060101010101" pitchFamily="2" charset="-122"/>
        </a:defRPr>
      </a:lvl5pPr>
      <a:lvl6pPr marL="2514600" indent="-228600" algn="l" rtl="0" eaLnBrk="1" fontAlgn="base" hangingPunct="1">
        <a:spcBef>
          <a:spcPct val="20000"/>
        </a:spcBef>
        <a:spcAft>
          <a:spcPct val="0"/>
        </a:spcAft>
        <a:buClr>
          <a:schemeClr val="tx2"/>
        </a:buClr>
        <a:buSzPct val="80000"/>
        <a:buFont typeface="Wingdings" panose="05000000000000000000" pitchFamily="2" charset="2"/>
        <a:buChar char="§"/>
        <a:defRPr>
          <a:solidFill>
            <a:schemeClr val="tx1"/>
          </a:solidFill>
          <a:latin typeface="+mn-lt"/>
        </a:defRPr>
      </a:lvl6pPr>
      <a:lvl7pPr marL="2971800" indent="-228600" algn="l" rtl="0" eaLnBrk="1" fontAlgn="base" hangingPunct="1">
        <a:spcBef>
          <a:spcPct val="20000"/>
        </a:spcBef>
        <a:spcAft>
          <a:spcPct val="0"/>
        </a:spcAft>
        <a:buClr>
          <a:schemeClr val="tx2"/>
        </a:buClr>
        <a:buSzPct val="80000"/>
        <a:buFont typeface="Wingdings" panose="05000000000000000000" pitchFamily="2" charset="2"/>
        <a:buChar char="§"/>
        <a:defRPr>
          <a:solidFill>
            <a:schemeClr val="tx1"/>
          </a:solidFill>
          <a:latin typeface="+mn-lt"/>
        </a:defRPr>
      </a:lvl7pPr>
      <a:lvl8pPr marL="3429000" indent="-228600" algn="l" rtl="0" eaLnBrk="1" fontAlgn="base" hangingPunct="1">
        <a:spcBef>
          <a:spcPct val="20000"/>
        </a:spcBef>
        <a:spcAft>
          <a:spcPct val="0"/>
        </a:spcAft>
        <a:buClr>
          <a:schemeClr val="tx2"/>
        </a:buClr>
        <a:buSzPct val="80000"/>
        <a:buFont typeface="Wingdings" panose="05000000000000000000" pitchFamily="2" charset="2"/>
        <a:buChar char="§"/>
        <a:defRPr>
          <a:solidFill>
            <a:schemeClr val="tx1"/>
          </a:solidFill>
          <a:latin typeface="+mn-lt"/>
        </a:defRPr>
      </a:lvl8pPr>
      <a:lvl9pPr marL="3886200" indent="-228600" algn="l" rtl="0" eaLnBrk="1" fontAlgn="base" hangingPunct="1">
        <a:spcBef>
          <a:spcPct val="20000"/>
        </a:spcBef>
        <a:spcAft>
          <a:spcPct val="0"/>
        </a:spcAft>
        <a:buClr>
          <a:schemeClr val="tx2"/>
        </a:buClr>
        <a:buSzPct val="80000"/>
        <a:buFont typeface="Wingdings" panose="05000000000000000000" pitchFamily="2" charset="2"/>
        <a:buChar char="§"/>
        <a:defRPr>
          <a:solidFill>
            <a:schemeClr val="tx1"/>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3.wmf"/></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0097" name="Rectangle 2"/>
          <p:cNvSpPr>
            <a:spLocks noGrp="1" noChangeArrowheads="1"/>
          </p:cNvSpPr>
          <p:nvPr>
            <p:ph type="ctrTitle"/>
          </p:nvPr>
        </p:nvSpPr>
        <p:spPr/>
        <p:txBody>
          <a:bodyPr/>
          <a:lstStyle/>
          <a:p>
            <a:r>
              <a:rPr lang="zh-CN" altLang="en-US" smtClean="0">
                <a:latin typeface="Arial" panose="020B0604020202020204" pitchFamily="34" charset="0"/>
                <a:ea typeface="黑体" panose="02010609060101010101" pitchFamily="49" charset="-122"/>
              </a:rPr>
              <a:t>第 </a:t>
            </a:r>
            <a:r>
              <a:rPr lang="en-US" altLang="zh-CN" smtClean="0">
                <a:latin typeface="Arial" panose="020B0604020202020204" pitchFamily="34" charset="0"/>
                <a:ea typeface="黑体" panose="02010609060101010101" pitchFamily="49" charset="-122"/>
              </a:rPr>
              <a:t>2 </a:t>
            </a:r>
            <a:r>
              <a:rPr lang="zh-CN" altLang="en-US" smtClean="0">
                <a:latin typeface="Arial" panose="020B0604020202020204" pitchFamily="34" charset="0"/>
                <a:ea typeface="黑体" panose="02010609060101010101" pitchFamily="49" charset="-122"/>
              </a:rPr>
              <a:t>章  物理层</a:t>
            </a:r>
          </a:p>
        </p:txBody>
      </p:sp>
      <p:sp>
        <p:nvSpPr>
          <p:cNvPr id="260098" name="Rectangle 3"/>
          <p:cNvSpPr>
            <a:spLocks noGrp="1" noChangeArrowheads="1"/>
          </p:cNvSpPr>
          <p:nvPr>
            <p:ph type="subTitle" idx="1"/>
          </p:nvPr>
        </p:nvSpPr>
        <p:spPr/>
        <p:txBody>
          <a:bodyPr/>
          <a:lstStyle/>
          <a:p>
            <a:endParaRPr lang="zh-CN" altLang="en-US" smtClean="0">
              <a:latin typeface="黑体" panose="02010609060101010101" pitchFamily="49" charset="-122"/>
              <a:ea typeface="宋体" panose="02010600030101010101" pitchFamily="2" charset="-122"/>
            </a:endParaRPr>
          </a:p>
        </p:txBody>
      </p:sp>
      <p:sp>
        <p:nvSpPr>
          <p:cNvPr id="260099"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D5BC8859-CD4D-4045-9F26-3E2DC3AA7F97}" type="slidenum">
              <a:rPr lang="zh-CN" altLang="en-US" smtClean="0"/>
              <a:pPr eaLnBrk="1" hangingPunct="1"/>
              <a:t>1</a:t>
            </a:fld>
            <a:endParaRPr lang="en-US" altLang="zh-CN" smtClean="0"/>
          </a:p>
        </p:txBody>
      </p:sp>
      <p:sp>
        <p:nvSpPr>
          <p:cNvPr id="260100"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2145" name="标题 1"/>
          <p:cNvSpPr>
            <a:spLocks noGrp="1" noChangeArrowheads="1"/>
          </p:cNvSpPr>
          <p:nvPr>
            <p:ph type="title"/>
          </p:nvPr>
        </p:nvSpPr>
        <p:spPr>
          <a:xfrm>
            <a:off x="495300" y="188913"/>
            <a:ext cx="9066213" cy="792162"/>
          </a:xfrm>
        </p:spPr>
        <p:txBody>
          <a:bodyPr/>
          <a:lstStyle/>
          <a:p>
            <a:r>
              <a:rPr lang="zh-CN" altLang="zh-CN" smtClean="0">
                <a:ea typeface="黑体" panose="02010609060101010101" pitchFamily="49" charset="-122"/>
              </a:rPr>
              <a:t>第</a:t>
            </a:r>
            <a:r>
              <a:rPr lang="en-US" altLang="zh-CN" smtClean="0">
                <a:ea typeface="黑体" panose="02010609060101010101" pitchFamily="49" charset="-122"/>
              </a:rPr>
              <a:t> 2 </a:t>
            </a:r>
            <a:r>
              <a:rPr lang="zh-CN" altLang="zh-CN" smtClean="0">
                <a:ea typeface="黑体" panose="02010609060101010101" pitchFamily="49" charset="-122"/>
              </a:rPr>
              <a:t>章</a:t>
            </a:r>
            <a:r>
              <a:rPr lang="en-US" altLang="zh-CN" smtClean="0">
                <a:ea typeface="黑体" panose="02010609060101010101" pitchFamily="49" charset="-122"/>
              </a:rPr>
              <a:t>  </a:t>
            </a:r>
            <a:r>
              <a:rPr lang="zh-CN" altLang="zh-CN" smtClean="0">
                <a:ea typeface="黑体" panose="02010609060101010101" pitchFamily="49" charset="-122"/>
              </a:rPr>
              <a:t>物理层</a:t>
            </a:r>
            <a:endParaRPr lang="zh-CN" altLang="en-US" smtClean="0">
              <a:ea typeface="黑体" panose="02010609060101010101" pitchFamily="49" charset="-122"/>
            </a:endParaRPr>
          </a:p>
        </p:txBody>
      </p:sp>
      <p:sp>
        <p:nvSpPr>
          <p:cNvPr id="262146" name="内容占位符 2"/>
          <p:cNvSpPr>
            <a:spLocks noGrp="1" noChangeArrowheads="1"/>
          </p:cNvSpPr>
          <p:nvPr>
            <p:ph idx="1"/>
          </p:nvPr>
        </p:nvSpPr>
        <p:spPr>
          <a:xfrm>
            <a:off x="495300" y="1196975"/>
            <a:ext cx="9066213" cy="4933950"/>
          </a:xfrm>
        </p:spPr>
        <p:txBody>
          <a:bodyPr/>
          <a:lstStyle/>
          <a:p>
            <a:r>
              <a:rPr lang="en-US" altLang="zh-CN" dirty="0" smtClean="0">
                <a:ea typeface="黑体" panose="02010609060101010101" pitchFamily="49" charset="-122"/>
              </a:rPr>
              <a:t>2.1  </a:t>
            </a:r>
            <a:r>
              <a:rPr lang="zh-CN" altLang="zh-CN" dirty="0" smtClean="0">
                <a:ea typeface="黑体" panose="02010609060101010101" pitchFamily="49" charset="-122"/>
              </a:rPr>
              <a:t>物理层的基本概念</a:t>
            </a:r>
          </a:p>
          <a:p>
            <a:r>
              <a:rPr lang="en-US" altLang="zh-CN" dirty="0" smtClean="0">
                <a:ea typeface="黑体" panose="02010609060101010101" pitchFamily="49" charset="-122"/>
              </a:rPr>
              <a:t>2.2  </a:t>
            </a:r>
            <a:r>
              <a:rPr lang="zh-CN" altLang="zh-CN" dirty="0" smtClean="0">
                <a:ea typeface="黑体" panose="02010609060101010101" pitchFamily="49" charset="-122"/>
              </a:rPr>
              <a:t>数据通信的基础知识</a:t>
            </a:r>
          </a:p>
          <a:p>
            <a:endParaRPr lang="zh-CN" altLang="en-US" dirty="0" smtClean="0">
              <a:ea typeface="黑体" panose="02010609060101010101" pitchFamily="49" charset="-122"/>
            </a:endParaRPr>
          </a:p>
        </p:txBody>
      </p:sp>
      <p:sp>
        <p:nvSpPr>
          <p:cNvPr id="262147"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B6C94AF7-322E-45EC-A303-85DAE4FFD40F}" type="slidenum">
              <a:rPr lang="zh-CN" altLang="en-US" smtClean="0"/>
              <a:pPr eaLnBrk="1" hangingPunct="1"/>
              <a:t>2</a:t>
            </a:fld>
            <a:endParaRPr lang="en-US" altLang="zh-CN" smtClean="0"/>
          </a:p>
        </p:txBody>
      </p:sp>
      <p:sp>
        <p:nvSpPr>
          <p:cNvPr id="262148" name="页脚占位符 6"/>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3169" name="Rectangle 2"/>
          <p:cNvSpPr>
            <a:spLocks noGrp="1" noChangeArrowheads="1"/>
          </p:cNvSpPr>
          <p:nvPr>
            <p:ph type="title"/>
          </p:nvPr>
        </p:nvSpPr>
        <p:spPr>
          <a:xfrm>
            <a:off x="495300" y="188913"/>
            <a:ext cx="9066213" cy="792162"/>
          </a:xfrm>
        </p:spPr>
        <p:txBody>
          <a:bodyPr/>
          <a:lstStyle/>
          <a:p>
            <a:r>
              <a:rPr lang="en-US" altLang="zh-CN" smtClean="0">
                <a:ea typeface="Arial Unicode MS" pitchFamily="34" charset="-122"/>
              </a:rPr>
              <a:t>2.1  </a:t>
            </a:r>
            <a:r>
              <a:rPr lang="zh-CN" altLang="en-US" smtClean="0">
                <a:ea typeface="黑体" panose="02010609060101010101" pitchFamily="49" charset="-122"/>
              </a:rPr>
              <a:t>物理层的基本概念</a:t>
            </a:r>
          </a:p>
        </p:txBody>
      </p:sp>
      <p:sp>
        <p:nvSpPr>
          <p:cNvPr id="263170" name="Rectangle 3"/>
          <p:cNvSpPr>
            <a:spLocks noGrp="1" noChangeArrowheads="1"/>
          </p:cNvSpPr>
          <p:nvPr>
            <p:ph idx="1"/>
          </p:nvPr>
        </p:nvSpPr>
        <p:spPr>
          <a:xfrm>
            <a:off x="495300" y="1196975"/>
            <a:ext cx="9066213" cy="4933950"/>
          </a:xfrm>
        </p:spPr>
        <p:txBody>
          <a:bodyPr/>
          <a:lstStyle/>
          <a:p>
            <a:r>
              <a:rPr lang="zh-CN" altLang="zh-CN" smtClean="0">
                <a:ea typeface="黑体" panose="02010609060101010101" pitchFamily="49" charset="-122"/>
              </a:rPr>
              <a:t>物理层考虑的是怎样才能在连接各种计算机的传输媒体上</a:t>
            </a:r>
            <a:r>
              <a:rPr lang="zh-CN" altLang="zh-CN" smtClean="0">
                <a:solidFill>
                  <a:srgbClr val="FF0000"/>
                </a:solidFill>
                <a:ea typeface="黑体" panose="02010609060101010101" pitchFamily="49" charset="-122"/>
              </a:rPr>
              <a:t>传输数据比特流，</a:t>
            </a:r>
            <a:r>
              <a:rPr lang="zh-CN" altLang="zh-CN" smtClean="0">
                <a:ea typeface="黑体" panose="02010609060101010101" pitchFamily="49" charset="-122"/>
              </a:rPr>
              <a:t>而</a:t>
            </a:r>
            <a:r>
              <a:rPr lang="zh-CN" altLang="zh-CN" smtClean="0">
                <a:solidFill>
                  <a:srgbClr val="FF0000"/>
                </a:solidFill>
                <a:ea typeface="黑体" panose="02010609060101010101" pitchFamily="49" charset="-122"/>
              </a:rPr>
              <a:t>不是指具体的传输媒体。</a:t>
            </a:r>
            <a:endParaRPr lang="en-US" altLang="zh-CN" smtClean="0">
              <a:solidFill>
                <a:srgbClr val="FF0000"/>
              </a:solidFill>
              <a:ea typeface="黑体" panose="02010609060101010101" pitchFamily="49" charset="-122"/>
            </a:endParaRPr>
          </a:p>
          <a:p>
            <a:r>
              <a:rPr lang="zh-CN" altLang="zh-CN" smtClean="0">
                <a:ea typeface="黑体" panose="02010609060101010101" pitchFamily="49" charset="-122"/>
              </a:rPr>
              <a:t>物理层的作用是要尽可能地</a:t>
            </a:r>
            <a:r>
              <a:rPr lang="zh-CN" altLang="zh-CN" smtClean="0">
                <a:solidFill>
                  <a:srgbClr val="FF0000"/>
                </a:solidFill>
                <a:ea typeface="黑体" panose="02010609060101010101" pitchFamily="49" charset="-122"/>
              </a:rPr>
              <a:t>屏蔽</a:t>
            </a:r>
            <a:r>
              <a:rPr lang="zh-CN" altLang="zh-CN" smtClean="0">
                <a:ea typeface="黑体" panose="02010609060101010101" pitchFamily="49" charset="-122"/>
              </a:rPr>
              <a:t>掉</a:t>
            </a:r>
            <a:r>
              <a:rPr lang="zh-CN" altLang="en-US" smtClean="0">
                <a:ea typeface="黑体" panose="02010609060101010101" pitchFamily="49" charset="-122"/>
              </a:rPr>
              <a:t>不同</a:t>
            </a:r>
            <a:r>
              <a:rPr lang="zh-CN" altLang="zh-CN" smtClean="0">
                <a:ea typeface="黑体" panose="02010609060101010101" pitchFamily="49" charset="-122"/>
              </a:rPr>
              <a:t>传输媒体和通信手段的差异</a:t>
            </a:r>
            <a:r>
              <a:rPr lang="zh-CN" altLang="en-US" smtClean="0">
                <a:ea typeface="黑体" panose="02010609060101010101" pitchFamily="49" charset="-122"/>
              </a:rPr>
              <a:t>。</a:t>
            </a:r>
            <a:endParaRPr lang="en-US" altLang="zh-CN" smtClean="0">
              <a:ea typeface="黑体" panose="02010609060101010101" pitchFamily="49" charset="-122"/>
            </a:endParaRPr>
          </a:p>
          <a:p>
            <a:r>
              <a:rPr lang="zh-CN" altLang="zh-CN" smtClean="0">
                <a:ea typeface="黑体" panose="02010609060101010101" pitchFamily="49" charset="-122"/>
              </a:rPr>
              <a:t>用于物理层的协议也常称为物理层</a:t>
            </a:r>
            <a:r>
              <a:rPr lang="zh-CN" altLang="zh-CN" smtClean="0">
                <a:solidFill>
                  <a:srgbClr val="FF0000"/>
                </a:solidFill>
                <a:ea typeface="黑体" panose="02010609060101010101" pitchFamily="49" charset="-122"/>
              </a:rPr>
              <a:t>规程</a:t>
            </a:r>
            <a:r>
              <a:rPr lang="en-US" altLang="zh-CN" smtClean="0">
                <a:solidFill>
                  <a:srgbClr val="FF0000"/>
                </a:solidFill>
                <a:ea typeface="黑体" panose="02010609060101010101" pitchFamily="49" charset="-122"/>
              </a:rPr>
              <a:t> </a:t>
            </a:r>
            <a:r>
              <a:rPr lang="en-US" altLang="zh-CN" smtClean="0">
                <a:ea typeface="黑体" panose="02010609060101010101" pitchFamily="49" charset="-122"/>
              </a:rPr>
              <a:t>(procedure)</a:t>
            </a:r>
            <a:r>
              <a:rPr lang="zh-CN" altLang="en-US" smtClean="0">
                <a:ea typeface="黑体" panose="02010609060101010101" pitchFamily="49" charset="-122"/>
              </a:rPr>
              <a:t>。</a:t>
            </a:r>
          </a:p>
        </p:txBody>
      </p:sp>
      <p:sp>
        <p:nvSpPr>
          <p:cNvPr id="263171"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0927683E-24B5-4564-A9C9-71113370856F}" type="slidenum">
              <a:rPr lang="zh-CN" altLang="en-US" smtClean="0"/>
              <a:pPr eaLnBrk="1" hangingPunct="1"/>
              <a:t>3</a:t>
            </a:fld>
            <a:endParaRPr lang="en-US" altLang="zh-CN" smtClean="0"/>
          </a:p>
        </p:txBody>
      </p:sp>
      <p:sp>
        <p:nvSpPr>
          <p:cNvPr id="263172"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5217"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物理层的主要任务</a:t>
            </a:r>
          </a:p>
        </p:txBody>
      </p:sp>
      <p:sp>
        <p:nvSpPr>
          <p:cNvPr id="265218" name="Rectangle 3"/>
          <p:cNvSpPr>
            <a:spLocks noGrp="1" noChangeArrowheads="1"/>
          </p:cNvSpPr>
          <p:nvPr>
            <p:ph idx="1"/>
          </p:nvPr>
        </p:nvSpPr>
        <p:spPr>
          <a:xfrm>
            <a:off x="495300" y="1989138"/>
            <a:ext cx="9066213" cy="4141787"/>
          </a:xfrm>
        </p:spPr>
        <p:txBody>
          <a:bodyPr/>
          <a:lstStyle/>
          <a:p>
            <a:r>
              <a:rPr lang="zh-CN" altLang="en-US" sz="2800" smtClean="0">
                <a:solidFill>
                  <a:srgbClr val="FF0000"/>
                </a:solidFill>
                <a:ea typeface="黑体" panose="02010609060101010101" pitchFamily="49" charset="-122"/>
              </a:rPr>
              <a:t>机械特性 ：</a:t>
            </a:r>
            <a:r>
              <a:rPr lang="zh-CN" altLang="en-US" sz="2800" smtClean="0">
                <a:ea typeface="黑体" panose="02010609060101010101" pitchFamily="49" charset="-122"/>
              </a:rPr>
              <a:t>指明接口所用接线器的形状和尺寸、引线数目和排列、固定和锁定装置等。</a:t>
            </a:r>
          </a:p>
          <a:p>
            <a:r>
              <a:rPr lang="zh-CN" altLang="en-US" sz="2800" smtClean="0">
                <a:solidFill>
                  <a:srgbClr val="FF0000"/>
                </a:solidFill>
                <a:ea typeface="黑体" panose="02010609060101010101" pitchFamily="49" charset="-122"/>
              </a:rPr>
              <a:t>电气特性：</a:t>
            </a:r>
            <a:r>
              <a:rPr lang="zh-CN" altLang="en-US" sz="2800" smtClean="0">
                <a:ea typeface="黑体" panose="02010609060101010101" pitchFamily="49" charset="-122"/>
              </a:rPr>
              <a:t>指明在接口电缆的各条线上出现的电压的范围。</a:t>
            </a:r>
          </a:p>
          <a:p>
            <a:r>
              <a:rPr lang="zh-CN" altLang="en-US" sz="2800" smtClean="0">
                <a:solidFill>
                  <a:srgbClr val="FF0000"/>
                </a:solidFill>
                <a:ea typeface="黑体" panose="02010609060101010101" pitchFamily="49" charset="-122"/>
              </a:rPr>
              <a:t>功能特性：</a:t>
            </a:r>
            <a:r>
              <a:rPr lang="zh-CN" altLang="en-US" sz="2800" smtClean="0">
                <a:ea typeface="黑体" panose="02010609060101010101" pitchFamily="49" charset="-122"/>
              </a:rPr>
              <a:t>指明某条线上出现的某一电平的电压表示何种意义。</a:t>
            </a:r>
          </a:p>
          <a:p>
            <a:r>
              <a:rPr lang="zh-CN" altLang="en-US" sz="2800" smtClean="0">
                <a:solidFill>
                  <a:srgbClr val="FF0000"/>
                </a:solidFill>
                <a:ea typeface="黑体" panose="02010609060101010101" pitchFamily="49" charset="-122"/>
              </a:rPr>
              <a:t>过程特性 ：</a:t>
            </a:r>
            <a:r>
              <a:rPr lang="zh-CN" altLang="en-US" sz="2800" smtClean="0">
                <a:ea typeface="黑体" panose="02010609060101010101" pitchFamily="49" charset="-122"/>
              </a:rPr>
              <a:t>指明对于不同功能的各种可能事件的出现顺序。 </a:t>
            </a:r>
          </a:p>
        </p:txBody>
      </p:sp>
      <p:sp>
        <p:nvSpPr>
          <p:cNvPr id="265219" name="矩形 2"/>
          <p:cNvSpPr>
            <a:spLocks noChangeArrowheads="1"/>
          </p:cNvSpPr>
          <p:nvPr/>
        </p:nvSpPr>
        <p:spPr bwMode="auto">
          <a:xfrm>
            <a:off x="488950" y="1196975"/>
            <a:ext cx="9072563" cy="647700"/>
          </a:xfrm>
          <a:prstGeom prst="rect">
            <a:avLst/>
          </a:prstGeom>
          <a:solidFill>
            <a:srgbClr val="FFFF00"/>
          </a:solidFill>
          <a:ln w="9525">
            <a:solidFill>
              <a:schemeClr val="tx1"/>
            </a:solidFill>
            <a:round/>
            <a:headEnd/>
            <a:tailEnd/>
          </a:ln>
        </p:spPr>
        <p:txBody>
          <a:bodyPr/>
          <a:lstStyle/>
          <a:p>
            <a:pPr algn="ctr" eaLnBrk="0" hangingPunct="0"/>
            <a:r>
              <a:rPr lang="zh-CN" altLang="en-US" sz="3200" b="1">
                <a:ea typeface="黑体" panose="02010609060101010101" pitchFamily="49" charset="-122"/>
              </a:rPr>
              <a:t>主要任务：确定与传输媒体的接口的一些特性。</a:t>
            </a:r>
          </a:p>
        </p:txBody>
      </p:sp>
      <p:sp>
        <p:nvSpPr>
          <p:cNvPr id="265220" name="灯片编号占位符 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ED2E7835-F47D-4E7A-8406-45F543FC00A3}" type="slidenum">
              <a:rPr lang="zh-CN" altLang="en-US" smtClean="0"/>
              <a:pPr eaLnBrk="1" hangingPunct="1"/>
              <a:t>4</a:t>
            </a:fld>
            <a:endParaRPr lang="en-US" altLang="zh-CN" smtClean="0"/>
          </a:p>
        </p:txBody>
      </p:sp>
      <p:sp>
        <p:nvSpPr>
          <p:cNvPr id="265221" name="页脚占位符 5"/>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7265" name="Rectangle 2"/>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2.2  </a:t>
            </a:r>
            <a:r>
              <a:rPr lang="zh-CN" altLang="zh-CN" smtClean="0">
                <a:ea typeface="黑体" panose="02010609060101010101" pitchFamily="49" charset="-122"/>
              </a:rPr>
              <a:t>数据通信的基础知识</a:t>
            </a:r>
            <a:endParaRPr lang="zh-CN" altLang="en-US" smtClean="0">
              <a:ea typeface="黑体" panose="02010609060101010101" pitchFamily="49" charset="-122"/>
            </a:endParaRPr>
          </a:p>
        </p:txBody>
      </p:sp>
      <p:sp>
        <p:nvSpPr>
          <p:cNvPr id="267266" name="Rectangle 3"/>
          <p:cNvSpPr>
            <a:spLocks noGrp="1" noChangeArrowheads="1"/>
          </p:cNvSpPr>
          <p:nvPr>
            <p:ph idx="1"/>
          </p:nvPr>
        </p:nvSpPr>
        <p:spPr>
          <a:xfrm>
            <a:off x="495300" y="1196975"/>
            <a:ext cx="9066213" cy="4933950"/>
          </a:xfrm>
        </p:spPr>
        <p:txBody>
          <a:bodyPr/>
          <a:lstStyle/>
          <a:p>
            <a:r>
              <a:rPr lang="en-US" altLang="zh-CN" smtClean="0">
                <a:ea typeface="黑体" panose="02010609060101010101" pitchFamily="49" charset="-122"/>
              </a:rPr>
              <a:t>2.2.1  </a:t>
            </a:r>
            <a:r>
              <a:rPr lang="zh-CN" altLang="zh-CN" smtClean="0">
                <a:ea typeface="黑体" panose="02010609060101010101" pitchFamily="49" charset="-122"/>
              </a:rPr>
              <a:t>数据通信系统的模型</a:t>
            </a:r>
          </a:p>
          <a:p>
            <a:r>
              <a:rPr lang="en-US" altLang="zh-CN" smtClean="0">
                <a:ea typeface="黑体" panose="02010609060101010101" pitchFamily="49" charset="-122"/>
              </a:rPr>
              <a:t>2.2.2  </a:t>
            </a:r>
            <a:r>
              <a:rPr lang="zh-CN" altLang="zh-CN" smtClean="0">
                <a:ea typeface="黑体" panose="02010609060101010101" pitchFamily="49" charset="-122"/>
              </a:rPr>
              <a:t>有关信道的几个基本概念</a:t>
            </a:r>
          </a:p>
          <a:p>
            <a:r>
              <a:rPr lang="en-US" altLang="zh-CN" smtClean="0">
                <a:ea typeface="黑体" panose="02010609060101010101" pitchFamily="49" charset="-122"/>
              </a:rPr>
              <a:t>2.2.3  </a:t>
            </a:r>
            <a:r>
              <a:rPr lang="zh-CN" altLang="zh-CN" smtClean="0">
                <a:ea typeface="黑体" panose="02010609060101010101" pitchFamily="49" charset="-122"/>
              </a:rPr>
              <a:t>信道的极限容量</a:t>
            </a:r>
          </a:p>
        </p:txBody>
      </p:sp>
      <p:sp>
        <p:nvSpPr>
          <p:cNvPr id="267267"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3192B3D9-48A6-4FA2-AACA-1CB358A57361}" type="slidenum">
              <a:rPr lang="zh-CN" altLang="en-US" smtClean="0"/>
              <a:pPr eaLnBrk="1" hangingPunct="1"/>
              <a:t>5</a:t>
            </a:fld>
            <a:endParaRPr lang="en-US" altLang="zh-CN" smtClean="0"/>
          </a:p>
        </p:txBody>
      </p:sp>
      <p:sp>
        <p:nvSpPr>
          <p:cNvPr id="267268"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9313" name="Rectangle 2"/>
          <p:cNvSpPr>
            <a:spLocks noGrp="1" noChangeArrowheads="1"/>
          </p:cNvSpPr>
          <p:nvPr>
            <p:ph type="title"/>
          </p:nvPr>
        </p:nvSpPr>
        <p:spPr/>
        <p:txBody>
          <a:bodyPr/>
          <a:lstStyle/>
          <a:p>
            <a:r>
              <a:rPr lang="en-US" altLang="zh-CN" smtClean="0">
                <a:ea typeface="黑体" panose="02010609060101010101" pitchFamily="49" charset="-122"/>
              </a:rPr>
              <a:t>2.2.1  </a:t>
            </a:r>
            <a:r>
              <a:rPr lang="zh-CN" altLang="zh-CN" smtClean="0">
                <a:ea typeface="黑体" panose="02010609060101010101" pitchFamily="49" charset="-122"/>
              </a:rPr>
              <a:t>数据通信系统的模型</a:t>
            </a:r>
            <a:endParaRPr lang="zh-CN" altLang="en-US" smtClean="0">
              <a:ea typeface="黑体" panose="02010609060101010101" pitchFamily="49" charset="-122"/>
            </a:endParaRPr>
          </a:p>
        </p:txBody>
      </p:sp>
      <p:sp>
        <p:nvSpPr>
          <p:cNvPr id="269314" name="矩形 2"/>
          <p:cNvSpPr>
            <a:spLocks noChangeArrowheads="1"/>
          </p:cNvSpPr>
          <p:nvPr/>
        </p:nvSpPr>
        <p:spPr bwMode="auto">
          <a:xfrm>
            <a:off x="415925" y="1104900"/>
            <a:ext cx="9290050" cy="86995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eaLnBrk="0" hangingPunct="0">
              <a:lnSpc>
                <a:spcPct val="110000"/>
              </a:lnSpc>
            </a:pPr>
            <a:r>
              <a:rPr lang="zh-CN" altLang="zh-CN" sz="2400" b="1">
                <a:ea typeface="黑体" panose="02010609060101010101" pitchFamily="49" charset="-122"/>
              </a:rPr>
              <a:t>一个数据通信系统</a:t>
            </a:r>
            <a:r>
              <a:rPr lang="zh-CN" altLang="en-US" sz="2400" b="1">
                <a:ea typeface="黑体" panose="02010609060101010101" pitchFamily="49" charset="-122"/>
              </a:rPr>
              <a:t>包括</a:t>
            </a:r>
            <a:r>
              <a:rPr lang="zh-CN" altLang="zh-CN" sz="2400" b="1">
                <a:solidFill>
                  <a:srgbClr val="FF0000"/>
                </a:solidFill>
                <a:ea typeface="黑体" panose="02010609060101010101" pitchFamily="49" charset="-122"/>
              </a:rPr>
              <a:t>三大部分</a:t>
            </a:r>
            <a:r>
              <a:rPr lang="zh-CN" altLang="en-US" sz="2400" b="1">
                <a:solidFill>
                  <a:srgbClr val="FF0000"/>
                </a:solidFill>
                <a:ea typeface="黑体" panose="02010609060101010101" pitchFamily="49" charset="-122"/>
              </a:rPr>
              <a:t>：</a:t>
            </a:r>
            <a:r>
              <a:rPr lang="zh-CN" altLang="zh-CN" sz="2400" b="1">
                <a:ea typeface="黑体" panose="02010609060101010101" pitchFamily="49" charset="-122"/>
              </a:rPr>
              <a:t>源系统（或发送端、发送方）、传输系统（或传输网络）和目的系统（或接收端、接收方）</a:t>
            </a:r>
            <a:r>
              <a:rPr lang="zh-CN" altLang="en-US" sz="2400" b="1">
                <a:ea typeface="黑体" panose="02010609060101010101" pitchFamily="49" charset="-122"/>
              </a:rPr>
              <a:t>。</a:t>
            </a:r>
          </a:p>
        </p:txBody>
      </p:sp>
      <p:grpSp>
        <p:nvGrpSpPr>
          <p:cNvPr id="6" name="Group 107"/>
          <p:cNvGrpSpPr>
            <a:grpSpLocks/>
          </p:cNvGrpSpPr>
          <p:nvPr/>
        </p:nvGrpSpPr>
        <p:grpSpPr bwMode="auto">
          <a:xfrm>
            <a:off x="4457700" y="4641850"/>
            <a:ext cx="1111250" cy="727075"/>
            <a:chOff x="2463" y="2931"/>
            <a:chExt cx="646" cy="458"/>
          </a:xfrm>
        </p:grpSpPr>
        <p:sp>
          <p:nvSpPr>
            <p:cNvPr id="269316" name="AutoShape 13"/>
            <p:cNvSpPr>
              <a:spLocks noChangeArrowheads="1"/>
            </p:cNvSpPr>
            <p:nvPr/>
          </p:nvSpPr>
          <p:spPr bwMode="auto">
            <a:xfrm>
              <a:off x="2463" y="2931"/>
              <a:ext cx="646" cy="458"/>
            </a:xfrm>
            <a:prstGeom prst="cube">
              <a:avLst>
                <a:gd name="adj" fmla="val 13069"/>
              </a:avLst>
            </a:prstGeom>
            <a:solidFill>
              <a:srgbClr val="66FFFF"/>
            </a:solidFill>
            <a:ln w="9525">
              <a:solidFill>
                <a:schemeClr val="tx1"/>
              </a:solidFill>
              <a:miter lim="800000"/>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269317" name="Rectangle 16"/>
            <p:cNvSpPr>
              <a:spLocks noChangeArrowheads="1"/>
            </p:cNvSpPr>
            <p:nvPr/>
          </p:nvSpPr>
          <p:spPr bwMode="auto">
            <a:xfrm>
              <a:off x="2546" y="2985"/>
              <a:ext cx="508" cy="4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b="1">
                  <a:solidFill>
                    <a:srgbClr val="0000CC"/>
                  </a:solidFill>
                  <a:ea typeface="黑体" panose="02010609060101010101" pitchFamily="49" charset="-122"/>
                </a:rPr>
                <a:t>传输</a:t>
              </a:r>
            </a:p>
            <a:p>
              <a:r>
                <a:rPr lang="zh-CN" altLang="en-US" b="1">
                  <a:solidFill>
                    <a:srgbClr val="0000CC"/>
                  </a:solidFill>
                  <a:ea typeface="黑体" panose="02010609060101010101" pitchFamily="49" charset="-122"/>
                </a:rPr>
                <a:t>系统</a:t>
              </a:r>
            </a:p>
          </p:txBody>
        </p:sp>
      </p:grpSp>
      <p:grpSp>
        <p:nvGrpSpPr>
          <p:cNvPr id="9" name="Group 102"/>
          <p:cNvGrpSpPr>
            <a:grpSpLocks/>
          </p:cNvGrpSpPr>
          <p:nvPr/>
        </p:nvGrpSpPr>
        <p:grpSpPr bwMode="auto">
          <a:xfrm>
            <a:off x="341313" y="5005388"/>
            <a:ext cx="614362" cy="1233487"/>
            <a:chOff x="69" y="3160"/>
            <a:chExt cx="357" cy="777"/>
          </a:xfrm>
        </p:grpSpPr>
        <p:sp>
          <p:nvSpPr>
            <p:cNvPr id="269319" name="Rectangle 5"/>
            <p:cNvSpPr>
              <a:spLocks noChangeArrowheads="1"/>
            </p:cNvSpPr>
            <p:nvPr/>
          </p:nvSpPr>
          <p:spPr bwMode="auto">
            <a:xfrm>
              <a:off x="69" y="3189"/>
              <a:ext cx="357" cy="7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b="1">
                  <a:solidFill>
                    <a:srgbClr val="0000CC"/>
                  </a:solidFill>
                  <a:ea typeface="黑体" panose="02010609060101010101" pitchFamily="49" charset="-122"/>
                </a:rPr>
                <a:t>输入信息</a:t>
              </a:r>
            </a:p>
          </p:txBody>
        </p:sp>
        <p:sp>
          <p:nvSpPr>
            <p:cNvPr id="269320" name="Line 17"/>
            <p:cNvSpPr>
              <a:spLocks noChangeShapeType="1"/>
            </p:cNvSpPr>
            <p:nvPr/>
          </p:nvSpPr>
          <p:spPr bwMode="auto">
            <a:xfrm>
              <a:off x="94" y="3160"/>
              <a:ext cx="313" cy="0"/>
            </a:xfrm>
            <a:prstGeom prst="line">
              <a:avLst/>
            </a:prstGeom>
            <a:noFill/>
            <a:ln w="38100">
              <a:solidFill>
                <a:srgbClr val="333399"/>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grpSp>
      <p:grpSp>
        <p:nvGrpSpPr>
          <p:cNvPr id="12" name="Group 104"/>
          <p:cNvGrpSpPr>
            <a:grpSpLocks/>
          </p:cNvGrpSpPr>
          <p:nvPr/>
        </p:nvGrpSpPr>
        <p:grpSpPr bwMode="auto">
          <a:xfrm>
            <a:off x="1787525" y="5005388"/>
            <a:ext cx="679450" cy="1189037"/>
            <a:chOff x="910" y="3160"/>
            <a:chExt cx="395" cy="749"/>
          </a:xfrm>
        </p:grpSpPr>
        <p:sp>
          <p:nvSpPr>
            <p:cNvPr id="269322" name="Rectangle 7"/>
            <p:cNvSpPr>
              <a:spLocks noChangeArrowheads="1"/>
            </p:cNvSpPr>
            <p:nvPr/>
          </p:nvSpPr>
          <p:spPr bwMode="auto">
            <a:xfrm>
              <a:off x="948" y="3161"/>
              <a:ext cx="357" cy="7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b="1">
                  <a:solidFill>
                    <a:srgbClr val="0000CC"/>
                  </a:solidFill>
                  <a:ea typeface="黑体" panose="02010609060101010101" pitchFamily="49" charset="-122"/>
                </a:rPr>
                <a:t>输入数据</a:t>
              </a:r>
            </a:p>
          </p:txBody>
        </p:sp>
        <p:sp>
          <p:nvSpPr>
            <p:cNvPr id="269323" name="Line 18"/>
            <p:cNvSpPr>
              <a:spLocks noChangeShapeType="1"/>
            </p:cNvSpPr>
            <p:nvPr/>
          </p:nvSpPr>
          <p:spPr bwMode="auto">
            <a:xfrm>
              <a:off x="910" y="3160"/>
              <a:ext cx="346" cy="0"/>
            </a:xfrm>
            <a:prstGeom prst="line">
              <a:avLst/>
            </a:prstGeom>
            <a:noFill/>
            <a:ln w="38100">
              <a:solidFill>
                <a:srgbClr val="333399"/>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grpSp>
      <p:grpSp>
        <p:nvGrpSpPr>
          <p:cNvPr id="15" name="Group 106"/>
          <p:cNvGrpSpPr>
            <a:grpSpLocks/>
          </p:cNvGrpSpPr>
          <p:nvPr/>
        </p:nvGrpSpPr>
        <p:grpSpPr bwMode="auto">
          <a:xfrm>
            <a:off x="3281363" y="4999038"/>
            <a:ext cx="1319212" cy="1271587"/>
            <a:chOff x="1779" y="3156"/>
            <a:chExt cx="742" cy="801"/>
          </a:xfrm>
        </p:grpSpPr>
        <p:sp>
          <p:nvSpPr>
            <p:cNvPr id="269325" name="Rectangle 9"/>
            <p:cNvSpPr>
              <a:spLocks noChangeArrowheads="1"/>
            </p:cNvSpPr>
            <p:nvPr/>
          </p:nvSpPr>
          <p:spPr bwMode="auto">
            <a:xfrm>
              <a:off x="1791" y="3203"/>
              <a:ext cx="730" cy="7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b="1">
                  <a:solidFill>
                    <a:srgbClr val="0000CC"/>
                  </a:solidFill>
                  <a:ea typeface="黑体" panose="02010609060101010101" pitchFamily="49" charset="-122"/>
                </a:rPr>
                <a:t>发送</a:t>
              </a:r>
              <a:endParaRPr lang="en-US" altLang="zh-CN" b="1">
                <a:solidFill>
                  <a:srgbClr val="0000CC"/>
                </a:solidFill>
                <a:ea typeface="黑体" panose="02010609060101010101" pitchFamily="49" charset="-122"/>
              </a:endParaRPr>
            </a:p>
            <a:p>
              <a:r>
                <a:rPr lang="zh-CN" altLang="en-US" b="1">
                  <a:solidFill>
                    <a:srgbClr val="0000CC"/>
                  </a:solidFill>
                  <a:ea typeface="黑体" panose="02010609060101010101" pitchFamily="49" charset="-122"/>
                </a:rPr>
                <a:t>的信号</a:t>
              </a:r>
              <a:endParaRPr lang="en-US" altLang="zh-CN" b="1">
                <a:solidFill>
                  <a:srgbClr val="0000CC"/>
                </a:solidFill>
                <a:ea typeface="黑体" panose="02010609060101010101" pitchFamily="49" charset="-122"/>
              </a:endParaRPr>
            </a:p>
            <a:p>
              <a:r>
                <a:rPr lang="en-US" altLang="zh-CN" b="1">
                  <a:solidFill>
                    <a:srgbClr val="0000CC"/>
                  </a:solidFill>
                  <a:ea typeface="黑体" panose="02010609060101010101" pitchFamily="49" charset="-122"/>
                </a:rPr>
                <a:t>(</a:t>
              </a:r>
              <a:r>
                <a:rPr lang="zh-CN" altLang="en-US" b="1">
                  <a:solidFill>
                    <a:srgbClr val="0000CC"/>
                  </a:solidFill>
                  <a:ea typeface="黑体" panose="02010609060101010101" pitchFamily="49" charset="-122"/>
                </a:rPr>
                <a:t>数字的或模拟的</a:t>
              </a:r>
              <a:r>
                <a:rPr lang="en-US" altLang="zh-CN" b="1">
                  <a:solidFill>
                    <a:srgbClr val="0000CC"/>
                  </a:solidFill>
                  <a:ea typeface="黑体" panose="02010609060101010101" pitchFamily="49" charset="-122"/>
                </a:rPr>
                <a:t>)</a:t>
              </a:r>
              <a:endParaRPr lang="zh-CN" altLang="en-US" b="1">
                <a:solidFill>
                  <a:srgbClr val="0000CC"/>
                </a:solidFill>
                <a:ea typeface="黑体" panose="02010609060101010101" pitchFamily="49" charset="-122"/>
              </a:endParaRPr>
            </a:p>
          </p:txBody>
        </p:sp>
        <p:sp>
          <p:nvSpPr>
            <p:cNvPr id="269326" name="Line 19"/>
            <p:cNvSpPr>
              <a:spLocks noChangeShapeType="1"/>
            </p:cNvSpPr>
            <p:nvPr/>
          </p:nvSpPr>
          <p:spPr bwMode="auto">
            <a:xfrm>
              <a:off x="1779" y="3156"/>
              <a:ext cx="684" cy="4"/>
            </a:xfrm>
            <a:prstGeom prst="line">
              <a:avLst/>
            </a:prstGeom>
            <a:noFill/>
            <a:ln w="38100">
              <a:solidFill>
                <a:srgbClr val="333399"/>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grpSp>
      <p:grpSp>
        <p:nvGrpSpPr>
          <p:cNvPr id="18" name="Group 108"/>
          <p:cNvGrpSpPr>
            <a:grpSpLocks/>
          </p:cNvGrpSpPr>
          <p:nvPr/>
        </p:nvGrpSpPr>
        <p:grpSpPr bwMode="auto">
          <a:xfrm>
            <a:off x="5538788" y="5005388"/>
            <a:ext cx="1227137" cy="1231900"/>
            <a:chOff x="3091" y="3160"/>
            <a:chExt cx="729" cy="776"/>
          </a:xfrm>
        </p:grpSpPr>
        <p:sp>
          <p:nvSpPr>
            <p:cNvPr id="269328" name="Rectangle 10"/>
            <p:cNvSpPr>
              <a:spLocks noChangeArrowheads="1"/>
            </p:cNvSpPr>
            <p:nvPr/>
          </p:nvSpPr>
          <p:spPr bwMode="auto">
            <a:xfrm>
              <a:off x="3111" y="3182"/>
              <a:ext cx="709" cy="7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b="1">
                  <a:solidFill>
                    <a:srgbClr val="0000CC"/>
                  </a:solidFill>
                  <a:ea typeface="黑体" panose="02010609060101010101" pitchFamily="49" charset="-122"/>
                </a:rPr>
                <a:t>接收</a:t>
              </a:r>
            </a:p>
            <a:p>
              <a:r>
                <a:rPr lang="zh-CN" altLang="en-US" b="1">
                  <a:solidFill>
                    <a:srgbClr val="0000CC"/>
                  </a:solidFill>
                  <a:ea typeface="黑体" panose="02010609060101010101" pitchFamily="49" charset="-122"/>
                </a:rPr>
                <a:t>的信号</a:t>
              </a:r>
              <a:endParaRPr lang="en-US" altLang="zh-CN" b="1">
                <a:solidFill>
                  <a:srgbClr val="0000CC"/>
                </a:solidFill>
                <a:ea typeface="黑体" panose="02010609060101010101" pitchFamily="49" charset="-122"/>
              </a:endParaRPr>
            </a:p>
            <a:p>
              <a:r>
                <a:rPr lang="en-US" altLang="zh-CN" b="1">
                  <a:solidFill>
                    <a:srgbClr val="0000CC"/>
                  </a:solidFill>
                  <a:ea typeface="黑体" panose="02010609060101010101" pitchFamily="49" charset="-122"/>
                </a:rPr>
                <a:t>(</a:t>
              </a:r>
              <a:r>
                <a:rPr lang="zh-CN" altLang="en-US" b="1">
                  <a:solidFill>
                    <a:srgbClr val="0000CC"/>
                  </a:solidFill>
                  <a:ea typeface="黑体" panose="02010609060101010101" pitchFamily="49" charset="-122"/>
                </a:rPr>
                <a:t>数字的或模拟的</a:t>
              </a:r>
              <a:r>
                <a:rPr lang="en-US" altLang="zh-CN" b="1">
                  <a:solidFill>
                    <a:srgbClr val="0000CC"/>
                  </a:solidFill>
                  <a:ea typeface="黑体" panose="02010609060101010101" pitchFamily="49" charset="-122"/>
                </a:rPr>
                <a:t>)</a:t>
              </a:r>
              <a:endParaRPr lang="zh-CN" altLang="en-US" b="1">
                <a:solidFill>
                  <a:srgbClr val="0000CC"/>
                </a:solidFill>
                <a:ea typeface="黑体" panose="02010609060101010101" pitchFamily="49" charset="-122"/>
              </a:endParaRPr>
            </a:p>
          </p:txBody>
        </p:sp>
        <p:sp>
          <p:nvSpPr>
            <p:cNvPr id="269329" name="Line 20"/>
            <p:cNvSpPr>
              <a:spLocks noChangeShapeType="1"/>
            </p:cNvSpPr>
            <p:nvPr/>
          </p:nvSpPr>
          <p:spPr bwMode="auto">
            <a:xfrm>
              <a:off x="3091" y="3160"/>
              <a:ext cx="714" cy="0"/>
            </a:xfrm>
            <a:prstGeom prst="line">
              <a:avLst/>
            </a:prstGeom>
            <a:noFill/>
            <a:ln w="38100">
              <a:solidFill>
                <a:srgbClr val="333399"/>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grpSp>
      <p:grpSp>
        <p:nvGrpSpPr>
          <p:cNvPr id="21" name="Group 110"/>
          <p:cNvGrpSpPr>
            <a:grpSpLocks/>
          </p:cNvGrpSpPr>
          <p:nvPr/>
        </p:nvGrpSpPr>
        <p:grpSpPr bwMode="auto">
          <a:xfrm>
            <a:off x="7648575" y="5005388"/>
            <a:ext cx="641350" cy="1262062"/>
            <a:chOff x="4318" y="3160"/>
            <a:chExt cx="373" cy="795"/>
          </a:xfrm>
        </p:grpSpPr>
        <p:sp>
          <p:nvSpPr>
            <p:cNvPr id="269331" name="Rectangle 8"/>
            <p:cNvSpPr>
              <a:spLocks noChangeArrowheads="1"/>
            </p:cNvSpPr>
            <p:nvPr/>
          </p:nvSpPr>
          <p:spPr bwMode="auto">
            <a:xfrm>
              <a:off x="4334" y="3207"/>
              <a:ext cx="357" cy="7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b="1">
                  <a:solidFill>
                    <a:srgbClr val="0000CC"/>
                  </a:solidFill>
                  <a:ea typeface="黑体" panose="02010609060101010101" pitchFamily="49" charset="-122"/>
                </a:rPr>
                <a:t>输出数据</a:t>
              </a:r>
            </a:p>
          </p:txBody>
        </p:sp>
        <p:sp>
          <p:nvSpPr>
            <p:cNvPr id="269332" name="Line 21"/>
            <p:cNvSpPr>
              <a:spLocks noChangeShapeType="1"/>
            </p:cNvSpPr>
            <p:nvPr/>
          </p:nvSpPr>
          <p:spPr bwMode="auto">
            <a:xfrm>
              <a:off x="4318" y="3160"/>
              <a:ext cx="336" cy="0"/>
            </a:xfrm>
            <a:prstGeom prst="line">
              <a:avLst/>
            </a:prstGeom>
            <a:noFill/>
            <a:ln w="38100">
              <a:solidFill>
                <a:srgbClr val="333399"/>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grpSp>
      <p:grpSp>
        <p:nvGrpSpPr>
          <p:cNvPr id="24" name="Group 103"/>
          <p:cNvGrpSpPr>
            <a:grpSpLocks/>
          </p:cNvGrpSpPr>
          <p:nvPr/>
        </p:nvGrpSpPr>
        <p:grpSpPr bwMode="auto">
          <a:xfrm>
            <a:off x="922338" y="4641850"/>
            <a:ext cx="922337" cy="727075"/>
            <a:chOff x="407" y="2931"/>
            <a:chExt cx="536" cy="458"/>
          </a:xfrm>
        </p:grpSpPr>
        <p:sp>
          <p:nvSpPr>
            <p:cNvPr id="269334" name="AutoShape 11"/>
            <p:cNvSpPr>
              <a:spLocks noChangeArrowheads="1"/>
            </p:cNvSpPr>
            <p:nvPr/>
          </p:nvSpPr>
          <p:spPr bwMode="auto">
            <a:xfrm>
              <a:off x="407" y="2931"/>
              <a:ext cx="536" cy="458"/>
            </a:xfrm>
            <a:prstGeom prst="cube">
              <a:avLst>
                <a:gd name="adj" fmla="val 13069"/>
              </a:avLst>
            </a:prstGeom>
            <a:solidFill>
              <a:srgbClr val="FFFF00"/>
            </a:solidFill>
            <a:ln w="9525">
              <a:solidFill>
                <a:schemeClr val="tx1"/>
              </a:solidFill>
              <a:miter lim="800000"/>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269335" name="Rectangle 22"/>
            <p:cNvSpPr>
              <a:spLocks noChangeArrowheads="1"/>
            </p:cNvSpPr>
            <p:nvPr/>
          </p:nvSpPr>
          <p:spPr bwMode="auto">
            <a:xfrm>
              <a:off x="449" y="3059"/>
              <a:ext cx="447" cy="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b="1">
                  <a:solidFill>
                    <a:srgbClr val="0000CC"/>
                  </a:solidFill>
                  <a:ea typeface="黑体" panose="02010609060101010101" pitchFamily="49" charset="-122"/>
                </a:rPr>
                <a:t>源点</a:t>
              </a:r>
            </a:p>
          </p:txBody>
        </p:sp>
      </p:grpSp>
      <p:grpSp>
        <p:nvGrpSpPr>
          <p:cNvPr id="27" name="Group 111"/>
          <p:cNvGrpSpPr>
            <a:grpSpLocks/>
          </p:cNvGrpSpPr>
          <p:nvPr/>
        </p:nvGrpSpPr>
        <p:grpSpPr bwMode="auto">
          <a:xfrm>
            <a:off x="8226425" y="4641850"/>
            <a:ext cx="922338" cy="727075"/>
            <a:chOff x="4654" y="2931"/>
            <a:chExt cx="536" cy="458"/>
          </a:xfrm>
        </p:grpSpPr>
        <p:sp>
          <p:nvSpPr>
            <p:cNvPr id="269337" name="AutoShape 15"/>
            <p:cNvSpPr>
              <a:spLocks noChangeArrowheads="1"/>
            </p:cNvSpPr>
            <p:nvPr/>
          </p:nvSpPr>
          <p:spPr bwMode="auto">
            <a:xfrm>
              <a:off x="4654" y="2931"/>
              <a:ext cx="536" cy="458"/>
            </a:xfrm>
            <a:prstGeom prst="cube">
              <a:avLst>
                <a:gd name="adj" fmla="val 13069"/>
              </a:avLst>
            </a:prstGeom>
            <a:solidFill>
              <a:srgbClr val="FF99FF"/>
            </a:solidFill>
            <a:ln w="9525">
              <a:solidFill>
                <a:schemeClr val="tx1"/>
              </a:solidFill>
              <a:miter lim="800000"/>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269338" name="Rectangle 23"/>
            <p:cNvSpPr>
              <a:spLocks noChangeArrowheads="1"/>
            </p:cNvSpPr>
            <p:nvPr/>
          </p:nvSpPr>
          <p:spPr bwMode="auto">
            <a:xfrm>
              <a:off x="4699" y="3068"/>
              <a:ext cx="446" cy="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b="1">
                  <a:solidFill>
                    <a:srgbClr val="0000CC"/>
                  </a:solidFill>
                  <a:ea typeface="黑体" panose="02010609060101010101" pitchFamily="49" charset="-122"/>
                </a:rPr>
                <a:t>终点</a:t>
              </a:r>
            </a:p>
          </p:txBody>
        </p:sp>
      </p:grpSp>
      <p:grpSp>
        <p:nvGrpSpPr>
          <p:cNvPr id="30" name="Group 105"/>
          <p:cNvGrpSpPr>
            <a:grpSpLocks/>
          </p:cNvGrpSpPr>
          <p:nvPr/>
        </p:nvGrpSpPr>
        <p:grpSpPr bwMode="auto">
          <a:xfrm>
            <a:off x="2333625" y="4641850"/>
            <a:ext cx="1000125" cy="727075"/>
            <a:chOff x="1228" y="2931"/>
            <a:chExt cx="581" cy="458"/>
          </a:xfrm>
        </p:grpSpPr>
        <p:sp>
          <p:nvSpPr>
            <p:cNvPr id="269340" name="AutoShape 12"/>
            <p:cNvSpPr>
              <a:spLocks noChangeArrowheads="1"/>
            </p:cNvSpPr>
            <p:nvPr/>
          </p:nvSpPr>
          <p:spPr bwMode="auto">
            <a:xfrm>
              <a:off x="1256" y="2931"/>
              <a:ext cx="537" cy="458"/>
            </a:xfrm>
            <a:prstGeom prst="cube">
              <a:avLst>
                <a:gd name="adj" fmla="val 13069"/>
              </a:avLst>
            </a:prstGeom>
            <a:solidFill>
              <a:srgbClr val="FFFF00"/>
            </a:solidFill>
            <a:ln w="9525">
              <a:solidFill>
                <a:schemeClr val="tx1"/>
              </a:solidFill>
              <a:miter lim="800000"/>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269341" name="Rectangle 24"/>
            <p:cNvSpPr>
              <a:spLocks noChangeArrowheads="1"/>
            </p:cNvSpPr>
            <p:nvPr/>
          </p:nvSpPr>
          <p:spPr bwMode="auto">
            <a:xfrm>
              <a:off x="1228" y="3068"/>
              <a:ext cx="581" cy="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b="1">
                  <a:solidFill>
                    <a:srgbClr val="0000CC"/>
                  </a:solidFill>
                  <a:ea typeface="黑体" panose="02010609060101010101" pitchFamily="49" charset="-122"/>
                </a:rPr>
                <a:t>发送器</a:t>
              </a:r>
            </a:p>
          </p:txBody>
        </p:sp>
      </p:grpSp>
      <p:grpSp>
        <p:nvGrpSpPr>
          <p:cNvPr id="33" name="Group 109"/>
          <p:cNvGrpSpPr>
            <a:grpSpLocks/>
          </p:cNvGrpSpPr>
          <p:nvPr/>
        </p:nvGrpSpPr>
        <p:grpSpPr bwMode="auto">
          <a:xfrm>
            <a:off x="6719888" y="4641850"/>
            <a:ext cx="998537" cy="727075"/>
            <a:chOff x="3778" y="2931"/>
            <a:chExt cx="581" cy="458"/>
          </a:xfrm>
        </p:grpSpPr>
        <p:sp>
          <p:nvSpPr>
            <p:cNvPr id="269343" name="AutoShape 14"/>
            <p:cNvSpPr>
              <a:spLocks noChangeArrowheads="1"/>
            </p:cNvSpPr>
            <p:nvPr/>
          </p:nvSpPr>
          <p:spPr bwMode="auto">
            <a:xfrm>
              <a:off x="3805" y="2931"/>
              <a:ext cx="535" cy="458"/>
            </a:xfrm>
            <a:prstGeom prst="cube">
              <a:avLst>
                <a:gd name="adj" fmla="val 13069"/>
              </a:avLst>
            </a:prstGeom>
            <a:solidFill>
              <a:srgbClr val="FF99FF"/>
            </a:solidFill>
            <a:ln w="9525">
              <a:solidFill>
                <a:schemeClr val="tx1"/>
              </a:solidFill>
              <a:miter lim="800000"/>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269344" name="Rectangle 25"/>
            <p:cNvSpPr>
              <a:spLocks noChangeArrowheads="1"/>
            </p:cNvSpPr>
            <p:nvPr/>
          </p:nvSpPr>
          <p:spPr bwMode="auto">
            <a:xfrm>
              <a:off x="3778" y="3059"/>
              <a:ext cx="581" cy="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b="1">
                  <a:solidFill>
                    <a:srgbClr val="0000CC"/>
                  </a:solidFill>
                  <a:ea typeface="黑体" panose="02010609060101010101" pitchFamily="49" charset="-122"/>
                </a:rPr>
                <a:t>接收器</a:t>
              </a:r>
            </a:p>
          </p:txBody>
        </p:sp>
      </p:grpSp>
      <p:sp>
        <p:nvSpPr>
          <p:cNvPr id="269345" name="Line 26"/>
          <p:cNvSpPr>
            <a:spLocks noChangeShapeType="1"/>
          </p:cNvSpPr>
          <p:nvPr/>
        </p:nvSpPr>
        <p:spPr bwMode="auto">
          <a:xfrm>
            <a:off x="2995613" y="3228975"/>
            <a:ext cx="3770312"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269346" name="Line 27"/>
          <p:cNvSpPr>
            <a:spLocks noChangeShapeType="1"/>
          </p:cNvSpPr>
          <p:nvPr/>
        </p:nvSpPr>
        <p:spPr bwMode="auto">
          <a:xfrm>
            <a:off x="1690688" y="3228975"/>
            <a:ext cx="919162" cy="3175"/>
          </a:xfrm>
          <a:prstGeom prst="line">
            <a:avLst/>
          </a:prstGeom>
          <a:noFill/>
          <a:ln w="76200" cmpd="tri">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269347" name="Rectangle 28"/>
          <p:cNvSpPr>
            <a:spLocks noChangeArrowheads="1"/>
          </p:cNvSpPr>
          <p:nvPr/>
        </p:nvSpPr>
        <p:spPr bwMode="auto">
          <a:xfrm>
            <a:off x="2055813" y="3446463"/>
            <a:ext cx="1466850" cy="363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b="1">
                <a:solidFill>
                  <a:srgbClr val="0000CC"/>
                </a:solidFill>
                <a:ea typeface="黑体" panose="02010609060101010101" pitchFamily="49" charset="-122"/>
              </a:rPr>
              <a:t>调制解调器</a:t>
            </a:r>
          </a:p>
        </p:txBody>
      </p:sp>
      <p:sp>
        <p:nvSpPr>
          <p:cNvPr id="269348" name="Line 29"/>
          <p:cNvSpPr>
            <a:spLocks noChangeShapeType="1"/>
          </p:cNvSpPr>
          <p:nvPr/>
        </p:nvSpPr>
        <p:spPr bwMode="auto">
          <a:xfrm>
            <a:off x="7380288" y="3228975"/>
            <a:ext cx="998537" cy="0"/>
          </a:xfrm>
          <a:prstGeom prst="line">
            <a:avLst/>
          </a:prstGeom>
          <a:noFill/>
          <a:ln w="76200" cmpd="tri">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grpSp>
        <p:nvGrpSpPr>
          <p:cNvPr id="269349" name="Group 80"/>
          <p:cNvGrpSpPr>
            <a:grpSpLocks/>
          </p:cNvGrpSpPr>
          <p:nvPr/>
        </p:nvGrpSpPr>
        <p:grpSpPr bwMode="auto">
          <a:xfrm>
            <a:off x="4160838" y="2697163"/>
            <a:ext cx="1714500" cy="1009650"/>
            <a:chOff x="385" y="2795"/>
            <a:chExt cx="1769" cy="816"/>
          </a:xfrm>
        </p:grpSpPr>
        <p:sp>
          <p:nvSpPr>
            <p:cNvPr id="269350" name="Oval 81"/>
            <p:cNvSpPr>
              <a:spLocks noChangeArrowheads="1"/>
            </p:cNvSpPr>
            <p:nvPr/>
          </p:nvSpPr>
          <p:spPr bwMode="auto">
            <a:xfrm>
              <a:off x="1589" y="3060"/>
              <a:ext cx="554" cy="248"/>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269351" name="Oval 82"/>
            <p:cNvSpPr>
              <a:spLocks noChangeArrowheads="1"/>
            </p:cNvSpPr>
            <p:nvPr/>
          </p:nvSpPr>
          <p:spPr bwMode="auto">
            <a:xfrm>
              <a:off x="928" y="3274"/>
              <a:ext cx="884" cy="337"/>
            </a:xfrm>
            <a:prstGeom prst="ellipse">
              <a:avLst/>
            </a:prstGeom>
            <a:solidFill>
              <a:srgbClr val="DDDDDD"/>
            </a:solidFill>
            <a:ln>
              <a:noFill/>
            </a:ln>
            <a:effectLst>
              <a:outerShdw dist="35921" dir="2700000"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269352" name="Oval 83"/>
            <p:cNvSpPr>
              <a:spLocks noChangeArrowheads="1"/>
            </p:cNvSpPr>
            <p:nvPr/>
          </p:nvSpPr>
          <p:spPr bwMode="auto">
            <a:xfrm>
              <a:off x="502" y="3204"/>
              <a:ext cx="586" cy="281"/>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269353" name="Oval 84"/>
            <p:cNvSpPr>
              <a:spLocks noChangeArrowheads="1"/>
            </p:cNvSpPr>
            <p:nvPr/>
          </p:nvSpPr>
          <p:spPr bwMode="auto">
            <a:xfrm>
              <a:off x="385" y="3084"/>
              <a:ext cx="384" cy="256"/>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269354" name="Oval 85"/>
            <p:cNvSpPr>
              <a:spLocks noChangeArrowheads="1"/>
            </p:cNvSpPr>
            <p:nvPr/>
          </p:nvSpPr>
          <p:spPr bwMode="auto">
            <a:xfrm>
              <a:off x="566" y="2883"/>
              <a:ext cx="576" cy="321"/>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269355" name="Oval 86"/>
            <p:cNvSpPr>
              <a:spLocks noChangeArrowheads="1"/>
            </p:cNvSpPr>
            <p:nvPr/>
          </p:nvSpPr>
          <p:spPr bwMode="auto">
            <a:xfrm>
              <a:off x="992" y="2795"/>
              <a:ext cx="757" cy="321"/>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269356" name="Oval 87"/>
            <p:cNvSpPr>
              <a:spLocks noChangeArrowheads="1"/>
            </p:cNvSpPr>
            <p:nvPr/>
          </p:nvSpPr>
          <p:spPr bwMode="auto">
            <a:xfrm>
              <a:off x="1504" y="2891"/>
              <a:ext cx="554" cy="248"/>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269357" name="Oval 88"/>
            <p:cNvSpPr>
              <a:spLocks noChangeArrowheads="1"/>
            </p:cNvSpPr>
            <p:nvPr/>
          </p:nvSpPr>
          <p:spPr bwMode="auto">
            <a:xfrm>
              <a:off x="704" y="2987"/>
              <a:ext cx="1141" cy="418"/>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269358" name="Oval 89"/>
            <p:cNvSpPr>
              <a:spLocks noChangeArrowheads="1"/>
            </p:cNvSpPr>
            <p:nvPr/>
          </p:nvSpPr>
          <p:spPr bwMode="auto">
            <a:xfrm rot="1336630">
              <a:off x="1474" y="3067"/>
              <a:ext cx="555" cy="417"/>
            </a:xfrm>
            <a:prstGeom prst="ellipse">
              <a:avLst/>
            </a:prstGeom>
            <a:solidFill>
              <a:srgbClr val="DDDDDD"/>
            </a:solidFill>
            <a:ln>
              <a:noFill/>
            </a:ln>
            <a:effectLst>
              <a:outerShdw dist="40161" dir="4293903"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269359" name="Oval 90"/>
            <p:cNvSpPr>
              <a:spLocks noChangeArrowheads="1"/>
            </p:cNvSpPr>
            <p:nvPr/>
          </p:nvSpPr>
          <p:spPr bwMode="auto">
            <a:xfrm>
              <a:off x="1004" y="2811"/>
              <a:ext cx="756" cy="321"/>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269360" name="Oval 91"/>
            <p:cNvSpPr>
              <a:spLocks noChangeArrowheads="1"/>
            </p:cNvSpPr>
            <p:nvPr/>
          </p:nvSpPr>
          <p:spPr bwMode="auto">
            <a:xfrm>
              <a:off x="577" y="2899"/>
              <a:ext cx="575" cy="320"/>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269361" name="Oval 92"/>
            <p:cNvSpPr>
              <a:spLocks noChangeArrowheads="1"/>
            </p:cNvSpPr>
            <p:nvPr/>
          </p:nvSpPr>
          <p:spPr bwMode="auto">
            <a:xfrm>
              <a:off x="396" y="3100"/>
              <a:ext cx="383" cy="256"/>
            </a:xfrm>
            <a:prstGeom prst="ellipse">
              <a:avLst/>
            </a:prstGeom>
            <a:solidFill>
              <a:srgbClr val="DDDDDD"/>
            </a:solidFill>
            <a:ln>
              <a:noFill/>
            </a:ln>
            <a:effectLst>
              <a:outerShdw dist="63500" dir="3187806"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269362" name="Oval 93"/>
            <p:cNvSpPr>
              <a:spLocks noChangeArrowheads="1"/>
            </p:cNvSpPr>
            <p:nvPr/>
          </p:nvSpPr>
          <p:spPr bwMode="auto">
            <a:xfrm>
              <a:off x="1515" y="2908"/>
              <a:ext cx="554" cy="248"/>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269363" name="Oval 94"/>
            <p:cNvSpPr>
              <a:spLocks noChangeArrowheads="1"/>
            </p:cNvSpPr>
            <p:nvPr/>
          </p:nvSpPr>
          <p:spPr bwMode="auto">
            <a:xfrm>
              <a:off x="1599" y="3075"/>
              <a:ext cx="555" cy="249"/>
            </a:xfrm>
            <a:prstGeom prst="ellipse">
              <a:avLst/>
            </a:prstGeom>
            <a:solidFill>
              <a:srgbClr val="DDDDDD"/>
            </a:solidFill>
            <a:ln>
              <a:noFill/>
            </a:ln>
            <a:effectLst>
              <a:outerShdw dist="35921" dir="2700000"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269364" name="Oval 95"/>
            <p:cNvSpPr>
              <a:spLocks noChangeArrowheads="1"/>
            </p:cNvSpPr>
            <p:nvPr/>
          </p:nvSpPr>
          <p:spPr bwMode="auto">
            <a:xfrm>
              <a:off x="715" y="3003"/>
              <a:ext cx="1141" cy="417"/>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269365" name="Oval 96"/>
            <p:cNvSpPr>
              <a:spLocks noChangeArrowheads="1"/>
            </p:cNvSpPr>
            <p:nvPr/>
          </p:nvSpPr>
          <p:spPr bwMode="auto">
            <a:xfrm>
              <a:off x="513" y="3219"/>
              <a:ext cx="586" cy="282"/>
            </a:xfrm>
            <a:prstGeom prst="ellipse">
              <a:avLst/>
            </a:prstGeom>
            <a:solidFill>
              <a:srgbClr val="DDDDDD"/>
            </a:solidFill>
            <a:ln>
              <a:noFill/>
            </a:ln>
            <a:effectLst>
              <a:outerShdw dist="113592" dir="20006097"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269366" name="Freeform 97"/>
            <p:cNvSpPr>
              <a:spLocks noChangeArrowheads="1"/>
            </p:cNvSpPr>
            <p:nvPr/>
          </p:nvSpPr>
          <p:spPr bwMode="auto">
            <a:xfrm>
              <a:off x="567" y="2924"/>
              <a:ext cx="1451" cy="597"/>
            </a:xfrm>
            <a:custGeom>
              <a:avLst/>
              <a:gdLst>
                <a:gd name="T0" fmla="*/ 0 w 1447"/>
                <a:gd name="T1" fmla="*/ 488 h 1128"/>
                <a:gd name="T2" fmla="*/ 80 w 1447"/>
                <a:gd name="T3" fmla="*/ 392 h 1128"/>
                <a:gd name="T4" fmla="*/ 56 w 1447"/>
                <a:gd name="T5" fmla="*/ 384 h 1128"/>
                <a:gd name="T6" fmla="*/ 24 w 1447"/>
                <a:gd name="T7" fmla="*/ 400 h 1128"/>
                <a:gd name="T8" fmla="*/ 40 w 1447"/>
                <a:gd name="T9" fmla="*/ 376 h 1128"/>
                <a:gd name="T10" fmla="*/ 64 w 1447"/>
                <a:gd name="T11" fmla="*/ 352 h 1128"/>
                <a:gd name="T12" fmla="*/ 96 w 1447"/>
                <a:gd name="T13" fmla="*/ 304 h 1128"/>
                <a:gd name="T14" fmla="*/ 104 w 1447"/>
                <a:gd name="T15" fmla="*/ 280 h 1128"/>
                <a:gd name="T16" fmla="*/ 152 w 1447"/>
                <a:gd name="T17" fmla="*/ 208 h 1128"/>
                <a:gd name="T18" fmla="*/ 168 w 1447"/>
                <a:gd name="T19" fmla="*/ 184 h 1128"/>
                <a:gd name="T20" fmla="*/ 200 w 1447"/>
                <a:gd name="T21" fmla="*/ 176 h 1128"/>
                <a:gd name="T22" fmla="*/ 288 w 1447"/>
                <a:gd name="T23" fmla="*/ 112 h 1128"/>
                <a:gd name="T24" fmla="*/ 328 w 1447"/>
                <a:gd name="T25" fmla="*/ 80 h 1128"/>
                <a:gd name="T26" fmla="*/ 352 w 1447"/>
                <a:gd name="T27" fmla="*/ 56 h 1128"/>
                <a:gd name="T28" fmla="*/ 424 w 1447"/>
                <a:gd name="T29" fmla="*/ 40 h 1128"/>
                <a:gd name="T30" fmla="*/ 504 w 1447"/>
                <a:gd name="T31" fmla="*/ 0 h 1128"/>
                <a:gd name="T32" fmla="*/ 808 w 1447"/>
                <a:gd name="T33" fmla="*/ 40 h 1128"/>
                <a:gd name="T34" fmla="*/ 1056 w 1447"/>
                <a:gd name="T35" fmla="*/ 176 h 1128"/>
                <a:gd name="T36" fmla="*/ 1080 w 1447"/>
                <a:gd name="T37" fmla="*/ 200 h 1128"/>
                <a:gd name="T38" fmla="*/ 1104 w 1447"/>
                <a:gd name="T39" fmla="*/ 216 h 1128"/>
                <a:gd name="T40" fmla="*/ 1224 w 1447"/>
                <a:gd name="T41" fmla="*/ 304 h 1128"/>
                <a:gd name="T42" fmla="*/ 1296 w 1447"/>
                <a:gd name="T43" fmla="*/ 368 h 1128"/>
                <a:gd name="T44" fmla="*/ 1344 w 1447"/>
                <a:gd name="T45" fmla="*/ 440 h 1128"/>
                <a:gd name="T46" fmla="*/ 1360 w 1447"/>
                <a:gd name="T47" fmla="*/ 488 h 1128"/>
                <a:gd name="T48" fmla="*/ 1392 w 1447"/>
                <a:gd name="T49" fmla="*/ 536 h 1128"/>
                <a:gd name="T50" fmla="*/ 1416 w 1447"/>
                <a:gd name="T51" fmla="*/ 608 h 1128"/>
                <a:gd name="T52" fmla="*/ 1432 w 1447"/>
                <a:gd name="T53" fmla="*/ 656 h 1128"/>
                <a:gd name="T54" fmla="*/ 1432 w 1447"/>
                <a:gd name="T55" fmla="*/ 856 h 1128"/>
                <a:gd name="T56" fmla="*/ 1416 w 1447"/>
                <a:gd name="T57" fmla="*/ 904 h 1128"/>
                <a:gd name="T58" fmla="*/ 1368 w 1447"/>
                <a:gd name="T59" fmla="*/ 920 h 1128"/>
                <a:gd name="T60" fmla="*/ 1352 w 1447"/>
                <a:gd name="T61" fmla="*/ 944 h 1128"/>
                <a:gd name="T62" fmla="*/ 1304 w 1447"/>
                <a:gd name="T63" fmla="*/ 976 h 1128"/>
                <a:gd name="T64" fmla="*/ 1216 w 1447"/>
                <a:gd name="T65" fmla="*/ 1040 h 1128"/>
                <a:gd name="T66" fmla="*/ 1168 w 1447"/>
                <a:gd name="T67" fmla="*/ 1072 h 1128"/>
                <a:gd name="T68" fmla="*/ 1112 w 1447"/>
                <a:gd name="T69" fmla="*/ 1128 h 1128"/>
                <a:gd name="T70" fmla="*/ 440 w 1447"/>
                <a:gd name="T71" fmla="*/ 1096 h 1128"/>
                <a:gd name="T72" fmla="*/ 360 w 1447"/>
                <a:gd name="T73" fmla="*/ 1072 h 1128"/>
                <a:gd name="T74" fmla="*/ 304 w 1447"/>
                <a:gd name="T75" fmla="*/ 976 h 1128"/>
                <a:gd name="T76" fmla="*/ 240 w 1447"/>
                <a:gd name="T77" fmla="*/ 880 h 1128"/>
                <a:gd name="T78" fmla="*/ 200 w 1447"/>
                <a:gd name="T79" fmla="*/ 800 h 1128"/>
                <a:gd name="T80" fmla="*/ 120 w 1447"/>
                <a:gd name="T81" fmla="*/ 704 h 1128"/>
                <a:gd name="T82" fmla="*/ 56 w 1447"/>
                <a:gd name="T83" fmla="*/ 624 h 1128"/>
                <a:gd name="T84" fmla="*/ 16 w 1447"/>
                <a:gd name="T85" fmla="*/ 544 h 1128"/>
                <a:gd name="T86" fmla="*/ 8 w 1447"/>
                <a:gd name="T87" fmla="*/ 512 h 1128"/>
                <a:gd name="T88" fmla="*/ 0 w 1447"/>
                <a:gd name="T89" fmla="*/ 488 h 1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447" h="1128">
                  <a:moveTo>
                    <a:pt x="0" y="488"/>
                  </a:moveTo>
                  <a:cubicBezTo>
                    <a:pt x="24" y="453"/>
                    <a:pt x="56" y="427"/>
                    <a:pt x="80" y="392"/>
                  </a:cubicBezTo>
                  <a:cubicBezTo>
                    <a:pt x="72" y="389"/>
                    <a:pt x="64" y="383"/>
                    <a:pt x="56" y="384"/>
                  </a:cubicBezTo>
                  <a:cubicBezTo>
                    <a:pt x="44" y="386"/>
                    <a:pt x="35" y="405"/>
                    <a:pt x="24" y="400"/>
                  </a:cubicBezTo>
                  <a:cubicBezTo>
                    <a:pt x="15" y="396"/>
                    <a:pt x="34" y="383"/>
                    <a:pt x="40" y="376"/>
                  </a:cubicBezTo>
                  <a:cubicBezTo>
                    <a:pt x="47" y="367"/>
                    <a:pt x="56" y="360"/>
                    <a:pt x="64" y="352"/>
                  </a:cubicBezTo>
                  <a:cubicBezTo>
                    <a:pt x="82" y="279"/>
                    <a:pt x="56" y="354"/>
                    <a:pt x="96" y="304"/>
                  </a:cubicBezTo>
                  <a:cubicBezTo>
                    <a:pt x="101" y="297"/>
                    <a:pt x="100" y="287"/>
                    <a:pt x="104" y="280"/>
                  </a:cubicBezTo>
                  <a:cubicBezTo>
                    <a:pt x="104" y="280"/>
                    <a:pt x="144" y="220"/>
                    <a:pt x="152" y="208"/>
                  </a:cubicBezTo>
                  <a:cubicBezTo>
                    <a:pt x="157" y="200"/>
                    <a:pt x="159" y="186"/>
                    <a:pt x="168" y="184"/>
                  </a:cubicBezTo>
                  <a:cubicBezTo>
                    <a:pt x="179" y="181"/>
                    <a:pt x="189" y="179"/>
                    <a:pt x="200" y="176"/>
                  </a:cubicBezTo>
                  <a:cubicBezTo>
                    <a:pt x="228" y="148"/>
                    <a:pt x="253" y="129"/>
                    <a:pt x="288" y="112"/>
                  </a:cubicBezTo>
                  <a:cubicBezTo>
                    <a:pt x="324" y="58"/>
                    <a:pt x="282" y="111"/>
                    <a:pt x="328" y="80"/>
                  </a:cubicBezTo>
                  <a:cubicBezTo>
                    <a:pt x="337" y="74"/>
                    <a:pt x="343" y="62"/>
                    <a:pt x="352" y="56"/>
                  </a:cubicBezTo>
                  <a:cubicBezTo>
                    <a:pt x="365" y="47"/>
                    <a:pt x="418" y="41"/>
                    <a:pt x="424" y="40"/>
                  </a:cubicBezTo>
                  <a:cubicBezTo>
                    <a:pt x="450" y="23"/>
                    <a:pt x="475" y="10"/>
                    <a:pt x="504" y="0"/>
                  </a:cubicBezTo>
                  <a:cubicBezTo>
                    <a:pt x="606" y="15"/>
                    <a:pt x="705" y="31"/>
                    <a:pt x="808" y="40"/>
                  </a:cubicBezTo>
                  <a:cubicBezTo>
                    <a:pt x="913" y="66"/>
                    <a:pt x="964" y="153"/>
                    <a:pt x="1056" y="176"/>
                  </a:cubicBezTo>
                  <a:cubicBezTo>
                    <a:pt x="1064" y="184"/>
                    <a:pt x="1071" y="193"/>
                    <a:pt x="1080" y="200"/>
                  </a:cubicBezTo>
                  <a:cubicBezTo>
                    <a:pt x="1087" y="206"/>
                    <a:pt x="1097" y="210"/>
                    <a:pt x="1104" y="216"/>
                  </a:cubicBezTo>
                  <a:cubicBezTo>
                    <a:pt x="1145" y="252"/>
                    <a:pt x="1171" y="286"/>
                    <a:pt x="1224" y="304"/>
                  </a:cubicBezTo>
                  <a:cubicBezTo>
                    <a:pt x="1247" y="327"/>
                    <a:pt x="1276" y="343"/>
                    <a:pt x="1296" y="368"/>
                  </a:cubicBezTo>
                  <a:cubicBezTo>
                    <a:pt x="1314" y="391"/>
                    <a:pt x="1335" y="413"/>
                    <a:pt x="1344" y="440"/>
                  </a:cubicBezTo>
                  <a:cubicBezTo>
                    <a:pt x="1349" y="456"/>
                    <a:pt x="1351" y="474"/>
                    <a:pt x="1360" y="488"/>
                  </a:cubicBezTo>
                  <a:cubicBezTo>
                    <a:pt x="1371" y="504"/>
                    <a:pt x="1386" y="518"/>
                    <a:pt x="1392" y="536"/>
                  </a:cubicBezTo>
                  <a:cubicBezTo>
                    <a:pt x="1395" y="546"/>
                    <a:pt x="1414" y="603"/>
                    <a:pt x="1416" y="608"/>
                  </a:cubicBezTo>
                  <a:cubicBezTo>
                    <a:pt x="1421" y="624"/>
                    <a:pt x="1432" y="656"/>
                    <a:pt x="1432" y="656"/>
                  </a:cubicBezTo>
                  <a:cubicBezTo>
                    <a:pt x="1443" y="744"/>
                    <a:pt x="1447" y="743"/>
                    <a:pt x="1432" y="856"/>
                  </a:cubicBezTo>
                  <a:cubicBezTo>
                    <a:pt x="1430" y="873"/>
                    <a:pt x="1432" y="899"/>
                    <a:pt x="1416" y="904"/>
                  </a:cubicBezTo>
                  <a:cubicBezTo>
                    <a:pt x="1400" y="909"/>
                    <a:pt x="1368" y="920"/>
                    <a:pt x="1368" y="920"/>
                  </a:cubicBezTo>
                  <a:cubicBezTo>
                    <a:pt x="1363" y="928"/>
                    <a:pt x="1359" y="938"/>
                    <a:pt x="1352" y="944"/>
                  </a:cubicBezTo>
                  <a:cubicBezTo>
                    <a:pt x="1338" y="957"/>
                    <a:pt x="1304" y="976"/>
                    <a:pt x="1304" y="976"/>
                  </a:cubicBezTo>
                  <a:cubicBezTo>
                    <a:pt x="1279" y="1014"/>
                    <a:pt x="1251" y="1005"/>
                    <a:pt x="1216" y="1040"/>
                  </a:cubicBezTo>
                  <a:cubicBezTo>
                    <a:pt x="1186" y="1070"/>
                    <a:pt x="1203" y="1060"/>
                    <a:pt x="1168" y="1072"/>
                  </a:cubicBezTo>
                  <a:cubicBezTo>
                    <a:pt x="1149" y="1101"/>
                    <a:pt x="1131" y="1099"/>
                    <a:pt x="1112" y="1128"/>
                  </a:cubicBezTo>
                  <a:cubicBezTo>
                    <a:pt x="850" y="1124"/>
                    <a:pt x="672" y="1125"/>
                    <a:pt x="440" y="1096"/>
                  </a:cubicBezTo>
                  <a:cubicBezTo>
                    <a:pt x="413" y="1087"/>
                    <a:pt x="387" y="1081"/>
                    <a:pt x="360" y="1072"/>
                  </a:cubicBezTo>
                  <a:cubicBezTo>
                    <a:pt x="338" y="1038"/>
                    <a:pt x="322" y="1009"/>
                    <a:pt x="304" y="976"/>
                  </a:cubicBezTo>
                  <a:cubicBezTo>
                    <a:pt x="286" y="943"/>
                    <a:pt x="257" y="914"/>
                    <a:pt x="240" y="880"/>
                  </a:cubicBezTo>
                  <a:cubicBezTo>
                    <a:pt x="227" y="855"/>
                    <a:pt x="215" y="823"/>
                    <a:pt x="200" y="800"/>
                  </a:cubicBezTo>
                  <a:cubicBezTo>
                    <a:pt x="178" y="764"/>
                    <a:pt x="147" y="735"/>
                    <a:pt x="120" y="704"/>
                  </a:cubicBezTo>
                  <a:cubicBezTo>
                    <a:pt x="94" y="675"/>
                    <a:pt x="89" y="646"/>
                    <a:pt x="56" y="624"/>
                  </a:cubicBezTo>
                  <a:cubicBezTo>
                    <a:pt x="45" y="580"/>
                    <a:pt x="27" y="583"/>
                    <a:pt x="16" y="544"/>
                  </a:cubicBezTo>
                  <a:cubicBezTo>
                    <a:pt x="13" y="533"/>
                    <a:pt x="11" y="523"/>
                    <a:pt x="8" y="512"/>
                  </a:cubicBezTo>
                  <a:cubicBezTo>
                    <a:pt x="6" y="504"/>
                    <a:pt x="0" y="488"/>
                    <a:pt x="0" y="488"/>
                  </a:cubicBezTo>
                  <a:close/>
                </a:path>
              </a:pathLst>
            </a:cu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grpSp>
      <p:sp>
        <p:nvSpPr>
          <p:cNvPr id="269367" name="Rectangle 42"/>
          <p:cNvSpPr>
            <a:spLocks noChangeArrowheads="1"/>
          </p:cNvSpPr>
          <p:nvPr/>
        </p:nvSpPr>
        <p:spPr bwMode="auto">
          <a:xfrm>
            <a:off x="1112838" y="3519488"/>
            <a:ext cx="942975" cy="363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b="1">
                <a:solidFill>
                  <a:srgbClr val="0000CC"/>
                </a:solidFill>
                <a:ea typeface="黑体" panose="02010609060101010101" pitchFamily="49" charset="-122"/>
              </a:rPr>
              <a:t>PC </a:t>
            </a:r>
          </a:p>
        </p:txBody>
      </p:sp>
      <p:sp>
        <p:nvSpPr>
          <p:cNvPr id="269368" name="Rectangle 43"/>
          <p:cNvSpPr>
            <a:spLocks noChangeArrowheads="1"/>
          </p:cNvSpPr>
          <p:nvPr/>
        </p:nvSpPr>
        <p:spPr bwMode="auto">
          <a:xfrm>
            <a:off x="4351338" y="3054350"/>
            <a:ext cx="133667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b="1">
                <a:solidFill>
                  <a:srgbClr val="0000CC"/>
                </a:solidFill>
                <a:ea typeface="黑体" panose="02010609060101010101" pitchFamily="49" charset="-122"/>
              </a:rPr>
              <a:t>公用电话网</a:t>
            </a:r>
          </a:p>
        </p:txBody>
      </p:sp>
      <p:pic>
        <p:nvPicPr>
          <p:cNvPr id="269369" name="Picture 44"/>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82838" y="2990850"/>
            <a:ext cx="922337" cy="528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9370" name="Picture 45"/>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76325" y="2844800"/>
            <a:ext cx="768350" cy="669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9371" name="Rectangle 46"/>
          <p:cNvSpPr>
            <a:spLocks noChangeArrowheads="1"/>
          </p:cNvSpPr>
          <p:nvPr/>
        </p:nvSpPr>
        <p:spPr bwMode="auto">
          <a:xfrm>
            <a:off x="6380163" y="3475038"/>
            <a:ext cx="1460500" cy="363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b="1">
                <a:solidFill>
                  <a:srgbClr val="0000CC"/>
                </a:solidFill>
                <a:ea typeface="黑体" panose="02010609060101010101" pitchFamily="49" charset="-122"/>
              </a:rPr>
              <a:t>调制解调器</a:t>
            </a:r>
          </a:p>
        </p:txBody>
      </p:sp>
      <p:grpSp>
        <p:nvGrpSpPr>
          <p:cNvPr id="269372" name="Group 47"/>
          <p:cNvGrpSpPr>
            <a:grpSpLocks/>
          </p:cNvGrpSpPr>
          <p:nvPr/>
        </p:nvGrpSpPr>
        <p:grpSpPr bwMode="auto">
          <a:xfrm>
            <a:off x="3228975" y="2795588"/>
            <a:ext cx="706438" cy="339725"/>
            <a:chOff x="2315" y="3965"/>
            <a:chExt cx="496" cy="254"/>
          </a:xfrm>
        </p:grpSpPr>
        <p:sp>
          <p:nvSpPr>
            <p:cNvPr id="269373" name="Freeform 48"/>
            <p:cNvSpPr>
              <a:spLocks noChangeArrowheads="1"/>
            </p:cNvSpPr>
            <p:nvPr/>
          </p:nvSpPr>
          <p:spPr bwMode="auto">
            <a:xfrm>
              <a:off x="2315" y="4051"/>
              <a:ext cx="92" cy="89"/>
            </a:xfrm>
            <a:custGeom>
              <a:avLst/>
              <a:gdLst>
                <a:gd name="T0" fmla="*/ 0 w 552"/>
                <a:gd name="T1" fmla="*/ 255 h 535"/>
                <a:gd name="T2" fmla="*/ 7 w 552"/>
                <a:gd name="T3" fmla="*/ 209 h 535"/>
                <a:gd name="T4" fmla="*/ 18 w 552"/>
                <a:gd name="T5" fmla="*/ 164 h 535"/>
                <a:gd name="T6" fmla="*/ 26 w 552"/>
                <a:gd name="T7" fmla="*/ 131 h 535"/>
                <a:gd name="T8" fmla="*/ 39 w 552"/>
                <a:gd name="T9" fmla="*/ 115 h 535"/>
                <a:gd name="T10" fmla="*/ 52 w 552"/>
                <a:gd name="T11" fmla="*/ 104 h 535"/>
                <a:gd name="T12" fmla="*/ 67 w 552"/>
                <a:gd name="T13" fmla="*/ 103 h 535"/>
                <a:gd name="T14" fmla="*/ 83 w 552"/>
                <a:gd name="T15" fmla="*/ 107 h 535"/>
                <a:gd name="T16" fmla="*/ 98 w 552"/>
                <a:gd name="T17" fmla="*/ 121 h 535"/>
                <a:gd name="T18" fmla="*/ 106 w 552"/>
                <a:gd name="T19" fmla="*/ 140 h 535"/>
                <a:gd name="T20" fmla="*/ 112 w 552"/>
                <a:gd name="T21" fmla="*/ 165 h 535"/>
                <a:gd name="T22" fmla="*/ 141 w 552"/>
                <a:gd name="T23" fmla="*/ 331 h 535"/>
                <a:gd name="T24" fmla="*/ 148 w 552"/>
                <a:gd name="T25" fmla="*/ 356 h 535"/>
                <a:gd name="T26" fmla="*/ 154 w 552"/>
                <a:gd name="T27" fmla="*/ 373 h 535"/>
                <a:gd name="T28" fmla="*/ 172 w 552"/>
                <a:gd name="T29" fmla="*/ 385 h 535"/>
                <a:gd name="T30" fmla="*/ 188 w 552"/>
                <a:gd name="T31" fmla="*/ 386 h 535"/>
                <a:gd name="T32" fmla="*/ 203 w 552"/>
                <a:gd name="T33" fmla="*/ 378 h 535"/>
                <a:gd name="T34" fmla="*/ 212 w 552"/>
                <a:gd name="T35" fmla="*/ 359 h 535"/>
                <a:gd name="T36" fmla="*/ 219 w 552"/>
                <a:gd name="T37" fmla="*/ 331 h 535"/>
                <a:gd name="T38" fmla="*/ 258 w 552"/>
                <a:gd name="T39" fmla="*/ 88 h 535"/>
                <a:gd name="T40" fmla="*/ 264 w 552"/>
                <a:gd name="T41" fmla="*/ 52 h 535"/>
                <a:gd name="T42" fmla="*/ 271 w 552"/>
                <a:gd name="T43" fmla="*/ 29 h 535"/>
                <a:gd name="T44" fmla="*/ 280 w 552"/>
                <a:gd name="T45" fmla="*/ 12 h 535"/>
                <a:gd name="T46" fmla="*/ 291 w 552"/>
                <a:gd name="T47" fmla="*/ 4 h 535"/>
                <a:gd name="T48" fmla="*/ 308 w 552"/>
                <a:gd name="T49" fmla="*/ 0 h 535"/>
                <a:gd name="T50" fmla="*/ 327 w 552"/>
                <a:gd name="T51" fmla="*/ 5 h 535"/>
                <a:gd name="T52" fmla="*/ 340 w 552"/>
                <a:gd name="T53" fmla="*/ 26 h 535"/>
                <a:gd name="T54" fmla="*/ 347 w 552"/>
                <a:gd name="T55" fmla="*/ 43 h 535"/>
                <a:gd name="T56" fmla="*/ 353 w 552"/>
                <a:gd name="T57" fmla="*/ 68 h 535"/>
                <a:gd name="T58" fmla="*/ 412 w 552"/>
                <a:gd name="T59" fmla="*/ 460 h 535"/>
                <a:gd name="T60" fmla="*/ 419 w 552"/>
                <a:gd name="T61" fmla="*/ 492 h 535"/>
                <a:gd name="T62" fmla="*/ 429 w 552"/>
                <a:gd name="T63" fmla="*/ 520 h 535"/>
                <a:gd name="T64" fmla="*/ 441 w 552"/>
                <a:gd name="T65" fmla="*/ 530 h 535"/>
                <a:gd name="T66" fmla="*/ 462 w 552"/>
                <a:gd name="T67" fmla="*/ 535 h 535"/>
                <a:gd name="T68" fmla="*/ 478 w 552"/>
                <a:gd name="T69" fmla="*/ 518 h 535"/>
                <a:gd name="T70" fmla="*/ 488 w 552"/>
                <a:gd name="T71" fmla="*/ 495 h 535"/>
                <a:gd name="T72" fmla="*/ 496 w 552"/>
                <a:gd name="T73" fmla="*/ 461 h 535"/>
                <a:gd name="T74" fmla="*/ 552 w 552"/>
                <a:gd name="T75" fmla="*/ 107 h 5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552" h="535">
                  <a:moveTo>
                    <a:pt x="0" y="255"/>
                  </a:moveTo>
                  <a:lnTo>
                    <a:pt x="7" y="209"/>
                  </a:lnTo>
                  <a:lnTo>
                    <a:pt x="18" y="164"/>
                  </a:lnTo>
                  <a:lnTo>
                    <a:pt x="26" y="131"/>
                  </a:lnTo>
                  <a:lnTo>
                    <a:pt x="39" y="115"/>
                  </a:lnTo>
                  <a:lnTo>
                    <a:pt x="52" y="104"/>
                  </a:lnTo>
                  <a:lnTo>
                    <a:pt x="67" y="103"/>
                  </a:lnTo>
                  <a:lnTo>
                    <a:pt x="83" y="107"/>
                  </a:lnTo>
                  <a:lnTo>
                    <a:pt x="98" y="121"/>
                  </a:lnTo>
                  <a:lnTo>
                    <a:pt x="106" y="140"/>
                  </a:lnTo>
                  <a:lnTo>
                    <a:pt x="112" y="165"/>
                  </a:lnTo>
                  <a:lnTo>
                    <a:pt x="141" y="331"/>
                  </a:lnTo>
                  <a:lnTo>
                    <a:pt x="148" y="356"/>
                  </a:lnTo>
                  <a:lnTo>
                    <a:pt x="154" y="373"/>
                  </a:lnTo>
                  <a:lnTo>
                    <a:pt x="172" y="385"/>
                  </a:lnTo>
                  <a:lnTo>
                    <a:pt x="188" y="386"/>
                  </a:lnTo>
                  <a:lnTo>
                    <a:pt x="203" y="378"/>
                  </a:lnTo>
                  <a:lnTo>
                    <a:pt x="212" y="359"/>
                  </a:lnTo>
                  <a:lnTo>
                    <a:pt x="219" y="331"/>
                  </a:lnTo>
                  <a:lnTo>
                    <a:pt x="258" y="88"/>
                  </a:lnTo>
                  <a:lnTo>
                    <a:pt x="264" y="52"/>
                  </a:lnTo>
                  <a:lnTo>
                    <a:pt x="271" y="29"/>
                  </a:lnTo>
                  <a:lnTo>
                    <a:pt x="280" y="12"/>
                  </a:lnTo>
                  <a:lnTo>
                    <a:pt x="291" y="4"/>
                  </a:lnTo>
                  <a:lnTo>
                    <a:pt x="308" y="0"/>
                  </a:lnTo>
                  <a:lnTo>
                    <a:pt x="327" y="5"/>
                  </a:lnTo>
                  <a:lnTo>
                    <a:pt x="340" y="26"/>
                  </a:lnTo>
                  <a:lnTo>
                    <a:pt x="347" y="43"/>
                  </a:lnTo>
                  <a:lnTo>
                    <a:pt x="353" y="68"/>
                  </a:lnTo>
                  <a:lnTo>
                    <a:pt x="412" y="460"/>
                  </a:lnTo>
                  <a:lnTo>
                    <a:pt x="419" y="492"/>
                  </a:lnTo>
                  <a:lnTo>
                    <a:pt x="429" y="520"/>
                  </a:lnTo>
                  <a:lnTo>
                    <a:pt x="441" y="530"/>
                  </a:lnTo>
                  <a:lnTo>
                    <a:pt x="462" y="535"/>
                  </a:lnTo>
                  <a:lnTo>
                    <a:pt x="478" y="518"/>
                  </a:lnTo>
                  <a:lnTo>
                    <a:pt x="488" y="495"/>
                  </a:lnTo>
                  <a:lnTo>
                    <a:pt x="496" y="461"/>
                  </a:lnTo>
                  <a:lnTo>
                    <a:pt x="552" y="107"/>
                  </a:lnTo>
                </a:path>
              </a:pathLst>
            </a:custGeom>
            <a:noFill/>
            <a:ln w="28575">
              <a:solidFill>
                <a:srgbClr val="333399"/>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269374" name="Freeform 49"/>
            <p:cNvSpPr>
              <a:spLocks noChangeArrowheads="1"/>
            </p:cNvSpPr>
            <p:nvPr/>
          </p:nvSpPr>
          <p:spPr bwMode="auto">
            <a:xfrm>
              <a:off x="2407" y="3965"/>
              <a:ext cx="157" cy="254"/>
            </a:xfrm>
            <a:custGeom>
              <a:avLst/>
              <a:gdLst>
                <a:gd name="T0" fmla="*/ 0 w 943"/>
                <a:gd name="T1" fmla="*/ 622 h 1524"/>
                <a:gd name="T2" fmla="*/ 49 w 943"/>
                <a:gd name="T3" fmla="*/ 336 h 1524"/>
                <a:gd name="T4" fmla="*/ 55 w 943"/>
                <a:gd name="T5" fmla="*/ 313 h 1524"/>
                <a:gd name="T6" fmla="*/ 71 w 943"/>
                <a:gd name="T7" fmla="*/ 301 h 1524"/>
                <a:gd name="T8" fmla="*/ 84 w 943"/>
                <a:gd name="T9" fmla="*/ 297 h 1524"/>
                <a:gd name="T10" fmla="*/ 105 w 943"/>
                <a:gd name="T11" fmla="*/ 301 h 1524"/>
                <a:gd name="T12" fmla="*/ 116 w 943"/>
                <a:gd name="T13" fmla="*/ 314 h 1524"/>
                <a:gd name="T14" fmla="*/ 122 w 943"/>
                <a:gd name="T15" fmla="*/ 336 h 1524"/>
                <a:gd name="T16" fmla="*/ 236 w 943"/>
                <a:gd name="T17" fmla="*/ 1164 h 1524"/>
                <a:gd name="T18" fmla="*/ 247 w 943"/>
                <a:gd name="T19" fmla="*/ 1207 h 1524"/>
                <a:gd name="T20" fmla="*/ 258 w 943"/>
                <a:gd name="T21" fmla="*/ 1222 h 1524"/>
                <a:gd name="T22" fmla="*/ 276 w 943"/>
                <a:gd name="T23" fmla="*/ 1230 h 1524"/>
                <a:gd name="T24" fmla="*/ 290 w 943"/>
                <a:gd name="T25" fmla="*/ 1234 h 1524"/>
                <a:gd name="T26" fmla="*/ 309 w 943"/>
                <a:gd name="T27" fmla="*/ 1227 h 1524"/>
                <a:gd name="T28" fmla="*/ 324 w 943"/>
                <a:gd name="T29" fmla="*/ 1209 h 1524"/>
                <a:gd name="T30" fmla="*/ 335 w 943"/>
                <a:gd name="T31" fmla="*/ 1164 h 1524"/>
                <a:gd name="T32" fmla="*/ 448 w 943"/>
                <a:gd name="T33" fmla="*/ 204 h 1524"/>
                <a:gd name="T34" fmla="*/ 455 w 943"/>
                <a:gd name="T35" fmla="*/ 158 h 1524"/>
                <a:gd name="T36" fmla="*/ 462 w 943"/>
                <a:gd name="T37" fmla="*/ 143 h 1524"/>
                <a:gd name="T38" fmla="*/ 470 w 943"/>
                <a:gd name="T39" fmla="*/ 129 h 1524"/>
                <a:gd name="T40" fmla="*/ 483 w 943"/>
                <a:gd name="T41" fmla="*/ 118 h 1524"/>
                <a:gd name="T42" fmla="*/ 499 w 943"/>
                <a:gd name="T43" fmla="*/ 116 h 1524"/>
                <a:gd name="T44" fmla="*/ 517 w 943"/>
                <a:gd name="T45" fmla="*/ 122 h 1524"/>
                <a:gd name="T46" fmla="*/ 531 w 943"/>
                <a:gd name="T47" fmla="*/ 132 h 1524"/>
                <a:gd name="T48" fmla="*/ 539 w 943"/>
                <a:gd name="T49" fmla="*/ 143 h 1524"/>
                <a:gd name="T50" fmla="*/ 548 w 943"/>
                <a:gd name="T51" fmla="*/ 158 h 1524"/>
                <a:gd name="T52" fmla="*/ 555 w 943"/>
                <a:gd name="T53" fmla="*/ 197 h 1524"/>
                <a:gd name="T54" fmla="*/ 658 w 943"/>
                <a:gd name="T55" fmla="*/ 1428 h 1524"/>
                <a:gd name="T56" fmla="*/ 665 w 943"/>
                <a:gd name="T57" fmla="*/ 1480 h 1524"/>
                <a:gd name="T58" fmla="*/ 674 w 943"/>
                <a:gd name="T59" fmla="*/ 1505 h 1524"/>
                <a:gd name="T60" fmla="*/ 692 w 943"/>
                <a:gd name="T61" fmla="*/ 1517 h 1524"/>
                <a:gd name="T62" fmla="*/ 710 w 943"/>
                <a:gd name="T63" fmla="*/ 1524 h 1524"/>
                <a:gd name="T64" fmla="*/ 727 w 943"/>
                <a:gd name="T65" fmla="*/ 1517 h 1524"/>
                <a:gd name="T66" fmla="*/ 736 w 943"/>
                <a:gd name="T67" fmla="*/ 1505 h 1524"/>
                <a:gd name="T68" fmla="*/ 742 w 943"/>
                <a:gd name="T69" fmla="*/ 1484 h 1524"/>
                <a:gd name="T70" fmla="*/ 748 w 943"/>
                <a:gd name="T71" fmla="*/ 1432 h 1524"/>
                <a:gd name="T72" fmla="*/ 882 w 943"/>
                <a:gd name="T73" fmla="*/ 87 h 1524"/>
                <a:gd name="T74" fmla="*/ 888 w 943"/>
                <a:gd name="T75" fmla="*/ 59 h 1524"/>
                <a:gd name="T76" fmla="*/ 897 w 943"/>
                <a:gd name="T77" fmla="*/ 34 h 1524"/>
                <a:gd name="T78" fmla="*/ 908 w 943"/>
                <a:gd name="T79" fmla="*/ 17 h 1524"/>
                <a:gd name="T80" fmla="*/ 919 w 943"/>
                <a:gd name="T81" fmla="*/ 5 h 1524"/>
                <a:gd name="T82" fmla="*/ 931 w 943"/>
                <a:gd name="T83" fmla="*/ 0 h 1524"/>
                <a:gd name="T84" fmla="*/ 943 w 943"/>
                <a:gd name="T85" fmla="*/ 0 h 1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43" h="1524">
                  <a:moveTo>
                    <a:pt x="0" y="622"/>
                  </a:moveTo>
                  <a:lnTo>
                    <a:pt x="49" y="336"/>
                  </a:lnTo>
                  <a:lnTo>
                    <a:pt x="55" y="313"/>
                  </a:lnTo>
                  <a:lnTo>
                    <a:pt x="71" y="301"/>
                  </a:lnTo>
                  <a:lnTo>
                    <a:pt x="84" y="297"/>
                  </a:lnTo>
                  <a:lnTo>
                    <a:pt x="105" y="301"/>
                  </a:lnTo>
                  <a:lnTo>
                    <a:pt x="116" y="314"/>
                  </a:lnTo>
                  <a:lnTo>
                    <a:pt x="122" y="336"/>
                  </a:lnTo>
                  <a:lnTo>
                    <a:pt x="236" y="1164"/>
                  </a:lnTo>
                  <a:lnTo>
                    <a:pt x="247" y="1207"/>
                  </a:lnTo>
                  <a:lnTo>
                    <a:pt x="258" y="1222"/>
                  </a:lnTo>
                  <a:lnTo>
                    <a:pt x="276" y="1230"/>
                  </a:lnTo>
                  <a:lnTo>
                    <a:pt x="290" y="1234"/>
                  </a:lnTo>
                  <a:lnTo>
                    <a:pt x="309" y="1227"/>
                  </a:lnTo>
                  <a:lnTo>
                    <a:pt x="324" y="1209"/>
                  </a:lnTo>
                  <a:lnTo>
                    <a:pt x="335" y="1164"/>
                  </a:lnTo>
                  <a:lnTo>
                    <a:pt x="448" y="204"/>
                  </a:lnTo>
                  <a:lnTo>
                    <a:pt x="455" y="158"/>
                  </a:lnTo>
                  <a:lnTo>
                    <a:pt x="462" y="143"/>
                  </a:lnTo>
                  <a:lnTo>
                    <a:pt x="470" y="129"/>
                  </a:lnTo>
                  <a:lnTo>
                    <a:pt x="483" y="118"/>
                  </a:lnTo>
                  <a:lnTo>
                    <a:pt x="499" y="116"/>
                  </a:lnTo>
                  <a:lnTo>
                    <a:pt x="517" y="122"/>
                  </a:lnTo>
                  <a:lnTo>
                    <a:pt x="531" y="132"/>
                  </a:lnTo>
                  <a:lnTo>
                    <a:pt x="539" y="143"/>
                  </a:lnTo>
                  <a:lnTo>
                    <a:pt x="548" y="158"/>
                  </a:lnTo>
                  <a:lnTo>
                    <a:pt x="555" y="197"/>
                  </a:lnTo>
                  <a:lnTo>
                    <a:pt x="658" y="1428"/>
                  </a:lnTo>
                  <a:lnTo>
                    <a:pt x="665" y="1480"/>
                  </a:lnTo>
                  <a:lnTo>
                    <a:pt x="674" y="1505"/>
                  </a:lnTo>
                  <a:lnTo>
                    <a:pt x="692" y="1517"/>
                  </a:lnTo>
                  <a:lnTo>
                    <a:pt x="710" y="1524"/>
                  </a:lnTo>
                  <a:lnTo>
                    <a:pt x="727" y="1517"/>
                  </a:lnTo>
                  <a:lnTo>
                    <a:pt x="736" y="1505"/>
                  </a:lnTo>
                  <a:lnTo>
                    <a:pt x="742" y="1484"/>
                  </a:lnTo>
                  <a:lnTo>
                    <a:pt x="748" y="1432"/>
                  </a:lnTo>
                  <a:lnTo>
                    <a:pt x="882" y="87"/>
                  </a:lnTo>
                  <a:lnTo>
                    <a:pt x="888" y="59"/>
                  </a:lnTo>
                  <a:lnTo>
                    <a:pt x="897" y="34"/>
                  </a:lnTo>
                  <a:lnTo>
                    <a:pt x="908" y="17"/>
                  </a:lnTo>
                  <a:lnTo>
                    <a:pt x="919" y="5"/>
                  </a:lnTo>
                  <a:lnTo>
                    <a:pt x="931" y="0"/>
                  </a:lnTo>
                  <a:lnTo>
                    <a:pt x="943" y="0"/>
                  </a:lnTo>
                </a:path>
              </a:pathLst>
            </a:custGeom>
            <a:noFill/>
            <a:ln w="28575">
              <a:solidFill>
                <a:srgbClr val="333399"/>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269375" name="Freeform 50"/>
            <p:cNvSpPr>
              <a:spLocks noChangeArrowheads="1"/>
            </p:cNvSpPr>
            <p:nvPr/>
          </p:nvSpPr>
          <p:spPr bwMode="auto">
            <a:xfrm>
              <a:off x="2719" y="4051"/>
              <a:ext cx="92" cy="89"/>
            </a:xfrm>
            <a:custGeom>
              <a:avLst/>
              <a:gdLst>
                <a:gd name="T0" fmla="*/ 551 w 551"/>
                <a:gd name="T1" fmla="*/ 255 h 535"/>
                <a:gd name="T2" fmla="*/ 544 w 551"/>
                <a:gd name="T3" fmla="*/ 209 h 535"/>
                <a:gd name="T4" fmla="*/ 534 w 551"/>
                <a:gd name="T5" fmla="*/ 164 h 535"/>
                <a:gd name="T6" fmla="*/ 525 w 551"/>
                <a:gd name="T7" fmla="*/ 131 h 535"/>
                <a:gd name="T8" fmla="*/ 514 w 551"/>
                <a:gd name="T9" fmla="*/ 115 h 535"/>
                <a:gd name="T10" fmla="*/ 499 w 551"/>
                <a:gd name="T11" fmla="*/ 104 h 535"/>
                <a:gd name="T12" fmla="*/ 486 w 551"/>
                <a:gd name="T13" fmla="*/ 103 h 535"/>
                <a:gd name="T14" fmla="*/ 468 w 551"/>
                <a:gd name="T15" fmla="*/ 107 h 535"/>
                <a:gd name="T16" fmla="*/ 455 w 551"/>
                <a:gd name="T17" fmla="*/ 121 h 535"/>
                <a:gd name="T18" fmla="*/ 446 w 551"/>
                <a:gd name="T19" fmla="*/ 140 h 535"/>
                <a:gd name="T20" fmla="*/ 439 w 551"/>
                <a:gd name="T21" fmla="*/ 165 h 535"/>
                <a:gd name="T22" fmla="*/ 411 w 551"/>
                <a:gd name="T23" fmla="*/ 331 h 535"/>
                <a:gd name="T24" fmla="*/ 404 w 551"/>
                <a:gd name="T25" fmla="*/ 356 h 535"/>
                <a:gd name="T26" fmla="*/ 398 w 551"/>
                <a:gd name="T27" fmla="*/ 373 h 535"/>
                <a:gd name="T28" fmla="*/ 381 w 551"/>
                <a:gd name="T29" fmla="*/ 385 h 535"/>
                <a:gd name="T30" fmla="*/ 364 w 551"/>
                <a:gd name="T31" fmla="*/ 386 h 535"/>
                <a:gd name="T32" fmla="*/ 349 w 551"/>
                <a:gd name="T33" fmla="*/ 378 h 535"/>
                <a:gd name="T34" fmla="*/ 341 w 551"/>
                <a:gd name="T35" fmla="*/ 359 h 535"/>
                <a:gd name="T36" fmla="*/ 333 w 551"/>
                <a:gd name="T37" fmla="*/ 331 h 535"/>
                <a:gd name="T38" fmla="*/ 295 w 551"/>
                <a:gd name="T39" fmla="*/ 88 h 535"/>
                <a:gd name="T40" fmla="*/ 288 w 551"/>
                <a:gd name="T41" fmla="*/ 52 h 535"/>
                <a:gd name="T42" fmla="*/ 281 w 551"/>
                <a:gd name="T43" fmla="*/ 29 h 535"/>
                <a:gd name="T44" fmla="*/ 271 w 551"/>
                <a:gd name="T45" fmla="*/ 12 h 535"/>
                <a:gd name="T46" fmla="*/ 260 w 551"/>
                <a:gd name="T47" fmla="*/ 4 h 535"/>
                <a:gd name="T48" fmla="*/ 242 w 551"/>
                <a:gd name="T49" fmla="*/ 0 h 535"/>
                <a:gd name="T50" fmla="*/ 225 w 551"/>
                <a:gd name="T51" fmla="*/ 5 h 535"/>
                <a:gd name="T52" fmla="*/ 210 w 551"/>
                <a:gd name="T53" fmla="*/ 26 h 535"/>
                <a:gd name="T54" fmla="*/ 204 w 551"/>
                <a:gd name="T55" fmla="*/ 43 h 535"/>
                <a:gd name="T56" fmla="*/ 199 w 551"/>
                <a:gd name="T57" fmla="*/ 68 h 535"/>
                <a:gd name="T58" fmla="*/ 141 w 551"/>
                <a:gd name="T59" fmla="*/ 460 h 535"/>
                <a:gd name="T60" fmla="*/ 134 w 551"/>
                <a:gd name="T61" fmla="*/ 492 h 535"/>
                <a:gd name="T62" fmla="*/ 123 w 551"/>
                <a:gd name="T63" fmla="*/ 520 h 535"/>
                <a:gd name="T64" fmla="*/ 111 w 551"/>
                <a:gd name="T65" fmla="*/ 530 h 535"/>
                <a:gd name="T66" fmla="*/ 90 w 551"/>
                <a:gd name="T67" fmla="*/ 535 h 535"/>
                <a:gd name="T68" fmla="*/ 73 w 551"/>
                <a:gd name="T69" fmla="*/ 518 h 535"/>
                <a:gd name="T70" fmla="*/ 63 w 551"/>
                <a:gd name="T71" fmla="*/ 495 h 535"/>
                <a:gd name="T72" fmla="*/ 56 w 551"/>
                <a:gd name="T73" fmla="*/ 461 h 535"/>
                <a:gd name="T74" fmla="*/ 0 w 551"/>
                <a:gd name="T75" fmla="*/ 107 h 5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551" h="535">
                  <a:moveTo>
                    <a:pt x="551" y="255"/>
                  </a:moveTo>
                  <a:lnTo>
                    <a:pt x="544" y="209"/>
                  </a:lnTo>
                  <a:lnTo>
                    <a:pt x="534" y="164"/>
                  </a:lnTo>
                  <a:lnTo>
                    <a:pt x="525" y="131"/>
                  </a:lnTo>
                  <a:lnTo>
                    <a:pt x="514" y="115"/>
                  </a:lnTo>
                  <a:lnTo>
                    <a:pt x="499" y="104"/>
                  </a:lnTo>
                  <a:lnTo>
                    <a:pt x="486" y="103"/>
                  </a:lnTo>
                  <a:lnTo>
                    <a:pt x="468" y="107"/>
                  </a:lnTo>
                  <a:lnTo>
                    <a:pt x="455" y="121"/>
                  </a:lnTo>
                  <a:lnTo>
                    <a:pt x="446" y="140"/>
                  </a:lnTo>
                  <a:lnTo>
                    <a:pt x="439" y="165"/>
                  </a:lnTo>
                  <a:lnTo>
                    <a:pt x="411" y="331"/>
                  </a:lnTo>
                  <a:lnTo>
                    <a:pt x="404" y="356"/>
                  </a:lnTo>
                  <a:lnTo>
                    <a:pt x="398" y="373"/>
                  </a:lnTo>
                  <a:lnTo>
                    <a:pt x="381" y="385"/>
                  </a:lnTo>
                  <a:lnTo>
                    <a:pt x="364" y="386"/>
                  </a:lnTo>
                  <a:lnTo>
                    <a:pt x="349" y="378"/>
                  </a:lnTo>
                  <a:lnTo>
                    <a:pt x="341" y="359"/>
                  </a:lnTo>
                  <a:lnTo>
                    <a:pt x="333" y="331"/>
                  </a:lnTo>
                  <a:lnTo>
                    <a:pt x="295" y="88"/>
                  </a:lnTo>
                  <a:lnTo>
                    <a:pt x="288" y="52"/>
                  </a:lnTo>
                  <a:lnTo>
                    <a:pt x="281" y="29"/>
                  </a:lnTo>
                  <a:lnTo>
                    <a:pt x="271" y="12"/>
                  </a:lnTo>
                  <a:lnTo>
                    <a:pt x="260" y="4"/>
                  </a:lnTo>
                  <a:lnTo>
                    <a:pt x="242" y="0"/>
                  </a:lnTo>
                  <a:lnTo>
                    <a:pt x="225" y="5"/>
                  </a:lnTo>
                  <a:lnTo>
                    <a:pt x="210" y="26"/>
                  </a:lnTo>
                  <a:lnTo>
                    <a:pt x="204" y="43"/>
                  </a:lnTo>
                  <a:lnTo>
                    <a:pt x="199" y="68"/>
                  </a:lnTo>
                  <a:lnTo>
                    <a:pt x="141" y="460"/>
                  </a:lnTo>
                  <a:lnTo>
                    <a:pt x="134" y="492"/>
                  </a:lnTo>
                  <a:lnTo>
                    <a:pt x="123" y="520"/>
                  </a:lnTo>
                  <a:lnTo>
                    <a:pt x="111" y="530"/>
                  </a:lnTo>
                  <a:lnTo>
                    <a:pt x="90" y="535"/>
                  </a:lnTo>
                  <a:lnTo>
                    <a:pt x="73" y="518"/>
                  </a:lnTo>
                  <a:lnTo>
                    <a:pt x="63" y="495"/>
                  </a:lnTo>
                  <a:lnTo>
                    <a:pt x="56" y="461"/>
                  </a:lnTo>
                  <a:lnTo>
                    <a:pt x="0" y="107"/>
                  </a:lnTo>
                </a:path>
              </a:pathLst>
            </a:custGeom>
            <a:noFill/>
            <a:ln w="28575">
              <a:solidFill>
                <a:srgbClr val="333399"/>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269376" name="Freeform 51"/>
            <p:cNvSpPr>
              <a:spLocks noChangeArrowheads="1"/>
            </p:cNvSpPr>
            <p:nvPr/>
          </p:nvSpPr>
          <p:spPr bwMode="auto">
            <a:xfrm>
              <a:off x="2562" y="3965"/>
              <a:ext cx="157" cy="254"/>
            </a:xfrm>
            <a:custGeom>
              <a:avLst/>
              <a:gdLst>
                <a:gd name="T0" fmla="*/ 943 w 943"/>
                <a:gd name="T1" fmla="*/ 626 h 1524"/>
                <a:gd name="T2" fmla="*/ 895 w 943"/>
                <a:gd name="T3" fmla="*/ 336 h 1524"/>
                <a:gd name="T4" fmla="*/ 887 w 943"/>
                <a:gd name="T5" fmla="*/ 313 h 1524"/>
                <a:gd name="T6" fmla="*/ 873 w 943"/>
                <a:gd name="T7" fmla="*/ 301 h 1524"/>
                <a:gd name="T8" fmla="*/ 859 w 943"/>
                <a:gd name="T9" fmla="*/ 297 h 1524"/>
                <a:gd name="T10" fmla="*/ 837 w 943"/>
                <a:gd name="T11" fmla="*/ 301 h 1524"/>
                <a:gd name="T12" fmla="*/ 828 w 943"/>
                <a:gd name="T13" fmla="*/ 314 h 1524"/>
                <a:gd name="T14" fmla="*/ 819 w 943"/>
                <a:gd name="T15" fmla="*/ 336 h 1524"/>
                <a:gd name="T16" fmla="*/ 706 w 943"/>
                <a:gd name="T17" fmla="*/ 1164 h 1524"/>
                <a:gd name="T18" fmla="*/ 695 w 943"/>
                <a:gd name="T19" fmla="*/ 1207 h 1524"/>
                <a:gd name="T20" fmla="*/ 686 w 943"/>
                <a:gd name="T21" fmla="*/ 1222 h 1524"/>
                <a:gd name="T22" fmla="*/ 667 w 943"/>
                <a:gd name="T23" fmla="*/ 1230 h 1524"/>
                <a:gd name="T24" fmla="*/ 652 w 943"/>
                <a:gd name="T25" fmla="*/ 1234 h 1524"/>
                <a:gd name="T26" fmla="*/ 633 w 943"/>
                <a:gd name="T27" fmla="*/ 1227 h 1524"/>
                <a:gd name="T28" fmla="*/ 619 w 943"/>
                <a:gd name="T29" fmla="*/ 1209 h 1524"/>
                <a:gd name="T30" fmla="*/ 608 w 943"/>
                <a:gd name="T31" fmla="*/ 1164 h 1524"/>
                <a:gd name="T32" fmla="*/ 495 w 943"/>
                <a:gd name="T33" fmla="*/ 204 h 1524"/>
                <a:gd name="T34" fmla="*/ 486 w 943"/>
                <a:gd name="T35" fmla="*/ 158 h 1524"/>
                <a:gd name="T36" fmla="*/ 482 w 943"/>
                <a:gd name="T37" fmla="*/ 143 h 1524"/>
                <a:gd name="T38" fmla="*/ 473 w 943"/>
                <a:gd name="T39" fmla="*/ 129 h 1524"/>
                <a:gd name="T40" fmla="*/ 459 w 943"/>
                <a:gd name="T41" fmla="*/ 118 h 1524"/>
                <a:gd name="T42" fmla="*/ 446 w 943"/>
                <a:gd name="T43" fmla="*/ 116 h 1524"/>
                <a:gd name="T44" fmla="*/ 427 w 943"/>
                <a:gd name="T45" fmla="*/ 122 h 1524"/>
                <a:gd name="T46" fmla="*/ 411 w 943"/>
                <a:gd name="T47" fmla="*/ 132 h 1524"/>
                <a:gd name="T48" fmla="*/ 403 w 943"/>
                <a:gd name="T49" fmla="*/ 143 h 1524"/>
                <a:gd name="T50" fmla="*/ 396 w 943"/>
                <a:gd name="T51" fmla="*/ 158 h 1524"/>
                <a:gd name="T52" fmla="*/ 389 w 943"/>
                <a:gd name="T53" fmla="*/ 197 h 1524"/>
                <a:gd name="T54" fmla="*/ 285 w 943"/>
                <a:gd name="T55" fmla="*/ 1428 h 1524"/>
                <a:gd name="T56" fmla="*/ 278 w 943"/>
                <a:gd name="T57" fmla="*/ 1480 h 1524"/>
                <a:gd name="T58" fmla="*/ 268 w 943"/>
                <a:gd name="T59" fmla="*/ 1505 h 1524"/>
                <a:gd name="T60" fmla="*/ 250 w 943"/>
                <a:gd name="T61" fmla="*/ 1517 h 1524"/>
                <a:gd name="T62" fmla="*/ 233 w 943"/>
                <a:gd name="T63" fmla="*/ 1524 h 1524"/>
                <a:gd name="T64" fmla="*/ 217 w 943"/>
                <a:gd name="T65" fmla="*/ 1517 h 1524"/>
                <a:gd name="T66" fmla="*/ 207 w 943"/>
                <a:gd name="T67" fmla="*/ 1505 h 1524"/>
                <a:gd name="T68" fmla="*/ 200 w 943"/>
                <a:gd name="T69" fmla="*/ 1484 h 1524"/>
                <a:gd name="T70" fmla="*/ 194 w 943"/>
                <a:gd name="T71" fmla="*/ 1432 h 1524"/>
                <a:gd name="T72" fmla="*/ 60 w 943"/>
                <a:gd name="T73" fmla="*/ 87 h 1524"/>
                <a:gd name="T74" fmla="*/ 56 w 943"/>
                <a:gd name="T75" fmla="*/ 59 h 1524"/>
                <a:gd name="T76" fmla="*/ 46 w 943"/>
                <a:gd name="T77" fmla="*/ 34 h 1524"/>
                <a:gd name="T78" fmla="*/ 35 w 943"/>
                <a:gd name="T79" fmla="*/ 17 h 1524"/>
                <a:gd name="T80" fmla="*/ 25 w 943"/>
                <a:gd name="T81" fmla="*/ 5 h 1524"/>
                <a:gd name="T82" fmla="*/ 12 w 943"/>
                <a:gd name="T83" fmla="*/ 0 h 1524"/>
                <a:gd name="T84" fmla="*/ 0 w 943"/>
                <a:gd name="T85" fmla="*/ 0 h 1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43" h="1524">
                  <a:moveTo>
                    <a:pt x="943" y="626"/>
                  </a:moveTo>
                  <a:lnTo>
                    <a:pt x="895" y="336"/>
                  </a:lnTo>
                  <a:lnTo>
                    <a:pt x="887" y="313"/>
                  </a:lnTo>
                  <a:lnTo>
                    <a:pt x="873" y="301"/>
                  </a:lnTo>
                  <a:lnTo>
                    <a:pt x="859" y="297"/>
                  </a:lnTo>
                  <a:lnTo>
                    <a:pt x="837" y="301"/>
                  </a:lnTo>
                  <a:lnTo>
                    <a:pt x="828" y="314"/>
                  </a:lnTo>
                  <a:lnTo>
                    <a:pt x="819" y="336"/>
                  </a:lnTo>
                  <a:lnTo>
                    <a:pt x="706" y="1164"/>
                  </a:lnTo>
                  <a:lnTo>
                    <a:pt x="695" y="1207"/>
                  </a:lnTo>
                  <a:lnTo>
                    <a:pt x="686" y="1222"/>
                  </a:lnTo>
                  <a:lnTo>
                    <a:pt x="667" y="1230"/>
                  </a:lnTo>
                  <a:lnTo>
                    <a:pt x="652" y="1234"/>
                  </a:lnTo>
                  <a:lnTo>
                    <a:pt x="633" y="1227"/>
                  </a:lnTo>
                  <a:lnTo>
                    <a:pt x="619" y="1209"/>
                  </a:lnTo>
                  <a:lnTo>
                    <a:pt x="608" y="1164"/>
                  </a:lnTo>
                  <a:lnTo>
                    <a:pt x="495" y="204"/>
                  </a:lnTo>
                  <a:lnTo>
                    <a:pt x="486" y="158"/>
                  </a:lnTo>
                  <a:lnTo>
                    <a:pt x="482" y="143"/>
                  </a:lnTo>
                  <a:lnTo>
                    <a:pt x="473" y="129"/>
                  </a:lnTo>
                  <a:lnTo>
                    <a:pt x="459" y="118"/>
                  </a:lnTo>
                  <a:lnTo>
                    <a:pt x="446" y="116"/>
                  </a:lnTo>
                  <a:lnTo>
                    <a:pt x="427" y="122"/>
                  </a:lnTo>
                  <a:lnTo>
                    <a:pt x="411" y="132"/>
                  </a:lnTo>
                  <a:lnTo>
                    <a:pt x="403" y="143"/>
                  </a:lnTo>
                  <a:lnTo>
                    <a:pt x="396" y="158"/>
                  </a:lnTo>
                  <a:lnTo>
                    <a:pt x="389" y="197"/>
                  </a:lnTo>
                  <a:lnTo>
                    <a:pt x="285" y="1428"/>
                  </a:lnTo>
                  <a:lnTo>
                    <a:pt x="278" y="1480"/>
                  </a:lnTo>
                  <a:lnTo>
                    <a:pt x="268" y="1505"/>
                  </a:lnTo>
                  <a:lnTo>
                    <a:pt x="250" y="1517"/>
                  </a:lnTo>
                  <a:lnTo>
                    <a:pt x="233" y="1524"/>
                  </a:lnTo>
                  <a:lnTo>
                    <a:pt x="217" y="1517"/>
                  </a:lnTo>
                  <a:lnTo>
                    <a:pt x="207" y="1505"/>
                  </a:lnTo>
                  <a:lnTo>
                    <a:pt x="200" y="1484"/>
                  </a:lnTo>
                  <a:lnTo>
                    <a:pt x="194" y="1432"/>
                  </a:lnTo>
                  <a:lnTo>
                    <a:pt x="60" y="87"/>
                  </a:lnTo>
                  <a:lnTo>
                    <a:pt x="56" y="59"/>
                  </a:lnTo>
                  <a:lnTo>
                    <a:pt x="46" y="34"/>
                  </a:lnTo>
                  <a:lnTo>
                    <a:pt x="35" y="17"/>
                  </a:lnTo>
                  <a:lnTo>
                    <a:pt x="25" y="5"/>
                  </a:lnTo>
                  <a:lnTo>
                    <a:pt x="12" y="0"/>
                  </a:lnTo>
                  <a:lnTo>
                    <a:pt x="0" y="0"/>
                  </a:lnTo>
                </a:path>
              </a:pathLst>
            </a:custGeom>
            <a:noFill/>
            <a:ln w="28575">
              <a:solidFill>
                <a:srgbClr val="333399"/>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b="1">
                <a:solidFill>
                  <a:srgbClr val="0000CC"/>
                </a:solidFill>
                <a:ea typeface="黑体" panose="02010609060101010101" pitchFamily="49" charset="-122"/>
              </a:endParaRPr>
            </a:p>
          </p:txBody>
        </p:sp>
      </p:grpSp>
      <p:sp>
        <p:nvSpPr>
          <p:cNvPr id="269377" name="Freeform 52"/>
          <p:cNvSpPr>
            <a:spLocks noChangeArrowheads="1"/>
          </p:cNvSpPr>
          <p:nvPr/>
        </p:nvSpPr>
        <p:spPr bwMode="auto">
          <a:xfrm>
            <a:off x="1809750" y="2897188"/>
            <a:ext cx="803275" cy="165100"/>
          </a:xfrm>
          <a:custGeom>
            <a:avLst/>
            <a:gdLst>
              <a:gd name="T0" fmla="*/ 0 w 672"/>
              <a:gd name="T1" fmla="*/ 288 h 288"/>
              <a:gd name="T2" fmla="*/ 96 w 672"/>
              <a:gd name="T3" fmla="*/ 288 h 288"/>
              <a:gd name="T4" fmla="*/ 96 w 672"/>
              <a:gd name="T5" fmla="*/ 0 h 288"/>
              <a:gd name="T6" fmla="*/ 192 w 672"/>
              <a:gd name="T7" fmla="*/ 0 h 288"/>
              <a:gd name="T8" fmla="*/ 192 w 672"/>
              <a:gd name="T9" fmla="*/ 288 h 288"/>
              <a:gd name="T10" fmla="*/ 288 w 672"/>
              <a:gd name="T11" fmla="*/ 288 h 288"/>
              <a:gd name="T12" fmla="*/ 288 w 672"/>
              <a:gd name="T13" fmla="*/ 0 h 288"/>
              <a:gd name="T14" fmla="*/ 384 w 672"/>
              <a:gd name="T15" fmla="*/ 0 h 288"/>
              <a:gd name="T16" fmla="*/ 384 w 672"/>
              <a:gd name="T17" fmla="*/ 288 h 288"/>
              <a:gd name="T18" fmla="*/ 480 w 672"/>
              <a:gd name="T19" fmla="*/ 288 h 288"/>
              <a:gd name="T20" fmla="*/ 480 w 672"/>
              <a:gd name="T21" fmla="*/ 0 h 288"/>
              <a:gd name="T22" fmla="*/ 576 w 672"/>
              <a:gd name="T23" fmla="*/ 0 h 288"/>
              <a:gd name="T24" fmla="*/ 576 w 672"/>
              <a:gd name="T25" fmla="*/ 288 h 288"/>
              <a:gd name="T26" fmla="*/ 672 w 672"/>
              <a:gd name="T27" fmla="*/ 288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72" h="288">
                <a:moveTo>
                  <a:pt x="0" y="288"/>
                </a:moveTo>
                <a:lnTo>
                  <a:pt x="96" y="288"/>
                </a:lnTo>
                <a:lnTo>
                  <a:pt x="96" y="0"/>
                </a:lnTo>
                <a:lnTo>
                  <a:pt x="192" y="0"/>
                </a:lnTo>
                <a:lnTo>
                  <a:pt x="192" y="288"/>
                </a:lnTo>
                <a:lnTo>
                  <a:pt x="288" y="288"/>
                </a:lnTo>
                <a:lnTo>
                  <a:pt x="288" y="0"/>
                </a:lnTo>
                <a:lnTo>
                  <a:pt x="384" y="0"/>
                </a:lnTo>
                <a:lnTo>
                  <a:pt x="384" y="288"/>
                </a:lnTo>
                <a:lnTo>
                  <a:pt x="480" y="288"/>
                </a:lnTo>
                <a:lnTo>
                  <a:pt x="480" y="0"/>
                </a:lnTo>
                <a:lnTo>
                  <a:pt x="576" y="0"/>
                </a:lnTo>
                <a:lnTo>
                  <a:pt x="576" y="288"/>
                </a:lnTo>
                <a:lnTo>
                  <a:pt x="672" y="288"/>
                </a:lnTo>
              </a:path>
            </a:pathLst>
          </a:custGeom>
          <a:noFill/>
          <a:ln w="28575">
            <a:solidFill>
              <a:srgbClr val="333399"/>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269378" name="Rectangle 53"/>
          <p:cNvSpPr>
            <a:spLocks noChangeArrowheads="1"/>
          </p:cNvSpPr>
          <p:nvPr/>
        </p:nvSpPr>
        <p:spPr bwMode="auto">
          <a:xfrm>
            <a:off x="1508125" y="2409825"/>
            <a:ext cx="1573213" cy="36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b="1">
                <a:solidFill>
                  <a:srgbClr val="0000CC"/>
                </a:solidFill>
                <a:ea typeface="黑体" panose="02010609060101010101" pitchFamily="49" charset="-122"/>
              </a:rPr>
              <a:t>数字比特流</a:t>
            </a:r>
          </a:p>
        </p:txBody>
      </p:sp>
      <p:sp>
        <p:nvSpPr>
          <p:cNvPr id="269379" name="Rectangle 54"/>
          <p:cNvSpPr>
            <a:spLocks noChangeArrowheads="1"/>
          </p:cNvSpPr>
          <p:nvPr/>
        </p:nvSpPr>
        <p:spPr bwMode="auto">
          <a:xfrm>
            <a:off x="7224713" y="2409825"/>
            <a:ext cx="1539875" cy="36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b="1">
                <a:solidFill>
                  <a:srgbClr val="0000CC"/>
                </a:solidFill>
                <a:ea typeface="黑体" panose="02010609060101010101" pitchFamily="49" charset="-122"/>
              </a:rPr>
              <a:t>数字比特流</a:t>
            </a:r>
          </a:p>
        </p:txBody>
      </p:sp>
      <p:sp>
        <p:nvSpPr>
          <p:cNvPr id="269380" name="Rectangle 55"/>
          <p:cNvSpPr>
            <a:spLocks noChangeArrowheads="1"/>
          </p:cNvSpPr>
          <p:nvPr/>
        </p:nvSpPr>
        <p:spPr bwMode="auto">
          <a:xfrm>
            <a:off x="3068638" y="2409825"/>
            <a:ext cx="1304925" cy="36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b="1">
                <a:solidFill>
                  <a:srgbClr val="0000CC"/>
                </a:solidFill>
                <a:ea typeface="黑体" panose="02010609060101010101" pitchFamily="49" charset="-122"/>
              </a:rPr>
              <a:t>模拟信号</a:t>
            </a:r>
          </a:p>
        </p:txBody>
      </p:sp>
      <p:sp>
        <p:nvSpPr>
          <p:cNvPr id="269381" name="Rectangle 56"/>
          <p:cNvSpPr>
            <a:spLocks noChangeArrowheads="1"/>
          </p:cNvSpPr>
          <p:nvPr/>
        </p:nvSpPr>
        <p:spPr bwMode="auto">
          <a:xfrm>
            <a:off x="5881688" y="2409825"/>
            <a:ext cx="1320800" cy="36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b="1">
                <a:solidFill>
                  <a:srgbClr val="0000CC"/>
                </a:solidFill>
                <a:ea typeface="黑体" panose="02010609060101010101" pitchFamily="49" charset="-122"/>
              </a:rPr>
              <a:t>模拟信号 </a:t>
            </a:r>
          </a:p>
        </p:txBody>
      </p:sp>
      <p:sp>
        <p:nvSpPr>
          <p:cNvPr id="269382" name="Rectangle 57"/>
          <p:cNvSpPr>
            <a:spLocks noChangeArrowheads="1"/>
          </p:cNvSpPr>
          <p:nvPr/>
        </p:nvSpPr>
        <p:spPr bwMode="auto">
          <a:xfrm>
            <a:off x="538163" y="2409825"/>
            <a:ext cx="769937"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b="1">
                <a:solidFill>
                  <a:srgbClr val="0000CC"/>
                </a:solidFill>
                <a:ea typeface="黑体" panose="02010609060101010101" pitchFamily="49" charset="-122"/>
              </a:rPr>
              <a:t>输入</a:t>
            </a:r>
          </a:p>
          <a:p>
            <a:r>
              <a:rPr lang="zh-CN" altLang="en-US" b="1">
                <a:solidFill>
                  <a:srgbClr val="0000CC"/>
                </a:solidFill>
                <a:ea typeface="黑体" panose="02010609060101010101" pitchFamily="49" charset="-122"/>
              </a:rPr>
              <a:t>汉字</a:t>
            </a:r>
          </a:p>
        </p:txBody>
      </p:sp>
      <p:sp>
        <p:nvSpPr>
          <p:cNvPr id="269383" name="Rectangle 58"/>
          <p:cNvSpPr>
            <a:spLocks noChangeArrowheads="1"/>
          </p:cNvSpPr>
          <p:nvPr/>
        </p:nvSpPr>
        <p:spPr bwMode="auto">
          <a:xfrm>
            <a:off x="8916988" y="2409825"/>
            <a:ext cx="769937"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b="1">
                <a:solidFill>
                  <a:srgbClr val="0000CC"/>
                </a:solidFill>
                <a:ea typeface="黑体" panose="02010609060101010101" pitchFamily="49" charset="-122"/>
              </a:rPr>
              <a:t>显示</a:t>
            </a:r>
          </a:p>
          <a:p>
            <a:r>
              <a:rPr lang="zh-CN" altLang="en-US" b="1">
                <a:solidFill>
                  <a:srgbClr val="0000CC"/>
                </a:solidFill>
                <a:ea typeface="黑体" panose="02010609060101010101" pitchFamily="49" charset="-122"/>
              </a:rPr>
              <a:t>汉字</a:t>
            </a:r>
          </a:p>
        </p:txBody>
      </p:sp>
      <p:sp>
        <p:nvSpPr>
          <p:cNvPr id="269384" name="Freeform 59"/>
          <p:cNvSpPr>
            <a:spLocks noChangeArrowheads="1"/>
          </p:cNvSpPr>
          <p:nvPr/>
        </p:nvSpPr>
        <p:spPr bwMode="auto">
          <a:xfrm>
            <a:off x="7421563" y="2917825"/>
            <a:ext cx="804862" cy="165100"/>
          </a:xfrm>
          <a:custGeom>
            <a:avLst/>
            <a:gdLst>
              <a:gd name="T0" fmla="*/ 0 w 672"/>
              <a:gd name="T1" fmla="*/ 288 h 288"/>
              <a:gd name="T2" fmla="*/ 96 w 672"/>
              <a:gd name="T3" fmla="*/ 288 h 288"/>
              <a:gd name="T4" fmla="*/ 96 w 672"/>
              <a:gd name="T5" fmla="*/ 0 h 288"/>
              <a:gd name="T6" fmla="*/ 192 w 672"/>
              <a:gd name="T7" fmla="*/ 0 h 288"/>
              <a:gd name="T8" fmla="*/ 192 w 672"/>
              <a:gd name="T9" fmla="*/ 288 h 288"/>
              <a:gd name="T10" fmla="*/ 288 w 672"/>
              <a:gd name="T11" fmla="*/ 288 h 288"/>
              <a:gd name="T12" fmla="*/ 288 w 672"/>
              <a:gd name="T13" fmla="*/ 0 h 288"/>
              <a:gd name="T14" fmla="*/ 384 w 672"/>
              <a:gd name="T15" fmla="*/ 0 h 288"/>
              <a:gd name="T16" fmla="*/ 384 w 672"/>
              <a:gd name="T17" fmla="*/ 288 h 288"/>
              <a:gd name="T18" fmla="*/ 480 w 672"/>
              <a:gd name="T19" fmla="*/ 288 h 288"/>
              <a:gd name="T20" fmla="*/ 480 w 672"/>
              <a:gd name="T21" fmla="*/ 0 h 288"/>
              <a:gd name="T22" fmla="*/ 576 w 672"/>
              <a:gd name="T23" fmla="*/ 0 h 288"/>
              <a:gd name="T24" fmla="*/ 576 w 672"/>
              <a:gd name="T25" fmla="*/ 288 h 288"/>
              <a:gd name="T26" fmla="*/ 672 w 672"/>
              <a:gd name="T27" fmla="*/ 288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72" h="288">
                <a:moveTo>
                  <a:pt x="0" y="288"/>
                </a:moveTo>
                <a:lnTo>
                  <a:pt x="96" y="288"/>
                </a:lnTo>
                <a:lnTo>
                  <a:pt x="96" y="0"/>
                </a:lnTo>
                <a:lnTo>
                  <a:pt x="192" y="0"/>
                </a:lnTo>
                <a:lnTo>
                  <a:pt x="192" y="288"/>
                </a:lnTo>
                <a:lnTo>
                  <a:pt x="288" y="288"/>
                </a:lnTo>
                <a:lnTo>
                  <a:pt x="288" y="0"/>
                </a:lnTo>
                <a:lnTo>
                  <a:pt x="384" y="0"/>
                </a:lnTo>
                <a:lnTo>
                  <a:pt x="384" y="288"/>
                </a:lnTo>
                <a:lnTo>
                  <a:pt x="480" y="288"/>
                </a:lnTo>
                <a:lnTo>
                  <a:pt x="480" y="0"/>
                </a:lnTo>
                <a:lnTo>
                  <a:pt x="576" y="0"/>
                </a:lnTo>
                <a:lnTo>
                  <a:pt x="576" y="288"/>
                </a:lnTo>
                <a:lnTo>
                  <a:pt x="672" y="288"/>
                </a:lnTo>
              </a:path>
            </a:pathLst>
          </a:custGeom>
          <a:noFill/>
          <a:ln w="28575">
            <a:solidFill>
              <a:srgbClr val="333399"/>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b="1">
              <a:solidFill>
                <a:srgbClr val="0000CC"/>
              </a:solidFill>
              <a:ea typeface="黑体" panose="02010609060101010101" pitchFamily="49" charset="-122"/>
            </a:endParaRPr>
          </a:p>
        </p:txBody>
      </p:sp>
      <p:grpSp>
        <p:nvGrpSpPr>
          <p:cNvPr id="269385" name="Group 60"/>
          <p:cNvGrpSpPr>
            <a:grpSpLocks/>
          </p:cNvGrpSpPr>
          <p:nvPr/>
        </p:nvGrpSpPr>
        <p:grpSpPr bwMode="auto">
          <a:xfrm>
            <a:off x="6057900" y="2795588"/>
            <a:ext cx="708025" cy="339725"/>
            <a:chOff x="2315" y="3965"/>
            <a:chExt cx="496" cy="254"/>
          </a:xfrm>
        </p:grpSpPr>
        <p:sp>
          <p:nvSpPr>
            <p:cNvPr id="269386" name="Freeform 61"/>
            <p:cNvSpPr>
              <a:spLocks noChangeArrowheads="1"/>
            </p:cNvSpPr>
            <p:nvPr/>
          </p:nvSpPr>
          <p:spPr bwMode="auto">
            <a:xfrm>
              <a:off x="2315" y="4051"/>
              <a:ext cx="92" cy="89"/>
            </a:xfrm>
            <a:custGeom>
              <a:avLst/>
              <a:gdLst>
                <a:gd name="T0" fmla="*/ 0 w 552"/>
                <a:gd name="T1" fmla="*/ 255 h 535"/>
                <a:gd name="T2" fmla="*/ 7 w 552"/>
                <a:gd name="T3" fmla="*/ 209 h 535"/>
                <a:gd name="T4" fmla="*/ 18 w 552"/>
                <a:gd name="T5" fmla="*/ 164 h 535"/>
                <a:gd name="T6" fmla="*/ 26 w 552"/>
                <a:gd name="T7" fmla="*/ 131 h 535"/>
                <a:gd name="T8" fmla="*/ 39 w 552"/>
                <a:gd name="T9" fmla="*/ 115 h 535"/>
                <a:gd name="T10" fmla="*/ 52 w 552"/>
                <a:gd name="T11" fmla="*/ 104 h 535"/>
                <a:gd name="T12" fmla="*/ 67 w 552"/>
                <a:gd name="T13" fmla="*/ 103 h 535"/>
                <a:gd name="T14" fmla="*/ 83 w 552"/>
                <a:gd name="T15" fmla="*/ 107 h 535"/>
                <a:gd name="T16" fmla="*/ 98 w 552"/>
                <a:gd name="T17" fmla="*/ 121 h 535"/>
                <a:gd name="T18" fmla="*/ 106 w 552"/>
                <a:gd name="T19" fmla="*/ 140 h 535"/>
                <a:gd name="T20" fmla="*/ 112 w 552"/>
                <a:gd name="T21" fmla="*/ 165 h 535"/>
                <a:gd name="T22" fmla="*/ 141 w 552"/>
                <a:gd name="T23" fmla="*/ 331 h 535"/>
                <a:gd name="T24" fmla="*/ 148 w 552"/>
                <a:gd name="T25" fmla="*/ 356 h 535"/>
                <a:gd name="T26" fmla="*/ 154 w 552"/>
                <a:gd name="T27" fmla="*/ 373 h 535"/>
                <a:gd name="T28" fmla="*/ 172 w 552"/>
                <a:gd name="T29" fmla="*/ 385 h 535"/>
                <a:gd name="T30" fmla="*/ 188 w 552"/>
                <a:gd name="T31" fmla="*/ 386 h 535"/>
                <a:gd name="T32" fmla="*/ 203 w 552"/>
                <a:gd name="T33" fmla="*/ 378 h 535"/>
                <a:gd name="T34" fmla="*/ 212 w 552"/>
                <a:gd name="T35" fmla="*/ 359 h 535"/>
                <a:gd name="T36" fmla="*/ 219 w 552"/>
                <a:gd name="T37" fmla="*/ 331 h 535"/>
                <a:gd name="T38" fmla="*/ 258 w 552"/>
                <a:gd name="T39" fmla="*/ 88 h 535"/>
                <a:gd name="T40" fmla="*/ 264 w 552"/>
                <a:gd name="T41" fmla="*/ 52 h 535"/>
                <a:gd name="T42" fmla="*/ 271 w 552"/>
                <a:gd name="T43" fmla="*/ 29 h 535"/>
                <a:gd name="T44" fmla="*/ 280 w 552"/>
                <a:gd name="T45" fmla="*/ 12 h 535"/>
                <a:gd name="T46" fmla="*/ 291 w 552"/>
                <a:gd name="T47" fmla="*/ 4 h 535"/>
                <a:gd name="T48" fmla="*/ 308 w 552"/>
                <a:gd name="T49" fmla="*/ 0 h 535"/>
                <a:gd name="T50" fmla="*/ 327 w 552"/>
                <a:gd name="T51" fmla="*/ 5 h 535"/>
                <a:gd name="T52" fmla="*/ 340 w 552"/>
                <a:gd name="T53" fmla="*/ 26 h 535"/>
                <a:gd name="T54" fmla="*/ 347 w 552"/>
                <a:gd name="T55" fmla="*/ 43 h 535"/>
                <a:gd name="T56" fmla="*/ 353 w 552"/>
                <a:gd name="T57" fmla="*/ 68 h 535"/>
                <a:gd name="T58" fmla="*/ 412 w 552"/>
                <a:gd name="T59" fmla="*/ 460 h 535"/>
                <a:gd name="T60" fmla="*/ 419 w 552"/>
                <a:gd name="T61" fmla="*/ 492 h 535"/>
                <a:gd name="T62" fmla="*/ 429 w 552"/>
                <a:gd name="T63" fmla="*/ 520 h 535"/>
                <a:gd name="T64" fmla="*/ 441 w 552"/>
                <a:gd name="T65" fmla="*/ 530 h 535"/>
                <a:gd name="T66" fmla="*/ 462 w 552"/>
                <a:gd name="T67" fmla="*/ 535 h 535"/>
                <a:gd name="T68" fmla="*/ 478 w 552"/>
                <a:gd name="T69" fmla="*/ 518 h 535"/>
                <a:gd name="T70" fmla="*/ 488 w 552"/>
                <a:gd name="T71" fmla="*/ 495 h 535"/>
                <a:gd name="T72" fmla="*/ 496 w 552"/>
                <a:gd name="T73" fmla="*/ 461 h 535"/>
                <a:gd name="T74" fmla="*/ 552 w 552"/>
                <a:gd name="T75" fmla="*/ 107 h 5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552" h="535">
                  <a:moveTo>
                    <a:pt x="0" y="255"/>
                  </a:moveTo>
                  <a:lnTo>
                    <a:pt x="7" y="209"/>
                  </a:lnTo>
                  <a:lnTo>
                    <a:pt x="18" y="164"/>
                  </a:lnTo>
                  <a:lnTo>
                    <a:pt x="26" y="131"/>
                  </a:lnTo>
                  <a:lnTo>
                    <a:pt x="39" y="115"/>
                  </a:lnTo>
                  <a:lnTo>
                    <a:pt x="52" y="104"/>
                  </a:lnTo>
                  <a:lnTo>
                    <a:pt x="67" y="103"/>
                  </a:lnTo>
                  <a:lnTo>
                    <a:pt x="83" y="107"/>
                  </a:lnTo>
                  <a:lnTo>
                    <a:pt x="98" y="121"/>
                  </a:lnTo>
                  <a:lnTo>
                    <a:pt x="106" y="140"/>
                  </a:lnTo>
                  <a:lnTo>
                    <a:pt x="112" y="165"/>
                  </a:lnTo>
                  <a:lnTo>
                    <a:pt x="141" y="331"/>
                  </a:lnTo>
                  <a:lnTo>
                    <a:pt x="148" y="356"/>
                  </a:lnTo>
                  <a:lnTo>
                    <a:pt x="154" y="373"/>
                  </a:lnTo>
                  <a:lnTo>
                    <a:pt x="172" y="385"/>
                  </a:lnTo>
                  <a:lnTo>
                    <a:pt x="188" y="386"/>
                  </a:lnTo>
                  <a:lnTo>
                    <a:pt x="203" y="378"/>
                  </a:lnTo>
                  <a:lnTo>
                    <a:pt x="212" y="359"/>
                  </a:lnTo>
                  <a:lnTo>
                    <a:pt x="219" y="331"/>
                  </a:lnTo>
                  <a:lnTo>
                    <a:pt x="258" y="88"/>
                  </a:lnTo>
                  <a:lnTo>
                    <a:pt x="264" y="52"/>
                  </a:lnTo>
                  <a:lnTo>
                    <a:pt x="271" y="29"/>
                  </a:lnTo>
                  <a:lnTo>
                    <a:pt x="280" y="12"/>
                  </a:lnTo>
                  <a:lnTo>
                    <a:pt x="291" y="4"/>
                  </a:lnTo>
                  <a:lnTo>
                    <a:pt x="308" y="0"/>
                  </a:lnTo>
                  <a:lnTo>
                    <a:pt x="327" y="5"/>
                  </a:lnTo>
                  <a:lnTo>
                    <a:pt x="340" y="26"/>
                  </a:lnTo>
                  <a:lnTo>
                    <a:pt x="347" y="43"/>
                  </a:lnTo>
                  <a:lnTo>
                    <a:pt x="353" y="68"/>
                  </a:lnTo>
                  <a:lnTo>
                    <a:pt x="412" y="460"/>
                  </a:lnTo>
                  <a:lnTo>
                    <a:pt x="419" y="492"/>
                  </a:lnTo>
                  <a:lnTo>
                    <a:pt x="429" y="520"/>
                  </a:lnTo>
                  <a:lnTo>
                    <a:pt x="441" y="530"/>
                  </a:lnTo>
                  <a:lnTo>
                    <a:pt x="462" y="535"/>
                  </a:lnTo>
                  <a:lnTo>
                    <a:pt x="478" y="518"/>
                  </a:lnTo>
                  <a:lnTo>
                    <a:pt x="488" y="495"/>
                  </a:lnTo>
                  <a:lnTo>
                    <a:pt x="496" y="461"/>
                  </a:lnTo>
                  <a:lnTo>
                    <a:pt x="552" y="107"/>
                  </a:lnTo>
                </a:path>
              </a:pathLst>
            </a:custGeom>
            <a:noFill/>
            <a:ln w="28575">
              <a:solidFill>
                <a:srgbClr val="333399"/>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269387" name="Freeform 62"/>
            <p:cNvSpPr>
              <a:spLocks noChangeArrowheads="1"/>
            </p:cNvSpPr>
            <p:nvPr/>
          </p:nvSpPr>
          <p:spPr bwMode="auto">
            <a:xfrm>
              <a:off x="2407" y="3965"/>
              <a:ext cx="157" cy="254"/>
            </a:xfrm>
            <a:custGeom>
              <a:avLst/>
              <a:gdLst>
                <a:gd name="T0" fmla="*/ 0 w 943"/>
                <a:gd name="T1" fmla="*/ 622 h 1524"/>
                <a:gd name="T2" fmla="*/ 49 w 943"/>
                <a:gd name="T3" fmla="*/ 336 h 1524"/>
                <a:gd name="T4" fmla="*/ 55 w 943"/>
                <a:gd name="T5" fmla="*/ 313 h 1524"/>
                <a:gd name="T6" fmla="*/ 71 w 943"/>
                <a:gd name="T7" fmla="*/ 301 h 1524"/>
                <a:gd name="T8" fmla="*/ 84 w 943"/>
                <a:gd name="T9" fmla="*/ 297 h 1524"/>
                <a:gd name="T10" fmla="*/ 105 w 943"/>
                <a:gd name="T11" fmla="*/ 301 h 1524"/>
                <a:gd name="T12" fmla="*/ 116 w 943"/>
                <a:gd name="T13" fmla="*/ 314 h 1524"/>
                <a:gd name="T14" fmla="*/ 122 w 943"/>
                <a:gd name="T15" fmla="*/ 336 h 1524"/>
                <a:gd name="T16" fmla="*/ 236 w 943"/>
                <a:gd name="T17" fmla="*/ 1164 h 1524"/>
                <a:gd name="T18" fmla="*/ 247 w 943"/>
                <a:gd name="T19" fmla="*/ 1207 h 1524"/>
                <a:gd name="T20" fmla="*/ 258 w 943"/>
                <a:gd name="T21" fmla="*/ 1222 h 1524"/>
                <a:gd name="T22" fmla="*/ 276 w 943"/>
                <a:gd name="T23" fmla="*/ 1230 h 1524"/>
                <a:gd name="T24" fmla="*/ 290 w 943"/>
                <a:gd name="T25" fmla="*/ 1234 h 1524"/>
                <a:gd name="T26" fmla="*/ 309 w 943"/>
                <a:gd name="T27" fmla="*/ 1227 h 1524"/>
                <a:gd name="T28" fmla="*/ 324 w 943"/>
                <a:gd name="T29" fmla="*/ 1209 h 1524"/>
                <a:gd name="T30" fmla="*/ 335 w 943"/>
                <a:gd name="T31" fmla="*/ 1164 h 1524"/>
                <a:gd name="T32" fmla="*/ 448 w 943"/>
                <a:gd name="T33" fmla="*/ 204 h 1524"/>
                <a:gd name="T34" fmla="*/ 455 w 943"/>
                <a:gd name="T35" fmla="*/ 158 h 1524"/>
                <a:gd name="T36" fmla="*/ 462 w 943"/>
                <a:gd name="T37" fmla="*/ 143 h 1524"/>
                <a:gd name="T38" fmla="*/ 470 w 943"/>
                <a:gd name="T39" fmla="*/ 129 h 1524"/>
                <a:gd name="T40" fmla="*/ 483 w 943"/>
                <a:gd name="T41" fmla="*/ 118 h 1524"/>
                <a:gd name="T42" fmla="*/ 499 w 943"/>
                <a:gd name="T43" fmla="*/ 116 h 1524"/>
                <a:gd name="T44" fmla="*/ 517 w 943"/>
                <a:gd name="T45" fmla="*/ 122 h 1524"/>
                <a:gd name="T46" fmla="*/ 531 w 943"/>
                <a:gd name="T47" fmla="*/ 132 h 1524"/>
                <a:gd name="T48" fmla="*/ 539 w 943"/>
                <a:gd name="T49" fmla="*/ 143 h 1524"/>
                <a:gd name="T50" fmla="*/ 548 w 943"/>
                <a:gd name="T51" fmla="*/ 158 h 1524"/>
                <a:gd name="T52" fmla="*/ 555 w 943"/>
                <a:gd name="T53" fmla="*/ 197 h 1524"/>
                <a:gd name="T54" fmla="*/ 658 w 943"/>
                <a:gd name="T55" fmla="*/ 1428 h 1524"/>
                <a:gd name="T56" fmla="*/ 665 w 943"/>
                <a:gd name="T57" fmla="*/ 1480 h 1524"/>
                <a:gd name="T58" fmla="*/ 674 w 943"/>
                <a:gd name="T59" fmla="*/ 1505 h 1524"/>
                <a:gd name="T60" fmla="*/ 692 w 943"/>
                <a:gd name="T61" fmla="*/ 1517 h 1524"/>
                <a:gd name="T62" fmla="*/ 710 w 943"/>
                <a:gd name="T63" fmla="*/ 1524 h 1524"/>
                <a:gd name="T64" fmla="*/ 727 w 943"/>
                <a:gd name="T65" fmla="*/ 1517 h 1524"/>
                <a:gd name="T66" fmla="*/ 736 w 943"/>
                <a:gd name="T67" fmla="*/ 1505 h 1524"/>
                <a:gd name="T68" fmla="*/ 742 w 943"/>
                <a:gd name="T69" fmla="*/ 1484 h 1524"/>
                <a:gd name="T70" fmla="*/ 748 w 943"/>
                <a:gd name="T71" fmla="*/ 1432 h 1524"/>
                <a:gd name="T72" fmla="*/ 882 w 943"/>
                <a:gd name="T73" fmla="*/ 87 h 1524"/>
                <a:gd name="T74" fmla="*/ 888 w 943"/>
                <a:gd name="T75" fmla="*/ 59 h 1524"/>
                <a:gd name="T76" fmla="*/ 897 w 943"/>
                <a:gd name="T77" fmla="*/ 34 h 1524"/>
                <a:gd name="T78" fmla="*/ 908 w 943"/>
                <a:gd name="T79" fmla="*/ 17 h 1524"/>
                <a:gd name="T80" fmla="*/ 919 w 943"/>
                <a:gd name="T81" fmla="*/ 5 h 1524"/>
                <a:gd name="T82" fmla="*/ 931 w 943"/>
                <a:gd name="T83" fmla="*/ 0 h 1524"/>
                <a:gd name="T84" fmla="*/ 943 w 943"/>
                <a:gd name="T85" fmla="*/ 0 h 1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43" h="1524">
                  <a:moveTo>
                    <a:pt x="0" y="622"/>
                  </a:moveTo>
                  <a:lnTo>
                    <a:pt x="49" y="336"/>
                  </a:lnTo>
                  <a:lnTo>
                    <a:pt x="55" y="313"/>
                  </a:lnTo>
                  <a:lnTo>
                    <a:pt x="71" y="301"/>
                  </a:lnTo>
                  <a:lnTo>
                    <a:pt x="84" y="297"/>
                  </a:lnTo>
                  <a:lnTo>
                    <a:pt x="105" y="301"/>
                  </a:lnTo>
                  <a:lnTo>
                    <a:pt x="116" y="314"/>
                  </a:lnTo>
                  <a:lnTo>
                    <a:pt x="122" y="336"/>
                  </a:lnTo>
                  <a:lnTo>
                    <a:pt x="236" y="1164"/>
                  </a:lnTo>
                  <a:lnTo>
                    <a:pt x="247" y="1207"/>
                  </a:lnTo>
                  <a:lnTo>
                    <a:pt x="258" y="1222"/>
                  </a:lnTo>
                  <a:lnTo>
                    <a:pt x="276" y="1230"/>
                  </a:lnTo>
                  <a:lnTo>
                    <a:pt x="290" y="1234"/>
                  </a:lnTo>
                  <a:lnTo>
                    <a:pt x="309" y="1227"/>
                  </a:lnTo>
                  <a:lnTo>
                    <a:pt x="324" y="1209"/>
                  </a:lnTo>
                  <a:lnTo>
                    <a:pt x="335" y="1164"/>
                  </a:lnTo>
                  <a:lnTo>
                    <a:pt x="448" y="204"/>
                  </a:lnTo>
                  <a:lnTo>
                    <a:pt x="455" y="158"/>
                  </a:lnTo>
                  <a:lnTo>
                    <a:pt x="462" y="143"/>
                  </a:lnTo>
                  <a:lnTo>
                    <a:pt x="470" y="129"/>
                  </a:lnTo>
                  <a:lnTo>
                    <a:pt x="483" y="118"/>
                  </a:lnTo>
                  <a:lnTo>
                    <a:pt x="499" y="116"/>
                  </a:lnTo>
                  <a:lnTo>
                    <a:pt x="517" y="122"/>
                  </a:lnTo>
                  <a:lnTo>
                    <a:pt x="531" y="132"/>
                  </a:lnTo>
                  <a:lnTo>
                    <a:pt x="539" y="143"/>
                  </a:lnTo>
                  <a:lnTo>
                    <a:pt x="548" y="158"/>
                  </a:lnTo>
                  <a:lnTo>
                    <a:pt x="555" y="197"/>
                  </a:lnTo>
                  <a:lnTo>
                    <a:pt x="658" y="1428"/>
                  </a:lnTo>
                  <a:lnTo>
                    <a:pt x="665" y="1480"/>
                  </a:lnTo>
                  <a:lnTo>
                    <a:pt x="674" y="1505"/>
                  </a:lnTo>
                  <a:lnTo>
                    <a:pt x="692" y="1517"/>
                  </a:lnTo>
                  <a:lnTo>
                    <a:pt x="710" y="1524"/>
                  </a:lnTo>
                  <a:lnTo>
                    <a:pt x="727" y="1517"/>
                  </a:lnTo>
                  <a:lnTo>
                    <a:pt x="736" y="1505"/>
                  </a:lnTo>
                  <a:lnTo>
                    <a:pt x="742" y="1484"/>
                  </a:lnTo>
                  <a:lnTo>
                    <a:pt x="748" y="1432"/>
                  </a:lnTo>
                  <a:lnTo>
                    <a:pt x="882" y="87"/>
                  </a:lnTo>
                  <a:lnTo>
                    <a:pt x="888" y="59"/>
                  </a:lnTo>
                  <a:lnTo>
                    <a:pt x="897" y="34"/>
                  </a:lnTo>
                  <a:lnTo>
                    <a:pt x="908" y="17"/>
                  </a:lnTo>
                  <a:lnTo>
                    <a:pt x="919" y="5"/>
                  </a:lnTo>
                  <a:lnTo>
                    <a:pt x="931" y="0"/>
                  </a:lnTo>
                  <a:lnTo>
                    <a:pt x="943" y="0"/>
                  </a:lnTo>
                </a:path>
              </a:pathLst>
            </a:custGeom>
            <a:noFill/>
            <a:ln w="28575">
              <a:solidFill>
                <a:srgbClr val="333399"/>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269388" name="Freeform 63"/>
            <p:cNvSpPr>
              <a:spLocks noChangeArrowheads="1"/>
            </p:cNvSpPr>
            <p:nvPr/>
          </p:nvSpPr>
          <p:spPr bwMode="auto">
            <a:xfrm>
              <a:off x="2719" y="4051"/>
              <a:ext cx="92" cy="89"/>
            </a:xfrm>
            <a:custGeom>
              <a:avLst/>
              <a:gdLst>
                <a:gd name="T0" fmla="*/ 551 w 551"/>
                <a:gd name="T1" fmla="*/ 255 h 535"/>
                <a:gd name="T2" fmla="*/ 544 w 551"/>
                <a:gd name="T3" fmla="*/ 209 h 535"/>
                <a:gd name="T4" fmla="*/ 534 w 551"/>
                <a:gd name="T5" fmla="*/ 164 h 535"/>
                <a:gd name="T6" fmla="*/ 525 w 551"/>
                <a:gd name="T7" fmla="*/ 131 h 535"/>
                <a:gd name="T8" fmla="*/ 514 w 551"/>
                <a:gd name="T9" fmla="*/ 115 h 535"/>
                <a:gd name="T10" fmla="*/ 499 w 551"/>
                <a:gd name="T11" fmla="*/ 104 h 535"/>
                <a:gd name="T12" fmla="*/ 486 w 551"/>
                <a:gd name="T13" fmla="*/ 103 h 535"/>
                <a:gd name="T14" fmla="*/ 468 w 551"/>
                <a:gd name="T15" fmla="*/ 107 h 535"/>
                <a:gd name="T16" fmla="*/ 455 w 551"/>
                <a:gd name="T17" fmla="*/ 121 h 535"/>
                <a:gd name="T18" fmla="*/ 446 w 551"/>
                <a:gd name="T19" fmla="*/ 140 h 535"/>
                <a:gd name="T20" fmla="*/ 439 w 551"/>
                <a:gd name="T21" fmla="*/ 165 h 535"/>
                <a:gd name="T22" fmla="*/ 411 w 551"/>
                <a:gd name="T23" fmla="*/ 331 h 535"/>
                <a:gd name="T24" fmla="*/ 404 w 551"/>
                <a:gd name="T25" fmla="*/ 356 h 535"/>
                <a:gd name="T26" fmla="*/ 398 w 551"/>
                <a:gd name="T27" fmla="*/ 373 h 535"/>
                <a:gd name="T28" fmla="*/ 381 w 551"/>
                <a:gd name="T29" fmla="*/ 385 h 535"/>
                <a:gd name="T30" fmla="*/ 364 w 551"/>
                <a:gd name="T31" fmla="*/ 386 h 535"/>
                <a:gd name="T32" fmla="*/ 349 w 551"/>
                <a:gd name="T33" fmla="*/ 378 h 535"/>
                <a:gd name="T34" fmla="*/ 341 w 551"/>
                <a:gd name="T35" fmla="*/ 359 h 535"/>
                <a:gd name="T36" fmla="*/ 333 w 551"/>
                <a:gd name="T37" fmla="*/ 331 h 535"/>
                <a:gd name="T38" fmla="*/ 295 w 551"/>
                <a:gd name="T39" fmla="*/ 88 h 535"/>
                <a:gd name="T40" fmla="*/ 288 w 551"/>
                <a:gd name="T41" fmla="*/ 52 h 535"/>
                <a:gd name="T42" fmla="*/ 281 w 551"/>
                <a:gd name="T43" fmla="*/ 29 h 535"/>
                <a:gd name="T44" fmla="*/ 271 w 551"/>
                <a:gd name="T45" fmla="*/ 12 h 535"/>
                <a:gd name="T46" fmla="*/ 260 w 551"/>
                <a:gd name="T47" fmla="*/ 4 h 535"/>
                <a:gd name="T48" fmla="*/ 242 w 551"/>
                <a:gd name="T49" fmla="*/ 0 h 535"/>
                <a:gd name="T50" fmla="*/ 225 w 551"/>
                <a:gd name="T51" fmla="*/ 5 h 535"/>
                <a:gd name="T52" fmla="*/ 210 w 551"/>
                <a:gd name="T53" fmla="*/ 26 h 535"/>
                <a:gd name="T54" fmla="*/ 204 w 551"/>
                <a:gd name="T55" fmla="*/ 43 h 535"/>
                <a:gd name="T56" fmla="*/ 199 w 551"/>
                <a:gd name="T57" fmla="*/ 68 h 535"/>
                <a:gd name="T58" fmla="*/ 141 w 551"/>
                <a:gd name="T59" fmla="*/ 460 h 535"/>
                <a:gd name="T60" fmla="*/ 134 w 551"/>
                <a:gd name="T61" fmla="*/ 492 h 535"/>
                <a:gd name="T62" fmla="*/ 123 w 551"/>
                <a:gd name="T63" fmla="*/ 520 h 535"/>
                <a:gd name="T64" fmla="*/ 111 w 551"/>
                <a:gd name="T65" fmla="*/ 530 h 535"/>
                <a:gd name="T66" fmla="*/ 90 w 551"/>
                <a:gd name="T67" fmla="*/ 535 h 535"/>
                <a:gd name="T68" fmla="*/ 73 w 551"/>
                <a:gd name="T69" fmla="*/ 518 h 535"/>
                <a:gd name="T70" fmla="*/ 63 w 551"/>
                <a:gd name="T71" fmla="*/ 495 h 535"/>
                <a:gd name="T72" fmla="*/ 56 w 551"/>
                <a:gd name="T73" fmla="*/ 461 h 535"/>
                <a:gd name="T74" fmla="*/ 0 w 551"/>
                <a:gd name="T75" fmla="*/ 107 h 5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551" h="535">
                  <a:moveTo>
                    <a:pt x="551" y="255"/>
                  </a:moveTo>
                  <a:lnTo>
                    <a:pt x="544" y="209"/>
                  </a:lnTo>
                  <a:lnTo>
                    <a:pt x="534" y="164"/>
                  </a:lnTo>
                  <a:lnTo>
                    <a:pt x="525" y="131"/>
                  </a:lnTo>
                  <a:lnTo>
                    <a:pt x="514" y="115"/>
                  </a:lnTo>
                  <a:lnTo>
                    <a:pt x="499" y="104"/>
                  </a:lnTo>
                  <a:lnTo>
                    <a:pt x="486" y="103"/>
                  </a:lnTo>
                  <a:lnTo>
                    <a:pt x="468" y="107"/>
                  </a:lnTo>
                  <a:lnTo>
                    <a:pt x="455" y="121"/>
                  </a:lnTo>
                  <a:lnTo>
                    <a:pt x="446" y="140"/>
                  </a:lnTo>
                  <a:lnTo>
                    <a:pt x="439" y="165"/>
                  </a:lnTo>
                  <a:lnTo>
                    <a:pt x="411" y="331"/>
                  </a:lnTo>
                  <a:lnTo>
                    <a:pt x="404" y="356"/>
                  </a:lnTo>
                  <a:lnTo>
                    <a:pt x="398" y="373"/>
                  </a:lnTo>
                  <a:lnTo>
                    <a:pt x="381" y="385"/>
                  </a:lnTo>
                  <a:lnTo>
                    <a:pt x="364" y="386"/>
                  </a:lnTo>
                  <a:lnTo>
                    <a:pt x="349" y="378"/>
                  </a:lnTo>
                  <a:lnTo>
                    <a:pt x="341" y="359"/>
                  </a:lnTo>
                  <a:lnTo>
                    <a:pt x="333" y="331"/>
                  </a:lnTo>
                  <a:lnTo>
                    <a:pt x="295" y="88"/>
                  </a:lnTo>
                  <a:lnTo>
                    <a:pt x="288" y="52"/>
                  </a:lnTo>
                  <a:lnTo>
                    <a:pt x="281" y="29"/>
                  </a:lnTo>
                  <a:lnTo>
                    <a:pt x="271" y="12"/>
                  </a:lnTo>
                  <a:lnTo>
                    <a:pt x="260" y="4"/>
                  </a:lnTo>
                  <a:lnTo>
                    <a:pt x="242" y="0"/>
                  </a:lnTo>
                  <a:lnTo>
                    <a:pt x="225" y="5"/>
                  </a:lnTo>
                  <a:lnTo>
                    <a:pt x="210" y="26"/>
                  </a:lnTo>
                  <a:lnTo>
                    <a:pt x="204" y="43"/>
                  </a:lnTo>
                  <a:lnTo>
                    <a:pt x="199" y="68"/>
                  </a:lnTo>
                  <a:lnTo>
                    <a:pt x="141" y="460"/>
                  </a:lnTo>
                  <a:lnTo>
                    <a:pt x="134" y="492"/>
                  </a:lnTo>
                  <a:lnTo>
                    <a:pt x="123" y="520"/>
                  </a:lnTo>
                  <a:lnTo>
                    <a:pt x="111" y="530"/>
                  </a:lnTo>
                  <a:lnTo>
                    <a:pt x="90" y="535"/>
                  </a:lnTo>
                  <a:lnTo>
                    <a:pt x="73" y="518"/>
                  </a:lnTo>
                  <a:lnTo>
                    <a:pt x="63" y="495"/>
                  </a:lnTo>
                  <a:lnTo>
                    <a:pt x="56" y="461"/>
                  </a:lnTo>
                  <a:lnTo>
                    <a:pt x="0" y="107"/>
                  </a:lnTo>
                </a:path>
              </a:pathLst>
            </a:custGeom>
            <a:noFill/>
            <a:ln w="28575">
              <a:solidFill>
                <a:srgbClr val="333399"/>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269389" name="Freeform 64"/>
            <p:cNvSpPr>
              <a:spLocks noChangeArrowheads="1"/>
            </p:cNvSpPr>
            <p:nvPr/>
          </p:nvSpPr>
          <p:spPr bwMode="auto">
            <a:xfrm>
              <a:off x="2562" y="3965"/>
              <a:ext cx="157" cy="254"/>
            </a:xfrm>
            <a:custGeom>
              <a:avLst/>
              <a:gdLst>
                <a:gd name="T0" fmla="*/ 943 w 943"/>
                <a:gd name="T1" fmla="*/ 626 h 1524"/>
                <a:gd name="T2" fmla="*/ 895 w 943"/>
                <a:gd name="T3" fmla="*/ 336 h 1524"/>
                <a:gd name="T4" fmla="*/ 887 w 943"/>
                <a:gd name="T5" fmla="*/ 313 h 1524"/>
                <a:gd name="T6" fmla="*/ 873 w 943"/>
                <a:gd name="T7" fmla="*/ 301 h 1524"/>
                <a:gd name="T8" fmla="*/ 859 w 943"/>
                <a:gd name="T9" fmla="*/ 297 h 1524"/>
                <a:gd name="T10" fmla="*/ 837 w 943"/>
                <a:gd name="T11" fmla="*/ 301 h 1524"/>
                <a:gd name="T12" fmla="*/ 828 w 943"/>
                <a:gd name="T13" fmla="*/ 314 h 1524"/>
                <a:gd name="T14" fmla="*/ 819 w 943"/>
                <a:gd name="T15" fmla="*/ 336 h 1524"/>
                <a:gd name="T16" fmla="*/ 706 w 943"/>
                <a:gd name="T17" fmla="*/ 1164 h 1524"/>
                <a:gd name="T18" fmla="*/ 695 w 943"/>
                <a:gd name="T19" fmla="*/ 1207 h 1524"/>
                <a:gd name="T20" fmla="*/ 686 w 943"/>
                <a:gd name="T21" fmla="*/ 1222 h 1524"/>
                <a:gd name="T22" fmla="*/ 667 w 943"/>
                <a:gd name="T23" fmla="*/ 1230 h 1524"/>
                <a:gd name="T24" fmla="*/ 652 w 943"/>
                <a:gd name="T25" fmla="*/ 1234 h 1524"/>
                <a:gd name="T26" fmla="*/ 633 w 943"/>
                <a:gd name="T27" fmla="*/ 1227 h 1524"/>
                <a:gd name="T28" fmla="*/ 619 w 943"/>
                <a:gd name="T29" fmla="*/ 1209 h 1524"/>
                <a:gd name="T30" fmla="*/ 608 w 943"/>
                <a:gd name="T31" fmla="*/ 1164 h 1524"/>
                <a:gd name="T32" fmla="*/ 495 w 943"/>
                <a:gd name="T33" fmla="*/ 204 h 1524"/>
                <a:gd name="T34" fmla="*/ 486 w 943"/>
                <a:gd name="T35" fmla="*/ 158 h 1524"/>
                <a:gd name="T36" fmla="*/ 482 w 943"/>
                <a:gd name="T37" fmla="*/ 143 h 1524"/>
                <a:gd name="T38" fmla="*/ 473 w 943"/>
                <a:gd name="T39" fmla="*/ 129 h 1524"/>
                <a:gd name="T40" fmla="*/ 459 w 943"/>
                <a:gd name="T41" fmla="*/ 118 h 1524"/>
                <a:gd name="T42" fmla="*/ 446 w 943"/>
                <a:gd name="T43" fmla="*/ 116 h 1524"/>
                <a:gd name="T44" fmla="*/ 427 w 943"/>
                <a:gd name="T45" fmla="*/ 122 h 1524"/>
                <a:gd name="T46" fmla="*/ 411 w 943"/>
                <a:gd name="T47" fmla="*/ 132 h 1524"/>
                <a:gd name="T48" fmla="*/ 403 w 943"/>
                <a:gd name="T49" fmla="*/ 143 h 1524"/>
                <a:gd name="T50" fmla="*/ 396 w 943"/>
                <a:gd name="T51" fmla="*/ 158 h 1524"/>
                <a:gd name="T52" fmla="*/ 389 w 943"/>
                <a:gd name="T53" fmla="*/ 197 h 1524"/>
                <a:gd name="T54" fmla="*/ 285 w 943"/>
                <a:gd name="T55" fmla="*/ 1428 h 1524"/>
                <a:gd name="T56" fmla="*/ 278 w 943"/>
                <a:gd name="T57" fmla="*/ 1480 h 1524"/>
                <a:gd name="T58" fmla="*/ 268 w 943"/>
                <a:gd name="T59" fmla="*/ 1505 h 1524"/>
                <a:gd name="T60" fmla="*/ 250 w 943"/>
                <a:gd name="T61" fmla="*/ 1517 h 1524"/>
                <a:gd name="T62" fmla="*/ 233 w 943"/>
                <a:gd name="T63" fmla="*/ 1524 h 1524"/>
                <a:gd name="T64" fmla="*/ 217 w 943"/>
                <a:gd name="T65" fmla="*/ 1517 h 1524"/>
                <a:gd name="T66" fmla="*/ 207 w 943"/>
                <a:gd name="T67" fmla="*/ 1505 h 1524"/>
                <a:gd name="T68" fmla="*/ 200 w 943"/>
                <a:gd name="T69" fmla="*/ 1484 h 1524"/>
                <a:gd name="T70" fmla="*/ 194 w 943"/>
                <a:gd name="T71" fmla="*/ 1432 h 1524"/>
                <a:gd name="T72" fmla="*/ 60 w 943"/>
                <a:gd name="T73" fmla="*/ 87 h 1524"/>
                <a:gd name="T74" fmla="*/ 56 w 943"/>
                <a:gd name="T75" fmla="*/ 59 h 1524"/>
                <a:gd name="T76" fmla="*/ 46 w 943"/>
                <a:gd name="T77" fmla="*/ 34 h 1524"/>
                <a:gd name="T78" fmla="*/ 35 w 943"/>
                <a:gd name="T79" fmla="*/ 17 h 1524"/>
                <a:gd name="T80" fmla="*/ 25 w 943"/>
                <a:gd name="T81" fmla="*/ 5 h 1524"/>
                <a:gd name="T82" fmla="*/ 12 w 943"/>
                <a:gd name="T83" fmla="*/ 0 h 1524"/>
                <a:gd name="T84" fmla="*/ 0 w 943"/>
                <a:gd name="T85" fmla="*/ 0 h 1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43" h="1524">
                  <a:moveTo>
                    <a:pt x="943" y="626"/>
                  </a:moveTo>
                  <a:lnTo>
                    <a:pt x="895" y="336"/>
                  </a:lnTo>
                  <a:lnTo>
                    <a:pt x="887" y="313"/>
                  </a:lnTo>
                  <a:lnTo>
                    <a:pt x="873" y="301"/>
                  </a:lnTo>
                  <a:lnTo>
                    <a:pt x="859" y="297"/>
                  </a:lnTo>
                  <a:lnTo>
                    <a:pt x="837" y="301"/>
                  </a:lnTo>
                  <a:lnTo>
                    <a:pt x="828" y="314"/>
                  </a:lnTo>
                  <a:lnTo>
                    <a:pt x="819" y="336"/>
                  </a:lnTo>
                  <a:lnTo>
                    <a:pt x="706" y="1164"/>
                  </a:lnTo>
                  <a:lnTo>
                    <a:pt x="695" y="1207"/>
                  </a:lnTo>
                  <a:lnTo>
                    <a:pt x="686" y="1222"/>
                  </a:lnTo>
                  <a:lnTo>
                    <a:pt x="667" y="1230"/>
                  </a:lnTo>
                  <a:lnTo>
                    <a:pt x="652" y="1234"/>
                  </a:lnTo>
                  <a:lnTo>
                    <a:pt x="633" y="1227"/>
                  </a:lnTo>
                  <a:lnTo>
                    <a:pt x="619" y="1209"/>
                  </a:lnTo>
                  <a:lnTo>
                    <a:pt x="608" y="1164"/>
                  </a:lnTo>
                  <a:lnTo>
                    <a:pt x="495" y="204"/>
                  </a:lnTo>
                  <a:lnTo>
                    <a:pt x="486" y="158"/>
                  </a:lnTo>
                  <a:lnTo>
                    <a:pt x="482" y="143"/>
                  </a:lnTo>
                  <a:lnTo>
                    <a:pt x="473" y="129"/>
                  </a:lnTo>
                  <a:lnTo>
                    <a:pt x="459" y="118"/>
                  </a:lnTo>
                  <a:lnTo>
                    <a:pt x="446" y="116"/>
                  </a:lnTo>
                  <a:lnTo>
                    <a:pt x="427" y="122"/>
                  </a:lnTo>
                  <a:lnTo>
                    <a:pt x="411" y="132"/>
                  </a:lnTo>
                  <a:lnTo>
                    <a:pt x="403" y="143"/>
                  </a:lnTo>
                  <a:lnTo>
                    <a:pt x="396" y="158"/>
                  </a:lnTo>
                  <a:lnTo>
                    <a:pt x="389" y="197"/>
                  </a:lnTo>
                  <a:lnTo>
                    <a:pt x="285" y="1428"/>
                  </a:lnTo>
                  <a:lnTo>
                    <a:pt x="278" y="1480"/>
                  </a:lnTo>
                  <a:lnTo>
                    <a:pt x="268" y="1505"/>
                  </a:lnTo>
                  <a:lnTo>
                    <a:pt x="250" y="1517"/>
                  </a:lnTo>
                  <a:lnTo>
                    <a:pt x="233" y="1524"/>
                  </a:lnTo>
                  <a:lnTo>
                    <a:pt x="217" y="1517"/>
                  </a:lnTo>
                  <a:lnTo>
                    <a:pt x="207" y="1505"/>
                  </a:lnTo>
                  <a:lnTo>
                    <a:pt x="200" y="1484"/>
                  </a:lnTo>
                  <a:lnTo>
                    <a:pt x="194" y="1432"/>
                  </a:lnTo>
                  <a:lnTo>
                    <a:pt x="60" y="87"/>
                  </a:lnTo>
                  <a:lnTo>
                    <a:pt x="56" y="59"/>
                  </a:lnTo>
                  <a:lnTo>
                    <a:pt x="46" y="34"/>
                  </a:lnTo>
                  <a:lnTo>
                    <a:pt x="35" y="17"/>
                  </a:lnTo>
                  <a:lnTo>
                    <a:pt x="25" y="5"/>
                  </a:lnTo>
                  <a:lnTo>
                    <a:pt x="12" y="0"/>
                  </a:lnTo>
                  <a:lnTo>
                    <a:pt x="0" y="0"/>
                  </a:lnTo>
                </a:path>
              </a:pathLst>
            </a:custGeom>
            <a:noFill/>
            <a:ln w="28575">
              <a:solidFill>
                <a:srgbClr val="333399"/>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b="1">
                <a:solidFill>
                  <a:srgbClr val="0000CC"/>
                </a:solidFill>
                <a:ea typeface="黑体" panose="02010609060101010101" pitchFamily="49" charset="-122"/>
              </a:endParaRPr>
            </a:p>
          </p:txBody>
        </p:sp>
      </p:grpSp>
      <p:grpSp>
        <p:nvGrpSpPr>
          <p:cNvPr id="81" name="Group 113"/>
          <p:cNvGrpSpPr>
            <a:grpSpLocks/>
          </p:cNvGrpSpPr>
          <p:nvPr/>
        </p:nvGrpSpPr>
        <p:grpSpPr bwMode="auto">
          <a:xfrm>
            <a:off x="631825" y="1989138"/>
            <a:ext cx="8920163" cy="420687"/>
            <a:chOff x="317" y="1260"/>
            <a:chExt cx="4873" cy="229"/>
          </a:xfrm>
        </p:grpSpPr>
        <p:sp>
          <p:nvSpPr>
            <p:cNvPr id="269391" name="Line 65"/>
            <p:cNvSpPr>
              <a:spLocks noChangeShapeType="1"/>
            </p:cNvSpPr>
            <p:nvPr/>
          </p:nvSpPr>
          <p:spPr bwMode="auto">
            <a:xfrm>
              <a:off x="317" y="1373"/>
              <a:ext cx="4873" cy="0"/>
            </a:xfrm>
            <a:prstGeom prst="line">
              <a:avLst/>
            </a:prstGeom>
            <a:noFill/>
            <a:ln w="28575">
              <a:solidFill>
                <a:srgbClr val="0000CC"/>
              </a:solidFill>
              <a:round/>
              <a:headEnd type="triangle" w="med" len="med"/>
              <a:tailEnd type="triangle" w="med"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269392" name="Rectangle 66"/>
            <p:cNvSpPr>
              <a:spLocks noChangeArrowheads="1"/>
            </p:cNvSpPr>
            <p:nvPr/>
          </p:nvSpPr>
          <p:spPr bwMode="auto">
            <a:xfrm>
              <a:off x="2294" y="1260"/>
              <a:ext cx="994" cy="229"/>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b="1">
                  <a:solidFill>
                    <a:srgbClr val="0000CC"/>
                  </a:solidFill>
                  <a:ea typeface="黑体" panose="02010609060101010101" pitchFamily="49" charset="-122"/>
                </a:rPr>
                <a:t>数据通信系统</a:t>
              </a:r>
            </a:p>
          </p:txBody>
        </p:sp>
      </p:grpSp>
      <p:grpSp>
        <p:nvGrpSpPr>
          <p:cNvPr id="84" name="Group 99"/>
          <p:cNvGrpSpPr>
            <a:grpSpLocks/>
          </p:cNvGrpSpPr>
          <p:nvPr/>
        </p:nvGrpSpPr>
        <p:grpSpPr bwMode="auto">
          <a:xfrm>
            <a:off x="692150" y="3308350"/>
            <a:ext cx="3074988" cy="1660525"/>
            <a:chOff x="273" y="2091"/>
            <a:chExt cx="1788" cy="1046"/>
          </a:xfrm>
        </p:grpSpPr>
        <p:sp>
          <p:nvSpPr>
            <p:cNvPr id="269394" name="Line 68"/>
            <p:cNvSpPr>
              <a:spLocks noChangeShapeType="1"/>
            </p:cNvSpPr>
            <p:nvPr/>
          </p:nvSpPr>
          <p:spPr bwMode="auto">
            <a:xfrm>
              <a:off x="2061" y="2091"/>
              <a:ext cx="0" cy="1046"/>
            </a:xfrm>
            <a:prstGeom prst="line">
              <a:avLst/>
            </a:prstGeom>
            <a:noFill/>
            <a:ln w="28575">
              <a:solidFill>
                <a:srgbClr val="FF0000"/>
              </a:solidFill>
              <a:prstDash val="dash"/>
              <a:round/>
              <a:headEnd type="none" w="sm" len="med"/>
              <a:tailEnd type="non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grpSp>
          <p:nvGrpSpPr>
            <p:cNvPr id="269395" name="Group 98"/>
            <p:cNvGrpSpPr>
              <a:grpSpLocks/>
            </p:cNvGrpSpPr>
            <p:nvPr/>
          </p:nvGrpSpPr>
          <p:grpSpPr bwMode="auto">
            <a:xfrm>
              <a:off x="273" y="2523"/>
              <a:ext cx="1788" cy="237"/>
              <a:chOff x="273" y="2523"/>
              <a:chExt cx="1788" cy="237"/>
            </a:xfrm>
          </p:grpSpPr>
          <p:sp>
            <p:nvSpPr>
              <p:cNvPr id="269396" name="Line 67"/>
              <p:cNvSpPr>
                <a:spLocks noChangeShapeType="1"/>
              </p:cNvSpPr>
              <p:nvPr/>
            </p:nvSpPr>
            <p:spPr bwMode="auto">
              <a:xfrm>
                <a:off x="273" y="2660"/>
                <a:ext cx="1788" cy="0"/>
              </a:xfrm>
              <a:prstGeom prst="line">
                <a:avLst/>
              </a:prstGeom>
              <a:noFill/>
              <a:ln w="28575">
                <a:solidFill>
                  <a:srgbClr val="333399"/>
                </a:solidFill>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269397" name="Rectangle 71"/>
              <p:cNvSpPr>
                <a:spLocks noChangeArrowheads="1"/>
              </p:cNvSpPr>
              <p:nvPr/>
            </p:nvSpPr>
            <p:spPr bwMode="auto">
              <a:xfrm>
                <a:off x="854" y="2523"/>
                <a:ext cx="620" cy="237"/>
              </a:xfrm>
              <a:prstGeom prst="rect">
                <a:avLst/>
              </a:prstGeom>
              <a:solidFill>
                <a:srgbClr val="FFFF00"/>
              </a:solidFill>
              <a:ln w="12700">
                <a:solidFill>
                  <a:srgbClr val="333399"/>
                </a:solidFill>
                <a:miter lim="800000"/>
                <a:headEnd/>
                <a:tailEnd/>
              </a:ln>
            </p:spPr>
            <p:txBody>
              <a:bodyPr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ctr"/>
                <a:r>
                  <a:rPr lang="zh-CN" altLang="en-US" b="1">
                    <a:solidFill>
                      <a:srgbClr val="0000CC"/>
                    </a:solidFill>
                    <a:ea typeface="黑体" panose="02010609060101010101" pitchFamily="49" charset="-122"/>
                  </a:rPr>
                  <a:t>源系统</a:t>
                </a:r>
              </a:p>
            </p:txBody>
          </p:sp>
        </p:grpSp>
      </p:grpSp>
      <p:grpSp>
        <p:nvGrpSpPr>
          <p:cNvPr id="89" name="Group 101"/>
          <p:cNvGrpSpPr>
            <a:grpSpLocks/>
          </p:cNvGrpSpPr>
          <p:nvPr/>
        </p:nvGrpSpPr>
        <p:grpSpPr bwMode="auto">
          <a:xfrm>
            <a:off x="6226175" y="4010025"/>
            <a:ext cx="3076575" cy="376238"/>
            <a:chOff x="3491" y="2533"/>
            <a:chExt cx="1789" cy="237"/>
          </a:xfrm>
        </p:grpSpPr>
        <p:sp>
          <p:nvSpPr>
            <p:cNvPr id="269399" name="Line 70"/>
            <p:cNvSpPr>
              <a:spLocks noChangeShapeType="1"/>
            </p:cNvSpPr>
            <p:nvPr/>
          </p:nvSpPr>
          <p:spPr bwMode="auto">
            <a:xfrm>
              <a:off x="3491" y="2660"/>
              <a:ext cx="1789" cy="0"/>
            </a:xfrm>
            <a:prstGeom prst="line">
              <a:avLst/>
            </a:prstGeom>
            <a:noFill/>
            <a:ln w="28575">
              <a:solidFill>
                <a:srgbClr val="333399"/>
              </a:solidFill>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269400" name="Rectangle 73"/>
            <p:cNvSpPr>
              <a:spLocks noChangeArrowheads="1"/>
            </p:cNvSpPr>
            <p:nvPr/>
          </p:nvSpPr>
          <p:spPr bwMode="auto">
            <a:xfrm>
              <a:off x="4028" y="2533"/>
              <a:ext cx="712" cy="237"/>
            </a:xfrm>
            <a:prstGeom prst="rect">
              <a:avLst/>
            </a:prstGeom>
            <a:solidFill>
              <a:srgbClr val="FF99FF"/>
            </a:solidFill>
            <a:ln w="12700">
              <a:solidFill>
                <a:srgbClr val="333399"/>
              </a:solidFill>
              <a:miter lim="800000"/>
              <a:headEnd/>
              <a:tailEnd/>
            </a:ln>
          </p:spPr>
          <p:txBody>
            <a:bodyPr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b="1">
                  <a:solidFill>
                    <a:srgbClr val="0000CC"/>
                  </a:solidFill>
                  <a:ea typeface="黑体" panose="02010609060101010101" pitchFamily="49" charset="-122"/>
                </a:rPr>
                <a:t>目的系统</a:t>
              </a:r>
            </a:p>
          </p:txBody>
        </p:sp>
      </p:grpSp>
      <p:grpSp>
        <p:nvGrpSpPr>
          <p:cNvPr id="92" name="Group 100"/>
          <p:cNvGrpSpPr>
            <a:grpSpLocks/>
          </p:cNvGrpSpPr>
          <p:nvPr/>
        </p:nvGrpSpPr>
        <p:grpSpPr bwMode="auto">
          <a:xfrm>
            <a:off x="3767138" y="3279775"/>
            <a:ext cx="2459037" cy="1725613"/>
            <a:chOff x="2061" y="2073"/>
            <a:chExt cx="1430" cy="1087"/>
          </a:xfrm>
        </p:grpSpPr>
        <p:sp>
          <p:nvSpPr>
            <p:cNvPr id="269402" name="Line 69"/>
            <p:cNvSpPr>
              <a:spLocks noChangeShapeType="1"/>
            </p:cNvSpPr>
            <p:nvPr/>
          </p:nvSpPr>
          <p:spPr bwMode="auto">
            <a:xfrm>
              <a:off x="2061" y="2660"/>
              <a:ext cx="1430" cy="0"/>
            </a:xfrm>
            <a:prstGeom prst="line">
              <a:avLst/>
            </a:prstGeom>
            <a:noFill/>
            <a:ln w="28575">
              <a:solidFill>
                <a:srgbClr val="333399"/>
              </a:solidFill>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269403" name="Rectangle 72"/>
            <p:cNvSpPr>
              <a:spLocks noChangeArrowheads="1"/>
            </p:cNvSpPr>
            <p:nvPr/>
          </p:nvSpPr>
          <p:spPr bwMode="auto">
            <a:xfrm>
              <a:off x="2418" y="2533"/>
              <a:ext cx="734" cy="237"/>
            </a:xfrm>
            <a:prstGeom prst="rect">
              <a:avLst/>
            </a:prstGeom>
            <a:solidFill>
              <a:srgbClr val="66FFFF"/>
            </a:solidFill>
            <a:ln w="12700">
              <a:solidFill>
                <a:srgbClr val="333399"/>
              </a:solidFill>
              <a:miter lim="800000"/>
              <a:headEnd/>
              <a:tailEnd/>
            </a:ln>
          </p:spPr>
          <p:txBody>
            <a:bodyPr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b="1">
                  <a:solidFill>
                    <a:srgbClr val="0000CC"/>
                  </a:solidFill>
                  <a:ea typeface="黑体" panose="02010609060101010101" pitchFamily="49" charset="-122"/>
                </a:rPr>
                <a:t>传输系统</a:t>
              </a:r>
            </a:p>
          </p:txBody>
        </p:sp>
        <p:sp>
          <p:nvSpPr>
            <p:cNvPr id="269404" name="Line 74"/>
            <p:cNvSpPr>
              <a:spLocks noChangeShapeType="1"/>
            </p:cNvSpPr>
            <p:nvPr/>
          </p:nvSpPr>
          <p:spPr bwMode="auto">
            <a:xfrm flipH="1">
              <a:off x="3486" y="2073"/>
              <a:ext cx="5" cy="1087"/>
            </a:xfrm>
            <a:prstGeom prst="line">
              <a:avLst/>
            </a:prstGeom>
            <a:noFill/>
            <a:ln w="28575">
              <a:solidFill>
                <a:srgbClr val="FF0000"/>
              </a:solidFill>
              <a:prstDash val="dash"/>
              <a:round/>
              <a:headEnd type="none" w="sm" len="med"/>
              <a:tailEnd type="non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grpSp>
      <p:pic>
        <p:nvPicPr>
          <p:cNvPr id="269405" name="Picture 75"/>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11938" y="3041650"/>
            <a:ext cx="922337" cy="53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9406" name="Picture 76"/>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226425" y="2844800"/>
            <a:ext cx="768350" cy="669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98" name="Group 112"/>
          <p:cNvGrpSpPr>
            <a:grpSpLocks/>
          </p:cNvGrpSpPr>
          <p:nvPr/>
        </p:nvGrpSpPr>
        <p:grpSpPr bwMode="auto">
          <a:xfrm>
            <a:off x="9110663" y="5005388"/>
            <a:ext cx="666750" cy="1262062"/>
            <a:chOff x="5168" y="3160"/>
            <a:chExt cx="388" cy="795"/>
          </a:xfrm>
        </p:grpSpPr>
        <p:sp>
          <p:nvSpPr>
            <p:cNvPr id="269408" name="Rectangle 6"/>
            <p:cNvSpPr>
              <a:spLocks noChangeArrowheads="1"/>
            </p:cNvSpPr>
            <p:nvPr/>
          </p:nvSpPr>
          <p:spPr bwMode="auto">
            <a:xfrm>
              <a:off x="5199" y="3207"/>
              <a:ext cx="357" cy="7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b="1">
                  <a:solidFill>
                    <a:srgbClr val="0000CC"/>
                  </a:solidFill>
                  <a:ea typeface="黑体" panose="02010609060101010101" pitchFamily="49" charset="-122"/>
                </a:rPr>
                <a:t>输出信息</a:t>
              </a:r>
            </a:p>
          </p:txBody>
        </p:sp>
        <p:sp>
          <p:nvSpPr>
            <p:cNvPr id="269409" name="Line 77"/>
            <p:cNvSpPr>
              <a:spLocks noChangeShapeType="1"/>
            </p:cNvSpPr>
            <p:nvPr/>
          </p:nvSpPr>
          <p:spPr bwMode="auto">
            <a:xfrm>
              <a:off x="5168" y="3160"/>
              <a:ext cx="335" cy="0"/>
            </a:xfrm>
            <a:prstGeom prst="line">
              <a:avLst/>
            </a:prstGeom>
            <a:noFill/>
            <a:ln w="38100">
              <a:solidFill>
                <a:srgbClr val="333399"/>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grpSp>
      <p:sp>
        <p:nvSpPr>
          <p:cNvPr id="269410" name="Rectangle 79"/>
          <p:cNvSpPr>
            <a:spLocks noChangeArrowheads="1"/>
          </p:cNvSpPr>
          <p:nvPr/>
        </p:nvSpPr>
        <p:spPr bwMode="auto">
          <a:xfrm>
            <a:off x="8348663" y="3516313"/>
            <a:ext cx="884237" cy="363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b="1">
                <a:solidFill>
                  <a:srgbClr val="0000CC"/>
                </a:solidFill>
                <a:ea typeface="黑体" panose="02010609060101010101" pitchFamily="49" charset="-122"/>
              </a:rPr>
              <a:t>PC</a:t>
            </a:r>
          </a:p>
        </p:txBody>
      </p:sp>
      <p:sp>
        <p:nvSpPr>
          <p:cNvPr id="269411" name="矩形 3"/>
          <p:cNvSpPr>
            <a:spLocks noChangeArrowheads="1"/>
          </p:cNvSpPr>
          <p:nvPr/>
        </p:nvSpPr>
        <p:spPr bwMode="auto">
          <a:xfrm>
            <a:off x="3081338" y="6238875"/>
            <a:ext cx="3684587"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r>
              <a:rPr lang="zh-CN" altLang="zh-CN" sz="2400" b="1">
                <a:ea typeface="黑体" panose="02010609060101010101" pitchFamily="49" charset="-122"/>
              </a:rPr>
              <a:t>数据通信系统的模型</a:t>
            </a:r>
            <a:endParaRPr lang="zh-CN" altLang="en-US" sz="2400" b="1">
              <a:ea typeface="黑体" panose="02010609060101010101" pitchFamily="49" charset="-122"/>
            </a:endParaRPr>
          </a:p>
        </p:txBody>
      </p:sp>
      <p:sp>
        <p:nvSpPr>
          <p:cNvPr id="269412" name="灯片编号占位符 101"/>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7E976DAA-C216-4B0A-B862-2D37AA5BFCF7}" type="slidenum">
              <a:rPr lang="zh-CN" altLang="en-US" smtClean="0"/>
              <a:pPr eaLnBrk="1" hangingPunct="1"/>
              <a:t>6</a:t>
            </a:fld>
            <a:endParaRPr lang="en-US" altLang="zh-CN" smtClean="0"/>
          </a:p>
        </p:txBody>
      </p:sp>
      <p:sp>
        <p:nvSpPr>
          <p:cNvPr id="269413" name="页脚占位符 102"/>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repeatCount="3000" fill="hold" nodeType="clickEffect">
                                  <p:stCondLst>
                                    <p:cond delay="0"/>
                                  </p:stCondLst>
                                  <p:childTnLst>
                                    <p:set>
                                      <p:cBhvr>
                                        <p:cTn id="6" dur="1" fill="hold">
                                          <p:stCondLst>
                                            <p:cond delay="0"/>
                                          </p:stCondLst>
                                        </p:cTn>
                                        <p:tgtEl>
                                          <p:spTgt spid="81"/>
                                        </p:tgtEl>
                                        <p:attrNameLst>
                                          <p:attrName>style.visibility</p:attrName>
                                        </p:attrNameLst>
                                      </p:cBhvr>
                                      <p:to>
                                        <p:strVal val="visible"/>
                                      </p:to>
                                    </p:set>
                                  </p:childTnLst>
                                </p:cTn>
                              </p:par>
                            </p:childTnLst>
                          </p:cTn>
                        </p:par>
                        <p:par>
                          <p:cTn id="7" fill="hold" nodeType="afterGroup">
                            <p:stCondLst>
                              <p:cond delay="3"/>
                            </p:stCondLst>
                            <p:childTnLst>
                              <p:par>
                                <p:cTn id="8" presetID="35" presetClass="emph" presetSubtype="0" repeatCount="3000" fill="hold" nodeType="afterEffect">
                                  <p:stCondLst>
                                    <p:cond delay="0"/>
                                  </p:stCondLst>
                                  <p:childTnLst>
                                    <p:anim calcmode="discrete" valueType="str">
                                      <p:cBhvr>
                                        <p:cTn id="9" dur="1000" fill="hold"/>
                                        <p:tgtEl>
                                          <p:spTgt spid="81"/>
                                        </p:tgtEl>
                                        <p:attrNameLst>
                                          <p:attrName>style.visibility</p:attrName>
                                        </p:attrNameLst>
                                      </p:cBhvr>
                                      <p:tavLst>
                                        <p:tav tm="0">
                                          <p:val>
                                            <p:strVal val="hidden"/>
                                          </p:val>
                                        </p:tav>
                                        <p:tav tm="50000">
                                          <p:val>
                                            <p:strVal val="visible"/>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1" presetClass="entr" presetSubtype="0" fill="hold" nodeType="clickEffect">
                                  <p:stCondLst>
                                    <p:cond delay="0"/>
                                  </p:stCondLst>
                                  <p:childTnLst>
                                    <p:set>
                                      <p:cBhvr>
                                        <p:cTn id="13" dur="1" fill="hold">
                                          <p:stCondLst>
                                            <p:cond delay="0"/>
                                          </p:stCondLst>
                                        </p:cTn>
                                        <p:tgtEl>
                                          <p:spTgt spid="84"/>
                                        </p:tgtEl>
                                        <p:attrNameLst>
                                          <p:attrName>style.visibility</p:attrName>
                                        </p:attrNameLst>
                                      </p:cBhvr>
                                      <p:to>
                                        <p:strVal val="visible"/>
                                      </p:to>
                                    </p:set>
                                  </p:childTnLst>
                                </p:cTn>
                              </p:par>
                            </p:childTnLst>
                          </p:cTn>
                        </p:par>
                        <p:par>
                          <p:cTn id="14" fill="hold" nodeType="afterGroup">
                            <p:stCondLst>
                              <p:cond delay="1"/>
                            </p:stCondLst>
                            <p:childTnLst>
                              <p:par>
                                <p:cTn id="15" presetID="35" presetClass="emph" presetSubtype="0" repeatCount="3000" fill="hold" nodeType="afterEffect">
                                  <p:stCondLst>
                                    <p:cond delay="0"/>
                                  </p:stCondLst>
                                  <p:childTnLst>
                                    <p:anim calcmode="discrete" valueType="str">
                                      <p:cBhvr>
                                        <p:cTn id="16" dur="1000" fill="hold"/>
                                        <p:tgtEl>
                                          <p:spTgt spid="84"/>
                                        </p:tgtEl>
                                        <p:attrNameLst>
                                          <p:attrName>style.visibility</p:attrName>
                                        </p:attrNameLst>
                                      </p:cBhvr>
                                      <p:tavLst>
                                        <p:tav tm="0">
                                          <p:val>
                                            <p:strVal val="hidden"/>
                                          </p:val>
                                        </p:tav>
                                        <p:tav tm="50000">
                                          <p:val>
                                            <p:strVal val="visible"/>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nodeType="clickEffect">
                                  <p:stCondLst>
                                    <p:cond delay="0"/>
                                  </p:stCondLst>
                                  <p:childTnLst>
                                    <p:set>
                                      <p:cBhvr>
                                        <p:cTn id="20" dur="1" fill="hold">
                                          <p:stCondLst>
                                            <p:cond delay="0"/>
                                          </p:stCondLst>
                                        </p:cTn>
                                        <p:tgtEl>
                                          <p:spTgt spid="92"/>
                                        </p:tgtEl>
                                        <p:attrNameLst>
                                          <p:attrName>style.visibility</p:attrName>
                                        </p:attrNameLst>
                                      </p:cBhvr>
                                      <p:to>
                                        <p:strVal val="visible"/>
                                      </p:to>
                                    </p:set>
                                  </p:childTnLst>
                                </p:cTn>
                              </p:par>
                            </p:childTnLst>
                          </p:cTn>
                        </p:par>
                        <p:par>
                          <p:cTn id="21" fill="hold" nodeType="afterGroup">
                            <p:stCondLst>
                              <p:cond delay="1"/>
                            </p:stCondLst>
                            <p:childTnLst>
                              <p:par>
                                <p:cTn id="22" presetID="35" presetClass="emph" presetSubtype="0" repeatCount="3000" fill="hold" nodeType="afterEffect">
                                  <p:stCondLst>
                                    <p:cond delay="0"/>
                                  </p:stCondLst>
                                  <p:childTnLst>
                                    <p:anim calcmode="discrete" valueType="str">
                                      <p:cBhvr>
                                        <p:cTn id="23" dur="1000" fill="hold"/>
                                        <p:tgtEl>
                                          <p:spTgt spid="92"/>
                                        </p:tgtEl>
                                        <p:attrNameLst>
                                          <p:attrName>style.visibility</p:attrName>
                                        </p:attrNameLst>
                                      </p:cBhvr>
                                      <p:tavLst>
                                        <p:tav tm="0">
                                          <p:val>
                                            <p:strVal val="hidden"/>
                                          </p:val>
                                        </p:tav>
                                        <p:tav tm="50000">
                                          <p:val>
                                            <p:strVal val="visible"/>
                                          </p:val>
                                        </p:tav>
                                      </p:tavLst>
                                    </p:anim>
                                  </p:childTnLst>
                                </p:cTn>
                              </p:par>
                            </p:childTnLst>
                          </p:cTn>
                        </p:par>
                      </p:childTnLst>
                    </p:cTn>
                  </p:par>
                  <p:par>
                    <p:cTn id="24" fill="hold" nodeType="clickPar">
                      <p:stCondLst>
                        <p:cond delay="indefinite"/>
                      </p:stCondLst>
                      <p:childTnLst>
                        <p:par>
                          <p:cTn id="25" fill="hold" nodeType="withGroup">
                            <p:stCondLst>
                              <p:cond delay="0"/>
                            </p:stCondLst>
                            <p:childTnLst>
                              <p:par>
                                <p:cTn id="26" presetID="1" presetClass="entr" presetSubtype="0" fill="hold" nodeType="clickEffect">
                                  <p:stCondLst>
                                    <p:cond delay="0"/>
                                  </p:stCondLst>
                                  <p:childTnLst>
                                    <p:set>
                                      <p:cBhvr>
                                        <p:cTn id="27" dur="1" fill="hold">
                                          <p:stCondLst>
                                            <p:cond delay="0"/>
                                          </p:stCondLst>
                                        </p:cTn>
                                        <p:tgtEl>
                                          <p:spTgt spid="89"/>
                                        </p:tgtEl>
                                        <p:attrNameLst>
                                          <p:attrName>style.visibility</p:attrName>
                                        </p:attrNameLst>
                                      </p:cBhvr>
                                      <p:to>
                                        <p:strVal val="visible"/>
                                      </p:to>
                                    </p:set>
                                  </p:childTnLst>
                                </p:cTn>
                              </p:par>
                            </p:childTnLst>
                          </p:cTn>
                        </p:par>
                        <p:par>
                          <p:cTn id="28" fill="hold" nodeType="afterGroup">
                            <p:stCondLst>
                              <p:cond delay="1"/>
                            </p:stCondLst>
                            <p:childTnLst>
                              <p:par>
                                <p:cTn id="29" presetID="35" presetClass="emph" presetSubtype="0" repeatCount="3000" fill="hold" nodeType="afterEffect">
                                  <p:stCondLst>
                                    <p:cond delay="0"/>
                                  </p:stCondLst>
                                  <p:childTnLst>
                                    <p:anim calcmode="discrete" valueType="str">
                                      <p:cBhvr>
                                        <p:cTn id="30" dur="1000" fill="hold"/>
                                        <p:tgtEl>
                                          <p:spTgt spid="89"/>
                                        </p:tgtEl>
                                        <p:attrNameLst>
                                          <p:attrName>style.visibility</p:attrName>
                                        </p:attrNameLst>
                                      </p:cBhvr>
                                      <p:tavLst>
                                        <p:tav tm="0">
                                          <p:val>
                                            <p:strVal val="hidden"/>
                                          </p:val>
                                        </p:tav>
                                        <p:tav tm="50000">
                                          <p:val>
                                            <p:strVal val="visible"/>
                                          </p:val>
                                        </p:tav>
                                      </p:tavLst>
                                    </p:anim>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nodeType="clickEffect">
                                  <p:stCondLst>
                                    <p:cond delay="0"/>
                                  </p:stCondLst>
                                  <p:childTnLst>
                                    <p:set>
                                      <p:cBhvr>
                                        <p:cTn id="34" dur="1" fill="hold">
                                          <p:stCondLst>
                                            <p:cond delay="0"/>
                                          </p:stCondLst>
                                        </p:cTn>
                                        <p:tgtEl>
                                          <p:spTgt spid="9"/>
                                        </p:tgtEl>
                                        <p:attrNameLst>
                                          <p:attrName>style.visibility</p:attrName>
                                        </p:attrNameLst>
                                      </p:cBhvr>
                                      <p:to>
                                        <p:strVal val="visible"/>
                                      </p:to>
                                    </p:set>
                                  </p:childTnLst>
                                </p:cTn>
                              </p:par>
                            </p:childTnLst>
                          </p:cTn>
                        </p:par>
                        <p:par>
                          <p:cTn id="35" fill="hold" nodeType="afterGroup">
                            <p:stCondLst>
                              <p:cond delay="1"/>
                            </p:stCondLst>
                            <p:childTnLst>
                              <p:par>
                                <p:cTn id="36" presetID="1" presetClass="entr" presetSubtype="0" fill="hold" nodeType="afterEffect">
                                  <p:stCondLst>
                                    <p:cond delay="500"/>
                                  </p:stCondLst>
                                  <p:childTnLst>
                                    <p:set>
                                      <p:cBhvr>
                                        <p:cTn id="37" dur="1" fill="hold">
                                          <p:stCondLst>
                                            <p:cond delay="0"/>
                                          </p:stCondLst>
                                        </p:cTn>
                                        <p:tgtEl>
                                          <p:spTgt spid="24"/>
                                        </p:tgtEl>
                                        <p:attrNameLst>
                                          <p:attrName>style.visibility</p:attrName>
                                        </p:attrNameLst>
                                      </p:cBhvr>
                                      <p:to>
                                        <p:strVal val="visible"/>
                                      </p:to>
                                    </p:set>
                                  </p:childTnLst>
                                </p:cTn>
                              </p:par>
                            </p:childTnLst>
                          </p:cTn>
                        </p:par>
                        <p:par>
                          <p:cTn id="38" fill="hold" nodeType="afterGroup">
                            <p:stCondLst>
                              <p:cond delay="502"/>
                            </p:stCondLst>
                            <p:childTnLst>
                              <p:par>
                                <p:cTn id="39" presetID="1" presetClass="entr" presetSubtype="0" fill="hold" nodeType="afterEffect">
                                  <p:stCondLst>
                                    <p:cond delay="1000"/>
                                  </p:stCondLst>
                                  <p:childTnLst>
                                    <p:set>
                                      <p:cBhvr>
                                        <p:cTn id="40" dur="1" fill="hold">
                                          <p:stCondLst>
                                            <p:cond delay="0"/>
                                          </p:stCondLst>
                                        </p:cTn>
                                        <p:tgtEl>
                                          <p:spTgt spid="12"/>
                                        </p:tgtEl>
                                        <p:attrNameLst>
                                          <p:attrName>style.visibility</p:attrName>
                                        </p:attrNameLst>
                                      </p:cBhvr>
                                      <p:to>
                                        <p:strVal val="visible"/>
                                      </p:to>
                                    </p:set>
                                  </p:childTnLst>
                                </p:cTn>
                              </p:par>
                            </p:childTnLst>
                          </p:cTn>
                        </p:par>
                        <p:par>
                          <p:cTn id="41" fill="hold" nodeType="afterGroup">
                            <p:stCondLst>
                              <p:cond delay="1503"/>
                            </p:stCondLst>
                            <p:childTnLst>
                              <p:par>
                                <p:cTn id="42" presetID="1" presetClass="entr" presetSubtype="0" fill="hold" nodeType="afterEffect">
                                  <p:stCondLst>
                                    <p:cond delay="1000"/>
                                  </p:stCondLst>
                                  <p:childTnLst>
                                    <p:set>
                                      <p:cBhvr>
                                        <p:cTn id="43" dur="1" fill="hold">
                                          <p:stCondLst>
                                            <p:cond delay="0"/>
                                          </p:stCondLst>
                                        </p:cTn>
                                        <p:tgtEl>
                                          <p:spTgt spid="30"/>
                                        </p:tgtEl>
                                        <p:attrNameLst>
                                          <p:attrName>style.visibility</p:attrName>
                                        </p:attrNameLst>
                                      </p:cBhvr>
                                      <p:to>
                                        <p:strVal val="visible"/>
                                      </p:to>
                                    </p:set>
                                  </p:childTnLst>
                                </p:cTn>
                              </p:par>
                            </p:childTnLst>
                          </p:cTn>
                        </p:par>
                        <p:par>
                          <p:cTn id="44" fill="hold" nodeType="afterGroup">
                            <p:stCondLst>
                              <p:cond delay="2504"/>
                            </p:stCondLst>
                            <p:childTnLst>
                              <p:par>
                                <p:cTn id="45" presetID="1" presetClass="entr" presetSubtype="0" fill="hold" nodeType="afterEffect">
                                  <p:stCondLst>
                                    <p:cond delay="1000"/>
                                  </p:stCondLst>
                                  <p:childTnLst>
                                    <p:set>
                                      <p:cBhvr>
                                        <p:cTn id="46" dur="1" fill="hold">
                                          <p:stCondLst>
                                            <p:cond delay="0"/>
                                          </p:stCondLst>
                                        </p:cTn>
                                        <p:tgtEl>
                                          <p:spTgt spid="15"/>
                                        </p:tgtEl>
                                        <p:attrNameLst>
                                          <p:attrName>style.visibility</p:attrName>
                                        </p:attrNameLst>
                                      </p:cBhvr>
                                      <p:to>
                                        <p:strVal val="visible"/>
                                      </p:to>
                                    </p:set>
                                  </p:childTnLst>
                                </p:cTn>
                              </p:par>
                            </p:childTnLst>
                          </p:cTn>
                        </p:par>
                        <p:par>
                          <p:cTn id="47" fill="hold" nodeType="afterGroup">
                            <p:stCondLst>
                              <p:cond delay="3505"/>
                            </p:stCondLst>
                            <p:childTnLst>
                              <p:par>
                                <p:cTn id="48" presetID="1" presetClass="entr" presetSubtype="0" fill="hold" nodeType="afterEffect">
                                  <p:stCondLst>
                                    <p:cond delay="1000"/>
                                  </p:stCondLst>
                                  <p:childTnLst>
                                    <p:set>
                                      <p:cBhvr>
                                        <p:cTn id="49" dur="1" fill="hold">
                                          <p:stCondLst>
                                            <p:cond delay="0"/>
                                          </p:stCondLst>
                                        </p:cTn>
                                        <p:tgtEl>
                                          <p:spTgt spid="6"/>
                                        </p:tgtEl>
                                        <p:attrNameLst>
                                          <p:attrName>style.visibility</p:attrName>
                                        </p:attrNameLst>
                                      </p:cBhvr>
                                      <p:to>
                                        <p:strVal val="visible"/>
                                      </p:to>
                                    </p:set>
                                  </p:childTnLst>
                                </p:cTn>
                              </p:par>
                            </p:childTnLst>
                          </p:cTn>
                        </p:par>
                        <p:par>
                          <p:cTn id="50" fill="hold" nodeType="afterGroup">
                            <p:stCondLst>
                              <p:cond delay="4506"/>
                            </p:stCondLst>
                            <p:childTnLst>
                              <p:par>
                                <p:cTn id="51" presetID="1" presetClass="entr" presetSubtype="0" fill="hold" nodeType="afterEffect">
                                  <p:stCondLst>
                                    <p:cond delay="1000"/>
                                  </p:stCondLst>
                                  <p:childTnLst>
                                    <p:set>
                                      <p:cBhvr>
                                        <p:cTn id="52" dur="1" fill="hold">
                                          <p:stCondLst>
                                            <p:cond delay="0"/>
                                          </p:stCondLst>
                                        </p:cTn>
                                        <p:tgtEl>
                                          <p:spTgt spid="18"/>
                                        </p:tgtEl>
                                        <p:attrNameLst>
                                          <p:attrName>style.visibility</p:attrName>
                                        </p:attrNameLst>
                                      </p:cBhvr>
                                      <p:to>
                                        <p:strVal val="visible"/>
                                      </p:to>
                                    </p:set>
                                  </p:childTnLst>
                                </p:cTn>
                              </p:par>
                            </p:childTnLst>
                          </p:cTn>
                        </p:par>
                        <p:par>
                          <p:cTn id="53" fill="hold" nodeType="afterGroup">
                            <p:stCondLst>
                              <p:cond delay="5507"/>
                            </p:stCondLst>
                            <p:childTnLst>
                              <p:par>
                                <p:cTn id="54" presetID="1" presetClass="entr" presetSubtype="0" fill="hold" nodeType="afterEffect">
                                  <p:stCondLst>
                                    <p:cond delay="1000"/>
                                  </p:stCondLst>
                                  <p:childTnLst>
                                    <p:set>
                                      <p:cBhvr>
                                        <p:cTn id="55" dur="1" fill="hold">
                                          <p:stCondLst>
                                            <p:cond delay="0"/>
                                          </p:stCondLst>
                                        </p:cTn>
                                        <p:tgtEl>
                                          <p:spTgt spid="33"/>
                                        </p:tgtEl>
                                        <p:attrNameLst>
                                          <p:attrName>style.visibility</p:attrName>
                                        </p:attrNameLst>
                                      </p:cBhvr>
                                      <p:to>
                                        <p:strVal val="visible"/>
                                      </p:to>
                                    </p:set>
                                  </p:childTnLst>
                                </p:cTn>
                              </p:par>
                            </p:childTnLst>
                          </p:cTn>
                        </p:par>
                        <p:par>
                          <p:cTn id="56" fill="hold" nodeType="afterGroup">
                            <p:stCondLst>
                              <p:cond delay="6508"/>
                            </p:stCondLst>
                            <p:childTnLst>
                              <p:par>
                                <p:cTn id="57" presetID="1" presetClass="entr" presetSubtype="0" fill="hold" nodeType="afterEffect">
                                  <p:stCondLst>
                                    <p:cond delay="1000"/>
                                  </p:stCondLst>
                                  <p:childTnLst>
                                    <p:set>
                                      <p:cBhvr>
                                        <p:cTn id="58" dur="1" fill="hold">
                                          <p:stCondLst>
                                            <p:cond delay="0"/>
                                          </p:stCondLst>
                                        </p:cTn>
                                        <p:tgtEl>
                                          <p:spTgt spid="21"/>
                                        </p:tgtEl>
                                        <p:attrNameLst>
                                          <p:attrName>style.visibility</p:attrName>
                                        </p:attrNameLst>
                                      </p:cBhvr>
                                      <p:to>
                                        <p:strVal val="visible"/>
                                      </p:to>
                                    </p:set>
                                  </p:childTnLst>
                                </p:cTn>
                              </p:par>
                            </p:childTnLst>
                          </p:cTn>
                        </p:par>
                        <p:par>
                          <p:cTn id="59" fill="hold" nodeType="afterGroup">
                            <p:stCondLst>
                              <p:cond delay="7509"/>
                            </p:stCondLst>
                            <p:childTnLst>
                              <p:par>
                                <p:cTn id="60" presetID="1" presetClass="entr" presetSubtype="0" fill="hold" nodeType="afterEffect">
                                  <p:stCondLst>
                                    <p:cond delay="1000"/>
                                  </p:stCondLst>
                                  <p:childTnLst>
                                    <p:set>
                                      <p:cBhvr>
                                        <p:cTn id="61" dur="1" fill="hold">
                                          <p:stCondLst>
                                            <p:cond delay="0"/>
                                          </p:stCondLst>
                                        </p:cTn>
                                        <p:tgtEl>
                                          <p:spTgt spid="27"/>
                                        </p:tgtEl>
                                        <p:attrNameLst>
                                          <p:attrName>style.visibility</p:attrName>
                                        </p:attrNameLst>
                                      </p:cBhvr>
                                      <p:to>
                                        <p:strVal val="visible"/>
                                      </p:to>
                                    </p:set>
                                  </p:childTnLst>
                                </p:cTn>
                              </p:par>
                            </p:childTnLst>
                          </p:cTn>
                        </p:par>
                        <p:par>
                          <p:cTn id="62" fill="hold" nodeType="afterGroup">
                            <p:stCondLst>
                              <p:cond delay="8510"/>
                            </p:stCondLst>
                            <p:childTnLst>
                              <p:par>
                                <p:cTn id="63" presetID="1" presetClass="entr" presetSubtype="0" fill="hold" nodeType="afterEffect">
                                  <p:stCondLst>
                                    <p:cond delay="1000"/>
                                  </p:stCondLst>
                                  <p:childTnLst>
                                    <p:set>
                                      <p:cBhvr>
                                        <p:cTn id="64" dur="1" fill="hold">
                                          <p:stCondLst>
                                            <p:cond delay="0"/>
                                          </p:stCondLst>
                                        </p:cTn>
                                        <p:tgtEl>
                                          <p:spTgt spid="9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1361"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常用术语</a:t>
            </a:r>
          </a:p>
        </p:txBody>
      </p:sp>
      <p:sp>
        <p:nvSpPr>
          <p:cNvPr id="28675" name="Rectangle 3"/>
          <p:cNvSpPr>
            <a:spLocks noGrp="1" noChangeArrowheads="1"/>
          </p:cNvSpPr>
          <p:nvPr>
            <p:ph idx="1"/>
          </p:nvPr>
        </p:nvSpPr>
        <p:spPr>
          <a:xfrm>
            <a:off x="495300" y="1196975"/>
            <a:ext cx="9066213" cy="4933950"/>
          </a:xfrm>
        </p:spPr>
        <p:txBody>
          <a:bodyPr/>
          <a:lstStyle/>
          <a:p>
            <a:pPr>
              <a:lnSpc>
                <a:spcPct val="120000"/>
              </a:lnSpc>
            </a:pPr>
            <a:r>
              <a:rPr lang="zh-CN" altLang="en-US" sz="2800" dirty="0" smtClean="0">
                <a:solidFill>
                  <a:srgbClr val="0000CC"/>
                </a:solidFill>
                <a:ea typeface="黑体" panose="02010609060101010101" pitchFamily="49" charset="-122"/>
              </a:rPr>
              <a:t>双方通信的目的</a:t>
            </a:r>
            <a:r>
              <a:rPr lang="en-US" altLang="zh-CN" sz="2800" dirty="0" smtClean="0">
                <a:ea typeface="黑体" panose="02010609060101010101" pitchFamily="49" charset="-122"/>
              </a:rPr>
              <a:t>——</a:t>
            </a:r>
            <a:r>
              <a:rPr lang="zh-CN" altLang="en-US" sz="2800" dirty="0" smtClean="0">
                <a:ea typeface="黑体" panose="02010609060101010101" pitchFamily="49" charset="-122"/>
              </a:rPr>
              <a:t>传送消息（</a:t>
            </a:r>
            <a:r>
              <a:rPr lang="en-US" altLang="zh-CN" sz="2800" dirty="0" smtClean="0">
                <a:ea typeface="黑体" panose="02010609060101010101" pitchFamily="49" charset="-122"/>
              </a:rPr>
              <a:t>message</a:t>
            </a:r>
            <a:r>
              <a:rPr lang="zh-CN" altLang="en-US" sz="2800" dirty="0" smtClean="0">
                <a:ea typeface="黑体" panose="02010609060101010101" pitchFamily="49" charset="-122"/>
              </a:rPr>
              <a:t>）</a:t>
            </a:r>
            <a:endParaRPr lang="en-US" altLang="zh-CN" sz="2800" dirty="0" smtClean="0">
              <a:ea typeface="黑体" panose="02010609060101010101" pitchFamily="49" charset="-122"/>
            </a:endParaRPr>
          </a:p>
          <a:p>
            <a:pPr>
              <a:lnSpc>
                <a:spcPct val="120000"/>
              </a:lnSpc>
            </a:pPr>
            <a:r>
              <a:rPr lang="zh-CN" altLang="en-US" sz="2800" dirty="0" smtClean="0">
                <a:solidFill>
                  <a:srgbClr val="0000CC"/>
                </a:solidFill>
                <a:ea typeface="黑体" panose="02010609060101010101" pitchFamily="49" charset="-122"/>
              </a:rPr>
              <a:t>数据 </a:t>
            </a:r>
            <a:r>
              <a:rPr lang="en-US" altLang="zh-CN" sz="2800" dirty="0" smtClean="0">
                <a:solidFill>
                  <a:srgbClr val="0000CC"/>
                </a:solidFill>
                <a:ea typeface="黑体" panose="02010609060101010101" pitchFamily="49" charset="-122"/>
              </a:rPr>
              <a:t>(data) </a:t>
            </a:r>
            <a:r>
              <a:rPr lang="en-US" altLang="zh-CN" sz="2800" dirty="0" smtClean="0">
                <a:ea typeface="黑体" panose="02010609060101010101" pitchFamily="49" charset="-122"/>
              </a:rPr>
              <a:t>—— </a:t>
            </a:r>
            <a:r>
              <a:rPr lang="zh-CN" altLang="en-US" sz="2800" dirty="0" smtClean="0">
                <a:ea typeface="黑体" panose="02010609060101010101" pitchFamily="49" charset="-122"/>
              </a:rPr>
              <a:t>运送消息的实体。</a:t>
            </a:r>
          </a:p>
          <a:p>
            <a:pPr>
              <a:lnSpc>
                <a:spcPct val="120000"/>
              </a:lnSpc>
            </a:pPr>
            <a:r>
              <a:rPr lang="zh-CN" altLang="en-US" sz="2800" dirty="0" smtClean="0">
                <a:solidFill>
                  <a:srgbClr val="0000CC"/>
                </a:solidFill>
                <a:ea typeface="黑体" panose="02010609060101010101" pitchFamily="49" charset="-122"/>
              </a:rPr>
              <a:t>信号 </a:t>
            </a:r>
            <a:r>
              <a:rPr lang="en-US" altLang="zh-CN" sz="2800" dirty="0" smtClean="0">
                <a:solidFill>
                  <a:srgbClr val="0000CC"/>
                </a:solidFill>
                <a:ea typeface="黑体" panose="02010609060101010101" pitchFamily="49" charset="-122"/>
              </a:rPr>
              <a:t>(signal) </a:t>
            </a:r>
            <a:r>
              <a:rPr lang="en-US" altLang="zh-CN" sz="2800" dirty="0" smtClean="0">
                <a:ea typeface="黑体" panose="02010609060101010101" pitchFamily="49" charset="-122"/>
              </a:rPr>
              <a:t>—— </a:t>
            </a:r>
            <a:r>
              <a:rPr lang="zh-CN" altLang="en-US" sz="2800" dirty="0" smtClean="0">
                <a:ea typeface="黑体" panose="02010609060101010101" pitchFamily="49" charset="-122"/>
              </a:rPr>
              <a:t>数据的电气的或电磁的表现。 </a:t>
            </a:r>
          </a:p>
          <a:p>
            <a:pPr lvl="1">
              <a:lnSpc>
                <a:spcPct val="120000"/>
              </a:lnSpc>
            </a:pPr>
            <a:r>
              <a:rPr lang="zh-CN" altLang="en-US" dirty="0" smtClean="0">
                <a:solidFill>
                  <a:srgbClr val="0000CC"/>
                </a:solidFill>
                <a:ea typeface="黑体" panose="02010609060101010101" pitchFamily="49" charset="-122"/>
              </a:rPr>
              <a:t>模拟信号 </a:t>
            </a:r>
            <a:r>
              <a:rPr lang="en-US" altLang="zh-CN" dirty="0" smtClean="0">
                <a:solidFill>
                  <a:srgbClr val="0000CC"/>
                </a:solidFill>
                <a:ea typeface="黑体" panose="02010609060101010101" pitchFamily="49" charset="-122"/>
              </a:rPr>
              <a:t>(analogous signal) </a:t>
            </a:r>
            <a:r>
              <a:rPr lang="en-US" altLang="zh-CN" dirty="0" smtClean="0">
                <a:ea typeface="黑体" panose="02010609060101010101" pitchFamily="49" charset="-122"/>
              </a:rPr>
              <a:t>—— </a:t>
            </a:r>
            <a:r>
              <a:rPr lang="zh-CN" altLang="en-US" dirty="0" smtClean="0">
                <a:ea typeface="黑体" panose="02010609060101010101" pitchFamily="49" charset="-122"/>
              </a:rPr>
              <a:t>代表消息的参数的取值是连续的。 </a:t>
            </a:r>
          </a:p>
          <a:p>
            <a:pPr lvl="1">
              <a:lnSpc>
                <a:spcPct val="120000"/>
              </a:lnSpc>
            </a:pPr>
            <a:r>
              <a:rPr lang="zh-CN" altLang="en-US" dirty="0" smtClean="0">
                <a:solidFill>
                  <a:srgbClr val="0000CC"/>
                </a:solidFill>
                <a:ea typeface="黑体" panose="02010609060101010101" pitchFamily="49" charset="-122"/>
              </a:rPr>
              <a:t>数字信号 </a:t>
            </a:r>
            <a:r>
              <a:rPr lang="en-US" altLang="zh-CN" dirty="0" smtClean="0">
                <a:solidFill>
                  <a:srgbClr val="0000CC"/>
                </a:solidFill>
                <a:ea typeface="黑体" panose="02010609060101010101" pitchFamily="49" charset="-122"/>
              </a:rPr>
              <a:t>(digital signal) </a:t>
            </a:r>
            <a:r>
              <a:rPr lang="en-US" altLang="zh-CN" dirty="0" smtClean="0">
                <a:ea typeface="黑体" panose="02010609060101010101" pitchFamily="49" charset="-122"/>
              </a:rPr>
              <a:t>—— </a:t>
            </a:r>
            <a:r>
              <a:rPr lang="zh-CN" altLang="en-US" dirty="0" smtClean="0">
                <a:ea typeface="黑体" panose="02010609060101010101" pitchFamily="49" charset="-122"/>
              </a:rPr>
              <a:t>代表消息的参数的取值是离散的。 </a:t>
            </a:r>
          </a:p>
          <a:p>
            <a:pPr>
              <a:lnSpc>
                <a:spcPct val="120000"/>
              </a:lnSpc>
            </a:pPr>
            <a:r>
              <a:rPr lang="zh-CN" altLang="en-US" sz="2800" dirty="0" smtClean="0">
                <a:solidFill>
                  <a:srgbClr val="0000CC"/>
                </a:solidFill>
                <a:ea typeface="黑体" panose="02010609060101010101" pitchFamily="49" charset="-122"/>
              </a:rPr>
              <a:t>码元 </a:t>
            </a:r>
            <a:r>
              <a:rPr lang="en-US" altLang="zh-CN" sz="2800" dirty="0" smtClean="0">
                <a:solidFill>
                  <a:srgbClr val="0000CC"/>
                </a:solidFill>
                <a:ea typeface="黑体" panose="02010609060101010101" pitchFamily="49" charset="-122"/>
              </a:rPr>
              <a:t>(code) </a:t>
            </a:r>
            <a:r>
              <a:rPr lang="en-US" altLang="zh-CN" sz="2800" dirty="0" smtClean="0">
                <a:ea typeface="黑体" panose="02010609060101010101" pitchFamily="49" charset="-122"/>
              </a:rPr>
              <a:t>—— </a:t>
            </a:r>
            <a:r>
              <a:rPr lang="zh-CN" altLang="en-US" sz="2800" dirty="0" smtClean="0">
                <a:ea typeface="黑体" panose="02010609060101010101" pitchFamily="49" charset="-122"/>
              </a:rPr>
              <a:t>在使用时间域（或简称为时域）的波形表示数字信号时，代表不同离散数值的基本波形。</a:t>
            </a:r>
          </a:p>
        </p:txBody>
      </p:sp>
      <p:sp>
        <p:nvSpPr>
          <p:cNvPr id="271363"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C70190E7-FAB2-4016-B19C-6A204E499557}" type="slidenum">
              <a:rPr lang="zh-CN" altLang="en-US" smtClean="0"/>
              <a:pPr eaLnBrk="1" hangingPunct="1"/>
              <a:t>7</a:t>
            </a:fld>
            <a:endParaRPr lang="en-US" altLang="zh-CN" smtClean="0"/>
          </a:p>
        </p:txBody>
      </p:sp>
      <p:sp>
        <p:nvSpPr>
          <p:cNvPr id="271364"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8675">
                                            <p:txEl>
                                              <p:pRg st="2" end="2"/>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8675">
                                            <p:txEl>
                                              <p:pRg st="3" end="3"/>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8675">
                                            <p:txEl>
                                              <p:pRg st="4" end="4"/>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867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75"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3409" name="标题 1"/>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2.2.2  </a:t>
            </a:r>
            <a:r>
              <a:rPr lang="zh-CN" altLang="zh-CN" smtClean="0">
                <a:ea typeface="黑体" panose="02010609060101010101" pitchFamily="49" charset="-122"/>
              </a:rPr>
              <a:t>有关信道的几个基本概念</a:t>
            </a:r>
            <a:endParaRPr lang="zh-CN" altLang="en-US" smtClean="0">
              <a:ea typeface="黑体" panose="02010609060101010101" pitchFamily="49" charset="-122"/>
            </a:endParaRPr>
          </a:p>
        </p:txBody>
      </p:sp>
      <p:sp>
        <p:nvSpPr>
          <p:cNvPr id="273410" name="内容占位符 2"/>
          <p:cNvSpPr>
            <a:spLocks noGrp="1" noChangeArrowheads="1"/>
          </p:cNvSpPr>
          <p:nvPr>
            <p:ph idx="1"/>
          </p:nvPr>
        </p:nvSpPr>
        <p:spPr>
          <a:xfrm>
            <a:off x="495300" y="1196975"/>
            <a:ext cx="9066213" cy="4933950"/>
          </a:xfrm>
        </p:spPr>
        <p:txBody>
          <a:bodyPr/>
          <a:lstStyle/>
          <a:p>
            <a:pPr>
              <a:lnSpc>
                <a:spcPct val="100000"/>
              </a:lnSpc>
            </a:pPr>
            <a:r>
              <a:rPr lang="zh-CN" altLang="en-US" dirty="0" smtClean="0">
                <a:solidFill>
                  <a:srgbClr val="0000CC"/>
                </a:solidFill>
                <a:ea typeface="黑体" panose="02010609060101010101" pitchFamily="49" charset="-122"/>
              </a:rPr>
              <a:t>信道 </a:t>
            </a:r>
            <a:r>
              <a:rPr lang="zh-CN" altLang="en-US" dirty="0" smtClean="0">
                <a:solidFill>
                  <a:srgbClr val="0000CC"/>
                </a:solidFill>
                <a:ea typeface="黑体" panose="02010609060101010101" pitchFamily="49" charset="-122"/>
              </a:rPr>
              <a:t>（</a:t>
            </a:r>
            <a:r>
              <a:rPr lang="en-US" altLang="zh-CN" dirty="0" smtClean="0">
                <a:solidFill>
                  <a:srgbClr val="0000CC"/>
                </a:solidFill>
                <a:ea typeface="黑体" panose="02010609060101010101" pitchFamily="49" charset="-122"/>
              </a:rPr>
              <a:t>channel</a:t>
            </a:r>
            <a:r>
              <a:rPr lang="zh-CN" altLang="en-US" dirty="0" smtClean="0">
                <a:solidFill>
                  <a:srgbClr val="0000CC"/>
                </a:solidFill>
                <a:ea typeface="黑体" panose="02010609060101010101" pitchFamily="49" charset="-122"/>
              </a:rPr>
              <a:t>）</a:t>
            </a:r>
            <a:r>
              <a:rPr lang="en-US" altLang="zh-CN" dirty="0" smtClean="0">
                <a:ea typeface="黑体" panose="02010609060101010101" pitchFamily="49" charset="-122"/>
              </a:rPr>
              <a:t>—— </a:t>
            </a:r>
            <a:r>
              <a:rPr lang="zh-CN" altLang="zh-CN" dirty="0" smtClean="0">
                <a:ea typeface="黑体" panose="02010609060101010101" pitchFamily="49" charset="-122"/>
              </a:rPr>
              <a:t>一般用来表示向某一个方向传送信息的</a:t>
            </a:r>
            <a:r>
              <a:rPr lang="zh-CN" altLang="zh-CN" dirty="0" smtClean="0">
                <a:ea typeface="黑体" panose="02010609060101010101" pitchFamily="49" charset="-122"/>
              </a:rPr>
              <a:t>媒体</a:t>
            </a:r>
            <a:r>
              <a:rPr lang="zh-CN" altLang="zh-CN" dirty="0" smtClean="0">
                <a:ea typeface="黑体" panose="02010609060101010101" pitchFamily="49" charset="-122"/>
              </a:rPr>
              <a:t>。</a:t>
            </a:r>
            <a:endParaRPr lang="en-US" altLang="zh-CN" dirty="0" smtClean="0">
              <a:ea typeface="黑体" panose="02010609060101010101" pitchFamily="49" charset="-122"/>
            </a:endParaRPr>
          </a:p>
          <a:p>
            <a:pPr lvl="1">
              <a:lnSpc>
                <a:spcPct val="100000"/>
              </a:lnSpc>
              <a:spcAft>
                <a:spcPct val="15000"/>
              </a:spcAft>
            </a:pPr>
            <a:r>
              <a:rPr lang="zh-CN" altLang="en-US" dirty="0" smtClean="0">
                <a:solidFill>
                  <a:srgbClr val="0000CC"/>
                </a:solidFill>
                <a:ea typeface="黑体" panose="02010609060101010101" pitchFamily="49" charset="-122"/>
              </a:rPr>
              <a:t>单向通信</a:t>
            </a:r>
            <a:r>
              <a:rPr lang="zh-CN" altLang="en-US" dirty="0" smtClean="0">
                <a:ea typeface="黑体" panose="02010609060101010101" pitchFamily="49" charset="-122"/>
              </a:rPr>
              <a:t>（单工通信）</a:t>
            </a:r>
            <a:r>
              <a:rPr lang="en-US" altLang="zh-CN" dirty="0" smtClean="0">
                <a:ea typeface="黑体" panose="02010609060101010101" pitchFamily="49" charset="-122"/>
              </a:rPr>
              <a:t>——</a:t>
            </a:r>
            <a:r>
              <a:rPr lang="zh-CN" altLang="en-US" dirty="0" smtClean="0">
                <a:ea typeface="黑体" panose="02010609060101010101" pitchFamily="49" charset="-122"/>
              </a:rPr>
              <a:t>只能有一个方向的通信而没有反方向的交互。</a:t>
            </a:r>
          </a:p>
          <a:p>
            <a:pPr lvl="1">
              <a:lnSpc>
                <a:spcPct val="100000"/>
              </a:lnSpc>
              <a:spcAft>
                <a:spcPct val="15000"/>
              </a:spcAft>
            </a:pPr>
            <a:r>
              <a:rPr lang="zh-CN" altLang="en-US" dirty="0" smtClean="0">
                <a:solidFill>
                  <a:srgbClr val="0000CC"/>
                </a:solidFill>
                <a:ea typeface="黑体" panose="02010609060101010101" pitchFamily="49" charset="-122"/>
              </a:rPr>
              <a:t>双向交替通信</a:t>
            </a:r>
            <a:r>
              <a:rPr lang="zh-CN" altLang="en-US" dirty="0" smtClean="0">
                <a:ea typeface="黑体" panose="02010609060101010101" pitchFamily="49" charset="-122"/>
              </a:rPr>
              <a:t>（半双工通信）</a:t>
            </a:r>
            <a:r>
              <a:rPr lang="en-US" altLang="zh-CN" dirty="0" smtClean="0">
                <a:ea typeface="黑体" panose="02010609060101010101" pitchFamily="49" charset="-122"/>
              </a:rPr>
              <a:t>——</a:t>
            </a:r>
            <a:r>
              <a:rPr lang="zh-CN" altLang="en-US" dirty="0" smtClean="0">
                <a:ea typeface="黑体" panose="02010609060101010101" pitchFamily="49" charset="-122"/>
              </a:rPr>
              <a:t>通信的双方都可以发送信息，但不能双方同时发送</a:t>
            </a:r>
            <a:r>
              <a:rPr lang="en-US" altLang="zh-CN" dirty="0" smtClean="0">
                <a:ea typeface="黑体" panose="02010609060101010101" pitchFamily="49" charset="-122"/>
              </a:rPr>
              <a:t>(</a:t>
            </a:r>
            <a:r>
              <a:rPr lang="zh-CN" altLang="en-US" dirty="0" smtClean="0">
                <a:ea typeface="黑体" panose="02010609060101010101" pitchFamily="49" charset="-122"/>
              </a:rPr>
              <a:t>当然也就不能同时接收</a:t>
            </a:r>
            <a:r>
              <a:rPr lang="en-US" altLang="zh-CN" dirty="0" smtClean="0">
                <a:ea typeface="黑体" panose="02010609060101010101" pitchFamily="49" charset="-122"/>
              </a:rPr>
              <a:t>)</a:t>
            </a:r>
            <a:r>
              <a:rPr lang="zh-CN" altLang="en-US" dirty="0" smtClean="0">
                <a:ea typeface="黑体" panose="02010609060101010101" pitchFamily="49" charset="-122"/>
              </a:rPr>
              <a:t>。</a:t>
            </a:r>
          </a:p>
          <a:p>
            <a:pPr lvl="1">
              <a:lnSpc>
                <a:spcPct val="100000"/>
              </a:lnSpc>
              <a:spcAft>
                <a:spcPct val="15000"/>
              </a:spcAft>
            </a:pPr>
            <a:r>
              <a:rPr lang="zh-CN" altLang="en-US" dirty="0" smtClean="0">
                <a:solidFill>
                  <a:srgbClr val="0000CC"/>
                </a:solidFill>
                <a:ea typeface="黑体" panose="02010609060101010101" pitchFamily="49" charset="-122"/>
              </a:rPr>
              <a:t>双向同时通信</a:t>
            </a:r>
            <a:r>
              <a:rPr lang="zh-CN" altLang="en-US" dirty="0" smtClean="0">
                <a:ea typeface="黑体" panose="02010609060101010101" pitchFamily="49" charset="-122"/>
              </a:rPr>
              <a:t>（全双工通信）</a:t>
            </a:r>
            <a:r>
              <a:rPr lang="en-US" altLang="zh-CN" dirty="0" smtClean="0">
                <a:ea typeface="黑体" panose="02010609060101010101" pitchFamily="49" charset="-122"/>
              </a:rPr>
              <a:t>——</a:t>
            </a:r>
            <a:r>
              <a:rPr lang="zh-CN" altLang="en-US" dirty="0" smtClean="0">
                <a:ea typeface="黑体" panose="02010609060101010101" pitchFamily="49" charset="-122"/>
              </a:rPr>
              <a:t>通信的双方可以同时发送和接收信息。 </a:t>
            </a:r>
          </a:p>
        </p:txBody>
      </p:sp>
      <p:sp>
        <p:nvSpPr>
          <p:cNvPr id="273411"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B3D55636-FC84-41E0-8509-65375D8D1B25}" type="slidenum">
              <a:rPr lang="zh-CN" altLang="en-US" smtClean="0"/>
              <a:pPr eaLnBrk="1" hangingPunct="1"/>
              <a:t>8</a:t>
            </a:fld>
            <a:endParaRPr lang="en-US" altLang="zh-CN" smtClean="0"/>
          </a:p>
        </p:txBody>
      </p:sp>
      <p:sp>
        <p:nvSpPr>
          <p:cNvPr id="273412" name="页脚占位符 6"/>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4433" name="Rectangle 2"/>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2.2.2  </a:t>
            </a:r>
            <a:r>
              <a:rPr lang="zh-CN" altLang="zh-CN" smtClean="0">
                <a:ea typeface="黑体" panose="02010609060101010101" pitchFamily="49" charset="-122"/>
              </a:rPr>
              <a:t>有关信道的几个基本概念</a:t>
            </a:r>
            <a:endParaRPr lang="zh-CN" altLang="en-US" smtClean="0">
              <a:ea typeface="黑体" panose="02010609060101010101" pitchFamily="49" charset="-122"/>
            </a:endParaRPr>
          </a:p>
        </p:txBody>
      </p:sp>
      <p:sp>
        <p:nvSpPr>
          <p:cNvPr id="274434" name="Rectangle 3"/>
          <p:cNvSpPr>
            <a:spLocks noGrp="1" noChangeArrowheads="1"/>
          </p:cNvSpPr>
          <p:nvPr>
            <p:ph idx="1"/>
          </p:nvPr>
        </p:nvSpPr>
        <p:spPr>
          <a:xfrm>
            <a:off x="495300" y="1196975"/>
            <a:ext cx="9066213" cy="4933950"/>
          </a:xfrm>
        </p:spPr>
        <p:txBody>
          <a:bodyPr/>
          <a:lstStyle/>
          <a:p>
            <a:pPr>
              <a:spcAft>
                <a:spcPct val="15000"/>
              </a:spcAft>
            </a:pPr>
            <a:r>
              <a:rPr lang="zh-CN" altLang="en-US" dirty="0" smtClean="0">
                <a:solidFill>
                  <a:srgbClr val="FF0000"/>
                </a:solidFill>
                <a:ea typeface="黑体" panose="02010609060101010101" pitchFamily="49" charset="-122"/>
              </a:rPr>
              <a:t>基带信号</a:t>
            </a:r>
            <a:r>
              <a:rPr lang="zh-CN" altLang="en-US" dirty="0" smtClean="0">
                <a:ea typeface="黑体" panose="02010609060101010101" pitchFamily="49" charset="-122"/>
              </a:rPr>
              <a:t>（即基本频带信号）</a:t>
            </a:r>
            <a:r>
              <a:rPr lang="en-US" altLang="zh-CN" dirty="0" smtClean="0">
                <a:ea typeface="黑体" panose="02010609060101010101" pitchFamily="49" charset="-122"/>
              </a:rPr>
              <a:t>—— </a:t>
            </a:r>
            <a:r>
              <a:rPr lang="zh-CN" altLang="en-US" dirty="0" smtClean="0">
                <a:ea typeface="黑体" panose="02010609060101010101" pitchFamily="49" charset="-122"/>
              </a:rPr>
              <a:t>来自信源的信号。像计算机输出的代表各种文字或图像文件的数据信号都属于基带信号。</a:t>
            </a:r>
          </a:p>
          <a:p>
            <a:pPr>
              <a:spcAft>
                <a:spcPct val="15000"/>
              </a:spcAft>
            </a:pPr>
            <a:r>
              <a:rPr lang="zh-CN" altLang="en-US" dirty="0" smtClean="0">
                <a:ea typeface="黑体" panose="02010609060101010101" pitchFamily="49" charset="-122"/>
              </a:rPr>
              <a:t>基带信号往往包含有较多的低频成分，甚至有直流成分，而许多信道并不能传输这种低频分量或直流分量。因此必须对基带信号进行</a:t>
            </a:r>
            <a:r>
              <a:rPr lang="zh-CN" altLang="en-US" dirty="0" smtClean="0">
                <a:solidFill>
                  <a:srgbClr val="FF0000"/>
                </a:solidFill>
                <a:ea typeface="黑体" panose="02010609060101010101" pitchFamily="49" charset="-122"/>
              </a:rPr>
              <a:t>调制 </a:t>
            </a:r>
            <a:r>
              <a:rPr lang="en-US" altLang="zh-CN" dirty="0" smtClean="0">
                <a:solidFill>
                  <a:srgbClr val="FF0000"/>
                </a:solidFill>
                <a:ea typeface="黑体" panose="02010609060101010101" pitchFamily="49" charset="-122"/>
              </a:rPr>
              <a:t>(modulation)</a:t>
            </a:r>
            <a:r>
              <a:rPr lang="zh-CN" altLang="en-US" dirty="0" smtClean="0">
                <a:ea typeface="黑体" panose="02010609060101010101" pitchFamily="49" charset="-122"/>
              </a:rPr>
              <a:t>。   </a:t>
            </a:r>
          </a:p>
        </p:txBody>
      </p:sp>
      <p:sp>
        <p:nvSpPr>
          <p:cNvPr id="274435"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E16F212D-8C39-4C32-ADB8-798932C8B0EB}" type="slidenum">
              <a:rPr lang="zh-CN" altLang="en-US" smtClean="0"/>
              <a:pPr eaLnBrk="1" hangingPunct="1"/>
              <a:t>9</a:t>
            </a:fld>
            <a:endParaRPr lang="en-US" altLang="zh-CN" smtClean="0"/>
          </a:p>
        </p:txBody>
      </p:sp>
      <p:sp>
        <p:nvSpPr>
          <p:cNvPr id="274436"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81" name="Rectangle 2"/>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2.2.2  </a:t>
            </a:r>
            <a:r>
              <a:rPr lang="zh-CN" altLang="zh-CN" smtClean="0">
                <a:ea typeface="黑体" panose="02010609060101010101" pitchFamily="49" charset="-122"/>
              </a:rPr>
              <a:t>有关信道的几个基本概念</a:t>
            </a:r>
            <a:endParaRPr lang="zh-CN" altLang="en-US" smtClean="0">
              <a:ea typeface="黑体" panose="02010609060101010101" pitchFamily="49" charset="-122"/>
            </a:endParaRPr>
          </a:p>
        </p:txBody>
      </p:sp>
      <p:sp>
        <p:nvSpPr>
          <p:cNvPr id="120835" name="Rectangle 3"/>
          <p:cNvSpPr>
            <a:spLocks noGrp="1" noChangeArrowheads="1"/>
          </p:cNvSpPr>
          <p:nvPr>
            <p:ph idx="1"/>
          </p:nvPr>
        </p:nvSpPr>
        <p:spPr>
          <a:xfrm>
            <a:off x="495300" y="1196975"/>
            <a:ext cx="9066213" cy="4933950"/>
          </a:xfrm>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indent="0">
              <a:spcAft>
                <a:spcPct val="15000"/>
              </a:spcAft>
              <a:buFont typeface="Wingdings" panose="05000000000000000000" pitchFamily="2" charset="2"/>
              <a:buNone/>
            </a:pPr>
            <a:r>
              <a:rPr lang="zh-CN" altLang="en-US" noProof="1"/>
              <a:t>调制</a:t>
            </a:r>
            <a:r>
              <a:rPr lang="zh-CN" altLang="zh-CN" noProof="1"/>
              <a:t>分为两大类</a:t>
            </a:r>
            <a:r>
              <a:rPr lang="zh-CN" altLang="en-US" noProof="1"/>
              <a:t>：</a:t>
            </a:r>
            <a:endParaRPr lang="en-US" altLang="zh-CN" noProof="1"/>
          </a:p>
          <a:p>
            <a:pPr>
              <a:spcAft>
                <a:spcPct val="15000"/>
              </a:spcAft>
            </a:pPr>
            <a:r>
              <a:rPr lang="zh-CN" altLang="zh-CN" sz="2800" noProof="1">
                <a:solidFill>
                  <a:srgbClr val="FF0000"/>
                </a:solidFill>
              </a:rPr>
              <a:t>基带调制</a:t>
            </a:r>
            <a:r>
              <a:rPr lang="zh-CN" altLang="en-US" sz="2800" noProof="1">
                <a:solidFill>
                  <a:srgbClr val="FF0000"/>
                </a:solidFill>
              </a:rPr>
              <a:t>：</a:t>
            </a:r>
            <a:r>
              <a:rPr lang="zh-CN" altLang="zh-CN" sz="2800" noProof="1"/>
              <a:t>仅对基带信号的波形进行变换，使它能够与信道特性相适应。</a:t>
            </a:r>
            <a:r>
              <a:rPr lang="zh-CN" altLang="zh-CN" sz="2800" noProof="1">
                <a:solidFill>
                  <a:srgbClr val="FF0000"/>
                </a:solidFill>
              </a:rPr>
              <a:t>变换后的信号仍然是基带信号</a:t>
            </a:r>
            <a:r>
              <a:rPr lang="zh-CN" altLang="en-US" sz="2800" noProof="1">
                <a:solidFill>
                  <a:srgbClr val="FF0000"/>
                </a:solidFill>
              </a:rPr>
              <a:t>。</a:t>
            </a:r>
            <a:r>
              <a:rPr lang="zh-CN" altLang="zh-CN" sz="2800" noProof="1"/>
              <a:t>把这种过程称为</a:t>
            </a:r>
            <a:r>
              <a:rPr lang="zh-CN" altLang="zh-CN" sz="2800" noProof="1">
                <a:solidFill>
                  <a:srgbClr val="FF0000"/>
                </a:solidFill>
              </a:rPr>
              <a:t>编码</a:t>
            </a:r>
            <a:r>
              <a:rPr lang="en-US" altLang="zh-CN" sz="2800" noProof="1">
                <a:solidFill>
                  <a:srgbClr val="FF0000"/>
                </a:solidFill>
              </a:rPr>
              <a:t> (coding)</a:t>
            </a:r>
            <a:r>
              <a:rPr lang="zh-CN" altLang="en-US" sz="2800" noProof="1"/>
              <a:t>。</a:t>
            </a:r>
            <a:endParaRPr lang="en-US" altLang="zh-CN" sz="2800" noProof="1">
              <a:solidFill>
                <a:srgbClr val="0000CC"/>
              </a:solidFill>
            </a:endParaRPr>
          </a:p>
          <a:p>
            <a:pPr>
              <a:spcAft>
                <a:spcPct val="15000"/>
              </a:spcAft>
            </a:pPr>
            <a:r>
              <a:rPr lang="zh-CN" altLang="zh-CN" sz="2800" noProof="1">
                <a:solidFill>
                  <a:srgbClr val="FF0000"/>
                </a:solidFill>
              </a:rPr>
              <a:t>带通调制</a:t>
            </a:r>
            <a:r>
              <a:rPr lang="zh-CN" altLang="en-US" sz="2800" noProof="1">
                <a:solidFill>
                  <a:srgbClr val="FF0000"/>
                </a:solidFill>
              </a:rPr>
              <a:t>：</a:t>
            </a:r>
            <a:r>
              <a:rPr lang="zh-CN" altLang="zh-CN" sz="2800" noProof="1"/>
              <a:t>使用</a:t>
            </a:r>
            <a:r>
              <a:rPr lang="zh-CN" altLang="zh-CN" sz="2800" noProof="1">
                <a:solidFill>
                  <a:srgbClr val="FF0000"/>
                </a:solidFill>
              </a:rPr>
              <a:t>载波</a:t>
            </a:r>
            <a:r>
              <a:rPr lang="en-US" altLang="zh-CN" sz="2800" noProof="1">
                <a:solidFill>
                  <a:srgbClr val="FF0000"/>
                </a:solidFill>
              </a:rPr>
              <a:t> (carrier)</a:t>
            </a:r>
            <a:r>
              <a:rPr lang="zh-CN" altLang="zh-CN" sz="2800" noProof="1"/>
              <a:t>进行调制，把基带信号的频率范围搬移到较高的频段，并</a:t>
            </a:r>
            <a:r>
              <a:rPr lang="zh-CN" altLang="zh-CN" sz="2800" noProof="1">
                <a:solidFill>
                  <a:srgbClr val="FF0000"/>
                </a:solidFill>
              </a:rPr>
              <a:t>转换为模拟信号，</a:t>
            </a:r>
            <a:r>
              <a:rPr lang="zh-CN" altLang="zh-CN" sz="2800" noProof="1"/>
              <a:t>这样就能够更好地在模拟信道中传输</a:t>
            </a:r>
            <a:r>
              <a:rPr lang="zh-CN" altLang="en-US" sz="2800" noProof="1"/>
              <a:t>（即仅在一段频率范围内能够通过信道） 。</a:t>
            </a:r>
            <a:endParaRPr lang="en-US" altLang="zh-CN" sz="2800" noProof="1"/>
          </a:p>
          <a:p>
            <a:pPr>
              <a:spcAft>
                <a:spcPct val="15000"/>
              </a:spcAft>
            </a:pPr>
            <a:r>
              <a:rPr lang="zh-CN" altLang="en-US" sz="2800" noProof="1">
                <a:solidFill>
                  <a:srgbClr val="FF0000"/>
                </a:solidFill>
              </a:rPr>
              <a:t>带通信号 ：</a:t>
            </a:r>
            <a:r>
              <a:rPr lang="zh-CN" altLang="zh-CN" sz="2800" noProof="1"/>
              <a:t>经过</a:t>
            </a:r>
            <a:r>
              <a:rPr lang="zh-CN" altLang="zh-CN" sz="2800" noProof="1">
                <a:solidFill>
                  <a:srgbClr val="FF0000"/>
                </a:solidFill>
              </a:rPr>
              <a:t>载波调制</a:t>
            </a:r>
            <a:r>
              <a:rPr lang="zh-CN" altLang="zh-CN" sz="2800" noProof="1"/>
              <a:t>后的信号</a:t>
            </a:r>
            <a:r>
              <a:rPr lang="zh-CN" altLang="en-US" sz="2800" noProof="1"/>
              <a:t>。</a:t>
            </a:r>
            <a:endParaRPr lang="en-US" altLang="zh-CN" noProof="1">
              <a:solidFill>
                <a:srgbClr val="0000CC"/>
              </a:solidFill>
            </a:endParaRPr>
          </a:p>
        </p:txBody>
      </p:sp>
      <p:sp>
        <p:nvSpPr>
          <p:cNvPr id="276483"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BF320ED7-8777-48AC-89EC-FAA0C198BF5A}" type="slidenum">
              <a:rPr lang="zh-CN" altLang="en-US" smtClean="0"/>
              <a:pPr eaLnBrk="1" hangingPunct="1"/>
              <a:t>10</a:t>
            </a:fld>
            <a:endParaRPr lang="en-US" altLang="zh-CN" smtClean="0"/>
          </a:p>
        </p:txBody>
      </p:sp>
      <p:sp>
        <p:nvSpPr>
          <p:cNvPr id="276484"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8529" name="标题 1"/>
          <p:cNvSpPr>
            <a:spLocks noGrp="1" noChangeArrowheads="1"/>
          </p:cNvSpPr>
          <p:nvPr>
            <p:ph type="title"/>
          </p:nvPr>
        </p:nvSpPr>
        <p:spPr>
          <a:xfrm>
            <a:off x="495300" y="188913"/>
            <a:ext cx="9066213" cy="792162"/>
          </a:xfrm>
        </p:spPr>
        <p:txBody>
          <a:bodyPr/>
          <a:lstStyle/>
          <a:p>
            <a:pPr algn="ctr"/>
            <a:r>
              <a:rPr lang="en-US" altLang="zh-CN" dirty="0" smtClean="0">
                <a:ea typeface="黑体" panose="02010609060101010101" pitchFamily="49" charset="-122"/>
              </a:rPr>
              <a:t>(1) </a:t>
            </a:r>
            <a:r>
              <a:rPr lang="zh-CN" altLang="en-US" dirty="0" smtClean="0">
                <a:ea typeface="黑体" panose="02010609060101010101" pitchFamily="49" charset="-122"/>
              </a:rPr>
              <a:t>常用编码方式</a:t>
            </a:r>
          </a:p>
        </p:txBody>
      </p:sp>
      <p:sp>
        <p:nvSpPr>
          <p:cNvPr id="278530" name="内容占位符 2"/>
          <p:cNvSpPr>
            <a:spLocks noGrp="1" noChangeArrowheads="1"/>
          </p:cNvSpPr>
          <p:nvPr>
            <p:ph idx="1"/>
          </p:nvPr>
        </p:nvSpPr>
        <p:spPr>
          <a:xfrm>
            <a:off x="495300" y="1196975"/>
            <a:ext cx="9066213" cy="4933950"/>
          </a:xfrm>
        </p:spPr>
        <p:txBody>
          <a:bodyPr/>
          <a:lstStyle/>
          <a:p>
            <a:r>
              <a:rPr lang="zh-CN" altLang="zh-CN" dirty="0" smtClean="0">
                <a:solidFill>
                  <a:srgbClr val="FF0000"/>
                </a:solidFill>
                <a:ea typeface="黑体" panose="02010609060101010101" pitchFamily="49" charset="-122"/>
              </a:rPr>
              <a:t>不归零制：</a:t>
            </a:r>
            <a:r>
              <a:rPr lang="zh-CN" altLang="zh-CN" dirty="0" smtClean="0">
                <a:ea typeface="黑体" panose="02010609060101010101" pitchFamily="49" charset="-122"/>
              </a:rPr>
              <a:t>正电平代表</a:t>
            </a:r>
            <a:r>
              <a:rPr lang="en-US" altLang="zh-CN" dirty="0" smtClean="0">
                <a:ea typeface="黑体" panose="02010609060101010101" pitchFamily="49" charset="-122"/>
              </a:rPr>
              <a:t> 1</a:t>
            </a:r>
            <a:r>
              <a:rPr lang="zh-CN" altLang="zh-CN" dirty="0" smtClean="0">
                <a:ea typeface="黑体" panose="02010609060101010101" pitchFamily="49" charset="-122"/>
              </a:rPr>
              <a:t>，负电平代表</a:t>
            </a:r>
            <a:r>
              <a:rPr lang="en-US" altLang="zh-CN" dirty="0" smtClean="0">
                <a:ea typeface="黑体" panose="02010609060101010101" pitchFamily="49" charset="-122"/>
              </a:rPr>
              <a:t> 0</a:t>
            </a:r>
            <a:r>
              <a:rPr lang="zh-CN" altLang="zh-CN" dirty="0" smtClean="0">
                <a:ea typeface="黑体" panose="02010609060101010101" pitchFamily="49" charset="-122"/>
              </a:rPr>
              <a:t>。</a:t>
            </a:r>
          </a:p>
          <a:p>
            <a:r>
              <a:rPr lang="zh-CN" altLang="zh-CN" dirty="0" smtClean="0">
                <a:solidFill>
                  <a:srgbClr val="FF0000"/>
                </a:solidFill>
                <a:ea typeface="黑体" panose="02010609060101010101" pitchFamily="49" charset="-122"/>
              </a:rPr>
              <a:t>归零制：</a:t>
            </a:r>
            <a:r>
              <a:rPr lang="zh-CN" altLang="zh-CN" dirty="0" smtClean="0">
                <a:ea typeface="黑体" panose="02010609060101010101" pitchFamily="49" charset="-122"/>
              </a:rPr>
              <a:t>正脉冲代表</a:t>
            </a:r>
            <a:r>
              <a:rPr lang="en-US" altLang="zh-CN" dirty="0" smtClean="0">
                <a:ea typeface="黑体" panose="02010609060101010101" pitchFamily="49" charset="-122"/>
              </a:rPr>
              <a:t> 1</a:t>
            </a:r>
            <a:r>
              <a:rPr lang="zh-CN" altLang="zh-CN" dirty="0" smtClean="0">
                <a:ea typeface="黑体" panose="02010609060101010101" pitchFamily="49" charset="-122"/>
              </a:rPr>
              <a:t>，负脉冲代表</a:t>
            </a:r>
            <a:r>
              <a:rPr lang="en-US" altLang="zh-CN" dirty="0" smtClean="0">
                <a:ea typeface="黑体" panose="02010609060101010101" pitchFamily="49" charset="-122"/>
              </a:rPr>
              <a:t> 0</a:t>
            </a:r>
            <a:r>
              <a:rPr lang="zh-CN" altLang="zh-CN" dirty="0" smtClean="0">
                <a:ea typeface="黑体" panose="02010609060101010101" pitchFamily="49" charset="-122"/>
              </a:rPr>
              <a:t>。</a:t>
            </a:r>
          </a:p>
          <a:p>
            <a:r>
              <a:rPr lang="zh-CN" altLang="zh-CN" dirty="0" smtClean="0">
                <a:solidFill>
                  <a:srgbClr val="FF0000"/>
                </a:solidFill>
                <a:ea typeface="黑体" panose="02010609060101010101" pitchFamily="49" charset="-122"/>
              </a:rPr>
              <a:t>曼彻斯特编码：</a:t>
            </a:r>
            <a:r>
              <a:rPr lang="zh-CN" altLang="zh-CN" dirty="0" smtClean="0">
                <a:ea typeface="黑体" panose="02010609060101010101" pitchFamily="49" charset="-122"/>
              </a:rPr>
              <a:t>位周期中心的向上跳变代表</a:t>
            </a:r>
            <a:r>
              <a:rPr lang="en-US" altLang="zh-CN" dirty="0" smtClean="0">
                <a:ea typeface="黑体" panose="02010609060101010101" pitchFamily="49" charset="-122"/>
              </a:rPr>
              <a:t> 0</a:t>
            </a:r>
            <a:r>
              <a:rPr lang="zh-CN" altLang="zh-CN" dirty="0" smtClean="0">
                <a:ea typeface="黑体" panose="02010609060101010101" pitchFamily="49" charset="-122"/>
              </a:rPr>
              <a:t>，位周期中心的向下跳变代表</a:t>
            </a:r>
            <a:r>
              <a:rPr lang="en-US" altLang="zh-CN" dirty="0" smtClean="0">
                <a:ea typeface="黑体" panose="02010609060101010101" pitchFamily="49" charset="-122"/>
              </a:rPr>
              <a:t> 1</a:t>
            </a:r>
            <a:r>
              <a:rPr lang="zh-CN" altLang="zh-CN" dirty="0" smtClean="0">
                <a:ea typeface="黑体" panose="02010609060101010101" pitchFamily="49" charset="-122"/>
              </a:rPr>
              <a:t>。但也可反过来定义。</a:t>
            </a:r>
          </a:p>
          <a:p>
            <a:r>
              <a:rPr lang="zh-CN" altLang="zh-CN" dirty="0" smtClean="0">
                <a:solidFill>
                  <a:srgbClr val="FF0000"/>
                </a:solidFill>
                <a:ea typeface="黑体" panose="02010609060101010101" pitchFamily="49" charset="-122"/>
              </a:rPr>
              <a:t>差分曼彻斯特编码：</a:t>
            </a:r>
            <a:r>
              <a:rPr lang="zh-CN" altLang="zh-CN" dirty="0" smtClean="0">
                <a:ea typeface="黑体" panose="02010609060101010101" pitchFamily="49" charset="-122"/>
              </a:rPr>
              <a:t>在每一位的中心处始终都有跳变。位开始边界有跳变代表</a:t>
            </a:r>
            <a:r>
              <a:rPr lang="en-US" altLang="zh-CN" dirty="0" smtClean="0">
                <a:ea typeface="黑体" panose="02010609060101010101" pitchFamily="49" charset="-122"/>
              </a:rPr>
              <a:t> 0</a:t>
            </a:r>
            <a:r>
              <a:rPr lang="zh-CN" altLang="zh-CN" dirty="0" smtClean="0">
                <a:ea typeface="黑体" panose="02010609060101010101" pitchFamily="49" charset="-122"/>
              </a:rPr>
              <a:t>，而位开始边界没有跳变代表</a:t>
            </a:r>
            <a:r>
              <a:rPr lang="en-US" altLang="zh-CN" dirty="0" smtClean="0">
                <a:ea typeface="黑体" panose="02010609060101010101" pitchFamily="49" charset="-122"/>
              </a:rPr>
              <a:t> 1</a:t>
            </a:r>
            <a:r>
              <a:rPr lang="zh-CN" altLang="zh-CN" dirty="0" smtClean="0">
                <a:ea typeface="黑体" panose="02010609060101010101" pitchFamily="49" charset="-122"/>
              </a:rPr>
              <a:t>。</a:t>
            </a:r>
          </a:p>
          <a:p>
            <a:endParaRPr lang="zh-CN" altLang="en-US" dirty="0" smtClean="0">
              <a:ea typeface="黑体" panose="02010609060101010101" pitchFamily="49" charset="-122"/>
            </a:endParaRPr>
          </a:p>
        </p:txBody>
      </p:sp>
      <p:sp>
        <p:nvSpPr>
          <p:cNvPr id="278531"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2835C474-7B2C-421E-9317-A38BEC11EAD2}" type="slidenum">
              <a:rPr lang="zh-CN" altLang="en-US" smtClean="0"/>
              <a:pPr eaLnBrk="1" hangingPunct="1"/>
              <a:t>11</a:t>
            </a:fld>
            <a:endParaRPr lang="en-US" altLang="zh-CN" smtClean="0"/>
          </a:p>
        </p:txBody>
      </p:sp>
      <p:sp>
        <p:nvSpPr>
          <p:cNvPr id="278532" name="页脚占位符 6"/>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9553" name="标题 1"/>
          <p:cNvSpPr>
            <a:spLocks noGrp="1" noChangeArrowheads="1"/>
          </p:cNvSpPr>
          <p:nvPr>
            <p:ph type="title"/>
          </p:nvPr>
        </p:nvSpPr>
        <p:spPr/>
        <p:txBody>
          <a:bodyPr/>
          <a:lstStyle/>
          <a:p>
            <a:pPr algn="ctr"/>
            <a:r>
              <a:rPr lang="en-US" altLang="zh-CN" smtClean="0">
                <a:ea typeface="黑体" panose="02010609060101010101" pitchFamily="49" charset="-122"/>
              </a:rPr>
              <a:t>(1) </a:t>
            </a:r>
            <a:r>
              <a:rPr lang="zh-CN" altLang="en-US" smtClean="0">
                <a:ea typeface="黑体" panose="02010609060101010101" pitchFamily="49" charset="-122"/>
              </a:rPr>
              <a:t>常用编码方式</a:t>
            </a:r>
          </a:p>
        </p:txBody>
      </p:sp>
      <p:grpSp>
        <p:nvGrpSpPr>
          <p:cNvPr id="279554" name="组合 66"/>
          <p:cNvGrpSpPr>
            <a:grpSpLocks/>
          </p:cNvGrpSpPr>
          <p:nvPr/>
        </p:nvGrpSpPr>
        <p:grpSpPr bwMode="auto">
          <a:xfrm>
            <a:off x="582613" y="1381125"/>
            <a:ext cx="8978900" cy="4208463"/>
            <a:chOff x="581859" y="1380600"/>
            <a:chExt cx="8979653" cy="4208640"/>
          </a:xfrm>
        </p:grpSpPr>
        <p:sp>
          <p:nvSpPr>
            <p:cNvPr id="279555" name="Rectangle 6"/>
            <p:cNvSpPr>
              <a:spLocks noChangeArrowheads="1"/>
            </p:cNvSpPr>
            <p:nvPr/>
          </p:nvSpPr>
          <p:spPr bwMode="auto">
            <a:xfrm>
              <a:off x="581859" y="2326798"/>
              <a:ext cx="1450719" cy="45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r"/>
              <a:r>
                <a:rPr lang="zh-CN" altLang="en-US" sz="2400" b="1">
                  <a:solidFill>
                    <a:srgbClr val="000099"/>
                  </a:solidFill>
                  <a:ea typeface="黑体" panose="02010609060101010101" pitchFamily="49" charset="-122"/>
                </a:rPr>
                <a:t>不归零制</a:t>
              </a:r>
            </a:p>
          </p:txBody>
        </p:sp>
        <p:sp>
          <p:nvSpPr>
            <p:cNvPr id="279556" name="Rectangle 7"/>
            <p:cNvSpPr>
              <a:spLocks noChangeArrowheads="1"/>
            </p:cNvSpPr>
            <p:nvPr/>
          </p:nvSpPr>
          <p:spPr bwMode="auto">
            <a:xfrm>
              <a:off x="612316" y="4122038"/>
              <a:ext cx="1420262" cy="45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r"/>
              <a:r>
                <a:rPr lang="zh-CN" altLang="en-US" sz="2400" b="1">
                  <a:solidFill>
                    <a:srgbClr val="000099"/>
                  </a:solidFill>
                  <a:ea typeface="黑体" panose="02010609060101010101" pitchFamily="49" charset="-122"/>
                </a:rPr>
                <a:t>曼彻斯特</a:t>
              </a:r>
            </a:p>
          </p:txBody>
        </p:sp>
        <p:sp>
          <p:nvSpPr>
            <p:cNvPr id="279557" name="Rectangle 8"/>
            <p:cNvSpPr>
              <a:spLocks noChangeArrowheads="1"/>
            </p:cNvSpPr>
            <p:nvPr/>
          </p:nvSpPr>
          <p:spPr bwMode="auto">
            <a:xfrm>
              <a:off x="8098451" y="1430383"/>
              <a:ext cx="720633" cy="4070349"/>
            </a:xfrm>
            <a:prstGeom prst="rect">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2400" b="1">
                <a:ea typeface="宋体" panose="02010600030101010101" pitchFamily="2" charset="-122"/>
              </a:endParaRPr>
            </a:p>
          </p:txBody>
        </p:sp>
        <p:sp>
          <p:nvSpPr>
            <p:cNvPr id="279558" name="Rectangle 9"/>
            <p:cNvSpPr>
              <a:spLocks noChangeArrowheads="1"/>
            </p:cNvSpPr>
            <p:nvPr/>
          </p:nvSpPr>
          <p:spPr bwMode="auto">
            <a:xfrm>
              <a:off x="3579275" y="1430383"/>
              <a:ext cx="751616" cy="4070349"/>
            </a:xfrm>
            <a:prstGeom prst="rect">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2400" b="1">
                <a:ea typeface="宋体" panose="02010600030101010101" pitchFamily="2" charset="-122"/>
              </a:endParaRPr>
            </a:p>
          </p:txBody>
        </p:sp>
        <p:sp>
          <p:nvSpPr>
            <p:cNvPr id="279559" name="Rectangle 10"/>
            <p:cNvSpPr>
              <a:spLocks noChangeArrowheads="1"/>
            </p:cNvSpPr>
            <p:nvPr/>
          </p:nvSpPr>
          <p:spPr bwMode="auto">
            <a:xfrm>
              <a:off x="5090095" y="1425619"/>
              <a:ext cx="731598" cy="4077429"/>
            </a:xfrm>
            <a:prstGeom prst="rect">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2400" b="1">
                <a:ea typeface="宋体" panose="02010600030101010101" pitchFamily="2" charset="-122"/>
              </a:endParaRPr>
            </a:p>
          </p:txBody>
        </p:sp>
        <p:sp>
          <p:nvSpPr>
            <p:cNvPr id="279560" name="Rectangle 11"/>
            <p:cNvSpPr>
              <a:spLocks noChangeArrowheads="1"/>
            </p:cNvSpPr>
            <p:nvPr/>
          </p:nvSpPr>
          <p:spPr bwMode="auto">
            <a:xfrm>
              <a:off x="6604736" y="1425619"/>
              <a:ext cx="713017" cy="4077429"/>
            </a:xfrm>
            <a:prstGeom prst="rect">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2400" b="1">
                <a:ea typeface="宋体" panose="02010600030101010101" pitchFamily="2" charset="-122"/>
              </a:endParaRPr>
            </a:p>
          </p:txBody>
        </p:sp>
        <p:sp>
          <p:nvSpPr>
            <p:cNvPr id="279561" name="Rectangle 12"/>
            <p:cNvSpPr>
              <a:spLocks noChangeArrowheads="1"/>
            </p:cNvSpPr>
            <p:nvPr/>
          </p:nvSpPr>
          <p:spPr bwMode="auto">
            <a:xfrm>
              <a:off x="2094102" y="1418724"/>
              <a:ext cx="720123" cy="4082008"/>
            </a:xfrm>
            <a:prstGeom prst="rect">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2400" b="1">
                <a:ea typeface="宋体" panose="02010600030101010101" pitchFamily="2" charset="-122"/>
              </a:endParaRPr>
            </a:p>
          </p:txBody>
        </p:sp>
        <p:sp>
          <p:nvSpPr>
            <p:cNvPr id="279562" name="Rectangle 13"/>
            <p:cNvSpPr>
              <a:spLocks noChangeArrowheads="1"/>
            </p:cNvSpPr>
            <p:nvPr/>
          </p:nvSpPr>
          <p:spPr bwMode="auto">
            <a:xfrm>
              <a:off x="2267281" y="1490708"/>
              <a:ext cx="335029"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latin typeface="Arial Rounded MT Bold" panose="020F0704030504030204" pitchFamily="34" charset="0"/>
                  <a:ea typeface="宋体" panose="02010600030101010101" pitchFamily="2" charset="-122"/>
                </a:rPr>
                <a:t>1</a:t>
              </a:r>
            </a:p>
          </p:txBody>
        </p:sp>
        <p:sp>
          <p:nvSpPr>
            <p:cNvPr id="279563" name="Rectangle 14"/>
            <p:cNvSpPr>
              <a:spLocks noChangeArrowheads="1"/>
            </p:cNvSpPr>
            <p:nvPr/>
          </p:nvSpPr>
          <p:spPr bwMode="auto">
            <a:xfrm>
              <a:off x="9004886" y="1490708"/>
              <a:ext cx="335029"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latin typeface="Arial Rounded MT Bold" panose="020F0704030504030204" pitchFamily="34" charset="0"/>
                  <a:ea typeface="宋体" panose="02010600030101010101" pitchFamily="2" charset="-122"/>
                </a:rPr>
                <a:t>1</a:t>
              </a:r>
            </a:p>
          </p:txBody>
        </p:sp>
        <p:sp>
          <p:nvSpPr>
            <p:cNvPr id="279564" name="Rectangle 15"/>
            <p:cNvSpPr>
              <a:spLocks noChangeArrowheads="1"/>
            </p:cNvSpPr>
            <p:nvPr/>
          </p:nvSpPr>
          <p:spPr bwMode="auto">
            <a:xfrm>
              <a:off x="5307467" y="1490708"/>
              <a:ext cx="335029"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latin typeface="Arial Rounded MT Bold" panose="020F0704030504030204" pitchFamily="34" charset="0"/>
                  <a:ea typeface="宋体" panose="02010600030101010101" pitchFamily="2" charset="-122"/>
                </a:rPr>
                <a:t>1</a:t>
              </a:r>
            </a:p>
          </p:txBody>
        </p:sp>
        <p:sp>
          <p:nvSpPr>
            <p:cNvPr id="279565" name="Rectangle 16"/>
            <p:cNvSpPr>
              <a:spLocks noChangeArrowheads="1"/>
            </p:cNvSpPr>
            <p:nvPr/>
          </p:nvSpPr>
          <p:spPr bwMode="auto">
            <a:xfrm>
              <a:off x="8249377" y="1490708"/>
              <a:ext cx="298450"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latin typeface="Arial Rounded MT Bold" panose="020F0704030504030204" pitchFamily="34" charset="0"/>
                  <a:ea typeface="宋体" panose="02010600030101010101" pitchFamily="2" charset="-122"/>
                </a:rPr>
                <a:t>1</a:t>
              </a:r>
            </a:p>
          </p:txBody>
        </p:sp>
        <p:sp>
          <p:nvSpPr>
            <p:cNvPr id="279566" name="Rectangle 17"/>
            <p:cNvSpPr>
              <a:spLocks noChangeArrowheads="1"/>
            </p:cNvSpPr>
            <p:nvPr/>
          </p:nvSpPr>
          <p:spPr bwMode="auto">
            <a:xfrm>
              <a:off x="7539715" y="1490708"/>
              <a:ext cx="335029"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latin typeface="Arial Rounded MT Bold" panose="020F0704030504030204" pitchFamily="34" charset="0"/>
                  <a:ea typeface="宋体" panose="02010600030101010101" pitchFamily="2" charset="-122"/>
                </a:rPr>
                <a:t>1</a:t>
              </a:r>
            </a:p>
          </p:txBody>
        </p:sp>
        <p:sp>
          <p:nvSpPr>
            <p:cNvPr id="279567" name="Rectangle 18"/>
            <p:cNvSpPr>
              <a:spLocks noChangeArrowheads="1"/>
            </p:cNvSpPr>
            <p:nvPr/>
          </p:nvSpPr>
          <p:spPr bwMode="auto">
            <a:xfrm>
              <a:off x="3028222" y="1490708"/>
              <a:ext cx="335029"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latin typeface="Arial Rounded MT Bold" panose="020F0704030504030204" pitchFamily="34" charset="0"/>
                  <a:ea typeface="宋体" panose="02010600030101010101" pitchFamily="2" charset="-122"/>
                </a:rPr>
                <a:t>0</a:t>
              </a:r>
            </a:p>
          </p:txBody>
        </p:sp>
        <p:sp>
          <p:nvSpPr>
            <p:cNvPr id="279568" name="Rectangle 19"/>
            <p:cNvSpPr>
              <a:spLocks noChangeArrowheads="1"/>
            </p:cNvSpPr>
            <p:nvPr/>
          </p:nvSpPr>
          <p:spPr bwMode="auto">
            <a:xfrm>
              <a:off x="3820310" y="1490708"/>
              <a:ext cx="335029"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latin typeface="Arial Rounded MT Bold" panose="020F0704030504030204" pitchFamily="34" charset="0"/>
                  <a:ea typeface="宋体" panose="02010600030101010101" pitchFamily="2" charset="-122"/>
                </a:rPr>
                <a:t>0</a:t>
              </a:r>
            </a:p>
          </p:txBody>
        </p:sp>
        <p:sp>
          <p:nvSpPr>
            <p:cNvPr id="279569" name="Rectangle 20"/>
            <p:cNvSpPr>
              <a:spLocks noChangeArrowheads="1"/>
            </p:cNvSpPr>
            <p:nvPr/>
          </p:nvSpPr>
          <p:spPr bwMode="auto">
            <a:xfrm>
              <a:off x="4540390" y="1490708"/>
              <a:ext cx="335029"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latin typeface="Arial Rounded MT Bold" panose="020F0704030504030204" pitchFamily="34" charset="0"/>
                  <a:ea typeface="宋体" panose="02010600030101010101" pitchFamily="2" charset="-122"/>
                </a:rPr>
                <a:t>0</a:t>
              </a:r>
            </a:p>
          </p:txBody>
        </p:sp>
        <p:sp>
          <p:nvSpPr>
            <p:cNvPr id="279570" name="Rectangle 21"/>
            <p:cNvSpPr>
              <a:spLocks noChangeArrowheads="1"/>
            </p:cNvSpPr>
            <p:nvPr/>
          </p:nvSpPr>
          <p:spPr bwMode="auto">
            <a:xfrm>
              <a:off x="6052558" y="1490708"/>
              <a:ext cx="335029"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latin typeface="Arial Rounded MT Bold" panose="020F0704030504030204" pitchFamily="34" charset="0"/>
                  <a:ea typeface="宋体" panose="02010600030101010101" pitchFamily="2" charset="-122"/>
                </a:rPr>
                <a:t>0</a:t>
              </a:r>
            </a:p>
          </p:txBody>
        </p:sp>
        <p:sp>
          <p:nvSpPr>
            <p:cNvPr id="279571" name="Rectangle 22"/>
            <p:cNvSpPr>
              <a:spLocks noChangeArrowheads="1"/>
            </p:cNvSpPr>
            <p:nvPr/>
          </p:nvSpPr>
          <p:spPr bwMode="auto">
            <a:xfrm>
              <a:off x="6772638" y="1490708"/>
              <a:ext cx="335029"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latin typeface="Arial Rounded MT Bold" panose="020F0704030504030204" pitchFamily="34" charset="0"/>
                  <a:ea typeface="宋体" panose="02010600030101010101" pitchFamily="2" charset="-122"/>
                </a:rPr>
                <a:t>0</a:t>
              </a:r>
            </a:p>
          </p:txBody>
        </p:sp>
        <p:grpSp>
          <p:nvGrpSpPr>
            <p:cNvPr id="279572" name="组合 65"/>
            <p:cNvGrpSpPr>
              <a:grpSpLocks/>
            </p:cNvGrpSpPr>
            <p:nvPr/>
          </p:nvGrpSpPr>
          <p:grpSpPr bwMode="auto">
            <a:xfrm>
              <a:off x="2060906" y="2145700"/>
              <a:ext cx="7475110" cy="704406"/>
              <a:chOff x="2060906" y="2145700"/>
              <a:chExt cx="7475110" cy="704406"/>
            </a:xfrm>
          </p:grpSpPr>
          <p:sp>
            <p:nvSpPr>
              <p:cNvPr id="279573" name="Freeform 24"/>
              <p:cNvSpPr>
                <a:spLocks noChangeArrowheads="1"/>
              </p:cNvSpPr>
              <p:nvPr/>
            </p:nvSpPr>
            <p:spPr bwMode="auto">
              <a:xfrm>
                <a:off x="2060906" y="2154468"/>
                <a:ext cx="7475110" cy="695638"/>
              </a:xfrm>
              <a:custGeom>
                <a:avLst/>
                <a:gdLst>
                  <a:gd name="T0" fmla="*/ 0 w 10020"/>
                  <a:gd name="T1" fmla="*/ 0 h 10000"/>
                  <a:gd name="T2" fmla="*/ 1020 w 10020"/>
                  <a:gd name="T3" fmla="*/ 0 h 10000"/>
                  <a:gd name="T4" fmla="*/ 1020 w 10020"/>
                  <a:gd name="T5" fmla="*/ 10000 h 10000"/>
                  <a:gd name="T6" fmla="*/ 4037 w 10020"/>
                  <a:gd name="T7" fmla="*/ 10000 h 10000"/>
                  <a:gd name="T8" fmla="*/ 4037 w 10020"/>
                  <a:gd name="T9" fmla="*/ 0 h 10000"/>
                  <a:gd name="T10" fmla="*/ 5057 w 10020"/>
                  <a:gd name="T11" fmla="*/ 0 h 10000"/>
                  <a:gd name="T12" fmla="*/ 5057 w 10020"/>
                  <a:gd name="T13" fmla="*/ 10000 h 10000"/>
                  <a:gd name="T14" fmla="*/ 7076 w 10020"/>
                  <a:gd name="T15" fmla="*/ 10000 h 10000"/>
                  <a:gd name="T16" fmla="*/ 7076 w 10020"/>
                  <a:gd name="T17" fmla="*/ 0 h 10000"/>
                  <a:gd name="T18" fmla="*/ 10020 w 10020"/>
                  <a:gd name="T19" fmla="*/ 0 h 100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20" h="10000">
                    <a:moveTo>
                      <a:pt x="0" y="0"/>
                    </a:moveTo>
                    <a:lnTo>
                      <a:pt x="1020" y="0"/>
                    </a:lnTo>
                    <a:lnTo>
                      <a:pt x="1020" y="10000"/>
                    </a:lnTo>
                    <a:lnTo>
                      <a:pt x="4037" y="10000"/>
                    </a:lnTo>
                    <a:lnTo>
                      <a:pt x="4037" y="0"/>
                    </a:lnTo>
                    <a:lnTo>
                      <a:pt x="5057" y="0"/>
                    </a:lnTo>
                    <a:lnTo>
                      <a:pt x="5057" y="10000"/>
                    </a:lnTo>
                    <a:lnTo>
                      <a:pt x="7076" y="10000"/>
                    </a:lnTo>
                    <a:lnTo>
                      <a:pt x="7076" y="0"/>
                    </a:lnTo>
                    <a:lnTo>
                      <a:pt x="10020" y="0"/>
                    </a:lnTo>
                  </a:path>
                </a:pathLst>
              </a:custGeom>
              <a:noFill/>
              <a:ln w="28575"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宋体" panose="02010600030101010101" pitchFamily="2" charset="-122"/>
                </a:endParaRPr>
              </a:p>
            </p:txBody>
          </p:sp>
          <p:sp>
            <p:nvSpPr>
              <p:cNvPr id="279574" name="Line 25"/>
              <p:cNvSpPr>
                <a:spLocks noChangeShapeType="1"/>
              </p:cNvSpPr>
              <p:nvPr/>
            </p:nvSpPr>
            <p:spPr bwMode="auto">
              <a:xfrm flipV="1">
                <a:off x="6583655" y="2778465"/>
                <a:ext cx="0" cy="64299"/>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sz="2400" b="1">
                  <a:ea typeface="宋体" panose="02010600030101010101" pitchFamily="2" charset="-122"/>
                </a:endParaRPr>
              </a:p>
            </p:txBody>
          </p:sp>
          <p:sp>
            <p:nvSpPr>
              <p:cNvPr id="279575" name="Line 26"/>
              <p:cNvSpPr>
                <a:spLocks noChangeShapeType="1"/>
              </p:cNvSpPr>
              <p:nvPr/>
            </p:nvSpPr>
            <p:spPr bwMode="auto">
              <a:xfrm flipV="1">
                <a:off x="8078714" y="2145700"/>
                <a:ext cx="0" cy="64299"/>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sz="2400" b="1">
                  <a:ea typeface="宋体" panose="02010600030101010101" pitchFamily="2" charset="-122"/>
                </a:endParaRPr>
              </a:p>
            </p:txBody>
          </p:sp>
          <p:sp>
            <p:nvSpPr>
              <p:cNvPr id="279576" name="Line 27"/>
              <p:cNvSpPr>
                <a:spLocks noChangeShapeType="1"/>
              </p:cNvSpPr>
              <p:nvPr/>
            </p:nvSpPr>
            <p:spPr bwMode="auto">
              <a:xfrm flipV="1">
                <a:off x="8828592" y="2155199"/>
                <a:ext cx="0" cy="64299"/>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sz="2400" b="1">
                  <a:ea typeface="宋体" panose="02010600030101010101" pitchFamily="2" charset="-122"/>
                </a:endParaRPr>
              </a:p>
            </p:txBody>
          </p:sp>
          <p:sp>
            <p:nvSpPr>
              <p:cNvPr id="279577" name="Line 28"/>
              <p:cNvSpPr>
                <a:spLocks noChangeShapeType="1"/>
              </p:cNvSpPr>
              <p:nvPr/>
            </p:nvSpPr>
            <p:spPr bwMode="auto">
              <a:xfrm flipV="1">
                <a:off x="4330891" y="2777004"/>
                <a:ext cx="0" cy="64299"/>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sz="2400" b="1">
                  <a:ea typeface="宋体" panose="02010600030101010101" pitchFamily="2" charset="-122"/>
                </a:endParaRPr>
              </a:p>
            </p:txBody>
          </p:sp>
          <p:sp>
            <p:nvSpPr>
              <p:cNvPr id="279578" name="Line 29"/>
              <p:cNvSpPr>
                <a:spLocks noChangeShapeType="1"/>
              </p:cNvSpPr>
              <p:nvPr/>
            </p:nvSpPr>
            <p:spPr bwMode="auto">
              <a:xfrm flipV="1">
                <a:off x="3570055" y="2777734"/>
                <a:ext cx="0" cy="64299"/>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sz="2400" b="1">
                  <a:ea typeface="宋体" panose="02010600030101010101" pitchFamily="2" charset="-122"/>
                </a:endParaRPr>
              </a:p>
            </p:txBody>
          </p:sp>
        </p:grpSp>
        <p:sp>
          <p:nvSpPr>
            <p:cNvPr id="279579" name="Freeform 30"/>
            <p:cNvSpPr>
              <a:spLocks noChangeArrowheads="1"/>
            </p:cNvSpPr>
            <p:nvPr/>
          </p:nvSpPr>
          <p:spPr bwMode="auto">
            <a:xfrm>
              <a:off x="2062492" y="3988564"/>
              <a:ext cx="7473339" cy="690711"/>
            </a:xfrm>
            <a:custGeom>
              <a:avLst/>
              <a:gdLst>
                <a:gd name="T0" fmla="*/ 0 w 10122"/>
                <a:gd name="T1" fmla="*/ 0 h 10000"/>
                <a:gd name="T2" fmla="*/ 504 w 10122"/>
                <a:gd name="T3" fmla="*/ 0 h 10000"/>
                <a:gd name="T4" fmla="*/ 504 w 10122"/>
                <a:gd name="T5" fmla="*/ 10000 h 10000"/>
                <a:gd name="T6" fmla="*/ 1536 w 10122"/>
                <a:gd name="T7" fmla="*/ 10000 h 10000"/>
                <a:gd name="T8" fmla="*/ 1536 w 10122"/>
                <a:gd name="T9" fmla="*/ 0 h 10000"/>
                <a:gd name="T10" fmla="*/ 2040 w 10122"/>
                <a:gd name="T11" fmla="*/ 0 h 10000"/>
                <a:gd name="T12" fmla="*/ 2040 w 10122"/>
                <a:gd name="T13" fmla="*/ 10000 h 10000"/>
                <a:gd name="T14" fmla="*/ 2565 w 10122"/>
                <a:gd name="T15" fmla="*/ 10000 h 10000"/>
                <a:gd name="T16" fmla="*/ 2565 w 10122"/>
                <a:gd name="T17" fmla="*/ 0 h 10000"/>
                <a:gd name="T18" fmla="*/ 3070 w 10122"/>
                <a:gd name="T19" fmla="*/ 0 h 10000"/>
                <a:gd name="T20" fmla="*/ 3070 w 10122"/>
                <a:gd name="T21" fmla="*/ 10000 h 10000"/>
                <a:gd name="T22" fmla="*/ 3574 w 10122"/>
                <a:gd name="T23" fmla="*/ 10000 h 10000"/>
                <a:gd name="T24" fmla="*/ 3574 w 10122"/>
                <a:gd name="T25" fmla="*/ 0 h 10000"/>
                <a:gd name="T26" fmla="*/ 4606 w 10122"/>
                <a:gd name="T27" fmla="*/ 0 h 10000"/>
                <a:gd name="T28" fmla="*/ 4606 w 10122"/>
                <a:gd name="T29" fmla="*/ 10000 h 10000"/>
                <a:gd name="T30" fmla="*/ 5615 w 10122"/>
                <a:gd name="T31" fmla="*/ 10000 h 10000"/>
                <a:gd name="T32" fmla="*/ 5615 w 10122"/>
                <a:gd name="T33" fmla="*/ 122 h 10000"/>
                <a:gd name="T34" fmla="*/ 6119 w 10122"/>
                <a:gd name="T35" fmla="*/ 0 h 10000"/>
                <a:gd name="T36" fmla="*/ 6119 w 10122"/>
                <a:gd name="T37" fmla="*/ 10000 h 10000"/>
                <a:gd name="T38" fmla="*/ 6623 w 10122"/>
                <a:gd name="T39" fmla="*/ 10000 h 10000"/>
                <a:gd name="T40" fmla="*/ 6623 w 10122"/>
                <a:gd name="T41" fmla="*/ 0 h 10000"/>
                <a:gd name="T42" fmla="*/ 7653 w 10122"/>
                <a:gd name="T43" fmla="*/ 0 h 10000"/>
                <a:gd name="T44" fmla="*/ 7653 w 10122"/>
                <a:gd name="T45" fmla="*/ 10000 h 10000"/>
                <a:gd name="T46" fmla="*/ 8157 w 10122"/>
                <a:gd name="T47" fmla="*/ 10000 h 10000"/>
                <a:gd name="T48" fmla="*/ 8157 w 10122"/>
                <a:gd name="T49" fmla="*/ 0 h 10000"/>
                <a:gd name="T50" fmla="*/ 8662 w 10122"/>
                <a:gd name="T51" fmla="*/ 0 h 10000"/>
                <a:gd name="T52" fmla="*/ 8662 w 10122"/>
                <a:gd name="T53" fmla="*/ 10000 h 10000"/>
                <a:gd name="T54" fmla="*/ 9166 w 10122"/>
                <a:gd name="T55" fmla="*/ 10000 h 10000"/>
                <a:gd name="T56" fmla="*/ 9166 w 10122"/>
                <a:gd name="T57" fmla="*/ 0 h 10000"/>
                <a:gd name="T58" fmla="*/ 9671 w 10122"/>
                <a:gd name="T59" fmla="*/ 0 h 10000"/>
                <a:gd name="T60" fmla="*/ 9671 w 10122"/>
                <a:gd name="T61" fmla="*/ 10000 h 10000"/>
                <a:gd name="T62" fmla="*/ 10122 w 10122"/>
                <a:gd name="T63" fmla="*/ 10000 h 100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0122" h="10000">
                  <a:moveTo>
                    <a:pt x="0" y="0"/>
                  </a:moveTo>
                  <a:lnTo>
                    <a:pt x="504" y="0"/>
                  </a:lnTo>
                  <a:lnTo>
                    <a:pt x="504" y="10000"/>
                  </a:lnTo>
                  <a:lnTo>
                    <a:pt x="1536" y="10000"/>
                  </a:lnTo>
                  <a:lnTo>
                    <a:pt x="1536" y="0"/>
                  </a:lnTo>
                  <a:lnTo>
                    <a:pt x="2040" y="0"/>
                  </a:lnTo>
                  <a:lnTo>
                    <a:pt x="2040" y="10000"/>
                  </a:lnTo>
                  <a:lnTo>
                    <a:pt x="2565" y="10000"/>
                  </a:lnTo>
                  <a:lnTo>
                    <a:pt x="2565" y="0"/>
                  </a:lnTo>
                  <a:lnTo>
                    <a:pt x="3070" y="0"/>
                  </a:lnTo>
                  <a:lnTo>
                    <a:pt x="3070" y="10000"/>
                  </a:lnTo>
                  <a:lnTo>
                    <a:pt x="3574" y="10000"/>
                  </a:lnTo>
                  <a:lnTo>
                    <a:pt x="3574" y="0"/>
                  </a:lnTo>
                  <a:lnTo>
                    <a:pt x="4606" y="0"/>
                  </a:lnTo>
                  <a:lnTo>
                    <a:pt x="4606" y="10000"/>
                  </a:lnTo>
                  <a:lnTo>
                    <a:pt x="5615" y="10000"/>
                  </a:lnTo>
                  <a:lnTo>
                    <a:pt x="5615" y="122"/>
                  </a:lnTo>
                  <a:lnTo>
                    <a:pt x="6119" y="0"/>
                  </a:lnTo>
                  <a:lnTo>
                    <a:pt x="6119" y="10000"/>
                  </a:lnTo>
                  <a:lnTo>
                    <a:pt x="6623" y="10000"/>
                  </a:lnTo>
                  <a:lnTo>
                    <a:pt x="6623" y="0"/>
                  </a:lnTo>
                  <a:lnTo>
                    <a:pt x="7653" y="0"/>
                  </a:lnTo>
                  <a:lnTo>
                    <a:pt x="7653" y="10000"/>
                  </a:lnTo>
                  <a:lnTo>
                    <a:pt x="8157" y="10000"/>
                  </a:lnTo>
                  <a:lnTo>
                    <a:pt x="8157" y="0"/>
                  </a:lnTo>
                  <a:lnTo>
                    <a:pt x="8662" y="0"/>
                  </a:lnTo>
                  <a:lnTo>
                    <a:pt x="8662" y="10000"/>
                  </a:lnTo>
                  <a:lnTo>
                    <a:pt x="9166" y="10000"/>
                  </a:lnTo>
                  <a:lnTo>
                    <a:pt x="9166" y="0"/>
                  </a:lnTo>
                  <a:lnTo>
                    <a:pt x="9671" y="0"/>
                  </a:lnTo>
                  <a:lnTo>
                    <a:pt x="9671" y="10000"/>
                  </a:lnTo>
                  <a:lnTo>
                    <a:pt x="10122" y="10000"/>
                  </a:lnTo>
                </a:path>
              </a:pathLst>
            </a:custGeom>
            <a:noFill/>
            <a:ln w="28575"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宋体" panose="02010600030101010101" pitchFamily="2" charset="-122"/>
              </a:endParaRPr>
            </a:p>
          </p:txBody>
        </p:sp>
        <p:sp>
          <p:nvSpPr>
            <p:cNvPr id="279580" name="Line 32"/>
            <p:cNvSpPr>
              <a:spLocks noChangeShapeType="1"/>
            </p:cNvSpPr>
            <p:nvPr/>
          </p:nvSpPr>
          <p:spPr bwMode="auto">
            <a:xfrm flipH="1" flipV="1">
              <a:off x="2067107" y="1399876"/>
              <a:ext cx="3175" cy="4103381"/>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sz="2400" b="1">
                <a:ea typeface="黑体" panose="02010609060101010101" pitchFamily="49" charset="-122"/>
              </a:endParaRPr>
            </a:p>
          </p:txBody>
        </p:sp>
        <p:sp>
          <p:nvSpPr>
            <p:cNvPr id="279581" name="Line 33"/>
            <p:cNvSpPr>
              <a:spLocks noChangeShapeType="1"/>
            </p:cNvSpPr>
            <p:nvPr/>
          </p:nvSpPr>
          <p:spPr bwMode="auto">
            <a:xfrm flipV="1">
              <a:off x="2817167" y="1380600"/>
              <a:ext cx="0" cy="4122657"/>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sz="2400" b="1">
                <a:ea typeface="宋体" panose="02010600030101010101" pitchFamily="2" charset="-122"/>
              </a:endParaRPr>
            </a:p>
          </p:txBody>
        </p:sp>
        <p:sp>
          <p:nvSpPr>
            <p:cNvPr id="279582" name="Line 34"/>
            <p:cNvSpPr>
              <a:spLocks noChangeShapeType="1"/>
            </p:cNvSpPr>
            <p:nvPr/>
          </p:nvSpPr>
          <p:spPr bwMode="auto">
            <a:xfrm flipV="1">
              <a:off x="3564285" y="1399876"/>
              <a:ext cx="0" cy="4103381"/>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sz="2400" b="1">
                <a:ea typeface="宋体" panose="02010600030101010101" pitchFamily="2" charset="-122"/>
              </a:endParaRPr>
            </a:p>
          </p:txBody>
        </p:sp>
        <p:sp>
          <p:nvSpPr>
            <p:cNvPr id="279583" name="Line 35"/>
            <p:cNvSpPr>
              <a:spLocks noChangeShapeType="1"/>
            </p:cNvSpPr>
            <p:nvPr/>
          </p:nvSpPr>
          <p:spPr bwMode="auto">
            <a:xfrm flipH="1" flipV="1">
              <a:off x="4326393" y="1399876"/>
              <a:ext cx="0" cy="4117356"/>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sz="2400" b="1">
                <a:ea typeface="宋体" panose="02010600030101010101" pitchFamily="2" charset="-122"/>
              </a:endParaRPr>
            </a:p>
          </p:txBody>
        </p:sp>
        <p:sp>
          <p:nvSpPr>
            <p:cNvPr id="279584" name="Line 36"/>
            <p:cNvSpPr>
              <a:spLocks noChangeShapeType="1"/>
            </p:cNvSpPr>
            <p:nvPr/>
          </p:nvSpPr>
          <p:spPr bwMode="auto">
            <a:xfrm flipV="1">
              <a:off x="5075808" y="1399876"/>
              <a:ext cx="0" cy="4103381"/>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sz="2400" b="1">
                <a:ea typeface="宋体" panose="02010600030101010101" pitchFamily="2" charset="-122"/>
              </a:endParaRPr>
            </a:p>
          </p:txBody>
        </p:sp>
        <p:sp>
          <p:nvSpPr>
            <p:cNvPr id="279585" name="Line 37"/>
            <p:cNvSpPr>
              <a:spLocks noChangeShapeType="1"/>
            </p:cNvSpPr>
            <p:nvPr/>
          </p:nvSpPr>
          <p:spPr bwMode="auto">
            <a:xfrm flipV="1">
              <a:off x="5838561" y="1399876"/>
              <a:ext cx="0" cy="4103381"/>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sz="2400" b="1">
                <a:ea typeface="宋体" panose="02010600030101010101" pitchFamily="2" charset="-122"/>
              </a:endParaRPr>
            </a:p>
          </p:txBody>
        </p:sp>
        <p:sp>
          <p:nvSpPr>
            <p:cNvPr id="279586" name="Line 38"/>
            <p:cNvSpPr>
              <a:spLocks noChangeShapeType="1"/>
            </p:cNvSpPr>
            <p:nvPr/>
          </p:nvSpPr>
          <p:spPr bwMode="auto">
            <a:xfrm flipV="1">
              <a:off x="6591563" y="1399876"/>
              <a:ext cx="0" cy="4103381"/>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sz="2400" b="1">
                <a:ea typeface="宋体" panose="02010600030101010101" pitchFamily="2" charset="-122"/>
              </a:endParaRPr>
            </a:p>
          </p:txBody>
        </p:sp>
        <p:sp>
          <p:nvSpPr>
            <p:cNvPr id="279587" name="Line 39"/>
            <p:cNvSpPr>
              <a:spLocks noChangeShapeType="1"/>
            </p:cNvSpPr>
            <p:nvPr/>
          </p:nvSpPr>
          <p:spPr bwMode="auto">
            <a:xfrm flipV="1">
              <a:off x="7332743" y="1399876"/>
              <a:ext cx="0" cy="4103381"/>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sz="2400" b="1">
                <a:ea typeface="宋体" panose="02010600030101010101" pitchFamily="2" charset="-122"/>
              </a:endParaRPr>
            </a:p>
          </p:txBody>
        </p:sp>
        <p:sp>
          <p:nvSpPr>
            <p:cNvPr id="279588" name="Line 40"/>
            <p:cNvSpPr>
              <a:spLocks noChangeShapeType="1"/>
            </p:cNvSpPr>
            <p:nvPr/>
          </p:nvSpPr>
          <p:spPr bwMode="auto">
            <a:xfrm flipH="1" flipV="1">
              <a:off x="8084212" y="1399876"/>
              <a:ext cx="1587" cy="4103381"/>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sz="2400" b="1">
                <a:ea typeface="宋体" panose="02010600030101010101" pitchFamily="2" charset="-122"/>
              </a:endParaRPr>
            </a:p>
          </p:txBody>
        </p:sp>
        <p:sp>
          <p:nvSpPr>
            <p:cNvPr id="279589" name="Line 41"/>
            <p:cNvSpPr>
              <a:spLocks noChangeShapeType="1"/>
            </p:cNvSpPr>
            <p:nvPr/>
          </p:nvSpPr>
          <p:spPr bwMode="auto">
            <a:xfrm flipV="1">
              <a:off x="8811941" y="1402285"/>
              <a:ext cx="14287" cy="4100972"/>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sz="2400" b="1">
                <a:ea typeface="宋体" panose="02010600030101010101" pitchFamily="2" charset="-122"/>
              </a:endParaRPr>
            </a:p>
          </p:txBody>
        </p:sp>
        <p:sp>
          <p:nvSpPr>
            <p:cNvPr id="279590" name="Rectangle 42"/>
            <p:cNvSpPr>
              <a:spLocks noChangeArrowheads="1"/>
            </p:cNvSpPr>
            <p:nvPr/>
          </p:nvSpPr>
          <p:spPr bwMode="auto">
            <a:xfrm>
              <a:off x="697274" y="1498645"/>
              <a:ext cx="1335304" cy="45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r"/>
              <a:r>
                <a:rPr lang="zh-CN" altLang="en-US" sz="2400" b="1">
                  <a:solidFill>
                    <a:srgbClr val="000099"/>
                  </a:solidFill>
                  <a:ea typeface="黑体" panose="02010609060101010101" pitchFamily="49" charset="-122"/>
                </a:rPr>
                <a:t>比特流</a:t>
              </a:r>
            </a:p>
          </p:txBody>
        </p:sp>
        <p:grpSp>
          <p:nvGrpSpPr>
            <p:cNvPr id="279591" name="Group 66"/>
            <p:cNvGrpSpPr>
              <a:grpSpLocks/>
            </p:cNvGrpSpPr>
            <p:nvPr/>
          </p:nvGrpSpPr>
          <p:grpSpPr bwMode="auto">
            <a:xfrm>
              <a:off x="2062493" y="3067440"/>
              <a:ext cx="7499019" cy="705100"/>
              <a:chOff x="1260" y="3138"/>
              <a:chExt cx="4470" cy="192"/>
            </a:xfrm>
          </p:grpSpPr>
          <p:sp>
            <p:nvSpPr>
              <p:cNvPr id="279592" name="Freeform 46"/>
              <p:cNvSpPr>
                <a:spLocks noChangeArrowheads="1"/>
              </p:cNvSpPr>
              <p:nvPr/>
            </p:nvSpPr>
            <p:spPr bwMode="auto">
              <a:xfrm>
                <a:off x="1260" y="3138"/>
                <a:ext cx="480" cy="96"/>
              </a:xfrm>
              <a:custGeom>
                <a:avLst/>
                <a:gdLst>
                  <a:gd name="T0" fmla="*/ 0 w 480"/>
                  <a:gd name="T1" fmla="*/ 144 h 144"/>
                  <a:gd name="T2" fmla="*/ 144 w 480"/>
                  <a:gd name="T3" fmla="*/ 144 h 144"/>
                  <a:gd name="T4" fmla="*/ 144 w 480"/>
                  <a:gd name="T5" fmla="*/ 0 h 144"/>
                  <a:gd name="T6" fmla="*/ 336 w 480"/>
                  <a:gd name="T7" fmla="*/ 0 h 144"/>
                  <a:gd name="T8" fmla="*/ 336 w 480"/>
                  <a:gd name="T9" fmla="*/ 144 h 144"/>
                  <a:gd name="T10" fmla="*/ 480 w 480"/>
                  <a:gd name="T11" fmla="*/ 144 h 144"/>
                </a:gdLst>
                <a:ahLst/>
                <a:cxnLst>
                  <a:cxn ang="0">
                    <a:pos x="T0" y="T1"/>
                  </a:cxn>
                  <a:cxn ang="0">
                    <a:pos x="T2" y="T3"/>
                  </a:cxn>
                  <a:cxn ang="0">
                    <a:pos x="T4" y="T5"/>
                  </a:cxn>
                  <a:cxn ang="0">
                    <a:pos x="T6" y="T7"/>
                  </a:cxn>
                  <a:cxn ang="0">
                    <a:pos x="T8" y="T9"/>
                  </a:cxn>
                  <a:cxn ang="0">
                    <a:pos x="T10" y="T11"/>
                  </a:cxn>
                </a:cxnLst>
                <a:rect l="0" t="0" r="r" b="b"/>
                <a:pathLst>
                  <a:path w="480" h="144">
                    <a:moveTo>
                      <a:pt x="0" y="144"/>
                    </a:moveTo>
                    <a:lnTo>
                      <a:pt x="144" y="144"/>
                    </a:lnTo>
                    <a:lnTo>
                      <a:pt x="144" y="0"/>
                    </a:lnTo>
                    <a:lnTo>
                      <a:pt x="336" y="0"/>
                    </a:lnTo>
                    <a:lnTo>
                      <a:pt x="336" y="144"/>
                    </a:lnTo>
                    <a:lnTo>
                      <a:pt x="480" y="144"/>
                    </a:lnTo>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宋体" panose="02010600030101010101" pitchFamily="2" charset="-122"/>
                </a:endParaRPr>
              </a:p>
            </p:txBody>
          </p:sp>
          <p:sp>
            <p:nvSpPr>
              <p:cNvPr id="279593" name="Freeform 47"/>
              <p:cNvSpPr>
                <a:spLocks noChangeArrowheads="1"/>
              </p:cNvSpPr>
              <p:nvPr/>
            </p:nvSpPr>
            <p:spPr bwMode="auto">
              <a:xfrm>
                <a:off x="3036" y="3138"/>
                <a:ext cx="480" cy="96"/>
              </a:xfrm>
              <a:custGeom>
                <a:avLst/>
                <a:gdLst>
                  <a:gd name="T0" fmla="*/ 0 w 480"/>
                  <a:gd name="T1" fmla="*/ 144 h 144"/>
                  <a:gd name="T2" fmla="*/ 144 w 480"/>
                  <a:gd name="T3" fmla="*/ 144 h 144"/>
                  <a:gd name="T4" fmla="*/ 144 w 480"/>
                  <a:gd name="T5" fmla="*/ 0 h 144"/>
                  <a:gd name="T6" fmla="*/ 336 w 480"/>
                  <a:gd name="T7" fmla="*/ 0 h 144"/>
                  <a:gd name="T8" fmla="*/ 336 w 480"/>
                  <a:gd name="T9" fmla="*/ 144 h 144"/>
                  <a:gd name="T10" fmla="*/ 480 w 480"/>
                  <a:gd name="T11" fmla="*/ 144 h 144"/>
                </a:gdLst>
                <a:ahLst/>
                <a:cxnLst>
                  <a:cxn ang="0">
                    <a:pos x="T0" y="T1"/>
                  </a:cxn>
                  <a:cxn ang="0">
                    <a:pos x="T2" y="T3"/>
                  </a:cxn>
                  <a:cxn ang="0">
                    <a:pos x="T4" y="T5"/>
                  </a:cxn>
                  <a:cxn ang="0">
                    <a:pos x="T6" y="T7"/>
                  </a:cxn>
                  <a:cxn ang="0">
                    <a:pos x="T8" y="T9"/>
                  </a:cxn>
                  <a:cxn ang="0">
                    <a:pos x="T10" y="T11"/>
                  </a:cxn>
                </a:cxnLst>
                <a:rect l="0" t="0" r="r" b="b"/>
                <a:pathLst>
                  <a:path w="480" h="144">
                    <a:moveTo>
                      <a:pt x="0" y="144"/>
                    </a:moveTo>
                    <a:lnTo>
                      <a:pt x="144" y="144"/>
                    </a:lnTo>
                    <a:lnTo>
                      <a:pt x="144" y="0"/>
                    </a:lnTo>
                    <a:lnTo>
                      <a:pt x="336" y="0"/>
                    </a:lnTo>
                    <a:lnTo>
                      <a:pt x="336" y="144"/>
                    </a:lnTo>
                    <a:lnTo>
                      <a:pt x="480" y="144"/>
                    </a:lnTo>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宋体" panose="02010600030101010101" pitchFamily="2" charset="-122"/>
                </a:endParaRPr>
              </a:p>
            </p:txBody>
          </p:sp>
          <p:sp>
            <p:nvSpPr>
              <p:cNvPr id="279594" name="Freeform 48"/>
              <p:cNvSpPr>
                <a:spLocks noChangeArrowheads="1"/>
              </p:cNvSpPr>
              <p:nvPr/>
            </p:nvSpPr>
            <p:spPr bwMode="auto">
              <a:xfrm>
                <a:off x="4386" y="3138"/>
                <a:ext cx="480" cy="96"/>
              </a:xfrm>
              <a:custGeom>
                <a:avLst/>
                <a:gdLst>
                  <a:gd name="T0" fmla="*/ 0 w 480"/>
                  <a:gd name="T1" fmla="*/ 144 h 144"/>
                  <a:gd name="T2" fmla="*/ 144 w 480"/>
                  <a:gd name="T3" fmla="*/ 144 h 144"/>
                  <a:gd name="T4" fmla="*/ 144 w 480"/>
                  <a:gd name="T5" fmla="*/ 0 h 144"/>
                  <a:gd name="T6" fmla="*/ 336 w 480"/>
                  <a:gd name="T7" fmla="*/ 0 h 144"/>
                  <a:gd name="T8" fmla="*/ 336 w 480"/>
                  <a:gd name="T9" fmla="*/ 144 h 144"/>
                  <a:gd name="T10" fmla="*/ 480 w 480"/>
                  <a:gd name="T11" fmla="*/ 144 h 144"/>
                </a:gdLst>
                <a:ahLst/>
                <a:cxnLst>
                  <a:cxn ang="0">
                    <a:pos x="T0" y="T1"/>
                  </a:cxn>
                  <a:cxn ang="0">
                    <a:pos x="T2" y="T3"/>
                  </a:cxn>
                  <a:cxn ang="0">
                    <a:pos x="T4" y="T5"/>
                  </a:cxn>
                  <a:cxn ang="0">
                    <a:pos x="T6" y="T7"/>
                  </a:cxn>
                  <a:cxn ang="0">
                    <a:pos x="T8" y="T9"/>
                  </a:cxn>
                  <a:cxn ang="0">
                    <a:pos x="T10" y="T11"/>
                  </a:cxn>
                </a:cxnLst>
                <a:rect l="0" t="0" r="r" b="b"/>
                <a:pathLst>
                  <a:path w="480" h="144">
                    <a:moveTo>
                      <a:pt x="0" y="144"/>
                    </a:moveTo>
                    <a:lnTo>
                      <a:pt x="144" y="144"/>
                    </a:lnTo>
                    <a:lnTo>
                      <a:pt x="144" y="0"/>
                    </a:lnTo>
                    <a:lnTo>
                      <a:pt x="336" y="0"/>
                    </a:lnTo>
                    <a:lnTo>
                      <a:pt x="336" y="144"/>
                    </a:lnTo>
                    <a:lnTo>
                      <a:pt x="480" y="144"/>
                    </a:lnTo>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宋体" panose="02010600030101010101" pitchFamily="2" charset="-122"/>
                </a:endParaRPr>
              </a:p>
            </p:txBody>
          </p:sp>
          <p:sp>
            <p:nvSpPr>
              <p:cNvPr id="279595" name="Freeform 49"/>
              <p:cNvSpPr>
                <a:spLocks noChangeArrowheads="1"/>
              </p:cNvSpPr>
              <p:nvPr/>
            </p:nvSpPr>
            <p:spPr bwMode="auto">
              <a:xfrm>
                <a:off x="4830" y="3138"/>
                <a:ext cx="480" cy="96"/>
              </a:xfrm>
              <a:custGeom>
                <a:avLst/>
                <a:gdLst>
                  <a:gd name="T0" fmla="*/ 0 w 480"/>
                  <a:gd name="T1" fmla="*/ 144 h 144"/>
                  <a:gd name="T2" fmla="*/ 144 w 480"/>
                  <a:gd name="T3" fmla="*/ 144 h 144"/>
                  <a:gd name="T4" fmla="*/ 144 w 480"/>
                  <a:gd name="T5" fmla="*/ 0 h 144"/>
                  <a:gd name="T6" fmla="*/ 336 w 480"/>
                  <a:gd name="T7" fmla="*/ 0 h 144"/>
                  <a:gd name="T8" fmla="*/ 336 w 480"/>
                  <a:gd name="T9" fmla="*/ 144 h 144"/>
                  <a:gd name="T10" fmla="*/ 480 w 480"/>
                  <a:gd name="T11" fmla="*/ 144 h 144"/>
                </a:gdLst>
                <a:ahLst/>
                <a:cxnLst>
                  <a:cxn ang="0">
                    <a:pos x="T0" y="T1"/>
                  </a:cxn>
                  <a:cxn ang="0">
                    <a:pos x="T2" y="T3"/>
                  </a:cxn>
                  <a:cxn ang="0">
                    <a:pos x="T4" y="T5"/>
                  </a:cxn>
                  <a:cxn ang="0">
                    <a:pos x="T6" y="T7"/>
                  </a:cxn>
                  <a:cxn ang="0">
                    <a:pos x="T8" y="T9"/>
                  </a:cxn>
                  <a:cxn ang="0">
                    <a:pos x="T10" y="T11"/>
                  </a:cxn>
                </a:cxnLst>
                <a:rect l="0" t="0" r="r" b="b"/>
                <a:pathLst>
                  <a:path w="480" h="144">
                    <a:moveTo>
                      <a:pt x="0" y="144"/>
                    </a:moveTo>
                    <a:lnTo>
                      <a:pt x="144" y="144"/>
                    </a:lnTo>
                    <a:lnTo>
                      <a:pt x="144" y="0"/>
                    </a:lnTo>
                    <a:lnTo>
                      <a:pt x="336" y="0"/>
                    </a:lnTo>
                    <a:lnTo>
                      <a:pt x="336" y="144"/>
                    </a:lnTo>
                    <a:lnTo>
                      <a:pt x="480" y="144"/>
                    </a:lnTo>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宋体" panose="02010600030101010101" pitchFamily="2" charset="-122"/>
                </a:endParaRPr>
              </a:p>
            </p:txBody>
          </p:sp>
          <p:sp>
            <p:nvSpPr>
              <p:cNvPr id="279596" name="Freeform 50"/>
              <p:cNvSpPr>
                <a:spLocks noChangeArrowheads="1"/>
              </p:cNvSpPr>
              <p:nvPr/>
            </p:nvSpPr>
            <p:spPr bwMode="auto">
              <a:xfrm>
                <a:off x="5250" y="3138"/>
                <a:ext cx="480" cy="96"/>
              </a:xfrm>
              <a:custGeom>
                <a:avLst/>
                <a:gdLst>
                  <a:gd name="T0" fmla="*/ 0 w 480"/>
                  <a:gd name="T1" fmla="*/ 144 h 144"/>
                  <a:gd name="T2" fmla="*/ 144 w 480"/>
                  <a:gd name="T3" fmla="*/ 144 h 144"/>
                  <a:gd name="T4" fmla="*/ 144 w 480"/>
                  <a:gd name="T5" fmla="*/ 0 h 144"/>
                  <a:gd name="T6" fmla="*/ 336 w 480"/>
                  <a:gd name="T7" fmla="*/ 0 h 144"/>
                  <a:gd name="T8" fmla="*/ 336 w 480"/>
                  <a:gd name="T9" fmla="*/ 144 h 144"/>
                  <a:gd name="T10" fmla="*/ 480 w 480"/>
                  <a:gd name="T11" fmla="*/ 144 h 144"/>
                </a:gdLst>
                <a:ahLst/>
                <a:cxnLst>
                  <a:cxn ang="0">
                    <a:pos x="T0" y="T1"/>
                  </a:cxn>
                  <a:cxn ang="0">
                    <a:pos x="T2" y="T3"/>
                  </a:cxn>
                  <a:cxn ang="0">
                    <a:pos x="T4" y="T5"/>
                  </a:cxn>
                  <a:cxn ang="0">
                    <a:pos x="T6" y="T7"/>
                  </a:cxn>
                  <a:cxn ang="0">
                    <a:pos x="T8" y="T9"/>
                  </a:cxn>
                  <a:cxn ang="0">
                    <a:pos x="T10" y="T11"/>
                  </a:cxn>
                </a:cxnLst>
                <a:rect l="0" t="0" r="r" b="b"/>
                <a:pathLst>
                  <a:path w="480" h="144">
                    <a:moveTo>
                      <a:pt x="0" y="144"/>
                    </a:moveTo>
                    <a:lnTo>
                      <a:pt x="144" y="144"/>
                    </a:lnTo>
                    <a:lnTo>
                      <a:pt x="144" y="0"/>
                    </a:lnTo>
                    <a:lnTo>
                      <a:pt x="336" y="0"/>
                    </a:lnTo>
                    <a:lnTo>
                      <a:pt x="336" y="144"/>
                    </a:lnTo>
                    <a:lnTo>
                      <a:pt x="480" y="144"/>
                    </a:lnTo>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宋体" panose="02010600030101010101" pitchFamily="2" charset="-122"/>
                </a:endParaRPr>
              </a:p>
            </p:txBody>
          </p:sp>
          <p:sp>
            <p:nvSpPr>
              <p:cNvPr id="279597" name="Freeform 51"/>
              <p:cNvSpPr>
                <a:spLocks noChangeArrowheads="1"/>
              </p:cNvSpPr>
              <p:nvPr/>
            </p:nvSpPr>
            <p:spPr bwMode="auto">
              <a:xfrm flipV="1">
                <a:off x="1692" y="3234"/>
                <a:ext cx="480" cy="96"/>
              </a:xfrm>
              <a:custGeom>
                <a:avLst/>
                <a:gdLst>
                  <a:gd name="T0" fmla="*/ 0 w 480"/>
                  <a:gd name="T1" fmla="*/ 144 h 144"/>
                  <a:gd name="T2" fmla="*/ 144 w 480"/>
                  <a:gd name="T3" fmla="*/ 144 h 144"/>
                  <a:gd name="T4" fmla="*/ 144 w 480"/>
                  <a:gd name="T5" fmla="*/ 0 h 144"/>
                  <a:gd name="T6" fmla="*/ 336 w 480"/>
                  <a:gd name="T7" fmla="*/ 0 h 144"/>
                  <a:gd name="T8" fmla="*/ 336 w 480"/>
                  <a:gd name="T9" fmla="*/ 144 h 144"/>
                  <a:gd name="T10" fmla="*/ 480 w 480"/>
                  <a:gd name="T11" fmla="*/ 144 h 144"/>
                </a:gdLst>
                <a:ahLst/>
                <a:cxnLst>
                  <a:cxn ang="0">
                    <a:pos x="T0" y="T1"/>
                  </a:cxn>
                  <a:cxn ang="0">
                    <a:pos x="T2" y="T3"/>
                  </a:cxn>
                  <a:cxn ang="0">
                    <a:pos x="T4" y="T5"/>
                  </a:cxn>
                  <a:cxn ang="0">
                    <a:pos x="T6" y="T7"/>
                  </a:cxn>
                  <a:cxn ang="0">
                    <a:pos x="T8" y="T9"/>
                  </a:cxn>
                  <a:cxn ang="0">
                    <a:pos x="T10" y="T11"/>
                  </a:cxn>
                </a:cxnLst>
                <a:rect l="0" t="0" r="r" b="b"/>
                <a:pathLst>
                  <a:path w="480" h="144">
                    <a:moveTo>
                      <a:pt x="0" y="144"/>
                    </a:moveTo>
                    <a:lnTo>
                      <a:pt x="144" y="144"/>
                    </a:lnTo>
                    <a:lnTo>
                      <a:pt x="144" y="0"/>
                    </a:lnTo>
                    <a:lnTo>
                      <a:pt x="336" y="0"/>
                    </a:lnTo>
                    <a:lnTo>
                      <a:pt x="336" y="144"/>
                    </a:lnTo>
                    <a:lnTo>
                      <a:pt x="480" y="144"/>
                    </a:lnTo>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宋体" panose="02010600030101010101" pitchFamily="2" charset="-122"/>
                </a:endParaRPr>
              </a:p>
            </p:txBody>
          </p:sp>
          <p:sp>
            <p:nvSpPr>
              <p:cNvPr id="279598" name="Freeform 52"/>
              <p:cNvSpPr>
                <a:spLocks noChangeArrowheads="1"/>
              </p:cNvSpPr>
              <p:nvPr/>
            </p:nvSpPr>
            <p:spPr bwMode="auto">
              <a:xfrm flipV="1">
                <a:off x="2130" y="3234"/>
                <a:ext cx="480" cy="96"/>
              </a:xfrm>
              <a:custGeom>
                <a:avLst/>
                <a:gdLst>
                  <a:gd name="T0" fmla="*/ 0 w 480"/>
                  <a:gd name="T1" fmla="*/ 144 h 144"/>
                  <a:gd name="T2" fmla="*/ 144 w 480"/>
                  <a:gd name="T3" fmla="*/ 144 h 144"/>
                  <a:gd name="T4" fmla="*/ 144 w 480"/>
                  <a:gd name="T5" fmla="*/ 0 h 144"/>
                  <a:gd name="T6" fmla="*/ 336 w 480"/>
                  <a:gd name="T7" fmla="*/ 0 h 144"/>
                  <a:gd name="T8" fmla="*/ 336 w 480"/>
                  <a:gd name="T9" fmla="*/ 144 h 144"/>
                  <a:gd name="T10" fmla="*/ 480 w 480"/>
                  <a:gd name="T11" fmla="*/ 144 h 144"/>
                </a:gdLst>
                <a:ahLst/>
                <a:cxnLst>
                  <a:cxn ang="0">
                    <a:pos x="T0" y="T1"/>
                  </a:cxn>
                  <a:cxn ang="0">
                    <a:pos x="T2" y="T3"/>
                  </a:cxn>
                  <a:cxn ang="0">
                    <a:pos x="T4" y="T5"/>
                  </a:cxn>
                  <a:cxn ang="0">
                    <a:pos x="T6" y="T7"/>
                  </a:cxn>
                  <a:cxn ang="0">
                    <a:pos x="T8" y="T9"/>
                  </a:cxn>
                  <a:cxn ang="0">
                    <a:pos x="T10" y="T11"/>
                  </a:cxn>
                </a:cxnLst>
                <a:rect l="0" t="0" r="r" b="b"/>
                <a:pathLst>
                  <a:path w="480" h="144">
                    <a:moveTo>
                      <a:pt x="0" y="144"/>
                    </a:moveTo>
                    <a:lnTo>
                      <a:pt x="144" y="144"/>
                    </a:lnTo>
                    <a:lnTo>
                      <a:pt x="144" y="0"/>
                    </a:lnTo>
                    <a:lnTo>
                      <a:pt x="336" y="0"/>
                    </a:lnTo>
                    <a:lnTo>
                      <a:pt x="336" y="144"/>
                    </a:lnTo>
                    <a:lnTo>
                      <a:pt x="480" y="144"/>
                    </a:lnTo>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宋体" panose="02010600030101010101" pitchFamily="2" charset="-122"/>
                </a:endParaRPr>
              </a:p>
            </p:txBody>
          </p:sp>
          <p:sp>
            <p:nvSpPr>
              <p:cNvPr id="279599" name="Freeform 53"/>
              <p:cNvSpPr>
                <a:spLocks noChangeArrowheads="1"/>
              </p:cNvSpPr>
              <p:nvPr/>
            </p:nvSpPr>
            <p:spPr bwMode="auto">
              <a:xfrm flipV="1">
                <a:off x="2592" y="3234"/>
                <a:ext cx="480" cy="96"/>
              </a:xfrm>
              <a:custGeom>
                <a:avLst/>
                <a:gdLst>
                  <a:gd name="T0" fmla="*/ 0 w 480"/>
                  <a:gd name="T1" fmla="*/ 144 h 144"/>
                  <a:gd name="T2" fmla="*/ 144 w 480"/>
                  <a:gd name="T3" fmla="*/ 144 h 144"/>
                  <a:gd name="T4" fmla="*/ 144 w 480"/>
                  <a:gd name="T5" fmla="*/ 0 h 144"/>
                  <a:gd name="T6" fmla="*/ 336 w 480"/>
                  <a:gd name="T7" fmla="*/ 0 h 144"/>
                  <a:gd name="T8" fmla="*/ 336 w 480"/>
                  <a:gd name="T9" fmla="*/ 144 h 144"/>
                  <a:gd name="T10" fmla="*/ 480 w 480"/>
                  <a:gd name="T11" fmla="*/ 144 h 144"/>
                </a:gdLst>
                <a:ahLst/>
                <a:cxnLst>
                  <a:cxn ang="0">
                    <a:pos x="T0" y="T1"/>
                  </a:cxn>
                  <a:cxn ang="0">
                    <a:pos x="T2" y="T3"/>
                  </a:cxn>
                  <a:cxn ang="0">
                    <a:pos x="T4" y="T5"/>
                  </a:cxn>
                  <a:cxn ang="0">
                    <a:pos x="T6" y="T7"/>
                  </a:cxn>
                  <a:cxn ang="0">
                    <a:pos x="T8" y="T9"/>
                  </a:cxn>
                  <a:cxn ang="0">
                    <a:pos x="T10" y="T11"/>
                  </a:cxn>
                </a:cxnLst>
                <a:rect l="0" t="0" r="r" b="b"/>
                <a:pathLst>
                  <a:path w="480" h="144">
                    <a:moveTo>
                      <a:pt x="0" y="144"/>
                    </a:moveTo>
                    <a:lnTo>
                      <a:pt x="144" y="144"/>
                    </a:lnTo>
                    <a:lnTo>
                      <a:pt x="144" y="0"/>
                    </a:lnTo>
                    <a:lnTo>
                      <a:pt x="336" y="0"/>
                    </a:lnTo>
                    <a:lnTo>
                      <a:pt x="336" y="144"/>
                    </a:lnTo>
                    <a:lnTo>
                      <a:pt x="480" y="144"/>
                    </a:lnTo>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宋体" panose="02010600030101010101" pitchFamily="2" charset="-122"/>
                </a:endParaRPr>
              </a:p>
            </p:txBody>
          </p:sp>
          <p:sp>
            <p:nvSpPr>
              <p:cNvPr id="279600" name="Freeform 54"/>
              <p:cNvSpPr>
                <a:spLocks noChangeArrowheads="1"/>
              </p:cNvSpPr>
              <p:nvPr/>
            </p:nvSpPr>
            <p:spPr bwMode="auto">
              <a:xfrm flipV="1">
                <a:off x="3486" y="3234"/>
                <a:ext cx="480" cy="96"/>
              </a:xfrm>
              <a:custGeom>
                <a:avLst/>
                <a:gdLst>
                  <a:gd name="T0" fmla="*/ 0 w 480"/>
                  <a:gd name="T1" fmla="*/ 144 h 144"/>
                  <a:gd name="T2" fmla="*/ 144 w 480"/>
                  <a:gd name="T3" fmla="*/ 144 h 144"/>
                  <a:gd name="T4" fmla="*/ 144 w 480"/>
                  <a:gd name="T5" fmla="*/ 0 h 144"/>
                  <a:gd name="T6" fmla="*/ 336 w 480"/>
                  <a:gd name="T7" fmla="*/ 0 h 144"/>
                  <a:gd name="T8" fmla="*/ 336 w 480"/>
                  <a:gd name="T9" fmla="*/ 144 h 144"/>
                  <a:gd name="T10" fmla="*/ 480 w 480"/>
                  <a:gd name="T11" fmla="*/ 144 h 144"/>
                </a:gdLst>
                <a:ahLst/>
                <a:cxnLst>
                  <a:cxn ang="0">
                    <a:pos x="T0" y="T1"/>
                  </a:cxn>
                  <a:cxn ang="0">
                    <a:pos x="T2" y="T3"/>
                  </a:cxn>
                  <a:cxn ang="0">
                    <a:pos x="T4" y="T5"/>
                  </a:cxn>
                  <a:cxn ang="0">
                    <a:pos x="T6" y="T7"/>
                  </a:cxn>
                  <a:cxn ang="0">
                    <a:pos x="T8" y="T9"/>
                  </a:cxn>
                  <a:cxn ang="0">
                    <a:pos x="T10" y="T11"/>
                  </a:cxn>
                </a:cxnLst>
                <a:rect l="0" t="0" r="r" b="b"/>
                <a:pathLst>
                  <a:path w="480" h="144">
                    <a:moveTo>
                      <a:pt x="0" y="144"/>
                    </a:moveTo>
                    <a:lnTo>
                      <a:pt x="144" y="144"/>
                    </a:lnTo>
                    <a:lnTo>
                      <a:pt x="144" y="0"/>
                    </a:lnTo>
                    <a:lnTo>
                      <a:pt x="336" y="0"/>
                    </a:lnTo>
                    <a:lnTo>
                      <a:pt x="336" y="144"/>
                    </a:lnTo>
                    <a:lnTo>
                      <a:pt x="480" y="144"/>
                    </a:lnTo>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宋体" panose="02010600030101010101" pitchFamily="2" charset="-122"/>
                </a:endParaRPr>
              </a:p>
            </p:txBody>
          </p:sp>
          <p:sp>
            <p:nvSpPr>
              <p:cNvPr id="279601" name="Freeform 55"/>
              <p:cNvSpPr>
                <a:spLocks noChangeArrowheads="1"/>
              </p:cNvSpPr>
              <p:nvPr/>
            </p:nvSpPr>
            <p:spPr bwMode="auto">
              <a:xfrm flipV="1">
                <a:off x="3936" y="3234"/>
                <a:ext cx="480" cy="96"/>
              </a:xfrm>
              <a:custGeom>
                <a:avLst/>
                <a:gdLst>
                  <a:gd name="T0" fmla="*/ 0 w 480"/>
                  <a:gd name="T1" fmla="*/ 144 h 144"/>
                  <a:gd name="T2" fmla="*/ 144 w 480"/>
                  <a:gd name="T3" fmla="*/ 144 h 144"/>
                  <a:gd name="T4" fmla="*/ 144 w 480"/>
                  <a:gd name="T5" fmla="*/ 0 h 144"/>
                  <a:gd name="T6" fmla="*/ 336 w 480"/>
                  <a:gd name="T7" fmla="*/ 0 h 144"/>
                  <a:gd name="T8" fmla="*/ 336 w 480"/>
                  <a:gd name="T9" fmla="*/ 144 h 144"/>
                  <a:gd name="T10" fmla="*/ 480 w 480"/>
                  <a:gd name="T11" fmla="*/ 144 h 144"/>
                </a:gdLst>
                <a:ahLst/>
                <a:cxnLst>
                  <a:cxn ang="0">
                    <a:pos x="T0" y="T1"/>
                  </a:cxn>
                  <a:cxn ang="0">
                    <a:pos x="T2" y="T3"/>
                  </a:cxn>
                  <a:cxn ang="0">
                    <a:pos x="T4" y="T5"/>
                  </a:cxn>
                  <a:cxn ang="0">
                    <a:pos x="T6" y="T7"/>
                  </a:cxn>
                  <a:cxn ang="0">
                    <a:pos x="T8" y="T9"/>
                  </a:cxn>
                  <a:cxn ang="0">
                    <a:pos x="T10" y="T11"/>
                  </a:cxn>
                </a:cxnLst>
                <a:rect l="0" t="0" r="r" b="b"/>
                <a:pathLst>
                  <a:path w="480" h="144">
                    <a:moveTo>
                      <a:pt x="0" y="144"/>
                    </a:moveTo>
                    <a:lnTo>
                      <a:pt x="144" y="144"/>
                    </a:lnTo>
                    <a:lnTo>
                      <a:pt x="144" y="0"/>
                    </a:lnTo>
                    <a:lnTo>
                      <a:pt x="336" y="0"/>
                    </a:lnTo>
                    <a:lnTo>
                      <a:pt x="336" y="144"/>
                    </a:lnTo>
                    <a:lnTo>
                      <a:pt x="480" y="144"/>
                    </a:lnTo>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宋体" panose="02010600030101010101" pitchFamily="2" charset="-122"/>
                </a:endParaRPr>
              </a:p>
            </p:txBody>
          </p:sp>
        </p:grpSp>
        <p:grpSp>
          <p:nvGrpSpPr>
            <p:cNvPr id="279602" name="Group 65"/>
            <p:cNvGrpSpPr>
              <a:grpSpLocks/>
            </p:cNvGrpSpPr>
            <p:nvPr/>
          </p:nvGrpSpPr>
          <p:grpSpPr bwMode="auto">
            <a:xfrm>
              <a:off x="2072017" y="4810021"/>
              <a:ext cx="7483921" cy="690711"/>
              <a:chOff x="1264" y="2804"/>
              <a:chExt cx="4461" cy="258"/>
            </a:xfrm>
          </p:grpSpPr>
          <p:sp>
            <p:nvSpPr>
              <p:cNvPr id="279603" name="Freeform 63"/>
              <p:cNvSpPr>
                <a:spLocks noChangeArrowheads="1"/>
              </p:cNvSpPr>
              <p:nvPr/>
            </p:nvSpPr>
            <p:spPr bwMode="auto">
              <a:xfrm>
                <a:off x="1264" y="2804"/>
                <a:ext cx="2909" cy="258"/>
              </a:xfrm>
              <a:custGeom>
                <a:avLst/>
                <a:gdLst>
                  <a:gd name="T0" fmla="*/ 0 w 2909"/>
                  <a:gd name="T1" fmla="*/ 0 h 258"/>
                  <a:gd name="T2" fmla="*/ 223 w 2909"/>
                  <a:gd name="T3" fmla="*/ 0 h 258"/>
                  <a:gd name="T4" fmla="*/ 223 w 2909"/>
                  <a:gd name="T5" fmla="*/ 258 h 258"/>
                  <a:gd name="T6" fmla="*/ 446 w 2909"/>
                  <a:gd name="T7" fmla="*/ 258 h 258"/>
                  <a:gd name="T8" fmla="*/ 446 w 2909"/>
                  <a:gd name="T9" fmla="*/ 5 h 258"/>
                  <a:gd name="T10" fmla="*/ 681 w 2909"/>
                  <a:gd name="T11" fmla="*/ 5 h 258"/>
                  <a:gd name="T12" fmla="*/ 681 w 2909"/>
                  <a:gd name="T13" fmla="*/ 258 h 258"/>
                  <a:gd name="T14" fmla="*/ 887 w 2909"/>
                  <a:gd name="T15" fmla="*/ 258 h 258"/>
                  <a:gd name="T16" fmla="*/ 887 w 2909"/>
                  <a:gd name="T17" fmla="*/ 0 h 258"/>
                  <a:gd name="T18" fmla="*/ 1111 w 2909"/>
                  <a:gd name="T19" fmla="*/ 0 h 258"/>
                  <a:gd name="T20" fmla="*/ 1111 w 2909"/>
                  <a:gd name="T21" fmla="*/ 258 h 258"/>
                  <a:gd name="T22" fmla="*/ 1340 w 2909"/>
                  <a:gd name="T23" fmla="*/ 258 h 258"/>
                  <a:gd name="T24" fmla="*/ 1340 w 2909"/>
                  <a:gd name="T25" fmla="*/ 0 h 258"/>
                  <a:gd name="T26" fmla="*/ 1563 w 2909"/>
                  <a:gd name="T27" fmla="*/ 0 h 258"/>
                  <a:gd name="T28" fmla="*/ 1563 w 2909"/>
                  <a:gd name="T29" fmla="*/ 258 h 258"/>
                  <a:gd name="T30" fmla="*/ 2010 w 2909"/>
                  <a:gd name="T31" fmla="*/ 258 h 258"/>
                  <a:gd name="T32" fmla="*/ 2010 w 2909"/>
                  <a:gd name="T33" fmla="*/ 0 h 258"/>
                  <a:gd name="T34" fmla="*/ 2245 w 2909"/>
                  <a:gd name="T35" fmla="*/ 0 h 258"/>
                  <a:gd name="T36" fmla="*/ 2245 w 2909"/>
                  <a:gd name="T37" fmla="*/ 258 h 258"/>
                  <a:gd name="T38" fmla="*/ 2462 w 2909"/>
                  <a:gd name="T39" fmla="*/ 258 h 258"/>
                  <a:gd name="T40" fmla="*/ 2462 w 2909"/>
                  <a:gd name="T41" fmla="*/ 0 h 258"/>
                  <a:gd name="T42" fmla="*/ 2686 w 2909"/>
                  <a:gd name="T43" fmla="*/ 0 h 258"/>
                  <a:gd name="T44" fmla="*/ 2686 w 2909"/>
                  <a:gd name="T45" fmla="*/ 258 h 258"/>
                  <a:gd name="T46" fmla="*/ 2909 w 2909"/>
                  <a:gd name="T47" fmla="*/ 258 h 258"/>
                  <a:gd name="T48" fmla="*/ 2909 w 2909"/>
                  <a:gd name="T49" fmla="*/ 0 h 2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909" h="258">
                    <a:moveTo>
                      <a:pt x="0" y="0"/>
                    </a:moveTo>
                    <a:lnTo>
                      <a:pt x="223" y="0"/>
                    </a:lnTo>
                    <a:lnTo>
                      <a:pt x="223" y="258"/>
                    </a:lnTo>
                    <a:lnTo>
                      <a:pt x="446" y="258"/>
                    </a:lnTo>
                    <a:lnTo>
                      <a:pt x="446" y="5"/>
                    </a:lnTo>
                    <a:lnTo>
                      <a:pt x="681" y="5"/>
                    </a:lnTo>
                    <a:lnTo>
                      <a:pt x="681" y="258"/>
                    </a:lnTo>
                    <a:lnTo>
                      <a:pt x="887" y="258"/>
                    </a:lnTo>
                    <a:lnTo>
                      <a:pt x="887" y="0"/>
                    </a:lnTo>
                    <a:lnTo>
                      <a:pt x="1111" y="0"/>
                    </a:lnTo>
                    <a:lnTo>
                      <a:pt x="1111" y="258"/>
                    </a:lnTo>
                    <a:lnTo>
                      <a:pt x="1340" y="258"/>
                    </a:lnTo>
                    <a:lnTo>
                      <a:pt x="1340" y="0"/>
                    </a:lnTo>
                    <a:lnTo>
                      <a:pt x="1563" y="0"/>
                    </a:lnTo>
                    <a:lnTo>
                      <a:pt x="1563" y="258"/>
                    </a:lnTo>
                    <a:lnTo>
                      <a:pt x="2010" y="258"/>
                    </a:lnTo>
                    <a:lnTo>
                      <a:pt x="2010" y="0"/>
                    </a:lnTo>
                    <a:lnTo>
                      <a:pt x="2245" y="0"/>
                    </a:lnTo>
                    <a:lnTo>
                      <a:pt x="2245" y="258"/>
                    </a:lnTo>
                    <a:lnTo>
                      <a:pt x="2462" y="258"/>
                    </a:lnTo>
                    <a:lnTo>
                      <a:pt x="2462" y="0"/>
                    </a:lnTo>
                    <a:lnTo>
                      <a:pt x="2686" y="0"/>
                    </a:lnTo>
                    <a:lnTo>
                      <a:pt x="2686" y="258"/>
                    </a:lnTo>
                    <a:lnTo>
                      <a:pt x="2909" y="258"/>
                    </a:lnTo>
                    <a:lnTo>
                      <a:pt x="2909" y="0"/>
                    </a:lnTo>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宋体" panose="02010600030101010101" pitchFamily="2" charset="-122"/>
                </a:endParaRPr>
              </a:p>
            </p:txBody>
          </p:sp>
          <p:sp>
            <p:nvSpPr>
              <p:cNvPr id="279604" name="Freeform 64"/>
              <p:cNvSpPr>
                <a:spLocks noChangeArrowheads="1"/>
              </p:cNvSpPr>
              <p:nvPr/>
            </p:nvSpPr>
            <p:spPr bwMode="auto">
              <a:xfrm>
                <a:off x="4173" y="2804"/>
                <a:ext cx="1552" cy="258"/>
              </a:xfrm>
              <a:custGeom>
                <a:avLst/>
                <a:gdLst>
                  <a:gd name="T0" fmla="*/ 0 w 1552"/>
                  <a:gd name="T1" fmla="*/ 0 h 258"/>
                  <a:gd name="T2" fmla="*/ 453 w 1552"/>
                  <a:gd name="T3" fmla="*/ 0 h 258"/>
                  <a:gd name="T4" fmla="*/ 453 w 1552"/>
                  <a:gd name="T5" fmla="*/ 258 h 258"/>
                  <a:gd name="T6" fmla="*/ 905 w 1552"/>
                  <a:gd name="T7" fmla="*/ 258 h 258"/>
                  <a:gd name="T8" fmla="*/ 905 w 1552"/>
                  <a:gd name="T9" fmla="*/ 0 h 258"/>
                  <a:gd name="T10" fmla="*/ 1329 w 1552"/>
                  <a:gd name="T11" fmla="*/ 0 h 258"/>
                  <a:gd name="T12" fmla="*/ 1329 w 1552"/>
                  <a:gd name="T13" fmla="*/ 258 h 258"/>
                  <a:gd name="T14" fmla="*/ 1552 w 1552"/>
                  <a:gd name="T15" fmla="*/ 258 h 25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52" h="258">
                    <a:moveTo>
                      <a:pt x="0" y="0"/>
                    </a:moveTo>
                    <a:lnTo>
                      <a:pt x="453" y="0"/>
                    </a:lnTo>
                    <a:lnTo>
                      <a:pt x="453" y="258"/>
                    </a:lnTo>
                    <a:lnTo>
                      <a:pt x="905" y="258"/>
                    </a:lnTo>
                    <a:lnTo>
                      <a:pt x="905" y="0"/>
                    </a:lnTo>
                    <a:lnTo>
                      <a:pt x="1329" y="0"/>
                    </a:lnTo>
                    <a:lnTo>
                      <a:pt x="1329" y="258"/>
                    </a:lnTo>
                    <a:lnTo>
                      <a:pt x="1552" y="258"/>
                    </a:lnTo>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宋体" panose="02010600030101010101" pitchFamily="2" charset="-122"/>
                </a:endParaRPr>
              </a:p>
            </p:txBody>
          </p:sp>
        </p:grpSp>
        <p:sp>
          <p:nvSpPr>
            <p:cNvPr id="279605" name="Rectangle 68"/>
            <p:cNvSpPr>
              <a:spLocks noChangeArrowheads="1"/>
            </p:cNvSpPr>
            <p:nvPr/>
          </p:nvSpPr>
          <p:spPr bwMode="auto">
            <a:xfrm>
              <a:off x="612316" y="4760808"/>
              <a:ext cx="1420262" cy="8284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r"/>
              <a:r>
                <a:rPr lang="zh-CN" altLang="en-US" sz="2400" b="1">
                  <a:solidFill>
                    <a:srgbClr val="000099"/>
                  </a:solidFill>
                  <a:ea typeface="黑体" panose="02010609060101010101" pitchFamily="49" charset="-122"/>
                </a:rPr>
                <a:t>差分</a:t>
              </a:r>
              <a:endParaRPr lang="en-US" altLang="zh-CN" sz="2400" b="1">
                <a:solidFill>
                  <a:srgbClr val="000099"/>
                </a:solidFill>
                <a:ea typeface="黑体" panose="02010609060101010101" pitchFamily="49" charset="-122"/>
              </a:endParaRPr>
            </a:p>
            <a:p>
              <a:pPr algn="r"/>
              <a:r>
                <a:rPr lang="zh-CN" altLang="en-US" sz="2400" b="1">
                  <a:solidFill>
                    <a:srgbClr val="000099"/>
                  </a:solidFill>
                  <a:ea typeface="黑体" panose="02010609060101010101" pitchFamily="49" charset="-122"/>
                </a:rPr>
                <a:t>曼彻斯特</a:t>
              </a:r>
            </a:p>
          </p:txBody>
        </p:sp>
        <p:sp>
          <p:nvSpPr>
            <p:cNvPr id="279606" name="Rectangle 69"/>
            <p:cNvSpPr>
              <a:spLocks noChangeArrowheads="1"/>
            </p:cNvSpPr>
            <p:nvPr/>
          </p:nvSpPr>
          <p:spPr bwMode="auto">
            <a:xfrm>
              <a:off x="666816" y="3208850"/>
              <a:ext cx="1365762" cy="45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r"/>
              <a:r>
                <a:rPr lang="zh-CN" altLang="en-US" sz="2400" b="1">
                  <a:solidFill>
                    <a:srgbClr val="000099"/>
                  </a:solidFill>
                  <a:ea typeface="黑体" panose="02010609060101010101" pitchFamily="49" charset="-122"/>
                </a:rPr>
                <a:t>归零制</a:t>
              </a:r>
            </a:p>
          </p:txBody>
        </p:sp>
        <p:cxnSp>
          <p:nvCxnSpPr>
            <p:cNvPr id="279607" name="直接连接符 59"/>
            <p:cNvCxnSpPr>
              <a:cxnSpLocks noChangeShapeType="1"/>
            </p:cNvCxnSpPr>
            <p:nvPr/>
          </p:nvCxnSpPr>
          <p:spPr bwMode="auto">
            <a:xfrm>
              <a:off x="2060839" y="5167044"/>
              <a:ext cx="7495099" cy="0"/>
            </a:xfrm>
            <a:prstGeom prst="line">
              <a:avLst/>
            </a:prstGeom>
            <a:noFill/>
            <a:ln w="12700">
              <a:solidFill>
                <a:schemeClr val="tx1"/>
              </a:solidFill>
              <a:round/>
              <a:headEnd/>
              <a:tailEnd/>
            </a:ln>
          </p:spPr>
        </p:cxnSp>
        <p:cxnSp>
          <p:nvCxnSpPr>
            <p:cNvPr id="279608" name="直接连接符 60"/>
            <p:cNvCxnSpPr>
              <a:cxnSpLocks noChangeShapeType="1"/>
            </p:cNvCxnSpPr>
            <p:nvPr/>
          </p:nvCxnSpPr>
          <p:spPr bwMode="auto">
            <a:xfrm>
              <a:off x="2060839" y="4333919"/>
              <a:ext cx="7495099" cy="0"/>
            </a:xfrm>
            <a:prstGeom prst="line">
              <a:avLst/>
            </a:prstGeom>
            <a:noFill/>
            <a:ln w="12700">
              <a:solidFill>
                <a:schemeClr val="tx1"/>
              </a:solidFill>
              <a:round/>
              <a:headEnd/>
              <a:tailEnd/>
            </a:ln>
          </p:spPr>
        </p:cxnSp>
        <p:cxnSp>
          <p:nvCxnSpPr>
            <p:cNvPr id="279609" name="直接连接符 61"/>
            <p:cNvCxnSpPr>
              <a:cxnSpLocks noChangeShapeType="1"/>
            </p:cNvCxnSpPr>
            <p:nvPr/>
          </p:nvCxnSpPr>
          <p:spPr bwMode="auto">
            <a:xfrm>
              <a:off x="2060839" y="3422871"/>
              <a:ext cx="7495099" cy="0"/>
            </a:xfrm>
            <a:prstGeom prst="line">
              <a:avLst/>
            </a:prstGeom>
            <a:noFill/>
            <a:ln w="12700">
              <a:solidFill>
                <a:schemeClr val="tx1"/>
              </a:solidFill>
              <a:round/>
              <a:headEnd/>
              <a:tailEnd/>
            </a:ln>
          </p:spPr>
        </p:cxnSp>
        <p:cxnSp>
          <p:nvCxnSpPr>
            <p:cNvPr id="279610" name="直接连接符 62"/>
            <p:cNvCxnSpPr>
              <a:cxnSpLocks noChangeShapeType="1"/>
            </p:cNvCxnSpPr>
            <p:nvPr/>
          </p:nvCxnSpPr>
          <p:spPr bwMode="auto">
            <a:xfrm>
              <a:off x="2060839" y="2505690"/>
              <a:ext cx="7495099" cy="0"/>
            </a:xfrm>
            <a:prstGeom prst="line">
              <a:avLst/>
            </a:prstGeom>
            <a:noFill/>
            <a:ln w="12700">
              <a:solidFill>
                <a:schemeClr val="tx1"/>
              </a:solidFill>
              <a:round/>
              <a:headEnd/>
              <a:tailEnd/>
            </a:ln>
          </p:spPr>
        </p:cxnSp>
        <p:sp>
          <p:nvSpPr>
            <p:cNvPr id="279611" name="Line 41"/>
            <p:cNvSpPr>
              <a:spLocks noChangeShapeType="1"/>
            </p:cNvSpPr>
            <p:nvPr/>
          </p:nvSpPr>
          <p:spPr bwMode="auto">
            <a:xfrm flipV="1">
              <a:off x="9541651" y="1402285"/>
              <a:ext cx="14287" cy="4100972"/>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sz="2400" b="1">
                <a:ea typeface="宋体" panose="02010600030101010101" pitchFamily="2" charset="-122"/>
              </a:endParaRPr>
            </a:p>
          </p:txBody>
        </p:sp>
      </p:grpSp>
      <p:sp>
        <p:nvSpPr>
          <p:cNvPr id="279612" name="矩形 67"/>
          <p:cNvSpPr>
            <a:spLocks noChangeArrowheads="1"/>
          </p:cNvSpPr>
          <p:nvPr/>
        </p:nvSpPr>
        <p:spPr bwMode="auto">
          <a:xfrm>
            <a:off x="2997200" y="5775325"/>
            <a:ext cx="497998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r>
              <a:rPr lang="zh-CN" altLang="zh-CN" sz="2400" b="1">
                <a:ea typeface="黑体" panose="02010609060101010101" pitchFamily="49" charset="-122"/>
              </a:rPr>
              <a:t>数字信号常用的编码方式</a:t>
            </a:r>
            <a:endParaRPr lang="zh-CN" altLang="en-US" sz="2400" b="1">
              <a:ea typeface="黑体" panose="02010609060101010101" pitchFamily="49" charset="-122"/>
            </a:endParaRPr>
          </a:p>
        </p:txBody>
      </p:sp>
      <p:sp>
        <p:nvSpPr>
          <p:cNvPr id="279613" name="灯片编号占位符 21"/>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4513462C-3B43-4F6C-8275-385AB986C411}" type="slidenum">
              <a:rPr lang="zh-CN" altLang="en-US" smtClean="0"/>
              <a:pPr eaLnBrk="1" hangingPunct="1"/>
              <a:t>12</a:t>
            </a:fld>
            <a:endParaRPr lang="en-US" altLang="zh-CN" smtClean="0"/>
          </a:p>
        </p:txBody>
      </p:sp>
      <p:sp>
        <p:nvSpPr>
          <p:cNvPr id="279614" name="页脚占位符 56"/>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0577" name="标题 2"/>
          <p:cNvSpPr>
            <a:spLocks noGrp="1" noChangeArrowheads="1"/>
          </p:cNvSpPr>
          <p:nvPr>
            <p:ph type="title"/>
          </p:nvPr>
        </p:nvSpPr>
        <p:spPr>
          <a:xfrm>
            <a:off x="495300" y="188913"/>
            <a:ext cx="9066213" cy="792162"/>
          </a:xfrm>
        </p:spPr>
        <p:txBody>
          <a:bodyPr/>
          <a:lstStyle/>
          <a:p>
            <a:pPr algn="ctr"/>
            <a:r>
              <a:rPr lang="en-US" altLang="zh-CN" smtClean="0">
                <a:ea typeface="黑体" panose="02010609060101010101" pitchFamily="49" charset="-122"/>
              </a:rPr>
              <a:t>(1) </a:t>
            </a:r>
            <a:r>
              <a:rPr lang="zh-CN" altLang="en-US" smtClean="0">
                <a:ea typeface="黑体" panose="02010609060101010101" pitchFamily="49" charset="-122"/>
              </a:rPr>
              <a:t>常用编码方式</a:t>
            </a:r>
          </a:p>
        </p:txBody>
      </p:sp>
      <p:sp>
        <p:nvSpPr>
          <p:cNvPr id="280578" name="内容占位符 3"/>
          <p:cNvSpPr>
            <a:spLocks noGrp="1" noChangeArrowheads="1"/>
          </p:cNvSpPr>
          <p:nvPr>
            <p:ph idx="1"/>
          </p:nvPr>
        </p:nvSpPr>
        <p:spPr>
          <a:xfrm>
            <a:off x="495300" y="1196975"/>
            <a:ext cx="9066213" cy="4933950"/>
          </a:xfrm>
        </p:spPr>
        <p:txBody>
          <a:bodyPr/>
          <a:lstStyle/>
          <a:p>
            <a:r>
              <a:rPr lang="zh-CN" altLang="zh-CN" dirty="0" smtClean="0">
                <a:ea typeface="黑体" panose="02010609060101010101" pitchFamily="49" charset="-122"/>
              </a:rPr>
              <a:t>从信号波形中可以看出，曼彻斯特</a:t>
            </a:r>
            <a:r>
              <a:rPr lang="en-US" altLang="zh-CN" dirty="0" smtClean="0">
                <a:ea typeface="黑体" panose="02010609060101010101" pitchFamily="49" charset="-122"/>
              </a:rPr>
              <a:t> (Manchester) </a:t>
            </a:r>
            <a:r>
              <a:rPr lang="zh-CN" altLang="zh-CN" dirty="0" smtClean="0">
                <a:ea typeface="黑体" panose="02010609060101010101" pitchFamily="49" charset="-122"/>
              </a:rPr>
              <a:t>编码</a:t>
            </a:r>
            <a:r>
              <a:rPr lang="zh-CN" altLang="en-US" dirty="0" smtClean="0">
                <a:ea typeface="黑体" panose="02010609060101010101" pitchFamily="49" charset="-122"/>
              </a:rPr>
              <a:t>和差分</a:t>
            </a:r>
            <a:r>
              <a:rPr lang="zh-CN" altLang="zh-CN" dirty="0" smtClean="0">
                <a:ea typeface="黑体" panose="02010609060101010101" pitchFamily="49" charset="-122"/>
              </a:rPr>
              <a:t>曼彻斯特</a:t>
            </a:r>
            <a:r>
              <a:rPr lang="zh-CN" altLang="en-US" dirty="0" smtClean="0">
                <a:ea typeface="黑体" panose="02010609060101010101" pitchFamily="49" charset="-122"/>
              </a:rPr>
              <a:t>编码</a:t>
            </a:r>
            <a:r>
              <a:rPr lang="zh-CN" altLang="zh-CN" dirty="0" smtClean="0">
                <a:ea typeface="黑体" panose="02010609060101010101" pitchFamily="49" charset="-122"/>
              </a:rPr>
              <a:t>产生的信号频率比不归零制高。</a:t>
            </a:r>
            <a:endParaRPr lang="en-US" altLang="zh-CN" dirty="0" smtClean="0">
              <a:ea typeface="黑体" panose="02010609060101010101" pitchFamily="49" charset="-122"/>
            </a:endParaRPr>
          </a:p>
          <a:p>
            <a:r>
              <a:rPr lang="zh-CN" altLang="zh-CN" dirty="0" smtClean="0">
                <a:ea typeface="黑体" panose="02010609060101010101" pitchFamily="49" charset="-122"/>
              </a:rPr>
              <a:t>从自同步能力来看，不归零制不能从信号波形本身中提取信号时钟频率（这叫</a:t>
            </a:r>
            <a:r>
              <a:rPr lang="zh-CN" altLang="en-US" dirty="0" smtClean="0">
                <a:ea typeface="黑体" panose="02010609060101010101" pitchFamily="49" charset="-122"/>
              </a:rPr>
              <a:t>作</a:t>
            </a:r>
            <a:r>
              <a:rPr lang="zh-CN" altLang="zh-CN" dirty="0" smtClean="0">
                <a:ea typeface="黑体" panose="02010609060101010101" pitchFamily="49" charset="-122"/>
              </a:rPr>
              <a:t>没有自同步能力），</a:t>
            </a:r>
            <a:r>
              <a:rPr lang="zh-CN" altLang="zh-CN" dirty="0" smtClean="0">
                <a:solidFill>
                  <a:srgbClr val="0000FF"/>
                </a:solidFill>
                <a:ea typeface="黑体" panose="02010609060101010101" pitchFamily="49" charset="-122"/>
              </a:rPr>
              <a:t>而曼彻斯特编码</a:t>
            </a:r>
            <a:r>
              <a:rPr lang="zh-CN" altLang="en-US" dirty="0" smtClean="0">
                <a:solidFill>
                  <a:srgbClr val="0000FF"/>
                </a:solidFill>
                <a:ea typeface="黑体" panose="02010609060101010101" pitchFamily="49" charset="-122"/>
              </a:rPr>
              <a:t>和差分</a:t>
            </a:r>
            <a:r>
              <a:rPr lang="zh-CN" altLang="zh-CN" dirty="0" smtClean="0">
                <a:solidFill>
                  <a:srgbClr val="0000FF"/>
                </a:solidFill>
                <a:ea typeface="黑体" panose="02010609060101010101" pitchFamily="49" charset="-122"/>
              </a:rPr>
              <a:t>曼彻斯特</a:t>
            </a:r>
            <a:r>
              <a:rPr lang="zh-CN" altLang="en-US" dirty="0" smtClean="0">
                <a:solidFill>
                  <a:srgbClr val="0000FF"/>
                </a:solidFill>
                <a:ea typeface="黑体" panose="02010609060101010101" pitchFamily="49" charset="-122"/>
              </a:rPr>
              <a:t>编码</a:t>
            </a:r>
            <a:r>
              <a:rPr lang="zh-CN" altLang="zh-CN" dirty="0" smtClean="0">
                <a:solidFill>
                  <a:srgbClr val="0000FF"/>
                </a:solidFill>
                <a:ea typeface="黑体" panose="02010609060101010101" pitchFamily="49" charset="-122"/>
              </a:rPr>
              <a:t>具有</a:t>
            </a:r>
            <a:r>
              <a:rPr lang="zh-CN" altLang="zh-CN" dirty="0" smtClean="0">
                <a:solidFill>
                  <a:srgbClr val="FF0000"/>
                </a:solidFill>
                <a:ea typeface="黑体" panose="02010609060101010101" pitchFamily="49" charset="-122"/>
              </a:rPr>
              <a:t>自同步能力。</a:t>
            </a:r>
          </a:p>
          <a:p>
            <a:endParaRPr lang="zh-CN" altLang="en-US" dirty="0" smtClean="0">
              <a:ea typeface="黑体" panose="02010609060101010101" pitchFamily="49" charset="-122"/>
            </a:endParaRPr>
          </a:p>
        </p:txBody>
      </p:sp>
      <p:sp>
        <p:nvSpPr>
          <p:cNvPr id="280579"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0A8FC09D-DE34-4BC2-B8B0-7F7EC91CC392}" type="slidenum">
              <a:rPr lang="zh-CN" altLang="en-US" smtClean="0"/>
              <a:pPr eaLnBrk="1" hangingPunct="1"/>
              <a:t>13</a:t>
            </a:fld>
            <a:endParaRPr lang="en-US" altLang="zh-CN" smtClean="0"/>
          </a:p>
        </p:txBody>
      </p:sp>
      <p:sp>
        <p:nvSpPr>
          <p:cNvPr id="280580" name="页脚占位符 6"/>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1601" name="Rectangle 2"/>
          <p:cNvSpPr>
            <a:spLocks noGrp="1" noChangeArrowheads="1"/>
          </p:cNvSpPr>
          <p:nvPr>
            <p:ph type="title"/>
          </p:nvPr>
        </p:nvSpPr>
        <p:spPr>
          <a:xfrm>
            <a:off x="495300" y="188913"/>
            <a:ext cx="9066213" cy="792162"/>
          </a:xfrm>
        </p:spPr>
        <p:txBody>
          <a:bodyPr/>
          <a:lstStyle/>
          <a:p>
            <a:pPr algn="ctr"/>
            <a:r>
              <a:rPr lang="en-US" altLang="zh-CN" smtClean="0">
                <a:ea typeface="黑体" panose="02010609060101010101" pitchFamily="49" charset="-122"/>
              </a:rPr>
              <a:t>(2) </a:t>
            </a:r>
            <a:r>
              <a:rPr lang="zh-CN" altLang="en-US" smtClean="0">
                <a:ea typeface="黑体" panose="02010609060101010101" pitchFamily="49" charset="-122"/>
              </a:rPr>
              <a:t>基本的带通调制方法</a:t>
            </a:r>
          </a:p>
        </p:txBody>
      </p:sp>
      <p:sp>
        <p:nvSpPr>
          <p:cNvPr id="246787" name="Rectangle 3"/>
          <p:cNvSpPr>
            <a:spLocks noGrp="1" noChangeArrowheads="1"/>
          </p:cNvSpPr>
          <p:nvPr>
            <p:ph idx="1"/>
          </p:nvPr>
        </p:nvSpPr>
        <p:spPr>
          <a:xfrm>
            <a:off x="495300" y="1196975"/>
            <a:ext cx="9066213" cy="4933950"/>
          </a:xfrm>
        </p:spPr>
        <p:txBody>
          <a:bodyPr/>
          <a:lstStyle/>
          <a:p>
            <a:r>
              <a:rPr lang="zh-CN" altLang="en-US" sz="2800" dirty="0" smtClean="0">
                <a:ea typeface="黑体" panose="02010609060101010101" pitchFamily="49" charset="-122"/>
              </a:rPr>
              <a:t>基带信号往往包含有较多的低频成分，甚至有直流成分，而许多信道并不能传输这种低频分量或直流分量。为了解决这一问题，就必须对基带信号进行</a:t>
            </a:r>
            <a:r>
              <a:rPr lang="zh-CN" altLang="en-US" sz="2800" dirty="0" smtClean="0">
                <a:solidFill>
                  <a:srgbClr val="FF0000"/>
                </a:solidFill>
                <a:ea typeface="黑体" panose="02010609060101010101" pitchFamily="49" charset="-122"/>
              </a:rPr>
              <a:t>调制 </a:t>
            </a:r>
            <a:r>
              <a:rPr lang="en-US" altLang="zh-CN" sz="2800" dirty="0" smtClean="0">
                <a:ea typeface="黑体" panose="02010609060101010101" pitchFamily="49" charset="-122"/>
              </a:rPr>
              <a:t>(modulation)</a:t>
            </a:r>
            <a:r>
              <a:rPr lang="zh-CN" altLang="en-US" sz="2800" dirty="0" smtClean="0">
                <a:ea typeface="黑体" panose="02010609060101010101" pitchFamily="49" charset="-122"/>
              </a:rPr>
              <a:t>。 </a:t>
            </a:r>
          </a:p>
          <a:p>
            <a:r>
              <a:rPr lang="zh-CN" altLang="en-US" sz="2800" dirty="0" smtClean="0">
                <a:ea typeface="黑体" panose="02010609060101010101" pitchFamily="49" charset="-122"/>
              </a:rPr>
              <a:t>最基本的</a:t>
            </a:r>
            <a:r>
              <a:rPr lang="zh-CN" altLang="en-US" sz="2800" dirty="0" smtClean="0">
                <a:solidFill>
                  <a:srgbClr val="FF0000"/>
                </a:solidFill>
                <a:ea typeface="黑体" panose="02010609060101010101" pitchFamily="49" charset="-122"/>
              </a:rPr>
              <a:t>二元制</a:t>
            </a:r>
            <a:r>
              <a:rPr lang="zh-CN" altLang="en-US" sz="2800" dirty="0" smtClean="0">
                <a:ea typeface="黑体" panose="02010609060101010101" pitchFamily="49" charset="-122"/>
              </a:rPr>
              <a:t>调制方法有以下几种：</a:t>
            </a:r>
          </a:p>
          <a:p>
            <a:pPr lvl="1"/>
            <a:r>
              <a:rPr lang="zh-CN" altLang="en-US" u="sng" dirty="0" smtClean="0">
                <a:solidFill>
                  <a:srgbClr val="FF0000"/>
                </a:solidFill>
                <a:ea typeface="黑体" panose="02010609060101010101" pitchFamily="49" charset="-122"/>
              </a:rPr>
              <a:t>调幅</a:t>
            </a:r>
            <a:r>
              <a:rPr lang="en-US" altLang="zh-CN" u="sng" dirty="0" smtClean="0">
                <a:solidFill>
                  <a:srgbClr val="FF0000"/>
                </a:solidFill>
                <a:ea typeface="黑体" panose="02010609060101010101" pitchFamily="49" charset="-122"/>
              </a:rPr>
              <a:t>(</a:t>
            </a:r>
            <a:r>
              <a:rPr lang="en-US" altLang="zh-CN" u="sng" dirty="0" smtClean="0">
                <a:solidFill>
                  <a:srgbClr val="FF0000"/>
                </a:solidFill>
                <a:ea typeface="黑体" panose="02010609060101010101" pitchFamily="49" charset="-122"/>
              </a:rPr>
              <a:t>Amplitude Modulation)</a:t>
            </a:r>
            <a:r>
              <a:rPr lang="zh-CN" altLang="en-US" dirty="0" smtClean="0">
                <a:solidFill>
                  <a:srgbClr val="FF0000"/>
                </a:solidFill>
                <a:ea typeface="黑体" panose="02010609060101010101" pitchFamily="49" charset="-122"/>
              </a:rPr>
              <a:t>：</a:t>
            </a:r>
            <a:r>
              <a:rPr lang="zh-CN" altLang="en-US" dirty="0" smtClean="0">
                <a:ea typeface="黑体" panose="02010609060101010101" pitchFamily="49" charset="-122"/>
              </a:rPr>
              <a:t>载波的振幅随基带数字信号而变化。 </a:t>
            </a:r>
          </a:p>
          <a:p>
            <a:pPr lvl="1"/>
            <a:r>
              <a:rPr lang="zh-CN" altLang="en-US" u="sng" dirty="0" smtClean="0">
                <a:solidFill>
                  <a:srgbClr val="FF0000"/>
                </a:solidFill>
                <a:ea typeface="黑体" panose="02010609060101010101" pitchFamily="49" charset="-122"/>
              </a:rPr>
              <a:t>调频</a:t>
            </a:r>
            <a:r>
              <a:rPr lang="en-US" altLang="zh-CN" u="sng" dirty="0" smtClean="0">
                <a:solidFill>
                  <a:srgbClr val="FF0000"/>
                </a:solidFill>
                <a:ea typeface="黑体" panose="02010609060101010101" pitchFamily="49" charset="-122"/>
              </a:rPr>
              <a:t>(</a:t>
            </a:r>
            <a:r>
              <a:rPr lang="en-US" altLang="zh-CN" u="sng" dirty="0" smtClean="0">
                <a:solidFill>
                  <a:srgbClr val="FF0000"/>
                </a:solidFill>
                <a:ea typeface="黑体" panose="02010609060101010101" pitchFamily="49" charset="-122"/>
              </a:rPr>
              <a:t>Frequency Modulation)</a:t>
            </a:r>
            <a:r>
              <a:rPr lang="zh-CN" altLang="en-US" dirty="0" smtClean="0">
                <a:solidFill>
                  <a:srgbClr val="FF0000"/>
                </a:solidFill>
                <a:ea typeface="黑体" panose="02010609060101010101" pitchFamily="49" charset="-122"/>
              </a:rPr>
              <a:t>：</a:t>
            </a:r>
            <a:r>
              <a:rPr lang="zh-CN" altLang="en-US" dirty="0" smtClean="0">
                <a:ea typeface="黑体" panose="02010609060101010101" pitchFamily="49" charset="-122"/>
              </a:rPr>
              <a:t>载波的频率随基带数字信号而变化。</a:t>
            </a:r>
          </a:p>
          <a:p>
            <a:pPr lvl="1"/>
            <a:r>
              <a:rPr lang="zh-CN" altLang="en-US" dirty="0" smtClean="0">
                <a:solidFill>
                  <a:srgbClr val="FF0000"/>
                </a:solidFill>
                <a:ea typeface="黑体" panose="02010609060101010101" pitchFamily="49" charset="-122"/>
              </a:rPr>
              <a:t>调相</a:t>
            </a:r>
            <a:r>
              <a:rPr lang="en-US" altLang="zh-CN" dirty="0" smtClean="0">
                <a:solidFill>
                  <a:srgbClr val="FF0000"/>
                </a:solidFill>
                <a:ea typeface="黑体" panose="02010609060101010101" pitchFamily="49" charset="-122"/>
              </a:rPr>
              <a:t>(</a:t>
            </a:r>
            <a:r>
              <a:rPr lang="en-US" altLang="zh-CN" dirty="0" smtClean="0">
                <a:solidFill>
                  <a:srgbClr val="FF0000"/>
                </a:solidFill>
                <a:ea typeface="黑体" panose="02010609060101010101" pitchFamily="49" charset="-122"/>
              </a:rPr>
              <a:t>Phase Modulation) </a:t>
            </a:r>
            <a:r>
              <a:rPr lang="zh-CN" altLang="en-US" dirty="0" smtClean="0">
                <a:solidFill>
                  <a:srgbClr val="FF0000"/>
                </a:solidFill>
                <a:ea typeface="黑体" panose="02010609060101010101" pitchFamily="49" charset="-122"/>
              </a:rPr>
              <a:t>：</a:t>
            </a:r>
            <a:r>
              <a:rPr lang="zh-CN" altLang="en-US" dirty="0" smtClean="0">
                <a:ea typeface="黑体" panose="02010609060101010101" pitchFamily="49" charset="-122"/>
              </a:rPr>
              <a:t>载波的初始相位随基带数字信号而变化。  </a:t>
            </a:r>
          </a:p>
        </p:txBody>
      </p:sp>
      <p:sp>
        <p:nvSpPr>
          <p:cNvPr id="281603"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E9435B51-75F9-46D9-926B-E3BA4077B23A}" type="slidenum">
              <a:rPr lang="zh-CN" altLang="en-US" smtClean="0"/>
              <a:pPr eaLnBrk="1" hangingPunct="1"/>
              <a:t>14</a:t>
            </a:fld>
            <a:endParaRPr lang="en-US" altLang="zh-CN" smtClean="0"/>
          </a:p>
        </p:txBody>
      </p:sp>
      <p:sp>
        <p:nvSpPr>
          <p:cNvPr id="281604"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46787">
                                            <p:txEl>
                                              <p:pRg st="1" end="1"/>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46787">
                                            <p:txEl>
                                              <p:pRg st="2" end="2"/>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46787">
                                            <p:txEl>
                                              <p:pRg st="3" end="3"/>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4678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6787"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3649" name="Rectangle 2"/>
          <p:cNvSpPr>
            <a:spLocks noGrp="1" noChangeArrowheads="1"/>
          </p:cNvSpPr>
          <p:nvPr>
            <p:ph type="title"/>
          </p:nvPr>
        </p:nvSpPr>
        <p:spPr/>
        <p:txBody>
          <a:bodyPr/>
          <a:lstStyle/>
          <a:p>
            <a:pPr algn="ctr"/>
            <a:r>
              <a:rPr lang="en-US" altLang="zh-CN" smtClean="0">
                <a:ea typeface="黑体" panose="02010609060101010101" pitchFamily="49" charset="-122"/>
              </a:rPr>
              <a:t>(2) </a:t>
            </a:r>
            <a:r>
              <a:rPr lang="zh-CN" altLang="en-US" smtClean="0">
                <a:ea typeface="黑体" panose="02010609060101010101" pitchFamily="49" charset="-122"/>
              </a:rPr>
              <a:t>基本的带通调制方法</a:t>
            </a:r>
          </a:p>
        </p:txBody>
      </p:sp>
      <p:grpSp>
        <p:nvGrpSpPr>
          <p:cNvPr id="283650" name="组合 6"/>
          <p:cNvGrpSpPr>
            <a:grpSpLocks/>
          </p:cNvGrpSpPr>
          <p:nvPr/>
        </p:nvGrpSpPr>
        <p:grpSpPr bwMode="auto">
          <a:xfrm>
            <a:off x="344488" y="1341438"/>
            <a:ext cx="9217025" cy="4048125"/>
            <a:chOff x="200472" y="1412776"/>
            <a:chExt cx="9217024" cy="4048125"/>
          </a:xfrm>
        </p:grpSpPr>
        <p:sp>
          <p:nvSpPr>
            <p:cNvPr id="283651" name="Rectangle 3"/>
            <p:cNvSpPr>
              <a:spLocks noChangeArrowheads="1"/>
            </p:cNvSpPr>
            <p:nvPr/>
          </p:nvSpPr>
          <p:spPr bwMode="auto">
            <a:xfrm>
              <a:off x="2053794" y="1520727"/>
              <a:ext cx="354265" cy="45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400" b="1">
                  <a:solidFill>
                    <a:srgbClr val="000099"/>
                  </a:solidFill>
                  <a:ea typeface="黑体" panose="02010609060101010101" pitchFamily="49" charset="-122"/>
                </a:rPr>
                <a:t>0</a:t>
              </a:r>
            </a:p>
          </p:txBody>
        </p:sp>
        <p:sp>
          <p:nvSpPr>
            <p:cNvPr id="283652" name="Rectangle 4"/>
            <p:cNvSpPr>
              <a:spLocks noChangeArrowheads="1"/>
            </p:cNvSpPr>
            <p:nvPr/>
          </p:nvSpPr>
          <p:spPr bwMode="auto">
            <a:xfrm>
              <a:off x="2942551" y="1520727"/>
              <a:ext cx="354265" cy="45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400" b="1">
                  <a:solidFill>
                    <a:srgbClr val="000099"/>
                  </a:solidFill>
                  <a:ea typeface="黑体" panose="02010609060101010101" pitchFamily="49" charset="-122"/>
                </a:rPr>
                <a:t>1</a:t>
              </a:r>
            </a:p>
          </p:txBody>
        </p:sp>
        <p:sp>
          <p:nvSpPr>
            <p:cNvPr id="283653" name="Rectangle 5"/>
            <p:cNvSpPr>
              <a:spLocks noChangeArrowheads="1"/>
            </p:cNvSpPr>
            <p:nvPr/>
          </p:nvSpPr>
          <p:spPr bwMode="auto">
            <a:xfrm>
              <a:off x="3734639" y="1520727"/>
              <a:ext cx="354265" cy="45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400" b="1">
                  <a:solidFill>
                    <a:srgbClr val="000099"/>
                  </a:solidFill>
                  <a:ea typeface="黑体" panose="02010609060101010101" pitchFamily="49" charset="-122"/>
                </a:rPr>
                <a:t>0</a:t>
              </a:r>
            </a:p>
          </p:txBody>
        </p:sp>
        <p:sp>
          <p:nvSpPr>
            <p:cNvPr id="283654" name="Rectangle 6"/>
            <p:cNvSpPr>
              <a:spLocks noChangeArrowheads="1"/>
            </p:cNvSpPr>
            <p:nvPr/>
          </p:nvSpPr>
          <p:spPr bwMode="auto">
            <a:xfrm>
              <a:off x="4535454" y="1520727"/>
              <a:ext cx="354265" cy="45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400" b="1">
                  <a:solidFill>
                    <a:srgbClr val="000099"/>
                  </a:solidFill>
                  <a:ea typeface="黑体" panose="02010609060101010101" pitchFamily="49" charset="-122"/>
                </a:rPr>
                <a:t>0</a:t>
              </a:r>
            </a:p>
          </p:txBody>
        </p:sp>
        <p:sp>
          <p:nvSpPr>
            <p:cNvPr id="283655" name="Rectangle 7"/>
            <p:cNvSpPr>
              <a:spLocks noChangeArrowheads="1"/>
            </p:cNvSpPr>
            <p:nvPr/>
          </p:nvSpPr>
          <p:spPr bwMode="auto">
            <a:xfrm>
              <a:off x="5462831" y="1520727"/>
              <a:ext cx="354265" cy="45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400" b="1">
                  <a:solidFill>
                    <a:srgbClr val="000099"/>
                  </a:solidFill>
                  <a:ea typeface="黑体" panose="02010609060101010101" pitchFamily="49" charset="-122"/>
                </a:rPr>
                <a:t>1</a:t>
              </a:r>
            </a:p>
          </p:txBody>
        </p:sp>
        <p:sp>
          <p:nvSpPr>
            <p:cNvPr id="283656" name="Rectangle 8"/>
            <p:cNvSpPr>
              <a:spLocks noChangeArrowheads="1"/>
            </p:cNvSpPr>
            <p:nvPr/>
          </p:nvSpPr>
          <p:spPr bwMode="auto">
            <a:xfrm>
              <a:off x="6254919" y="1520727"/>
              <a:ext cx="354265" cy="45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400" b="1">
                  <a:solidFill>
                    <a:srgbClr val="000099"/>
                  </a:solidFill>
                  <a:ea typeface="黑体" panose="02010609060101010101" pitchFamily="49" charset="-122"/>
                </a:rPr>
                <a:t>1</a:t>
              </a:r>
            </a:p>
          </p:txBody>
        </p:sp>
        <p:sp>
          <p:nvSpPr>
            <p:cNvPr id="283657" name="Rectangle 9"/>
            <p:cNvSpPr>
              <a:spLocks noChangeArrowheads="1"/>
            </p:cNvSpPr>
            <p:nvPr/>
          </p:nvSpPr>
          <p:spPr bwMode="auto">
            <a:xfrm>
              <a:off x="6965519" y="1520727"/>
              <a:ext cx="354265" cy="45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400" b="1">
                  <a:solidFill>
                    <a:srgbClr val="000099"/>
                  </a:solidFill>
                  <a:ea typeface="黑体" panose="02010609060101010101" pitchFamily="49" charset="-122"/>
                </a:rPr>
                <a:t>1</a:t>
              </a:r>
            </a:p>
          </p:txBody>
        </p:sp>
        <p:sp>
          <p:nvSpPr>
            <p:cNvPr id="283658" name="Rectangle 10"/>
            <p:cNvSpPr>
              <a:spLocks noChangeArrowheads="1"/>
            </p:cNvSpPr>
            <p:nvPr/>
          </p:nvSpPr>
          <p:spPr bwMode="auto">
            <a:xfrm>
              <a:off x="7827136" y="1520727"/>
              <a:ext cx="354265" cy="45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400" b="1">
                  <a:solidFill>
                    <a:srgbClr val="000099"/>
                  </a:solidFill>
                  <a:ea typeface="黑体" panose="02010609060101010101" pitchFamily="49" charset="-122"/>
                </a:rPr>
                <a:t>0</a:t>
              </a:r>
            </a:p>
          </p:txBody>
        </p:sp>
        <p:sp>
          <p:nvSpPr>
            <p:cNvPr id="283659" name="Rectangle 11"/>
            <p:cNvSpPr>
              <a:spLocks noChangeArrowheads="1"/>
            </p:cNvSpPr>
            <p:nvPr/>
          </p:nvSpPr>
          <p:spPr bwMode="auto">
            <a:xfrm>
              <a:off x="8662954" y="1520727"/>
              <a:ext cx="354265" cy="45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400" b="1">
                  <a:solidFill>
                    <a:srgbClr val="000099"/>
                  </a:solidFill>
                  <a:ea typeface="黑体" panose="02010609060101010101" pitchFamily="49" charset="-122"/>
                </a:rPr>
                <a:t>0</a:t>
              </a:r>
            </a:p>
          </p:txBody>
        </p:sp>
        <p:sp>
          <p:nvSpPr>
            <p:cNvPr id="283660" name="Freeform 12"/>
            <p:cNvSpPr>
              <a:spLocks noChangeArrowheads="1"/>
            </p:cNvSpPr>
            <p:nvPr/>
          </p:nvSpPr>
          <p:spPr bwMode="auto">
            <a:xfrm>
              <a:off x="1842261" y="1412776"/>
              <a:ext cx="7431219" cy="577850"/>
            </a:xfrm>
            <a:custGeom>
              <a:avLst/>
              <a:gdLst>
                <a:gd name="T0" fmla="*/ 0 w 4321"/>
                <a:gd name="T1" fmla="*/ 486 h 487"/>
                <a:gd name="T2" fmla="*/ 477 w 4321"/>
                <a:gd name="T3" fmla="*/ 486 h 487"/>
                <a:gd name="T4" fmla="*/ 477 w 4321"/>
                <a:gd name="T5" fmla="*/ 0 h 487"/>
                <a:gd name="T6" fmla="*/ 963 w 4321"/>
                <a:gd name="T7" fmla="*/ 0 h 487"/>
                <a:gd name="T8" fmla="*/ 963 w 4321"/>
                <a:gd name="T9" fmla="*/ 486 h 487"/>
                <a:gd name="T10" fmla="*/ 1926 w 4321"/>
                <a:gd name="T11" fmla="*/ 486 h 487"/>
                <a:gd name="T12" fmla="*/ 1926 w 4321"/>
                <a:gd name="T13" fmla="*/ 0 h 487"/>
                <a:gd name="T14" fmla="*/ 3357 w 4321"/>
                <a:gd name="T15" fmla="*/ 0 h 487"/>
                <a:gd name="T16" fmla="*/ 3357 w 4321"/>
                <a:gd name="T17" fmla="*/ 486 h 487"/>
                <a:gd name="T18" fmla="*/ 4320 w 4321"/>
                <a:gd name="T19" fmla="*/ 486 h 4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321" h="487">
                  <a:moveTo>
                    <a:pt x="0" y="486"/>
                  </a:moveTo>
                  <a:lnTo>
                    <a:pt x="477" y="486"/>
                  </a:lnTo>
                  <a:lnTo>
                    <a:pt x="477" y="0"/>
                  </a:lnTo>
                  <a:lnTo>
                    <a:pt x="963" y="0"/>
                  </a:lnTo>
                  <a:lnTo>
                    <a:pt x="963" y="486"/>
                  </a:lnTo>
                  <a:lnTo>
                    <a:pt x="1926" y="486"/>
                  </a:lnTo>
                  <a:lnTo>
                    <a:pt x="1926" y="0"/>
                  </a:lnTo>
                  <a:lnTo>
                    <a:pt x="3357" y="0"/>
                  </a:lnTo>
                  <a:lnTo>
                    <a:pt x="3357" y="486"/>
                  </a:lnTo>
                  <a:lnTo>
                    <a:pt x="4320" y="486"/>
                  </a:lnTo>
                </a:path>
              </a:pathLst>
            </a:cu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sp>
          <p:nvSpPr>
            <p:cNvPr id="283661" name="Freeform 13"/>
            <p:cNvSpPr>
              <a:spLocks noChangeArrowheads="1"/>
            </p:cNvSpPr>
            <p:nvPr/>
          </p:nvSpPr>
          <p:spPr bwMode="auto">
            <a:xfrm>
              <a:off x="9271761" y="1989038"/>
              <a:ext cx="1719" cy="1588"/>
            </a:xfrm>
            <a:custGeom>
              <a:avLst/>
              <a:gdLst>
                <a:gd name="T0" fmla="*/ 0 w 1"/>
                <a:gd name="T1" fmla="*/ 0 h 1"/>
                <a:gd name="T2" fmla="*/ 0 w 1"/>
                <a:gd name="T3" fmla="*/ 0 h 1"/>
              </a:gdLst>
              <a:ahLst/>
              <a:cxnLst>
                <a:cxn ang="0">
                  <a:pos x="T0" y="T1"/>
                </a:cxn>
                <a:cxn ang="0">
                  <a:pos x="T2" y="T3"/>
                </a:cxn>
              </a:cxnLst>
              <a:rect l="0" t="0" r="r" b="b"/>
              <a:pathLst>
                <a:path w="1" h="1">
                  <a:moveTo>
                    <a:pt x="0" y="0"/>
                  </a:moveTo>
                  <a:lnTo>
                    <a:pt x="0" y="0"/>
                  </a:lnTo>
                </a:path>
              </a:pathLst>
            </a:custGeom>
            <a:noFill/>
            <a:ln w="38100" cap="rnd">
              <a:solidFill>
                <a:schemeClr val="tx2"/>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grpSp>
          <p:nvGrpSpPr>
            <p:cNvPr id="283662" name="组合 1"/>
            <p:cNvGrpSpPr>
              <a:grpSpLocks/>
            </p:cNvGrpSpPr>
            <p:nvPr/>
          </p:nvGrpSpPr>
          <p:grpSpPr bwMode="auto">
            <a:xfrm>
              <a:off x="1845699" y="3427314"/>
              <a:ext cx="7407143" cy="865187"/>
              <a:chOff x="1845699" y="3427314"/>
              <a:chExt cx="7407143" cy="865187"/>
            </a:xfrm>
          </p:grpSpPr>
          <p:sp>
            <p:nvSpPr>
              <p:cNvPr id="283663" name="Freeform 46"/>
              <p:cNvSpPr>
                <a:spLocks noChangeArrowheads="1"/>
              </p:cNvSpPr>
              <p:nvPr/>
            </p:nvSpPr>
            <p:spPr bwMode="auto">
              <a:xfrm>
                <a:off x="2662601" y="3433664"/>
                <a:ext cx="65352" cy="460375"/>
              </a:xfrm>
              <a:custGeom>
                <a:avLst/>
                <a:gdLst>
                  <a:gd name="T0" fmla="*/ 0 w 38"/>
                  <a:gd name="T1" fmla="*/ 290 h 290"/>
                  <a:gd name="T2" fmla="*/ 26 w 38"/>
                  <a:gd name="T3" fmla="*/ 40 h 290"/>
                  <a:gd name="T4" fmla="*/ 27 w 38"/>
                  <a:gd name="T5" fmla="*/ 28 h 290"/>
                  <a:gd name="T6" fmla="*/ 28 w 38"/>
                  <a:gd name="T7" fmla="*/ 19 h 290"/>
                  <a:gd name="T8" fmla="*/ 30 w 38"/>
                  <a:gd name="T9" fmla="*/ 11 h 290"/>
                  <a:gd name="T10" fmla="*/ 33 w 38"/>
                  <a:gd name="T11" fmla="*/ 4 h 290"/>
                  <a:gd name="T12" fmla="*/ 38 w 38"/>
                  <a:gd name="T13" fmla="*/ 0 h 290"/>
                </a:gdLst>
                <a:ahLst/>
                <a:cxnLst>
                  <a:cxn ang="0">
                    <a:pos x="T0" y="T1"/>
                  </a:cxn>
                  <a:cxn ang="0">
                    <a:pos x="T2" y="T3"/>
                  </a:cxn>
                  <a:cxn ang="0">
                    <a:pos x="T4" y="T5"/>
                  </a:cxn>
                  <a:cxn ang="0">
                    <a:pos x="T6" y="T7"/>
                  </a:cxn>
                  <a:cxn ang="0">
                    <a:pos x="T8" y="T9"/>
                  </a:cxn>
                  <a:cxn ang="0">
                    <a:pos x="T10" y="T11"/>
                  </a:cxn>
                  <a:cxn ang="0">
                    <a:pos x="T12" y="T13"/>
                  </a:cxn>
                </a:cxnLst>
                <a:rect l="0" t="0" r="r" b="b"/>
                <a:pathLst>
                  <a:path w="38" h="290">
                    <a:moveTo>
                      <a:pt x="0" y="290"/>
                    </a:moveTo>
                    <a:lnTo>
                      <a:pt x="26" y="40"/>
                    </a:lnTo>
                    <a:lnTo>
                      <a:pt x="27" y="28"/>
                    </a:lnTo>
                    <a:lnTo>
                      <a:pt x="28" y="19"/>
                    </a:lnTo>
                    <a:lnTo>
                      <a:pt x="30" y="11"/>
                    </a:lnTo>
                    <a:lnTo>
                      <a:pt x="33" y="4"/>
                    </a:lnTo>
                    <a:lnTo>
                      <a:pt x="38" y="0"/>
                    </a:lnTo>
                  </a:path>
                </a:pathLst>
              </a:cu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sp>
            <p:nvSpPr>
              <p:cNvPr id="283664" name="Freeform 47"/>
              <p:cNvSpPr>
                <a:spLocks noChangeArrowheads="1"/>
              </p:cNvSpPr>
              <p:nvPr/>
            </p:nvSpPr>
            <p:spPr bwMode="auto">
              <a:xfrm>
                <a:off x="2729673" y="3438426"/>
                <a:ext cx="149621" cy="842962"/>
              </a:xfrm>
              <a:custGeom>
                <a:avLst/>
                <a:gdLst>
                  <a:gd name="T0" fmla="*/ 0 w 87"/>
                  <a:gd name="T1" fmla="*/ 0 h 709"/>
                  <a:gd name="T2" fmla="*/ 7 w 87"/>
                  <a:gd name="T3" fmla="*/ 4 h 709"/>
                  <a:gd name="T4" fmla="*/ 12 w 87"/>
                  <a:gd name="T5" fmla="*/ 16 h 709"/>
                  <a:gd name="T6" fmla="*/ 14 w 87"/>
                  <a:gd name="T7" fmla="*/ 33 h 709"/>
                  <a:gd name="T8" fmla="*/ 16 w 87"/>
                  <a:gd name="T9" fmla="*/ 59 h 709"/>
                  <a:gd name="T10" fmla="*/ 43 w 87"/>
                  <a:gd name="T11" fmla="*/ 651 h 709"/>
                  <a:gd name="T12" fmla="*/ 46 w 87"/>
                  <a:gd name="T13" fmla="*/ 684 h 709"/>
                  <a:gd name="T14" fmla="*/ 48 w 87"/>
                  <a:gd name="T15" fmla="*/ 694 h 709"/>
                  <a:gd name="T16" fmla="*/ 53 w 87"/>
                  <a:gd name="T17" fmla="*/ 704 h 709"/>
                  <a:gd name="T18" fmla="*/ 58 w 87"/>
                  <a:gd name="T19" fmla="*/ 708 h 709"/>
                  <a:gd name="T20" fmla="*/ 64 w 87"/>
                  <a:gd name="T21" fmla="*/ 700 h 709"/>
                  <a:gd name="T22" fmla="*/ 68 w 87"/>
                  <a:gd name="T23" fmla="*/ 684 h 709"/>
                  <a:gd name="T24" fmla="*/ 86 w 87"/>
                  <a:gd name="T25" fmla="*/ 380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7" h="709">
                    <a:moveTo>
                      <a:pt x="0" y="0"/>
                    </a:moveTo>
                    <a:lnTo>
                      <a:pt x="7" y="4"/>
                    </a:lnTo>
                    <a:lnTo>
                      <a:pt x="12" y="16"/>
                    </a:lnTo>
                    <a:lnTo>
                      <a:pt x="14" y="33"/>
                    </a:lnTo>
                    <a:lnTo>
                      <a:pt x="16" y="59"/>
                    </a:lnTo>
                    <a:lnTo>
                      <a:pt x="43" y="651"/>
                    </a:lnTo>
                    <a:lnTo>
                      <a:pt x="46" y="684"/>
                    </a:lnTo>
                    <a:lnTo>
                      <a:pt x="48" y="694"/>
                    </a:lnTo>
                    <a:lnTo>
                      <a:pt x="53" y="704"/>
                    </a:lnTo>
                    <a:lnTo>
                      <a:pt x="58" y="708"/>
                    </a:lnTo>
                    <a:lnTo>
                      <a:pt x="64" y="700"/>
                    </a:lnTo>
                    <a:lnTo>
                      <a:pt x="68" y="684"/>
                    </a:lnTo>
                    <a:lnTo>
                      <a:pt x="86" y="380"/>
                    </a:lnTo>
                  </a:path>
                </a:pathLst>
              </a:cu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grpSp>
            <p:nvGrpSpPr>
              <p:cNvPr id="283665" name="Group 48"/>
              <p:cNvGrpSpPr>
                <a:grpSpLocks/>
              </p:cNvGrpSpPr>
              <p:nvPr/>
            </p:nvGrpSpPr>
            <p:grpSpPr bwMode="auto">
              <a:xfrm>
                <a:off x="2879294" y="3433664"/>
                <a:ext cx="204656" cy="847725"/>
                <a:chOff x="1557" y="2272"/>
                <a:chExt cx="119" cy="713"/>
              </a:xfrm>
            </p:grpSpPr>
            <p:sp>
              <p:nvSpPr>
                <p:cNvPr id="283666" name="Freeform 49"/>
                <p:cNvSpPr>
                  <a:spLocks noChangeArrowheads="1"/>
                </p:cNvSpPr>
                <p:nvPr/>
              </p:nvSpPr>
              <p:spPr bwMode="auto">
                <a:xfrm>
                  <a:off x="1557" y="2272"/>
                  <a:ext cx="33" cy="363"/>
                </a:xfrm>
                <a:custGeom>
                  <a:avLst/>
                  <a:gdLst>
                    <a:gd name="T0" fmla="*/ 0 w 33"/>
                    <a:gd name="T1" fmla="*/ 362 h 363"/>
                    <a:gd name="T2" fmla="*/ 20 w 33"/>
                    <a:gd name="T3" fmla="*/ 54 h 363"/>
                    <a:gd name="T4" fmla="*/ 21 w 33"/>
                    <a:gd name="T5" fmla="*/ 38 h 363"/>
                    <a:gd name="T6" fmla="*/ 22 w 33"/>
                    <a:gd name="T7" fmla="*/ 25 h 363"/>
                    <a:gd name="T8" fmla="*/ 24 w 33"/>
                    <a:gd name="T9" fmla="*/ 15 h 363"/>
                    <a:gd name="T10" fmla="*/ 27 w 33"/>
                    <a:gd name="T11" fmla="*/ 6 h 363"/>
                    <a:gd name="T12" fmla="*/ 32 w 33"/>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33" h="363">
                      <a:moveTo>
                        <a:pt x="0" y="362"/>
                      </a:moveTo>
                      <a:lnTo>
                        <a:pt x="20" y="54"/>
                      </a:lnTo>
                      <a:lnTo>
                        <a:pt x="21" y="38"/>
                      </a:lnTo>
                      <a:lnTo>
                        <a:pt x="22" y="25"/>
                      </a:lnTo>
                      <a:lnTo>
                        <a:pt x="24" y="15"/>
                      </a:lnTo>
                      <a:lnTo>
                        <a:pt x="27" y="6"/>
                      </a:lnTo>
                      <a:lnTo>
                        <a:pt x="32" y="0"/>
                      </a:lnTo>
                    </a:path>
                  </a:pathLst>
                </a:cu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sp>
              <p:nvSpPr>
                <p:cNvPr id="283667" name="Freeform 50"/>
                <p:cNvSpPr>
                  <a:spLocks noChangeArrowheads="1"/>
                </p:cNvSpPr>
                <p:nvPr/>
              </p:nvSpPr>
              <p:spPr bwMode="auto">
                <a:xfrm>
                  <a:off x="1590" y="2276"/>
                  <a:ext cx="86" cy="709"/>
                </a:xfrm>
                <a:custGeom>
                  <a:avLst/>
                  <a:gdLst>
                    <a:gd name="T0" fmla="*/ 0 w 86"/>
                    <a:gd name="T1" fmla="*/ 0 h 709"/>
                    <a:gd name="T2" fmla="*/ 7 w 86"/>
                    <a:gd name="T3" fmla="*/ 4 h 709"/>
                    <a:gd name="T4" fmla="*/ 12 w 86"/>
                    <a:gd name="T5" fmla="*/ 16 h 709"/>
                    <a:gd name="T6" fmla="*/ 14 w 86"/>
                    <a:gd name="T7" fmla="*/ 33 h 709"/>
                    <a:gd name="T8" fmla="*/ 15 w 86"/>
                    <a:gd name="T9" fmla="*/ 59 h 709"/>
                    <a:gd name="T10" fmla="*/ 43 w 86"/>
                    <a:gd name="T11" fmla="*/ 651 h 709"/>
                    <a:gd name="T12" fmla="*/ 45 w 86"/>
                    <a:gd name="T13" fmla="*/ 684 h 709"/>
                    <a:gd name="T14" fmla="*/ 47 w 86"/>
                    <a:gd name="T15" fmla="*/ 694 h 709"/>
                    <a:gd name="T16" fmla="*/ 53 w 86"/>
                    <a:gd name="T17" fmla="*/ 704 h 709"/>
                    <a:gd name="T18" fmla="*/ 57 w 86"/>
                    <a:gd name="T19" fmla="*/ 708 h 709"/>
                    <a:gd name="T20" fmla="*/ 63 w 86"/>
                    <a:gd name="T21" fmla="*/ 700 h 709"/>
                    <a:gd name="T22" fmla="*/ 67 w 86"/>
                    <a:gd name="T23" fmla="*/ 684 h 709"/>
                    <a:gd name="T24" fmla="*/ 85 w 86"/>
                    <a:gd name="T25" fmla="*/ 380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6" h="709">
                      <a:moveTo>
                        <a:pt x="0" y="0"/>
                      </a:moveTo>
                      <a:lnTo>
                        <a:pt x="7" y="4"/>
                      </a:lnTo>
                      <a:lnTo>
                        <a:pt x="12" y="16"/>
                      </a:lnTo>
                      <a:lnTo>
                        <a:pt x="14" y="33"/>
                      </a:lnTo>
                      <a:lnTo>
                        <a:pt x="15" y="59"/>
                      </a:lnTo>
                      <a:lnTo>
                        <a:pt x="43" y="651"/>
                      </a:lnTo>
                      <a:lnTo>
                        <a:pt x="45" y="684"/>
                      </a:lnTo>
                      <a:lnTo>
                        <a:pt x="47" y="694"/>
                      </a:lnTo>
                      <a:lnTo>
                        <a:pt x="53" y="704"/>
                      </a:lnTo>
                      <a:lnTo>
                        <a:pt x="57" y="708"/>
                      </a:lnTo>
                      <a:lnTo>
                        <a:pt x="63" y="700"/>
                      </a:lnTo>
                      <a:lnTo>
                        <a:pt x="67" y="684"/>
                      </a:lnTo>
                      <a:lnTo>
                        <a:pt x="85" y="380"/>
                      </a:lnTo>
                    </a:path>
                  </a:pathLst>
                </a:cu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grpSp>
          <p:sp>
            <p:nvSpPr>
              <p:cNvPr id="283668" name="Freeform 51"/>
              <p:cNvSpPr>
                <a:spLocks noChangeArrowheads="1"/>
              </p:cNvSpPr>
              <p:nvPr/>
            </p:nvSpPr>
            <p:spPr bwMode="auto">
              <a:xfrm>
                <a:off x="3080510" y="3427314"/>
                <a:ext cx="60192" cy="466725"/>
              </a:xfrm>
              <a:custGeom>
                <a:avLst/>
                <a:gdLst>
                  <a:gd name="T0" fmla="*/ 0 w 35"/>
                  <a:gd name="T1" fmla="*/ 294 h 294"/>
                  <a:gd name="T2" fmla="*/ 22 w 35"/>
                  <a:gd name="T3" fmla="*/ 40 h 294"/>
                  <a:gd name="T4" fmla="*/ 24 w 35"/>
                  <a:gd name="T5" fmla="*/ 28 h 294"/>
                  <a:gd name="T6" fmla="*/ 25 w 35"/>
                  <a:gd name="T7" fmla="*/ 19 h 294"/>
                  <a:gd name="T8" fmla="*/ 26 w 35"/>
                  <a:gd name="T9" fmla="*/ 11 h 294"/>
                  <a:gd name="T10" fmla="*/ 30 w 35"/>
                  <a:gd name="T11" fmla="*/ 4 h 294"/>
                  <a:gd name="T12" fmla="*/ 35 w 35"/>
                  <a:gd name="T13" fmla="*/ 0 h 294"/>
                </a:gdLst>
                <a:ahLst/>
                <a:cxnLst>
                  <a:cxn ang="0">
                    <a:pos x="T0" y="T1"/>
                  </a:cxn>
                  <a:cxn ang="0">
                    <a:pos x="T2" y="T3"/>
                  </a:cxn>
                  <a:cxn ang="0">
                    <a:pos x="T4" y="T5"/>
                  </a:cxn>
                  <a:cxn ang="0">
                    <a:pos x="T6" y="T7"/>
                  </a:cxn>
                  <a:cxn ang="0">
                    <a:pos x="T8" y="T9"/>
                  </a:cxn>
                  <a:cxn ang="0">
                    <a:pos x="T10" y="T11"/>
                  </a:cxn>
                  <a:cxn ang="0">
                    <a:pos x="T12" y="T13"/>
                  </a:cxn>
                </a:cxnLst>
                <a:rect l="0" t="0" r="r" b="b"/>
                <a:pathLst>
                  <a:path w="35" h="294">
                    <a:moveTo>
                      <a:pt x="0" y="294"/>
                    </a:moveTo>
                    <a:lnTo>
                      <a:pt x="22" y="40"/>
                    </a:lnTo>
                    <a:lnTo>
                      <a:pt x="24" y="28"/>
                    </a:lnTo>
                    <a:lnTo>
                      <a:pt x="25" y="19"/>
                    </a:lnTo>
                    <a:lnTo>
                      <a:pt x="26" y="11"/>
                    </a:lnTo>
                    <a:lnTo>
                      <a:pt x="30" y="4"/>
                    </a:lnTo>
                    <a:lnTo>
                      <a:pt x="35" y="0"/>
                    </a:lnTo>
                  </a:path>
                </a:pathLst>
              </a:cu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sp>
            <p:nvSpPr>
              <p:cNvPr id="283669" name="Freeform 52"/>
              <p:cNvSpPr>
                <a:spLocks noChangeArrowheads="1"/>
              </p:cNvSpPr>
              <p:nvPr/>
            </p:nvSpPr>
            <p:spPr bwMode="auto">
              <a:xfrm>
                <a:off x="3142423" y="3432076"/>
                <a:ext cx="146182" cy="842962"/>
              </a:xfrm>
              <a:custGeom>
                <a:avLst/>
                <a:gdLst>
                  <a:gd name="T0" fmla="*/ 0 w 85"/>
                  <a:gd name="T1" fmla="*/ 0 h 709"/>
                  <a:gd name="T2" fmla="*/ 7 w 85"/>
                  <a:gd name="T3" fmla="*/ 4 h 709"/>
                  <a:gd name="T4" fmla="*/ 12 w 85"/>
                  <a:gd name="T5" fmla="*/ 16 h 709"/>
                  <a:gd name="T6" fmla="*/ 14 w 85"/>
                  <a:gd name="T7" fmla="*/ 33 h 709"/>
                  <a:gd name="T8" fmla="*/ 15 w 85"/>
                  <a:gd name="T9" fmla="*/ 59 h 709"/>
                  <a:gd name="T10" fmla="*/ 42 w 85"/>
                  <a:gd name="T11" fmla="*/ 651 h 709"/>
                  <a:gd name="T12" fmla="*/ 45 w 85"/>
                  <a:gd name="T13" fmla="*/ 684 h 709"/>
                  <a:gd name="T14" fmla="*/ 47 w 85"/>
                  <a:gd name="T15" fmla="*/ 694 h 709"/>
                  <a:gd name="T16" fmla="*/ 52 w 85"/>
                  <a:gd name="T17" fmla="*/ 704 h 709"/>
                  <a:gd name="T18" fmla="*/ 57 w 85"/>
                  <a:gd name="T19" fmla="*/ 708 h 709"/>
                  <a:gd name="T20" fmla="*/ 62 w 85"/>
                  <a:gd name="T21" fmla="*/ 700 h 709"/>
                  <a:gd name="T22" fmla="*/ 66 w 85"/>
                  <a:gd name="T23" fmla="*/ 684 h 709"/>
                  <a:gd name="T24" fmla="*/ 84 w 85"/>
                  <a:gd name="T25" fmla="*/ 380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5" h="709">
                    <a:moveTo>
                      <a:pt x="0" y="0"/>
                    </a:moveTo>
                    <a:lnTo>
                      <a:pt x="7" y="4"/>
                    </a:lnTo>
                    <a:lnTo>
                      <a:pt x="12" y="16"/>
                    </a:lnTo>
                    <a:lnTo>
                      <a:pt x="14" y="33"/>
                    </a:lnTo>
                    <a:lnTo>
                      <a:pt x="15" y="59"/>
                    </a:lnTo>
                    <a:lnTo>
                      <a:pt x="42" y="651"/>
                    </a:lnTo>
                    <a:lnTo>
                      <a:pt x="45" y="684"/>
                    </a:lnTo>
                    <a:lnTo>
                      <a:pt x="47" y="694"/>
                    </a:lnTo>
                    <a:lnTo>
                      <a:pt x="52" y="704"/>
                    </a:lnTo>
                    <a:lnTo>
                      <a:pt x="57" y="708"/>
                    </a:lnTo>
                    <a:lnTo>
                      <a:pt x="62" y="700"/>
                    </a:lnTo>
                    <a:lnTo>
                      <a:pt x="66" y="684"/>
                    </a:lnTo>
                    <a:lnTo>
                      <a:pt x="84" y="380"/>
                    </a:lnTo>
                  </a:path>
                </a:pathLst>
              </a:cu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sp>
            <p:nvSpPr>
              <p:cNvPr id="283670" name="Freeform 53"/>
              <p:cNvSpPr>
                <a:spLocks noChangeArrowheads="1"/>
              </p:cNvSpPr>
              <p:nvPr/>
            </p:nvSpPr>
            <p:spPr bwMode="auto">
              <a:xfrm>
                <a:off x="3286885" y="3427314"/>
                <a:ext cx="60192" cy="442913"/>
              </a:xfrm>
              <a:custGeom>
                <a:avLst/>
                <a:gdLst>
                  <a:gd name="T0" fmla="*/ 0 w 35"/>
                  <a:gd name="T1" fmla="*/ 279 h 279"/>
                  <a:gd name="T2" fmla="*/ 22 w 35"/>
                  <a:gd name="T3" fmla="*/ 40 h 279"/>
                  <a:gd name="T4" fmla="*/ 23 w 35"/>
                  <a:gd name="T5" fmla="*/ 28 h 279"/>
                  <a:gd name="T6" fmla="*/ 24 w 35"/>
                  <a:gd name="T7" fmla="*/ 19 h 279"/>
                  <a:gd name="T8" fmla="*/ 26 w 35"/>
                  <a:gd name="T9" fmla="*/ 11 h 279"/>
                  <a:gd name="T10" fmla="*/ 30 w 35"/>
                  <a:gd name="T11" fmla="*/ 4 h 279"/>
                  <a:gd name="T12" fmla="*/ 35 w 35"/>
                  <a:gd name="T13" fmla="*/ 0 h 279"/>
                </a:gdLst>
                <a:ahLst/>
                <a:cxnLst>
                  <a:cxn ang="0">
                    <a:pos x="T0" y="T1"/>
                  </a:cxn>
                  <a:cxn ang="0">
                    <a:pos x="T2" y="T3"/>
                  </a:cxn>
                  <a:cxn ang="0">
                    <a:pos x="T4" y="T5"/>
                  </a:cxn>
                  <a:cxn ang="0">
                    <a:pos x="T6" y="T7"/>
                  </a:cxn>
                  <a:cxn ang="0">
                    <a:pos x="T8" y="T9"/>
                  </a:cxn>
                  <a:cxn ang="0">
                    <a:pos x="T10" y="T11"/>
                  </a:cxn>
                  <a:cxn ang="0">
                    <a:pos x="T12" y="T13"/>
                  </a:cxn>
                </a:cxnLst>
                <a:rect l="0" t="0" r="r" b="b"/>
                <a:pathLst>
                  <a:path w="35" h="279">
                    <a:moveTo>
                      <a:pt x="0" y="279"/>
                    </a:moveTo>
                    <a:lnTo>
                      <a:pt x="22" y="40"/>
                    </a:lnTo>
                    <a:lnTo>
                      <a:pt x="23" y="28"/>
                    </a:lnTo>
                    <a:lnTo>
                      <a:pt x="24" y="19"/>
                    </a:lnTo>
                    <a:lnTo>
                      <a:pt x="26" y="11"/>
                    </a:lnTo>
                    <a:lnTo>
                      <a:pt x="30" y="4"/>
                    </a:lnTo>
                    <a:lnTo>
                      <a:pt x="35" y="0"/>
                    </a:lnTo>
                  </a:path>
                </a:pathLst>
              </a:cu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sp>
            <p:nvSpPr>
              <p:cNvPr id="283671" name="Freeform 54"/>
              <p:cNvSpPr>
                <a:spLocks noChangeArrowheads="1"/>
              </p:cNvSpPr>
              <p:nvPr/>
            </p:nvSpPr>
            <p:spPr bwMode="auto">
              <a:xfrm>
                <a:off x="3348797" y="3432077"/>
                <a:ext cx="165100" cy="841375"/>
              </a:xfrm>
              <a:custGeom>
                <a:avLst/>
                <a:gdLst>
                  <a:gd name="T0" fmla="*/ 0 w 96"/>
                  <a:gd name="T1" fmla="*/ 0 h 530"/>
                  <a:gd name="T2" fmla="*/ 7 w 96"/>
                  <a:gd name="T3" fmla="*/ 3 h 530"/>
                  <a:gd name="T4" fmla="*/ 12 w 96"/>
                  <a:gd name="T5" fmla="*/ 12 h 530"/>
                  <a:gd name="T6" fmla="*/ 14 w 96"/>
                  <a:gd name="T7" fmla="*/ 25 h 530"/>
                  <a:gd name="T8" fmla="*/ 15 w 96"/>
                  <a:gd name="T9" fmla="*/ 44 h 530"/>
                  <a:gd name="T10" fmla="*/ 42 w 96"/>
                  <a:gd name="T11" fmla="*/ 488 h 530"/>
                  <a:gd name="T12" fmla="*/ 45 w 96"/>
                  <a:gd name="T13" fmla="*/ 512 h 530"/>
                  <a:gd name="T14" fmla="*/ 47 w 96"/>
                  <a:gd name="T15" fmla="*/ 520 h 530"/>
                  <a:gd name="T16" fmla="*/ 52 w 96"/>
                  <a:gd name="T17" fmla="*/ 527 h 530"/>
                  <a:gd name="T18" fmla="*/ 57 w 96"/>
                  <a:gd name="T19" fmla="*/ 530 h 530"/>
                  <a:gd name="T20" fmla="*/ 62 w 96"/>
                  <a:gd name="T21" fmla="*/ 524 h 530"/>
                  <a:gd name="T22" fmla="*/ 66 w 96"/>
                  <a:gd name="T23" fmla="*/ 512 h 530"/>
                  <a:gd name="T24" fmla="*/ 96 w 96"/>
                  <a:gd name="T25" fmla="*/ 285 h 5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6" h="530">
                    <a:moveTo>
                      <a:pt x="0" y="0"/>
                    </a:moveTo>
                    <a:lnTo>
                      <a:pt x="7" y="3"/>
                    </a:lnTo>
                    <a:lnTo>
                      <a:pt x="12" y="12"/>
                    </a:lnTo>
                    <a:lnTo>
                      <a:pt x="14" y="25"/>
                    </a:lnTo>
                    <a:lnTo>
                      <a:pt x="15" y="44"/>
                    </a:lnTo>
                    <a:lnTo>
                      <a:pt x="42" y="488"/>
                    </a:lnTo>
                    <a:lnTo>
                      <a:pt x="45" y="512"/>
                    </a:lnTo>
                    <a:lnTo>
                      <a:pt x="47" y="520"/>
                    </a:lnTo>
                    <a:lnTo>
                      <a:pt x="52" y="527"/>
                    </a:lnTo>
                    <a:lnTo>
                      <a:pt x="57" y="530"/>
                    </a:lnTo>
                    <a:lnTo>
                      <a:pt x="62" y="524"/>
                    </a:lnTo>
                    <a:lnTo>
                      <a:pt x="66" y="512"/>
                    </a:lnTo>
                    <a:lnTo>
                      <a:pt x="96" y="285"/>
                    </a:lnTo>
                  </a:path>
                </a:pathLst>
              </a:cu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sp>
            <p:nvSpPr>
              <p:cNvPr id="283672" name="Freeform 55"/>
              <p:cNvSpPr>
                <a:spLocks noChangeArrowheads="1"/>
              </p:cNvSpPr>
              <p:nvPr/>
            </p:nvSpPr>
            <p:spPr bwMode="auto">
              <a:xfrm>
                <a:off x="6798700" y="3436838"/>
                <a:ext cx="56753" cy="431800"/>
              </a:xfrm>
              <a:custGeom>
                <a:avLst/>
                <a:gdLst>
                  <a:gd name="T0" fmla="*/ 0 w 33"/>
                  <a:gd name="T1" fmla="*/ 362 h 363"/>
                  <a:gd name="T2" fmla="*/ 20 w 33"/>
                  <a:gd name="T3" fmla="*/ 54 h 363"/>
                  <a:gd name="T4" fmla="*/ 21 w 33"/>
                  <a:gd name="T5" fmla="*/ 38 h 363"/>
                  <a:gd name="T6" fmla="*/ 22 w 33"/>
                  <a:gd name="T7" fmla="*/ 25 h 363"/>
                  <a:gd name="T8" fmla="*/ 24 w 33"/>
                  <a:gd name="T9" fmla="*/ 15 h 363"/>
                  <a:gd name="T10" fmla="*/ 27 w 33"/>
                  <a:gd name="T11" fmla="*/ 6 h 363"/>
                  <a:gd name="T12" fmla="*/ 32 w 33"/>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33" h="363">
                    <a:moveTo>
                      <a:pt x="0" y="362"/>
                    </a:moveTo>
                    <a:lnTo>
                      <a:pt x="20" y="54"/>
                    </a:lnTo>
                    <a:lnTo>
                      <a:pt x="21" y="38"/>
                    </a:lnTo>
                    <a:lnTo>
                      <a:pt x="22" y="25"/>
                    </a:lnTo>
                    <a:lnTo>
                      <a:pt x="24" y="15"/>
                    </a:lnTo>
                    <a:lnTo>
                      <a:pt x="27" y="6"/>
                    </a:lnTo>
                    <a:lnTo>
                      <a:pt x="32" y="0"/>
                    </a:lnTo>
                  </a:path>
                </a:pathLst>
              </a:cu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sp>
            <p:nvSpPr>
              <p:cNvPr id="283673" name="Freeform 56"/>
              <p:cNvSpPr>
                <a:spLocks noChangeArrowheads="1"/>
              </p:cNvSpPr>
              <p:nvPr/>
            </p:nvSpPr>
            <p:spPr bwMode="auto">
              <a:xfrm>
                <a:off x="6855452" y="3441602"/>
                <a:ext cx="146183" cy="841375"/>
              </a:xfrm>
              <a:custGeom>
                <a:avLst/>
                <a:gdLst>
                  <a:gd name="T0" fmla="*/ 0 w 85"/>
                  <a:gd name="T1" fmla="*/ 0 h 530"/>
                  <a:gd name="T2" fmla="*/ 7 w 85"/>
                  <a:gd name="T3" fmla="*/ 3 h 530"/>
                  <a:gd name="T4" fmla="*/ 12 w 85"/>
                  <a:gd name="T5" fmla="*/ 12 h 530"/>
                  <a:gd name="T6" fmla="*/ 14 w 85"/>
                  <a:gd name="T7" fmla="*/ 25 h 530"/>
                  <a:gd name="T8" fmla="*/ 15 w 85"/>
                  <a:gd name="T9" fmla="*/ 44 h 530"/>
                  <a:gd name="T10" fmla="*/ 43 w 85"/>
                  <a:gd name="T11" fmla="*/ 488 h 530"/>
                  <a:gd name="T12" fmla="*/ 45 w 85"/>
                  <a:gd name="T13" fmla="*/ 512 h 530"/>
                  <a:gd name="T14" fmla="*/ 47 w 85"/>
                  <a:gd name="T15" fmla="*/ 520 h 530"/>
                  <a:gd name="T16" fmla="*/ 53 w 85"/>
                  <a:gd name="T17" fmla="*/ 527 h 530"/>
                  <a:gd name="T18" fmla="*/ 57 w 85"/>
                  <a:gd name="T19" fmla="*/ 530 h 530"/>
                  <a:gd name="T20" fmla="*/ 63 w 85"/>
                  <a:gd name="T21" fmla="*/ 524 h 530"/>
                  <a:gd name="T22" fmla="*/ 67 w 85"/>
                  <a:gd name="T23" fmla="*/ 512 h 530"/>
                  <a:gd name="T24" fmla="*/ 85 w 85"/>
                  <a:gd name="T25" fmla="*/ 270 h 5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5" h="530">
                    <a:moveTo>
                      <a:pt x="0" y="0"/>
                    </a:moveTo>
                    <a:lnTo>
                      <a:pt x="7" y="3"/>
                    </a:lnTo>
                    <a:lnTo>
                      <a:pt x="12" y="12"/>
                    </a:lnTo>
                    <a:lnTo>
                      <a:pt x="14" y="25"/>
                    </a:lnTo>
                    <a:lnTo>
                      <a:pt x="15" y="44"/>
                    </a:lnTo>
                    <a:lnTo>
                      <a:pt x="43" y="488"/>
                    </a:lnTo>
                    <a:lnTo>
                      <a:pt x="45" y="512"/>
                    </a:lnTo>
                    <a:lnTo>
                      <a:pt x="47" y="520"/>
                    </a:lnTo>
                    <a:lnTo>
                      <a:pt x="53" y="527"/>
                    </a:lnTo>
                    <a:lnTo>
                      <a:pt x="57" y="530"/>
                    </a:lnTo>
                    <a:lnTo>
                      <a:pt x="63" y="524"/>
                    </a:lnTo>
                    <a:lnTo>
                      <a:pt x="67" y="512"/>
                    </a:lnTo>
                    <a:lnTo>
                      <a:pt x="85" y="270"/>
                    </a:lnTo>
                  </a:path>
                </a:pathLst>
              </a:cu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sp>
            <p:nvSpPr>
              <p:cNvPr id="283674" name="Freeform 57"/>
              <p:cNvSpPr>
                <a:spLocks noChangeArrowheads="1"/>
              </p:cNvSpPr>
              <p:nvPr/>
            </p:nvSpPr>
            <p:spPr bwMode="auto">
              <a:xfrm>
                <a:off x="7003354" y="3436838"/>
                <a:ext cx="55033" cy="431800"/>
              </a:xfrm>
              <a:custGeom>
                <a:avLst/>
                <a:gdLst>
                  <a:gd name="T0" fmla="*/ 0 w 32"/>
                  <a:gd name="T1" fmla="*/ 362 h 363"/>
                  <a:gd name="T2" fmla="*/ 19 w 32"/>
                  <a:gd name="T3" fmla="*/ 54 h 363"/>
                  <a:gd name="T4" fmla="*/ 20 w 32"/>
                  <a:gd name="T5" fmla="*/ 38 h 363"/>
                  <a:gd name="T6" fmla="*/ 21 w 32"/>
                  <a:gd name="T7" fmla="*/ 25 h 363"/>
                  <a:gd name="T8" fmla="*/ 23 w 32"/>
                  <a:gd name="T9" fmla="*/ 15 h 363"/>
                  <a:gd name="T10" fmla="*/ 27 w 32"/>
                  <a:gd name="T11" fmla="*/ 6 h 363"/>
                  <a:gd name="T12" fmla="*/ 31 w 32"/>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32" h="363">
                    <a:moveTo>
                      <a:pt x="0" y="362"/>
                    </a:moveTo>
                    <a:lnTo>
                      <a:pt x="19" y="54"/>
                    </a:lnTo>
                    <a:lnTo>
                      <a:pt x="20" y="38"/>
                    </a:lnTo>
                    <a:lnTo>
                      <a:pt x="21" y="25"/>
                    </a:lnTo>
                    <a:lnTo>
                      <a:pt x="23" y="15"/>
                    </a:lnTo>
                    <a:lnTo>
                      <a:pt x="27" y="6"/>
                    </a:lnTo>
                    <a:lnTo>
                      <a:pt x="31" y="0"/>
                    </a:lnTo>
                  </a:path>
                </a:pathLst>
              </a:cu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sp>
            <p:nvSpPr>
              <p:cNvPr id="283675" name="Freeform 58"/>
              <p:cNvSpPr>
                <a:spLocks noChangeArrowheads="1"/>
              </p:cNvSpPr>
              <p:nvPr/>
            </p:nvSpPr>
            <p:spPr bwMode="auto">
              <a:xfrm>
                <a:off x="7058388" y="3441602"/>
                <a:ext cx="149622" cy="841375"/>
              </a:xfrm>
              <a:custGeom>
                <a:avLst/>
                <a:gdLst>
                  <a:gd name="T0" fmla="*/ 0 w 87"/>
                  <a:gd name="T1" fmla="*/ 0 h 530"/>
                  <a:gd name="T2" fmla="*/ 7 w 87"/>
                  <a:gd name="T3" fmla="*/ 3 h 530"/>
                  <a:gd name="T4" fmla="*/ 12 w 87"/>
                  <a:gd name="T5" fmla="*/ 12 h 530"/>
                  <a:gd name="T6" fmla="*/ 14 w 87"/>
                  <a:gd name="T7" fmla="*/ 25 h 530"/>
                  <a:gd name="T8" fmla="*/ 15 w 87"/>
                  <a:gd name="T9" fmla="*/ 44 h 530"/>
                  <a:gd name="T10" fmla="*/ 42 w 87"/>
                  <a:gd name="T11" fmla="*/ 488 h 530"/>
                  <a:gd name="T12" fmla="*/ 45 w 87"/>
                  <a:gd name="T13" fmla="*/ 512 h 530"/>
                  <a:gd name="T14" fmla="*/ 47 w 87"/>
                  <a:gd name="T15" fmla="*/ 520 h 530"/>
                  <a:gd name="T16" fmla="*/ 52 w 87"/>
                  <a:gd name="T17" fmla="*/ 527 h 530"/>
                  <a:gd name="T18" fmla="*/ 57 w 87"/>
                  <a:gd name="T19" fmla="*/ 530 h 530"/>
                  <a:gd name="T20" fmla="*/ 62 w 87"/>
                  <a:gd name="T21" fmla="*/ 524 h 530"/>
                  <a:gd name="T22" fmla="*/ 66 w 87"/>
                  <a:gd name="T23" fmla="*/ 512 h 530"/>
                  <a:gd name="T24" fmla="*/ 87 w 87"/>
                  <a:gd name="T25" fmla="*/ 264 h 5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7" h="530">
                    <a:moveTo>
                      <a:pt x="0" y="0"/>
                    </a:moveTo>
                    <a:lnTo>
                      <a:pt x="7" y="3"/>
                    </a:lnTo>
                    <a:lnTo>
                      <a:pt x="12" y="12"/>
                    </a:lnTo>
                    <a:lnTo>
                      <a:pt x="14" y="25"/>
                    </a:lnTo>
                    <a:lnTo>
                      <a:pt x="15" y="44"/>
                    </a:lnTo>
                    <a:lnTo>
                      <a:pt x="42" y="488"/>
                    </a:lnTo>
                    <a:lnTo>
                      <a:pt x="45" y="512"/>
                    </a:lnTo>
                    <a:lnTo>
                      <a:pt x="47" y="520"/>
                    </a:lnTo>
                    <a:lnTo>
                      <a:pt x="52" y="527"/>
                    </a:lnTo>
                    <a:lnTo>
                      <a:pt x="57" y="530"/>
                    </a:lnTo>
                    <a:lnTo>
                      <a:pt x="62" y="524"/>
                    </a:lnTo>
                    <a:lnTo>
                      <a:pt x="66" y="512"/>
                    </a:lnTo>
                    <a:lnTo>
                      <a:pt x="87" y="264"/>
                    </a:lnTo>
                  </a:path>
                </a:pathLst>
              </a:cu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sp>
            <p:nvSpPr>
              <p:cNvPr id="283676" name="Freeform 59"/>
              <p:cNvSpPr>
                <a:spLocks noChangeArrowheads="1"/>
              </p:cNvSpPr>
              <p:nvPr/>
            </p:nvSpPr>
            <p:spPr bwMode="auto">
              <a:xfrm>
                <a:off x="7204571" y="3430488"/>
                <a:ext cx="58473" cy="431800"/>
              </a:xfrm>
              <a:custGeom>
                <a:avLst/>
                <a:gdLst>
                  <a:gd name="T0" fmla="*/ 0 w 34"/>
                  <a:gd name="T1" fmla="*/ 362 h 363"/>
                  <a:gd name="T2" fmla="*/ 20 w 34"/>
                  <a:gd name="T3" fmla="*/ 54 h 363"/>
                  <a:gd name="T4" fmla="*/ 22 w 34"/>
                  <a:gd name="T5" fmla="*/ 38 h 363"/>
                  <a:gd name="T6" fmla="*/ 23 w 34"/>
                  <a:gd name="T7" fmla="*/ 25 h 363"/>
                  <a:gd name="T8" fmla="*/ 24 w 34"/>
                  <a:gd name="T9" fmla="*/ 15 h 363"/>
                  <a:gd name="T10" fmla="*/ 28 w 34"/>
                  <a:gd name="T11" fmla="*/ 6 h 363"/>
                  <a:gd name="T12" fmla="*/ 33 w 34"/>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34" h="363">
                    <a:moveTo>
                      <a:pt x="0" y="362"/>
                    </a:moveTo>
                    <a:lnTo>
                      <a:pt x="20" y="54"/>
                    </a:lnTo>
                    <a:lnTo>
                      <a:pt x="22" y="38"/>
                    </a:lnTo>
                    <a:lnTo>
                      <a:pt x="23" y="25"/>
                    </a:lnTo>
                    <a:lnTo>
                      <a:pt x="24" y="15"/>
                    </a:lnTo>
                    <a:lnTo>
                      <a:pt x="28" y="6"/>
                    </a:lnTo>
                    <a:lnTo>
                      <a:pt x="33" y="0"/>
                    </a:lnTo>
                  </a:path>
                </a:pathLst>
              </a:cu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sp>
            <p:nvSpPr>
              <p:cNvPr id="283677" name="Freeform 60"/>
              <p:cNvSpPr>
                <a:spLocks noChangeArrowheads="1"/>
              </p:cNvSpPr>
              <p:nvPr/>
            </p:nvSpPr>
            <p:spPr bwMode="auto">
              <a:xfrm>
                <a:off x="7263044" y="3435252"/>
                <a:ext cx="146182" cy="841375"/>
              </a:xfrm>
              <a:custGeom>
                <a:avLst/>
                <a:gdLst>
                  <a:gd name="T0" fmla="*/ 0 w 85"/>
                  <a:gd name="T1" fmla="*/ 0 h 530"/>
                  <a:gd name="T2" fmla="*/ 7 w 85"/>
                  <a:gd name="T3" fmla="*/ 3 h 530"/>
                  <a:gd name="T4" fmla="*/ 12 w 85"/>
                  <a:gd name="T5" fmla="*/ 12 h 530"/>
                  <a:gd name="T6" fmla="*/ 13 w 85"/>
                  <a:gd name="T7" fmla="*/ 25 h 530"/>
                  <a:gd name="T8" fmla="*/ 15 w 85"/>
                  <a:gd name="T9" fmla="*/ 44 h 530"/>
                  <a:gd name="T10" fmla="*/ 42 w 85"/>
                  <a:gd name="T11" fmla="*/ 488 h 530"/>
                  <a:gd name="T12" fmla="*/ 44 w 85"/>
                  <a:gd name="T13" fmla="*/ 512 h 530"/>
                  <a:gd name="T14" fmla="*/ 46 w 85"/>
                  <a:gd name="T15" fmla="*/ 520 h 530"/>
                  <a:gd name="T16" fmla="*/ 52 w 85"/>
                  <a:gd name="T17" fmla="*/ 527 h 530"/>
                  <a:gd name="T18" fmla="*/ 56 w 85"/>
                  <a:gd name="T19" fmla="*/ 530 h 530"/>
                  <a:gd name="T20" fmla="*/ 62 w 85"/>
                  <a:gd name="T21" fmla="*/ 524 h 530"/>
                  <a:gd name="T22" fmla="*/ 65 w 85"/>
                  <a:gd name="T23" fmla="*/ 512 h 530"/>
                  <a:gd name="T24" fmla="*/ 85 w 85"/>
                  <a:gd name="T25" fmla="*/ 274 h 5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5" h="530">
                    <a:moveTo>
                      <a:pt x="0" y="0"/>
                    </a:moveTo>
                    <a:lnTo>
                      <a:pt x="7" y="3"/>
                    </a:lnTo>
                    <a:lnTo>
                      <a:pt x="12" y="12"/>
                    </a:lnTo>
                    <a:lnTo>
                      <a:pt x="13" y="25"/>
                    </a:lnTo>
                    <a:lnTo>
                      <a:pt x="15" y="44"/>
                    </a:lnTo>
                    <a:lnTo>
                      <a:pt x="42" y="488"/>
                    </a:lnTo>
                    <a:lnTo>
                      <a:pt x="44" y="512"/>
                    </a:lnTo>
                    <a:lnTo>
                      <a:pt x="46" y="520"/>
                    </a:lnTo>
                    <a:lnTo>
                      <a:pt x="52" y="527"/>
                    </a:lnTo>
                    <a:lnTo>
                      <a:pt x="56" y="530"/>
                    </a:lnTo>
                    <a:lnTo>
                      <a:pt x="62" y="524"/>
                    </a:lnTo>
                    <a:lnTo>
                      <a:pt x="65" y="512"/>
                    </a:lnTo>
                    <a:lnTo>
                      <a:pt x="85" y="274"/>
                    </a:lnTo>
                  </a:path>
                </a:pathLst>
              </a:cu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grpSp>
            <p:nvGrpSpPr>
              <p:cNvPr id="283678" name="Group 61"/>
              <p:cNvGrpSpPr>
                <a:grpSpLocks/>
              </p:cNvGrpSpPr>
              <p:nvPr/>
            </p:nvGrpSpPr>
            <p:grpSpPr bwMode="auto">
              <a:xfrm>
                <a:off x="7407506" y="3430489"/>
                <a:ext cx="204655" cy="847725"/>
                <a:chOff x="4190" y="2269"/>
                <a:chExt cx="119" cy="713"/>
              </a:xfrm>
            </p:grpSpPr>
            <p:sp>
              <p:nvSpPr>
                <p:cNvPr id="283679" name="Freeform 62"/>
                <p:cNvSpPr>
                  <a:spLocks noChangeArrowheads="1"/>
                </p:cNvSpPr>
                <p:nvPr/>
              </p:nvSpPr>
              <p:spPr bwMode="auto">
                <a:xfrm>
                  <a:off x="4190" y="2269"/>
                  <a:ext cx="35" cy="363"/>
                </a:xfrm>
                <a:custGeom>
                  <a:avLst/>
                  <a:gdLst>
                    <a:gd name="T0" fmla="*/ 0 w 35"/>
                    <a:gd name="T1" fmla="*/ 362 h 363"/>
                    <a:gd name="T2" fmla="*/ 21 w 35"/>
                    <a:gd name="T3" fmla="*/ 54 h 363"/>
                    <a:gd name="T4" fmla="*/ 22 w 35"/>
                    <a:gd name="T5" fmla="*/ 38 h 363"/>
                    <a:gd name="T6" fmla="*/ 23 w 35"/>
                    <a:gd name="T7" fmla="*/ 25 h 363"/>
                    <a:gd name="T8" fmla="*/ 25 w 35"/>
                    <a:gd name="T9" fmla="*/ 15 h 363"/>
                    <a:gd name="T10" fmla="*/ 29 w 35"/>
                    <a:gd name="T11" fmla="*/ 6 h 363"/>
                    <a:gd name="T12" fmla="*/ 34 w 35"/>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35" h="363">
                      <a:moveTo>
                        <a:pt x="0" y="362"/>
                      </a:moveTo>
                      <a:lnTo>
                        <a:pt x="21" y="54"/>
                      </a:lnTo>
                      <a:lnTo>
                        <a:pt x="22" y="38"/>
                      </a:lnTo>
                      <a:lnTo>
                        <a:pt x="23" y="25"/>
                      </a:lnTo>
                      <a:lnTo>
                        <a:pt x="25" y="15"/>
                      </a:lnTo>
                      <a:lnTo>
                        <a:pt x="29" y="6"/>
                      </a:lnTo>
                      <a:lnTo>
                        <a:pt x="34" y="0"/>
                      </a:lnTo>
                    </a:path>
                  </a:pathLst>
                </a:cu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sp>
              <p:nvSpPr>
                <p:cNvPr id="283680" name="Freeform 63"/>
                <p:cNvSpPr>
                  <a:spLocks noChangeArrowheads="1"/>
                </p:cNvSpPr>
                <p:nvPr/>
              </p:nvSpPr>
              <p:spPr bwMode="auto">
                <a:xfrm>
                  <a:off x="4225" y="2273"/>
                  <a:ext cx="84" cy="709"/>
                </a:xfrm>
                <a:custGeom>
                  <a:avLst/>
                  <a:gdLst>
                    <a:gd name="T0" fmla="*/ 0 w 84"/>
                    <a:gd name="T1" fmla="*/ 0 h 709"/>
                    <a:gd name="T2" fmla="*/ 7 w 84"/>
                    <a:gd name="T3" fmla="*/ 4 h 709"/>
                    <a:gd name="T4" fmla="*/ 12 w 84"/>
                    <a:gd name="T5" fmla="*/ 16 h 709"/>
                    <a:gd name="T6" fmla="*/ 13 w 84"/>
                    <a:gd name="T7" fmla="*/ 33 h 709"/>
                    <a:gd name="T8" fmla="*/ 15 w 84"/>
                    <a:gd name="T9" fmla="*/ 59 h 709"/>
                    <a:gd name="T10" fmla="*/ 42 w 84"/>
                    <a:gd name="T11" fmla="*/ 651 h 709"/>
                    <a:gd name="T12" fmla="*/ 44 w 84"/>
                    <a:gd name="T13" fmla="*/ 684 h 709"/>
                    <a:gd name="T14" fmla="*/ 46 w 84"/>
                    <a:gd name="T15" fmla="*/ 694 h 709"/>
                    <a:gd name="T16" fmla="*/ 52 w 84"/>
                    <a:gd name="T17" fmla="*/ 704 h 709"/>
                    <a:gd name="T18" fmla="*/ 56 w 84"/>
                    <a:gd name="T19" fmla="*/ 708 h 709"/>
                    <a:gd name="T20" fmla="*/ 62 w 84"/>
                    <a:gd name="T21" fmla="*/ 700 h 709"/>
                    <a:gd name="T22" fmla="*/ 65 w 84"/>
                    <a:gd name="T23" fmla="*/ 684 h 709"/>
                    <a:gd name="T24" fmla="*/ 83 w 84"/>
                    <a:gd name="T25" fmla="*/ 380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4" h="709">
                      <a:moveTo>
                        <a:pt x="0" y="0"/>
                      </a:moveTo>
                      <a:lnTo>
                        <a:pt x="7" y="4"/>
                      </a:lnTo>
                      <a:lnTo>
                        <a:pt x="12" y="16"/>
                      </a:lnTo>
                      <a:lnTo>
                        <a:pt x="13" y="33"/>
                      </a:lnTo>
                      <a:lnTo>
                        <a:pt x="15" y="59"/>
                      </a:lnTo>
                      <a:lnTo>
                        <a:pt x="42" y="651"/>
                      </a:lnTo>
                      <a:lnTo>
                        <a:pt x="44" y="684"/>
                      </a:lnTo>
                      <a:lnTo>
                        <a:pt x="46" y="694"/>
                      </a:lnTo>
                      <a:lnTo>
                        <a:pt x="52" y="704"/>
                      </a:lnTo>
                      <a:lnTo>
                        <a:pt x="56" y="708"/>
                      </a:lnTo>
                      <a:lnTo>
                        <a:pt x="62" y="700"/>
                      </a:lnTo>
                      <a:lnTo>
                        <a:pt x="65" y="684"/>
                      </a:lnTo>
                      <a:lnTo>
                        <a:pt x="83" y="380"/>
                      </a:lnTo>
                    </a:path>
                  </a:pathLst>
                </a:cu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grpSp>
          <p:sp>
            <p:nvSpPr>
              <p:cNvPr id="283681" name="Freeform 64"/>
              <p:cNvSpPr>
                <a:spLocks noChangeArrowheads="1"/>
              </p:cNvSpPr>
              <p:nvPr/>
            </p:nvSpPr>
            <p:spPr bwMode="auto">
              <a:xfrm>
                <a:off x="5981798" y="3436838"/>
                <a:ext cx="56754" cy="431800"/>
              </a:xfrm>
              <a:custGeom>
                <a:avLst/>
                <a:gdLst>
                  <a:gd name="T0" fmla="*/ 0 w 33"/>
                  <a:gd name="T1" fmla="*/ 362 h 363"/>
                  <a:gd name="T2" fmla="*/ 20 w 33"/>
                  <a:gd name="T3" fmla="*/ 54 h 363"/>
                  <a:gd name="T4" fmla="*/ 21 w 33"/>
                  <a:gd name="T5" fmla="*/ 38 h 363"/>
                  <a:gd name="T6" fmla="*/ 22 w 33"/>
                  <a:gd name="T7" fmla="*/ 25 h 363"/>
                  <a:gd name="T8" fmla="*/ 24 w 33"/>
                  <a:gd name="T9" fmla="*/ 15 h 363"/>
                  <a:gd name="T10" fmla="*/ 27 w 33"/>
                  <a:gd name="T11" fmla="*/ 6 h 363"/>
                  <a:gd name="T12" fmla="*/ 32 w 33"/>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33" h="363">
                    <a:moveTo>
                      <a:pt x="0" y="362"/>
                    </a:moveTo>
                    <a:lnTo>
                      <a:pt x="20" y="54"/>
                    </a:lnTo>
                    <a:lnTo>
                      <a:pt x="21" y="38"/>
                    </a:lnTo>
                    <a:lnTo>
                      <a:pt x="22" y="25"/>
                    </a:lnTo>
                    <a:lnTo>
                      <a:pt x="24" y="15"/>
                    </a:lnTo>
                    <a:lnTo>
                      <a:pt x="27" y="6"/>
                    </a:lnTo>
                    <a:lnTo>
                      <a:pt x="32" y="0"/>
                    </a:lnTo>
                  </a:path>
                </a:pathLst>
              </a:cu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sp>
            <p:nvSpPr>
              <p:cNvPr id="283682" name="Freeform 65"/>
              <p:cNvSpPr>
                <a:spLocks noChangeArrowheads="1"/>
              </p:cNvSpPr>
              <p:nvPr/>
            </p:nvSpPr>
            <p:spPr bwMode="auto">
              <a:xfrm>
                <a:off x="6038552" y="3441602"/>
                <a:ext cx="153061" cy="841375"/>
              </a:xfrm>
              <a:custGeom>
                <a:avLst/>
                <a:gdLst>
                  <a:gd name="T0" fmla="*/ 0 w 89"/>
                  <a:gd name="T1" fmla="*/ 0 h 530"/>
                  <a:gd name="T2" fmla="*/ 7 w 89"/>
                  <a:gd name="T3" fmla="*/ 3 h 530"/>
                  <a:gd name="T4" fmla="*/ 12 w 89"/>
                  <a:gd name="T5" fmla="*/ 12 h 530"/>
                  <a:gd name="T6" fmla="*/ 14 w 89"/>
                  <a:gd name="T7" fmla="*/ 25 h 530"/>
                  <a:gd name="T8" fmla="*/ 15 w 89"/>
                  <a:gd name="T9" fmla="*/ 44 h 530"/>
                  <a:gd name="T10" fmla="*/ 43 w 89"/>
                  <a:gd name="T11" fmla="*/ 488 h 530"/>
                  <a:gd name="T12" fmla="*/ 45 w 89"/>
                  <a:gd name="T13" fmla="*/ 512 h 530"/>
                  <a:gd name="T14" fmla="*/ 47 w 89"/>
                  <a:gd name="T15" fmla="*/ 520 h 530"/>
                  <a:gd name="T16" fmla="*/ 53 w 89"/>
                  <a:gd name="T17" fmla="*/ 527 h 530"/>
                  <a:gd name="T18" fmla="*/ 57 w 89"/>
                  <a:gd name="T19" fmla="*/ 530 h 530"/>
                  <a:gd name="T20" fmla="*/ 63 w 89"/>
                  <a:gd name="T21" fmla="*/ 524 h 530"/>
                  <a:gd name="T22" fmla="*/ 67 w 89"/>
                  <a:gd name="T23" fmla="*/ 512 h 530"/>
                  <a:gd name="T24" fmla="*/ 89 w 89"/>
                  <a:gd name="T25" fmla="*/ 264 h 5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9" h="530">
                    <a:moveTo>
                      <a:pt x="0" y="0"/>
                    </a:moveTo>
                    <a:lnTo>
                      <a:pt x="7" y="3"/>
                    </a:lnTo>
                    <a:lnTo>
                      <a:pt x="12" y="12"/>
                    </a:lnTo>
                    <a:lnTo>
                      <a:pt x="14" y="25"/>
                    </a:lnTo>
                    <a:lnTo>
                      <a:pt x="15" y="44"/>
                    </a:lnTo>
                    <a:lnTo>
                      <a:pt x="43" y="488"/>
                    </a:lnTo>
                    <a:lnTo>
                      <a:pt x="45" y="512"/>
                    </a:lnTo>
                    <a:lnTo>
                      <a:pt x="47" y="520"/>
                    </a:lnTo>
                    <a:lnTo>
                      <a:pt x="53" y="527"/>
                    </a:lnTo>
                    <a:lnTo>
                      <a:pt x="57" y="530"/>
                    </a:lnTo>
                    <a:lnTo>
                      <a:pt x="63" y="524"/>
                    </a:lnTo>
                    <a:lnTo>
                      <a:pt x="67" y="512"/>
                    </a:lnTo>
                    <a:lnTo>
                      <a:pt x="89" y="264"/>
                    </a:lnTo>
                  </a:path>
                </a:pathLst>
              </a:cu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sp>
            <p:nvSpPr>
              <p:cNvPr id="283683" name="Freeform 66"/>
              <p:cNvSpPr>
                <a:spLocks noChangeArrowheads="1"/>
              </p:cNvSpPr>
              <p:nvPr/>
            </p:nvSpPr>
            <p:spPr bwMode="auto">
              <a:xfrm>
                <a:off x="6186454" y="3436838"/>
                <a:ext cx="55033" cy="431800"/>
              </a:xfrm>
              <a:custGeom>
                <a:avLst/>
                <a:gdLst>
                  <a:gd name="T0" fmla="*/ 0 w 32"/>
                  <a:gd name="T1" fmla="*/ 362 h 363"/>
                  <a:gd name="T2" fmla="*/ 19 w 32"/>
                  <a:gd name="T3" fmla="*/ 54 h 363"/>
                  <a:gd name="T4" fmla="*/ 20 w 32"/>
                  <a:gd name="T5" fmla="*/ 38 h 363"/>
                  <a:gd name="T6" fmla="*/ 21 w 32"/>
                  <a:gd name="T7" fmla="*/ 25 h 363"/>
                  <a:gd name="T8" fmla="*/ 23 w 32"/>
                  <a:gd name="T9" fmla="*/ 15 h 363"/>
                  <a:gd name="T10" fmla="*/ 27 w 32"/>
                  <a:gd name="T11" fmla="*/ 6 h 363"/>
                  <a:gd name="T12" fmla="*/ 31 w 32"/>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32" h="363">
                    <a:moveTo>
                      <a:pt x="0" y="362"/>
                    </a:moveTo>
                    <a:lnTo>
                      <a:pt x="19" y="54"/>
                    </a:lnTo>
                    <a:lnTo>
                      <a:pt x="20" y="38"/>
                    </a:lnTo>
                    <a:lnTo>
                      <a:pt x="21" y="25"/>
                    </a:lnTo>
                    <a:lnTo>
                      <a:pt x="23" y="15"/>
                    </a:lnTo>
                    <a:lnTo>
                      <a:pt x="27" y="6"/>
                    </a:lnTo>
                    <a:lnTo>
                      <a:pt x="31" y="0"/>
                    </a:lnTo>
                  </a:path>
                </a:pathLst>
              </a:cu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sp>
            <p:nvSpPr>
              <p:cNvPr id="283684" name="Freeform 67"/>
              <p:cNvSpPr>
                <a:spLocks noChangeArrowheads="1"/>
              </p:cNvSpPr>
              <p:nvPr/>
            </p:nvSpPr>
            <p:spPr bwMode="auto">
              <a:xfrm>
                <a:off x="6241487" y="3441602"/>
                <a:ext cx="146182" cy="841375"/>
              </a:xfrm>
              <a:custGeom>
                <a:avLst/>
                <a:gdLst>
                  <a:gd name="T0" fmla="*/ 0 w 85"/>
                  <a:gd name="T1" fmla="*/ 0 h 530"/>
                  <a:gd name="T2" fmla="*/ 7 w 85"/>
                  <a:gd name="T3" fmla="*/ 3 h 530"/>
                  <a:gd name="T4" fmla="*/ 12 w 85"/>
                  <a:gd name="T5" fmla="*/ 12 h 530"/>
                  <a:gd name="T6" fmla="*/ 14 w 85"/>
                  <a:gd name="T7" fmla="*/ 25 h 530"/>
                  <a:gd name="T8" fmla="*/ 15 w 85"/>
                  <a:gd name="T9" fmla="*/ 44 h 530"/>
                  <a:gd name="T10" fmla="*/ 42 w 85"/>
                  <a:gd name="T11" fmla="*/ 488 h 530"/>
                  <a:gd name="T12" fmla="*/ 45 w 85"/>
                  <a:gd name="T13" fmla="*/ 512 h 530"/>
                  <a:gd name="T14" fmla="*/ 47 w 85"/>
                  <a:gd name="T15" fmla="*/ 520 h 530"/>
                  <a:gd name="T16" fmla="*/ 52 w 85"/>
                  <a:gd name="T17" fmla="*/ 527 h 530"/>
                  <a:gd name="T18" fmla="*/ 57 w 85"/>
                  <a:gd name="T19" fmla="*/ 530 h 530"/>
                  <a:gd name="T20" fmla="*/ 62 w 85"/>
                  <a:gd name="T21" fmla="*/ 524 h 530"/>
                  <a:gd name="T22" fmla="*/ 66 w 85"/>
                  <a:gd name="T23" fmla="*/ 512 h 530"/>
                  <a:gd name="T24" fmla="*/ 85 w 85"/>
                  <a:gd name="T25" fmla="*/ 264 h 5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5" h="530">
                    <a:moveTo>
                      <a:pt x="0" y="0"/>
                    </a:moveTo>
                    <a:lnTo>
                      <a:pt x="7" y="3"/>
                    </a:lnTo>
                    <a:lnTo>
                      <a:pt x="12" y="12"/>
                    </a:lnTo>
                    <a:lnTo>
                      <a:pt x="14" y="25"/>
                    </a:lnTo>
                    <a:lnTo>
                      <a:pt x="15" y="44"/>
                    </a:lnTo>
                    <a:lnTo>
                      <a:pt x="42" y="488"/>
                    </a:lnTo>
                    <a:lnTo>
                      <a:pt x="45" y="512"/>
                    </a:lnTo>
                    <a:lnTo>
                      <a:pt x="47" y="520"/>
                    </a:lnTo>
                    <a:lnTo>
                      <a:pt x="52" y="527"/>
                    </a:lnTo>
                    <a:lnTo>
                      <a:pt x="57" y="530"/>
                    </a:lnTo>
                    <a:lnTo>
                      <a:pt x="62" y="524"/>
                    </a:lnTo>
                    <a:lnTo>
                      <a:pt x="66" y="512"/>
                    </a:lnTo>
                    <a:lnTo>
                      <a:pt x="85" y="264"/>
                    </a:lnTo>
                  </a:path>
                </a:pathLst>
              </a:cu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sp>
            <p:nvSpPr>
              <p:cNvPr id="283685" name="Freeform 68"/>
              <p:cNvSpPr>
                <a:spLocks noChangeArrowheads="1"/>
              </p:cNvSpPr>
              <p:nvPr/>
            </p:nvSpPr>
            <p:spPr bwMode="auto">
              <a:xfrm>
                <a:off x="6387669" y="3430488"/>
                <a:ext cx="58473" cy="431800"/>
              </a:xfrm>
              <a:custGeom>
                <a:avLst/>
                <a:gdLst>
                  <a:gd name="T0" fmla="*/ 0 w 34"/>
                  <a:gd name="T1" fmla="*/ 362 h 363"/>
                  <a:gd name="T2" fmla="*/ 20 w 34"/>
                  <a:gd name="T3" fmla="*/ 54 h 363"/>
                  <a:gd name="T4" fmla="*/ 22 w 34"/>
                  <a:gd name="T5" fmla="*/ 38 h 363"/>
                  <a:gd name="T6" fmla="*/ 23 w 34"/>
                  <a:gd name="T7" fmla="*/ 25 h 363"/>
                  <a:gd name="T8" fmla="*/ 24 w 34"/>
                  <a:gd name="T9" fmla="*/ 15 h 363"/>
                  <a:gd name="T10" fmla="*/ 28 w 34"/>
                  <a:gd name="T11" fmla="*/ 6 h 363"/>
                  <a:gd name="T12" fmla="*/ 33 w 34"/>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34" h="363">
                    <a:moveTo>
                      <a:pt x="0" y="362"/>
                    </a:moveTo>
                    <a:lnTo>
                      <a:pt x="20" y="54"/>
                    </a:lnTo>
                    <a:lnTo>
                      <a:pt x="22" y="38"/>
                    </a:lnTo>
                    <a:lnTo>
                      <a:pt x="23" y="25"/>
                    </a:lnTo>
                    <a:lnTo>
                      <a:pt x="24" y="15"/>
                    </a:lnTo>
                    <a:lnTo>
                      <a:pt x="28" y="6"/>
                    </a:lnTo>
                    <a:lnTo>
                      <a:pt x="33" y="0"/>
                    </a:lnTo>
                  </a:path>
                </a:pathLst>
              </a:cu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sp>
            <p:nvSpPr>
              <p:cNvPr id="283686" name="Freeform 69"/>
              <p:cNvSpPr>
                <a:spLocks noChangeArrowheads="1"/>
              </p:cNvSpPr>
              <p:nvPr/>
            </p:nvSpPr>
            <p:spPr bwMode="auto">
              <a:xfrm>
                <a:off x="6446142" y="3435252"/>
                <a:ext cx="147902" cy="841375"/>
              </a:xfrm>
              <a:custGeom>
                <a:avLst/>
                <a:gdLst>
                  <a:gd name="T0" fmla="*/ 0 w 86"/>
                  <a:gd name="T1" fmla="*/ 0 h 530"/>
                  <a:gd name="T2" fmla="*/ 7 w 86"/>
                  <a:gd name="T3" fmla="*/ 3 h 530"/>
                  <a:gd name="T4" fmla="*/ 12 w 86"/>
                  <a:gd name="T5" fmla="*/ 12 h 530"/>
                  <a:gd name="T6" fmla="*/ 13 w 86"/>
                  <a:gd name="T7" fmla="*/ 25 h 530"/>
                  <a:gd name="T8" fmla="*/ 15 w 86"/>
                  <a:gd name="T9" fmla="*/ 44 h 530"/>
                  <a:gd name="T10" fmla="*/ 42 w 86"/>
                  <a:gd name="T11" fmla="*/ 488 h 530"/>
                  <a:gd name="T12" fmla="*/ 44 w 86"/>
                  <a:gd name="T13" fmla="*/ 512 h 530"/>
                  <a:gd name="T14" fmla="*/ 46 w 86"/>
                  <a:gd name="T15" fmla="*/ 520 h 530"/>
                  <a:gd name="T16" fmla="*/ 52 w 86"/>
                  <a:gd name="T17" fmla="*/ 527 h 530"/>
                  <a:gd name="T18" fmla="*/ 56 w 86"/>
                  <a:gd name="T19" fmla="*/ 530 h 530"/>
                  <a:gd name="T20" fmla="*/ 62 w 86"/>
                  <a:gd name="T21" fmla="*/ 524 h 530"/>
                  <a:gd name="T22" fmla="*/ 65 w 86"/>
                  <a:gd name="T23" fmla="*/ 512 h 530"/>
                  <a:gd name="T24" fmla="*/ 86 w 86"/>
                  <a:gd name="T25" fmla="*/ 274 h 5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6" h="530">
                    <a:moveTo>
                      <a:pt x="0" y="0"/>
                    </a:moveTo>
                    <a:lnTo>
                      <a:pt x="7" y="3"/>
                    </a:lnTo>
                    <a:lnTo>
                      <a:pt x="12" y="12"/>
                    </a:lnTo>
                    <a:lnTo>
                      <a:pt x="13" y="25"/>
                    </a:lnTo>
                    <a:lnTo>
                      <a:pt x="15" y="44"/>
                    </a:lnTo>
                    <a:lnTo>
                      <a:pt x="42" y="488"/>
                    </a:lnTo>
                    <a:lnTo>
                      <a:pt x="44" y="512"/>
                    </a:lnTo>
                    <a:lnTo>
                      <a:pt x="46" y="520"/>
                    </a:lnTo>
                    <a:lnTo>
                      <a:pt x="52" y="527"/>
                    </a:lnTo>
                    <a:lnTo>
                      <a:pt x="56" y="530"/>
                    </a:lnTo>
                    <a:lnTo>
                      <a:pt x="62" y="524"/>
                    </a:lnTo>
                    <a:lnTo>
                      <a:pt x="65" y="512"/>
                    </a:lnTo>
                    <a:lnTo>
                      <a:pt x="86" y="274"/>
                    </a:lnTo>
                  </a:path>
                </a:pathLst>
              </a:cu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grpSp>
            <p:nvGrpSpPr>
              <p:cNvPr id="283687" name="Group 70"/>
              <p:cNvGrpSpPr>
                <a:grpSpLocks/>
              </p:cNvGrpSpPr>
              <p:nvPr/>
            </p:nvGrpSpPr>
            <p:grpSpPr bwMode="auto">
              <a:xfrm>
                <a:off x="6590605" y="3430489"/>
                <a:ext cx="204656" cy="847725"/>
                <a:chOff x="3715" y="2269"/>
                <a:chExt cx="119" cy="713"/>
              </a:xfrm>
            </p:grpSpPr>
            <p:sp>
              <p:nvSpPr>
                <p:cNvPr id="283688" name="Freeform 71"/>
                <p:cNvSpPr>
                  <a:spLocks noChangeArrowheads="1"/>
                </p:cNvSpPr>
                <p:nvPr/>
              </p:nvSpPr>
              <p:spPr bwMode="auto">
                <a:xfrm>
                  <a:off x="3715" y="2269"/>
                  <a:ext cx="35" cy="363"/>
                </a:xfrm>
                <a:custGeom>
                  <a:avLst/>
                  <a:gdLst>
                    <a:gd name="T0" fmla="*/ 0 w 35"/>
                    <a:gd name="T1" fmla="*/ 362 h 363"/>
                    <a:gd name="T2" fmla="*/ 21 w 35"/>
                    <a:gd name="T3" fmla="*/ 54 h 363"/>
                    <a:gd name="T4" fmla="*/ 22 w 35"/>
                    <a:gd name="T5" fmla="*/ 38 h 363"/>
                    <a:gd name="T6" fmla="*/ 23 w 35"/>
                    <a:gd name="T7" fmla="*/ 25 h 363"/>
                    <a:gd name="T8" fmla="*/ 25 w 35"/>
                    <a:gd name="T9" fmla="*/ 15 h 363"/>
                    <a:gd name="T10" fmla="*/ 29 w 35"/>
                    <a:gd name="T11" fmla="*/ 6 h 363"/>
                    <a:gd name="T12" fmla="*/ 34 w 35"/>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35" h="363">
                      <a:moveTo>
                        <a:pt x="0" y="362"/>
                      </a:moveTo>
                      <a:lnTo>
                        <a:pt x="21" y="54"/>
                      </a:lnTo>
                      <a:lnTo>
                        <a:pt x="22" y="38"/>
                      </a:lnTo>
                      <a:lnTo>
                        <a:pt x="23" y="25"/>
                      </a:lnTo>
                      <a:lnTo>
                        <a:pt x="25" y="15"/>
                      </a:lnTo>
                      <a:lnTo>
                        <a:pt x="29" y="6"/>
                      </a:lnTo>
                      <a:lnTo>
                        <a:pt x="34" y="0"/>
                      </a:lnTo>
                    </a:path>
                  </a:pathLst>
                </a:cu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sp>
              <p:nvSpPr>
                <p:cNvPr id="283689" name="Freeform 72"/>
                <p:cNvSpPr>
                  <a:spLocks noChangeArrowheads="1"/>
                </p:cNvSpPr>
                <p:nvPr/>
              </p:nvSpPr>
              <p:spPr bwMode="auto">
                <a:xfrm>
                  <a:off x="3750" y="2273"/>
                  <a:ext cx="84" cy="709"/>
                </a:xfrm>
                <a:custGeom>
                  <a:avLst/>
                  <a:gdLst>
                    <a:gd name="T0" fmla="*/ 0 w 84"/>
                    <a:gd name="T1" fmla="*/ 0 h 709"/>
                    <a:gd name="T2" fmla="*/ 7 w 84"/>
                    <a:gd name="T3" fmla="*/ 4 h 709"/>
                    <a:gd name="T4" fmla="*/ 12 w 84"/>
                    <a:gd name="T5" fmla="*/ 16 h 709"/>
                    <a:gd name="T6" fmla="*/ 13 w 84"/>
                    <a:gd name="T7" fmla="*/ 33 h 709"/>
                    <a:gd name="T8" fmla="*/ 15 w 84"/>
                    <a:gd name="T9" fmla="*/ 59 h 709"/>
                    <a:gd name="T10" fmla="*/ 42 w 84"/>
                    <a:gd name="T11" fmla="*/ 651 h 709"/>
                    <a:gd name="T12" fmla="*/ 44 w 84"/>
                    <a:gd name="T13" fmla="*/ 684 h 709"/>
                    <a:gd name="T14" fmla="*/ 46 w 84"/>
                    <a:gd name="T15" fmla="*/ 694 h 709"/>
                    <a:gd name="T16" fmla="*/ 52 w 84"/>
                    <a:gd name="T17" fmla="*/ 704 h 709"/>
                    <a:gd name="T18" fmla="*/ 56 w 84"/>
                    <a:gd name="T19" fmla="*/ 708 h 709"/>
                    <a:gd name="T20" fmla="*/ 62 w 84"/>
                    <a:gd name="T21" fmla="*/ 700 h 709"/>
                    <a:gd name="T22" fmla="*/ 65 w 84"/>
                    <a:gd name="T23" fmla="*/ 684 h 709"/>
                    <a:gd name="T24" fmla="*/ 83 w 84"/>
                    <a:gd name="T25" fmla="*/ 380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4" h="709">
                      <a:moveTo>
                        <a:pt x="0" y="0"/>
                      </a:moveTo>
                      <a:lnTo>
                        <a:pt x="7" y="4"/>
                      </a:lnTo>
                      <a:lnTo>
                        <a:pt x="12" y="16"/>
                      </a:lnTo>
                      <a:lnTo>
                        <a:pt x="13" y="33"/>
                      </a:lnTo>
                      <a:lnTo>
                        <a:pt x="15" y="59"/>
                      </a:lnTo>
                      <a:lnTo>
                        <a:pt x="42" y="651"/>
                      </a:lnTo>
                      <a:lnTo>
                        <a:pt x="44" y="684"/>
                      </a:lnTo>
                      <a:lnTo>
                        <a:pt x="46" y="694"/>
                      </a:lnTo>
                      <a:lnTo>
                        <a:pt x="52" y="704"/>
                      </a:lnTo>
                      <a:lnTo>
                        <a:pt x="56" y="708"/>
                      </a:lnTo>
                      <a:lnTo>
                        <a:pt x="62" y="700"/>
                      </a:lnTo>
                      <a:lnTo>
                        <a:pt x="65" y="684"/>
                      </a:lnTo>
                      <a:lnTo>
                        <a:pt x="83" y="380"/>
                      </a:lnTo>
                    </a:path>
                  </a:pathLst>
                </a:cu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grpSp>
          <p:sp>
            <p:nvSpPr>
              <p:cNvPr id="283690" name="Freeform 73"/>
              <p:cNvSpPr>
                <a:spLocks noChangeArrowheads="1"/>
              </p:cNvSpPr>
              <p:nvPr/>
            </p:nvSpPr>
            <p:spPr bwMode="auto">
              <a:xfrm>
                <a:off x="5149419" y="3436838"/>
                <a:ext cx="56754" cy="431800"/>
              </a:xfrm>
              <a:custGeom>
                <a:avLst/>
                <a:gdLst>
                  <a:gd name="T0" fmla="*/ 0 w 33"/>
                  <a:gd name="T1" fmla="*/ 362 h 363"/>
                  <a:gd name="T2" fmla="*/ 20 w 33"/>
                  <a:gd name="T3" fmla="*/ 54 h 363"/>
                  <a:gd name="T4" fmla="*/ 21 w 33"/>
                  <a:gd name="T5" fmla="*/ 38 h 363"/>
                  <a:gd name="T6" fmla="*/ 22 w 33"/>
                  <a:gd name="T7" fmla="*/ 25 h 363"/>
                  <a:gd name="T8" fmla="*/ 24 w 33"/>
                  <a:gd name="T9" fmla="*/ 15 h 363"/>
                  <a:gd name="T10" fmla="*/ 27 w 33"/>
                  <a:gd name="T11" fmla="*/ 6 h 363"/>
                  <a:gd name="T12" fmla="*/ 32 w 33"/>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33" h="363">
                    <a:moveTo>
                      <a:pt x="0" y="362"/>
                    </a:moveTo>
                    <a:lnTo>
                      <a:pt x="20" y="54"/>
                    </a:lnTo>
                    <a:lnTo>
                      <a:pt x="21" y="38"/>
                    </a:lnTo>
                    <a:lnTo>
                      <a:pt x="22" y="25"/>
                    </a:lnTo>
                    <a:lnTo>
                      <a:pt x="24" y="15"/>
                    </a:lnTo>
                    <a:lnTo>
                      <a:pt x="27" y="6"/>
                    </a:lnTo>
                    <a:lnTo>
                      <a:pt x="32" y="0"/>
                    </a:lnTo>
                  </a:path>
                </a:pathLst>
              </a:cu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sp>
            <p:nvSpPr>
              <p:cNvPr id="283691" name="Freeform 74"/>
              <p:cNvSpPr>
                <a:spLocks noChangeArrowheads="1"/>
              </p:cNvSpPr>
              <p:nvPr/>
            </p:nvSpPr>
            <p:spPr bwMode="auto">
              <a:xfrm>
                <a:off x="5206173" y="3441602"/>
                <a:ext cx="149621" cy="841375"/>
              </a:xfrm>
              <a:custGeom>
                <a:avLst/>
                <a:gdLst>
                  <a:gd name="T0" fmla="*/ 0 w 87"/>
                  <a:gd name="T1" fmla="*/ 0 h 530"/>
                  <a:gd name="T2" fmla="*/ 7 w 87"/>
                  <a:gd name="T3" fmla="*/ 3 h 530"/>
                  <a:gd name="T4" fmla="*/ 12 w 87"/>
                  <a:gd name="T5" fmla="*/ 12 h 530"/>
                  <a:gd name="T6" fmla="*/ 14 w 87"/>
                  <a:gd name="T7" fmla="*/ 25 h 530"/>
                  <a:gd name="T8" fmla="*/ 15 w 87"/>
                  <a:gd name="T9" fmla="*/ 44 h 530"/>
                  <a:gd name="T10" fmla="*/ 43 w 87"/>
                  <a:gd name="T11" fmla="*/ 488 h 530"/>
                  <a:gd name="T12" fmla="*/ 45 w 87"/>
                  <a:gd name="T13" fmla="*/ 512 h 530"/>
                  <a:gd name="T14" fmla="*/ 47 w 87"/>
                  <a:gd name="T15" fmla="*/ 520 h 530"/>
                  <a:gd name="T16" fmla="*/ 53 w 87"/>
                  <a:gd name="T17" fmla="*/ 527 h 530"/>
                  <a:gd name="T18" fmla="*/ 57 w 87"/>
                  <a:gd name="T19" fmla="*/ 530 h 530"/>
                  <a:gd name="T20" fmla="*/ 63 w 87"/>
                  <a:gd name="T21" fmla="*/ 524 h 530"/>
                  <a:gd name="T22" fmla="*/ 67 w 87"/>
                  <a:gd name="T23" fmla="*/ 512 h 530"/>
                  <a:gd name="T24" fmla="*/ 87 w 87"/>
                  <a:gd name="T25" fmla="*/ 276 h 5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7" h="530">
                    <a:moveTo>
                      <a:pt x="0" y="0"/>
                    </a:moveTo>
                    <a:lnTo>
                      <a:pt x="7" y="3"/>
                    </a:lnTo>
                    <a:lnTo>
                      <a:pt x="12" y="12"/>
                    </a:lnTo>
                    <a:lnTo>
                      <a:pt x="14" y="25"/>
                    </a:lnTo>
                    <a:lnTo>
                      <a:pt x="15" y="44"/>
                    </a:lnTo>
                    <a:lnTo>
                      <a:pt x="43" y="488"/>
                    </a:lnTo>
                    <a:lnTo>
                      <a:pt x="45" y="512"/>
                    </a:lnTo>
                    <a:lnTo>
                      <a:pt x="47" y="520"/>
                    </a:lnTo>
                    <a:lnTo>
                      <a:pt x="53" y="527"/>
                    </a:lnTo>
                    <a:lnTo>
                      <a:pt x="57" y="530"/>
                    </a:lnTo>
                    <a:lnTo>
                      <a:pt x="63" y="524"/>
                    </a:lnTo>
                    <a:lnTo>
                      <a:pt x="67" y="512"/>
                    </a:lnTo>
                    <a:lnTo>
                      <a:pt x="87" y="276"/>
                    </a:lnTo>
                  </a:path>
                </a:pathLst>
              </a:cu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sp>
            <p:nvSpPr>
              <p:cNvPr id="283692" name="Freeform 75"/>
              <p:cNvSpPr>
                <a:spLocks noChangeArrowheads="1"/>
              </p:cNvSpPr>
              <p:nvPr/>
            </p:nvSpPr>
            <p:spPr bwMode="auto">
              <a:xfrm>
                <a:off x="5354075" y="3436838"/>
                <a:ext cx="55033" cy="431800"/>
              </a:xfrm>
              <a:custGeom>
                <a:avLst/>
                <a:gdLst>
                  <a:gd name="T0" fmla="*/ 0 w 32"/>
                  <a:gd name="T1" fmla="*/ 362 h 363"/>
                  <a:gd name="T2" fmla="*/ 19 w 32"/>
                  <a:gd name="T3" fmla="*/ 54 h 363"/>
                  <a:gd name="T4" fmla="*/ 20 w 32"/>
                  <a:gd name="T5" fmla="*/ 38 h 363"/>
                  <a:gd name="T6" fmla="*/ 21 w 32"/>
                  <a:gd name="T7" fmla="*/ 25 h 363"/>
                  <a:gd name="T8" fmla="*/ 23 w 32"/>
                  <a:gd name="T9" fmla="*/ 15 h 363"/>
                  <a:gd name="T10" fmla="*/ 27 w 32"/>
                  <a:gd name="T11" fmla="*/ 6 h 363"/>
                  <a:gd name="T12" fmla="*/ 31 w 32"/>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32" h="363">
                    <a:moveTo>
                      <a:pt x="0" y="362"/>
                    </a:moveTo>
                    <a:lnTo>
                      <a:pt x="19" y="54"/>
                    </a:lnTo>
                    <a:lnTo>
                      <a:pt x="20" y="38"/>
                    </a:lnTo>
                    <a:lnTo>
                      <a:pt x="21" y="25"/>
                    </a:lnTo>
                    <a:lnTo>
                      <a:pt x="23" y="15"/>
                    </a:lnTo>
                    <a:lnTo>
                      <a:pt x="27" y="6"/>
                    </a:lnTo>
                    <a:lnTo>
                      <a:pt x="31" y="0"/>
                    </a:lnTo>
                  </a:path>
                </a:pathLst>
              </a:cu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sp>
            <p:nvSpPr>
              <p:cNvPr id="283693" name="Freeform 76"/>
              <p:cNvSpPr>
                <a:spLocks noChangeArrowheads="1"/>
              </p:cNvSpPr>
              <p:nvPr/>
            </p:nvSpPr>
            <p:spPr bwMode="auto">
              <a:xfrm>
                <a:off x="5409108" y="3441602"/>
                <a:ext cx="147902" cy="841375"/>
              </a:xfrm>
              <a:custGeom>
                <a:avLst/>
                <a:gdLst>
                  <a:gd name="T0" fmla="*/ 0 w 86"/>
                  <a:gd name="T1" fmla="*/ 0 h 530"/>
                  <a:gd name="T2" fmla="*/ 7 w 86"/>
                  <a:gd name="T3" fmla="*/ 3 h 530"/>
                  <a:gd name="T4" fmla="*/ 12 w 86"/>
                  <a:gd name="T5" fmla="*/ 12 h 530"/>
                  <a:gd name="T6" fmla="*/ 14 w 86"/>
                  <a:gd name="T7" fmla="*/ 25 h 530"/>
                  <a:gd name="T8" fmla="*/ 15 w 86"/>
                  <a:gd name="T9" fmla="*/ 44 h 530"/>
                  <a:gd name="T10" fmla="*/ 43 w 86"/>
                  <a:gd name="T11" fmla="*/ 488 h 530"/>
                  <a:gd name="T12" fmla="*/ 45 w 86"/>
                  <a:gd name="T13" fmla="*/ 512 h 530"/>
                  <a:gd name="T14" fmla="*/ 47 w 86"/>
                  <a:gd name="T15" fmla="*/ 520 h 530"/>
                  <a:gd name="T16" fmla="*/ 53 w 86"/>
                  <a:gd name="T17" fmla="*/ 527 h 530"/>
                  <a:gd name="T18" fmla="*/ 57 w 86"/>
                  <a:gd name="T19" fmla="*/ 530 h 530"/>
                  <a:gd name="T20" fmla="*/ 63 w 86"/>
                  <a:gd name="T21" fmla="*/ 524 h 530"/>
                  <a:gd name="T22" fmla="*/ 67 w 86"/>
                  <a:gd name="T23" fmla="*/ 512 h 530"/>
                  <a:gd name="T24" fmla="*/ 86 w 86"/>
                  <a:gd name="T25" fmla="*/ 258 h 5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6" h="530">
                    <a:moveTo>
                      <a:pt x="0" y="0"/>
                    </a:moveTo>
                    <a:lnTo>
                      <a:pt x="7" y="3"/>
                    </a:lnTo>
                    <a:lnTo>
                      <a:pt x="12" y="12"/>
                    </a:lnTo>
                    <a:lnTo>
                      <a:pt x="14" y="25"/>
                    </a:lnTo>
                    <a:lnTo>
                      <a:pt x="15" y="44"/>
                    </a:lnTo>
                    <a:lnTo>
                      <a:pt x="43" y="488"/>
                    </a:lnTo>
                    <a:lnTo>
                      <a:pt x="45" y="512"/>
                    </a:lnTo>
                    <a:lnTo>
                      <a:pt x="47" y="520"/>
                    </a:lnTo>
                    <a:lnTo>
                      <a:pt x="53" y="527"/>
                    </a:lnTo>
                    <a:lnTo>
                      <a:pt x="57" y="530"/>
                    </a:lnTo>
                    <a:lnTo>
                      <a:pt x="63" y="524"/>
                    </a:lnTo>
                    <a:lnTo>
                      <a:pt x="67" y="512"/>
                    </a:lnTo>
                    <a:lnTo>
                      <a:pt x="86" y="258"/>
                    </a:lnTo>
                  </a:path>
                </a:pathLst>
              </a:cu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sp>
            <p:nvSpPr>
              <p:cNvPr id="283694" name="Freeform 77"/>
              <p:cNvSpPr>
                <a:spLocks noChangeArrowheads="1"/>
              </p:cNvSpPr>
              <p:nvPr/>
            </p:nvSpPr>
            <p:spPr bwMode="auto">
              <a:xfrm>
                <a:off x="5557010" y="3430488"/>
                <a:ext cx="56753" cy="431800"/>
              </a:xfrm>
              <a:custGeom>
                <a:avLst/>
                <a:gdLst>
                  <a:gd name="T0" fmla="*/ 0 w 33"/>
                  <a:gd name="T1" fmla="*/ 362 h 363"/>
                  <a:gd name="T2" fmla="*/ 20 w 33"/>
                  <a:gd name="T3" fmla="*/ 54 h 363"/>
                  <a:gd name="T4" fmla="*/ 21 w 33"/>
                  <a:gd name="T5" fmla="*/ 38 h 363"/>
                  <a:gd name="T6" fmla="*/ 22 w 33"/>
                  <a:gd name="T7" fmla="*/ 25 h 363"/>
                  <a:gd name="T8" fmla="*/ 24 w 33"/>
                  <a:gd name="T9" fmla="*/ 15 h 363"/>
                  <a:gd name="T10" fmla="*/ 27 w 33"/>
                  <a:gd name="T11" fmla="*/ 6 h 363"/>
                  <a:gd name="T12" fmla="*/ 32 w 33"/>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33" h="363">
                    <a:moveTo>
                      <a:pt x="0" y="362"/>
                    </a:moveTo>
                    <a:lnTo>
                      <a:pt x="20" y="54"/>
                    </a:lnTo>
                    <a:lnTo>
                      <a:pt x="21" y="38"/>
                    </a:lnTo>
                    <a:lnTo>
                      <a:pt x="22" y="25"/>
                    </a:lnTo>
                    <a:lnTo>
                      <a:pt x="24" y="15"/>
                    </a:lnTo>
                    <a:lnTo>
                      <a:pt x="27" y="6"/>
                    </a:lnTo>
                    <a:lnTo>
                      <a:pt x="32" y="0"/>
                    </a:lnTo>
                  </a:path>
                </a:pathLst>
              </a:cu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sp>
            <p:nvSpPr>
              <p:cNvPr id="283695" name="Freeform 78"/>
              <p:cNvSpPr>
                <a:spLocks noChangeArrowheads="1"/>
              </p:cNvSpPr>
              <p:nvPr/>
            </p:nvSpPr>
            <p:spPr bwMode="auto">
              <a:xfrm>
                <a:off x="5613763" y="3435252"/>
                <a:ext cx="149622" cy="841375"/>
              </a:xfrm>
              <a:custGeom>
                <a:avLst/>
                <a:gdLst>
                  <a:gd name="T0" fmla="*/ 0 w 87"/>
                  <a:gd name="T1" fmla="*/ 0 h 530"/>
                  <a:gd name="T2" fmla="*/ 7 w 87"/>
                  <a:gd name="T3" fmla="*/ 3 h 530"/>
                  <a:gd name="T4" fmla="*/ 12 w 87"/>
                  <a:gd name="T5" fmla="*/ 12 h 530"/>
                  <a:gd name="T6" fmla="*/ 13 w 87"/>
                  <a:gd name="T7" fmla="*/ 25 h 530"/>
                  <a:gd name="T8" fmla="*/ 15 w 87"/>
                  <a:gd name="T9" fmla="*/ 44 h 530"/>
                  <a:gd name="T10" fmla="*/ 42 w 87"/>
                  <a:gd name="T11" fmla="*/ 488 h 530"/>
                  <a:gd name="T12" fmla="*/ 44 w 87"/>
                  <a:gd name="T13" fmla="*/ 512 h 530"/>
                  <a:gd name="T14" fmla="*/ 46 w 87"/>
                  <a:gd name="T15" fmla="*/ 520 h 530"/>
                  <a:gd name="T16" fmla="*/ 52 w 87"/>
                  <a:gd name="T17" fmla="*/ 527 h 530"/>
                  <a:gd name="T18" fmla="*/ 56 w 87"/>
                  <a:gd name="T19" fmla="*/ 530 h 530"/>
                  <a:gd name="T20" fmla="*/ 62 w 87"/>
                  <a:gd name="T21" fmla="*/ 524 h 530"/>
                  <a:gd name="T22" fmla="*/ 65 w 87"/>
                  <a:gd name="T23" fmla="*/ 512 h 530"/>
                  <a:gd name="T24" fmla="*/ 87 w 87"/>
                  <a:gd name="T25" fmla="*/ 265 h 5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7" h="530">
                    <a:moveTo>
                      <a:pt x="0" y="0"/>
                    </a:moveTo>
                    <a:lnTo>
                      <a:pt x="7" y="3"/>
                    </a:lnTo>
                    <a:lnTo>
                      <a:pt x="12" y="12"/>
                    </a:lnTo>
                    <a:lnTo>
                      <a:pt x="13" y="25"/>
                    </a:lnTo>
                    <a:lnTo>
                      <a:pt x="15" y="44"/>
                    </a:lnTo>
                    <a:lnTo>
                      <a:pt x="42" y="488"/>
                    </a:lnTo>
                    <a:lnTo>
                      <a:pt x="44" y="512"/>
                    </a:lnTo>
                    <a:lnTo>
                      <a:pt x="46" y="520"/>
                    </a:lnTo>
                    <a:lnTo>
                      <a:pt x="52" y="527"/>
                    </a:lnTo>
                    <a:lnTo>
                      <a:pt x="56" y="530"/>
                    </a:lnTo>
                    <a:lnTo>
                      <a:pt x="62" y="524"/>
                    </a:lnTo>
                    <a:lnTo>
                      <a:pt x="65" y="512"/>
                    </a:lnTo>
                    <a:lnTo>
                      <a:pt x="87" y="265"/>
                    </a:lnTo>
                  </a:path>
                </a:pathLst>
              </a:cu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sp>
            <p:nvSpPr>
              <p:cNvPr id="283696" name="Freeform 79"/>
              <p:cNvSpPr>
                <a:spLocks noChangeArrowheads="1"/>
              </p:cNvSpPr>
              <p:nvPr/>
            </p:nvSpPr>
            <p:spPr bwMode="auto">
              <a:xfrm>
                <a:off x="5758226" y="3430488"/>
                <a:ext cx="60193" cy="431800"/>
              </a:xfrm>
              <a:custGeom>
                <a:avLst/>
                <a:gdLst>
                  <a:gd name="T0" fmla="*/ 0 w 35"/>
                  <a:gd name="T1" fmla="*/ 362 h 363"/>
                  <a:gd name="T2" fmla="*/ 21 w 35"/>
                  <a:gd name="T3" fmla="*/ 54 h 363"/>
                  <a:gd name="T4" fmla="*/ 22 w 35"/>
                  <a:gd name="T5" fmla="*/ 38 h 363"/>
                  <a:gd name="T6" fmla="*/ 23 w 35"/>
                  <a:gd name="T7" fmla="*/ 25 h 363"/>
                  <a:gd name="T8" fmla="*/ 25 w 35"/>
                  <a:gd name="T9" fmla="*/ 15 h 363"/>
                  <a:gd name="T10" fmla="*/ 29 w 35"/>
                  <a:gd name="T11" fmla="*/ 6 h 363"/>
                  <a:gd name="T12" fmla="*/ 34 w 35"/>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35" h="363">
                    <a:moveTo>
                      <a:pt x="0" y="362"/>
                    </a:moveTo>
                    <a:lnTo>
                      <a:pt x="21" y="54"/>
                    </a:lnTo>
                    <a:lnTo>
                      <a:pt x="22" y="38"/>
                    </a:lnTo>
                    <a:lnTo>
                      <a:pt x="23" y="25"/>
                    </a:lnTo>
                    <a:lnTo>
                      <a:pt x="25" y="15"/>
                    </a:lnTo>
                    <a:lnTo>
                      <a:pt x="29" y="6"/>
                    </a:lnTo>
                    <a:lnTo>
                      <a:pt x="34" y="0"/>
                    </a:lnTo>
                  </a:path>
                </a:pathLst>
              </a:cu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sp>
            <p:nvSpPr>
              <p:cNvPr id="283697" name="Freeform 80"/>
              <p:cNvSpPr>
                <a:spLocks noChangeArrowheads="1"/>
              </p:cNvSpPr>
              <p:nvPr/>
            </p:nvSpPr>
            <p:spPr bwMode="auto">
              <a:xfrm>
                <a:off x="5818419" y="3435252"/>
                <a:ext cx="161660" cy="841375"/>
              </a:xfrm>
              <a:custGeom>
                <a:avLst/>
                <a:gdLst>
                  <a:gd name="T0" fmla="*/ 0 w 94"/>
                  <a:gd name="T1" fmla="*/ 0 h 530"/>
                  <a:gd name="T2" fmla="*/ 7 w 94"/>
                  <a:gd name="T3" fmla="*/ 3 h 530"/>
                  <a:gd name="T4" fmla="*/ 12 w 94"/>
                  <a:gd name="T5" fmla="*/ 12 h 530"/>
                  <a:gd name="T6" fmla="*/ 13 w 94"/>
                  <a:gd name="T7" fmla="*/ 25 h 530"/>
                  <a:gd name="T8" fmla="*/ 15 w 94"/>
                  <a:gd name="T9" fmla="*/ 44 h 530"/>
                  <a:gd name="T10" fmla="*/ 42 w 94"/>
                  <a:gd name="T11" fmla="*/ 488 h 530"/>
                  <a:gd name="T12" fmla="*/ 44 w 94"/>
                  <a:gd name="T13" fmla="*/ 512 h 530"/>
                  <a:gd name="T14" fmla="*/ 46 w 94"/>
                  <a:gd name="T15" fmla="*/ 520 h 530"/>
                  <a:gd name="T16" fmla="*/ 52 w 94"/>
                  <a:gd name="T17" fmla="*/ 527 h 530"/>
                  <a:gd name="T18" fmla="*/ 56 w 94"/>
                  <a:gd name="T19" fmla="*/ 530 h 530"/>
                  <a:gd name="T20" fmla="*/ 62 w 94"/>
                  <a:gd name="T21" fmla="*/ 524 h 530"/>
                  <a:gd name="T22" fmla="*/ 65 w 94"/>
                  <a:gd name="T23" fmla="*/ 512 h 530"/>
                  <a:gd name="T24" fmla="*/ 94 w 94"/>
                  <a:gd name="T25" fmla="*/ 274 h 5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4" h="530">
                    <a:moveTo>
                      <a:pt x="0" y="0"/>
                    </a:moveTo>
                    <a:lnTo>
                      <a:pt x="7" y="3"/>
                    </a:lnTo>
                    <a:lnTo>
                      <a:pt x="12" y="12"/>
                    </a:lnTo>
                    <a:lnTo>
                      <a:pt x="13" y="25"/>
                    </a:lnTo>
                    <a:lnTo>
                      <a:pt x="15" y="44"/>
                    </a:lnTo>
                    <a:lnTo>
                      <a:pt x="42" y="488"/>
                    </a:lnTo>
                    <a:lnTo>
                      <a:pt x="44" y="512"/>
                    </a:lnTo>
                    <a:lnTo>
                      <a:pt x="46" y="520"/>
                    </a:lnTo>
                    <a:lnTo>
                      <a:pt x="52" y="527"/>
                    </a:lnTo>
                    <a:lnTo>
                      <a:pt x="56" y="530"/>
                    </a:lnTo>
                    <a:lnTo>
                      <a:pt x="62" y="524"/>
                    </a:lnTo>
                    <a:lnTo>
                      <a:pt x="65" y="512"/>
                    </a:lnTo>
                    <a:lnTo>
                      <a:pt x="94" y="274"/>
                    </a:lnTo>
                  </a:path>
                </a:pathLst>
              </a:cu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grpSp>
            <p:nvGrpSpPr>
              <p:cNvPr id="283698" name="Group 81"/>
              <p:cNvGrpSpPr>
                <a:grpSpLocks/>
              </p:cNvGrpSpPr>
              <p:nvPr/>
            </p:nvGrpSpPr>
            <p:grpSpPr bwMode="auto">
              <a:xfrm>
                <a:off x="1845699" y="3447951"/>
                <a:ext cx="818621" cy="844550"/>
                <a:chOff x="956" y="2283"/>
                <a:chExt cx="476" cy="711"/>
              </a:xfrm>
            </p:grpSpPr>
            <p:sp>
              <p:nvSpPr>
                <p:cNvPr id="283699" name="Freeform 82"/>
                <p:cNvSpPr>
                  <a:spLocks noChangeArrowheads="1"/>
                </p:cNvSpPr>
                <p:nvPr/>
              </p:nvSpPr>
              <p:spPr bwMode="auto">
                <a:xfrm>
                  <a:off x="956" y="2284"/>
                  <a:ext cx="65" cy="363"/>
                </a:xfrm>
                <a:custGeom>
                  <a:avLst/>
                  <a:gdLst>
                    <a:gd name="T0" fmla="*/ 0 w 65"/>
                    <a:gd name="T1" fmla="*/ 362 h 363"/>
                    <a:gd name="T2" fmla="*/ 40 w 65"/>
                    <a:gd name="T3" fmla="*/ 54 h 363"/>
                    <a:gd name="T4" fmla="*/ 42 w 65"/>
                    <a:gd name="T5" fmla="*/ 38 h 363"/>
                    <a:gd name="T6" fmla="*/ 44 w 65"/>
                    <a:gd name="T7" fmla="*/ 25 h 363"/>
                    <a:gd name="T8" fmla="*/ 47 w 65"/>
                    <a:gd name="T9" fmla="*/ 15 h 363"/>
                    <a:gd name="T10" fmla="*/ 55 w 65"/>
                    <a:gd name="T11" fmla="*/ 6 h 363"/>
                    <a:gd name="T12" fmla="*/ 64 w 65"/>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65" h="363">
                      <a:moveTo>
                        <a:pt x="0" y="362"/>
                      </a:moveTo>
                      <a:lnTo>
                        <a:pt x="40" y="54"/>
                      </a:lnTo>
                      <a:lnTo>
                        <a:pt x="42" y="38"/>
                      </a:lnTo>
                      <a:lnTo>
                        <a:pt x="44" y="25"/>
                      </a:lnTo>
                      <a:lnTo>
                        <a:pt x="47" y="15"/>
                      </a:lnTo>
                      <a:lnTo>
                        <a:pt x="55" y="6"/>
                      </a:lnTo>
                      <a:lnTo>
                        <a:pt x="64" y="0"/>
                      </a:lnTo>
                    </a:path>
                  </a:pathLst>
                </a:cu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sp>
              <p:nvSpPr>
                <p:cNvPr id="283700" name="Freeform 83"/>
                <p:cNvSpPr>
                  <a:spLocks noChangeArrowheads="1"/>
                </p:cNvSpPr>
                <p:nvPr/>
              </p:nvSpPr>
              <p:spPr bwMode="auto">
                <a:xfrm>
                  <a:off x="1022" y="2283"/>
                  <a:ext cx="171" cy="711"/>
                </a:xfrm>
                <a:custGeom>
                  <a:avLst/>
                  <a:gdLst>
                    <a:gd name="T0" fmla="*/ 0 w 171"/>
                    <a:gd name="T1" fmla="*/ 0 h 711"/>
                    <a:gd name="T2" fmla="*/ 14 w 171"/>
                    <a:gd name="T3" fmla="*/ 4 h 711"/>
                    <a:gd name="T4" fmla="*/ 24 w 171"/>
                    <a:gd name="T5" fmla="*/ 16 h 711"/>
                    <a:gd name="T6" fmla="*/ 28 w 171"/>
                    <a:gd name="T7" fmla="*/ 33 h 711"/>
                    <a:gd name="T8" fmla="*/ 31 w 171"/>
                    <a:gd name="T9" fmla="*/ 59 h 711"/>
                    <a:gd name="T10" fmla="*/ 85 w 171"/>
                    <a:gd name="T11" fmla="*/ 653 h 711"/>
                    <a:gd name="T12" fmla="*/ 90 w 171"/>
                    <a:gd name="T13" fmla="*/ 686 h 711"/>
                    <a:gd name="T14" fmla="*/ 95 w 171"/>
                    <a:gd name="T15" fmla="*/ 696 h 711"/>
                    <a:gd name="T16" fmla="*/ 106 w 171"/>
                    <a:gd name="T17" fmla="*/ 706 h 711"/>
                    <a:gd name="T18" fmla="*/ 115 w 171"/>
                    <a:gd name="T19" fmla="*/ 710 h 711"/>
                    <a:gd name="T20" fmla="*/ 126 w 171"/>
                    <a:gd name="T21" fmla="*/ 702 h 711"/>
                    <a:gd name="T22" fmla="*/ 134 w 171"/>
                    <a:gd name="T23" fmla="*/ 686 h 711"/>
                    <a:gd name="T24" fmla="*/ 170 w 171"/>
                    <a:gd name="T25" fmla="*/ 381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1" h="711">
                      <a:moveTo>
                        <a:pt x="0" y="0"/>
                      </a:moveTo>
                      <a:lnTo>
                        <a:pt x="14" y="4"/>
                      </a:lnTo>
                      <a:lnTo>
                        <a:pt x="24" y="16"/>
                      </a:lnTo>
                      <a:lnTo>
                        <a:pt x="28" y="33"/>
                      </a:lnTo>
                      <a:lnTo>
                        <a:pt x="31" y="59"/>
                      </a:lnTo>
                      <a:lnTo>
                        <a:pt x="85" y="653"/>
                      </a:lnTo>
                      <a:lnTo>
                        <a:pt x="90" y="686"/>
                      </a:lnTo>
                      <a:lnTo>
                        <a:pt x="95" y="696"/>
                      </a:lnTo>
                      <a:lnTo>
                        <a:pt x="106" y="706"/>
                      </a:lnTo>
                      <a:lnTo>
                        <a:pt x="115" y="710"/>
                      </a:lnTo>
                      <a:lnTo>
                        <a:pt x="126" y="702"/>
                      </a:lnTo>
                      <a:lnTo>
                        <a:pt x="134" y="686"/>
                      </a:lnTo>
                      <a:lnTo>
                        <a:pt x="170" y="381"/>
                      </a:lnTo>
                    </a:path>
                  </a:pathLst>
                </a:cu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sp>
              <p:nvSpPr>
                <p:cNvPr id="283701" name="Freeform 84"/>
                <p:cNvSpPr>
                  <a:spLocks noChangeArrowheads="1"/>
                </p:cNvSpPr>
                <p:nvPr/>
              </p:nvSpPr>
              <p:spPr bwMode="auto">
                <a:xfrm>
                  <a:off x="1194" y="2290"/>
                  <a:ext cx="66" cy="363"/>
                </a:xfrm>
                <a:custGeom>
                  <a:avLst/>
                  <a:gdLst>
                    <a:gd name="T0" fmla="*/ 0 w 66"/>
                    <a:gd name="T1" fmla="*/ 362 h 363"/>
                    <a:gd name="T2" fmla="*/ 40 w 66"/>
                    <a:gd name="T3" fmla="*/ 54 h 363"/>
                    <a:gd name="T4" fmla="*/ 43 w 66"/>
                    <a:gd name="T5" fmla="*/ 38 h 363"/>
                    <a:gd name="T6" fmla="*/ 44 w 66"/>
                    <a:gd name="T7" fmla="*/ 25 h 363"/>
                    <a:gd name="T8" fmla="*/ 48 w 66"/>
                    <a:gd name="T9" fmla="*/ 15 h 363"/>
                    <a:gd name="T10" fmla="*/ 56 w 66"/>
                    <a:gd name="T11" fmla="*/ 6 h 363"/>
                    <a:gd name="T12" fmla="*/ 65 w 66"/>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66" h="363">
                      <a:moveTo>
                        <a:pt x="0" y="362"/>
                      </a:moveTo>
                      <a:lnTo>
                        <a:pt x="40" y="54"/>
                      </a:lnTo>
                      <a:lnTo>
                        <a:pt x="43" y="38"/>
                      </a:lnTo>
                      <a:lnTo>
                        <a:pt x="44" y="25"/>
                      </a:lnTo>
                      <a:lnTo>
                        <a:pt x="48" y="15"/>
                      </a:lnTo>
                      <a:lnTo>
                        <a:pt x="56" y="6"/>
                      </a:lnTo>
                      <a:lnTo>
                        <a:pt x="65" y="0"/>
                      </a:lnTo>
                    </a:path>
                  </a:pathLst>
                </a:cu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sp>
              <p:nvSpPr>
                <p:cNvPr id="283702" name="Freeform 85"/>
                <p:cNvSpPr>
                  <a:spLocks noChangeArrowheads="1"/>
                </p:cNvSpPr>
                <p:nvPr/>
              </p:nvSpPr>
              <p:spPr bwMode="auto">
                <a:xfrm>
                  <a:off x="1261" y="2285"/>
                  <a:ext cx="171" cy="709"/>
                </a:xfrm>
                <a:custGeom>
                  <a:avLst/>
                  <a:gdLst>
                    <a:gd name="T0" fmla="*/ 0 w 171"/>
                    <a:gd name="T1" fmla="*/ 0 h 709"/>
                    <a:gd name="T2" fmla="*/ 14 w 171"/>
                    <a:gd name="T3" fmla="*/ 4 h 709"/>
                    <a:gd name="T4" fmla="*/ 24 w 171"/>
                    <a:gd name="T5" fmla="*/ 16 h 709"/>
                    <a:gd name="T6" fmla="*/ 28 w 171"/>
                    <a:gd name="T7" fmla="*/ 33 h 709"/>
                    <a:gd name="T8" fmla="*/ 31 w 171"/>
                    <a:gd name="T9" fmla="*/ 59 h 709"/>
                    <a:gd name="T10" fmla="*/ 85 w 171"/>
                    <a:gd name="T11" fmla="*/ 651 h 709"/>
                    <a:gd name="T12" fmla="*/ 90 w 171"/>
                    <a:gd name="T13" fmla="*/ 684 h 709"/>
                    <a:gd name="T14" fmla="*/ 95 w 171"/>
                    <a:gd name="T15" fmla="*/ 694 h 709"/>
                    <a:gd name="T16" fmla="*/ 106 w 171"/>
                    <a:gd name="T17" fmla="*/ 704 h 709"/>
                    <a:gd name="T18" fmla="*/ 115 w 171"/>
                    <a:gd name="T19" fmla="*/ 708 h 709"/>
                    <a:gd name="T20" fmla="*/ 126 w 171"/>
                    <a:gd name="T21" fmla="*/ 700 h 709"/>
                    <a:gd name="T22" fmla="*/ 134 w 171"/>
                    <a:gd name="T23" fmla="*/ 684 h 709"/>
                    <a:gd name="T24" fmla="*/ 170 w 171"/>
                    <a:gd name="T25" fmla="*/ 380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1" h="709">
                      <a:moveTo>
                        <a:pt x="0" y="0"/>
                      </a:moveTo>
                      <a:lnTo>
                        <a:pt x="14" y="4"/>
                      </a:lnTo>
                      <a:lnTo>
                        <a:pt x="24" y="16"/>
                      </a:lnTo>
                      <a:lnTo>
                        <a:pt x="28" y="33"/>
                      </a:lnTo>
                      <a:lnTo>
                        <a:pt x="31" y="59"/>
                      </a:lnTo>
                      <a:lnTo>
                        <a:pt x="85" y="651"/>
                      </a:lnTo>
                      <a:lnTo>
                        <a:pt x="90" y="684"/>
                      </a:lnTo>
                      <a:lnTo>
                        <a:pt x="95" y="694"/>
                      </a:lnTo>
                      <a:lnTo>
                        <a:pt x="106" y="704"/>
                      </a:lnTo>
                      <a:lnTo>
                        <a:pt x="115" y="708"/>
                      </a:lnTo>
                      <a:lnTo>
                        <a:pt x="126" y="700"/>
                      </a:lnTo>
                      <a:lnTo>
                        <a:pt x="134" y="684"/>
                      </a:lnTo>
                      <a:lnTo>
                        <a:pt x="170" y="380"/>
                      </a:lnTo>
                    </a:path>
                  </a:pathLst>
                </a:cu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grpSp>
          <p:grpSp>
            <p:nvGrpSpPr>
              <p:cNvPr id="283703" name="Group 86"/>
              <p:cNvGrpSpPr>
                <a:grpSpLocks/>
              </p:cNvGrpSpPr>
              <p:nvPr/>
            </p:nvGrpSpPr>
            <p:grpSpPr bwMode="auto">
              <a:xfrm>
                <a:off x="3519056" y="3433664"/>
                <a:ext cx="818621" cy="847725"/>
                <a:chOff x="1929" y="2272"/>
                <a:chExt cx="476" cy="713"/>
              </a:xfrm>
            </p:grpSpPr>
            <p:grpSp>
              <p:nvGrpSpPr>
                <p:cNvPr id="283704" name="Group 87"/>
                <p:cNvGrpSpPr>
                  <a:grpSpLocks/>
                </p:cNvGrpSpPr>
                <p:nvPr/>
              </p:nvGrpSpPr>
              <p:grpSpPr bwMode="auto">
                <a:xfrm>
                  <a:off x="1929" y="2272"/>
                  <a:ext cx="238" cy="713"/>
                  <a:chOff x="1929" y="2272"/>
                  <a:chExt cx="238" cy="713"/>
                </a:xfrm>
              </p:grpSpPr>
              <p:sp>
                <p:nvSpPr>
                  <p:cNvPr id="283705" name="Freeform 88"/>
                  <p:cNvSpPr>
                    <a:spLocks noChangeArrowheads="1"/>
                  </p:cNvSpPr>
                  <p:nvPr/>
                </p:nvSpPr>
                <p:spPr bwMode="auto">
                  <a:xfrm>
                    <a:off x="1929" y="2272"/>
                    <a:ext cx="65" cy="363"/>
                  </a:xfrm>
                  <a:custGeom>
                    <a:avLst/>
                    <a:gdLst>
                      <a:gd name="T0" fmla="*/ 0 w 65"/>
                      <a:gd name="T1" fmla="*/ 362 h 363"/>
                      <a:gd name="T2" fmla="*/ 40 w 65"/>
                      <a:gd name="T3" fmla="*/ 54 h 363"/>
                      <a:gd name="T4" fmla="*/ 42 w 65"/>
                      <a:gd name="T5" fmla="*/ 38 h 363"/>
                      <a:gd name="T6" fmla="*/ 44 w 65"/>
                      <a:gd name="T7" fmla="*/ 25 h 363"/>
                      <a:gd name="T8" fmla="*/ 47 w 65"/>
                      <a:gd name="T9" fmla="*/ 15 h 363"/>
                      <a:gd name="T10" fmla="*/ 55 w 65"/>
                      <a:gd name="T11" fmla="*/ 6 h 363"/>
                      <a:gd name="T12" fmla="*/ 64 w 65"/>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65" h="363">
                        <a:moveTo>
                          <a:pt x="0" y="362"/>
                        </a:moveTo>
                        <a:lnTo>
                          <a:pt x="40" y="54"/>
                        </a:lnTo>
                        <a:lnTo>
                          <a:pt x="42" y="38"/>
                        </a:lnTo>
                        <a:lnTo>
                          <a:pt x="44" y="25"/>
                        </a:lnTo>
                        <a:lnTo>
                          <a:pt x="47" y="15"/>
                        </a:lnTo>
                        <a:lnTo>
                          <a:pt x="55" y="6"/>
                        </a:lnTo>
                        <a:lnTo>
                          <a:pt x="64" y="0"/>
                        </a:lnTo>
                      </a:path>
                    </a:pathLst>
                  </a:cu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sp>
                <p:nvSpPr>
                  <p:cNvPr id="283706" name="Freeform 89"/>
                  <p:cNvSpPr>
                    <a:spLocks noChangeArrowheads="1"/>
                  </p:cNvSpPr>
                  <p:nvPr/>
                </p:nvSpPr>
                <p:spPr bwMode="auto">
                  <a:xfrm>
                    <a:off x="1995" y="2276"/>
                    <a:ext cx="172" cy="709"/>
                  </a:xfrm>
                  <a:custGeom>
                    <a:avLst/>
                    <a:gdLst>
                      <a:gd name="T0" fmla="*/ 0 w 172"/>
                      <a:gd name="T1" fmla="*/ 0 h 709"/>
                      <a:gd name="T2" fmla="*/ 14 w 172"/>
                      <a:gd name="T3" fmla="*/ 4 h 709"/>
                      <a:gd name="T4" fmla="*/ 24 w 172"/>
                      <a:gd name="T5" fmla="*/ 16 h 709"/>
                      <a:gd name="T6" fmla="*/ 28 w 172"/>
                      <a:gd name="T7" fmla="*/ 33 h 709"/>
                      <a:gd name="T8" fmla="*/ 31 w 172"/>
                      <a:gd name="T9" fmla="*/ 59 h 709"/>
                      <a:gd name="T10" fmla="*/ 86 w 172"/>
                      <a:gd name="T11" fmla="*/ 651 h 709"/>
                      <a:gd name="T12" fmla="*/ 91 w 172"/>
                      <a:gd name="T13" fmla="*/ 684 h 709"/>
                      <a:gd name="T14" fmla="*/ 95 w 172"/>
                      <a:gd name="T15" fmla="*/ 694 h 709"/>
                      <a:gd name="T16" fmla="*/ 106 w 172"/>
                      <a:gd name="T17" fmla="*/ 704 h 709"/>
                      <a:gd name="T18" fmla="*/ 115 w 172"/>
                      <a:gd name="T19" fmla="*/ 708 h 709"/>
                      <a:gd name="T20" fmla="*/ 127 w 172"/>
                      <a:gd name="T21" fmla="*/ 700 h 709"/>
                      <a:gd name="T22" fmla="*/ 135 w 172"/>
                      <a:gd name="T23" fmla="*/ 684 h 709"/>
                      <a:gd name="T24" fmla="*/ 171 w 172"/>
                      <a:gd name="T25" fmla="*/ 380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2" h="709">
                        <a:moveTo>
                          <a:pt x="0" y="0"/>
                        </a:moveTo>
                        <a:lnTo>
                          <a:pt x="14" y="4"/>
                        </a:lnTo>
                        <a:lnTo>
                          <a:pt x="24" y="16"/>
                        </a:lnTo>
                        <a:lnTo>
                          <a:pt x="28" y="33"/>
                        </a:lnTo>
                        <a:lnTo>
                          <a:pt x="31" y="59"/>
                        </a:lnTo>
                        <a:lnTo>
                          <a:pt x="86" y="651"/>
                        </a:lnTo>
                        <a:lnTo>
                          <a:pt x="91" y="684"/>
                        </a:lnTo>
                        <a:lnTo>
                          <a:pt x="95" y="694"/>
                        </a:lnTo>
                        <a:lnTo>
                          <a:pt x="106" y="704"/>
                        </a:lnTo>
                        <a:lnTo>
                          <a:pt x="115" y="708"/>
                        </a:lnTo>
                        <a:lnTo>
                          <a:pt x="127" y="700"/>
                        </a:lnTo>
                        <a:lnTo>
                          <a:pt x="135" y="684"/>
                        </a:lnTo>
                        <a:lnTo>
                          <a:pt x="171" y="380"/>
                        </a:lnTo>
                      </a:path>
                    </a:pathLst>
                  </a:cu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grpSp>
            <p:grpSp>
              <p:nvGrpSpPr>
                <p:cNvPr id="283707" name="Group 90"/>
                <p:cNvGrpSpPr>
                  <a:grpSpLocks/>
                </p:cNvGrpSpPr>
                <p:nvPr/>
              </p:nvGrpSpPr>
              <p:grpSpPr bwMode="auto">
                <a:xfrm>
                  <a:off x="2169" y="2272"/>
                  <a:ext cx="236" cy="713"/>
                  <a:chOff x="2169" y="2272"/>
                  <a:chExt cx="236" cy="713"/>
                </a:xfrm>
              </p:grpSpPr>
              <p:sp>
                <p:nvSpPr>
                  <p:cNvPr id="283708" name="Freeform 91"/>
                  <p:cNvSpPr>
                    <a:spLocks noChangeArrowheads="1"/>
                  </p:cNvSpPr>
                  <p:nvPr/>
                </p:nvSpPr>
                <p:spPr bwMode="auto">
                  <a:xfrm>
                    <a:off x="2169" y="2272"/>
                    <a:ext cx="64" cy="363"/>
                  </a:xfrm>
                  <a:custGeom>
                    <a:avLst/>
                    <a:gdLst>
                      <a:gd name="T0" fmla="*/ 0 w 64"/>
                      <a:gd name="T1" fmla="*/ 362 h 363"/>
                      <a:gd name="T2" fmla="*/ 39 w 64"/>
                      <a:gd name="T3" fmla="*/ 54 h 363"/>
                      <a:gd name="T4" fmla="*/ 41 w 64"/>
                      <a:gd name="T5" fmla="*/ 38 h 363"/>
                      <a:gd name="T6" fmla="*/ 43 w 64"/>
                      <a:gd name="T7" fmla="*/ 25 h 363"/>
                      <a:gd name="T8" fmla="*/ 46 w 64"/>
                      <a:gd name="T9" fmla="*/ 15 h 363"/>
                      <a:gd name="T10" fmla="*/ 54 w 64"/>
                      <a:gd name="T11" fmla="*/ 6 h 363"/>
                      <a:gd name="T12" fmla="*/ 63 w 64"/>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64" h="363">
                        <a:moveTo>
                          <a:pt x="0" y="362"/>
                        </a:moveTo>
                        <a:lnTo>
                          <a:pt x="39" y="54"/>
                        </a:lnTo>
                        <a:lnTo>
                          <a:pt x="41" y="38"/>
                        </a:lnTo>
                        <a:lnTo>
                          <a:pt x="43" y="25"/>
                        </a:lnTo>
                        <a:lnTo>
                          <a:pt x="46" y="15"/>
                        </a:lnTo>
                        <a:lnTo>
                          <a:pt x="54" y="6"/>
                        </a:lnTo>
                        <a:lnTo>
                          <a:pt x="63" y="0"/>
                        </a:lnTo>
                      </a:path>
                    </a:pathLst>
                  </a:cu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sp>
                <p:nvSpPr>
                  <p:cNvPr id="283709" name="Freeform 92"/>
                  <p:cNvSpPr>
                    <a:spLocks noChangeArrowheads="1"/>
                  </p:cNvSpPr>
                  <p:nvPr/>
                </p:nvSpPr>
                <p:spPr bwMode="auto">
                  <a:xfrm>
                    <a:off x="2234" y="2276"/>
                    <a:ext cx="171" cy="709"/>
                  </a:xfrm>
                  <a:custGeom>
                    <a:avLst/>
                    <a:gdLst>
                      <a:gd name="T0" fmla="*/ 0 w 171"/>
                      <a:gd name="T1" fmla="*/ 0 h 709"/>
                      <a:gd name="T2" fmla="*/ 14 w 171"/>
                      <a:gd name="T3" fmla="*/ 4 h 709"/>
                      <a:gd name="T4" fmla="*/ 24 w 171"/>
                      <a:gd name="T5" fmla="*/ 16 h 709"/>
                      <a:gd name="T6" fmla="*/ 28 w 171"/>
                      <a:gd name="T7" fmla="*/ 33 h 709"/>
                      <a:gd name="T8" fmla="*/ 31 w 171"/>
                      <a:gd name="T9" fmla="*/ 59 h 709"/>
                      <a:gd name="T10" fmla="*/ 85 w 171"/>
                      <a:gd name="T11" fmla="*/ 651 h 709"/>
                      <a:gd name="T12" fmla="*/ 90 w 171"/>
                      <a:gd name="T13" fmla="*/ 684 h 709"/>
                      <a:gd name="T14" fmla="*/ 95 w 171"/>
                      <a:gd name="T15" fmla="*/ 694 h 709"/>
                      <a:gd name="T16" fmla="*/ 106 w 171"/>
                      <a:gd name="T17" fmla="*/ 704 h 709"/>
                      <a:gd name="T18" fmla="*/ 115 w 171"/>
                      <a:gd name="T19" fmla="*/ 708 h 709"/>
                      <a:gd name="T20" fmla="*/ 126 w 171"/>
                      <a:gd name="T21" fmla="*/ 700 h 709"/>
                      <a:gd name="T22" fmla="*/ 134 w 171"/>
                      <a:gd name="T23" fmla="*/ 684 h 709"/>
                      <a:gd name="T24" fmla="*/ 170 w 171"/>
                      <a:gd name="T25" fmla="*/ 380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1" h="709">
                        <a:moveTo>
                          <a:pt x="0" y="0"/>
                        </a:moveTo>
                        <a:lnTo>
                          <a:pt x="14" y="4"/>
                        </a:lnTo>
                        <a:lnTo>
                          <a:pt x="24" y="16"/>
                        </a:lnTo>
                        <a:lnTo>
                          <a:pt x="28" y="33"/>
                        </a:lnTo>
                        <a:lnTo>
                          <a:pt x="31" y="59"/>
                        </a:lnTo>
                        <a:lnTo>
                          <a:pt x="85" y="651"/>
                        </a:lnTo>
                        <a:lnTo>
                          <a:pt x="90" y="684"/>
                        </a:lnTo>
                        <a:lnTo>
                          <a:pt x="95" y="694"/>
                        </a:lnTo>
                        <a:lnTo>
                          <a:pt x="106" y="704"/>
                        </a:lnTo>
                        <a:lnTo>
                          <a:pt x="115" y="708"/>
                        </a:lnTo>
                        <a:lnTo>
                          <a:pt x="126" y="700"/>
                        </a:lnTo>
                        <a:lnTo>
                          <a:pt x="134" y="684"/>
                        </a:lnTo>
                        <a:lnTo>
                          <a:pt x="170" y="380"/>
                        </a:lnTo>
                      </a:path>
                    </a:pathLst>
                  </a:cu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grpSp>
          </p:grpSp>
          <p:sp>
            <p:nvSpPr>
              <p:cNvPr id="283710" name="Freeform 93"/>
              <p:cNvSpPr>
                <a:spLocks noChangeArrowheads="1"/>
              </p:cNvSpPr>
              <p:nvPr/>
            </p:nvSpPr>
            <p:spPr bwMode="auto">
              <a:xfrm>
                <a:off x="4334237" y="3427314"/>
                <a:ext cx="116946" cy="466725"/>
              </a:xfrm>
              <a:custGeom>
                <a:avLst/>
                <a:gdLst>
                  <a:gd name="T0" fmla="*/ 0 w 68"/>
                  <a:gd name="T1" fmla="*/ 294 h 294"/>
                  <a:gd name="T2" fmla="*/ 43 w 68"/>
                  <a:gd name="T3" fmla="*/ 40 h 294"/>
                  <a:gd name="T4" fmla="*/ 45 w 68"/>
                  <a:gd name="T5" fmla="*/ 28 h 294"/>
                  <a:gd name="T6" fmla="*/ 47 w 68"/>
                  <a:gd name="T7" fmla="*/ 19 h 294"/>
                  <a:gd name="T8" fmla="*/ 51 w 68"/>
                  <a:gd name="T9" fmla="*/ 11 h 294"/>
                  <a:gd name="T10" fmla="*/ 58 w 68"/>
                  <a:gd name="T11" fmla="*/ 4 h 294"/>
                  <a:gd name="T12" fmla="*/ 68 w 68"/>
                  <a:gd name="T13" fmla="*/ 0 h 294"/>
                </a:gdLst>
                <a:ahLst/>
                <a:cxnLst>
                  <a:cxn ang="0">
                    <a:pos x="T0" y="T1"/>
                  </a:cxn>
                  <a:cxn ang="0">
                    <a:pos x="T2" y="T3"/>
                  </a:cxn>
                  <a:cxn ang="0">
                    <a:pos x="T4" y="T5"/>
                  </a:cxn>
                  <a:cxn ang="0">
                    <a:pos x="T6" y="T7"/>
                  </a:cxn>
                  <a:cxn ang="0">
                    <a:pos x="T8" y="T9"/>
                  </a:cxn>
                  <a:cxn ang="0">
                    <a:pos x="T10" y="T11"/>
                  </a:cxn>
                  <a:cxn ang="0">
                    <a:pos x="T12" y="T13"/>
                  </a:cxn>
                </a:cxnLst>
                <a:rect l="0" t="0" r="r" b="b"/>
                <a:pathLst>
                  <a:path w="68" h="294">
                    <a:moveTo>
                      <a:pt x="0" y="294"/>
                    </a:moveTo>
                    <a:lnTo>
                      <a:pt x="43" y="40"/>
                    </a:lnTo>
                    <a:lnTo>
                      <a:pt x="45" y="28"/>
                    </a:lnTo>
                    <a:lnTo>
                      <a:pt x="47" y="19"/>
                    </a:lnTo>
                    <a:lnTo>
                      <a:pt x="51" y="11"/>
                    </a:lnTo>
                    <a:lnTo>
                      <a:pt x="58" y="4"/>
                    </a:lnTo>
                    <a:lnTo>
                      <a:pt x="68" y="0"/>
                    </a:lnTo>
                  </a:path>
                </a:pathLst>
              </a:cu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sp>
            <p:nvSpPr>
              <p:cNvPr id="283711" name="Freeform 94"/>
              <p:cNvSpPr>
                <a:spLocks noChangeArrowheads="1"/>
              </p:cNvSpPr>
              <p:nvPr/>
            </p:nvSpPr>
            <p:spPr bwMode="auto">
              <a:xfrm>
                <a:off x="4454623" y="3432076"/>
                <a:ext cx="288925" cy="842962"/>
              </a:xfrm>
              <a:custGeom>
                <a:avLst/>
                <a:gdLst>
                  <a:gd name="T0" fmla="*/ 0 w 168"/>
                  <a:gd name="T1" fmla="*/ 0 h 709"/>
                  <a:gd name="T2" fmla="*/ 14 w 168"/>
                  <a:gd name="T3" fmla="*/ 4 h 709"/>
                  <a:gd name="T4" fmla="*/ 24 w 168"/>
                  <a:gd name="T5" fmla="*/ 16 h 709"/>
                  <a:gd name="T6" fmla="*/ 27 w 168"/>
                  <a:gd name="T7" fmla="*/ 33 h 709"/>
                  <a:gd name="T8" fmla="*/ 30 w 168"/>
                  <a:gd name="T9" fmla="*/ 59 h 709"/>
                  <a:gd name="T10" fmla="*/ 84 w 168"/>
                  <a:gd name="T11" fmla="*/ 651 h 709"/>
                  <a:gd name="T12" fmla="*/ 89 w 168"/>
                  <a:gd name="T13" fmla="*/ 684 h 709"/>
                  <a:gd name="T14" fmla="*/ 93 w 168"/>
                  <a:gd name="T15" fmla="*/ 694 h 709"/>
                  <a:gd name="T16" fmla="*/ 104 w 168"/>
                  <a:gd name="T17" fmla="*/ 704 h 709"/>
                  <a:gd name="T18" fmla="*/ 113 w 168"/>
                  <a:gd name="T19" fmla="*/ 708 h 709"/>
                  <a:gd name="T20" fmla="*/ 124 w 168"/>
                  <a:gd name="T21" fmla="*/ 700 h 709"/>
                  <a:gd name="T22" fmla="*/ 132 w 168"/>
                  <a:gd name="T23" fmla="*/ 684 h 709"/>
                  <a:gd name="T24" fmla="*/ 167 w 168"/>
                  <a:gd name="T25" fmla="*/ 380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8" h="709">
                    <a:moveTo>
                      <a:pt x="0" y="0"/>
                    </a:moveTo>
                    <a:lnTo>
                      <a:pt x="14" y="4"/>
                    </a:lnTo>
                    <a:lnTo>
                      <a:pt x="24" y="16"/>
                    </a:lnTo>
                    <a:lnTo>
                      <a:pt x="27" y="33"/>
                    </a:lnTo>
                    <a:lnTo>
                      <a:pt x="30" y="59"/>
                    </a:lnTo>
                    <a:lnTo>
                      <a:pt x="84" y="651"/>
                    </a:lnTo>
                    <a:lnTo>
                      <a:pt x="89" y="684"/>
                    </a:lnTo>
                    <a:lnTo>
                      <a:pt x="93" y="694"/>
                    </a:lnTo>
                    <a:lnTo>
                      <a:pt x="104" y="704"/>
                    </a:lnTo>
                    <a:lnTo>
                      <a:pt x="113" y="708"/>
                    </a:lnTo>
                    <a:lnTo>
                      <a:pt x="124" y="700"/>
                    </a:lnTo>
                    <a:lnTo>
                      <a:pt x="132" y="684"/>
                    </a:lnTo>
                    <a:lnTo>
                      <a:pt x="167" y="380"/>
                    </a:lnTo>
                  </a:path>
                </a:pathLst>
              </a:cu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sp>
            <p:nvSpPr>
              <p:cNvPr id="283712" name="Freeform 95"/>
              <p:cNvSpPr>
                <a:spLocks noChangeArrowheads="1"/>
              </p:cNvSpPr>
              <p:nvPr/>
            </p:nvSpPr>
            <p:spPr bwMode="auto">
              <a:xfrm>
                <a:off x="4741829" y="3427314"/>
                <a:ext cx="122105" cy="461963"/>
              </a:xfrm>
              <a:custGeom>
                <a:avLst/>
                <a:gdLst>
                  <a:gd name="T0" fmla="*/ 0 w 71"/>
                  <a:gd name="T1" fmla="*/ 291 h 291"/>
                  <a:gd name="T2" fmla="*/ 45 w 71"/>
                  <a:gd name="T3" fmla="*/ 40 h 291"/>
                  <a:gd name="T4" fmla="*/ 48 w 71"/>
                  <a:gd name="T5" fmla="*/ 28 h 291"/>
                  <a:gd name="T6" fmla="*/ 50 w 71"/>
                  <a:gd name="T7" fmla="*/ 19 h 291"/>
                  <a:gd name="T8" fmla="*/ 53 w 71"/>
                  <a:gd name="T9" fmla="*/ 11 h 291"/>
                  <a:gd name="T10" fmla="*/ 61 w 71"/>
                  <a:gd name="T11" fmla="*/ 4 h 291"/>
                  <a:gd name="T12" fmla="*/ 71 w 71"/>
                  <a:gd name="T13" fmla="*/ 0 h 291"/>
                </a:gdLst>
                <a:ahLst/>
                <a:cxnLst>
                  <a:cxn ang="0">
                    <a:pos x="T0" y="T1"/>
                  </a:cxn>
                  <a:cxn ang="0">
                    <a:pos x="T2" y="T3"/>
                  </a:cxn>
                  <a:cxn ang="0">
                    <a:pos x="T4" y="T5"/>
                  </a:cxn>
                  <a:cxn ang="0">
                    <a:pos x="T6" y="T7"/>
                  </a:cxn>
                  <a:cxn ang="0">
                    <a:pos x="T8" y="T9"/>
                  </a:cxn>
                  <a:cxn ang="0">
                    <a:pos x="T10" y="T11"/>
                  </a:cxn>
                  <a:cxn ang="0">
                    <a:pos x="T12" y="T13"/>
                  </a:cxn>
                </a:cxnLst>
                <a:rect l="0" t="0" r="r" b="b"/>
                <a:pathLst>
                  <a:path w="71" h="291">
                    <a:moveTo>
                      <a:pt x="0" y="291"/>
                    </a:moveTo>
                    <a:lnTo>
                      <a:pt x="45" y="40"/>
                    </a:lnTo>
                    <a:lnTo>
                      <a:pt x="48" y="28"/>
                    </a:lnTo>
                    <a:lnTo>
                      <a:pt x="50" y="19"/>
                    </a:lnTo>
                    <a:lnTo>
                      <a:pt x="53" y="11"/>
                    </a:lnTo>
                    <a:lnTo>
                      <a:pt x="61" y="4"/>
                    </a:lnTo>
                    <a:lnTo>
                      <a:pt x="71" y="0"/>
                    </a:lnTo>
                  </a:path>
                </a:pathLst>
              </a:cu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sp>
            <p:nvSpPr>
              <p:cNvPr id="283713" name="Freeform 96"/>
              <p:cNvSpPr>
                <a:spLocks noChangeArrowheads="1"/>
              </p:cNvSpPr>
              <p:nvPr/>
            </p:nvSpPr>
            <p:spPr bwMode="auto">
              <a:xfrm>
                <a:off x="4867373" y="3432077"/>
                <a:ext cx="282046" cy="841375"/>
              </a:xfrm>
              <a:custGeom>
                <a:avLst/>
                <a:gdLst>
                  <a:gd name="T0" fmla="*/ 0 w 164"/>
                  <a:gd name="T1" fmla="*/ 0 h 530"/>
                  <a:gd name="T2" fmla="*/ 14 w 164"/>
                  <a:gd name="T3" fmla="*/ 3 h 530"/>
                  <a:gd name="T4" fmla="*/ 24 w 164"/>
                  <a:gd name="T5" fmla="*/ 12 h 530"/>
                  <a:gd name="T6" fmla="*/ 27 w 164"/>
                  <a:gd name="T7" fmla="*/ 25 h 530"/>
                  <a:gd name="T8" fmla="*/ 30 w 164"/>
                  <a:gd name="T9" fmla="*/ 44 h 530"/>
                  <a:gd name="T10" fmla="*/ 84 w 164"/>
                  <a:gd name="T11" fmla="*/ 488 h 530"/>
                  <a:gd name="T12" fmla="*/ 89 w 164"/>
                  <a:gd name="T13" fmla="*/ 512 h 530"/>
                  <a:gd name="T14" fmla="*/ 93 w 164"/>
                  <a:gd name="T15" fmla="*/ 520 h 530"/>
                  <a:gd name="T16" fmla="*/ 104 w 164"/>
                  <a:gd name="T17" fmla="*/ 527 h 530"/>
                  <a:gd name="T18" fmla="*/ 113 w 164"/>
                  <a:gd name="T19" fmla="*/ 530 h 530"/>
                  <a:gd name="T20" fmla="*/ 124 w 164"/>
                  <a:gd name="T21" fmla="*/ 524 h 530"/>
                  <a:gd name="T22" fmla="*/ 132 w 164"/>
                  <a:gd name="T23" fmla="*/ 512 h 530"/>
                  <a:gd name="T24" fmla="*/ 164 w 164"/>
                  <a:gd name="T25" fmla="*/ 282 h 5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4" h="530">
                    <a:moveTo>
                      <a:pt x="0" y="0"/>
                    </a:moveTo>
                    <a:lnTo>
                      <a:pt x="14" y="3"/>
                    </a:lnTo>
                    <a:lnTo>
                      <a:pt x="24" y="12"/>
                    </a:lnTo>
                    <a:lnTo>
                      <a:pt x="27" y="25"/>
                    </a:lnTo>
                    <a:lnTo>
                      <a:pt x="30" y="44"/>
                    </a:lnTo>
                    <a:lnTo>
                      <a:pt x="84" y="488"/>
                    </a:lnTo>
                    <a:lnTo>
                      <a:pt x="89" y="512"/>
                    </a:lnTo>
                    <a:lnTo>
                      <a:pt x="93" y="520"/>
                    </a:lnTo>
                    <a:lnTo>
                      <a:pt x="104" y="527"/>
                    </a:lnTo>
                    <a:lnTo>
                      <a:pt x="113" y="530"/>
                    </a:lnTo>
                    <a:lnTo>
                      <a:pt x="124" y="524"/>
                    </a:lnTo>
                    <a:lnTo>
                      <a:pt x="132" y="512"/>
                    </a:lnTo>
                    <a:lnTo>
                      <a:pt x="164" y="282"/>
                    </a:lnTo>
                  </a:path>
                </a:pathLst>
              </a:cu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sp>
            <p:nvSpPr>
              <p:cNvPr id="283714" name="Freeform 97"/>
              <p:cNvSpPr>
                <a:spLocks noChangeArrowheads="1"/>
              </p:cNvSpPr>
              <p:nvPr/>
            </p:nvSpPr>
            <p:spPr bwMode="auto">
              <a:xfrm>
                <a:off x="7615600" y="3436838"/>
                <a:ext cx="111787" cy="431800"/>
              </a:xfrm>
              <a:custGeom>
                <a:avLst/>
                <a:gdLst>
                  <a:gd name="T0" fmla="*/ 0 w 65"/>
                  <a:gd name="T1" fmla="*/ 362 h 363"/>
                  <a:gd name="T2" fmla="*/ 40 w 65"/>
                  <a:gd name="T3" fmla="*/ 54 h 363"/>
                  <a:gd name="T4" fmla="*/ 42 w 65"/>
                  <a:gd name="T5" fmla="*/ 38 h 363"/>
                  <a:gd name="T6" fmla="*/ 44 w 65"/>
                  <a:gd name="T7" fmla="*/ 25 h 363"/>
                  <a:gd name="T8" fmla="*/ 47 w 65"/>
                  <a:gd name="T9" fmla="*/ 15 h 363"/>
                  <a:gd name="T10" fmla="*/ 55 w 65"/>
                  <a:gd name="T11" fmla="*/ 6 h 363"/>
                  <a:gd name="T12" fmla="*/ 64 w 65"/>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65" h="363">
                    <a:moveTo>
                      <a:pt x="0" y="362"/>
                    </a:moveTo>
                    <a:lnTo>
                      <a:pt x="40" y="54"/>
                    </a:lnTo>
                    <a:lnTo>
                      <a:pt x="42" y="38"/>
                    </a:lnTo>
                    <a:lnTo>
                      <a:pt x="44" y="25"/>
                    </a:lnTo>
                    <a:lnTo>
                      <a:pt x="47" y="15"/>
                    </a:lnTo>
                    <a:lnTo>
                      <a:pt x="55" y="6"/>
                    </a:lnTo>
                    <a:lnTo>
                      <a:pt x="64" y="0"/>
                    </a:lnTo>
                  </a:path>
                </a:pathLst>
              </a:cu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sp>
            <p:nvSpPr>
              <p:cNvPr id="283715" name="Freeform 98"/>
              <p:cNvSpPr>
                <a:spLocks noChangeArrowheads="1"/>
              </p:cNvSpPr>
              <p:nvPr/>
            </p:nvSpPr>
            <p:spPr bwMode="auto">
              <a:xfrm>
                <a:off x="7729107" y="3441602"/>
                <a:ext cx="299244" cy="841375"/>
              </a:xfrm>
              <a:custGeom>
                <a:avLst/>
                <a:gdLst>
                  <a:gd name="T0" fmla="*/ 0 w 174"/>
                  <a:gd name="T1" fmla="*/ 0 h 530"/>
                  <a:gd name="T2" fmla="*/ 14 w 174"/>
                  <a:gd name="T3" fmla="*/ 3 h 530"/>
                  <a:gd name="T4" fmla="*/ 24 w 174"/>
                  <a:gd name="T5" fmla="*/ 12 h 530"/>
                  <a:gd name="T6" fmla="*/ 28 w 174"/>
                  <a:gd name="T7" fmla="*/ 25 h 530"/>
                  <a:gd name="T8" fmla="*/ 31 w 174"/>
                  <a:gd name="T9" fmla="*/ 44 h 530"/>
                  <a:gd name="T10" fmla="*/ 86 w 174"/>
                  <a:gd name="T11" fmla="*/ 488 h 530"/>
                  <a:gd name="T12" fmla="*/ 91 w 174"/>
                  <a:gd name="T13" fmla="*/ 512 h 530"/>
                  <a:gd name="T14" fmla="*/ 95 w 174"/>
                  <a:gd name="T15" fmla="*/ 520 h 530"/>
                  <a:gd name="T16" fmla="*/ 106 w 174"/>
                  <a:gd name="T17" fmla="*/ 527 h 530"/>
                  <a:gd name="T18" fmla="*/ 115 w 174"/>
                  <a:gd name="T19" fmla="*/ 530 h 530"/>
                  <a:gd name="T20" fmla="*/ 127 w 174"/>
                  <a:gd name="T21" fmla="*/ 524 h 530"/>
                  <a:gd name="T22" fmla="*/ 135 w 174"/>
                  <a:gd name="T23" fmla="*/ 512 h 530"/>
                  <a:gd name="T24" fmla="*/ 174 w 174"/>
                  <a:gd name="T25" fmla="*/ 261 h 5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4" h="530">
                    <a:moveTo>
                      <a:pt x="0" y="0"/>
                    </a:moveTo>
                    <a:lnTo>
                      <a:pt x="14" y="3"/>
                    </a:lnTo>
                    <a:lnTo>
                      <a:pt x="24" y="12"/>
                    </a:lnTo>
                    <a:lnTo>
                      <a:pt x="28" y="25"/>
                    </a:lnTo>
                    <a:lnTo>
                      <a:pt x="31" y="44"/>
                    </a:lnTo>
                    <a:lnTo>
                      <a:pt x="86" y="488"/>
                    </a:lnTo>
                    <a:lnTo>
                      <a:pt x="91" y="512"/>
                    </a:lnTo>
                    <a:lnTo>
                      <a:pt x="95" y="520"/>
                    </a:lnTo>
                    <a:lnTo>
                      <a:pt x="106" y="527"/>
                    </a:lnTo>
                    <a:lnTo>
                      <a:pt x="115" y="530"/>
                    </a:lnTo>
                    <a:lnTo>
                      <a:pt x="127" y="524"/>
                    </a:lnTo>
                    <a:lnTo>
                      <a:pt x="135" y="512"/>
                    </a:lnTo>
                    <a:lnTo>
                      <a:pt x="174" y="261"/>
                    </a:lnTo>
                  </a:path>
                </a:pathLst>
              </a:cu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sp>
            <p:nvSpPr>
              <p:cNvPr id="283716" name="Freeform 99"/>
              <p:cNvSpPr>
                <a:spLocks noChangeArrowheads="1"/>
              </p:cNvSpPr>
              <p:nvPr/>
            </p:nvSpPr>
            <p:spPr bwMode="auto">
              <a:xfrm>
                <a:off x="8028350" y="3436838"/>
                <a:ext cx="110067" cy="431800"/>
              </a:xfrm>
              <a:custGeom>
                <a:avLst/>
                <a:gdLst>
                  <a:gd name="T0" fmla="*/ 0 w 64"/>
                  <a:gd name="T1" fmla="*/ 362 h 363"/>
                  <a:gd name="T2" fmla="*/ 39 w 64"/>
                  <a:gd name="T3" fmla="*/ 54 h 363"/>
                  <a:gd name="T4" fmla="*/ 41 w 64"/>
                  <a:gd name="T5" fmla="*/ 38 h 363"/>
                  <a:gd name="T6" fmla="*/ 43 w 64"/>
                  <a:gd name="T7" fmla="*/ 25 h 363"/>
                  <a:gd name="T8" fmla="*/ 46 w 64"/>
                  <a:gd name="T9" fmla="*/ 15 h 363"/>
                  <a:gd name="T10" fmla="*/ 54 w 64"/>
                  <a:gd name="T11" fmla="*/ 6 h 363"/>
                  <a:gd name="T12" fmla="*/ 63 w 64"/>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64" h="363">
                    <a:moveTo>
                      <a:pt x="0" y="362"/>
                    </a:moveTo>
                    <a:lnTo>
                      <a:pt x="39" y="54"/>
                    </a:lnTo>
                    <a:lnTo>
                      <a:pt x="41" y="38"/>
                    </a:lnTo>
                    <a:lnTo>
                      <a:pt x="43" y="25"/>
                    </a:lnTo>
                    <a:lnTo>
                      <a:pt x="46" y="15"/>
                    </a:lnTo>
                    <a:lnTo>
                      <a:pt x="54" y="6"/>
                    </a:lnTo>
                    <a:lnTo>
                      <a:pt x="63" y="0"/>
                    </a:lnTo>
                  </a:path>
                </a:pathLst>
              </a:cu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sp>
            <p:nvSpPr>
              <p:cNvPr id="283717" name="Freeform 100"/>
              <p:cNvSpPr>
                <a:spLocks noChangeArrowheads="1"/>
              </p:cNvSpPr>
              <p:nvPr/>
            </p:nvSpPr>
            <p:spPr bwMode="auto">
              <a:xfrm>
                <a:off x="8140137" y="3441602"/>
                <a:ext cx="300963" cy="841375"/>
              </a:xfrm>
              <a:custGeom>
                <a:avLst/>
                <a:gdLst>
                  <a:gd name="T0" fmla="*/ 0 w 175"/>
                  <a:gd name="T1" fmla="*/ 0 h 530"/>
                  <a:gd name="T2" fmla="*/ 14 w 175"/>
                  <a:gd name="T3" fmla="*/ 3 h 530"/>
                  <a:gd name="T4" fmla="*/ 24 w 175"/>
                  <a:gd name="T5" fmla="*/ 12 h 530"/>
                  <a:gd name="T6" fmla="*/ 28 w 175"/>
                  <a:gd name="T7" fmla="*/ 25 h 530"/>
                  <a:gd name="T8" fmla="*/ 31 w 175"/>
                  <a:gd name="T9" fmla="*/ 44 h 530"/>
                  <a:gd name="T10" fmla="*/ 85 w 175"/>
                  <a:gd name="T11" fmla="*/ 488 h 530"/>
                  <a:gd name="T12" fmla="*/ 90 w 175"/>
                  <a:gd name="T13" fmla="*/ 512 h 530"/>
                  <a:gd name="T14" fmla="*/ 95 w 175"/>
                  <a:gd name="T15" fmla="*/ 520 h 530"/>
                  <a:gd name="T16" fmla="*/ 106 w 175"/>
                  <a:gd name="T17" fmla="*/ 527 h 530"/>
                  <a:gd name="T18" fmla="*/ 115 w 175"/>
                  <a:gd name="T19" fmla="*/ 530 h 530"/>
                  <a:gd name="T20" fmla="*/ 126 w 175"/>
                  <a:gd name="T21" fmla="*/ 524 h 530"/>
                  <a:gd name="T22" fmla="*/ 134 w 175"/>
                  <a:gd name="T23" fmla="*/ 512 h 530"/>
                  <a:gd name="T24" fmla="*/ 175 w 175"/>
                  <a:gd name="T25" fmla="*/ 258 h 5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5" h="530">
                    <a:moveTo>
                      <a:pt x="0" y="0"/>
                    </a:moveTo>
                    <a:lnTo>
                      <a:pt x="14" y="3"/>
                    </a:lnTo>
                    <a:lnTo>
                      <a:pt x="24" y="12"/>
                    </a:lnTo>
                    <a:lnTo>
                      <a:pt x="28" y="25"/>
                    </a:lnTo>
                    <a:lnTo>
                      <a:pt x="31" y="44"/>
                    </a:lnTo>
                    <a:lnTo>
                      <a:pt x="85" y="488"/>
                    </a:lnTo>
                    <a:lnTo>
                      <a:pt x="90" y="512"/>
                    </a:lnTo>
                    <a:lnTo>
                      <a:pt x="95" y="520"/>
                    </a:lnTo>
                    <a:lnTo>
                      <a:pt x="106" y="527"/>
                    </a:lnTo>
                    <a:lnTo>
                      <a:pt x="115" y="530"/>
                    </a:lnTo>
                    <a:lnTo>
                      <a:pt x="126" y="524"/>
                    </a:lnTo>
                    <a:lnTo>
                      <a:pt x="134" y="512"/>
                    </a:lnTo>
                    <a:lnTo>
                      <a:pt x="175" y="258"/>
                    </a:lnTo>
                  </a:path>
                </a:pathLst>
              </a:cu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sp>
            <p:nvSpPr>
              <p:cNvPr id="283718" name="Freeform 101"/>
              <p:cNvSpPr>
                <a:spLocks noChangeArrowheads="1"/>
              </p:cNvSpPr>
              <p:nvPr/>
            </p:nvSpPr>
            <p:spPr bwMode="auto">
              <a:xfrm>
                <a:off x="8434221" y="3430488"/>
                <a:ext cx="115227" cy="431800"/>
              </a:xfrm>
              <a:custGeom>
                <a:avLst/>
                <a:gdLst>
                  <a:gd name="T0" fmla="*/ 0 w 67"/>
                  <a:gd name="T1" fmla="*/ 362 h 363"/>
                  <a:gd name="T2" fmla="*/ 41 w 67"/>
                  <a:gd name="T3" fmla="*/ 54 h 363"/>
                  <a:gd name="T4" fmla="*/ 43 w 67"/>
                  <a:gd name="T5" fmla="*/ 38 h 363"/>
                  <a:gd name="T6" fmla="*/ 45 w 67"/>
                  <a:gd name="T7" fmla="*/ 25 h 363"/>
                  <a:gd name="T8" fmla="*/ 49 w 67"/>
                  <a:gd name="T9" fmla="*/ 15 h 363"/>
                  <a:gd name="T10" fmla="*/ 56 w 67"/>
                  <a:gd name="T11" fmla="*/ 6 h 363"/>
                  <a:gd name="T12" fmla="*/ 66 w 67"/>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67" h="363">
                    <a:moveTo>
                      <a:pt x="0" y="362"/>
                    </a:moveTo>
                    <a:lnTo>
                      <a:pt x="41" y="54"/>
                    </a:lnTo>
                    <a:lnTo>
                      <a:pt x="43" y="38"/>
                    </a:lnTo>
                    <a:lnTo>
                      <a:pt x="45" y="25"/>
                    </a:lnTo>
                    <a:lnTo>
                      <a:pt x="49" y="15"/>
                    </a:lnTo>
                    <a:lnTo>
                      <a:pt x="56" y="6"/>
                    </a:lnTo>
                    <a:lnTo>
                      <a:pt x="66" y="0"/>
                    </a:lnTo>
                  </a:path>
                </a:pathLst>
              </a:cu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sp>
            <p:nvSpPr>
              <p:cNvPr id="283719" name="Freeform 102"/>
              <p:cNvSpPr>
                <a:spLocks noChangeArrowheads="1"/>
              </p:cNvSpPr>
              <p:nvPr/>
            </p:nvSpPr>
            <p:spPr bwMode="auto">
              <a:xfrm>
                <a:off x="8551167" y="3435252"/>
                <a:ext cx="292365" cy="841375"/>
              </a:xfrm>
              <a:custGeom>
                <a:avLst/>
                <a:gdLst>
                  <a:gd name="T0" fmla="*/ 0 w 170"/>
                  <a:gd name="T1" fmla="*/ 0 h 530"/>
                  <a:gd name="T2" fmla="*/ 14 w 170"/>
                  <a:gd name="T3" fmla="*/ 3 h 530"/>
                  <a:gd name="T4" fmla="*/ 24 w 170"/>
                  <a:gd name="T5" fmla="*/ 12 h 530"/>
                  <a:gd name="T6" fmla="*/ 27 w 170"/>
                  <a:gd name="T7" fmla="*/ 25 h 530"/>
                  <a:gd name="T8" fmla="*/ 30 w 170"/>
                  <a:gd name="T9" fmla="*/ 44 h 530"/>
                  <a:gd name="T10" fmla="*/ 84 w 170"/>
                  <a:gd name="T11" fmla="*/ 488 h 530"/>
                  <a:gd name="T12" fmla="*/ 89 w 170"/>
                  <a:gd name="T13" fmla="*/ 512 h 530"/>
                  <a:gd name="T14" fmla="*/ 93 w 170"/>
                  <a:gd name="T15" fmla="*/ 520 h 530"/>
                  <a:gd name="T16" fmla="*/ 104 w 170"/>
                  <a:gd name="T17" fmla="*/ 527 h 530"/>
                  <a:gd name="T18" fmla="*/ 113 w 170"/>
                  <a:gd name="T19" fmla="*/ 530 h 530"/>
                  <a:gd name="T20" fmla="*/ 124 w 170"/>
                  <a:gd name="T21" fmla="*/ 524 h 530"/>
                  <a:gd name="T22" fmla="*/ 132 w 170"/>
                  <a:gd name="T23" fmla="*/ 512 h 530"/>
                  <a:gd name="T24" fmla="*/ 170 w 170"/>
                  <a:gd name="T25" fmla="*/ 265 h 5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0" h="530">
                    <a:moveTo>
                      <a:pt x="0" y="0"/>
                    </a:moveTo>
                    <a:lnTo>
                      <a:pt x="14" y="3"/>
                    </a:lnTo>
                    <a:lnTo>
                      <a:pt x="24" y="12"/>
                    </a:lnTo>
                    <a:lnTo>
                      <a:pt x="27" y="25"/>
                    </a:lnTo>
                    <a:lnTo>
                      <a:pt x="30" y="44"/>
                    </a:lnTo>
                    <a:lnTo>
                      <a:pt x="84" y="488"/>
                    </a:lnTo>
                    <a:lnTo>
                      <a:pt x="89" y="512"/>
                    </a:lnTo>
                    <a:lnTo>
                      <a:pt x="93" y="520"/>
                    </a:lnTo>
                    <a:lnTo>
                      <a:pt x="104" y="527"/>
                    </a:lnTo>
                    <a:lnTo>
                      <a:pt x="113" y="530"/>
                    </a:lnTo>
                    <a:lnTo>
                      <a:pt x="124" y="524"/>
                    </a:lnTo>
                    <a:lnTo>
                      <a:pt x="132" y="512"/>
                    </a:lnTo>
                    <a:lnTo>
                      <a:pt x="170" y="265"/>
                    </a:lnTo>
                  </a:path>
                </a:pathLst>
              </a:cu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grpSp>
            <p:nvGrpSpPr>
              <p:cNvPr id="283720" name="Group 103"/>
              <p:cNvGrpSpPr>
                <a:grpSpLocks/>
              </p:cNvGrpSpPr>
              <p:nvPr/>
            </p:nvGrpSpPr>
            <p:grpSpPr bwMode="auto">
              <a:xfrm>
                <a:off x="8843532" y="3430489"/>
                <a:ext cx="409310" cy="847725"/>
                <a:chOff x="5025" y="2269"/>
                <a:chExt cx="238" cy="713"/>
              </a:xfrm>
            </p:grpSpPr>
            <p:sp>
              <p:nvSpPr>
                <p:cNvPr id="283721" name="Freeform 104"/>
                <p:cNvSpPr>
                  <a:spLocks noChangeArrowheads="1"/>
                </p:cNvSpPr>
                <p:nvPr/>
              </p:nvSpPr>
              <p:spPr bwMode="auto">
                <a:xfrm>
                  <a:off x="5025" y="2269"/>
                  <a:ext cx="69" cy="363"/>
                </a:xfrm>
                <a:custGeom>
                  <a:avLst/>
                  <a:gdLst>
                    <a:gd name="T0" fmla="*/ 0 w 69"/>
                    <a:gd name="T1" fmla="*/ 362 h 363"/>
                    <a:gd name="T2" fmla="*/ 42 w 69"/>
                    <a:gd name="T3" fmla="*/ 54 h 363"/>
                    <a:gd name="T4" fmla="*/ 45 w 69"/>
                    <a:gd name="T5" fmla="*/ 38 h 363"/>
                    <a:gd name="T6" fmla="*/ 47 w 69"/>
                    <a:gd name="T7" fmla="*/ 25 h 363"/>
                    <a:gd name="T8" fmla="*/ 50 w 69"/>
                    <a:gd name="T9" fmla="*/ 15 h 363"/>
                    <a:gd name="T10" fmla="*/ 58 w 69"/>
                    <a:gd name="T11" fmla="*/ 6 h 363"/>
                    <a:gd name="T12" fmla="*/ 68 w 69"/>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69" h="363">
                      <a:moveTo>
                        <a:pt x="0" y="362"/>
                      </a:moveTo>
                      <a:lnTo>
                        <a:pt x="42" y="54"/>
                      </a:lnTo>
                      <a:lnTo>
                        <a:pt x="45" y="38"/>
                      </a:lnTo>
                      <a:lnTo>
                        <a:pt x="47" y="25"/>
                      </a:lnTo>
                      <a:lnTo>
                        <a:pt x="50" y="15"/>
                      </a:lnTo>
                      <a:lnTo>
                        <a:pt x="58" y="6"/>
                      </a:lnTo>
                      <a:lnTo>
                        <a:pt x="68" y="0"/>
                      </a:lnTo>
                    </a:path>
                  </a:pathLst>
                </a:cu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sp>
              <p:nvSpPr>
                <p:cNvPr id="283722" name="Freeform 105"/>
                <p:cNvSpPr>
                  <a:spLocks noChangeArrowheads="1"/>
                </p:cNvSpPr>
                <p:nvPr/>
              </p:nvSpPr>
              <p:spPr bwMode="auto">
                <a:xfrm>
                  <a:off x="5095" y="2273"/>
                  <a:ext cx="168" cy="709"/>
                </a:xfrm>
                <a:custGeom>
                  <a:avLst/>
                  <a:gdLst>
                    <a:gd name="T0" fmla="*/ 0 w 168"/>
                    <a:gd name="T1" fmla="*/ 0 h 709"/>
                    <a:gd name="T2" fmla="*/ 14 w 168"/>
                    <a:gd name="T3" fmla="*/ 4 h 709"/>
                    <a:gd name="T4" fmla="*/ 24 w 168"/>
                    <a:gd name="T5" fmla="*/ 16 h 709"/>
                    <a:gd name="T6" fmla="*/ 27 w 168"/>
                    <a:gd name="T7" fmla="*/ 33 h 709"/>
                    <a:gd name="T8" fmla="*/ 30 w 168"/>
                    <a:gd name="T9" fmla="*/ 59 h 709"/>
                    <a:gd name="T10" fmla="*/ 84 w 168"/>
                    <a:gd name="T11" fmla="*/ 651 h 709"/>
                    <a:gd name="T12" fmla="*/ 89 w 168"/>
                    <a:gd name="T13" fmla="*/ 684 h 709"/>
                    <a:gd name="T14" fmla="*/ 93 w 168"/>
                    <a:gd name="T15" fmla="*/ 694 h 709"/>
                    <a:gd name="T16" fmla="*/ 104 w 168"/>
                    <a:gd name="T17" fmla="*/ 704 h 709"/>
                    <a:gd name="T18" fmla="*/ 113 w 168"/>
                    <a:gd name="T19" fmla="*/ 708 h 709"/>
                    <a:gd name="T20" fmla="*/ 124 w 168"/>
                    <a:gd name="T21" fmla="*/ 700 h 709"/>
                    <a:gd name="T22" fmla="*/ 132 w 168"/>
                    <a:gd name="T23" fmla="*/ 684 h 709"/>
                    <a:gd name="T24" fmla="*/ 167 w 168"/>
                    <a:gd name="T25" fmla="*/ 380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8" h="709">
                      <a:moveTo>
                        <a:pt x="0" y="0"/>
                      </a:moveTo>
                      <a:lnTo>
                        <a:pt x="14" y="4"/>
                      </a:lnTo>
                      <a:lnTo>
                        <a:pt x="24" y="16"/>
                      </a:lnTo>
                      <a:lnTo>
                        <a:pt x="27" y="33"/>
                      </a:lnTo>
                      <a:lnTo>
                        <a:pt x="30" y="59"/>
                      </a:lnTo>
                      <a:lnTo>
                        <a:pt x="84" y="651"/>
                      </a:lnTo>
                      <a:lnTo>
                        <a:pt x="89" y="684"/>
                      </a:lnTo>
                      <a:lnTo>
                        <a:pt x="93" y="694"/>
                      </a:lnTo>
                      <a:lnTo>
                        <a:pt x="104" y="704"/>
                      </a:lnTo>
                      <a:lnTo>
                        <a:pt x="113" y="708"/>
                      </a:lnTo>
                      <a:lnTo>
                        <a:pt x="124" y="700"/>
                      </a:lnTo>
                      <a:lnTo>
                        <a:pt x="132" y="684"/>
                      </a:lnTo>
                      <a:lnTo>
                        <a:pt x="167" y="380"/>
                      </a:lnTo>
                    </a:path>
                  </a:pathLst>
                </a:cu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grpSp>
        </p:grpSp>
        <p:grpSp>
          <p:nvGrpSpPr>
            <p:cNvPr id="283723" name="组合 2"/>
            <p:cNvGrpSpPr>
              <a:grpSpLocks/>
            </p:cNvGrpSpPr>
            <p:nvPr/>
          </p:nvGrpSpPr>
          <p:grpSpPr bwMode="auto">
            <a:xfrm>
              <a:off x="1825063" y="4589363"/>
              <a:ext cx="7438098" cy="871538"/>
              <a:chOff x="1825063" y="4589363"/>
              <a:chExt cx="7438098" cy="871538"/>
            </a:xfrm>
          </p:grpSpPr>
          <p:grpSp>
            <p:nvGrpSpPr>
              <p:cNvPr id="283724" name="Group 106"/>
              <p:cNvGrpSpPr>
                <a:grpSpLocks/>
              </p:cNvGrpSpPr>
              <p:nvPr/>
            </p:nvGrpSpPr>
            <p:grpSpPr bwMode="auto">
              <a:xfrm>
                <a:off x="1825063" y="4595714"/>
                <a:ext cx="407590" cy="847725"/>
                <a:chOff x="944" y="3250"/>
                <a:chExt cx="237" cy="713"/>
              </a:xfrm>
            </p:grpSpPr>
            <p:sp>
              <p:nvSpPr>
                <p:cNvPr id="283725" name="Freeform 107"/>
                <p:cNvSpPr>
                  <a:spLocks noChangeArrowheads="1"/>
                </p:cNvSpPr>
                <p:nvPr/>
              </p:nvSpPr>
              <p:spPr bwMode="auto">
                <a:xfrm>
                  <a:off x="944" y="3250"/>
                  <a:ext cx="65" cy="363"/>
                </a:xfrm>
                <a:custGeom>
                  <a:avLst/>
                  <a:gdLst>
                    <a:gd name="T0" fmla="*/ 0 w 65"/>
                    <a:gd name="T1" fmla="*/ 362 h 363"/>
                    <a:gd name="T2" fmla="*/ 40 w 65"/>
                    <a:gd name="T3" fmla="*/ 54 h 363"/>
                    <a:gd name="T4" fmla="*/ 42 w 65"/>
                    <a:gd name="T5" fmla="*/ 38 h 363"/>
                    <a:gd name="T6" fmla="*/ 44 w 65"/>
                    <a:gd name="T7" fmla="*/ 25 h 363"/>
                    <a:gd name="T8" fmla="*/ 47 w 65"/>
                    <a:gd name="T9" fmla="*/ 15 h 363"/>
                    <a:gd name="T10" fmla="*/ 55 w 65"/>
                    <a:gd name="T11" fmla="*/ 6 h 363"/>
                    <a:gd name="T12" fmla="*/ 64 w 65"/>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65" h="363">
                      <a:moveTo>
                        <a:pt x="0" y="362"/>
                      </a:moveTo>
                      <a:lnTo>
                        <a:pt x="40" y="54"/>
                      </a:lnTo>
                      <a:lnTo>
                        <a:pt x="42" y="38"/>
                      </a:lnTo>
                      <a:lnTo>
                        <a:pt x="44" y="25"/>
                      </a:lnTo>
                      <a:lnTo>
                        <a:pt x="47" y="15"/>
                      </a:lnTo>
                      <a:lnTo>
                        <a:pt x="55" y="6"/>
                      </a:lnTo>
                      <a:lnTo>
                        <a:pt x="64" y="0"/>
                      </a:lnTo>
                    </a:path>
                  </a:pathLst>
                </a:cu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sp>
              <p:nvSpPr>
                <p:cNvPr id="283726" name="Freeform 108"/>
                <p:cNvSpPr>
                  <a:spLocks noChangeArrowheads="1"/>
                </p:cNvSpPr>
                <p:nvPr/>
              </p:nvSpPr>
              <p:spPr bwMode="auto">
                <a:xfrm>
                  <a:off x="1010" y="3254"/>
                  <a:ext cx="171" cy="709"/>
                </a:xfrm>
                <a:custGeom>
                  <a:avLst/>
                  <a:gdLst>
                    <a:gd name="T0" fmla="*/ 0 w 171"/>
                    <a:gd name="T1" fmla="*/ 0 h 709"/>
                    <a:gd name="T2" fmla="*/ 14 w 171"/>
                    <a:gd name="T3" fmla="*/ 4 h 709"/>
                    <a:gd name="T4" fmla="*/ 24 w 171"/>
                    <a:gd name="T5" fmla="*/ 16 h 709"/>
                    <a:gd name="T6" fmla="*/ 28 w 171"/>
                    <a:gd name="T7" fmla="*/ 33 h 709"/>
                    <a:gd name="T8" fmla="*/ 31 w 171"/>
                    <a:gd name="T9" fmla="*/ 59 h 709"/>
                    <a:gd name="T10" fmla="*/ 85 w 171"/>
                    <a:gd name="T11" fmla="*/ 651 h 709"/>
                    <a:gd name="T12" fmla="*/ 90 w 171"/>
                    <a:gd name="T13" fmla="*/ 684 h 709"/>
                    <a:gd name="T14" fmla="*/ 95 w 171"/>
                    <a:gd name="T15" fmla="*/ 694 h 709"/>
                    <a:gd name="T16" fmla="*/ 106 w 171"/>
                    <a:gd name="T17" fmla="*/ 704 h 709"/>
                    <a:gd name="T18" fmla="*/ 115 w 171"/>
                    <a:gd name="T19" fmla="*/ 708 h 709"/>
                    <a:gd name="T20" fmla="*/ 126 w 171"/>
                    <a:gd name="T21" fmla="*/ 700 h 709"/>
                    <a:gd name="T22" fmla="*/ 134 w 171"/>
                    <a:gd name="T23" fmla="*/ 684 h 709"/>
                    <a:gd name="T24" fmla="*/ 170 w 171"/>
                    <a:gd name="T25" fmla="*/ 380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1" h="709">
                      <a:moveTo>
                        <a:pt x="0" y="0"/>
                      </a:moveTo>
                      <a:lnTo>
                        <a:pt x="14" y="4"/>
                      </a:lnTo>
                      <a:lnTo>
                        <a:pt x="24" y="16"/>
                      </a:lnTo>
                      <a:lnTo>
                        <a:pt x="28" y="33"/>
                      </a:lnTo>
                      <a:lnTo>
                        <a:pt x="31" y="59"/>
                      </a:lnTo>
                      <a:lnTo>
                        <a:pt x="85" y="651"/>
                      </a:lnTo>
                      <a:lnTo>
                        <a:pt x="90" y="684"/>
                      </a:lnTo>
                      <a:lnTo>
                        <a:pt x="95" y="694"/>
                      </a:lnTo>
                      <a:lnTo>
                        <a:pt x="106" y="704"/>
                      </a:lnTo>
                      <a:lnTo>
                        <a:pt x="115" y="708"/>
                      </a:lnTo>
                      <a:lnTo>
                        <a:pt x="126" y="700"/>
                      </a:lnTo>
                      <a:lnTo>
                        <a:pt x="134" y="684"/>
                      </a:lnTo>
                      <a:lnTo>
                        <a:pt x="170" y="380"/>
                      </a:lnTo>
                    </a:path>
                  </a:pathLst>
                </a:cu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grpSp>
          <p:sp>
            <p:nvSpPr>
              <p:cNvPr id="283727" name="Freeform 109"/>
              <p:cNvSpPr>
                <a:spLocks noChangeArrowheads="1"/>
              </p:cNvSpPr>
              <p:nvPr/>
            </p:nvSpPr>
            <p:spPr bwMode="auto">
              <a:xfrm>
                <a:off x="2234373" y="4595713"/>
                <a:ext cx="113506" cy="431800"/>
              </a:xfrm>
              <a:custGeom>
                <a:avLst/>
                <a:gdLst>
                  <a:gd name="T0" fmla="*/ 0 w 66"/>
                  <a:gd name="T1" fmla="*/ 362 h 363"/>
                  <a:gd name="T2" fmla="*/ 40 w 66"/>
                  <a:gd name="T3" fmla="*/ 54 h 363"/>
                  <a:gd name="T4" fmla="*/ 43 w 66"/>
                  <a:gd name="T5" fmla="*/ 38 h 363"/>
                  <a:gd name="T6" fmla="*/ 44 w 66"/>
                  <a:gd name="T7" fmla="*/ 25 h 363"/>
                  <a:gd name="T8" fmla="*/ 48 w 66"/>
                  <a:gd name="T9" fmla="*/ 15 h 363"/>
                  <a:gd name="T10" fmla="*/ 56 w 66"/>
                  <a:gd name="T11" fmla="*/ 6 h 363"/>
                  <a:gd name="T12" fmla="*/ 65 w 66"/>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66" h="363">
                    <a:moveTo>
                      <a:pt x="0" y="362"/>
                    </a:moveTo>
                    <a:lnTo>
                      <a:pt x="40" y="54"/>
                    </a:lnTo>
                    <a:lnTo>
                      <a:pt x="43" y="38"/>
                    </a:lnTo>
                    <a:lnTo>
                      <a:pt x="44" y="25"/>
                    </a:lnTo>
                    <a:lnTo>
                      <a:pt x="48" y="15"/>
                    </a:lnTo>
                    <a:lnTo>
                      <a:pt x="56" y="6"/>
                    </a:lnTo>
                    <a:lnTo>
                      <a:pt x="65" y="0"/>
                    </a:lnTo>
                  </a:path>
                </a:pathLst>
              </a:cu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sp>
            <p:nvSpPr>
              <p:cNvPr id="283728" name="Freeform 110"/>
              <p:cNvSpPr>
                <a:spLocks noChangeArrowheads="1"/>
              </p:cNvSpPr>
              <p:nvPr/>
            </p:nvSpPr>
            <p:spPr bwMode="auto">
              <a:xfrm>
                <a:off x="2349598" y="4598889"/>
                <a:ext cx="318162" cy="842963"/>
              </a:xfrm>
              <a:custGeom>
                <a:avLst/>
                <a:gdLst>
                  <a:gd name="T0" fmla="*/ 0 w 185"/>
                  <a:gd name="T1" fmla="*/ 1 h 531"/>
                  <a:gd name="T2" fmla="*/ 8 w 185"/>
                  <a:gd name="T3" fmla="*/ 0 h 531"/>
                  <a:gd name="T4" fmla="*/ 24 w 185"/>
                  <a:gd name="T5" fmla="*/ 13 h 531"/>
                  <a:gd name="T6" fmla="*/ 28 w 185"/>
                  <a:gd name="T7" fmla="*/ 26 h 531"/>
                  <a:gd name="T8" fmla="*/ 31 w 185"/>
                  <a:gd name="T9" fmla="*/ 45 h 531"/>
                  <a:gd name="T10" fmla="*/ 85 w 185"/>
                  <a:gd name="T11" fmla="*/ 489 h 531"/>
                  <a:gd name="T12" fmla="*/ 90 w 185"/>
                  <a:gd name="T13" fmla="*/ 513 h 531"/>
                  <a:gd name="T14" fmla="*/ 95 w 185"/>
                  <a:gd name="T15" fmla="*/ 521 h 531"/>
                  <a:gd name="T16" fmla="*/ 106 w 185"/>
                  <a:gd name="T17" fmla="*/ 528 h 531"/>
                  <a:gd name="T18" fmla="*/ 115 w 185"/>
                  <a:gd name="T19" fmla="*/ 531 h 531"/>
                  <a:gd name="T20" fmla="*/ 126 w 185"/>
                  <a:gd name="T21" fmla="*/ 525 h 531"/>
                  <a:gd name="T22" fmla="*/ 134 w 185"/>
                  <a:gd name="T23" fmla="*/ 513 h 531"/>
                  <a:gd name="T24" fmla="*/ 185 w 185"/>
                  <a:gd name="T25" fmla="*/ 258 h 5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5" h="531">
                    <a:moveTo>
                      <a:pt x="0" y="1"/>
                    </a:moveTo>
                    <a:lnTo>
                      <a:pt x="8" y="0"/>
                    </a:lnTo>
                    <a:lnTo>
                      <a:pt x="24" y="13"/>
                    </a:lnTo>
                    <a:lnTo>
                      <a:pt x="28" y="26"/>
                    </a:lnTo>
                    <a:lnTo>
                      <a:pt x="31" y="45"/>
                    </a:lnTo>
                    <a:lnTo>
                      <a:pt x="85" y="489"/>
                    </a:lnTo>
                    <a:lnTo>
                      <a:pt x="90" y="513"/>
                    </a:lnTo>
                    <a:lnTo>
                      <a:pt x="95" y="521"/>
                    </a:lnTo>
                    <a:lnTo>
                      <a:pt x="106" y="528"/>
                    </a:lnTo>
                    <a:lnTo>
                      <a:pt x="115" y="531"/>
                    </a:lnTo>
                    <a:lnTo>
                      <a:pt x="126" y="525"/>
                    </a:lnTo>
                    <a:lnTo>
                      <a:pt x="134" y="513"/>
                    </a:lnTo>
                    <a:lnTo>
                      <a:pt x="185" y="258"/>
                    </a:lnTo>
                  </a:path>
                </a:pathLst>
              </a:cu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grpSp>
            <p:nvGrpSpPr>
              <p:cNvPr id="283729" name="Group 111"/>
              <p:cNvGrpSpPr>
                <a:grpSpLocks/>
              </p:cNvGrpSpPr>
              <p:nvPr/>
            </p:nvGrpSpPr>
            <p:grpSpPr bwMode="auto">
              <a:xfrm>
                <a:off x="2671200" y="4595714"/>
                <a:ext cx="407590" cy="847725"/>
                <a:chOff x="1436" y="3250"/>
                <a:chExt cx="237" cy="713"/>
              </a:xfrm>
            </p:grpSpPr>
            <p:sp>
              <p:nvSpPr>
                <p:cNvPr id="283730" name="Freeform 112"/>
                <p:cNvSpPr>
                  <a:spLocks noChangeArrowheads="1"/>
                </p:cNvSpPr>
                <p:nvPr/>
              </p:nvSpPr>
              <p:spPr bwMode="auto">
                <a:xfrm>
                  <a:off x="1436" y="3600"/>
                  <a:ext cx="65" cy="363"/>
                </a:xfrm>
                <a:custGeom>
                  <a:avLst/>
                  <a:gdLst>
                    <a:gd name="T0" fmla="*/ 0 w 65"/>
                    <a:gd name="T1" fmla="*/ 0 h 363"/>
                    <a:gd name="T2" fmla="*/ 40 w 65"/>
                    <a:gd name="T3" fmla="*/ 308 h 363"/>
                    <a:gd name="T4" fmla="*/ 42 w 65"/>
                    <a:gd name="T5" fmla="*/ 324 h 363"/>
                    <a:gd name="T6" fmla="*/ 44 w 65"/>
                    <a:gd name="T7" fmla="*/ 337 h 363"/>
                    <a:gd name="T8" fmla="*/ 47 w 65"/>
                    <a:gd name="T9" fmla="*/ 347 h 363"/>
                    <a:gd name="T10" fmla="*/ 55 w 65"/>
                    <a:gd name="T11" fmla="*/ 356 h 363"/>
                    <a:gd name="T12" fmla="*/ 64 w 65"/>
                    <a:gd name="T13" fmla="*/ 362 h 363"/>
                  </a:gdLst>
                  <a:ahLst/>
                  <a:cxnLst>
                    <a:cxn ang="0">
                      <a:pos x="T0" y="T1"/>
                    </a:cxn>
                    <a:cxn ang="0">
                      <a:pos x="T2" y="T3"/>
                    </a:cxn>
                    <a:cxn ang="0">
                      <a:pos x="T4" y="T5"/>
                    </a:cxn>
                    <a:cxn ang="0">
                      <a:pos x="T6" y="T7"/>
                    </a:cxn>
                    <a:cxn ang="0">
                      <a:pos x="T8" y="T9"/>
                    </a:cxn>
                    <a:cxn ang="0">
                      <a:pos x="T10" y="T11"/>
                    </a:cxn>
                    <a:cxn ang="0">
                      <a:pos x="T12" y="T13"/>
                    </a:cxn>
                  </a:cxnLst>
                  <a:rect l="0" t="0" r="r" b="b"/>
                  <a:pathLst>
                    <a:path w="65" h="363">
                      <a:moveTo>
                        <a:pt x="0" y="0"/>
                      </a:moveTo>
                      <a:lnTo>
                        <a:pt x="40" y="308"/>
                      </a:lnTo>
                      <a:lnTo>
                        <a:pt x="42" y="324"/>
                      </a:lnTo>
                      <a:lnTo>
                        <a:pt x="44" y="337"/>
                      </a:lnTo>
                      <a:lnTo>
                        <a:pt x="47" y="347"/>
                      </a:lnTo>
                      <a:lnTo>
                        <a:pt x="55" y="356"/>
                      </a:lnTo>
                      <a:lnTo>
                        <a:pt x="64" y="362"/>
                      </a:lnTo>
                    </a:path>
                  </a:pathLst>
                </a:cu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sp>
              <p:nvSpPr>
                <p:cNvPr id="283731" name="Freeform 113"/>
                <p:cNvSpPr>
                  <a:spLocks noChangeArrowheads="1"/>
                </p:cNvSpPr>
                <p:nvPr/>
              </p:nvSpPr>
              <p:spPr bwMode="auto">
                <a:xfrm>
                  <a:off x="1502" y="3250"/>
                  <a:ext cx="171" cy="709"/>
                </a:xfrm>
                <a:custGeom>
                  <a:avLst/>
                  <a:gdLst>
                    <a:gd name="T0" fmla="*/ 0 w 171"/>
                    <a:gd name="T1" fmla="*/ 708 h 709"/>
                    <a:gd name="T2" fmla="*/ 14 w 171"/>
                    <a:gd name="T3" fmla="*/ 704 h 709"/>
                    <a:gd name="T4" fmla="*/ 24 w 171"/>
                    <a:gd name="T5" fmla="*/ 692 h 709"/>
                    <a:gd name="T6" fmla="*/ 28 w 171"/>
                    <a:gd name="T7" fmla="*/ 675 h 709"/>
                    <a:gd name="T8" fmla="*/ 31 w 171"/>
                    <a:gd name="T9" fmla="*/ 649 h 709"/>
                    <a:gd name="T10" fmla="*/ 85 w 171"/>
                    <a:gd name="T11" fmla="*/ 57 h 709"/>
                    <a:gd name="T12" fmla="*/ 90 w 171"/>
                    <a:gd name="T13" fmla="*/ 24 h 709"/>
                    <a:gd name="T14" fmla="*/ 95 w 171"/>
                    <a:gd name="T15" fmla="*/ 14 h 709"/>
                    <a:gd name="T16" fmla="*/ 106 w 171"/>
                    <a:gd name="T17" fmla="*/ 4 h 709"/>
                    <a:gd name="T18" fmla="*/ 115 w 171"/>
                    <a:gd name="T19" fmla="*/ 0 h 709"/>
                    <a:gd name="T20" fmla="*/ 126 w 171"/>
                    <a:gd name="T21" fmla="*/ 8 h 709"/>
                    <a:gd name="T22" fmla="*/ 134 w 171"/>
                    <a:gd name="T23" fmla="*/ 24 h 709"/>
                    <a:gd name="T24" fmla="*/ 170 w 171"/>
                    <a:gd name="T25" fmla="*/ 328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1" h="709">
                      <a:moveTo>
                        <a:pt x="0" y="708"/>
                      </a:moveTo>
                      <a:lnTo>
                        <a:pt x="14" y="704"/>
                      </a:lnTo>
                      <a:lnTo>
                        <a:pt x="24" y="692"/>
                      </a:lnTo>
                      <a:lnTo>
                        <a:pt x="28" y="675"/>
                      </a:lnTo>
                      <a:lnTo>
                        <a:pt x="31" y="649"/>
                      </a:lnTo>
                      <a:lnTo>
                        <a:pt x="85" y="57"/>
                      </a:lnTo>
                      <a:lnTo>
                        <a:pt x="90" y="24"/>
                      </a:lnTo>
                      <a:lnTo>
                        <a:pt x="95" y="14"/>
                      </a:lnTo>
                      <a:lnTo>
                        <a:pt x="106" y="4"/>
                      </a:lnTo>
                      <a:lnTo>
                        <a:pt x="115" y="0"/>
                      </a:lnTo>
                      <a:lnTo>
                        <a:pt x="126" y="8"/>
                      </a:lnTo>
                      <a:lnTo>
                        <a:pt x="134" y="24"/>
                      </a:lnTo>
                      <a:lnTo>
                        <a:pt x="170" y="328"/>
                      </a:lnTo>
                    </a:path>
                  </a:pathLst>
                </a:cu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grpSp>
          <p:sp>
            <p:nvSpPr>
              <p:cNvPr id="283732" name="Freeform 114"/>
              <p:cNvSpPr>
                <a:spLocks noChangeArrowheads="1"/>
              </p:cNvSpPr>
              <p:nvPr/>
            </p:nvSpPr>
            <p:spPr bwMode="auto">
              <a:xfrm>
                <a:off x="3080511" y="5011638"/>
                <a:ext cx="113506" cy="431800"/>
              </a:xfrm>
              <a:custGeom>
                <a:avLst/>
                <a:gdLst>
                  <a:gd name="T0" fmla="*/ 0 w 66"/>
                  <a:gd name="T1" fmla="*/ 0 h 363"/>
                  <a:gd name="T2" fmla="*/ 40 w 66"/>
                  <a:gd name="T3" fmla="*/ 308 h 363"/>
                  <a:gd name="T4" fmla="*/ 43 w 66"/>
                  <a:gd name="T5" fmla="*/ 324 h 363"/>
                  <a:gd name="T6" fmla="*/ 44 w 66"/>
                  <a:gd name="T7" fmla="*/ 337 h 363"/>
                  <a:gd name="T8" fmla="*/ 48 w 66"/>
                  <a:gd name="T9" fmla="*/ 347 h 363"/>
                  <a:gd name="T10" fmla="*/ 56 w 66"/>
                  <a:gd name="T11" fmla="*/ 356 h 363"/>
                  <a:gd name="T12" fmla="*/ 65 w 66"/>
                  <a:gd name="T13" fmla="*/ 362 h 363"/>
                </a:gdLst>
                <a:ahLst/>
                <a:cxnLst>
                  <a:cxn ang="0">
                    <a:pos x="T0" y="T1"/>
                  </a:cxn>
                  <a:cxn ang="0">
                    <a:pos x="T2" y="T3"/>
                  </a:cxn>
                  <a:cxn ang="0">
                    <a:pos x="T4" y="T5"/>
                  </a:cxn>
                  <a:cxn ang="0">
                    <a:pos x="T6" y="T7"/>
                  </a:cxn>
                  <a:cxn ang="0">
                    <a:pos x="T8" y="T9"/>
                  </a:cxn>
                  <a:cxn ang="0">
                    <a:pos x="T10" y="T11"/>
                  </a:cxn>
                  <a:cxn ang="0">
                    <a:pos x="T12" y="T13"/>
                  </a:cxn>
                </a:cxnLst>
                <a:rect l="0" t="0" r="r" b="b"/>
                <a:pathLst>
                  <a:path w="66" h="363">
                    <a:moveTo>
                      <a:pt x="0" y="0"/>
                    </a:moveTo>
                    <a:lnTo>
                      <a:pt x="40" y="308"/>
                    </a:lnTo>
                    <a:lnTo>
                      <a:pt x="43" y="324"/>
                    </a:lnTo>
                    <a:lnTo>
                      <a:pt x="44" y="337"/>
                    </a:lnTo>
                    <a:lnTo>
                      <a:pt x="48" y="347"/>
                    </a:lnTo>
                    <a:lnTo>
                      <a:pt x="56" y="356"/>
                    </a:lnTo>
                    <a:lnTo>
                      <a:pt x="65" y="362"/>
                    </a:lnTo>
                  </a:path>
                </a:pathLst>
              </a:cu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sp>
            <p:nvSpPr>
              <p:cNvPr id="283733" name="Freeform 115"/>
              <p:cNvSpPr>
                <a:spLocks noChangeArrowheads="1"/>
              </p:cNvSpPr>
              <p:nvPr/>
            </p:nvSpPr>
            <p:spPr bwMode="auto">
              <a:xfrm>
                <a:off x="3195736" y="4595714"/>
                <a:ext cx="313002" cy="841375"/>
              </a:xfrm>
              <a:custGeom>
                <a:avLst/>
                <a:gdLst>
                  <a:gd name="T0" fmla="*/ 0 w 182"/>
                  <a:gd name="T1" fmla="*/ 530 h 530"/>
                  <a:gd name="T2" fmla="*/ 14 w 182"/>
                  <a:gd name="T3" fmla="*/ 527 h 530"/>
                  <a:gd name="T4" fmla="*/ 24 w 182"/>
                  <a:gd name="T5" fmla="*/ 518 h 530"/>
                  <a:gd name="T6" fmla="*/ 28 w 182"/>
                  <a:gd name="T7" fmla="*/ 506 h 530"/>
                  <a:gd name="T8" fmla="*/ 31 w 182"/>
                  <a:gd name="T9" fmla="*/ 486 h 530"/>
                  <a:gd name="T10" fmla="*/ 85 w 182"/>
                  <a:gd name="T11" fmla="*/ 43 h 530"/>
                  <a:gd name="T12" fmla="*/ 90 w 182"/>
                  <a:gd name="T13" fmla="*/ 18 h 530"/>
                  <a:gd name="T14" fmla="*/ 95 w 182"/>
                  <a:gd name="T15" fmla="*/ 10 h 530"/>
                  <a:gd name="T16" fmla="*/ 106 w 182"/>
                  <a:gd name="T17" fmla="*/ 3 h 530"/>
                  <a:gd name="T18" fmla="*/ 115 w 182"/>
                  <a:gd name="T19" fmla="*/ 0 h 530"/>
                  <a:gd name="T20" fmla="*/ 126 w 182"/>
                  <a:gd name="T21" fmla="*/ 6 h 530"/>
                  <a:gd name="T22" fmla="*/ 134 w 182"/>
                  <a:gd name="T23" fmla="*/ 18 h 530"/>
                  <a:gd name="T24" fmla="*/ 182 w 182"/>
                  <a:gd name="T25" fmla="*/ 290 h 5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2" h="530">
                    <a:moveTo>
                      <a:pt x="0" y="530"/>
                    </a:moveTo>
                    <a:lnTo>
                      <a:pt x="14" y="527"/>
                    </a:lnTo>
                    <a:lnTo>
                      <a:pt x="24" y="518"/>
                    </a:lnTo>
                    <a:lnTo>
                      <a:pt x="28" y="506"/>
                    </a:lnTo>
                    <a:lnTo>
                      <a:pt x="31" y="486"/>
                    </a:lnTo>
                    <a:lnTo>
                      <a:pt x="85" y="43"/>
                    </a:lnTo>
                    <a:lnTo>
                      <a:pt x="90" y="18"/>
                    </a:lnTo>
                    <a:lnTo>
                      <a:pt x="95" y="10"/>
                    </a:lnTo>
                    <a:lnTo>
                      <a:pt x="106" y="3"/>
                    </a:lnTo>
                    <a:lnTo>
                      <a:pt x="115" y="0"/>
                    </a:lnTo>
                    <a:lnTo>
                      <a:pt x="126" y="6"/>
                    </a:lnTo>
                    <a:lnTo>
                      <a:pt x="134" y="18"/>
                    </a:lnTo>
                    <a:lnTo>
                      <a:pt x="182" y="290"/>
                    </a:lnTo>
                  </a:path>
                </a:pathLst>
              </a:cu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sp>
            <p:nvSpPr>
              <p:cNvPr id="283734" name="Freeform 116"/>
              <p:cNvSpPr>
                <a:spLocks noChangeArrowheads="1"/>
              </p:cNvSpPr>
              <p:nvPr/>
            </p:nvSpPr>
            <p:spPr bwMode="auto">
              <a:xfrm>
                <a:off x="3519057" y="4598888"/>
                <a:ext cx="120385" cy="457200"/>
              </a:xfrm>
              <a:custGeom>
                <a:avLst/>
                <a:gdLst>
                  <a:gd name="T0" fmla="*/ 0 w 70"/>
                  <a:gd name="T1" fmla="*/ 288 h 288"/>
                  <a:gd name="T2" fmla="*/ 46 w 70"/>
                  <a:gd name="T3" fmla="*/ 40 h 288"/>
                  <a:gd name="T4" fmla="*/ 48 w 70"/>
                  <a:gd name="T5" fmla="*/ 28 h 288"/>
                  <a:gd name="T6" fmla="*/ 50 w 70"/>
                  <a:gd name="T7" fmla="*/ 19 h 288"/>
                  <a:gd name="T8" fmla="*/ 53 w 70"/>
                  <a:gd name="T9" fmla="*/ 11 h 288"/>
                  <a:gd name="T10" fmla="*/ 61 w 70"/>
                  <a:gd name="T11" fmla="*/ 4 h 288"/>
                  <a:gd name="T12" fmla="*/ 70 w 70"/>
                  <a:gd name="T13" fmla="*/ 0 h 288"/>
                </a:gdLst>
                <a:ahLst/>
                <a:cxnLst>
                  <a:cxn ang="0">
                    <a:pos x="T0" y="T1"/>
                  </a:cxn>
                  <a:cxn ang="0">
                    <a:pos x="T2" y="T3"/>
                  </a:cxn>
                  <a:cxn ang="0">
                    <a:pos x="T4" y="T5"/>
                  </a:cxn>
                  <a:cxn ang="0">
                    <a:pos x="T6" y="T7"/>
                  </a:cxn>
                  <a:cxn ang="0">
                    <a:pos x="T8" y="T9"/>
                  </a:cxn>
                  <a:cxn ang="0">
                    <a:pos x="T10" y="T11"/>
                  </a:cxn>
                  <a:cxn ang="0">
                    <a:pos x="T12" y="T13"/>
                  </a:cxn>
                </a:cxnLst>
                <a:rect l="0" t="0" r="r" b="b"/>
                <a:pathLst>
                  <a:path w="70" h="288">
                    <a:moveTo>
                      <a:pt x="0" y="288"/>
                    </a:moveTo>
                    <a:lnTo>
                      <a:pt x="46" y="40"/>
                    </a:lnTo>
                    <a:lnTo>
                      <a:pt x="48" y="28"/>
                    </a:lnTo>
                    <a:lnTo>
                      <a:pt x="50" y="19"/>
                    </a:lnTo>
                    <a:lnTo>
                      <a:pt x="53" y="11"/>
                    </a:lnTo>
                    <a:lnTo>
                      <a:pt x="61" y="4"/>
                    </a:lnTo>
                    <a:lnTo>
                      <a:pt x="70" y="0"/>
                    </a:lnTo>
                  </a:path>
                </a:pathLst>
              </a:cu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sp>
            <p:nvSpPr>
              <p:cNvPr id="283735" name="Freeform 117"/>
              <p:cNvSpPr>
                <a:spLocks noChangeArrowheads="1"/>
              </p:cNvSpPr>
              <p:nvPr/>
            </p:nvSpPr>
            <p:spPr bwMode="auto">
              <a:xfrm>
                <a:off x="3642881" y="4600476"/>
                <a:ext cx="295804" cy="842962"/>
              </a:xfrm>
              <a:custGeom>
                <a:avLst/>
                <a:gdLst>
                  <a:gd name="T0" fmla="*/ 0 w 172"/>
                  <a:gd name="T1" fmla="*/ 0 h 709"/>
                  <a:gd name="T2" fmla="*/ 14 w 172"/>
                  <a:gd name="T3" fmla="*/ 4 h 709"/>
                  <a:gd name="T4" fmla="*/ 24 w 172"/>
                  <a:gd name="T5" fmla="*/ 16 h 709"/>
                  <a:gd name="T6" fmla="*/ 28 w 172"/>
                  <a:gd name="T7" fmla="*/ 33 h 709"/>
                  <a:gd name="T8" fmla="*/ 31 w 172"/>
                  <a:gd name="T9" fmla="*/ 59 h 709"/>
                  <a:gd name="T10" fmla="*/ 86 w 172"/>
                  <a:gd name="T11" fmla="*/ 651 h 709"/>
                  <a:gd name="T12" fmla="*/ 91 w 172"/>
                  <a:gd name="T13" fmla="*/ 684 h 709"/>
                  <a:gd name="T14" fmla="*/ 95 w 172"/>
                  <a:gd name="T15" fmla="*/ 694 h 709"/>
                  <a:gd name="T16" fmla="*/ 106 w 172"/>
                  <a:gd name="T17" fmla="*/ 704 h 709"/>
                  <a:gd name="T18" fmla="*/ 115 w 172"/>
                  <a:gd name="T19" fmla="*/ 708 h 709"/>
                  <a:gd name="T20" fmla="*/ 127 w 172"/>
                  <a:gd name="T21" fmla="*/ 700 h 709"/>
                  <a:gd name="T22" fmla="*/ 135 w 172"/>
                  <a:gd name="T23" fmla="*/ 684 h 709"/>
                  <a:gd name="T24" fmla="*/ 171 w 172"/>
                  <a:gd name="T25" fmla="*/ 380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2" h="709">
                    <a:moveTo>
                      <a:pt x="0" y="0"/>
                    </a:moveTo>
                    <a:lnTo>
                      <a:pt x="14" y="4"/>
                    </a:lnTo>
                    <a:lnTo>
                      <a:pt x="24" y="16"/>
                    </a:lnTo>
                    <a:lnTo>
                      <a:pt x="28" y="33"/>
                    </a:lnTo>
                    <a:lnTo>
                      <a:pt x="31" y="59"/>
                    </a:lnTo>
                    <a:lnTo>
                      <a:pt x="86" y="651"/>
                    </a:lnTo>
                    <a:lnTo>
                      <a:pt x="91" y="684"/>
                    </a:lnTo>
                    <a:lnTo>
                      <a:pt x="95" y="694"/>
                    </a:lnTo>
                    <a:lnTo>
                      <a:pt x="106" y="704"/>
                    </a:lnTo>
                    <a:lnTo>
                      <a:pt x="115" y="708"/>
                    </a:lnTo>
                    <a:lnTo>
                      <a:pt x="127" y="700"/>
                    </a:lnTo>
                    <a:lnTo>
                      <a:pt x="135" y="684"/>
                    </a:lnTo>
                    <a:lnTo>
                      <a:pt x="171" y="380"/>
                    </a:lnTo>
                  </a:path>
                </a:pathLst>
              </a:cu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sp>
            <p:nvSpPr>
              <p:cNvPr id="283736" name="Freeform 118"/>
              <p:cNvSpPr>
                <a:spLocks noChangeArrowheads="1"/>
              </p:cNvSpPr>
              <p:nvPr/>
            </p:nvSpPr>
            <p:spPr bwMode="auto">
              <a:xfrm>
                <a:off x="3942125" y="4610001"/>
                <a:ext cx="110067" cy="430212"/>
              </a:xfrm>
              <a:custGeom>
                <a:avLst/>
                <a:gdLst>
                  <a:gd name="T0" fmla="*/ 0 w 64"/>
                  <a:gd name="T1" fmla="*/ 362 h 363"/>
                  <a:gd name="T2" fmla="*/ 39 w 64"/>
                  <a:gd name="T3" fmla="*/ 54 h 363"/>
                  <a:gd name="T4" fmla="*/ 41 w 64"/>
                  <a:gd name="T5" fmla="*/ 38 h 363"/>
                  <a:gd name="T6" fmla="*/ 43 w 64"/>
                  <a:gd name="T7" fmla="*/ 25 h 363"/>
                  <a:gd name="T8" fmla="*/ 46 w 64"/>
                  <a:gd name="T9" fmla="*/ 15 h 363"/>
                  <a:gd name="T10" fmla="*/ 54 w 64"/>
                  <a:gd name="T11" fmla="*/ 6 h 363"/>
                  <a:gd name="T12" fmla="*/ 63 w 64"/>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64" h="363">
                    <a:moveTo>
                      <a:pt x="0" y="362"/>
                    </a:moveTo>
                    <a:lnTo>
                      <a:pt x="39" y="54"/>
                    </a:lnTo>
                    <a:lnTo>
                      <a:pt x="41" y="38"/>
                    </a:lnTo>
                    <a:lnTo>
                      <a:pt x="43" y="25"/>
                    </a:lnTo>
                    <a:lnTo>
                      <a:pt x="46" y="15"/>
                    </a:lnTo>
                    <a:lnTo>
                      <a:pt x="54" y="6"/>
                    </a:lnTo>
                    <a:lnTo>
                      <a:pt x="63" y="0"/>
                    </a:lnTo>
                  </a:path>
                </a:pathLst>
              </a:cu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sp>
            <p:nvSpPr>
              <p:cNvPr id="283737" name="Freeform 119"/>
              <p:cNvSpPr>
                <a:spLocks noChangeArrowheads="1"/>
              </p:cNvSpPr>
              <p:nvPr/>
            </p:nvSpPr>
            <p:spPr bwMode="auto">
              <a:xfrm>
                <a:off x="4057352" y="4606827"/>
                <a:ext cx="302683" cy="841375"/>
              </a:xfrm>
              <a:custGeom>
                <a:avLst/>
                <a:gdLst>
                  <a:gd name="T0" fmla="*/ 0 w 176"/>
                  <a:gd name="T1" fmla="*/ 0 h 708"/>
                  <a:gd name="T2" fmla="*/ 15 w 176"/>
                  <a:gd name="T3" fmla="*/ 4 h 708"/>
                  <a:gd name="T4" fmla="*/ 25 w 176"/>
                  <a:gd name="T5" fmla="*/ 16 h 708"/>
                  <a:gd name="T6" fmla="*/ 28 w 176"/>
                  <a:gd name="T7" fmla="*/ 33 h 708"/>
                  <a:gd name="T8" fmla="*/ 32 w 176"/>
                  <a:gd name="T9" fmla="*/ 59 h 708"/>
                  <a:gd name="T10" fmla="*/ 88 w 176"/>
                  <a:gd name="T11" fmla="*/ 650 h 708"/>
                  <a:gd name="T12" fmla="*/ 93 w 176"/>
                  <a:gd name="T13" fmla="*/ 683 h 708"/>
                  <a:gd name="T14" fmla="*/ 97 w 176"/>
                  <a:gd name="T15" fmla="*/ 693 h 708"/>
                  <a:gd name="T16" fmla="*/ 109 w 176"/>
                  <a:gd name="T17" fmla="*/ 703 h 708"/>
                  <a:gd name="T18" fmla="*/ 118 w 176"/>
                  <a:gd name="T19" fmla="*/ 707 h 708"/>
                  <a:gd name="T20" fmla="*/ 130 w 176"/>
                  <a:gd name="T21" fmla="*/ 699 h 708"/>
                  <a:gd name="T22" fmla="*/ 138 w 176"/>
                  <a:gd name="T23" fmla="*/ 683 h 708"/>
                  <a:gd name="T24" fmla="*/ 175 w 176"/>
                  <a:gd name="T25" fmla="*/ 379 h 7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6" h="708">
                    <a:moveTo>
                      <a:pt x="0" y="0"/>
                    </a:moveTo>
                    <a:lnTo>
                      <a:pt x="15" y="4"/>
                    </a:lnTo>
                    <a:lnTo>
                      <a:pt x="25" y="16"/>
                    </a:lnTo>
                    <a:lnTo>
                      <a:pt x="28" y="33"/>
                    </a:lnTo>
                    <a:lnTo>
                      <a:pt x="32" y="59"/>
                    </a:lnTo>
                    <a:lnTo>
                      <a:pt x="88" y="650"/>
                    </a:lnTo>
                    <a:lnTo>
                      <a:pt x="93" y="683"/>
                    </a:lnTo>
                    <a:lnTo>
                      <a:pt x="97" y="693"/>
                    </a:lnTo>
                    <a:lnTo>
                      <a:pt x="109" y="703"/>
                    </a:lnTo>
                    <a:lnTo>
                      <a:pt x="118" y="707"/>
                    </a:lnTo>
                    <a:lnTo>
                      <a:pt x="130" y="699"/>
                    </a:lnTo>
                    <a:lnTo>
                      <a:pt x="138" y="683"/>
                    </a:lnTo>
                    <a:lnTo>
                      <a:pt x="175" y="379"/>
                    </a:lnTo>
                  </a:path>
                </a:pathLst>
              </a:cu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sp>
            <p:nvSpPr>
              <p:cNvPr id="283738" name="Freeform 120"/>
              <p:cNvSpPr>
                <a:spLocks noChangeArrowheads="1"/>
              </p:cNvSpPr>
              <p:nvPr/>
            </p:nvSpPr>
            <p:spPr bwMode="auto">
              <a:xfrm>
                <a:off x="4361755" y="4616351"/>
                <a:ext cx="115227" cy="431800"/>
              </a:xfrm>
              <a:custGeom>
                <a:avLst/>
                <a:gdLst>
                  <a:gd name="T0" fmla="*/ 0 w 67"/>
                  <a:gd name="T1" fmla="*/ 362 h 363"/>
                  <a:gd name="T2" fmla="*/ 41 w 67"/>
                  <a:gd name="T3" fmla="*/ 54 h 363"/>
                  <a:gd name="T4" fmla="*/ 43 w 67"/>
                  <a:gd name="T5" fmla="*/ 38 h 363"/>
                  <a:gd name="T6" fmla="*/ 45 w 67"/>
                  <a:gd name="T7" fmla="*/ 25 h 363"/>
                  <a:gd name="T8" fmla="*/ 49 w 67"/>
                  <a:gd name="T9" fmla="*/ 15 h 363"/>
                  <a:gd name="T10" fmla="*/ 56 w 67"/>
                  <a:gd name="T11" fmla="*/ 6 h 363"/>
                  <a:gd name="T12" fmla="*/ 66 w 67"/>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67" h="363">
                    <a:moveTo>
                      <a:pt x="0" y="362"/>
                    </a:moveTo>
                    <a:lnTo>
                      <a:pt x="41" y="54"/>
                    </a:lnTo>
                    <a:lnTo>
                      <a:pt x="43" y="38"/>
                    </a:lnTo>
                    <a:lnTo>
                      <a:pt x="45" y="25"/>
                    </a:lnTo>
                    <a:lnTo>
                      <a:pt x="49" y="15"/>
                    </a:lnTo>
                    <a:lnTo>
                      <a:pt x="56" y="6"/>
                    </a:lnTo>
                    <a:lnTo>
                      <a:pt x="66" y="0"/>
                    </a:lnTo>
                  </a:path>
                </a:pathLst>
              </a:cu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sp>
            <p:nvSpPr>
              <p:cNvPr id="283739" name="Freeform 121"/>
              <p:cNvSpPr>
                <a:spLocks noChangeArrowheads="1"/>
              </p:cNvSpPr>
              <p:nvPr/>
            </p:nvSpPr>
            <p:spPr bwMode="auto">
              <a:xfrm>
                <a:off x="4483860" y="4614764"/>
                <a:ext cx="288925" cy="841375"/>
              </a:xfrm>
              <a:custGeom>
                <a:avLst/>
                <a:gdLst>
                  <a:gd name="T0" fmla="*/ 0 w 168"/>
                  <a:gd name="T1" fmla="*/ 0 h 709"/>
                  <a:gd name="T2" fmla="*/ 14 w 168"/>
                  <a:gd name="T3" fmla="*/ 4 h 709"/>
                  <a:gd name="T4" fmla="*/ 24 w 168"/>
                  <a:gd name="T5" fmla="*/ 16 h 709"/>
                  <a:gd name="T6" fmla="*/ 27 w 168"/>
                  <a:gd name="T7" fmla="*/ 33 h 709"/>
                  <a:gd name="T8" fmla="*/ 30 w 168"/>
                  <a:gd name="T9" fmla="*/ 59 h 709"/>
                  <a:gd name="T10" fmla="*/ 84 w 168"/>
                  <a:gd name="T11" fmla="*/ 651 h 709"/>
                  <a:gd name="T12" fmla="*/ 89 w 168"/>
                  <a:gd name="T13" fmla="*/ 684 h 709"/>
                  <a:gd name="T14" fmla="*/ 93 w 168"/>
                  <a:gd name="T15" fmla="*/ 694 h 709"/>
                  <a:gd name="T16" fmla="*/ 104 w 168"/>
                  <a:gd name="T17" fmla="*/ 704 h 709"/>
                  <a:gd name="T18" fmla="*/ 113 w 168"/>
                  <a:gd name="T19" fmla="*/ 708 h 709"/>
                  <a:gd name="T20" fmla="*/ 124 w 168"/>
                  <a:gd name="T21" fmla="*/ 700 h 709"/>
                  <a:gd name="T22" fmla="*/ 132 w 168"/>
                  <a:gd name="T23" fmla="*/ 684 h 709"/>
                  <a:gd name="T24" fmla="*/ 167 w 168"/>
                  <a:gd name="T25" fmla="*/ 380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8" h="709">
                    <a:moveTo>
                      <a:pt x="0" y="0"/>
                    </a:moveTo>
                    <a:lnTo>
                      <a:pt x="14" y="4"/>
                    </a:lnTo>
                    <a:lnTo>
                      <a:pt x="24" y="16"/>
                    </a:lnTo>
                    <a:lnTo>
                      <a:pt x="27" y="33"/>
                    </a:lnTo>
                    <a:lnTo>
                      <a:pt x="30" y="59"/>
                    </a:lnTo>
                    <a:lnTo>
                      <a:pt x="84" y="651"/>
                    </a:lnTo>
                    <a:lnTo>
                      <a:pt x="89" y="684"/>
                    </a:lnTo>
                    <a:lnTo>
                      <a:pt x="93" y="694"/>
                    </a:lnTo>
                    <a:lnTo>
                      <a:pt x="104" y="704"/>
                    </a:lnTo>
                    <a:lnTo>
                      <a:pt x="113" y="708"/>
                    </a:lnTo>
                    <a:lnTo>
                      <a:pt x="124" y="700"/>
                    </a:lnTo>
                    <a:lnTo>
                      <a:pt x="132" y="684"/>
                    </a:lnTo>
                    <a:lnTo>
                      <a:pt x="167" y="380"/>
                    </a:lnTo>
                  </a:path>
                </a:pathLst>
              </a:cu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sp>
            <p:nvSpPr>
              <p:cNvPr id="283740" name="Freeform 122"/>
              <p:cNvSpPr>
                <a:spLocks noChangeArrowheads="1"/>
              </p:cNvSpPr>
              <p:nvPr/>
            </p:nvSpPr>
            <p:spPr bwMode="auto">
              <a:xfrm>
                <a:off x="4774504" y="4616351"/>
                <a:ext cx="118666" cy="431800"/>
              </a:xfrm>
              <a:custGeom>
                <a:avLst/>
                <a:gdLst>
                  <a:gd name="T0" fmla="*/ 0 w 69"/>
                  <a:gd name="T1" fmla="*/ 362 h 363"/>
                  <a:gd name="T2" fmla="*/ 42 w 69"/>
                  <a:gd name="T3" fmla="*/ 54 h 363"/>
                  <a:gd name="T4" fmla="*/ 45 w 69"/>
                  <a:gd name="T5" fmla="*/ 38 h 363"/>
                  <a:gd name="T6" fmla="*/ 47 w 69"/>
                  <a:gd name="T7" fmla="*/ 25 h 363"/>
                  <a:gd name="T8" fmla="*/ 50 w 69"/>
                  <a:gd name="T9" fmla="*/ 15 h 363"/>
                  <a:gd name="T10" fmla="*/ 58 w 69"/>
                  <a:gd name="T11" fmla="*/ 6 h 363"/>
                  <a:gd name="T12" fmla="*/ 68 w 69"/>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69" h="363">
                    <a:moveTo>
                      <a:pt x="0" y="362"/>
                    </a:moveTo>
                    <a:lnTo>
                      <a:pt x="42" y="54"/>
                    </a:lnTo>
                    <a:lnTo>
                      <a:pt x="45" y="38"/>
                    </a:lnTo>
                    <a:lnTo>
                      <a:pt x="47" y="25"/>
                    </a:lnTo>
                    <a:lnTo>
                      <a:pt x="50" y="15"/>
                    </a:lnTo>
                    <a:lnTo>
                      <a:pt x="58" y="6"/>
                    </a:lnTo>
                    <a:lnTo>
                      <a:pt x="68" y="0"/>
                    </a:lnTo>
                  </a:path>
                </a:pathLst>
              </a:cu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sp>
            <p:nvSpPr>
              <p:cNvPr id="283741" name="Freeform 123"/>
              <p:cNvSpPr>
                <a:spLocks noChangeArrowheads="1"/>
              </p:cNvSpPr>
              <p:nvPr/>
            </p:nvSpPr>
            <p:spPr bwMode="auto">
              <a:xfrm>
                <a:off x="4898329" y="4611589"/>
                <a:ext cx="288925" cy="842963"/>
              </a:xfrm>
              <a:custGeom>
                <a:avLst/>
                <a:gdLst>
                  <a:gd name="T0" fmla="*/ 0 w 168"/>
                  <a:gd name="T1" fmla="*/ 0 h 709"/>
                  <a:gd name="T2" fmla="*/ 14 w 168"/>
                  <a:gd name="T3" fmla="*/ 4 h 709"/>
                  <a:gd name="T4" fmla="*/ 24 w 168"/>
                  <a:gd name="T5" fmla="*/ 16 h 709"/>
                  <a:gd name="T6" fmla="*/ 27 w 168"/>
                  <a:gd name="T7" fmla="*/ 33 h 709"/>
                  <a:gd name="T8" fmla="*/ 30 w 168"/>
                  <a:gd name="T9" fmla="*/ 59 h 709"/>
                  <a:gd name="T10" fmla="*/ 84 w 168"/>
                  <a:gd name="T11" fmla="*/ 651 h 709"/>
                  <a:gd name="T12" fmla="*/ 89 w 168"/>
                  <a:gd name="T13" fmla="*/ 684 h 709"/>
                  <a:gd name="T14" fmla="*/ 93 w 168"/>
                  <a:gd name="T15" fmla="*/ 694 h 709"/>
                  <a:gd name="T16" fmla="*/ 104 w 168"/>
                  <a:gd name="T17" fmla="*/ 704 h 709"/>
                  <a:gd name="T18" fmla="*/ 113 w 168"/>
                  <a:gd name="T19" fmla="*/ 708 h 709"/>
                  <a:gd name="T20" fmla="*/ 124 w 168"/>
                  <a:gd name="T21" fmla="*/ 700 h 709"/>
                  <a:gd name="T22" fmla="*/ 132 w 168"/>
                  <a:gd name="T23" fmla="*/ 684 h 709"/>
                  <a:gd name="T24" fmla="*/ 167 w 168"/>
                  <a:gd name="T25" fmla="*/ 380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8" h="709">
                    <a:moveTo>
                      <a:pt x="0" y="0"/>
                    </a:moveTo>
                    <a:lnTo>
                      <a:pt x="14" y="4"/>
                    </a:lnTo>
                    <a:lnTo>
                      <a:pt x="24" y="16"/>
                    </a:lnTo>
                    <a:lnTo>
                      <a:pt x="27" y="33"/>
                    </a:lnTo>
                    <a:lnTo>
                      <a:pt x="30" y="59"/>
                    </a:lnTo>
                    <a:lnTo>
                      <a:pt x="84" y="651"/>
                    </a:lnTo>
                    <a:lnTo>
                      <a:pt x="89" y="684"/>
                    </a:lnTo>
                    <a:lnTo>
                      <a:pt x="93" y="694"/>
                    </a:lnTo>
                    <a:lnTo>
                      <a:pt x="104" y="704"/>
                    </a:lnTo>
                    <a:lnTo>
                      <a:pt x="113" y="708"/>
                    </a:lnTo>
                    <a:lnTo>
                      <a:pt x="124" y="700"/>
                    </a:lnTo>
                    <a:lnTo>
                      <a:pt x="132" y="684"/>
                    </a:lnTo>
                    <a:lnTo>
                      <a:pt x="167" y="380"/>
                    </a:lnTo>
                  </a:path>
                </a:pathLst>
              </a:cu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grpSp>
            <p:nvGrpSpPr>
              <p:cNvPr id="283742" name="Group 124"/>
              <p:cNvGrpSpPr>
                <a:grpSpLocks/>
              </p:cNvGrpSpPr>
              <p:nvPr/>
            </p:nvGrpSpPr>
            <p:grpSpPr bwMode="auto">
              <a:xfrm>
                <a:off x="5185535" y="4614763"/>
                <a:ext cx="404151" cy="846138"/>
                <a:chOff x="2898" y="3265"/>
                <a:chExt cx="235" cy="713"/>
              </a:xfrm>
            </p:grpSpPr>
            <p:sp>
              <p:nvSpPr>
                <p:cNvPr id="283743" name="Freeform 125"/>
                <p:cNvSpPr>
                  <a:spLocks noChangeArrowheads="1"/>
                </p:cNvSpPr>
                <p:nvPr/>
              </p:nvSpPr>
              <p:spPr bwMode="auto">
                <a:xfrm>
                  <a:off x="2898" y="3615"/>
                  <a:ext cx="64" cy="363"/>
                </a:xfrm>
                <a:custGeom>
                  <a:avLst/>
                  <a:gdLst>
                    <a:gd name="T0" fmla="*/ 0 w 64"/>
                    <a:gd name="T1" fmla="*/ 0 h 363"/>
                    <a:gd name="T2" fmla="*/ 39 w 64"/>
                    <a:gd name="T3" fmla="*/ 308 h 363"/>
                    <a:gd name="T4" fmla="*/ 41 w 64"/>
                    <a:gd name="T5" fmla="*/ 324 h 363"/>
                    <a:gd name="T6" fmla="*/ 43 w 64"/>
                    <a:gd name="T7" fmla="*/ 337 h 363"/>
                    <a:gd name="T8" fmla="*/ 46 w 64"/>
                    <a:gd name="T9" fmla="*/ 347 h 363"/>
                    <a:gd name="T10" fmla="*/ 54 w 64"/>
                    <a:gd name="T11" fmla="*/ 356 h 363"/>
                    <a:gd name="T12" fmla="*/ 63 w 64"/>
                    <a:gd name="T13" fmla="*/ 362 h 363"/>
                  </a:gdLst>
                  <a:ahLst/>
                  <a:cxnLst>
                    <a:cxn ang="0">
                      <a:pos x="T0" y="T1"/>
                    </a:cxn>
                    <a:cxn ang="0">
                      <a:pos x="T2" y="T3"/>
                    </a:cxn>
                    <a:cxn ang="0">
                      <a:pos x="T4" y="T5"/>
                    </a:cxn>
                    <a:cxn ang="0">
                      <a:pos x="T6" y="T7"/>
                    </a:cxn>
                    <a:cxn ang="0">
                      <a:pos x="T8" y="T9"/>
                    </a:cxn>
                    <a:cxn ang="0">
                      <a:pos x="T10" y="T11"/>
                    </a:cxn>
                    <a:cxn ang="0">
                      <a:pos x="T12" y="T13"/>
                    </a:cxn>
                  </a:cxnLst>
                  <a:rect l="0" t="0" r="r" b="b"/>
                  <a:pathLst>
                    <a:path w="64" h="363">
                      <a:moveTo>
                        <a:pt x="0" y="0"/>
                      </a:moveTo>
                      <a:lnTo>
                        <a:pt x="39" y="308"/>
                      </a:lnTo>
                      <a:lnTo>
                        <a:pt x="41" y="324"/>
                      </a:lnTo>
                      <a:lnTo>
                        <a:pt x="43" y="337"/>
                      </a:lnTo>
                      <a:lnTo>
                        <a:pt x="46" y="347"/>
                      </a:lnTo>
                      <a:lnTo>
                        <a:pt x="54" y="356"/>
                      </a:lnTo>
                      <a:lnTo>
                        <a:pt x="63" y="362"/>
                      </a:lnTo>
                    </a:path>
                  </a:pathLst>
                </a:cu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sp>
              <p:nvSpPr>
                <p:cNvPr id="283744" name="Freeform 126"/>
                <p:cNvSpPr>
                  <a:spLocks noChangeArrowheads="1"/>
                </p:cNvSpPr>
                <p:nvPr/>
              </p:nvSpPr>
              <p:spPr bwMode="auto">
                <a:xfrm>
                  <a:off x="2963" y="3265"/>
                  <a:ext cx="170" cy="709"/>
                </a:xfrm>
                <a:custGeom>
                  <a:avLst/>
                  <a:gdLst>
                    <a:gd name="T0" fmla="*/ 0 w 170"/>
                    <a:gd name="T1" fmla="*/ 708 h 709"/>
                    <a:gd name="T2" fmla="*/ 14 w 170"/>
                    <a:gd name="T3" fmla="*/ 704 h 709"/>
                    <a:gd name="T4" fmla="*/ 24 w 170"/>
                    <a:gd name="T5" fmla="*/ 692 h 709"/>
                    <a:gd name="T6" fmla="*/ 27 w 170"/>
                    <a:gd name="T7" fmla="*/ 675 h 709"/>
                    <a:gd name="T8" fmla="*/ 31 w 170"/>
                    <a:gd name="T9" fmla="*/ 649 h 709"/>
                    <a:gd name="T10" fmla="*/ 85 w 170"/>
                    <a:gd name="T11" fmla="*/ 57 h 709"/>
                    <a:gd name="T12" fmla="*/ 90 w 170"/>
                    <a:gd name="T13" fmla="*/ 24 h 709"/>
                    <a:gd name="T14" fmla="*/ 94 w 170"/>
                    <a:gd name="T15" fmla="*/ 14 h 709"/>
                    <a:gd name="T16" fmla="*/ 105 w 170"/>
                    <a:gd name="T17" fmla="*/ 4 h 709"/>
                    <a:gd name="T18" fmla="*/ 114 w 170"/>
                    <a:gd name="T19" fmla="*/ 0 h 709"/>
                    <a:gd name="T20" fmla="*/ 126 w 170"/>
                    <a:gd name="T21" fmla="*/ 8 h 709"/>
                    <a:gd name="T22" fmla="*/ 133 w 170"/>
                    <a:gd name="T23" fmla="*/ 24 h 709"/>
                    <a:gd name="T24" fmla="*/ 169 w 170"/>
                    <a:gd name="T25" fmla="*/ 328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0" h="709">
                      <a:moveTo>
                        <a:pt x="0" y="708"/>
                      </a:moveTo>
                      <a:lnTo>
                        <a:pt x="14" y="704"/>
                      </a:lnTo>
                      <a:lnTo>
                        <a:pt x="24" y="692"/>
                      </a:lnTo>
                      <a:lnTo>
                        <a:pt x="27" y="675"/>
                      </a:lnTo>
                      <a:lnTo>
                        <a:pt x="31" y="649"/>
                      </a:lnTo>
                      <a:lnTo>
                        <a:pt x="85" y="57"/>
                      </a:lnTo>
                      <a:lnTo>
                        <a:pt x="90" y="24"/>
                      </a:lnTo>
                      <a:lnTo>
                        <a:pt x="94" y="14"/>
                      </a:lnTo>
                      <a:lnTo>
                        <a:pt x="105" y="4"/>
                      </a:lnTo>
                      <a:lnTo>
                        <a:pt x="114" y="0"/>
                      </a:lnTo>
                      <a:lnTo>
                        <a:pt x="126" y="8"/>
                      </a:lnTo>
                      <a:lnTo>
                        <a:pt x="133" y="24"/>
                      </a:lnTo>
                      <a:lnTo>
                        <a:pt x="169" y="328"/>
                      </a:lnTo>
                    </a:path>
                  </a:pathLst>
                </a:cu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grpSp>
          <p:sp>
            <p:nvSpPr>
              <p:cNvPr id="283745" name="Freeform 127"/>
              <p:cNvSpPr>
                <a:spLocks noChangeArrowheads="1"/>
              </p:cNvSpPr>
              <p:nvPr/>
            </p:nvSpPr>
            <p:spPr bwMode="auto">
              <a:xfrm>
                <a:off x="5587966" y="5014813"/>
                <a:ext cx="108346" cy="431800"/>
              </a:xfrm>
              <a:custGeom>
                <a:avLst/>
                <a:gdLst>
                  <a:gd name="T0" fmla="*/ 0 w 63"/>
                  <a:gd name="T1" fmla="*/ 0 h 363"/>
                  <a:gd name="T2" fmla="*/ 38 w 63"/>
                  <a:gd name="T3" fmla="*/ 308 h 363"/>
                  <a:gd name="T4" fmla="*/ 41 w 63"/>
                  <a:gd name="T5" fmla="*/ 324 h 363"/>
                  <a:gd name="T6" fmla="*/ 42 w 63"/>
                  <a:gd name="T7" fmla="*/ 337 h 363"/>
                  <a:gd name="T8" fmla="*/ 46 w 63"/>
                  <a:gd name="T9" fmla="*/ 347 h 363"/>
                  <a:gd name="T10" fmla="*/ 53 w 63"/>
                  <a:gd name="T11" fmla="*/ 356 h 363"/>
                  <a:gd name="T12" fmla="*/ 62 w 63"/>
                  <a:gd name="T13" fmla="*/ 362 h 363"/>
                </a:gdLst>
                <a:ahLst/>
                <a:cxnLst>
                  <a:cxn ang="0">
                    <a:pos x="T0" y="T1"/>
                  </a:cxn>
                  <a:cxn ang="0">
                    <a:pos x="T2" y="T3"/>
                  </a:cxn>
                  <a:cxn ang="0">
                    <a:pos x="T4" y="T5"/>
                  </a:cxn>
                  <a:cxn ang="0">
                    <a:pos x="T6" y="T7"/>
                  </a:cxn>
                  <a:cxn ang="0">
                    <a:pos x="T8" y="T9"/>
                  </a:cxn>
                  <a:cxn ang="0">
                    <a:pos x="T10" y="T11"/>
                  </a:cxn>
                  <a:cxn ang="0">
                    <a:pos x="T12" y="T13"/>
                  </a:cxn>
                </a:cxnLst>
                <a:rect l="0" t="0" r="r" b="b"/>
                <a:pathLst>
                  <a:path w="63" h="363">
                    <a:moveTo>
                      <a:pt x="0" y="0"/>
                    </a:moveTo>
                    <a:lnTo>
                      <a:pt x="38" y="308"/>
                    </a:lnTo>
                    <a:lnTo>
                      <a:pt x="41" y="324"/>
                    </a:lnTo>
                    <a:lnTo>
                      <a:pt x="42" y="337"/>
                    </a:lnTo>
                    <a:lnTo>
                      <a:pt x="46" y="347"/>
                    </a:lnTo>
                    <a:lnTo>
                      <a:pt x="53" y="356"/>
                    </a:lnTo>
                    <a:lnTo>
                      <a:pt x="62" y="362"/>
                    </a:lnTo>
                  </a:path>
                </a:pathLst>
              </a:cu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sp>
            <p:nvSpPr>
              <p:cNvPr id="283746" name="Freeform 128"/>
              <p:cNvSpPr>
                <a:spLocks noChangeArrowheads="1"/>
              </p:cNvSpPr>
              <p:nvPr/>
            </p:nvSpPr>
            <p:spPr bwMode="auto">
              <a:xfrm>
                <a:off x="5698034" y="4614764"/>
                <a:ext cx="290644" cy="841375"/>
              </a:xfrm>
              <a:custGeom>
                <a:avLst/>
                <a:gdLst>
                  <a:gd name="T0" fmla="*/ 0 w 169"/>
                  <a:gd name="T1" fmla="*/ 708 h 709"/>
                  <a:gd name="T2" fmla="*/ 14 w 169"/>
                  <a:gd name="T3" fmla="*/ 704 h 709"/>
                  <a:gd name="T4" fmla="*/ 24 w 169"/>
                  <a:gd name="T5" fmla="*/ 692 h 709"/>
                  <a:gd name="T6" fmla="*/ 27 w 169"/>
                  <a:gd name="T7" fmla="*/ 675 h 709"/>
                  <a:gd name="T8" fmla="*/ 31 w 169"/>
                  <a:gd name="T9" fmla="*/ 649 h 709"/>
                  <a:gd name="T10" fmla="*/ 84 w 169"/>
                  <a:gd name="T11" fmla="*/ 57 h 709"/>
                  <a:gd name="T12" fmla="*/ 89 w 169"/>
                  <a:gd name="T13" fmla="*/ 24 h 709"/>
                  <a:gd name="T14" fmla="*/ 94 w 169"/>
                  <a:gd name="T15" fmla="*/ 14 h 709"/>
                  <a:gd name="T16" fmla="*/ 104 w 169"/>
                  <a:gd name="T17" fmla="*/ 4 h 709"/>
                  <a:gd name="T18" fmla="*/ 113 w 169"/>
                  <a:gd name="T19" fmla="*/ 0 h 709"/>
                  <a:gd name="T20" fmla="*/ 125 w 169"/>
                  <a:gd name="T21" fmla="*/ 8 h 709"/>
                  <a:gd name="T22" fmla="*/ 132 w 169"/>
                  <a:gd name="T23" fmla="*/ 24 h 709"/>
                  <a:gd name="T24" fmla="*/ 168 w 169"/>
                  <a:gd name="T25" fmla="*/ 328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9" h="709">
                    <a:moveTo>
                      <a:pt x="0" y="708"/>
                    </a:moveTo>
                    <a:lnTo>
                      <a:pt x="14" y="704"/>
                    </a:lnTo>
                    <a:lnTo>
                      <a:pt x="24" y="692"/>
                    </a:lnTo>
                    <a:lnTo>
                      <a:pt x="27" y="675"/>
                    </a:lnTo>
                    <a:lnTo>
                      <a:pt x="31" y="649"/>
                    </a:lnTo>
                    <a:lnTo>
                      <a:pt x="84" y="57"/>
                    </a:lnTo>
                    <a:lnTo>
                      <a:pt x="89" y="24"/>
                    </a:lnTo>
                    <a:lnTo>
                      <a:pt x="94" y="14"/>
                    </a:lnTo>
                    <a:lnTo>
                      <a:pt x="104" y="4"/>
                    </a:lnTo>
                    <a:lnTo>
                      <a:pt x="113" y="0"/>
                    </a:lnTo>
                    <a:lnTo>
                      <a:pt x="125" y="8"/>
                    </a:lnTo>
                    <a:lnTo>
                      <a:pt x="132" y="24"/>
                    </a:lnTo>
                    <a:lnTo>
                      <a:pt x="168" y="328"/>
                    </a:lnTo>
                  </a:path>
                </a:pathLst>
              </a:cu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grpSp>
            <p:nvGrpSpPr>
              <p:cNvPr id="283747" name="Group 129"/>
              <p:cNvGrpSpPr>
                <a:grpSpLocks/>
              </p:cNvGrpSpPr>
              <p:nvPr/>
            </p:nvGrpSpPr>
            <p:grpSpPr bwMode="auto">
              <a:xfrm>
                <a:off x="5988678" y="4603652"/>
                <a:ext cx="808302" cy="846137"/>
                <a:chOff x="3365" y="3256"/>
                <a:chExt cx="470" cy="713"/>
              </a:xfrm>
            </p:grpSpPr>
            <p:grpSp>
              <p:nvGrpSpPr>
                <p:cNvPr id="283748" name="Group 130"/>
                <p:cNvGrpSpPr>
                  <a:grpSpLocks/>
                </p:cNvGrpSpPr>
                <p:nvPr/>
              </p:nvGrpSpPr>
              <p:grpSpPr bwMode="auto">
                <a:xfrm>
                  <a:off x="3365" y="3256"/>
                  <a:ext cx="233" cy="713"/>
                  <a:chOff x="3365" y="3256"/>
                  <a:chExt cx="233" cy="713"/>
                </a:xfrm>
              </p:grpSpPr>
              <p:sp>
                <p:nvSpPr>
                  <p:cNvPr id="283749" name="Freeform 131"/>
                  <p:cNvSpPr>
                    <a:spLocks noChangeArrowheads="1"/>
                  </p:cNvSpPr>
                  <p:nvPr/>
                </p:nvSpPr>
                <p:spPr bwMode="auto">
                  <a:xfrm>
                    <a:off x="3365" y="3606"/>
                    <a:ext cx="66" cy="363"/>
                  </a:xfrm>
                  <a:custGeom>
                    <a:avLst/>
                    <a:gdLst>
                      <a:gd name="T0" fmla="*/ 0 w 66"/>
                      <a:gd name="T1" fmla="*/ 0 h 363"/>
                      <a:gd name="T2" fmla="*/ 40 w 66"/>
                      <a:gd name="T3" fmla="*/ 308 h 363"/>
                      <a:gd name="T4" fmla="*/ 43 w 66"/>
                      <a:gd name="T5" fmla="*/ 324 h 363"/>
                      <a:gd name="T6" fmla="*/ 44 w 66"/>
                      <a:gd name="T7" fmla="*/ 337 h 363"/>
                      <a:gd name="T8" fmla="*/ 48 w 66"/>
                      <a:gd name="T9" fmla="*/ 347 h 363"/>
                      <a:gd name="T10" fmla="*/ 56 w 66"/>
                      <a:gd name="T11" fmla="*/ 356 h 363"/>
                      <a:gd name="T12" fmla="*/ 65 w 66"/>
                      <a:gd name="T13" fmla="*/ 362 h 363"/>
                    </a:gdLst>
                    <a:ahLst/>
                    <a:cxnLst>
                      <a:cxn ang="0">
                        <a:pos x="T0" y="T1"/>
                      </a:cxn>
                      <a:cxn ang="0">
                        <a:pos x="T2" y="T3"/>
                      </a:cxn>
                      <a:cxn ang="0">
                        <a:pos x="T4" y="T5"/>
                      </a:cxn>
                      <a:cxn ang="0">
                        <a:pos x="T6" y="T7"/>
                      </a:cxn>
                      <a:cxn ang="0">
                        <a:pos x="T8" y="T9"/>
                      </a:cxn>
                      <a:cxn ang="0">
                        <a:pos x="T10" y="T11"/>
                      </a:cxn>
                      <a:cxn ang="0">
                        <a:pos x="T12" y="T13"/>
                      </a:cxn>
                    </a:cxnLst>
                    <a:rect l="0" t="0" r="r" b="b"/>
                    <a:pathLst>
                      <a:path w="66" h="363">
                        <a:moveTo>
                          <a:pt x="0" y="0"/>
                        </a:moveTo>
                        <a:lnTo>
                          <a:pt x="40" y="308"/>
                        </a:lnTo>
                        <a:lnTo>
                          <a:pt x="43" y="324"/>
                        </a:lnTo>
                        <a:lnTo>
                          <a:pt x="44" y="337"/>
                        </a:lnTo>
                        <a:lnTo>
                          <a:pt x="48" y="347"/>
                        </a:lnTo>
                        <a:lnTo>
                          <a:pt x="56" y="356"/>
                        </a:lnTo>
                        <a:lnTo>
                          <a:pt x="65" y="362"/>
                        </a:lnTo>
                      </a:path>
                    </a:pathLst>
                  </a:cu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sp>
                <p:nvSpPr>
                  <p:cNvPr id="283750" name="Freeform 132"/>
                  <p:cNvSpPr>
                    <a:spLocks noChangeArrowheads="1"/>
                  </p:cNvSpPr>
                  <p:nvPr/>
                </p:nvSpPr>
                <p:spPr bwMode="auto">
                  <a:xfrm>
                    <a:off x="3432" y="3256"/>
                    <a:ext cx="166" cy="709"/>
                  </a:xfrm>
                  <a:custGeom>
                    <a:avLst/>
                    <a:gdLst>
                      <a:gd name="T0" fmla="*/ 0 w 166"/>
                      <a:gd name="T1" fmla="*/ 708 h 709"/>
                      <a:gd name="T2" fmla="*/ 14 w 166"/>
                      <a:gd name="T3" fmla="*/ 704 h 709"/>
                      <a:gd name="T4" fmla="*/ 24 w 166"/>
                      <a:gd name="T5" fmla="*/ 692 h 709"/>
                      <a:gd name="T6" fmla="*/ 27 w 166"/>
                      <a:gd name="T7" fmla="*/ 675 h 709"/>
                      <a:gd name="T8" fmla="*/ 30 w 166"/>
                      <a:gd name="T9" fmla="*/ 649 h 709"/>
                      <a:gd name="T10" fmla="*/ 83 w 166"/>
                      <a:gd name="T11" fmla="*/ 57 h 709"/>
                      <a:gd name="T12" fmla="*/ 88 w 166"/>
                      <a:gd name="T13" fmla="*/ 24 h 709"/>
                      <a:gd name="T14" fmla="*/ 92 w 166"/>
                      <a:gd name="T15" fmla="*/ 14 h 709"/>
                      <a:gd name="T16" fmla="*/ 102 w 166"/>
                      <a:gd name="T17" fmla="*/ 4 h 709"/>
                      <a:gd name="T18" fmla="*/ 111 w 166"/>
                      <a:gd name="T19" fmla="*/ 0 h 709"/>
                      <a:gd name="T20" fmla="*/ 123 w 166"/>
                      <a:gd name="T21" fmla="*/ 8 h 709"/>
                      <a:gd name="T22" fmla="*/ 130 w 166"/>
                      <a:gd name="T23" fmla="*/ 24 h 709"/>
                      <a:gd name="T24" fmla="*/ 165 w 166"/>
                      <a:gd name="T25" fmla="*/ 328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6" h="709">
                        <a:moveTo>
                          <a:pt x="0" y="708"/>
                        </a:moveTo>
                        <a:lnTo>
                          <a:pt x="14" y="704"/>
                        </a:lnTo>
                        <a:lnTo>
                          <a:pt x="24" y="692"/>
                        </a:lnTo>
                        <a:lnTo>
                          <a:pt x="27" y="675"/>
                        </a:lnTo>
                        <a:lnTo>
                          <a:pt x="30" y="649"/>
                        </a:lnTo>
                        <a:lnTo>
                          <a:pt x="83" y="57"/>
                        </a:lnTo>
                        <a:lnTo>
                          <a:pt x="88" y="24"/>
                        </a:lnTo>
                        <a:lnTo>
                          <a:pt x="92" y="14"/>
                        </a:lnTo>
                        <a:lnTo>
                          <a:pt x="102" y="4"/>
                        </a:lnTo>
                        <a:lnTo>
                          <a:pt x="111" y="0"/>
                        </a:lnTo>
                        <a:lnTo>
                          <a:pt x="123" y="8"/>
                        </a:lnTo>
                        <a:lnTo>
                          <a:pt x="130" y="24"/>
                        </a:lnTo>
                        <a:lnTo>
                          <a:pt x="165" y="328"/>
                        </a:lnTo>
                      </a:path>
                    </a:pathLst>
                  </a:cu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grpSp>
            <p:grpSp>
              <p:nvGrpSpPr>
                <p:cNvPr id="283751" name="Group 133"/>
                <p:cNvGrpSpPr>
                  <a:grpSpLocks/>
                </p:cNvGrpSpPr>
                <p:nvPr/>
              </p:nvGrpSpPr>
              <p:grpSpPr bwMode="auto">
                <a:xfrm>
                  <a:off x="3600" y="3256"/>
                  <a:ext cx="235" cy="713"/>
                  <a:chOff x="3600" y="3256"/>
                  <a:chExt cx="235" cy="713"/>
                </a:xfrm>
              </p:grpSpPr>
              <p:sp>
                <p:nvSpPr>
                  <p:cNvPr id="283752" name="Freeform 134"/>
                  <p:cNvSpPr>
                    <a:spLocks noChangeArrowheads="1"/>
                  </p:cNvSpPr>
                  <p:nvPr/>
                </p:nvSpPr>
                <p:spPr bwMode="auto">
                  <a:xfrm>
                    <a:off x="3600" y="3606"/>
                    <a:ext cx="68" cy="363"/>
                  </a:xfrm>
                  <a:custGeom>
                    <a:avLst/>
                    <a:gdLst>
                      <a:gd name="T0" fmla="*/ 0 w 68"/>
                      <a:gd name="T1" fmla="*/ 0 h 363"/>
                      <a:gd name="T2" fmla="*/ 41 w 68"/>
                      <a:gd name="T3" fmla="*/ 308 h 363"/>
                      <a:gd name="T4" fmla="*/ 44 w 68"/>
                      <a:gd name="T5" fmla="*/ 324 h 363"/>
                      <a:gd name="T6" fmla="*/ 46 w 68"/>
                      <a:gd name="T7" fmla="*/ 337 h 363"/>
                      <a:gd name="T8" fmla="*/ 49 w 68"/>
                      <a:gd name="T9" fmla="*/ 347 h 363"/>
                      <a:gd name="T10" fmla="*/ 57 w 68"/>
                      <a:gd name="T11" fmla="*/ 356 h 363"/>
                      <a:gd name="T12" fmla="*/ 67 w 68"/>
                      <a:gd name="T13" fmla="*/ 362 h 363"/>
                    </a:gdLst>
                    <a:ahLst/>
                    <a:cxnLst>
                      <a:cxn ang="0">
                        <a:pos x="T0" y="T1"/>
                      </a:cxn>
                      <a:cxn ang="0">
                        <a:pos x="T2" y="T3"/>
                      </a:cxn>
                      <a:cxn ang="0">
                        <a:pos x="T4" y="T5"/>
                      </a:cxn>
                      <a:cxn ang="0">
                        <a:pos x="T6" y="T7"/>
                      </a:cxn>
                      <a:cxn ang="0">
                        <a:pos x="T8" y="T9"/>
                      </a:cxn>
                      <a:cxn ang="0">
                        <a:pos x="T10" y="T11"/>
                      </a:cxn>
                      <a:cxn ang="0">
                        <a:pos x="T12" y="T13"/>
                      </a:cxn>
                    </a:cxnLst>
                    <a:rect l="0" t="0" r="r" b="b"/>
                    <a:pathLst>
                      <a:path w="68" h="363">
                        <a:moveTo>
                          <a:pt x="0" y="0"/>
                        </a:moveTo>
                        <a:lnTo>
                          <a:pt x="41" y="308"/>
                        </a:lnTo>
                        <a:lnTo>
                          <a:pt x="44" y="324"/>
                        </a:lnTo>
                        <a:lnTo>
                          <a:pt x="46" y="337"/>
                        </a:lnTo>
                        <a:lnTo>
                          <a:pt x="49" y="347"/>
                        </a:lnTo>
                        <a:lnTo>
                          <a:pt x="57" y="356"/>
                        </a:lnTo>
                        <a:lnTo>
                          <a:pt x="67" y="362"/>
                        </a:lnTo>
                      </a:path>
                    </a:pathLst>
                  </a:cu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sp>
                <p:nvSpPr>
                  <p:cNvPr id="283753" name="Freeform 135"/>
                  <p:cNvSpPr>
                    <a:spLocks noChangeArrowheads="1"/>
                  </p:cNvSpPr>
                  <p:nvPr/>
                </p:nvSpPr>
                <p:spPr bwMode="auto">
                  <a:xfrm>
                    <a:off x="3669" y="3256"/>
                    <a:ext cx="166" cy="709"/>
                  </a:xfrm>
                  <a:custGeom>
                    <a:avLst/>
                    <a:gdLst>
                      <a:gd name="T0" fmla="*/ 0 w 166"/>
                      <a:gd name="T1" fmla="*/ 708 h 709"/>
                      <a:gd name="T2" fmla="*/ 14 w 166"/>
                      <a:gd name="T3" fmla="*/ 704 h 709"/>
                      <a:gd name="T4" fmla="*/ 24 w 166"/>
                      <a:gd name="T5" fmla="*/ 692 h 709"/>
                      <a:gd name="T6" fmla="*/ 27 w 166"/>
                      <a:gd name="T7" fmla="*/ 675 h 709"/>
                      <a:gd name="T8" fmla="*/ 30 w 166"/>
                      <a:gd name="T9" fmla="*/ 649 h 709"/>
                      <a:gd name="T10" fmla="*/ 83 w 166"/>
                      <a:gd name="T11" fmla="*/ 57 h 709"/>
                      <a:gd name="T12" fmla="*/ 88 w 166"/>
                      <a:gd name="T13" fmla="*/ 24 h 709"/>
                      <a:gd name="T14" fmla="*/ 92 w 166"/>
                      <a:gd name="T15" fmla="*/ 14 h 709"/>
                      <a:gd name="T16" fmla="*/ 102 w 166"/>
                      <a:gd name="T17" fmla="*/ 4 h 709"/>
                      <a:gd name="T18" fmla="*/ 111 w 166"/>
                      <a:gd name="T19" fmla="*/ 0 h 709"/>
                      <a:gd name="T20" fmla="*/ 123 w 166"/>
                      <a:gd name="T21" fmla="*/ 8 h 709"/>
                      <a:gd name="T22" fmla="*/ 130 w 166"/>
                      <a:gd name="T23" fmla="*/ 24 h 709"/>
                      <a:gd name="T24" fmla="*/ 165 w 166"/>
                      <a:gd name="T25" fmla="*/ 328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6" h="709">
                        <a:moveTo>
                          <a:pt x="0" y="708"/>
                        </a:moveTo>
                        <a:lnTo>
                          <a:pt x="14" y="704"/>
                        </a:lnTo>
                        <a:lnTo>
                          <a:pt x="24" y="692"/>
                        </a:lnTo>
                        <a:lnTo>
                          <a:pt x="27" y="675"/>
                        </a:lnTo>
                        <a:lnTo>
                          <a:pt x="30" y="649"/>
                        </a:lnTo>
                        <a:lnTo>
                          <a:pt x="83" y="57"/>
                        </a:lnTo>
                        <a:lnTo>
                          <a:pt x="88" y="24"/>
                        </a:lnTo>
                        <a:lnTo>
                          <a:pt x="92" y="14"/>
                        </a:lnTo>
                        <a:lnTo>
                          <a:pt x="102" y="4"/>
                        </a:lnTo>
                        <a:lnTo>
                          <a:pt x="111" y="0"/>
                        </a:lnTo>
                        <a:lnTo>
                          <a:pt x="123" y="8"/>
                        </a:lnTo>
                        <a:lnTo>
                          <a:pt x="130" y="24"/>
                        </a:lnTo>
                        <a:lnTo>
                          <a:pt x="165" y="328"/>
                        </a:lnTo>
                      </a:path>
                    </a:pathLst>
                  </a:cu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grpSp>
          </p:grpSp>
          <p:grpSp>
            <p:nvGrpSpPr>
              <p:cNvPr id="283754" name="Group 136"/>
              <p:cNvGrpSpPr>
                <a:grpSpLocks/>
              </p:cNvGrpSpPr>
              <p:nvPr/>
            </p:nvGrpSpPr>
            <p:grpSpPr bwMode="auto">
              <a:xfrm>
                <a:off x="6793540" y="4592539"/>
                <a:ext cx="402431" cy="847725"/>
                <a:chOff x="3833" y="3247"/>
                <a:chExt cx="234" cy="713"/>
              </a:xfrm>
            </p:grpSpPr>
            <p:sp>
              <p:nvSpPr>
                <p:cNvPr id="283755" name="Freeform 137"/>
                <p:cNvSpPr>
                  <a:spLocks noChangeArrowheads="1"/>
                </p:cNvSpPr>
                <p:nvPr/>
              </p:nvSpPr>
              <p:spPr bwMode="auto">
                <a:xfrm>
                  <a:off x="3833" y="3597"/>
                  <a:ext cx="64" cy="363"/>
                </a:xfrm>
                <a:custGeom>
                  <a:avLst/>
                  <a:gdLst>
                    <a:gd name="T0" fmla="*/ 0 w 64"/>
                    <a:gd name="T1" fmla="*/ 0 h 363"/>
                    <a:gd name="T2" fmla="*/ 39 w 64"/>
                    <a:gd name="T3" fmla="*/ 308 h 363"/>
                    <a:gd name="T4" fmla="*/ 41 w 64"/>
                    <a:gd name="T5" fmla="*/ 324 h 363"/>
                    <a:gd name="T6" fmla="*/ 43 w 64"/>
                    <a:gd name="T7" fmla="*/ 337 h 363"/>
                    <a:gd name="T8" fmla="*/ 46 w 64"/>
                    <a:gd name="T9" fmla="*/ 347 h 363"/>
                    <a:gd name="T10" fmla="*/ 54 w 64"/>
                    <a:gd name="T11" fmla="*/ 356 h 363"/>
                    <a:gd name="T12" fmla="*/ 63 w 64"/>
                    <a:gd name="T13" fmla="*/ 362 h 363"/>
                  </a:gdLst>
                  <a:ahLst/>
                  <a:cxnLst>
                    <a:cxn ang="0">
                      <a:pos x="T0" y="T1"/>
                    </a:cxn>
                    <a:cxn ang="0">
                      <a:pos x="T2" y="T3"/>
                    </a:cxn>
                    <a:cxn ang="0">
                      <a:pos x="T4" y="T5"/>
                    </a:cxn>
                    <a:cxn ang="0">
                      <a:pos x="T6" y="T7"/>
                    </a:cxn>
                    <a:cxn ang="0">
                      <a:pos x="T8" y="T9"/>
                    </a:cxn>
                    <a:cxn ang="0">
                      <a:pos x="T10" y="T11"/>
                    </a:cxn>
                    <a:cxn ang="0">
                      <a:pos x="T12" y="T13"/>
                    </a:cxn>
                  </a:cxnLst>
                  <a:rect l="0" t="0" r="r" b="b"/>
                  <a:pathLst>
                    <a:path w="64" h="363">
                      <a:moveTo>
                        <a:pt x="0" y="0"/>
                      </a:moveTo>
                      <a:lnTo>
                        <a:pt x="39" y="308"/>
                      </a:lnTo>
                      <a:lnTo>
                        <a:pt x="41" y="324"/>
                      </a:lnTo>
                      <a:lnTo>
                        <a:pt x="43" y="337"/>
                      </a:lnTo>
                      <a:lnTo>
                        <a:pt x="46" y="347"/>
                      </a:lnTo>
                      <a:lnTo>
                        <a:pt x="54" y="356"/>
                      </a:lnTo>
                      <a:lnTo>
                        <a:pt x="63" y="362"/>
                      </a:lnTo>
                    </a:path>
                  </a:pathLst>
                </a:cu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sp>
              <p:nvSpPr>
                <p:cNvPr id="283756" name="Freeform 138"/>
                <p:cNvSpPr>
                  <a:spLocks noChangeArrowheads="1"/>
                </p:cNvSpPr>
                <p:nvPr/>
              </p:nvSpPr>
              <p:spPr bwMode="auto">
                <a:xfrm>
                  <a:off x="3898" y="3247"/>
                  <a:ext cx="169" cy="709"/>
                </a:xfrm>
                <a:custGeom>
                  <a:avLst/>
                  <a:gdLst>
                    <a:gd name="T0" fmla="*/ 0 w 169"/>
                    <a:gd name="T1" fmla="*/ 708 h 709"/>
                    <a:gd name="T2" fmla="*/ 14 w 169"/>
                    <a:gd name="T3" fmla="*/ 704 h 709"/>
                    <a:gd name="T4" fmla="*/ 24 w 169"/>
                    <a:gd name="T5" fmla="*/ 692 h 709"/>
                    <a:gd name="T6" fmla="*/ 27 w 169"/>
                    <a:gd name="T7" fmla="*/ 675 h 709"/>
                    <a:gd name="T8" fmla="*/ 31 w 169"/>
                    <a:gd name="T9" fmla="*/ 649 h 709"/>
                    <a:gd name="T10" fmla="*/ 84 w 169"/>
                    <a:gd name="T11" fmla="*/ 57 h 709"/>
                    <a:gd name="T12" fmla="*/ 89 w 169"/>
                    <a:gd name="T13" fmla="*/ 24 h 709"/>
                    <a:gd name="T14" fmla="*/ 94 w 169"/>
                    <a:gd name="T15" fmla="*/ 14 h 709"/>
                    <a:gd name="T16" fmla="*/ 104 w 169"/>
                    <a:gd name="T17" fmla="*/ 4 h 709"/>
                    <a:gd name="T18" fmla="*/ 113 w 169"/>
                    <a:gd name="T19" fmla="*/ 0 h 709"/>
                    <a:gd name="T20" fmla="*/ 125 w 169"/>
                    <a:gd name="T21" fmla="*/ 8 h 709"/>
                    <a:gd name="T22" fmla="*/ 132 w 169"/>
                    <a:gd name="T23" fmla="*/ 24 h 709"/>
                    <a:gd name="T24" fmla="*/ 168 w 169"/>
                    <a:gd name="T25" fmla="*/ 328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9" h="709">
                      <a:moveTo>
                        <a:pt x="0" y="708"/>
                      </a:moveTo>
                      <a:lnTo>
                        <a:pt x="14" y="704"/>
                      </a:lnTo>
                      <a:lnTo>
                        <a:pt x="24" y="692"/>
                      </a:lnTo>
                      <a:lnTo>
                        <a:pt x="27" y="675"/>
                      </a:lnTo>
                      <a:lnTo>
                        <a:pt x="31" y="649"/>
                      </a:lnTo>
                      <a:lnTo>
                        <a:pt x="84" y="57"/>
                      </a:lnTo>
                      <a:lnTo>
                        <a:pt x="89" y="24"/>
                      </a:lnTo>
                      <a:lnTo>
                        <a:pt x="94" y="14"/>
                      </a:lnTo>
                      <a:lnTo>
                        <a:pt x="104" y="4"/>
                      </a:lnTo>
                      <a:lnTo>
                        <a:pt x="113" y="0"/>
                      </a:lnTo>
                      <a:lnTo>
                        <a:pt x="125" y="8"/>
                      </a:lnTo>
                      <a:lnTo>
                        <a:pt x="132" y="24"/>
                      </a:lnTo>
                      <a:lnTo>
                        <a:pt x="168" y="328"/>
                      </a:lnTo>
                    </a:path>
                  </a:pathLst>
                </a:cu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grpSp>
          <p:sp>
            <p:nvSpPr>
              <p:cNvPr id="283757" name="Freeform 139"/>
              <p:cNvSpPr>
                <a:spLocks noChangeArrowheads="1"/>
              </p:cNvSpPr>
              <p:nvPr/>
            </p:nvSpPr>
            <p:spPr bwMode="auto">
              <a:xfrm>
                <a:off x="7197691" y="5008464"/>
                <a:ext cx="110067" cy="430213"/>
              </a:xfrm>
              <a:custGeom>
                <a:avLst/>
                <a:gdLst>
                  <a:gd name="T0" fmla="*/ 0 w 64"/>
                  <a:gd name="T1" fmla="*/ 0 h 271"/>
                  <a:gd name="T2" fmla="*/ 40 w 64"/>
                  <a:gd name="T3" fmla="*/ 231 h 271"/>
                  <a:gd name="T4" fmla="*/ 42 w 64"/>
                  <a:gd name="T5" fmla="*/ 243 h 271"/>
                  <a:gd name="T6" fmla="*/ 44 w 64"/>
                  <a:gd name="T7" fmla="*/ 253 h 271"/>
                  <a:gd name="T8" fmla="*/ 55 w 64"/>
                  <a:gd name="T9" fmla="*/ 267 h 271"/>
                  <a:gd name="T10" fmla="*/ 64 w 64"/>
                  <a:gd name="T11" fmla="*/ 271 h 271"/>
                </a:gdLst>
                <a:ahLst/>
                <a:cxnLst>
                  <a:cxn ang="0">
                    <a:pos x="T0" y="T1"/>
                  </a:cxn>
                  <a:cxn ang="0">
                    <a:pos x="T2" y="T3"/>
                  </a:cxn>
                  <a:cxn ang="0">
                    <a:pos x="T4" y="T5"/>
                  </a:cxn>
                  <a:cxn ang="0">
                    <a:pos x="T6" y="T7"/>
                  </a:cxn>
                  <a:cxn ang="0">
                    <a:pos x="T8" y="T9"/>
                  </a:cxn>
                  <a:cxn ang="0">
                    <a:pos x="T10" y="T11"/>
                  </a:cxn>
                </a:cxnLst>
                <a:rect l="0" t="0" r="r" b="b"/>
                <a:pathLst>
                  <a:path w="64" h="271">
                    <a:moveTo>
                      <a:pt x="0" y="0"/>
                    </a:moveTo>
                    <a:lnTo>
                      <a:pt x="40" y="231"/>
                    </a:lnTo>
                    <a:lnTo>
                      <a:pt x="42" y="243"/>
                    </a:lnTo>
                    <a:lnTo>
                      <a:pt x="44" y="253"/>
                    </a:lnTo>
                    <a:lnTo>
                      <a:pt x="55" y="267"/>
                    </a:lnTo>
                    <a:lnTo>
                      <a:pt x="64" y="271"/>
                    </a:lnTo>
                  </a:path>
                </a:pathLst>
              </a:cu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sp>
            <p:nvSpPr>
              <p:cNvPr id="283758" name="Freeform 140"/>
              <p:cNvSpPr>
                <a:spLocks noChangeArrowheads="1"/>
              </p:cNvSpPr>
              <p:nvPr/>
            </p:nvSpPr>
            <p:spPr bwMode="auto">
              <a:xfrm>
                <a:off x="7311198" y="4592539"/>
                <a:ext cx="304403" cy="841375"/>
              </a:xfrm>
              <a:custGeom>
                <a:avLst/>
                <a:gdLst>
                  <a:gd name="T0" fmla="*/ 0 w 177"/>
                  <a:gd name="T1" fmla="*/ 530 h 530"/>
                  <a:gd name="T2" fmla="*/ 14 w 177"/>
                  <a:gd name="T3" fmla="*/ 527 h 530"/>
                  <a:gd name="T4" fmla="*/ 24 w 177"/>
                  <a:gd name="T5" fmla="*/ 518 h 530"/>
                  <a:gd name="T6" fmla="*/ 27 w 177"/>
                  <a:gd name="T7" fmla="*/ 506 h 530"/>
                  <a:gd name="T8" fmla="*/ 31 w 177"/>
                  <a:gd name="T9" fmla="*/ 486 h 530"/>
                  <a:gd name="T10" fmla="*/ 84 w 177"/>
                  <a:gd name="T11" fmla="*/ 43 h 530"/>
                  <a:gd name="T12" fmla="*/ 89 w 177"/>
                  <a:gd name="T13" fmla="*/ 18 h 530"/>
                  <a:gd name="T14" fmla="*/ 94 w 177"/>
                  <a:gd name="T15" fmla="*/ 10 h 530"/>
                  <a:gd name="T16" fmla="*/ 104 w 177"/>
                  <a:gd name="T17" fmla="*/ 3 h 530"/>
                  <a:gd name="T18" fmla="*/ 113 w 177"/>
                  <a:gd name="T19" fmla="*/ 0 h 530"/>
                  <a:gd name="T20" fmla="*/ 125 w 177"/>
                  <a:gd name="T21" fmla="*/ 6 h 530"/>
                  <a:gd name="T22" fmla="*/ 132 w 177"/>
                  <a:gd name="T23" fmla="*/ 18 h 530"/>
                  <a:gd name="T24" fmla="*/ 177 w 177"/>
                  <a:gd name="T25" fmla="*/ 280 h 5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7" h="530">
                    <a:moveTo>
                      <a:pt x="0" y="530"/>
                    </a:moveTo>
                    <a:lnTo>
                      <a:pt x="14" y="527"/>
                    </a:lnTo>
                    <a:lnTo>
                      <a:pt x="24" y="518"/>
                    </a:lnTo>
                    <a:lnTo>
                      <a:pt x="27" y="506"/>
                    </a:lnTo>
                    <a:lnTo>
                      <a:pt x="31" y="486"/>
                    </a:lnTo>
                    <a:lnTo>
                      <a:pt x="84" y="43"/>
                    </a:lnTo>
                    <a:lnTo>
                      <a:pt x="89" y="18"/>
                    </a:lnTo>
                    <a:lnTo>
                      <a:pt x="94" y="10"/>
                    </a:lnTo>
                    <a:lnTo>
                      <a:pt x="104" y="3"/>
                    </a:lnTo>
                    <a:lnTo>
                      <a:pt x="113" y="0"/>
                    </a:lnTo>
                    <a:lnTo>
                      <a:pt x="125" y="6"/>
                    </a:lnTo>
                    <a:lnTo>
                      <a:pt x="132" y="18"/>
                    </a:lnTo>
                    <a:lnTo>
                      <a:pt x="177" y="280"/>
                    </a:lnTo>
                  </a:path>
                </a:pathLst>
              </a:cu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grpSp>
            <p:nvGrpSpPr>
              <p:cNvPr id="283759" name="Group 141"/>
              <p:cNvGrpSpPr>
                <a:grpSpLocks/>
              </p:cNvGrpSpPr>
              <p:nvPr/>
            </p:nvGrpSpPr>
            <p:grpSpPr bwMode="auto">
              <a:xfrm>
                <a:off x="7625919" y="4595714"/>
                <a:ext cx="818621" cy="847725"/>
                <a:chOff x="4317" y="3250"/>
                <a:chExt cx="476" cy="713"/>
              </a:xfrm>
            </p:grpSpPr>
            <p:grpSp>
              <p:nvGrpSpPr>
                <p:cNvPr id="283760" name="Group 142"/>
                <p:cNvGrpSpPr>
                  <a:grpSpLocks/>
                </p:cNvGrpSpPr>
                <p:nvPr/>
              </p:nvGrpSpPr>
              <p:grpSpPr bwMode="auto">
                <a:xfrm>
                  <a:off x="4317" y="3250"/>
                  <a:ext cx="238" cy="713"/>
                  <a:chOff x="4317" y="3250"/>
                  <a:chExt cx="238" cy="713"/>
                </a:xfrm>
              </p:grpSpPr>
              <p:sp>
                <p:nvSpPr>
                  <p:cNvPr id="283761" name="Freeform 143"/>
                  <p:cNvSpPr>
                    <a:spLocks noChangeArrowheads="1"/>
                  </p:cNvSpPr>
                  <p:nvPr/>
                </p:nvSpPr>
                <p:spPr bwMode="auto">
                  <a:xfrm>
                    <a:off x="4317" y="3250"/>
                    <a:ext cx="65" cy="363"/>
                  </a:xfrm>
                  <a:custGeom>
                    <a:avLst/>
                    <a:gdLst>
                      <a:gd name="T0" fmla="*/ 0 w 65"/>
                      <a:gd name="T1" fmla="*/ 362 h 363"/>
                      <a:gd name="T2" fmla="*/ 40 w 65"/>
                      <a:gd name="T3" fmla="*/ 54 h 363"/>
                      <a:gd name="T4" fmla="*/ 42 w 65"/>
                      <a:gd name="T5" fmla="*/ 38 h 363"/>
                      <a:gd name="T6" fmla="*/ 44 w 65"/>
                      <a:gd name="T7" fmla="*/ 25 h 363"/>
                      <a:gd name="T8" fmla="*/ 47 w 65"/>
                      <a:gd name="T9" fmla="*/ 15 h 363"/>
                      <a:gd name="T10" fmla="*/ 55 w 65"/>
                      <a:gd name="T11" fmla="*/ 6 h 363"/>
                      <a:gd name="T12" fmla="*/ 64 w 65"/>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65" h="363">
                        <a:moveTo>
                          <a:pt x="0" y="362"/>
                        </a:moveTo>
                        <a:lnTo>
                          <a:pt x="40" y="54"/>
                        </a:lnTo>
                        <a:lnTo>
                          <a:pt x="42" y="38"/>
                        </a:lnTo>
                        <a:lnTo>
                          <a:pt x="44" y="25"/>
                        </a:lnTo>
                        <a:lnTo>
                          <a:pt x="47" y="15"/>
                        </a:lnTo>
                        <a:lnTo>
                          <a:pt x="55" y="6"/>
                        </a:lnTo>
                        <a:lnTo>
                          <a:pt x="64" y="0"/>
                        </a:lnTo>
                      </a:path>
                    </a:pathLst>
                  </a:cu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sp>
                <p:nvSpPr>
                  <p:cNvPr id="283762" name="Freeform 144"/>
                  <p:cNvSpPr>
                    <a:spLocks noChangeArrowheads="1"/>
                  </p:cNvSpPr>
                  <p:nvPr/>
                </p:nvSpPr>
                <p:spPr bwMode="auto">
                  <a:xfrm>
                    <a:off x="4383" y="3254"/>
                    <a:ext cx="172" cy="709"/>
                  </a:xfrm>
                  <a:custGeom>
                    <a:avLst/>
                    <a:gdLst>
                      <a:gd name="T0" fmla="*/ 0 w 172"/>
                      <a:gd name="T1" fmla="*/ 0 h 709"/>
                      <a:gd name="T2" fmla="*/ 14 w 172"/>
                      <a:gd name="T3" fmla="*/ 4 h 709"/>
                      <a:gd name="T4" fmla="*/ 24 w 172"/>
                      <a:gd name="T5" fmla="*/ 16 h 709"/>
                      <a:gd name="T6" fmla="*/ 28 w 172"/>
                      <a:gd name="T7" fmla="*/ 33 h 709"/>
                      <a:gd name="T8" fmla="*/ 31 w 172"/>
                      <a:gd name="T9" fmla="*/ 59 h 709"/>
                      <a:gd name="T10" fmla="*/ 86 w 172"/>
                      <a:gd name="T11" fmla="*/ 651 h 709"/>
                      <a:gd name="T12" fmla="*/ 91 w 172"/>
                      <a:gd name="T13" fmla="*/ 684 h 709"/>
                      <a:gd name="T14" fmla="*/ 95 w 172"/>
                      <a:gd name="T15" fmla="*/ 694 h 709"/>
                      <a:gd name="T16" fmla="*/ 106 w 172"/>
                      <a:gd name="T17" fmla="*/ 704 h 709"/>
                      <a:gd name="T18" fmla="*/ 115 w 172"/>
                      <a:gd name="T19" fmla="*/ 708 h 709"/>
                      <a:gd name="T20" fmla="*/ 127 w 172"/>
                      <a:gd name="T21" fmla="*/ 700 h 709"/>
                      <a:gd name="T22" fmla="*/ 135 w 172"/>
                      <a:gd name="T23" fmla="*/ 684 h 709"/>
                      <a:gd name="T24" fmla="*/ 171 w 172"/>
                      <a:gd name="T25" fmla="*/ 380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2" h="709">
                        <a:moveTo>
                          <a:pt x="0" y="0"/>
                        </a:moveTo>
                        <a:lnTo>
                          <a:pt x="14" y="4"/>
                        </a:lnTo>
                        <a:lnTo>
                          <a:pt x="24" y="16"/>
                        </a:lnTo>
                        <a:lnTo>
                          <a:pt x="28" y="33"/>
                        </a:lnTo>
                        <a:lnTo>
                          <a:pt x="31" y="59"/>
                        </a:lnTo>
                        <a:lnTo>
                          <a:pt x="86" y="651"/>
                        </a:lnTo>
                        <a:lnTo>
                          <a:pt x="91" y="684"/>
                        </a:lnTo>
                        <a:lnTo>
                          <a:pt x="95" y="694"/>
                        </a:lnTo>
                        <a:lnTo>
                          <a:pt x="106" y="704"/>
                        </a:lnTo>
                        <a:lnTo>
                          <a:pt x="115" y="708"/>
                        </a:lnTo>
                        <a:lnTo>
                          <a:pt x="127" y="700"/>
                        </a:lnTo>
                        <a:lnTo>
                          <a:pt x="135" y="684"/>
                        </a:lnTo>
                        <a:lnTo>
                          <a:pt x="171" y="380"/>
                        </a:lnTo>
                      </a:path>
                    </a:pathLst>
                  </a:cu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grpSp>
            <p:grpSp>
              <p:nvGrpSpPr>
                <p:cNvPr id="283763" name="Group 145"/>
                <p:cNvGrpSpPr>
                  <a:grpSpLocks/>
                </p:cNvGrpSpPr>
                <p:nvPr/>
              </p:nvGrpSpPr>
              <p:grpSpPr bwMode="auto">
                <a:xfrm>
                  <a:off x="4557" y="3250"/>
                  <a:ext cx="236" cy="713"/>
                  <a:chOff x="4557" y="3250"/>
                  <a:chExt cx="236" cy="713"/>
                </a:xfrm>
              </p:grpSpPr>
              <p:sp>
                <p:nvSpPr>
                  <p:cNvPr id="283764" name="Freeform 146"/>
                  <p:cNvSpPr>
                    <a:spLocks noChangeArrowheads="1"/>
                  </p:cNvSpPr>
                  <p:nvPr/>
                </p:nvSpPr>
                <p:spPr bwMode="auto">
                  <a:xfrm>
                    <a:off x="4557" y="3250"/>
                    <a:ext cx="64" cy="363"/>
                  </a:xfrm>
                  <a:custGeom>
                    <a:avLst/>
                    <a:gdLst>
                      <a:gd name="T0" fmla="*/ 0 w 64"/>
                      <a:gd name="T1" fmla="*/ 362 h 363"/>
                      <a:gd name="T2" fmla="*/ 39 w 64"/>
                      <a:gd name="T3" fmla="*/ 54 h 363"/>
                      <a:gd name="T4" fmla="*/ 41 w 64"/>
                      <a:gd name="T5" fmla="*/ 38 h 363"/>
                      <a:gd name="T6" fmla="*/ 43 w 64"/>
                      <a:gd name="T7" fmla="*/ 25 h 363"/>
                      <a:gd name="T8" fmla="*/ 46 w 64"/>
                      <a:gd name="T9" fmla="*/ 15 h 363"/>
                      <a:gd name="T10" fmla="*/ 54 w 64"/>
                      <a:gd name="T11" fmla="*/ 6 h 363"/>
                      <a:gd name="T12" fmla="*/ 63 w 64"/>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64" h="363">
                        <a:moveTo>
                          <a:pt x="0" y="362"/>
                        </a:moveTo>
                        <a:lnTo>
                          <a:pt x="39" y="54"/>
                        </a:lnTo>
                        <a:lnTo>
                          <a:pt x="41" y="38"/>
                        </a:lnTo>
                        <a:lnTo>
                          <a:pt x="43" y="25"/>
                        </a:lnTo>
                        <a:lnTo>
                          <a:pt x="46" y="15"/>
                        </a:lnTo>
                        <a:lnTo>
                          <a:pt x="54" y="6"/>
                        </a:lnTo>
                        <a:lnTo>
                          <a:pt x="63" y="0"/>
                        </a:lnTo>
                      </a:path>
                    </a:pathLst>
                  </a:cu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sp>
                <p:nvSpPr>
                  <p:cNvPr id="283765" name="Freeform 147"/>
                  <p:cNvSpPr>
                    <a:spLocks noChangeArrowheads="1"/>
                  </p:cNvSpPr>
                  <p:nvPr/>
                </p:nvSpPr>
                <p:spPr bwMode="auto">
                  <a:xfrm>
                    <a:off x="4622" y="3254"/>
                    <a:ext cx="171" cy="709"/>
                  </a:xfrm>
                  <a:custGeom>
                    <a:avLst/>
                    <a:gdLst>
                      <a:gd name="T0" fmla="*/ 0 w 171"/>
                      <a:gd name="T1" fmla="*/ 0 h 709"/>
                      <a:gd name="T2" fmla="*/ 14 w 171"/>
                      <a:gd name="T3" fmla="*/ 4 h 709"/>
                      <a:gd name="T4" fmla="*/ 24 w 171"/>
                      <a:gd name="T5" fmla="*/ 16 h 709"/>
                      <a:gd name="T6" fmla="*/ 28 w 171"/>
                      <a:gd name="T7" fmla="*/ 33 h 709"/>
                      <a:gd name="T8" fmla="*/ 31 w 171"/>
                      <a:gd name="T9" fmla="*/ 59 h 709"/>
                      <a:gd name="T10" fmla="*/ 85 w 171"/>
                      <a:gd name="T11" fmla="*/ 651 h 709"/>
                      <a:gd name="T12" fmla="*/ 90 w 171"/>
                      <a:gd name="T13" fmla="*/ 684 h 709"/>
                      <a:gd name="T14" fmla="*/ 95 w 171"/>
                      <a:gd name="T15" fmla="*/ 694 h 709"/>
                      <a:gd name="T16" fmla="*/ 106 w 171"/>
                      <a:gd name="T17" fmla="*/ 704 h 709"/>
                      <a:gd name="T18" fmla="*/ 115 w 171"/>
                      <a:gd name="T19" fmla="*/ 708 h 709"/>
                      <a:gd name="T20" fmla="*/ 126 w 171"/>
                      <a:gd name="T21" fmla="*/ 700 h 709"/>
                      <a:gd name="T22" fmla="*/ 134 w 171"/>
                      <a:gd name="T23" fmla="*/ 684 h 709"/>
                      <a:gd name="T24" fmla="*/ 170 w 171"/>
                      <a:gd name="T25" fmla="*/ 380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1" h="709">
                        <a:moveTo>
                          <a:pt x="0" y="0"/>
                        </a:moveTo>
                        <a:lnTo>
                          <a:pt x="14" y="4"/>
                        </a:lnTo>
                        <a:lnTo>
                          <a:pt x="24" y="16"/>
                        </a:lnTo>
                        <a:lnTo>
                          <a:pt x="28" y="33"/>
                        </a:lnTo>
                        <a:lnTo>
                          <a:pt x="31" y="59"/>
                        </a:lnTo>
                        <a:lnTo>
                          <a:pt x="85" y="651"/>
                        </a:lnTo>
                        <a:lnTo>
                          <a:pt x="90" y="684"/>
                        </a:lnTo>
                        <a:lnTo>
                          <a:pt x="95" y="694"/>
                        </a:lnTo>
                        <a:lnTo>
                          <a:pt x="106" y="704"/>
                        </a:lnTo>
                        <a:lnTo>
                          <a:pt x="115" y="708"/>
                        </a:lnTo>
                        <a:lnTo>
                          <a:pt x="126" y="700"/>
                        </a:lnTo>
                        <a:lnTo>
                          <a:pt x="134" y="684"/>
                        </a:lnTo>
                        <a:lnTo>
                          <a:pt x="170" y="380"/>
                        </a:lnTo>
                      </a:path>
                    </a:pathLst>
                  </a:cu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grpSp>
          </p:grpSp>
          <p:sp>
            <p:nvSpPr>
              <p:cNvPr id="283766" name="Freeform 148"/>
              <p:cNvSpPr>
                <a:spLocks noChangeArrowheads="1"/>
              </p:cNvSpPr>
              <p:nvPr/>
            </p:nvSpPr>
            <p:spPr bwMode="auto">
              <a:xfrm>
                <a:off x="8435941" y="4589363"/>
                <a:ext cx="122105" cy="490538"/>
              </a:xfrm>
              <a:custGeom>
                <a:avLst/>
                <a:gdLst>
                  <a:gd name="T0" fmla="*/ 0 w 71"/>
                  <a:gd name="T1" fmla="*/ 309 h 309"/>
                  <a:gd name="T2" fmla="*/ 46 w 71"/>
                  <a:gd name="T3" fmla="*/ 40 h 309"/>
                  <a:gd name="T4" fmla="*/ 48 w 71"/>
                  <a:gd name="T5" fmla="*/ 28 h 309"/>
                  <a:gd name="T6" fmla="*/ 50 w 71"/>
                  <a:gd name="T7" fmla="*/ 19 h 309"/>
                  <a:gd name="T8" fmla="*/ 54 w 71"/>
                  <a:gd name="T9" fmla="*/ 11 h 309"/>
                  <a:gd name="T10" fmla="*/ 61 w 71"/>
                  <a:gd name="T11" fmla="*/ 4 h 309"/>
                  <a:gd name="T12" fmla="*/ 71 w 71"/>
                  <a:gd name="T13" fmla="*/ 0 h 309"/>
                </a:gdLst>
                <a:ahLst/>
                <a:cxnLst>
                  <a:cxn ang="0">
                    <a:pos x="T0" y="T1"/>
                  </a:cxn>
                  <a:cxn ang="0">
                    <a:pos x="T2" y="T3"/>
                  </a:cxn>
                  <a:cxn ang="0">
                    <a:pos x="T4" y="T5"/>
                  </a:cxn>
                  <a:cxn ang="0">
                    <a:pos x="T6" y="T7"/>
                  </a:cxn>
                  <a:cxn ang="0">
                    <a:pos x="T8" y="T9"/>
                  </a:cxn>
                  <a:cxn ang="0">
                    <a:pos x="T10" y="T11"/>
                  </a:cxn>
                  <a:cxn ang="0">
                    <a:pos x="T12" y="T13"/>
                  </a:cxn>
                </a:cxnLst>
                <a:rect l="0" t="0" r="r" b="b"/>
                <a:pathLst>
                  <a:path w="71" h="309">
                    <a:moveTo>
                      <a:pt x="0" y="309"/>
                    </a:moveTo>
                    <a:lnTo>
                      <a:pt x="46" y="40"/>
                    </a:lnTo>
                    <a:lnTo>
                      <a:pt x="48" y="28"/>
                    </a:lnTo>
                    <a:lnTo>
                      <a:pt x="50" y="19"/>
                    </a:lnTo>
                    <a:lnTo>
                      <a:pt x="54" y="11"/>
                    </a:lnTo>
                    <a:lnTo>
                      <a:pt x="61" y="4"/>
                    </a:lnTo>
                    <a:lnTo>
                      <a:pt x="71" y="0"/>
                    </a:lnTo>
                  </a:path>
                </a:pathLst>
              </a:cu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sp>
            <p:nvSpPr>
              <p:cNvPr id="283767" name="Freeform 149"/>
              <p:cNvSpPr>
                <a:spLocks noChangeArrowheads="1"/>
              </p:cNvSpPr>
              <p:nvPr/>
            </p:nvSpPr>
            <p:spPr bwMode="auto">
              <a:xfrm>
                <a:off x="8561486" y="4594127"/>
                <a:ext cx="292365" cy="841375"/>
              </a:xfrm>
              <a:custGeom>
                <a:avLst/>
                <a:gdLst>
                  <a:gd name="T0" fmla="*/ 0 w 170"/>
                  <a:gd name="T1" fmla="*/ 0 h 530"/>
                  <a:gd name="T2" fmla="*/ 14 w 170"/>
                  <a:gd name="T3" fmla="*/ 3 h 530"/>
                  <a:gd name="T4" fmla="*/ 24 w 170"/>
                  <a:gd name="T5" fmla="*/ 12 h 530"/>
                  <a:gd name="T6" fmla="*/ 27 w 170"/>
                  <a:gd name="T7" fmla="*/ 25 h 530"/>
                  <a:gd name="T8" fmla="*/ 30 w 170"/>
                  <a:gd name="T9" fmla="*/ 44 h 530"/>
                  <a:gd name="T10" fmla="*/ 84 w 170"/>
                  <a:gd name="T11" fmla="*/ 488 h 530"/>
                  <a:gd name="T12" fmla="*/ 89 w 170"/>
                  <a:gd name="T13" fmla="*/ 512 h 530"/>
                  <a:gd name="T14" fmla="*/ 93 w 170"/>
                  <a:gd name="T15" fmla="*/ 520 h 530"/>
                  <a:gd name="T16" fmla="*/ 104 w 170"/>
                  <a:gd name="T17" fmla="*/ 527 h 530"/>
                  <a:gd name="T18" fmla="*/ 113 w 170"/>
                  <a:gd name="T19" fmla="*/ 530 h 530"/>
                  <a:gd name="T20" fmla="*/ 124 w 170"/>
                  <a:gd name="T21" fmla="*/ 524 h 530"/>
                  <a:gd name="T22" fmla="*/ 132 w 170"/>
                  <a:gd name="T23" fmla="*/ 512 h 530"/>
                  <a:gd name="T24" fmla="*/ 170 w 170"/>
                  <a:gd name="T25" fmla="*/ 267 h 5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0" h="530">
                    <a:moveTo>
                      <a:pt x="0" y="0"/>
                    </a:moveTo>
                    <a:lnTo>
                      <a:pt x="14" y="3"/>
                    </a:lnTo>
                    <a:lnTo>
                      <a:pt x="24" y="12"/>
                    </a:lnTo>
                    <a:lnTo>
                      <a:pt x="27" y="25"/>
                    </a:lnTo>
                    <a:lnTo>
                      <a:pt x="30" y="44"/>
                    </a:lnTo>
                    <a:lnTo>
                      <a:pt x="84" y="488"/>
                    </a:lnTo>
                    <a:lnTo>
                      <a:pt x="89" y="512"/>
                    </a:lnTo>
                    <a:lnTo>
                      <a:pt x="93" y="520"/>
                    </a:lnTo>
                    <a:lnTo>
                      <a:pt x="104" y="527"/>
                    </a:lnTo>
                    <a:lnTo>
                      <a:pt x="113" y="530"/>
                    </a:lnTo>
                    <a:lnTo>
                      <a:pt x="124" y="524"/>
                    </a:lnTo>
                    <a:lnTo>
                      <a:pt x="132" y="512"/>
                    </a:lnTo>
                    <a:lnTo>
                      <a:pt x="170" y="267"/>
                    </a:lnTo>
                  </a:path>
                </a:pathLst>
              </a:cu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grpSp>
            <p:nvGrpSpPr>
              <p:cNvPr id="283768" name="Group 150"/>
              <p:cNvGrpSpPr>
                <a:grpSpLocks/>
              </p:cNvGrpSpPr>
              <p:nvPr/>
            </p:nvGrpSpPr>
            <p:grpSpPr bwMode="auto">
              <a:xfrm>
                <a:off x="8853851" y="4589364"/>
                <a:ext cx="409310" cy="847725"/>
                <a:chOff x="5031" y="3244"/>
                <a:chExt cx="238" cy="713"/>
              </a:xfrm>
            </p:grpSpPr>
            <p:sp>
              <p:nvSpPr>
                <p:cNvPr id="283769" name="Freeform 151"/>
                <p:cNvSpPr>
                  <a:spLocks noChangeArrowheads="1"/>
                </p:cNvSpPr>
                <p:nvPr/>
              </p:nvSpPr>
              <p:spPr bwMode="auto">
                <a:xfrm>
                  <a:off x="5031" y="3244"/>
                  <a:ext cx="69" cy="363"/>
                </a:xfrm>
                <a:custGeom>
                  <a:avLst/>
                  <a:gdLst>
                    <a:gd name="T0" fmla="*/ 0 w 69"/>
                    <a:gd name="T1" fmla="*/ 362 h 363"/>
                    <a:gd name="T2" fmla="*/ 42 w 69"/>
                    <a:gd name="T3" fmla="*/ 54 h 363"/>
                    <a:gd name="T4" fmla="*/ 45 w 69"/>
                    <a:gd name="T5" fmla="*/ 38 h 363"/>
                    <a:gd name="T6" fmla="*/ 47 w 69"/>
                    <a:gd name="T7" fmla="*/ 25 h 363"/>
                    <a:gd name="T8" fmla="*/ 50 w 69"/>
                    <a:gd name="T9" fmla="*/ 15 h 363"/>
                    <a:gd name="T10" fmla="*/ 58 w 69"/>
                    <a:gd name="T11" fmla="*/ 6 h 363"/>
                    <a:gd name="T12" fmla="*/ 68 w 69"/>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69" h="363">
                      <a:moveTo>
                        <a:pt x="0" y="362"/>
                      </a:moveTo>
                      <a:lnTo>
                        <a:pt x="42" y="54"/>
                      </a:lnTo>
                      <a:lnTo>
                        <a:pt x="45" y="38"/>
                      </a:lnTo>
                      <a:lnTo>
                        <a:pt x="47" y="25"/>
                      </a:lnTo>
                      <a:lnTo>
                        <a:pt x="50" y="15"/>
                      </a:lnTo>
                      <a:lnTo>
                        <a:pt x="58" y="6"/>
                      </a:lnTo>
                      <a:lnTo>
                        <a:pt x="68" y="0"/>
                      </a:lnTo>
                    </a:path>
                  </a:pathLst>
                </a:cu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sp>
              <p:nvSpPr>
                <p:cNvPr id="283770" name="Freeform 152"/>
                <p:cNvSpPr>
                  <a:spLocks noChangeArrowheads="1"/>
                </p:cNvSpPr>
                <p:nvPr/>
              </p:nvSpPr>
              <p:spPr bwMode="auto">
                <a:xfrm>
                  <a:off x="5101" y="3248"/>
                  <a:ext cx="168" cy="709"/>
                </a:xfrm>
                <a:custGeom>
                  <a:avLst/>
                  <a:gdLst>
                    <a:gd name="T0" fmla="*/ 0 w 168"/>
                    <a:gd name="T1" fmla="*/ 0 h 709"/>
                    <a:gd name="T2" fmla="*/ 14 w 168"/>
                    <a:gd name="T3" fmla="*/ 4 h 709"/>
                    <a:gd name="T4" fmla="*/ 24 w 168"/>
                    <a:gd name="T5" fmla="*/ 16 h 709"/>
                    <a:gd name="T6" fmla="*/ 27 w 168"/>
                    <a:gd name="T7" fmla="*/ 33 h 709"/>
                    <a:gd name="T8" fmla="*/ 30 w 168"/>
                    <a:gd name="T9" fmla="*/ 59 h 709"/>
                    <a:gd name="T10" fmla="*/ 84 w 168"/>
                    <a:gd name="T11" fmla="*/ 651 h 709"/>
                    <a:gd name="T12" fmla="*/ 89 w 168"/>
                    <a:gd name="T13" fmla="*/ 684 h 709"/>
                    <a:gd name="T14" fmla="*/ 93 w 168"/>
                    <a:gd name="T15" fmla="*/ 694 h 709"/>
                    <a:gd name="T16" fmla="*/ 104 w 168"/>
                    <a:gd name="T17" fmla="*/ 704 h 709"/>
                    <a:gd name="T18" fmla="*/ 113 w 168"/>
                    <a:gd name="T19" fmla="*/ 708 h 709"/>
                    <a:gd name="T20" fmla="*/ 124 w 168"/>
                    <a:gd name="T21" fmla="*/ 700 h 709"/>
                    <a:gd name="T22" fmla="*/ 132 w 168"/>
                    <a:gd name="T23" fmla="*/ 684 h 709"/>
                    <a:gd name="T24" fmla="*/ 167 w 168"/>
                    <a:gd name="T25" fmla="*/ 380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8" h="709">
                      <a:moveTo>
                        <a:pt x="0" y="0"/>
                      </a:moveTo>
                      <a:lnTo>
                        <a:pt x="14" y="4"/>
                      </a:lnTo>
                      <a:lnTo>
                        <a:pt x="24" y="16"/>
                      </a:lnTo>
                      <a:lnTo>
                        <a:pt x="27" y="33"/>
                      </a:lnTo>
                      <a:lnTo>
                        <a:pt x="30" y="59"/>
                      </a:lnTo>
                      <a:lnTo>
                        <a:pt x="84" y="651"/>
                      </a:lnTo>
                      <a:lnTo>
                        <a:pt x="89" y="684"/>
                      </a:lnTo>
                      <a:lnTo>
                        <a:pt x="93" y="694"/>
                      </a:lnTo>
                      <a:lnTo>
                        <a:pt x="104" y="704"/>
                      </a:lnTo>
                      <a:lnTo>
                        <a:pt x="113" y="708"/>
                      </a:lnTo>
                      <a:lnTo>
                        <a:pt x="124" y="700"/>
                      </a:lnTo>
                      <a:lnTo>
                        <a:pt x="132" y="684"/>
                      </a:lnTo>
                      <a:lnTo>
                        <a:pt x="167" y="380"/>
                      </a:lnTo>
                    </a:path>
                  </a:pathLst>
                </a:cu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grpSp>
        </p:grpSp>
        <p:sp>
          <p:nvSpPr>
            <p:cNvPr id="283771" name="Rectangle 153"/>
            <p:cNvSpPr>
              <a:spLocks noChangeArrowheads="1"/>
            </p:cNvSpPr>
            <p:nvPr/>
          </p:nvSpPr>
          <p:spPr bwMode="auto">
            <a:xfrm>
              <a:off x="200472" y="1557239"/>
              <a:ext cx="1420262" cy="45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r"/>
              <a:r>
                <a:rPr lang="zh-CN" altLang="en-US" sz="2400" b="1">
                  <a:solidFill>
                    <a:srgbClr val="000099"/>
                  </a:solidFill>
                  <a:ea typeface="黑体" panose="02010609060101010101" pitchFamily="49" charset="-122"/>
                </a:rPr>
                <a:t>基带信号</a:t>
              </a:r>
            </a:p>
          </p:txBody>
        </p:sp>
        <p:sp>
          <p:nvSpPr>
            <p:cNvPr id="283772" name="Rectangle 154"/>
            <p:cNvSpPr>
              <a:spLocks noChangeArrowheads="1"/>
            </p:cNvSpPr>
            <p:nvPr/>
          </p:nvSpPr>
          <p:spPr bwMode="auto">
            <a:xfrm>
              <a:off x="819232" y="2570064"/>
              <a:ext cx="801502" cy="45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r"/>
              <a:r>
                <a:rPr lang="zh-CN" altLang="en-US" sz="2400" b="1">
                  <a:solidFill>
                    <a:srgbClr val="000099"/>
                  </a:solidFill>
                  <a:ea typeface="黑体" panose="02010609060101010101" pitchFamily="49" charset="-122"/>
                </a:rPr>
                <a:t>调幅</a:t>
              </a:r>
            </a:p>
          </p:txBody>
        </p:sp>
        <p:sp>
          <p:nvSpPr>
            <p:cNvPr id="283773" name="Rectangle 155"/>
            <p:cNvSpPr>
              <a:spLocks noChangeArrowheads="1"/>
            </p:cNvSpPr>
            <p:nvPr/>
          </p:nvSpPr>
          <p:spPr bwMode="auto">
            <a:xfrm>
              <a:off x="819232" y="3681314"/>
              <a:ext cx="801502" cy="45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r"/>
              <a:r>
                <a:rPr lang="zh-CN" altLang="en-US" sz="2400" b="1">
                  <a:solidFill>
                    <a:srgbClr val="000099"/>
                  </a:solidFill>
                  <a:ea typeface="黑体" panose="02010609060101010101" pitchFamily="49" charset="-122"/>
                </a:rPr>
                <a:t>调频</a:t>
              </a:r>
            </a:p>
          </p:txBody>
        </p:sp>
        <p:sp>
          <p:nvSpPr>
            <p:cNvPr id="283774" name="Rectangle 156"/>
            <p:cNvSpPr>
              <a:spLocks noChangeArrowheads="1"/>
            </p:cNvSpPr>
            <p:nvPr/>
          </p:nvSpPr>
          <p:spPr bwMode="auto">
            <a:xfrm>
              <a:off x="819232" y="4864002"/>
              <a:ext cx="801502" cy="45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r"/>
              <a:r>
                <a:rPr lang="zh-CN" altLang="en-US" sz="2400" b="1">
                  <a:solidFill>
                    <a:srgbClr val="000099"/>
                  </a:solidFill>
                  <a:ea typeface="黑体" panose="02010609060101010101" pitchFamily="49" charset="-122"/>
                </a:rPr>
                <a:t>调相</a:t>
              </a:r>
            </a:p>
          </p:txBody>
        </p:sp>
        <p:grpSp>
          <p:nvGrpSpPr>
            <p:cNvPr id="283775" name="组合 3"/>
            <p:cNvGrpSpPr>
              <a:grpSpLocks/>
            </p:cNvGrpSpPr>
            <p:nvPr/>
          </p:nvGrpSpPr>
          <p:grpSpPr bwMode="auto">
            <a:xfrm>
              <a:off x="1856018" y="2290663"/>
              <a:ext cx="7401984" cy="852489"/>
              <a:chOff x="1856018" y="2290663"/>
              <a:chExt cx="7401984" cy="852489"/>
            </a:xfrm>
          </p:grpSpPr>
          <p:sp>
            <p:nvSpPr>
              <p:cNvPr id="283776" name="Freeform 14"/>
              <p:cNvSpPr>
                <a:spLocks noChangeArrowheads="1"/>
              </p:cNvSpPr>
              <p:nvPr/>
            </p:nvSpPr>
            <p:spPr bwMode="auto">
              <a:xfrm>
                <a:off x="1856018" y="2735163"/>
                <a:ext cx="816901" cy="1588"/>
              </a:xfrm>
              <a:custGeom>
                <a:avLst/>
                <a:gdLst>
                  <a:gd name="T0" fmla="*/ 0 w 475"/>
                  <a:gd name="T1" fmla="*/ 0 h 1"/>
                  <a:gd name="T2" fmla="*/ 475 w 475"/>
                  <a:gd name="T3" fmla="*/ 1 h 1"/>
                </a:gdLst>
                <a:ahLst/>
                <a:cxnLst>
                  <a:cxn ang="0">
                    <a:pos x="T0" y="T1"/>
                  </a:cxn>
                  <a:cxn ang="0">
                    <a:pos x="T2" y="T3"/>
                  </a:cxn>
                </a:cxnLst>
                <a:rect l="0" t="0" r="r" b="b"/>
                <a:pathLst>
                  <a:path w="475" h="1">
                    <a:moveTo>
                      <a:pt x="0" y="0"/>
                    </a:moveTo>
                    <a:lnTo>
                      <a:pt x="475" y="1"/>
                    </a:lnTo>
                  </a:path>
                </a:pathLst>
              </a:cu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sz="2400" b="1">
                  <a:ea typeface="黑体" panose="02010609060101010101" pitchFamily="49" charset="-122"/>
                </a:endParaRPr>
              </a:p>
            </p:txBody>
          </p:sp>
          <p:sp>
            <p:nvSpPr>
              <p:cNvPr id="283777" name="Freeform 15"/>
              <p:cNvSpPr>
                <a:spLocks noChangeArrowheads="1"/>
              </p:cNvSpPr>
              <p:nvPr/>
            </p:nvSpPr>
            <p:spPr bwMode="auto">
              <a:xfrm>
                <a:off x="3493260" y="2731989"/>
                <a:ext cx="1666478" cy="4763"/>
              </a:xfrm>
              <a:custGeom>
                <a:avLst/>
                <a:gdLst>
                  <a:gd name="T0" fmla="*/ 0 w 969"/>
                  <a:gd name="T1" fmla="*/ 3 h 3"/>
                  <a:gd name="T2" fmla="*/ 969 w 969"/>
                  <a:gd name="T3" fmla="*/ 0 h 3"/>
                </a:gdLst>
                <a:ahLst/>
                <a:cxnLst>
                  <a:cxn ang="0">
                    <a:pos x="T0" y="T1"/>
                  </a:cxn>
                  <a:cxn ang="0">
                    <a:pos x="T2" y="T3"/>
                  </a:cxn>
                </a:cxnLst>
                <a:rect l="0" t="0" r="r" b="b"/>
                <a:pathLst>
                  <a:path w="969" h="3">
                    <a:moveTo>
                      <a:pt x="0" y="3"/>
                    </a:moveTo>
                    <a:lnTo>
                      <a:pt x="969" y="0"/>
                    </a:lnTo>
                  </a:path>
                </a:pathLst>
              </a:cu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sz="2400" b="1">
                  <a:ea typeface="黑体" panose="02010609060101010101" pitchFamily="49" charset="-122"/>
                </a:endParaRPr>
              </a:p>
            </p:txBody>
          </p:sp>
          <p:sp>
            <p:nvSpPr>
              <p:cNvPr id="283778" name="Line 16"/>
              <p:cNvSpPr>
                <a:spLocks noChangeShapeType="1"/>
              </p:cNvSpPr>
              <p:nvPr/>
            </p:nvSpPr>
            <p:spPr bwMode="auto">
              <a:xfrm>
                <a:off x="7629359" y="2735163"/>
                <a:ext cx="1628643"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sz="2400" b="1">
                  <a:ea typeface="黑体" panose="02010609060101010101" pitchFamily="49" charset="-122"/>
                </a:endParaRPr>
              </a:p>
            </p:txBody>
          </p:sp>
          <p:sp>
            <p:nvSpPr>
              <p:cNvPr id="283779" name="Freeform 17"/>
              <p:cNvSpPr>
                <a:spLocks noChangeArrowheads="1"/>
              </p:cNvSpPr>
              <p:nvPr/>
            </p:nvSpPr>
            <p:spPr bwMode="auto">
              <a:xfrm>
                <a:off x="6803858" y="2297013"/>
                <a:ext cx="56754" cy="431800"/>
              </a:xfrm>
              <a:custGeom>
                <a:avLst/>
                <a:gdLst>
                  <a:gd name="T0" fmla="*/ 0 w 33"/>
                  <a:gd name="T1" fmla="*/ 362 h 363"/>
                  <a:gd name="T2" fmla="*/ 20 w 33"/>
                  <a:gd name="T3" fmla="*/ 54 h 363"/>
                  <a:gd name="T4" fmla="*/ 21 w 33"/>
                  <a:gd name="T5" fmla="*/ 38 h 363"/>
                  <a:gd name="T6" fmla="*/ 22 w 33"/>
                  <a:gd name="T7" fmla="*/ 25 h 363"/>
                  <a:gd name="T8" fmla="*/ 24 w 33"/>
                  <a:gd name="T9" fmla="*/ 15 h 363"/>
                  <a:gd name="T10" fmla="*/ 27 w 33"/>
                  <a:gd name="T11" fmla="*/ 6 h 363"/>
                  <a:gd name="T12" fmla="*/ 32 w 33"/>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33" h="363">
                    <a:moveTo>
                      <a:pt x="0" y="362"/>
                    </a:moveTo>
                    <a:lnTo>
                      <a:pt x="20" y="54"/>
                    </a:lnTo>
                    <a:lnTo>
                      <a:pt x="21" y="38"/>
                    </a:lnTo>
                    <a:lnTo>
                      <a:pt x="22" y="25"/>
                    </a:lnTo>
                    <a:lnTo>
                      <a:pt x="24" y="15"/>
                    </a:lnTo>
                    <a:lnTo>
                      <a:pt x="27" y="6"/>
                    </a:lnTo>
                    <a:lnTo>
                      <a:pt x="32" y="0"/>
                    </a:lnTo>
                  </a:path>
                </a:pathLst>
              </a:cu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sp>
            <p:nvSpPr>
              <p:cNvPr id="283780" name="Freeform 18"/>
              <p:cNvSpPr>
                <a:spLocks noChangeArrowheads="1"/>
              </p:cNvSpPr>
              <p:nvPr/>
            </p:nvSpPr>
            <p:spPr bwMode="auto">
              <a:xfrm>
                <a:off x="6860612" y="2301777"/>
                <a:ext cx="151342" cy="841375"/>
              </a:xfrm>
              <a:custGeom>
                <a:avLst/>
                <a:gdLst>
                  <a:gd name="T0" fmla="*/ 0 w 88"/>
                  <a:gd name="T1" fmla="*/ 0 h 530"/>
                  <a:gd name="T2" fmla="*/ 7 w 88"/>
                  <a:gd name="T3" fmla="*/ 3 h 530"/>
                  <a:gd name="T4" fmla="*/ 12 w 88"/>
                  <a:gd name="T5" fmla="*/ 12 h 530"/>
                  <a:gd name="T6" fmla="*/ 14 w 88"/>
                  <a:gd name="T7" fmla="*/ 25 h 530"/>
                  <a:gd name="T8" fmla="*/ 15 w 88"/>
                  <a:gd name="T9" fmla="*/ 44 h 530"/>
                  <a:gd name="T10" fmla="*/ 43 w 88"/>
                  <a:gd name="T11" fmla="*/ 488 h 530"/>
                  <a:gd name="T12" fmla="*/ 45 w 88"/>
                  <a:gd name="T13" fmla="*/ 512 h 530"/>
                  <a:gd name="T14" fmla="*/ 47 w 88"/>
                  <a:gd name="T15" fmla="*/ 520 h 530"/>
                  <a:gd name="T16" fmla="*/ 53 w 88"/>
                  <a:gd name="T17" fmla="*/ 527 h 530"/>
                  <a:gd name="T18" fmla="*/ 57 w 88"/>
                  <a:gd name="T19" fmla="*/ 530 h 530"/>
                  <a:gd name="T20" fmla="*/ 63 w 88"/>
                  <a:gd name="T21" fmla="*/ 524 h 530"/>
                  <a:gd name="T22" fmla="*/ 67 w 88"/>
                  <a:gd name="T23" fmla="*/ 512 h 530"/>
                  <a:gd name="T24" fmla="*/ 88 w 88"/>
                  <a:gd name="T25" fmla="*/ 271 h 5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8" h="530">
                    <a:moveTo>
                      <a:pt x="0" y="0"/>
                    </a:moveTo>
                    <a:lnTo>
                      <a:pt x="7" y="3"/>
                    </a:lnTo>
                    <a:lnTo>
                      <a:pt x="12" y="12"/>
                    </a:lnTo>
                    <a:lnTo>
                      <a:pt x="14" y="25"/>
                    </a:lnTo>
                    <a:lnTo>
                      <a:pt x="15" y="44"/>
                    </a:lnTo>
                    <a:lnTo>
                      <a:pt x="43" y="488"/>
                    </a:lnTo>
                    <a:lnTo>
                      <a:pt x="45" y="512"/>
                    </a:lnTo>
                    <a:lnTo>
                      <a:pt x="47" y="520"/>
                    </a:lnTo>
                    <a:lnTo>
                      <a:pt x="53" y="527"/>
                    </a:lnTo>
                    <a:lnTo>
                      <a:pt x="57" y="530"/>
                    </a:lnTo>
                    <a:lnTo>
                      <a:pt x="63" y="524"/>
                    </a:lnTo>
                    <a:lnTo>
                      <a:pt x="67" y="512"/>
                    </a:lnTo>
                    <a:lnTo>
                      <a:pt x="88" y="271"/>
                    </a:lnTo>
                  </a:path>
                </a:pathLst>
              </a:cu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sp>
            <p:nvSpPr>
              <p:cNvPr id="283781" name="Freeform 19"/>
              <p:cNvSpPr>
                <a:spLocks noChangeArrowheads="1"/>
              </p:cNvSpPr>
              <p:nvPr/>
            </p:nvSpPr>
            <p:spPr bwMode="auto">
              <a:xfrm>
                <a:off x="7008514" y="2297013"/>
                <a:ext cx="55033" cy="431800"/>
              </a:xfrm>
              <a:custGeom>
                <a:avLst/>
                <a:gdLst>
                  <a:gd name="T0" fmla="*/ 0 w 32"/>
                  <a:gd name="T1" fmla="*/ 362 h 363"/>
                  <a:gd name="T2" fmla="*/ 19 w 32"/>
                  <a:gd name="T3" fmla="*/ 54 h 363"/>
                  <a:gd name="T4" fmla="*/ 20 w 32"/>
                  <a:gd name="T5" fmla="*/ 38 h 363"/>
                  <a:gd name="T6" fmla="*/ 21 w 32"/>
                  <a:gd name="T7" fmla="*/ 25 h 363"/>
                  <a:gd name="T8" fmla="*/ 23 w 32"/>
                  <a:gd name="T9" fmla="*/ 15 h 363"/>
                  <a:gd name="T10" fmla="*/ 27 w 32"/>
                  <a:gd name="T11" fmla="*/ 6 h 363"/>
                  <a:gd name="T12" fmla="*/ 31 w 32"/>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32" h="363">
                    <a:moveTo>
                      <a:pt x="0" y="362"/>
                    </a:moveTo>
                    <a:lnTo>
                      <a:pt x="19" y="54"/>
                    </a:lnTo>
                    <a:lnTo>
                      <a:pt x="20" y="38"/>
                    </a:lnTo>
                    <a:lnTo>
                      <a:pt x="21" y="25"/>
                    </a:lnTo>
                    <a:lnTo>
                      <a:pt x="23" y="15"/>
                    </a:lnTo>
                    <a:lnTo>
                      <a:pt x="27" y="6"/>
                    </a:lnTo>
                    <a:lnTo>
                      <a:pt x="31" y="0"/>
                    </a:lnTo>
                  </a:path>
                </a:pathLst>
              </a:cu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sp>
            <p:nvSpPr>
              <p:cNvPr id="283782" name="Freeform 20"/>
              <p:cNvSpPr>
                <a:spLocks noChangeArrowheads="1"/>
              </p:cNvSpPr>
              <p:nvPr/>
            </p:nvSpPr>
            <p:spPr bwMode="auto">
              <a:xfrm>
                <a:off x="7063547" y="2301777"/>
                <a:ext cx="144463" cy="841375"/>
              </a:xfrm>
              <a:custGeom>
                <a:avLst/>
                <a:gdLst>
                  <a:gd name="T0" fmla="*/ 0 w 84"/>
                  <a:gd name="T1" fmla="*/ 0 h 530"/>
                  <a:gd name="T2" fmla="*/ 7 w 84"/>
                  <a:gd name="T3" fmla="*/ 3 h 530"/>
                  <a:gd name="T4" fmla="*/ 12 w 84"/>
                  <a:gd name="T5" fmla="*/ 12 h 530"/>
                  <a:gd name="T6" fmla="*/ 14 w 84"/>
                  <a:gd name="T7" fmla="*/ 25 h 530"/>
                  <a:gd name="T8" fmla="*/ 15 w 84"/>
                  <a:gd name="T9" fmla="*/ 44 h 530"/>
                  <a:gd name="T10" fmla="*/ 42 w 84"/>
                  <a:gd name="T11" fmla="*/ 488 h 530"/>
                  <a:gd name="T12" fmla="*/ 45 w 84"/>
                  <a:gd name="T13" fmla="*/ 512 h 530"/>
                  <a:gd name="T14" fmla="*/ 47 w 84"/>
                  <a:gd name="T15" fmla="*/ 520 h 530"/>
                  <a:gd name="T16" fmla="*/ 52 w 84"/>
                  <a:gd name="T17" fmla="*/ 527 h 530"/>
                  <a:gd name="T18" fmla="*/ 57 w 84"/>
                  <a:gd name="T19" fmla="*/ 530 h 530"/>
                  <a:gd name="T20" fmla="*/ 62 w 84"/>
                  <a:gd name="T21" fmla="*/ 524 h 530"/>
                  <a:gd name="T22" fmla="*/ 66 w 84"/>
                  <a:gd name="T23" fmla="*/ 512 h 530"/>
                  <a:gd name="T24" fmla="*/ 84 w 84"/>
                  <a:gd name="T25" fmla="*/ 271 h 5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4" h="530">
                    <a:moveTo>
                      <a:pt x="0" y="0"/>
                    </a:moveTo>
                    <a:lnTo>
                      <a:pt x="7" y="3"/>
                    </a:lnTo>
                    <a:lnTo>
                      <a:pt x="12" y="12"/>
                    </a:lnTo>
                    <a:lnTo>
                      <a:pt x="14" y="25"/>
                    </a:lnTo>
                    <a:lnTo>
                      <a:pt x="15" y="44"/>
                    </a:lnTo>
                    <a:lnTo>
                      <a:pt x="42" y="488"/>
                    </a:lnTo>
                    <a:lnTo>
                      <a:pt x="45" y="512"/>
                    </a:lnTo>
                    <a:lnTo>
                      <a:pt x="47" y="520"/>
                    </a:lnTo>
                    <a:lnTo>
                      <a:pt x="52" y="527"/>
                    </a:lnTo>
                    <a:lnTo>
                      <a:pt x="57" y="530"/>
                    </a:lnTo>
                    <a:lnTo>
                      <a:pt x="62" y="524"/>
                    </a:lnTo>
                    <a:lnTo>
                      <a:pt x="66" y="512"/>
                    </a:lnTo>
                    <a:lnTo>
                      <a:pt x="84" y="271"/>
                    </a:lnTo>
                  </a:path>
                </a:pathLst>
              </a:cu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grpSp>
            <p:nvGrpSpPr>
              <p:cNvPr id="283783" name="Group 21"/>
              <p:cNvGrpSpPr>
                <a:grpSpLocks/>
              </p:cNvGrpSpPr>
              <p:nvPr/>
            </p:nvGrpSpPr>
            <p:grpSpPr bwMode="auto">
              <a:xfrm>
                <a:off x="7209730" y="2290663"/>
                <a:ext cx="202935" cy="847725"/>
                <a:chOff x="4075" y="1309"/>
                <a:chExt cx="118" cy="713"/>
              </a:xfrm>
            </p:grpSpPr>
            <p:sp>
              <p:nvSpPr>
                <p:cNvPr id="283784" name="Freeform 22"/>
                <p:cNvSpPr>
                  <a:spLocks noChangeArrowheads="1"/>
                </p:cNvSpPr>
                <p:nvPr/>
              </p:nvSpPr>
              <p:spPr bwMode="auto">
                <a:xfrm>
                  <a:off x="4075" y="1309"/>
                  <a:ext cx="34" cy="363"/>
                </a:xfrm>
                <a:custGeom>
                  <a:avLst/>
                  <a:gdLst>
                    <a:gd name="T0" fmla="*/ 0 w 34"/>
                    <a:gd name="T1" fmla="*/ 362 h 363"/>
                    <a:gd name="T2" fmla="*/ 20 w 34"/>
                    <a:gd name="T3" fmla="*/ 54 h 363"/>
                    <a:gd name="T4" fmla="*/ 22 w 34"/>
                    <a:gd name="T5" fmla="*/ 38 h 363"/>
                    <a:gd name="T6" fmla="*/ 23 w 34"/>
                    <a:gd name="T7" fmla="*/ 25 h 363"/>
                    <a:gd name="T8" fmla="*/ 24 w 34"/>
                    <a:gd name="T9" fmla="*/ 15 h 363"/>
                    <a:gd name="T10" fmla="*/ 28 w 34"/>
                    <a:gd name="T11" fmla="*/ 6 h 363"/>
                    <a:gd name="T12" fmla="*/ 33 w 34"/>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34" h="363">
                      <a:moveTo>
                        <a:pt x="0" y="362"/>
                      </a:moveTo>
                      <a:lnTo>
                        <a:pt x="20" y="54"/>
                      </a:lnTo>
                      <a:lnTo>
                        <a:pt x="22" y="38"/>
                      </a:lnTo>
                      <a:lnTo>
                        <a:pt x="23" y="25"/>
                      </a:lnTo>
                      <a:lnTo>
                        <a:pt x="24" y="15"/>
                      </a:lnTo>
                      <a:lnTo>
                        <a:pt x="28" y="6"/>
                      </a:lnTo>
                      <a:lnTo>
                        <a:pt x="33" y="0"/>
                      </a:lnTo>
                    </a:path>
                  </a:pathLst>
                </a:cu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sp>
              <p:nvSpPr>
                <p:cNvPr id="283785" name="Freeform 23"/>
                <p:cNvSpPr>
                  <a:spLocks noChangeArrowheads="1"/>
                </p:cNvSpPr>
                <p:nvPr/>
              </p:nvSpPr>
              <p:spPr bwMode="auto">
                <a:xfrm>
                  <a:off x="4109" y="1313"/>
                  <a:ext cx="84" cy="709"/>
                </a:xfrm>
                <a:custGeom>
                  <a:avLst/>
                  <a:gdLst>
                    <a:gd name="T0" fmla="*/ 0 w 84"/>
                    <a:gd name="T1" fmla="*/ 0 h 709"/>
                    <a:gd name="T2" fmla="*/ 7 w 84"/>
                    <a:gd name="T3" fmla="*/ 4 h 709"/>
                    <a:gd name="T4" fmla="*/ 12 w 84"/>
                    <a:gd name="T5" fmla="*/ 16 h 709"/>
                    <a:gd name="T6" fmla="*/ 13 w 84"/>
                    <a:gd name="T7" fmla="*/ 33 h 709"/>
                    <a:gd name="T8" fmla="*/ 15 w 84"/>
                    <a:gd name="T9" fmla="*/ 59 h 709"/>
                    <a:gd name="T10" fmla="*/ 42 w 84"/>
                    <a:gd name="T11" fmla="*/ 651 h 709"/>
                    <a:gd name="T12" fmla="*/ 44 w 84"/>
                    <a:gd name="T13" fmla="*/ 684 h 709"/>
                    <a:gd name="T14" fmla="*/ 46 w 84"/>
                    <a:gd name="T15" fmla="*/ 694 h 709"/>
                    <a:gd name="T16" fmla="*/ 52 w 84"/>
                    <a:gd name="T17" fmla="*/ 704 h 709"/>
                    <a:gd name="T18" fmla="*/ 56 w 84"/>
                    <a:gd name="T19" fmla="*/ 708 h 709"/>
                    <a:gd name="T20" fmla="*/ 62 w 84"/>
                    <a:gd name="T21" fmla="*/ 700 h 709"/>
                    <a:gd name="T22" fmla="*/ 65 w 84"/>
                    <a:gd name="T23" fmla="*/ 684 h 709"/>
                    <a:gd name="T24" fmla="*/ 83 w 84"/>
                    <a:gd name="T25" fmla="*/ 380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4" h="709">
                      <a:moveTo>
                        <a:pt x="0" y="0"/>
                      </a:moveTo>
                      <a:lnTo>
                        <a:pt x="7" y="4"/>
                      </a:lnTo>
                      <a:lnTo>
                        <a:pt x="12" y="16"/>
                      </a:lnTo>
                      <a:lnTo>
                        <a:pt x="13" y="33"/>
                      </a:lnTo>
                      <a:lnTo>
                        <a:pt x="15" y="59"/>
                      </a:lnTo>
                      <a:lnTo>
                        <a:pt x="42" y="651"/>
                      </a:lnTo>
                      <a:lnTo>
                        <a:pt x="44" y="684"/>
                      </a:lnTo>
                      <a:lnTo>
                        <a:pt x="46" y="694"/>
                      </a:lnTo>
                      <a:lnTo>
                        <a:pt x="52" y="704"/>
                      </a:lnTo>
                      <a:lnTo>
                        <a:pt x="56" y="708"/>
                      </a:lnTo>
                      <a:lnTo>
                        <a:pt x="62" y="700"/>
                      </a:lnTo>
                      <a:lnTo>
                        <a:pt x="65" y="684"/>
                      </a:lnTo>
                      <a:lnTo>
                        <a:pt x="83" y="380"/>
                      </a:lnTo>
                    </a:path>
                  </a:pathLst>
                </a:cu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grpSp>
          <p:sp>
            <p:nvSpPr>
              <p:cNvPr id="283786" name="Freeform 24"/>
              <p:cNvSpPr>
                <a:spLocks noChangeArrowheads="1"/>
              </p:cNvSpPr>
              <p:nvPr/>
            </p:nvSpPr>
            <p:spPr bwMode="auto">
              <a:xfrm>
                <a:off x="7412665" y="2290663"/>
                <a:ext cx="60193" cy="431800"/>
              </a:xfrm>
              <a:custGeom>
                <a:avLst/>
                <a:gdLst>
                  <a:gd name="T0" fmla="*/ 0 w 35"/>
                  <a:gd name="T1" fmla="*/ 362 h 363"/>
                  <a:gd name="T2" fmla="*/ 21 w 35"/>
                  <a:gd name="T3" fmla="*/ 54 h 363"/>
                  <a:gd name="T4" fmla="*/ 22 w 35"/>
                  <a:gd name="T5" fmla="*/ 38 h 363"/>
                  <a:gd name="T6" fmla="*/ 23 w 35"/>
                  <a:gd name="T7" fmla="*/ 25 h 363"/>
                  <a:gd name="T8" fmla="*/ 25 w 35"/>
                  <a:gd name="T9" fmla="*/ 15 h 363"/>
                  <a:gd name="T10" fmla="*/ 29 w 35"/>
                  <a:gd name="T11" fmla="*/ 6 h 363"/>
                  <a:gd name="T12" fmla="*/ 34 w 35"/>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35" h="363">
                    <a:moveTo>
                      <a:pt x="0" y="362"/>
                    </a:moveTo>
                    <a:lnTo>
                      <a:pt x="21" y="54"/>
                    </a:lnTo>
                    <a:lnTo>
                      <a:pt x="22" y="38"/>
                    </a:lnTo>
                    <a:lnTo>
                      <a:pt x="23" y="25"/>
                    </a:lnTo>
                    <a:lnTo>
                      <a:pt x="25" y="15"/>
                    </a:lnTo>
                    <a:lnTo>
                      <a:pt x="29" y="6"/>
                    </a:lnTo>
                    <a:lnTo>
                      <a:pt x="34" y="0"/>
                    </a:lnTo>
                  </a:path>
                </a:pathLst>
              </a:cu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sp>
            <p:nvSpPr>
              <p:cNvPr id="283787" name="Freeform 25"/>
              <p:cNvSpPr>
                <a:spLocks noChangeArrowheads="1"/>
              </p:cNvSpPr>
              <p:nvPr/>
            </p:nvSpPr>
            <p:spPr bwMode="auto">
              <a:xfrm>
                <a:off x="7472858" y="2295427"/>
                <a:ext cx="142742" cy="841375"/>
              </a:xfrm>
              <a:custGeom>
                <a:avLst/>
                <a:gdLst>
                  <a:gd name="T0" fmla="*/ 0 w 83"/>
                  <a:gd name="T1" fmla="*/ 0 h 530"/>
                  <a:gd name="T2" fmla="*/ 7 w 83"/>
                  <a:gd name="T3" fmla="*/ 3 h 530"/>
                  <a:gd name="T4" fmla="*/ 12 w 83"/>
                  <a:gd name="T5" fmla="*/ 12 h 530"/>
                  <a:gd name="T6" fmla="*/ 13 w 83"/>
                  <a:gd name="T7" fmla="*/ 25 h 530"/>
                  <a:gd name="T8" fmla="*/ 15 w 83"/>
                  <a:gd name="T9" fmla="*/ 44 h 530"/>
                  <a:gd name="T10" fmla="*/ 42 w 83"/>
                  <a:gd name="T11" fmla="*/ 488 h 530"/>
                  <a:gd name="T12" fmla="*/ 44 w 83"/>
                  <a:gd name="T13" fmla="*/ 512 h 530"/>
                  <a:gd name="T14" fmla="*/ 46 w 83"/>
                  <a:gd name="T15" fmla="*/ 520 h 530"/>
                  <a:gd name="T16" fmla="*/ 52 w 83"/>
                  <a:gd name="T17" fmla="*/ 527 h 530"/>
                  <a:gd name="T18" fmla="*/ 56 w 83"/>
                  <a:gd name="T19" fmla="*/ 530 h 530"/>
                  <a:gd name="T20" fmla="*/ 62 w 83"/>
                  <a:gd name="T21" fmla="*/ 524 h 530"/>
                  <a:gd name="T22" fmla="*/ 65 w 83"/>
                  <a:gd name="T23" fmla="*/ 512 h 530"/>
                  <a:gd name="T24" fmla="*/ 83 w 83"/>
                  <a:gd name="T25" fmla="*/ 278 h 5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3" h="530">
                    <a:moveTo>
                      <a:pt x="0" y="0"/>
                    </a:moveTo>
                    <a:lnTo>
                      <a:pt x="7" y="3"/>
                    </a:lnTo>
                    <a:lnTo>
                      <a:pt x="12" y="12"/>
                    </a:lnTo>
                    <a:lnTo>
                      <a:pt x="13" y="25"/>
                    </a:lnTo>
                    <a:lnTo>
                      <a:pt x="15" y="44"/>
                    </a:lnTo>
                    <a:lnTo>
                      <a:pt x="42" y="488"/>
                    </a:lnTo>
                    <a:lnTo>
                      <a:pt x="44" y="512"/>
                    </a:lnTo>
                    <a:lnTo>
                      <a:pt x="46" y="520"/>
                    </a:lnTo>
                    <a:lnTo>
                      <a:pt x="52" y="527"/>
                    </a:lnTo>
                    <a:lnTo>
                      <a:pt x="56" y="530"/>
                    </a:lnTo>
                    <a:lnTo>
                      <a:pt x="62" y="524"/>
                    </a:lnTo>
                    <a:lnTo>
                      <a:pt x="65" y="512"/>
                    </a:lnTo>
                    <a:lnTo>
                      <a:pt x="83" y="278"/>
                    </a:lnTo>
                  </a:path>
                </a:pathLst>
              </a:cu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sp>
            <p:nvSpPr>
              <p:cNvPr id="283788" name="Freeform 26"/>
              <p:cNvSpPr>
                <a:spLocks noChangeArrowheads="1"/>
              </p:cNvSpPr>
              <p:nvPr/>
            </p:nvSpPr>
            <p:spPr bwMode="auto">
              <a:xfrm>
                <a:off x="5986958" y="2297013"/>
                <a:ext cx="56753" cy="431800"/>
              </a:xfrm>
              <a:custGeom>
                <a:avLst/>
                <a:gdLst>
                  <a:gd name="T0" fmla="*/ 0 w 33"/>
                  <a:gd name="T1" fmla="*/ 362 h 363"/>
                  <a:gd name="T2" fmla="*/ 20 w 33"/>
                  <a:gd name="T3" fmla="*/ 54 h 363"/>
                  <a:gd name="T4" fmla="*/ 21 w 33"/>
                  <a:gd name="T5" fmla="*/ 38 h 363"/>
                  <a:gd name="T6" fmla="*/ 22 w 33"/>
                  <a:gd name="T7" fmla="*/ 25 h 363"/>
                  <a:gd name="T8" fmla="*/ 24 w 33"/>
                  <a:gd name="T9" fmla="*/ 15 h 363"/>
                  <a:gd name="T10" fmla="*/ 27 w 33"/>
                  <a:gd name="T11" fmla="*/ 6 h 363"/>
                  <a:gd name="T12" fmla="*/ 32 w 33"/>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33" h="363">
                    <a:moveTo>
                      <a:pt x="0" y="362"/>
                    </a:moveTo>
                    <a:lnTo>
                      <a:pt x="20" y="54"/>
                    </a:lnTo>
                    <a:lnTo>
                      <a:pt x="21" y="38"/>
                    </a:lnTo>
                    <a:lnTo>
                      <a:pt x="22" y="25"/>
                    </a:lnTo>
                    <a:lnTo>
                      <a:pt x="24" y="15"/>
                    </a:lnTo>
                    <a:lnTo>
                      <a:pt x="27" y="6"/>
                    </a:lnTo>
                    <a:lnTo>
                      <a:pt x="32" y="0"/>
                    </a:lnTo>
                  </a:path>
                </a:pathLst>
              </a:cu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sp>
            <p:nvSpPr>
              <p:cNvPr id="283789" name="Freeform 27"/>
              <p:cNvSpPr>
                <a:spLocks noChangeArrowheads="1"/>
              </p:cNvSpPr>
              <p:nvPr/>
            </p:nvSpPr>
            <p:spPr bwMode="auto">
              <a:xfrm>
                <a:off x="6043711" y="2301777"/>
                <a:ext cx="147902" cy="841375"/>
              </a:xfrm>
              <a:custGeom>
                <a:avLst/>
                <a:gdLst>
                  <a:gd name="T0" fmla="*/ 0 w 86"/>
                  <a:gd name="T1" fmla="*/ 0 h 530"/>
                  <a:gd name="T2" fmla="*/ 7 w 86"/>
                  <a:gd name="T3" fmla="*/ 3 h 530"/>
                  <a:gd name="T4" fmla="*/ 12 w 86"/>
                  <a:gd name="T5" fmla="*/ 12 h 530"/>
                  <a:gd name="T6" fmla="*/ 14 w 86"/>
                  <a:gd name="T7" fmla="*/ 25 h 530"/>
                  <a:gd name="T8" fmla="*/ 15 w 86"/>
                  <a:gd name="T9" fmla="*/ 44 h 530"/>
                  <a:gd name="T10" fmla="*/ 43 w 86"/>
                  <a:gd name="T11" fmla="*/ 488 h 530"/>
                  <a:gd name="T12" fmla="*/ 45 w 86"/>
                  <a:gd name="T13" fmla="*/ 512 h 530"/>
                  <a:gd name="T14" fmla="*/ 47 w 86"/>
                  <a:gd name="T15" fmla="*/ 520 h 530"/>
                  <a:gd name="T16" fmla="*/ 53 w 86"/>
                  <a:gd name="T17" fmla="*/ 527 h 530"/>
                  <a:gd name="T18" fmla="*/ 57 w 86"/>
                  <a:gd name="T19" fmla="*/ 530 h 530"/>
                  <a:gd name="T20" fmla="*/ 63 w 86"/>
                  <a:gd name="T21" fmla="*/ 524 h 530"/>
                  <a:gd name="T22" fmla="*/ 67 w 86"/>
                  <a:gd name="T23" fmla="*/ 512 h 530"/>
                  <a:gd name="T24" fmla="*/ 86 w 86"/>
                  <a:gd name="T25" fmla="*/ 268 h 5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6" h="530">
                    <a:moveTo>
                      <a:pt x="0" y="0"/>
                    </a:moveTo>
                    <a:lnTo>
                      <a:pt x="7" y="3"/>
                    </a:lnTo>
                    <a:lnTo>
                      <a:pt x="12" y="12"/>
                    </a:lnTo>
                    <a:lnTo>
                      <a:pt x="14" y="25"/>
                    </a:lnTo>
                    <a:lnTo>
                      <a:pt x="15" y="44"/>
                    </a:lnTo>
                    <a:lnTo>
                      <a:pt x="43" y="488"/>
                    </a:lnTo>
                    <a:lnTo>
                      <a:pt x="45" y="512"/>
                    </a:lnTo>
                    <a:lnTo>
                      <a:pt x="47" y="520"/>
                    </a:lnTo>
                    <a:lnTo>
                      <a:pt x="53" y="527"/>
                    </a:lnTo>
                    <a:lnTo>
                      <a:pt x="57" y="530"/>
                    </a:lnTo>
                    <a:lnTo>
                      <a:pt x="63" y="524"/>
                    </a:lnTo>
                    <a:lnTo>
                      <a:pt x="67" y="512"/>
                    </a:lnTo>
                    <a:lnTo>
                      <a:pt x="86" y="268"/>
                    </a:lnTo>
                  </a:path>
                </a:pathLst>
              </a:cu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sp>
            <p:nvSpPr>
              <p:cNvPr id="283790" name="Freeform 28"/>
              <p:cNvSpPr>
                <a:spLocks noChangeArrowheads="1"/>
              </p:cNvSpPr>
              <p:nvPr/>
            </p:nvSpPr>
            <p:spPr bwMode="auto">
              <a:xfrm>
                <a:off x="6191613" y="2297013"/>
                <a:ext cx="55033" cy="431800"/>
              </a:xfrm>
              <a:custGeom>
                <a:avLst/>
                <a:gdLst>
                  <a:gd name="T0" fmla="*/ 0 w 32"/>
                  <a:gd name="T1" fmla="*/ 362 h 363"/>
                  <a:gd name="T2" fmla="*/ 19 w 32"/>
                  <a:gd name="T3" fmla="*/ 54 h 363"/>
                  <a:gd name="T4" fmla="*/ 20 w 32"/>
                  <a:gd name="T5" fmla="*/ 38 h 363"/>
                  <a:gd name="T6" fmla="*/ 21 w 32"/>
                  <a:gd name="T7" fmla="*/ 25 h 363"/>
                  <a:gd name="T8" fmla="*/ 23 w 32"/>
                  <a:gd name="T9" fmla="*/ 15 h 363"/>
                  <a:gd name="T10" fmla="*/ 27 w 32"/>
                  <a:gd name="T11" fmla="*/ 6 h 363"/>
                  <a:gd name="T12" fmla="*/ 31 w 32"/>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32" h="363">
                    <a:moveTo>
                      <a:pt x="0" y="362"/>
                    </a:moveTo>
                    <a:lnTo>
                      <a:pt x="19" y="54"/>
                    </a:lnTo>
                    <a:lnTo>
                      <a:pt x="20" y="38"/>
                    </a:lnTo>
                    <a:lnTo>
                      <a:pt x="21" y="25"/>
                    </a:lnTo>
                    <a:lnTo>
                      <a:pt x="23" y="15"/>
                    </a:lnTo>
                    <a:lnTo>
                      <a:pt x="27" y="6"/>
                    </a:lnTo>
                    <a:lnTo>
                      <a:pt x="31" y="0"/>
                    </a:lnTo>
                  </a:path>
                </a:pathLst>
              </a:cu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sp>
            <p:nvSpPr>
              <p:cNvPr id="283791" name="Freeform 29"/>
              <p:cNvSpPr>
                <a:spLocks noChangeArrowheads="1"/>
              </p:cNvSpPr>
              <p:nvPr/>
            </p:nvSpPr>
            <p:spPr bwMode="auto">
              <a:xfrm>
                <a:off x="6246646" y="2301777"/>
                <a:ext cx="146183" cy="841375"/>
              </a:xfrm>
              <a:custGeom>
                <a:avLst/>
                <a:gdLst>
                  <a:gd name="T0" fmla="*/ 0 w 85"/>
                  <a:gd name="T1" fmla="*/ 0 h 530"/>
                  <a:gd name="T2" fmla="*/ 7 w 85"/>
                  <a:gd name="T3" fmla="*/ 3 h 530"/>
                  <a:gd name="T4" fmla="*/ 12 w 85"/>
                  <a:gd name="T5" fmla="*/ 12 h 530"/>
                  <a:gd name="T6" fmla="*/ 14 w 85"/>
                  <a:gd name="T7" fmla="*/ 25 h 530"/>
                  <a:gd name="T8" fmla="*/ 15 w 85"/>
                  <a:gd name="T9" fmla="*/ 44 h 530"/>
                  <a:gd name="T10" fmla="*/ 42 w 85"/>
                  <a:gd name="T11" fmla="*/ 488 h 530"/>
                  <a:gd name="T12" fmla="*/ 45 w 85"/>
                  <a:gd name="T13" fmla="*/ 512 h 530"/>
                  <a:gd name="T14" fmla="*/ 47 w 85"/>
                  <a:gd name="T15" fmla="*/ 520 h 530"/>
                  <a:gd name="T16" fmla="*/ 52 w 85"/>
                  <a:gd name="T17" fmla="*/ 527 h 530"/>
                  <a:gd name="T18" fmla="*/ 57 w 85"/>
                  <a:gd name="T19" fmla="*/ 530 h 530"/>
                  <a:gd name="T20" fmla="*/ 62 w 85"/>
                  <a:gd name="T21" fmla="*/ 524 h 530"/>
                  <a:gd name="T22" fmla="*/ 66 w 85"/>
                  <a:gd name="T23" fmla="*/ 512 h 530"/>
                  <a:gd name="T24" fmla="*/ 85 w 85"/>
                  <a:gd name="T25" fmla="*/ 271 h 5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5" h="530">
                    <a:moveTo>
                      <a:pt x="0" y="0"/>
                    </a:moveTo>
                    <a:lnTo>
                      <a:pt x="7" y="3"/>
                    </a:lnTo>
                    <a:lnTo>
                      <a:pt x="12" y="12"/>
                    </a:lnTo>
                    <a:lnTo>
                      <a:pt x="14" y="25"/>
                    </a:lnTo>
                    <a:lnTo>
                      <a:pt x="15" y="44"/>
                    </a:lnTo>
                    <a:lnTo>
                      <a:pt x="42" y="488"/>
                    </a:lnTo>
                    <a:lnTo>
                      <a:pt x="45" y="512"/>
                    </a:lnTo>
                    <a:lnTo>
                      <a:pt x="47" y="520"/>
                    </a:lnTo>
                    <a:lnTo>
                      <a:pt x="52" y="527"/>
                    </a:lnTo>
                    <a:lnTo>
                      <a:pt x="57" y="530"/>
                    </a:lnTo>
                    <a:lnTo>
                      <a:pt x="62" y="524"/>
                    </a:lnTo>
                    <a:lnTo>
                      <a:pt x="66" y="512"/>
                    </a:lnTo>
                    <a:lnTo>
                      <a:pt x="85" y="271"/>
                    </a:lnTo>
                  </a:path>
                </a:pathLst>
              </a:cu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grpSp>
            <p:nvGrpSpPr>
              <p:cNvPr id="283792" name="Group 30"/>
              <p:cNvGrpSpPr>
                <a:grpSpLocks/>
              </p:cNvGrpSpPr>
              <p:nvPr/>
            </p:nvGrpSpPr>
            <p:grpSpPr bwMode="auto">
              <a:xfrm>
                <a:off x="6392829" y="2290663"/>
                <a:ext cx="407590" cy="847725"/>
                <a:chOff x="3600" y="1309"/>
                <a:chExt cx="237" cy="713"/>
              </a:xfrm>
            </p:grpSpPr>
            <p:grpSp>
              <p:nvGrpSpPr>
                <p:cNvPr id="283793" name="Group 31"/>
                <p:cNvGrpSpPr>
                  <a:grpSpLocks/>
                </p:cNvGrpSpPr>
                <p:nvPr/>
              </p:nvGrpSpPr>
              <p:grpSpPr bwMode="auto">
                <a:xfrm>
                  <a:off x="3600" y="1309"/>
                  <a:ext cx="118" cy="713"/>
                  <a:chOff x="3600" y="1309"/>
                  <a:chExt cx="118" cy="713"/>
                </a:xfrm>
              </p:grpSpPr>
              <p:sp>
                <p:nvSpPr>
                  <p:cNvPr id="283794" name="Freeform 32"/>
                  <p:cNvSpPr>
                    <a:spLocks noChangeArrowheads="1"/>
                  </p:cNvSpPr>
                  <p:nvPr/>
                </p:nvSpPr>
                <p:spPr bwMode="auto">
                  <a:xfrm>
                    <a:off x="3600" y="1309"/>
                    <a:ext cx="34" cy="363"/>
                  </a:xfrm>
                  <a:custGeom>
                    <a:avLst/>
                    <a:gdLst>
                      <a:gd name="T0" fmla="*/ 0 w 34"/>
                      <a:gd name="T1" fmla="*/ 362 h 363"/>
                      <a:gd name="T2" fmla="*/ 20 w 34"/>
                      <a:gd name="T3" fmla="*/ 54 h 363"/>
                      <a:gd name="T4" fmla="*/ 22 w 34"/>
                      <a:gd name="T5" fmla="*/ 38 h 363"/>
                      <a:gd name="T6" fmla="*/ 23 w 34"/>
                      <a:gd name="T7" fmla="*/ 25 h 363"/>
                      <a:gd name="T8" fmla="*/ 24 w 34"/>
                      <a:gd name="T9" fmla="*/ 15 h 363"/>
                      <a:gd name="T10" fmla="*/ 28 w 34"/>
                      <a:gd name="T11" fmla="*/ 6 h 363"/>
                      <a:gd name="T12" fmla="*/ 33 w 34"/>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34" h="363">
                        <a:moveTo>
                          <a:pt x="0" y="362"/>
                        </a:moveTo>
                        <a:lnTo>
                          <a:pt x="20" y="54"/>
                        </a:lnTo>
                        <a:lnTo>
                          <a:pt x="22" y="38"/>
                        </a:lnTo>
                        <a:lnTo>
                          <a:pt x="23" y="25"/>
                        </a:lnTo>
                        <a:lnTo>
                          <a:pt x="24" y="15"/>
                        </a:lnTo>
                        <a:lnTo>
                          <a:pt x="28" y="6"/>
                        </a:lnTo>
                        <a:lnTo>
                          <a:pt x="33" y="0"/>
                        </a:lnTo>
                      </a:path>
                    </a:pathLst>
                  </a:cu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sp>
                <p:nvSpPr>
                  <p:cNvPr id="283795" name="Freeform 33"/>
                  <p:cNvSpPr>
                    <a:spLocks noChangeArrowheads="1"/>
                  </p:cNvSpPr>
                  <p:nvPr/>
                </p:nvSpPr>
                <p:spPr bwMode="auto">
                  <a:xfrm>
                    <a:off x="3634" y="1313"/>
                    <a:ext cx="84" cy="709"/>
                  </a:xfrm>
                  <a:custGeom>
                    <a:avLst/>
                    <a:gdLst>
                      <a:gd name="T0" fmla="*/ 0 w 84"/>
                      <a:gd name="T1" fmla="*/ 0 h 709"/>
                      <a:gd name="T2" fmla="*/ 7 w 84"/>
                      <a:gd name="T3" fmla="*/ 4 h 709"/>
                      <a:gd name="T4" fmla="*/ 12 w 84"/>
                      <a:gd name="T5" fmla="*/ 16 h 709"/>
                      <a:gd name="T6" fmla="*/ 13 w 84"/>
                      <a:gd name="T7" fmla="*/ 33 h 709"/>
                      <a:gd name="T8" fmla="*/ 15 w 84"/>
                      <a:gd name="T9" fmla="*/ 59 h 709"/>
                      <a:gd name="T10" fmla="*/ 42 w 84"/>
                      <a:gd name="T11" fmla="*/ 651 h 709"/>
                      <a:gd name="T12" fmla="*/ 44 w 84"/>
                      <a:gd name="T13" fmla="*/ 684 h 709"/>
                      <a:gd name="T14" fmla="*/ 46 w 84"/>
                      <a:gd name="T15" fmla="*/ 694 h 709"/>
                      <a:gd name="T16" fmla="*/ 52 w 84"/>
                      <a:gd name="T17" fmla="*/ 704 h 709"/>
                      <a:gd name="T18" fmla="*/ 56 w 84"/>
                      <a:gd name="T19" fmla="*/ 708 h 709"/>
                      <a:gd name="T20" fmla="*/ 62 w 84"/>
                      <a:gd name="T21" fmla="*/ 700 h 709"/>
                      <a:gd name="T22" fmla="*/ 65 w 84"/>
                      <a:gd name="T23" fmla="*/ 684 h 709"/>
                      <a:gd name="T24" fmla="*/ 83 w 84"/>
                      <a:gd name="T25" fmla="*/ 380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4" h="709">
                        <a:moveTo>
                          <a:pt x="0" y="0"/>
                        </a:moveTo>
                        <a:lnTo>
                          <a:pt x="7" y="4"/>
                        </a:lnTo>
                        <a:lnTo>
                          <a:pt x="12" y="16"/>
                        </a:lnTo>
                        <a:lnTo>
                          <a:pt x="13" y="33"/>
                        </a:lnTo>
                        <a:lnTo>
                          <a:pt x="15" y="59"/>
                        </a:lnTo>
                        <a:lnTo>
                          <a:pt x="42" y="651"/>
                        </a:lnTo>
                        <a:lnTo>
                          <a:pt x="44" y="684"/>
                        </a:lnTo>
                        <a:lnTo>
                          <a:pt x="46" y="694"/>
                        </a:lnTo>
                        <a:lnTo>
                          <a:pt x="52" y="704"/>
                        </a:lnTo>
                        <a:lnTo>
                          <a:pt x="56" y="708"/>
                        </a:lnTo>
                        <a:lnTo>
                          <a:pt x="62" y="700"/>
                        </a:lnTo>
                        <a:lnTo>
                          <a:pt x="65" y="684"/>
                        </a:lnTo>
                        <a:lnTo>
                          <a:pt x="83" y="380"/>
                        </a:lnTo>
                      </a:path>
                    </a:pathLst>
                  </a:cu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grpSp>
            <p:grpSp>
              <p:nvGrpSpPr>
                <p:cNvPr id="283796" name="Group 34"/>
                <p:cNvGrpSpPr>
                  <a:grpSpLocks/>
                </p:cNvGrpSpPr>
                <p:nvPr/>
              </p:nvGrpSpPr>
              <p:grpSpPr bwMode="auto">
                <a:xfrm>
                  <a:off x="3718" y="1309"/>
                  <a:ext cx="119" cy="713"/>
                  <a:chOff x="3718" y="1309"/>
                  <a:chExt cx="119" cy="713"/>
                </a:xfrm>
              </p:grpSpPr>
              <p:sp>
                <p:nvSpPr>
                  <p:cNvPr id="283797" name="Freeform 35"/>
                  <p:cNvSpPr>
                    <a:spLocks noChangeArrowheads="1"/>
                  </p:cNvSpPr>
                  <p:nvPr/>
                </p:nvSpPr>
                <p:spPr bwMode="auto">
                  <a:xfrm>
                    <a:off x="3718" y="1309"/>
                    <a:ext cx="35" cy="363"/>
                  </a:xfrm>
                  <a:custGeom>
                    <a:avLst/>
                    <a:gdLst>
                      <a:gd name="T0" fmla="*/ 0 w 35"/>
                      <a:gd name="T1" fmla="*/ 362 h 363"/>
                      <a:gd name="T2" fmla="*/ 21 w 35"/>
                      <a:gd name="T3" fmla="*/ 54 h 363"/>
                      <a:gd name="T4" fmla="*/ 22 w 35"/>
                      <a:gd name="T5" fmla="*/ 38 h 363"/>
                      <a:gd name="T6" fmla="*/ 23 w 35"/>
                      <a:gd name="T7" fmla="*/ 25 h 363"/>
                      <a:gd name="T8" fmla="*/ 25 w 35"/>
                      <a:gd name="T9" fmla="*/ 15 h 363"/>
                      <a:gd name="T10" fmla="*/ 29 w 35"/>
                      <a:gd name="T11" fmla="*/ 6 h 363"/>
                      <a:gd name="T12" fmla="*/ 34 w 35"/>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35" h="363">
                        <a:moveTo>
                          <a:pt x="0" y="362"/>
                        </a:moveTo>
                        <a:lnTo>
                          <a:pt x="21" y="54"/>
                        </a:lnTo>
                        <a:lnTo>
                          <a:pt x="22" y="38"/>
                        </a:lnTo>
                        <a:lnTo>
                          <a:pt x="23" y="25"/>
                        </a:lnTo>
                        <a:lnTo>
                          <a:pt x="25" y="15"/>
                        </a:lnTo>
                        <a:lnTo>
                          <a:pt x="29" y="6"/>
                        </a:lnTo>
                        <a:lnTo>
                          <a:pt x="34" y="0"/>
                        </a:lnTo>
                      </a:path>
                    </a:pathLst>
                  </a:cu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sp>
                <p:nvSpPr>
                  <p:cNvPr id="283798" name="Freeform 36"/>
                  <p:cNvSpPr>
                    <a:spLocks noChangeArrowheads="1"/>
                  </p:cNvSpPr>
                  <p:nvPr/>
                </p:nvSpPr>
                <p:spPr bwMode="auto">
                  <a:xfrm>
                    <a:off x="3753" y="1313"/>
                    <a:ext cx="84" cy="709"/>
                  </a:xfrm>
                  <a:custGeom>
                    <a:avLst/>
                    <a:gdLst>
                      <a:gd name="T0" fmla="*/ 0 w 84"/>
                      <a:gd name="T1" fmla="*/ 0 h 709"/>
                      <a:gd name="T2" fmla="*/ 7 w 84"/>
                      <a:gd name="T3" fmla="*/ 4 h 709"/>
                      <a:gd name="T4" fmla="*/ 12 w 84"/>
                      <a:gd name="T5" fmla="*/ 16 h 709"/>
                      <a:gd name="T6" fmla="*/ 13 w 84"/>
                      <a:gd name="T7" fmla="*/ 33 h 709"/>
                      <a:gd name="T8" fmla="*/ 15 w 84"/>
                      <a:gd name="T9" fmla="*/ 59 h 709"/>
                      <a:gd name="T10" fmla="*/ 42 w 84"/>
                      <a:gd name="T11" fmla="*/ 651 h 709"/>
                      <a:gd name="T12" fmla="*/ 44 w 84"/>
                      <a:gd name="T13" fmla="*/ 684 h 709"/>
                      <a:gd name="T14" fmla="*/ 46 w 84"/>
                      <a:gd name="T15" fmla="*/ 694 h 709"/>
                      <a:gd name="T16" fmla="*/ 52 w 84"/>
                      <a:gd name="T17" fmla="*/ 704 h 709"/>
                      <a:gd name="T18" fmla="*/ 56 w 84"/>
                      <a:gd name="T19" fmla="*/ 708 h 709"/>
                      <a:gd name="T20" fmla="*/ 62 w 84"/>
                      <a:gd name="T21" fmla="*/ 700 h 709"/>
                      <a:gd name="T22" fmla="*/ 65 w 84"/>
                      <a:gd name="T23" fmla="*/ 684 h 709"/>
                      <a:gd name="T24" fmla="*/ 83 w 84"/>
                      <a:gd name="T25" fmla="*/ 380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4" h="709">
                        <a:moveTo>
                          <a:pt x="0" y="0"/>
                        </a:moveTo>
                        <a:lnTo>
                          <a:pt x="7" y="4"/>
                        </a:lnTo>
                        <a:lnTo>
                          <a:pt x="12" y="16"/>
                        </a:lnTo>
                        <a:lnTo>
                          <a:pt x="13" y="33"/>
                        </a:lnTo>
                        <a:lnTo>
                          <a:pt x="15" y="59"/>
                        </a:lnTo>
                        <a:lnTo>
                          <a:pt x="42" y="651"/>
                        </a:lnTo>
                        <a:lnTo>
                          <a:pt x="44" y="684"/>
                        </a:lnTo>
                        <a:lnTo>
                          <a:pt x="46" y="694"/>
                        </a:lnTo>
                        <a:lnTo>
                          <a:pt x="52" y="704"/>
                        </a:lnTo>
                        <a:lnTo>
                          <a:pt x="56" y="708"/>
                        </a:lnTo>
                        <a:lnTo>
                          <a:pt x="62" y="700"/>
                        </a:lnTo>
                        <a:lnTo>
                          <a:pt x="65" y="684"/>
                        </a:lnTo>
                        <a:lnTo>
                          <a:pt x="83" y="380"/>
                        </a:lnTo>
                      </a:path>
                    </a:pathLst>
                  </a:cu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grpSp>
          </p:grpSp>
          <p:sp>
            <p:nvSpPr>
              <p:cNvPr id="283799" name="Freeform 37"/>
              <p:cNvSpPr>
                <a:spLocks noChangeArrowheads="1"/>
              </p:cNvSpPr>
              <p:nvPr/>
            </p:nvSpPr>
            <p:spPr bwMode="auto">
              <a:xfrm>
                <a:off x="5154579" y="2297013"/>
                <a:ext cx="56753" cy="431800"/>
              </a:xfrm>
              <a:custGeom>
                <a:avLst/>
                <a:gdLst>
                  <a:gd name="T0" fmla="*/ 0 w 33"/>
                  <a:gd name="T1" fmla="*/ 362 h 363"/>
                  <a:gd name="T2" fmla="*/ 20 w 33"/>
                  <a:gd name="T3" fmla="*/ 54 h 363"/>
                  <a:gd name="T4" fmla="*/ 21 w 33"/>
                  <a:gd name="T5" fmla="*/ 38 h 363"/>
                  <a:gd name="T6" fmla="*/ 22 w 33"/>
                  <a:gd name="T7" fmla="*/ 25 h 363"/>
                  <a:gd name="T8" fmla="*/ 24 w 33"/>
                  <a:gd name="T9" fmla="*/ 15 h 363"/>
                  <a:gd name="T10" fmla="*/ 27 w 33"/>
                  <a:gd name="T11" fmla="*/ 6 h 363"/>
                  <a:gd name="T12" fmla="*/ 32 w 33"/>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33" h="363">
                    <a:moveTo>
                      <a:pt x="0" y="362"/>
                    </a:moveTo>
                    <a:lnTo>
                      <a:pt x="20" y="54"/>
                    </a:lnTo>
                    <a:lnTo>
                      <a:pt x="21" y="38"/>
                    </a:lnTo>
                    <a:lnTo>
                      <a:pt x="22" y="25"/>
                    </a:lnTo>
                    <a:lnTo>
                      <a:pt x="24" y="15"/>
                    </a:lnTo>
                    <a:lnTo>
                      <a:pt x="27" y="6"/>
                    </a:lnTo>
                    <a:lnTo>
                      <a:pt x="32" y="0"/>
                    </a:lnTo>
                  </a:path>
                </a:pathLst>
              </a:cu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sp>
            <p:nvSpPr>
              <p:cNvPr id="283800" name="Freeform 38"/>
              <p:cNvSpPr>
                <a:spLocks noChangeArrowheads="1"/>
              </p:cNvSpPr>
              <p:nvPr/>
            </p:nvSpPr>
            <p:spPr bwMode="auto">
              <a:xfrm>
                <a:off x="5211332" y="2301777"/>
                <a:ext cx="149622" cy="841375"/>
              </a:xfrm>
              <a:custGeom>
                <a:avLst/>
                <a:gdLst>
                  <a:gd name="T0" fmla="*/ 0 w 87"/>
                  <a:gd name="T1" fmla="*/ 0 h 530"/>
                  <a:gd name="T2" fmla="*/ 7 w 87"/>
                  <a:gd name="T3" fmla="*/ 3 h 530"/>
                  <a:gd name="T4" fmla="*/ 12 w 87"/>
                  <a:gd name="T5" fmla="*/ 12 h 530"/>
                  <a:gd name="T6" fmla="*/ 14 w 87"/>
                  <a:gd name="T7" fmla="*/ 25 h 530"/>
                  <a:gd name="T8" fmla="*/ 15 w 87"/>
                  <a:gd name="T9" fmla="*/ 44 h 530"/>
                  <a:gd name="T10" fmla="*/ 43 w 87"/>
                  <a:gd name="T11" fmla="*/ 488 h 530"/>
                  <a:gd name="T12" fmla="*/ 45 w 87"/>
                  <a:gd name="T13" fmla="*/ 512 h 530"/>
                  <a:gd name="T14" fmla="*/ 47 w 87"/>
                  <a:gd name="T15" fmla="*/ 520 h 530"/>
                  <a:gd name="T16" fmla="*/ 53 w 87"/>
                  <a:gd name="T17" fmla="*/ 527 h 530"/>
                  <a:gd name="T18" fmla="*/ 57 w 87"/>
                  <a:gd name="T19" fmla="*/ 530 h 530"/>
                  <a:gd name="T20" fmla="*/ 63 w 87"/>
                  <a:gd name="T21" fmla="*/ 524 h 530"/>
                  <a:gd name="T22" fmla="*/ 67 w 87"/>
                  <a:gd name="T23" fmla="*/ 512 h 530"/>
                  <a:gd name="T24" fmla="*/ 87 w 87"/>
                  <a:gd name="T25" fmla="*/ 265 h 5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7" h="530">
                    <a:moveTo>
                      <a:pt x="0" y="0"/>
                    </a:moveTo>
                    <a:lnTo>
                      <a:pt x="7" y="3"/>
                    </a:lnTo>
                    <a:lnTo>
                      <a:pt x="12" y="12"/>
                    </a:lnTo>
                    <a:lnTo>
                      <a:pt x="14" y="25"/>
                    </a:lnTo>
                    <a:lnTo>
                      <a:pt x="15" y="44"/>
                    </a:lnTo>
                    <a:lnTo>
                      <a:pt x="43" y="488"/>
                    </a:lnTo>
                    <a:lnTo>
                      <a:pt x="45" y="512"/>
                    </a:lnTo>
                    <a:lnTo>
                      <a:pt x="47" y="520"/>
                    </a:lnTo>
                    <a:lnTo>
                      <a:pt x="53" y="527"/>
                    </a:lnTo>
                    <a:lnTo>
                      <a:pt x="57" y="530"/>
                    </a:lnTo>
                    <a:lnTo>
                      <a:pt x="63" y="524"/>
                    </a:lnTo>
                    <a:lnTo>
                      <a:pt x="67" y="512"/>
                    </a:lnTo>
                    <a:lnTo>
                      <a:pt x="87" y="265"/>
                    </a:lnTo>
                  </a:path>
                </a:pathLst>
              </a:cu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sp>
            <p:nvSpPr>
              <p:cNvPr id="283801" name="Freeform 39"/>
              <p:cNvSpPr>
                <a:spLocks noChangeArrowheads="1"/>
              </p:cNvSpPr>
              <p:nvPr/>
            </p:nvSpPr>
            <p:spPr bwMode="auto">
              <a:xfrm>
                <a:off x="5359234" y="2297013"/>
                <a:ext cx="55033" cy="431800"/>
              </a:xfrm>
              <a:custGeom>
                <a:avLst/>
                <a:gdLst>
                  <a:gd name="T0" fmla="*/ 0 w 32"/>
                  <a:gd name="T1" fmla="*/ 362 h 363"/>
                  <a:gd name="T2" fmla="*/ 19 w 32"/>
                  <a:gd name="T3" fmla="*/ 54 h 363"/>
                  <a:gd name="T4" fmla="*/ 20 w 32"/>
                  <a:gd name="T5" fmla="*/ 38 h 363"/>
                  <a:gd name="T6" fmla="*/ 21 w 32"/>
                  <a:gd name="T7" fmla="*/ 25 h 363"/>
                  <a:gd name="T8" fmla="*/ 23 w 32"/>
                  <a:gd name="T9" fmla="*/ 15 h 363"/>
                  <a:gd name="T10" fmla="*/ 27 w 32"/>
                  <a:gd name="T11" fmla="*/ 6 h 363"/>
                  <a:gd name="T12" fmla="*/ 31 w 32"/>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32" h="363">
                    <a:moveTo>
                      <a:pt x="0" y="362"/>
                    </a:moveTo>
                    <a:lnTo>
                      <a:pt x="19" y="54"/>
                    </a:lnTo>
                    <a:lnTo>
                      <a:pt x="20" y="38"/>
                    </a:lnTo>
                    <a:lnTo>
                      <a:pt x="21" y="25"/>
                    </a:lnTo>
                    <a:lnTo>
                      <a:pt x="23" y="15"/>
                    </a:lnTo>
                    <a:lnTo>
                      <a:pt x="27" y="6"/>
                    </a:lnTo>
                    <a:lnTo>
                      <a:pt x="31" y="0"/>
                    </a:lnTo>
                  </a:path>
                </a:pathLst>
              </a:cu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sp>
            <p:nvSpPr>
              <p:cNvPr id="283802" name="Freeform 40"/>
              <p:cNvSpPr>
                <a:spLocks noChangeArrowheads="1"/>
              </p:cNvSpPr>
              <p:nvPr/>
            </p:nvSpPr>
            <p:spPr bwMode="auto">
              <a:xfrm>
                <a:off x="5414267" y="2301777"/>
                <a:ext cx="147902" cy="841375"/>
              </a:xfrm>
              <a:custGeom>
                <a:avLst/>
                <a:gdLst>
                  <a:gd name="T0" fmla="*/ 0 w 86"/>
                  <a:gd name="T1" fmla="*/ 0 h 530"/>
                  <a:gd name="T2" fmla="*/ 7 w 86"/>
                  <a:gd name="T3" fmla="*/ 3 h 530"/>
                  <a:gd name="T4" fmla="*/ 12 w 86"/>
                  <a:gd name="T5" fmla="*/ 12 h 530"/>
                  <a:gd name="T6" fmla="*/ 14 w 86"/>
                  <a:gd name="T7" fmla="*/ 25 h 530"/>
                  <a:gd name="T8" fmla="*/ 15 w 86"/>
                  <a:gd name="T9" fmla="*/ 44 h 530"/>
                  <a:gd name="T10" fmla="*/ 43 w 86"/>
                  <a:gd name="T11" fmla="*/ 488 h 530"/>
                  <a:gd name="T12" fmla="*/ 45 w 86"/>
                  <a:gd name="T13" fmla="*/ 512 h 530"/>
                  <a:gd name="T14" fmla="*/ 47 w 86"/>
                  <a:gd name="T15" fmla="*/ 520 h 530"/>
                  <a:gd name="T16" fmla="*/ 53 w 86"/>
                  <a:gd name="T17" fmla="*/ 527 h 530"/>
                  <a:gd name="T18" fmla="*/ 57 w 86"/>
                  <a:gd name="T19" fmla="*/ 530 h 530"/>
                  <a:gd name="T20" fmla="*/ 63 w 86"/>
                  <a:gd name="T21" fmla="*/ 524 h 530"/>
                  <a:gd name="T22" fmla="*/ 67 w 86"/>
                  <a:gd name="T23" fmla="*/ 512 h 530"/>
                  <a:gd name="T24" fmla="*/ 86 w 86"/>
                  <a:gd name="T25" fmla="*/ 274 h 5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6" h="530">
                    <a:moveTo>
                      <a:pt x="0" y="0"/>
                    </a:moveTo>
                    <a:lnTo>
                      <a:pt x="7" y="3"/>
                    </a:lnTo>
                    <a:lnTo>
                      <a:pt x="12" y="12"/>
                    </a:lnTo>
                    <a:lnTo>
                      <a:pt x="14" y="25"/>
                    </a:lnTo>
                    <a:lnTo>
                      <a:pt x="15" y="44"/>
                    </a:lnTo>
                    <a:lnTo>
                      <a:pt x="43" y="488"/>
                    </a:lnTo>
                    <a:lnTo>
                      <a:pt x="45" y="512"/>
                    </a:lnTo>
                    <a:lnTo>
                      <a:pt x="47" y="520"/>
                    </a:lnTo>
                    <a:lnTo>
                      <a:pt x="53" y="527"/>
                    </a:lnTo>
                    <a:lnTo>
                      <a:pt x="57" y="530"/>
                    </a:lnTo>
                    <a:lnTo>
                      <a:pt x="63" y="524"/>
                    </a:lnTo>
                    <a:lnTo>
                      <a:pt x="67" y="512"/>
                    </a:lnTo>
                    <a:lnTo>
                      <a:pt x="86" y="274"/>
                    </a:lnTo>
                  </a:path>
                </a:pathLst>
              </a:cu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grpSp>
            <p:nvGrpSpPr>
              <p:cNvPr id="283803" name="Group 41"/>
              <p:cNvGrpSpPr>
                <a:grpSpLocks/>
              </p:cNvGrpSpPr>
              <p:nvPr/>
            </p:nvGrpSpPr>
            <p:grpSpPr bwMode="auto">
              <a:xfrm>
                <a:off x="5562169" y="2290663"/>
                <a:ext cx="201216" cy="847725"/>
                <a:chOff x="3117" y="1309"/>
                <a:chExt cx="117" cy="713"/>
              </a:xfrm>
            </p:grpSpPr>
            <p:sp>
              <p:nvSpPr>
                <p:cNvPr id="283804" name="Freeform 42"/>
                <p:cNvSpPr>
                  <a:spLocks noChangeArrowheads="1"/>
                </p:cNvSpPr>
                <p:nvPr/>
              </p:nvSpPr>
              <p:spPr bwMode="auto">
                <a:xfrm>
                  <a:off x="3117" y="1309"/>
                  <a:ext cx="33" cy="363"/>
                </a:xfrm>
                <a:custGeom>
                  <a:avLst/>
                  <a:gdLst>
                    <a:gd name="T0" fmla="*/ 0 w 33"/>
                    <a:gd name="T1" fmla="*/ 362 h 363"/>
                    <a:gd name="T2" fmla="*/ 20 w 33"/>
                    <a:gd name="T3" fmla="*/ 54 h 363"/>
                    <a:gd name="T4" fmla="*/ 21 w 33"/>
                    <a:gd name="T5" fmla="*/ 38 h 363"/>
                    <a:gd name="T6" fmla="*/ 22 w 33"/>
                    <a:gd name="T7" fmla="*/ 25 h 363"/>
                    <a:gd name="T8" fmla="*/ 24 w 33"/>
                    <a:gd name="T9" fmla="*/ 15 h 363"/>
                    <a:gd name="T10" fmla="*/ 27 w 33"/>
                    <a:gd name="T11" fmla="*/ 6 h 363"/>
                    <a:gd name="T12" fmla="*/ 32 w 33"/>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33" h="363">
                      <a:moveTo>
                        <a:pt x="0" y="362"/>
                      </a:moveTo>
                      <a:lnTo>
                        <a:pt x="20" y="54"/>
                      </a:lnTo>
                      <a:lnTo>
                        <a:pt x="21" y="38"/>
                      </a:lnTo>
                      <a:lnTo>
                        <a:pt x="22" y="25"/>
                      </a:lnTo>
                      <a:lnTo>
                        <a:pt x="24" y="15"/>
                      </a:lnTo>
                      <a:lnTo>
                        <a:pt x="27" y="6"/>
                      </a:lnTo>
                      <a:lnTo>
                        <a:pt x="32" y="0"/>
                      </a:lnTo>
                    </a:path>
                  </a:pathLst>
                </a:cu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sp>
              <p:nvSpPr>
                <p:cNvPr id="283805" name="Freeform 43"/>
                <p:cNvSpPr>
                  <a:spLocks noChangeArrowheads="1"/>
                </p:cNvSpPr>
                <p:nvPr/>
              </p:nvSpPr>
              <p:spPr bwMode="auto">
                <a:xfrm>
                  <a:off x="3150" y="1313"/>
                  <a:ext cx="84" cy="709"/>
                </a:xfrm>
                <a:custGeom>
                  <a:avLst/>
                  <a:gdLst>
                    <a:gd name="T0" fmla="*/ 0 w 84"/>
                    <a:gd name="T1" fmla="*/ 0 h 709"/>
                    <a:gd name="T2" fmla="*/ 7 w 84"/>
                    <a:gd name="T3" fmla="*/ 4 h 709"/>
                    <a:gd name="T4" fmla="*/ 12 w 84"/>
                    <a:gd name="T5" fmla="*/ 16 h 709"/>
                    <a:gd name="T6" fmla="*/ 13 w 84"/>
                    <a:gd name="T7" fmla="*/ 33 h 709"/>
                    <a:gd name="T8" fmla="*/ 15 w 84"/>
                    <a:gd name="T9" fmla="*/ 59 h 709"/>
                    <a:gd name="T10" fmla="*/ 42 w 84"/>
                    <a:gd name="T11" fmla="*/ 651 h 709"/>
                    <a:gd name="T12" fmla="*/ 44 w 84"/>
                    <a:gd name="T13" fmla="*/ 684 h 709"/>
                    <a:gd name="T14" fmla="*/ 46 w 84"/>
                    <a:gd name="T15" fmla="*/ 694 h 709"/>
                    <a:gd name="T16" fmla="*/ 52 w 84"/>
                    <a:gd name="T17" fmla="*/ 704 h 709"/>
                    <a:gd name="T18" fmla="*/ 56 w 84"/>
                    <a:gd name="T19" fmla="*/ 708 h 709"/>
                    <a:gd name="T20" fmla="*/ 62 w 84"/>
                    <a:gd name="T21" fmla="*/ 700 h 709"/>
                    <a:gd name="T22" fmla="*/ 65 w 84"/>
                    <a:gd name="T23" fmla="*/ 684 h 709"/>
                    <a:gd name="T24" fmla="*/ 83 w 84"/>
                    <a:gd name="T25" fmla="*/ 380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4" h="709">
                      <a:moveTo>
                        <a:pt x="0" y="0"/>
                      </a:moveTo>
                      <a:lnTo>
                        <a:pt x="7" y="4"/>
                      </a:lnTo>
                      <a:lnTo>
                        <a:pt x="12" y="16"/>
                      </a:lnTo>
                      <a:lnTo>
                        <a:pt x="13" y="33"/>
                      </a:lnTo>
                      <a:lnTo>
                        <a:pt x="15" y="59"/>
                      </a:lnTo>
                      <a:lnTo>
                        <a:pt x="42" y="651"/>
                      </a:lnTo>
                      <a:lnTo>
                        <a:pt x="44" y="684"/>
                      </a:lnTo>
                      <a:lnTo>
                        <a:pt x="46" y="694"/>
                      </a:lnTo>
                      <a:lnTo>
                        <a:pt x="52" y="704"/>
                      </a:lnTo>
                      <a:lnTo>
                        <a:pt x="56" y="708"/>
                      </a:lnTo>
                      <a:lnTo>
                        <a:pt x="62" y="700"/>
                      </a:lnTo>
                      <a:lnTo>
                        <a:pt x="65" y="684"/>
                      </a:lnTo>
                      <a:lnTo>
                        <a:pt x="83" y="380"/>
                      </a:lnTo>
                    </a:path>
                  </a:pathLst>
                </a:cu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grpSp>
          <p:sp>
            <p:nvSpPr>
              <p:cNvPr id="283806" name="Freeform 44"/>
              <p:cNvSpPr>
                <a:spLocks noChangeArrowheads="1"/>
              </p:cNvSpPr>
              <p:nvPr/>
            </p:nvSpPr>
            <p:spPr bwMode="auto">
              <a:xfrm>
                <a:off x="5763385" y="2290663"/>
                <a:ext cx="60192" cy="431800"/>
              </a:xfrm>
              <a:custGeom>
                <a:avLst/>
                <a:gdLst>
                  <a:gd name="T0" fmla="*/ 0 w 35"/>
                  <a:gd name="T1" fmla="*/ 362 h 363"/>
                  <a:gd name="T2" fmla="*/ 21 w 35"/>
                  <a:gd name="T3" fmla="*/ 54 h 363"/>
                  <a:gd name="T4" fmla="*/ 22 w 35"/>
                  <a:gd name="T5" fmla="*/ 38 h 363"/>
                  <a:gd name="T6" fmla="*/ 23 w 35"/>
                  <a:gd name="T7" fmla="*/ 25 h 363"/>
                  <a:gd name="T8" fmla="*/ 25 w 35"/>
                  <a:gd name="T9" fmla="*/ 15 h 363"/>
                  <a:gd name="T10" fmla="*/ 29 w 35"/>
                  <a:gd name="T11" fmla="*/ 6 h 363"/>
                  <a:gd name="T12" fmla="*/ 34 w 35"/>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35" h="363">
                    <a:moveTo>
                      <a:pt x="0" y="362"/>
                    </a:moveTo>
                    <a:lnTo>
                      <a:pt x="21" y="54"/>
                    </a:lnTo>
                    <a:lnTo>
                      <a:pt x="22" y="38"/>
                    </a:lnTo>
                    <a:lnTo>
                      <a:pt x="23" y="25"/>
                    </a:lnTo>
                    <a:lnTo>
                      <a:pt x="25" y="15"/>
                    </a:lnTo>
                    <a:lnTo>
                      <a:pt x="29" y="6"/>
                    </a:lnTo>
                    <a:lnTo>
                      <a:pt x="34" y="0"/>
                    </a:lnTo>
                  </a:path>
                </a:pathLst>
              </a:cu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sp>
            <p:nvSpPr>
              <p:cNvPr id="283807" name="Freeform 45"/>
              <p:cNvSpPr>
                <a:spLocks noChangeArrowheads="1"/>
              </p:cNvSpPr>
              <p:nvPr/>
            </p:nvSpPr>
            <p:spPr bwMode="auto">
              <a:xfrm>
                <a:off x="5823577" y="2295427"/>
                <a:ext cx="156502" cy="841375"/>
              </a:xfrm>
              <a:custGeom>
                <a:avLst/>
                <a:gdLst>
                  <a:gd name="T0" fmla="*/ 0 w 91"/>
                  <a:gd name="T1" fmla="*/ 0 h 530"/>
                  <a:gd name="T2" fmla="*/ 7 w 91"/>
                  <a:gd name="T3" fmla="*/ 3 h 530"/>
                  <a:gd name="T4" fmla="*/ 12 w 91"/>
                  <a:gd name="T5" fmla="*/ 12 h 530"/>
                  <a:gd name="T6" fmla="*/ 13 w 91"/>
                  <a:gd name="T7" fmla="*/ 25 h 530"/>
                  <a:gd name="T8" fmla="*/ 15 w 91"/>
                  <a:gd name="T9" fmla="*/ 44 h 530"/>
                  <a:gd name="T10" fmla="*/ 42 w 91"/>
                  <a:gd name="T11" fmla="*/ 488 h 530"/>
                  <a:gd name="T12" fmla="*/ 44 w 91"/>
                  <a:gd name="T13" fmla="*/ 512 h 530"/>
                  <a:gd name="T14" fmla="*/ 46 w 91"/>
                  <a:gd name="T15" fmla="*/ 520 h 530"/>
                  <a:gd name="T16" fmla="*/ 52 w 91"/>
                  <a:gd name="T17" fmla="*/ 527 h 530"/>
                  <a:gd name="T18" fmla="*/ 56 w 91"/>
                  <a:gd name="T19" fmla="*/ 530 h 530"/>
                  <a:gd name="T20" fmla="*/ 62 w 91"/>
                  <a:gd name="T21" fmla="*/ 524 h 530"/>
                  <a:gd name="T22" fmla="*/ 65 w 91"/>
                  <a:gd name="T23" fmla="*/ 512 h 530"/>
                  <a:gd name="T24" fmla="*/ 91 w 91"/>
                  <a:gd name="T25" fmla="*/ 281 h 5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1" h="530">
                    <a:moveTo>
                      <a:pt x="0" y="0"/>
                    </a:moveTo>
                    <a:lnTo>
                      <a:pt x="7" y="3"/>
                    </a:lnTo>
                    <a:lnTo>
                      <a:pt x="12" y="12"/>
                    </a:lnTo>
                    <a:lnTo>
                      <a:pt x="13" y="25"/>
                    </a:lnTo>
                    <a:lnTo>
                      <a:pt x="15" y="44"/>
                    </a:lnTo>
                    <a:lnTo>
                      <a:pt x="42" y="488"/>
                    </a:lnTo>
                    <a:lnTo>
                      <a:pt x="44" y="512"/>
                    </a:lnTo>
                    <a:lnTo>
                      <a:pt x="46" y="520"/>
                    </a:lnTo>
                    <a:lnTo>
                      <a:pt x="52" y="527"/>
                    </a:lnTo>
                    <a:lnTo>
                      <a:pt x="56" y="530"/>
                    </a:lnTo>
                    <a:lnTo>
                      <a:pt x="62" y="524"/>
                    </a:lnTo>
                    <a:lnTo>
                      <a:pt x="65" y="512"/>
                    </a:lnTo>
                    <a:lnTo>
                      <a:pt x="91" y="281"/>
                    </a:lnTo>
                  </a:path>
                </a:pathLst>
              </a:cu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grpSp>
            <p:nvGrpSpPr>
              <p:cNvPr id="283808" name="Group 157"/>
              <p:cNvGrpSpPr>
                <a:grpSpLocks/>
              </p:cNvGrpSpPr>
              <p:nvPr/>
            </p:nvGrpSpPr>
            <p:grpSpPr bwMode="auto">
              <a:xfrm>
                <a:off x="2676358" y="2298601"/>
                <a:ext cx="818621" cy="844550"/>
                <a:chOff x="1439" y="1316"/>
                <a:chExt cx="476" cy="711"/>
              </a:xfrm>
            </p:grpSpPr>
            <p:grpSp>
              <p:nvGrpSpPr>
                <p:cNvPr id="283809" name="Group 158"/>
                <p:cNvGrpSpPr>
                  <a:grpSpLocks/>
                </p:cNvGrpSpPr>
                <p:nvPr/>
              </p:nvGrpSpPr>
              <p:grpSpPr bwMode="auto">
                <a:xfrm>
                  <a:off x="1439" y="1316"/>
                  <a:ext cx="239" cy="711"/>
                  <a:chOff x="1439" y="1316"/>
                  <a:chExt cx="239" cy="711"/>
                </a:xfrm>
              </p:grpSpPr>
              <p:sp>
                <p:nvSpPr>
                  <p:cNvPr id="283810" name="Freeform 159"/>
                  <p:cNvSpPr>
                    <a:spLocks noChangeArrowheads="1"/>
                  </p:cNvSpPr>
                  <p:nvPr/>
                </p:nvSpPr>
                <p:spPr bwMode="auto">
                  <a:xfrm>
                    <a:off x="1439" y="1317"/>
                    <a:ext cx="32" cy="363"/>
                  </a:xfrm>
                  <a:custGeom>
                    <a:avLst/>
                    <a:gdLst>
                      <a:gd name="T0" fmla="*/ 0 w 32"/>
                      <a:gd name="T1" fmla="*/ 362 h 363"/>
                      <a:gd name="T2" fmla="*/ 19 w 32"/>
                      <a:gd name="T3" fmla="*/ 54 h 363"/>
                      <a:gd name="T4" fmla="*/ 20 w 32"/>
                      <a:gd name="T5" fmla="*/ 38 h 363"/>
                      <a:gd name="T6" fmla="*/ 21 w 32"/>
                      <a:gd name="T7" fmla="*/ 25 h 363"/>
                      <a:gd name="T8" fmla="*/ 23 w 32"/>
                      <a:gd name="T9" fmla="*/ 15 h 363"/>
                      <a:gd name="T10" fmla="*/ 27 w 32"/>
                      <a:gd name="T11" fmla="*/ 6 h 363"/>
                      <a:gd name="T12" fmla="*/ 31 w 32"/>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32" h="363">
                        <a:moveTo>
                          <a:pt x="0" y="362"/>
                        </a:moveTo>
                        <a:lnTo>
                          <a:pt x="19" y="54"/>
                        </a:lnTo>
                        <a:lnTo>
                          <a:pt x="20" y="38"/>
                        </a:lnTo>
                        <a:lnTo>
                          <a:pt x="21" y="25"/>
                        </a:lnTo>
                        <a:lnTo>
                          <a:pt x="23" y="15"/>
                        </a:lnTo>
                        <a:lnTo>
                          <a:pt x="27" y="6"/>
                        </a:lnTo>
                        <a:lnTo>
                          <a:pt x="31" y="0"/>
                        </a:lnTo>
                      </a:path>
                    </a:pathLst>
                  </a:cu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sp>
                <p:nvSpPr>
                  <p:cNvPr id="283811" name="Freeform 160"/>
                  <p:cNvSpPr>
                    <a:spLocks noChangeArrowheads="1"/>
                  </p:cNvSpPr>
                  <p:nvPr/>
                </p:nvSpPr>
                <p:spPr bwMode="auto">
                  <a:xfrm>
                    <a:off x="1472" y="1316"/>
                    <a:ext cx="86" cy="711"/>
                  </a:xfrm>
                  <a:custGeom>
                    <a:avLst/>
                    <a:gdLst>
                      <a:gd name="T0" fmla="*/ 0 w 86"/>
                      <a:gd name="T1" fmla="*/ 0 h 711"/>
                      <a:gd name="T2" fmla="*/ 7 w 86"/>
                      <a:gd name="T3" fmla="*/ 4 h 711"/>
                      <a:gd name="T4" fmla="*/ 12 w 86"/>
                      <a:gd name="T5" fmla="*/ 16 h 711"/>
                      <a:gd name="T6" fmla="*/ 14 w 86"/>
                      <a:gd name="T7" fmla="*/ 33 h 711"/>
                      <a:gd name="T8" fmla="*/ 15 w 86"/>
                      <a:gd name="T9" fmla="*/ 59 h 711"/>
                      <a:gd name="T10" fmla="*/ 43 w 86"/>
                      <a:gd name="T11" fmla="*/ 653 h 711"/>
                      <a:gd name="T12" fmla="*/ 45 w 86"/>
                      <a:gd name="T13" fmla="*/ 686 h 711"/>
                      <a:gd name="T14" fmla="*/ 47 w 86"/>
                      <a:gd name="T15" fmla="*/ 696 h 711"/>
                      <a:gd name="T16" fmla="*/ 53 w 86"/>
                      <a:gd name="T17" fmla="*/ 706 h 711"/>
                      <a:gd name="T18" fmla="*/ 57 w 86"/>
                      <a:gd name="T19" fmla="*/ 710 h 711"/>
                      <a:gd name="T20" fmla="*/ 63 w 86"/>
                      <a:gd name="T21" fmla="*/ 702 h 711"/>
                      <a:gd name="T22" fmla="*/ 67 w 86"/>
                      <a:gd name="T23" fmla="*/ 686 h 711"/>
                      <a:gd name="T24" fmla="*/ 85 w 86"/>
                      <a:gd name="T25" fmla="*/ 381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6" h="711">
                        <a:moveTo>
                          <a:pt x="0" y="0"/>
                        </a:moveTo>
                        <a:lnTo>
                          <a:pt x="7" y="4"/>
                        </a:lnTo>
                        <a:lnTo>
                          <a:pt x="12" y="16"/>
                        </a:lnTo>
                        <a:lnTo>
                          <a:pt x="14" y="33"/>
                        </a:lnTo>
                        <a:lnTo>
                          <a:pt x="15" y="59"/>
                        </a:lnTo>
                        <a:lnTo>
                          <a:pt x="43" y="653"/>
                        </a:lnTo>
                        <a:lnTo>
                          <a:pt x="45" y="686"/>
                        </a:lnTo>
                        <a:lnTo>
                          <a:pt x="47" y="696"/>
                        </a:lnTo>
                        <a:lnTo>
                          <a:pt x="53" y="706"/>
                        </a:lnTo>
                        <a:lnTo>
                          <a:pt x="57" y="710"/>
                        </a:lnTo>
                        <a:lnTo>
                          <a:pt x="63" y="702"/>
                        </a:lnTo>
                        <a:lnTo>
                          <a:pt x="67" y="686"/>
                        </a:lnTo>
                        <a:lnTo>
                          <a:pt x="85" y="381"/>
                        </a:lnTo>
                      </a:path>
                    </a:pathLst>
                  </a:cu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sp>
                <p:nvSpPr>
                  <p:cNvPr id="283812" name="Freeform 161"/>
                  <p:cNvSpPr>
                    <a:spLocks noChangeArrowheads="1"/>
                  </p:cNvSpPr>
                  <p:nvPr/>
                </p:nvSpPr>
                <p:spPr bwMode="auto">
                  <a:xfrm>
                    <a:off x="1558" y="1323"/>
                    <a:ext cx="34" cy="363"/>
                  </a:xfrm>
                  <a:custGeom>
                    <a:avLst/>
                    <a:gdLst>
                      <a:gd name="T0" fmla="*/ 0 w 34"/>
                      <a:gd name="T1" fmla="*/ 362 h 363"/>
                      <a:gd name="T2" fmla="*/ 20 w 34"/>
                      <a:gd name="T3" fmla="*/ 54 h 363"/>
                      <a:gd name="T4" fmla="*/ 22 w 34"/>
                      <a:gd name="T5" fmla="*/ 38 h 363"/>
                      <a:gd name="T6" fmla="*/ 23 w 34"/>
                      <a:gd name="T7" fmla="*/ 25 h 363"/>
                      <a:gd name="T8" fmla="*/ 24 w 34"/>
                      <a:gd name="T9" fmla="*/ 15 h 363"/>
                      <a:gd name="T10" fmla="*/ 28 w 34"/>
                      <a:gd name="T11" fmla="*/ 6 h 363"/>
                      <a:gd name="T12" fmla="*/ 33 w 34"/>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34" h="363">
                        <a:moveTo>
                          <a:pt x="0" y="362"/>
                        </a:moveTo>
                        <a:lnTo>
                          <a:pt x="20" y="54"/>
                        </a:lnTo>
                        <a:lnTo>
                          <a:pt x="22" y="38"/>
                        </a:lnTo>
                        <a:lnTo>
                          <a:pt x="23" y="25"/>
                        </a:lnTo>
                        <a:lnTo>
                          <a:pt x="24" y="15"/>
                        </a:lnTo>
                        <a:lnTo>
                          <a:pt x="28" y="6"/>
                        </a:lnTo>
                        <a:lnTo>
                          <a:pt x="33" y="0"/>
                        </a:lnTo>
                      </a:path>
                    </a:pathLst>
                  </a:cu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sp>
                <p:nvSpPr>
                  <p:cNvPr id="283813" name="Freeform 162"/>
                  <p:cNvSpPr>
                    <a:spLocks noChangeArrowheads="1"/>
                  </p:cNvSpPr>
                  <p:nvPr/>
                </p:nvSpPr>
                <p:spPr bwMode="auto">
                  <a:xfrm>
                    <a:off x="1592" y="1318"/>
                    <a:ext cx="86" cy="709"/>
                  </a:xfrm>
                  <a:custGeom>
                    <a:avLst/>
                    <a:gdLst>
                      <a:gd name="T0" fmla="*/ 0 w 86"/>
                      <a:gd name="T1" fmla="*/ 0 h 709"/>
                      <a:gd name="T2" fmla="*/ 7 w 86"/>
                      <a:gd name="T3" fmla="*/ 4 h 709"/>
                      <a:gd name="T4" fmla="*/ 12 w 86"/>
                      <a:gd name="T5" fmla="*/ 16 h 709"/>
                      <a:gd name="T6" fmla="*/ 14 w 86"/>
                      <a:gd name="T7" fmla="*/ 33 h 709"/>
                      <a:gd name="T8" fmla="*/ 15 w 86"/>
                      <a:gd name="T9" fmla="*/ 59 h 709"/>
                      <a:gd name="T10" fmla="*/ 43 w 86"/>
                      <a:gd name="T11" fmla="*/ 651 h 709"/>
                      <a:gd name="T12" fmla="*/ 45 w 86"/>
                      <a:gd name="T13" fmla="*/ 684 h 709"/>
                      <a:gd name="T14" fmla="*/ 47 w 86"/>
                      <a:gd name="T15" fmla="*/ 694 h 709"/>
                      <a:gd name="T16" fmla="*/ 53 w 86"/>
                      <a:gd name="T17" fmla="*/ 704 h 709"/>
                      <a:gd name="T18" fmla="*/ 57 w 86"/>
                      <a:gd name="T19" fmla="*/ 708 h 709"/>
                      <a:gd name="T20" fmla="*/ 63 w 86"/>
                      <a:gd name="T21" fmla="*/ 700 h 709"/>
                      <a:gd name="T22" fmla="*/ 67 w 86"/>
                      <a:gd name="T23" fmla="*/ 684 h 709"/>
                      <a:gd name="T24" fmla="*/ 85 w 86"/>
                      <a:gd name="T25" fmla="*/ 380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6" h="709">
                        <a:moveTo>
                          <a:pt x="0" y="0"/>
                        </a:moveTo>
                        <a:lnTo>
                          <a:pt x="7" y="4"/>
                        </a:lnTo>
                        <a:lnTo>
                          <a:pt x="12" y="16"/>
                        </a:lnTo>
                        <a:lnTo>
                          <a:pt x="14" y="33"/>
                        </a:lnTo>
                        <a:lnTo>
                          <a:pt x="15" y="59"/>
                        </a:lnTo>
                        <a:lnTo>
                          <a:pt x="43" y="651"/>
                        </a:lnTo>
                        <a:lnTo>
                          <a:pt x="45" y="684"/>
                        </a:lnTo>
                        <a:lnTo>
                          <a:pt x="47" y="694"/>
                        </a:lnTo>
                        <a:lnTo>
                          <a:pt x="53" y="704"/>
                        </a:lnTo>
                        <a:lnTo>
                          <a:pt x="57" y="708"/>
                        </a:lnTo>
                        <a:lnTo>
                          <a:pt x="63" y="700"/>
                        </a:lnTo>
                        <a:lnTo>
                          <a:pt x="67" y="684"/>
                        </a:lnTo>
                        <a:lnTo>
                          <a:pt x="85" y="380"/>
                        </a:lnTo>
                      </a:path>
                    </a:pathLst>
                  </a:cu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grpSp>
            <p:grpSp>
              <p:nvGrpSpPr>
                <p:cNvPr id="283814" name="Group 163"/>
                <p:cNvGrpSpPr>
                  <a:grpSpLocks/>
                </p:cNvGrpSpPr>
                <p:nvPr/>
              </p:nvGrpSpPr>
              <p:grpSpPr bwMode="auto">
                <a:xfrm>
                  <a:off x="1676" y="1316"/>
                  <a:ext cx="239" cy="711"/>
                  <a:chOff x="1676" y="1316"/>
                  <a:chExt cx="239" cy="711"/>
                </a:xfrm>
              </p:grpSpPr>
              <p:sp>
                <p:nvSpPr>
                  <p:cNvPr id="283815" name="Freeform 164"/>
                  <p:cNvSpPr>
                    <a:spLocks noChangeArrowheads="1"/>
                  </p:cNvSpPr>
                  <p:nvPr/>
                </p:nvSpPr>
                <p:spPr bwMode="auto">
                  <a:xfrm>
                    <a:off x="1676" y="1317"/>
                    <a:ext cx="32" cy="363"/>
                  </a:xfrm>
                  <a:custGeom>
                    <a:avLst/>
                    <a:gdLst>
                      <a:gd name="T0" fmla="*/ 0 w 32"/>
                      <a:gd name="T1" fmla="*/ 362 h 363"/>
                      <a:gd name="T2" fmla="*/ 19 w 32"/>
                      <a:gd name="T3" fmla="*/ 54 h 363"/>
                      <a:gd name="T4" fmla="*/ 20 w 32"/>
                      <a:gd name="T5" fmla="*/ 38 h 363"/>
                      <a:gd name="T6" fmla="*/ 21 w 32"/>
                      <a:gd name="T7" fmla="*/ 25 h 363"/>
                      <a:gd name="T8" fmla="*/ 23 w 32"/>
                      <a:gd name="T9" fmla="*/ 15 h 363"/>
                      <a:gd name="T10" fmla="*/ 27 w 32"/>
                      <a:gd name="T11" fmla="*/ 6 h 363"/>
                      <a:gd name="T12" fmla="*/ 31 w 32"/>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32" h="363">
                        <a:moveTo>
                          <a:pt x="0" y="362"/>
                        </a:moveTo>
                        <a:lnTo>
                          <a:pt x="19" y="54"/>
                        </a:lnTo>
                        <a:lnTo>
                          <a:pt x="20" y="38"/>
                        </a:lnTo>
                        <a:lnTo>
                          <a:pt x="21" y="25"/>
                        </a:lnTo>
                        <a:lnTo>
                          <a:pt x="23" y="15"/>
                        </a:lnTo>
                        <a:lnTo>
                          <a:pt x="27" y="6"/>
                        </a:lnTo>
                        <a:lnTo>
                          <a:pt x="31" y="0"/>
                        </a:lnTo>
                      </a:path>
                    </a:pathLst>
                  </a:cu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sp>
                <p:nvSpPr>
                  <p:cNvPr id="283816" name="Freeform 165"/>
                  <p:cNvSpPr>
                    <a:spLocks noChangeArrowheads="1"/>
                  </p:cNvSpPr>
                  <p:nvPr/>
                </p:nvSpPr>
                <p:spPr bwMode="auto">
                  <a:xfrm>
                    <a:off x="1709" y="1316"/>
                    <a:ext cx="86" cy="711"/>
                  </a:xfrm>
                  <a:custGeom>
                    <a:avLst/>
                    <a:gdLst>
                      <a:gd name="T0" fmla="*/ 0 w 86"/>
                      <a:gd name="T1" fmla="*/ 0 h 711"/>
                      <a:gd name="T2" fmla="*/ 7 w 86"/>
                      <a:gd name="T3" fmla="*/ 4 h 711"/>
                      <a:gd name="T4" fmla="*/ 12 w 86"/>
                      <a:gd name="T5" fmla="*/ 16 h 711"/>
                      <a:gd name="T6" fmla="*/ 14 w 86"/>
                      <a:gd name="T7" fmla="*/ 33 h 711"/>
                      <a:gd name="T8" fmla="*/ 15 w 86"/>
                      <a:gd name="T9" fmla="*/ 59 h 711"/>
                      <a:gd name="T10" fmla="*/ 43 w 86"/>
                      <a:gd name="T11" fmla="*/ 653 h 711"/>
                      <a:gd name="T12" fmla="*/ 45 w 86"/>
                      <a:gd name="T13" fmla="*/ 686 h 711"/>
                      <a:gd name="T14" fmla="*/ 47 w 86"/>
                      <a:gd name="T15" fmla="*/ 696 h 711"/>
                      <a:gd name="T16" fmla="*/ 53 w 86"/>
                      <a:gd name="T17" fmla="*/ 706 h 711"/>
                      <a:gd name="T18" fmla="*/ 57 w 86"/>
                      <a:gd name="T19" fmla="*/ 710 h 711"/>
                      <a:gd name="T20" fmla="*/ 63 w 86"/>
                      <a:gd name="T21" fmla="*/ 702 h 711"/>
                      <a:gd name="T22" fmla="*/ 67 w 86"/>
                      <a:gd name="T23" fmla="*/ 686 h 711"/>
                      <a:gd name="T24" fmla="*/ 85 w 86"/>
                      <a:gd name="T25" fmla="*/ 381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6" h="711">
                        <a:moveTo>
                          <a:pt x="0" y="0"/>
                        </a:moveTo>
                        <a:lnTo>
                          <a:pt x="7" y="4"/>
                        </a:lnTo>
                        <a:lnTo>
                          <a:pt x="12" y="16"/>
                        </a:lnTo>
                        <a:lnTo>
                          <a:pt x="14" y="33"/>
                        </a:lnTo>
                        <a:lnTo>
                          <a:pt x="15" y="59"/>
                        </a:lnTo>
                        <a:lnTo>
                          <a:pt x="43" y="653"/>
                        </a:lnTo>
                        <a:lnTo>
                          <a:pt x="45" y="686"/>
                        </a:lnTo>
                        <a:lnTo>
                          <a:pt x="47" y="696"/>
                        </a:lnTo>
                        <a:lnTo>
                          <a:pt x="53" y="706"/>
                        </a:lnTo>
                        <a:lnTo>
                          <a:pt x="57" y="710"/>
                        </a:lnTo>
                        <a:lnTo>
                          <a:pt x="63" y="702"/>
                        </a:lnTo>
                        <a:lnTo>
                          <a:pt x="67" y="686"/>
                        </a:lnTo>
                        <a:lnTo>
                          <a:pt x="85" y="381"/>
                        </a:lnTo>
                      </a:path>
                    </a:pathLst>
                  </a:cu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sp>
                <p:nvSpPr>
                  <p:cNvPr id="283817" name="Freeform 166"/>
                  <p:cNvSpPr>
                    <a:spLocks noChangeArrowheads="1"/>
                  </p:cNvSpPr>
                  <p:nvPr/>
                </p:nvSpPr>
                <p:spPr bwMode="auto">
                  <a:xfrm>
                    <a:off x="1795" y="1323"/>
                    <a:ext cx="34" cy="363"/>
                  </a:xfrm>
                  <a:custGeom>
                    <a:avLst/>
                    <a:gdLst>
                      <a:gd name="T0" fmla="*/ 0 w 34"/>
                      <a:gd name="T1" fmla="*/ 362 h 363"/>
                      <a:gd name="T2" fmla="*/ 20 w 34"/>
                      <a:gd name="T3" fmla="*/ 54 h 363"/>
                      <a:gd name="T4" fmla="*/ 22 w 34"/>
                      <a:gd name="T5" fmla="*/ 38 h 363"/>
                      <a:gd name="T6" fmla="*/ 23 w 34"/>
                      <a:gd name="T7" fmla="*/ 25 h 363"/>
                      <a:gd name="T8" fmla="*/ 24 w 34"/>
                      <a:gd name="T9" fmla="*/ 15 h 363"/>
                      <a:gd name="T10" fmla="*/ 28 w 34"/>
                      <a:gd name="T11" fmla="*/ 6 h 363"/>
                      <a:gd name="T12" fmla="*/ 33 w 34"/>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34" h="363">
                        <a:moveTo>
                          <a:pt x="0" y="362"/>
                        </a:moveTo>
                        <a:lnTo>
                          <a:pt x="20" y="54"/>
                        </a:lnTo>
                        <a:lnTo>
                          <a:pt x="22" y="38"/>
                        </a:lnTo>
                        <a:lnTo>
                          <a:pt x="23" y="25"/>
                        </a:lnTo>
                        <a:lnTo>
                          <a:pt x="24" y="15"/>
                        </a:lnTo>
                        <a:lnTo>
                          <a:pt x="28" y="6"/>
                        </a:lnTo>
                        <a:lnTo>
                          <a:pt x="33" y="0"/>
                        </a:lnTo>
                      </a:path>
                    </a:pathLst>
                  </a:cu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sp>
                <p:nvSpPr>
                  <p:cNvPr id="283818" name="Freeform 167"/>
                  <p:cNvSpPr>
                    <a:spLocks noChangeArrowheads="1"/>
                  </p:cNvSpPr>
                  <p:nvPr/>
                </p:nvSpPr>
                <p:spPr bwMode="auto">
                  <a:xfrm>
                    <a:off x="1829" y="1318"/>
                    <a:ext cx="86" cy="709"/>
                  </a:xfrm>
                  <a:custGeom>
                    <a:avLst/>
                    <a:gdLst>
                      <a:gd name="T0" fmla="*/ 0 w 86"/>
                      <a:gd name="T1" fmla="*/ 0 h 709"/>
                      <a:gd name="T2" fmla="*/ 7 w 86"/>
                      <a:gd name="T3" fmla="*/ 4 h 709"/>
                      <a:gd name="T4" fmla="*/ 12 w 86"/>
                      <a:gd name="T5" fmla="*/ 16 h 709"/>
                      <a:gd name="T6" fmla="*/ 14 w 86"/>
                      <a:gd name="T7" fmla="*/ 33 h 709"/>
                      <a:gd name="T8" fmla="*/ 15 w 86"/>
                      <a:gd name="T9" fmla="*/ 59 h 709"/>
                      <a:gd name="T10" fmla="*/ 43 w 86"/>
                      <a:gd name="T11" fmla="*/ 651 h 709"/>
                      <a:gd name="T12" fmla="*/ 45 w 86"/>
                      <a:gd name="T13" fmla="*/ 684 h 709"/>
                      <a:gd name="T14" fmla="*/ 47 w 86"/>
                      <a:gd name="T15" fmla="*/ 694 h 709"/>
                      <a:gd name="T16" fmla="*/ 53 w 86"/>
                      <a:gd name="T17" fmla="*/ 704 h 709"/>
                      <a:gd name="T18" fmla="*/ 57 w 86"/>
                      <a:gd name="T19" fmla="*/ 708 h 709"/>
                      <a:gd name="T20" fmla="*/ 63 w 86"/>
                      <a:gd name="T21" fmla="*/ 700 h 709"/>
                      <a:gd name="T22" fmla="*/ 67 w 86"/>
                      <a:gd name="T23" fmla="*/ 684 h 709"/>
                      <a:gd name="T24" fmla="*/ 85 w 86"/>
                      <a:gd name="T25" fmla="*/ 380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6" h="709">
                        <a:moveTo>
                          <a:pt x="0" y="0"/>
                        </a:moveTo>
                        <a:lnTo>
                          <a:pt x="7" y="4"/>
                        </a:lnTo>
                        <a:lnTo>
                          <a:pt x="12" y="16"/>
                        </a:lnTo>
                        <a:lnTo>
                          <a:pt x="14" y="33"/>
                        </a:lnTo>
                        <a:lnTo>
                          <a:pt x="15" y="59"/>
                        </a:lnTo>
                        <a:lnTo>
                          <a:pt x="43" y="651"/>
                        </a:lnTo>
                        <a:lnTo>
                          <a:pt x="45" y="684"/>
                        </a:lnTo>
                        <a:lnTo>
                          <a:pt x="47" y="694"/>
                        </a:lnTo>
                        <a:lnTo>
                          <a:pt x="53" y="704"/>
                        </a:lnTo>
                        <a:lnTo>
                          <a:pt x="57" y="708"/>
                        </a:lnTo>
                        <a:lnTo>
                          <a:pt x="63" y="700"/>
                        </a:lnTo>
                        <a:lnTo>
                          <a:pt x="67" y="684"/>
                        </a:lnTo>
                        <a:lnTo>
                          <a:pt x="85" y="380"/>
                        </a:lnTo>
                      </a:path>
                    </a:pathLst>
                  </a:cu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黑体" panose="02010609060101010101" pitchFamily="49" charset="-122"/>
                    </a:endParaRPr>
                  </a:p>
                </p:txBody>
              </p:sp>
            </p:grpSp>
            <p:sp>
              <p:nvSpPr>
                <p:cNvPr id="283819" name="Line 168"/>
                <p:cNvSpPr>
                  <a:spLocks noChangeShapeType="1"/>
                </p:cNvSpPr>
                <p:nvPr/>
              </p:nvSpPr>
              <p:spPr bwMode="auto">
                <a:xfrm flipV="1">
                  <a:off x="1674" y="1661"/>
                  <a:ext cx="3" cy="5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sz="2400" b="1">
                    <a:ea typeface="黑体" panose="02010609060101010101" pitchFamily="49" charset="-122"/>
                  </a:endParaRPr>
                </a:p>
              </p:txBody>
            </p:sp>
          </p:grpSp>
        </p:grpSp>
        <p:cxnSp>
          <p:nvCxnSpPr>
            <p:cNvPr id="283820" name="直接连接符 5"/>
            <p:cNvCxnSpPr>
              <a:cxnSpLocks noChangeShapeType="1"/>
            </p:cNvCxnSpPr>
            <p:nvPr/>
          </p:nvCxnSpPr>
          <p:spPr bwMode="auto">
            <a:xfrm>
              <a:off x="1644198" y="5043156"/>
              <a:ext cx="7773298" cy="0"/>
            </a:xfrm>
            <a:prstGeom prst="line">
              <a:avLst/>
            </a:prstGeom>
            <a:noFill/>
            <a:ln w="12700">
              <a:solidFill>
                <a:schemeClr val="tx1"/>
              </a:solidFill>
              <a:round/>
              <a:headEnd/>
              <a:tailEnd/>
            </a:ln>
          </p:spPr>
        </p:cxnSp>
        <p:cxnSp>
          <p:nvCxnSpPr>
            <p:cNvPr id="283821" name="直接连接符 174"/>
            <p:cNvCxnSpPr>
              <a:cxnSpLocks noChangeShapeType="1"/>
            </p:cNvCxnSpPr>
            <p:nvPr/>
          </p:nvCxnSpPr>
          <p:spPr bwMode="auto">
            <a:xfrm>
              <a:off x="1644198" y="3880884"/>
              <a:ext cx="7773298" cy="0"/>
            </a:xfrm>
            <a:prstGeom prst="line">
              <a:avLst/>
            </a:prstGeom>
            <a:noFill/>
            <a:ln w="12700">
              <a:solidFill>
                <a:schemeClr val="tx1"/>
              </a:solidFill>
              <a:round/>
              <a:headEnd/>
              <a:tailEnd/>
            </a:ln>
          </p:spPr>
        </p:cxnSp>
        <p:cxnSp>
          <p:nvCxnSpPr>
            <p:cNvPr id="283822" name="直接连接符 175"/>
            <p:cNvCxnSpPr>
              <a:cxnSpLocks noChangeShapeType="1"/>
            </p:cNvCxnSpPr>
            <p:nvPr/>
          </p:nvCxnSpPr>
          <p:spPr bwMode="auto">
            <a:xfrm>
              <a:off x="1644198" y="2728813"/>
              <a:ext cx="7773298" cy="0"/>
            </a:xfrm>
            <a:prstGeom prst="line">
              <a:avLst/>
            </a:prstGeom>
            <a:noFill/>
            <a:ln w="12700">
              <a:solidFill>
                <a:schemeClr val="tx1"/>
              </a:solidFill>
              <a:round/>
              <a:headEnd/>
              <a:tailEnd/>
            </a:ln>
          </p:spPr>
        </p:cxnSp>
      </p:grpSp>
      <p:sp>
        <p:nvSpPr>
          <p:cNvPr id="283823" name="矩形 7"/>
          <p:cNvSpPr>
            <a:spLocks noChangeArrowheads="1"/>
          </p:cNvSpPr>
          <p:nvPr/>
        </p:nvSpPr>
        <p:spPr bwMode="auto">
          <a:xfrm>
            <a:off x="3025775" y="5661025"/>
            <a:ext cx="465931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r>
              <a:rPr lang="zh-CN" altLang="zh-CN" sz="2400" b="1">
                <a:ea typeface="黑体" panose="02010609060101010101" pitchFamily="49" charset="-122"/>
              </a:rPr>
              <a:t>最基本的三种调制方式</a:t>
            </a:r>
            <a:endParaRPr lang="zh-CN" altLang="en-US" sz="2400" b="1">
              <a:ea typeface="黑体" panose="02010609060101010101" pitchFamily="49" charset="-122"/>
            </a:endParaRPr>
          </a:p>
        </p:txBody>
      </p:sp>
      <p:sp>
        <p:nvSpPr>
          <p:cNvPr id="283824" name="灯片编号占位符 9"/>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1B7D56C8-9E69-4FFA-A25C-2D8E084E3297}" type="slidenum">
              <a:rPr lang="zh-CN" altLang="en-US" smtClean="0"/>
              <a:pPr eaLnBrk="1" hangingPunct="1"/>
              <a:t>15</a:t>
            </a:fld>
            <a:endParaRPr lang="en-US" altLang="zh-CN" smtClean="0"/>
          </a:p>
        </p:txBody>
      </p:sp>
      <p:sp>
        <p:nvSpPr>
          <p:cNvPr id="283825" name="页脚占位符 10"/>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5697" name="Rectangle 2"/>
          <p:cNvSpPr>
            <a:spLocks noGrp="1" noChangeArrowheads="1"/>
          </p:cNvSpPr>
          <p:nvPr>
            <p:ph type="title"/>
          </p:nvPr>
        </p:nvSpPr>
        <p:spPr>
          <a:xfrm>
            <a:off x="495300" y="188913"/>
            <a:ext cx="9066213" cy="1474787"/>
          </a:xfrm>
        </p:spPr>
        <p:txBody>
          <a:bodyPr/>
          <a:lstStyle/>
          <a:p>
            <a:pPr algn="ctr"/>
            <a:r>
              <a:rPr lang="zh-CN" altLang="en-US" u="sng" dirty="0" smtClean="0">
                <a:ea typeface="黑体" panose="02010609060101010101" pitchFamily="49" charset="-122"/>
              </a:rPr>
              <a:t>正交振幅调制 </a:t>
            </a:r>
            <a:r>
              <a:rPr lang="en-US" altLang="zh-CN" u="sng" dirty="0" smtClean="0">
                <a:ea typeface="黑体" panose="02010609060101010101" pitchFamily="49" charset="-122"/>
              </a:rPr>
              <a:t>QAM</a:t>
            </a:r>
            <a:br>
              <a:rPr lang="en-US" altLang="zh-CN" u="sng" dirty="0" smtClean="0">
                <a:ea typeface="黑体" panose="02010609060101010101" pitchFamily="49" charset="-122"/>
              </a:rPr>
            </a:br>
            <a:r>
              <a:rPr lang="en-US" altLang="zh-CN" sz="3600" u="sng" dirty="0" smtClean="0">
                <a:ea typeface="黑体" panose="02010609060101010101" pitchFamily="49" charset="-122"/>
              </a:rPr>
              <a:t>(Quadrature Amplitude Modulation)</a:t>
            </a:r>
            <a:r>
              <a:rPr lang="en-US" altLang="zh-CN" u="sng" dirty="0" smtClean="0">
                <a:ea typeface="黑体" panose="02010609060101010101" pitchFamily="49" charset="-122"/>
              </a:rPr>
              <a:t> </a:t>
            </a:r>
          </a:p>
        </p:txBody>
      </p:sp>
      <p:grpSp>
        <p:nvGrpSpPr>
          <p:cNvPr id="285698" name="组合 2"/>
          <p:cNvGrpSpPr>
            <a:grpSpLocks/>
          </p:cNvGrpSpPr>
          <p:nvPr/>
        </p:nvGrpSpPr>
        <p:grpSpPr bwMode="auto">
          <a:xfrm>
            <a:off x="560388" y="2208213"/>
            <a:ext cx="3221037" cy="2949575"/>
            <a:chOff x="584729" y="2640013"/>
            <a:chExt cx="2971800" cy="2584450"/>
          </a:xfrm>
        </p:grpSpPr>
        <p:sp>
          <p:nvSpPr>
            <p:cNvPr id="285699" name="Line 4"/>
            <p:cNvSpPr>
              <a:spLocks noChangeShapeType="1"/>
            </p:cNvSpPr>
            <p:nvPr/>
          </p:nvSpPr>
          <p:spPr bwMode="auto">
            <a:xfrm>
              <a:off x="2077508" y="2640013"/>
              <a:ext cx="0" cy="2584450"/>
            </a:xfrm>
            <a:prstGeom prst="line">
              <a:avLst/>
            </a:prstGeom>
            <a:noFill/>
            <a:ln w="28575">
              <a:solidFill>
                <a:srgbClr val="333399"/>
              </a:solidFill>
              <a:round/>
              <a:headEnd type="triangle" w="med" len="lg"/>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sz="2400" b="1">
                <a:solidFill>
                  <a:srgbClr val="C00000"/>
                </a:solidFill>
                <a:ea typeface="宋体" panose="02010600030101010101" pitchFamily="2" charset="-122"/>
              </a:endParaRPr>
            </a:p>
          </p:txBody>
        </p:sp>
        <p:sp>
          <p:nvSpPr>
            <p:cNvPr id="285700" name="Oval 5"/>
            <p:cNvSpPr>
              <a:spLocks noChangeArrowheads="1"/>
            </p:cNvSpPr>
            <p:nvPr/>
          </p:nvSpPr>
          <p:spPr bwMode="auto">
            <a:xfrm>
              <a:off x="1172898" y="4230688"/>
              <a:ext cx="80831" cy="74612"/>
            </a:xfrm>
            <a:prstGeom prst="ellipse">
              <a:avLst/>
            </a:prstGeom>
            <a:solidFill>
              <a:srgbClr val="333399"/>
            </a:solidFill>
            <a:ln w="9525">
              <a:solidFill>
                <a:schemeClr val="tx1"/>
              </a:solidFill>
              <a:round/>
              <a:headEnd/>
              <a:tailEnd/>
            </a:ln>
          </p:spPr>
          <p:txBody>
            <a:bodyPr wrap="none" anchor="ctr"/>
            <a:lstStyle/>
            <a:p>
              <a:pPr eaLnBrk="0" hangingPunct="0"/>
              <a:endParaRPr lang="zh-CN" altLang="en-US" sz="2400" b="1">
                <a:solidFill>
                  <a:srgbClr val="C00000"/>
                </a:solidFill>
                <a:ea typeface="宋体" panose="02010600030101010101" pitchFamily="2" charset="-122"/>
              </a:endParaRPr>
            </a:p>
          </p:txBody>
        </p:sp>
        <p:sp>
          <p:nvSpPr>
            <p:cNvPr id="285701" name="Oval 6"/>
            <p:cNvSpPr>
              <a:spLocks noChangeArrowheads="1"/>
            </p:cNvSpPr>
            <p:nvPr/>
          </p:nvSpPr>
          <p:spPr bwMode="auto">
            <a:xfrm>
              <a:off x="1172898" y="3151188"/>
              <a:ext cx="80831" cy="74612"/>
            </a:xfrm>
            <a:prstGeom prst="ellipse">
              <a:avLst/>
            </a:prstGeom>
            <a:solidFill>
              <a:srgbClr val="333399"/>
            </a:solidFill>
            <a:ln w="9525">
              <a:solidFill>
                <a:schemeClr val="tx1"/>
              </a:solidFill>
              <a:round/>
              <a:headEnd/>
              <a:tailEnd/>
            </a:ln>
          </p:spPr>
          <p:txBody>
            <a:bodyPr wrap="none" anchor="ctr"/>
            <a:lstStyle/>
            <a:p>
              <a:pPr eaLnBrk="0" hangingPunct="0"/>
              <a:endParaRPr lang="zh-CN" altLang="en-US" sz="2400" b="1">
                <a:solidFill>
                  <a:srgbClr val="C00000"/>
                </a:solidFill>
                <a:ea typeface="宋体" panose="02010600030101010101" pitchFamily="2" charset="-122"/>
              </a:endParaRPr>
            </a:p>
          </p:txBody>
        </p:sp>
        <p:sp>
          <p:nvSpPr>
            <p:cNvPr id="285702" name="Oval 7"/>
            <p:cNvSpPr>
              <a:spLocks noChangeArrowheads="1"/>
            </p:cNvSpPr>
            <p:nvPr/>
          </p:nvSpPr>
          <p:spPr bwMode="auto">
            <a:xfrm>
              <a:off x="2344076" y="3151188"/>
              <a:ext cx="80830" cy="74612"/>
            </a:xfrm>
            <a:prstGeom prst="ellipse">
              <a:avLst/>
            </a:prstGeom>
            <a:solidFill>
              <a:srgbClr val="333399"/>
            </a:solidFill>
            <a:ln w="9525">
              <a:solidFill>
                <a:schemeClr val="tx1"/>
              </a:solidFill>
              <a:round/>
              <a:headEnd/>
              <a:tailEnd/>
            </a:ln>
          </p:spPr>
          <p:txBody>
            <a:bodyPr wrap="none" anchor="ctr"/>
            <a:lstStyle/>
            <a:p>
              <a:pPr eaLnBrk="0" hangingPunct="0"/>
              <a:endParaRPr lang="zh-CN" altLang="en-US" sz="2400" b="1">
                <a:solidFill>
                  <a:srgbClr val="C00000"/>
                </a:solidFill>
                <a:ea typeface="宋体" panose="02010600030101010101" pitchFamily="2" charset="-122"/>
              </a:endParaRPr>
            </a:p>
          </p:txBody>
        </p:sp>
        <p:sp>
          <p:nvSpPr>
            <p:cNvPr id="285703" name="Oval 8"/>
            <p:cNvSpPr>
              <a:spLocks noChangeArrowheads="1"/>
            </p:cNvSpPr>
            <p:nvPr/>
          </p:nvSpPr>
          <p:spPr bwMode="auto">
            <a:xfrm>
              <a:off x="1749029" y="3151188"/>
              <a:ext cx="80830" cy="74612"/>
            </a:xfrm>
            <a:prstGeom prst="ellipse">
              <a:avLst/>
            </a:prstGeom>
            <a:solidFill>
              <a:srgbClr val="333399"/>
            </a:solidFill>
            <a:ln w="9525">
              <a:solidFill>
                <a:schemeClr val="tx1"/>
              </a:solidFill>
              <a:round/>
              <a:headEnd/>
              <a:tailEnd/>
            </a:ln>
          </p:spPr>
          <p:txBody>
            <a:bodyPr wrap="none" anchor="ctr"/>
            <a:lstStyle/>
            <a:p>
              <a:pPr eaLnBrk="0" hangingPunct="0"/>
              <a:endParaRPr lang="zh-CN" altLang="en-US" sz="2400" b="1">
                <a:solidFill>
                  <a:srgbClr val="C00000"/>
                </a:solidFill>
                <a:ea typeface="宋体" panose="02010600030101010101" pitchFamily="2" charset="-122"/>
              </a:endParaRPr>
            </a:p>
          </p:txBody>
        </p:sp>
        <p:sp>
          <p:nvSpPr>
            <p:cNvPr id="285704" name="Oval 9"/>
            <p:cNvSpPr>
              <a:spLocks noChangeArrowheads="1"/>
            </p:cNvSpPr>
            <p:nvPr/>
          </p:nvSpPr>
          <p:spPr bwMode="auto">
            <a:xfrm>
              <a:off x="1172898" y="3697288"/>
              <a:ext cx="80831" cy="74612"/>
            </a:xfrm>
            <a:prstGeom prst="ellipse">
              <a:avLst/>
            </a:prstGeom>
            <a:solidFill>
              <a:srgbClr val="333399"/>
            </a:solidFill>
            <a:ln w="9525">
              <a:solidFill>
                <a:schemeClr val="tx1"/>
              </a:solidFill>
              <a:round/>
              <a:headEnd/>
              <a:tailEnd/>
            </a:ln>
          </p:spPr>
          <p:txBody>
            <a:bodyPr wrap="none" anchor="ctr"/>
            <a:lstStyle/>
            <a:p>
              <a:pPr eaLnBrk="0" hangingPunct="0"/>
              <a:endParaRPr lang="zh-CN" altLang="en-US" sz="2400" b="1">
                <a:solidFill>
                  <a:srgbClr val="C00000"/>
                </a:solidFill>
                <a:ea typeface="宋体" panose="02010600030101010101" pitchFamily="2" charset="-122"/>
              </a:endParaRPr>
            </a:p>
          </p:txBody>
        </p:sp>
        <p:sp>
          <p:nvSpPr>
            <p:cNvPr id="285705" name="Oval 10"/>
            <p:cNvSpPr>
              <a:spLocks noChangeArrowheads="1"/>
            </p:cNvSpPr>
            <p:nvPr/>
          </p:nvSpPr>
          <p:spPr bwMode="auto">
            <a:xfrm>
              <a:off x="2345796" y="3695701"/>
              <a:ext cx="80831" cy="74613"/>
            </a:xfrm>
            <a:prstGeom prst="ellipse">
              <a:avLst/>
            </a:prstGeom>
            <a:solidFill>
              <a:srgbClr val="333399"/>
            </a:solidFill>
            <a:ln w="9525">
              <a:solidFill>
                <a:schemeClr val="tx1"/>
              </a:solidFill>
              <a:round/>
              <a:headEnd/>
              <a:tailEnd/>
            </a:ln>
          </p:spPr>
          <p:txBody>
            <a:bodyPr wrap="none" anchor="ctr"/>
            <a:lstStyle/>
            <a:p>
              <a:pPr eaLnBrk="0" hangingPunct="0"/>
              <a:endParaRPr lang="zh-CN" altLang="en-US" sz="2400" b="1">
                <a:solidFill>
                  <a:srgbClr val="C00000"/>
                </a:solidFill>
                <a:ea typeface="宋体" panose="02010600030101010101" pitchFamily="2" charset="-122"/>
              </a:endParaRPr>
            </a:p>
          </p:txBody>
        </p:sp>
        <p:sp>
          <p:nvSpPr>
            <p:cNvPr id="285706" name="Oval 11"/>
            <p:cNvSpPr>
              <a:spLocks noChangeArrowheads="1"/>
            </p:cNvSpPr>
            <p:nvPr/>
          </p:nvSpPr>
          <p:spPr bwMode="auto">
            <a:xfrm>
              <a:off x="1750748" y="3697288"/>
              <a:ext cx="80831" cy="74612"/>
            </a:xfrm>
            <a:prstGeom prst="ellipse">
              <a:avLst/>
            </a:prstGeom>
            <a:solidFill>
              <a:srgbClr val="333399"/>
            </a:solidFill>
            <a:ln w="9525">
              <a:solidFill>
                <a:schemeClr val="tx1"/>
              </a:solidFill>
              <a:round/>
              <a:headEnd/>
              <a:tailEnd/>
            </a:ln>
          </p:spPr>
          <p:txBody>
            <a:bodyPr wrap="none" anchor="ctr"/>
            <a:lstStyle/>
            <a:p>
              <a:pPr eaLnBrk="0" hangingPunct="0"/>
              <a:endParaRPr lang="zh-CN" altLang="en-US" sz="2400" b="1">
                <a:solidFill>
                  <a:srgbClr val="C00000"/>
                </a:solidFill>
                <a:ea typeface="宋体" panose="02010600030101010101" pitchFamily="2" charset="-122"/>
              </a:endParaRPr>
            </a:p>
          </p:txBody>
        </p:sp>
        <p:sp>
          <p:nvSpPr>
            <p:cNvPr id="285707" name="Oval 12"/>
            <p:cNvSpPr>
              <a:spLocks noChangeArrowheads="1"/>
            </p:cNvSpPr>
            <p:nvPr/>
          </p:nvSpPr>
          <p:spPr bwMode="auto">
            <a:xfrm>
              <a:off x="2918487" y="3151188"/>
              <a:ext cx="80830" cy="74612"/>
            </a:xfrm>
            <a:prstGeom prst="ellipse">
              <a:avLst/>
            </a:prstGeom>
            <a:solidFill>
              <a:srgbClr val="333399"/>
            </a:solidFill>
            <a:ln w="9525">
              <a:solidFill>
                <a:schemeClr val="tx1"/>
              </a:solidFill>
              <a:round/>
              <a:headEnd/>
              <a:tailEnd/>
            </a:ln>
          </p:spPr>
          <p:txBody>
            <a:bodyPr wrap="none" anchor="ctr"/>
            <a:lstStyle/>
            <a:p>
              <a:pPr eaLnBrk="0" hangingPunct="0"/>
              <a:endParaRPr lang="zh-CN" altLang="zh-CN" sz="2800" b="1">
                <a:solidFill>
                  <a:srgbClr val="C00000"/>
                </a:solidFill>
                <a:ea typeface="宋体" panose="02010600030101010101" pitchFamily="2" charset="-122"/>
              </a:endParaRPr>
            </a:p>
          </p:txBody>
        </p:sp>
        <p:sp>
          <p:nvSpPr>
            <p:cNvPr id="285708" name="Oval 13"/>
            <p:cNvSpPr>
              <a:spLocks noChangeArrowheads="1"/>
            </p:cNvSpPr>
            <p:nvPr/>
          </p:nvSpPr>
          <p:spPr bwMode="auto">
            <a:xfrm>
              <a:off x="2345796" y="4229101"/>
              <a:ext cx="80831" cy="74613"/>
            </a:xfrm>
            <a:prstGeom prst="ellipse">
              <a:avLst/>
            </a:prstGeom>
            <a:solidFill>
              <a:srgbClr val="333399"/>
            </a:solidFill>
            <a:ln w="9525">
              <a:solidFill>
                <a:schemeClr val="tx1"/>
              </a:solidFill>
              <a:round/>
              <a:headEnd/>
              <a:tailEnd/>
            </a:ln>
          </p:spPr>
          <p:txBody>
            <a:bodyPr wrap="none" anchor="ctr"/>
            <a:lstStyle/>
            <a:p>
              <a:pPr eaLnBrk="0" hangingPunct="0"/>
              <a:endParaRPr lang="zh-CN" altLang="en-US" sz="2400" b="1">
                <a:solidFill>
                  <a:srgbClr val="C00000"/>
                </a:solidFill>
                <a:ea typeface="宋体" panose="02010600030101010101" pitchFamily="2" charset="-122"/>
              </a:endParaRPr>
            </a:p>
          </p:txBody>
        </p:sp>
        <p:sp>
          <p:nvSpPr>
            <p:cNvPr id="285709" name="Oval 14"/>
            <p:cNvSpPr>
              <a:spLocks noChangeArrowheads="1"/>
            </p:cNvSpPr>
            <p:nvPr/>
          </p:nvSpPr>
          <p:spPr bwMode="auto">
            <a:xfrm>
              <a:off x="1750748" y="4230688"/>
              <a:ext cx="80831" cy="74612"/>
            </a:xfrm>
            <a:prstGeom prst="ellipse">
              <a:avLst/>
            </a:prstGeom>
            <a:solidFill>
              <a:srgbClr val="333399"/>
            </a:solidFill>
            <a:ln w="9525">
              <a:solidFill>
                <a:schemeClr val="tx1"/>
              </a:solidFill>
              <a:round/>
              <a:headEnd/>
              <a:tailEnd/>
            </a:ln>
          </p:spPr>
          <p:txBody>
            <a:bodyPr wrap="none" anchor="ctr"/>
            <a:lstStyle/>
            <a:p>
              <a:pPr eaLnBrk="0" hangingPunct="0"/>
              <a:endParaRPr lang="zh-CN" altLang="en-US" sz="2400" b="1">
                <a:solidFill>
                  <a:srgbClr val="C00000"/>
                </a:solidFill>
                <a:ea typeface="宋体" panose="02010600030101010101" pitchFamily="2" charset="-122"/>
              </a:endParaRPr>
            </a:p>
          </p:txBody>
        </p:sp>
        <p:sp>
          <p:nvSpPr>
            <p:cNvPr id="285710" name="Oval 15"/>
            <p:cNvSpPr>
              <a:spLocks noChangeArrowheads="1"/>
            </p:cNvSpPr>
            <p:nvPr/>
          </p:nvSpPr>
          <p:spPr bwMode="auto">
            <a:xfrm>
              <a:off x="2918487" y="3695701"/>
              <a:ext cx="80830" cy="74613"/>
            </a:xfrm>
            <a:prstGeom prst="ellipse">
              <a:avLst/>
            </a:prstGeom>
            <a:solidFill>
              <a:srgbClr val="333399"/>
            </a:solidFill>
            <a:ln w="9525">
              <a:solidFill>
                <a:schemeClr val="tx1"/>
              </a:solidFill>
              <a:round/>
              <a:headEnd/>
              <a:tailEnd/>
            </a:ln>
          </p:spPr>
          <p:txBody>
            <a:bodyPr wrap="none" anchor="ctr"/>
            <a:lstStyle/>
            <a:p>
              <a:pPr eaLnBrk="0" hangingPunct="0"/>
              <a:endParaRPr lang="zh-CN" altLang="en-US" sz="2400" b="1">
                <a:solidFill>
                  <a:srgbClr val="C00000"/>
                </a:solidFill>
                <a:ea typeface="宋体" panose="02010600030101010101" pitchFamily="2" charset="-122"/>
              </a:endParaRPr>
            </a:p>
          </p:txBody>
        </p:sp>
        <p:sp>
          <p:nvSpPr>
            <p:cNvPr id="285711" name="Oval 16"/>
            <p:cNvSpPr>
              <a:spLocks noChangeArrowheads="1"/>
            </p:cNvSpPr>
            <p:nvPr/>
          </p:nvSpPr>
          <p:spPr bwMode="auto">
            <a:xfrm>
              <a:off x="2344076" y="4786313"/>
              <a:ext cx="80830" cy="74612"/>
            </a:xfrm>
            <a:prstGeom prst="ellipse">
              <a:avLst/>
            </a:prstGeom>
            <a:solidFill>
              <a:srgbClr val="333399"/>
            </a:solidFill>
            <a:ln w="9525">
              <a:solidFill>
                <a:schemeClr val="tx1"/>
              </a:solidFill>
              <a:round/>
              <a:headEnd/>
              <a:tailEnd/>
            </a:ln>
          </p:spPr>
          <p:txBody>
            <a:bodyPr wrap="none" anchor="ctr"/>
            <a:lstStyle/>
            <a:p>
              <a:pPr eaLnBrk="0" hangingPunct="0"/>
              <a:endParaRPr lang="zh-CN" altLang="en-US" sz="2400" b="1">
                <a:solidFill>
                  <a:srgbClr val="C00000"/>
                </a:solidFill>
                <a:ea typeface="宋体" panose="02010600030101010101" pitchFamily="2" charset="-122"/>
              </a:endParaRPr>
            </a:p>
          </p:txBody>
        </p:sp>
        <p:sp>
          <p:nvSpPr>
            <p:cNvPr id="285712" name="Oval 17"/>
            <p:cNvSpPr>
              <a:spLocks noChangeArrowheads="1"/>
            </p:cNvSpPr>
            <p:nvPr/>
          </p:nvSpPr>
          <p:spPr bwMode="auto">
            <a:xfrm>
              <a:off x="1172898" y="4786313"/>
              <a:ext cx="80831" cy="74612"/>
            </a:xfrm>
            <a:prstGeom prst="ellipse">
              <a:avLst/>
            </a:prstGeom>
            <a:solidFill>
              <a:srgbClr val="333399"/>
            </a:solidFill>
            <a:ln w="9525">
              <a:solidFill>
                <a:schemeClr val="tx1"/>
              </a:solidFill>
              <a:round/>
              <a:headEnd/>
              <a:tailEnd/>
            </a:ln>
          </p:spPr>
          <p:txBody>
            <a:bodyPr wrap="none" anchor="ctr"/>
            <a:lstStyle/>
            <a:p>
              <a:pPr eaLnBrk="0" hangingPunct="0"/>
              <a:endParaRPr lang="zh-CN" altLang="en-US" sz="2400" b="1">
                <a:solidFill>
                  <a:srgbClr val="C00000"/>
                </a:solidFill>
                <a:ea typeface="宋体" panose="02010600030101010101" pitchFamily="2" charset="-122"/>
              </a:endParaRPr>
            </a:p>
          </p:txBody>
        </p:sp>
        <p:sp>
          <p:nvSpPr>
            <p:cNvPr id="285713" name="Oval 18"/>
            <p:cNvSpPr>
              <a:spLocks noChangeArrowheads="1"/>
            </p:cNvSpPr>
            <p:nvPr/>
          </p:nvSpPr>
          <p:spPr bwMode="auto">
            <a:xfrm>
              <a:off x="2918487" y="4230688"/>
              <a:ext cx="80830" cy="74612"/>
            </a:xfrm>
            <a:prstGeom prst="ellipse">
              <a:avLst/>
            </a:prstGeom>
            <a:solidFill>
              <a:srgbClr val="333399"/>
            </a:solidFill>
            <a:ln w="9525">
              <a:solidFill>
                <a:schemeClr val="tx1"/>
              </a:solidFill>
              <a:round/>
              <a:headEnd/>
              <a:tailEnd/>
            </a:ln>
          </p:spPr>
          <p:txBody>
            <a:bodyPr wrap="none" anchor="ctr"/>
            <a:lstStyle/>
            <a:p>
              <a:pPr eaLnBrk="0" hangingPunct="0"/>
              <a:endParaRPr lang="zh-CN" altLang="en-US" sz="2400" b="1">
                <a:solidFill>
                  <a:srgbClr val="C00000"/>
                </a:solidFill>
                <a:ea typeface="宋体" panose="02010600030101010101" pitchFamily="2" charset="-122"/>
              </a:endParaRPr>
            </a:p>
          </p:txBody>
        </p:sp>
        <p:sp>
          <p:nvSpPr>
            <p:cNvPr id="285714" name="Oval 19"/>
            <p:cNvSpPr>
              <a:spLocks noChangeArrowheads="1"/>
            </p:cNvSpPr>
            <p:nvPr/>
          </p:nvSpPr>
          <p:spPr bwMode="auto">
            <a:xfrm>
              <a:off x="1749029" y="4786313"/>
              <a:ext cx="80830" cy="74612"/>
            </a:xfrm>
            <a:prstGeom prst="ellipse">
              <a:avLst/>
            </a:prstGeom>
            <a:solidFill>
              <a:srgbClr val="333399"/>
            </a:solidFill>
            <a:ln w="9525">
              <a:solidFill>
                <a:schemeClr val="tx1"/>
              </a:solidFill>
              <a:round/>
              <a:headEnd/>
              <a:tailEnd/>
            </a:ln>
          </p:spPr>
          <p:txBody>
            <a:bodyPr wrap="none" anchor="ctr"/>
            <a:lstStyle/>
            <a:p>
              <a:pPr eaLnBrk="0" hangingPunct="0"/>
              <a:endParaRPr lang="zh-CN" altLang="en-US" sz="2400" b="1">
                <a:solidFill>
                  <a:srgbClr val="C00000"/>
                </a:solidFill>
                <a:ea typeface="宋体" panose="02010600030101010101" pitchFamily="2" charset="-122"/>
              </a:endParaRPr>
            </a:p>
          </p:txBody>
        </p:sp>
        <p:sp>
          <p:nvSpPr>
            <p:cNvPr id="285715" name="Oval 20"/>
            <p:cNvSpPr>
              <a:spLocks noChangeArrowheads="1"/>
            </p:cNvSpPr>
            <p:nvPr/>
          </p:nvSpPr>
          <p:spPr bwMode="auto">
            <a:xfrm>
              <a:off x="2918487" y="4786313"/>
              <a:ext cx="80830" cy="74612"/>
            </a:xfrm>
            <a:prstGeom prst="ellipse">
              <a:avLst/>
            </a:prstGeom>
            <a:solidFill>
              <a:srgbClr val="333399"/>
            </a:solidFill>
            <a:ln w="9525">
              <a:solidFill>
                <a:schemeClr val="tx1"/>
              </a:solidFill>
              <a:round/>
              <a:headEnd/>
              <a:tailEnd/>
            </a:ln>
          </p:spPr>
          <p:txBody>
            <a:bodyPr wrap="none" anchor="ctr"/>
            <a:lstStyle/>
            <a:p>
              <a:pPr eaLnBrk="0" hangingPunct="0"/>
              <a:endParaRPr lang="zh-CN" altLang="en-US" sz="2400" b="1">
                <a:solidFill>
                  <a:srgbClr val="C00000"/>
                </a:solidFill>
                <a:ea typeface="宋体" panose="02010600030101010101" pitchFamily="2" charset="-122"/>
              </a:endParaRPr>
            </a:p>
          </p:txBody>
        </p:sp>
        <p:sp>
          <p:nvSpPr>
            <p:cNvPr id="285716" name="Line 21"/>
            <p:cNvSpPr>
              <a:spLocks noChangeShapeType="1"/>
            </p:cNvSpPr>
            <p:nvPr/>
          </p:nvSpPr>
          <p:spPr bwMode="auto">
            <a:xfrm>
              <a:off x="584729" y="4011613"/>
              <a:ext cx="2641600" cy="0"/>
            </a:xfrm>
            <a:prstGeom prst="line">
              <a:avLst/>
            </a:prstGeom>
            <a:noFill/>
            <a:ln w="9525" cap="rnd">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sz="2400" b="1">
                <a:solidFill>
                  <a:srgbClr val="C00000"/>
                </a:solidFill>
                <a:ea typeface="宋体" panose="02010600030101010101" pitchFamily="2" charset="-122"/>
              </a:endParaRPr>
            </a:p>
          </p:txBody>
        </p:sp>
        <p:sp>
          <p:nvSpPr>
            <p:cNvPr id="285717" name="Line 22"/>
            <p:cNvSpPr>
              <a:spLocks noChangeShapeType="1"/>
            </p:cNvSpPr>
            <p:nvPr/>
          </p:nvSpPr>
          <p:spPr bwMode="auto">
            <a:xfrm>
              <a:off x="584729" y="4011613"/>
              <a:ext cx="2971800" cy="0"/>
            </a:xfrm>
            <a:prstGeom prst="line">
              <a:avLst/>
            </a:prstGeom>
            <a:noFill/>
            <a:ln w="28575">
              <a:solidFill>
                <a:srgbClr val="333399"/>
              </a:solidFill>
              <a:round/>
              <a:headEnd/>
              <a:tailEnd type="triangle" w="med" len="lg"/>
            </a:ln>
            <a:extLst>
              <a:ext uri="{909E8E84-426E-40DD-AFC4-6F175D3DCCD1}">
                <a14:hiddenFill xmlns:a14="http://schemas.microsoft.com/office/drawing/2010/main">
                  <a:noFill/>
                </a14:hiddenFill>
              </a:ext>
            </a:extLst>
          </p:spPr>
          <p:txBody>
            <a:bodyPr wrap="none" anchor="ctr"/>
            <a:lstStyle/>
            <a:p>
              <a:pPr eaLnBrk="0" hangingPunct="0"/>
              <a:endParaRPr lang="zh-CN" altLang="en-US" sz="2400" b="1">
                <a:solidFill>
                  <a:srgbClr val="C00000"/>
                </a:solidFill>
                <a:ea typeface="宋体" panose="02010600030101010101" pitchFamily="2" charset="-122"/>
              </a:endParaRPr>
            </a:p>
          </p:txBody>
        </p:sp>
        <p:sp>
          <p:nvSpPr>
            <p:cNvPr id="285718" name="Line 23"/>
            <p:cNvSpPr>
              <a:spLocks noChangeShapeType="1"/>
            </p:cNvSpPr>
            <p:nvPr/>
          </p:nvSpPr>
          <p:spPr bwMode="auto">
            <a:xfrm flipV="1">
              <a:off x="2077508" y="3197225"/>
              <a:ext cx="297525" cy="808038"/>
            </a:xfrm>
            <a:prstGeom prst="line">
              <a:avLst/>
            </a:prstGeom>
            <a:noFill/>
            <a:ln w="28575">
              <a:solidFill>
                <a:srgbClr val="333399"/>
              </a:solidFill>
              <a:round/>
              <a:headEnd/>
              <a:tailEnd type="triangle" w="sm" len="lg"/>
            </a:ln>
            <a:extLst>
              <a:ext uri="{909E8E84-426E-40DD-AFC4-6F175D3DCCD1}">
                <a14:hiddenFill xmlns:a14="http://schemas.microsoft.com/office/drawing/2010/main">
                  <a:noFill/>
                </a14:hiddenFill>
              </a:ext>
            </a:extLst>
          </p:spPr>
          <p:txBody>
            <a:bodyPr wrap="none" anchor="ctr"/>
            <a:lstStyle/>
            <a:p>
              <a:pPr eaLnBrk="0" hangingPunct="0"/>
              <a:endParaRPr lang="zh-CN" altLang="en-US" sz="2400" b="1">
                <a:solidFill>
                  <a:srgbClr val="C00000"/>
                </a:solidFill>
                <a:ea typeface="宋体" panose="02010600030101010101" pitchFamily="2" charset="-122"/>
              </a:endParaRPr>
            </a:p>
          </p:txBody>
        </p:sp>
        <p:sp>
          <p:nvSpPr>
            <p:cNvPr id="285719" name="Freeform 24"/>
            <p:cNvSpPr>
              <a:spLocks noChangeArrowheads="1"/>
            </p:cNvSpPr>
            <p:nvPr/>
          </p:nvSpPr>
          <p:spPr bwMode="auto">
            <a:xfrm>
              <a:off x="2170378" y="3751263"/>
              <a:ext cx="189177" cy="260350"/>
            </a:xfrm>
            <a:custGeom>
              <a:avLst/>
              <a:gdLst>
                <a:gd name="T0" fmla="*/ 0 w 110"/>
                <a:gd name="T1" fmla="*/ 0 h 164"/>
                <a:gd name="T2" fmla="*/ 44 w 110"/>
                <a:gd name="T3" fmla="*/ 24 h 164"/>
                <a:gd name="T4" fmla="*/ 86 w 110"/>
                <a:gd name="T5" fmla="*/ 66 h 164"/>
                <a:gd name="T6" fmla="*/ 104 w 110"/>
                <a:gd name="T7" fmla="*/ 112 h 164"/>
                <a:gd name="T8" fmla="*/ 110 w 110"/>
                <a:gd name="T9" fmla="*/ 164 h 164"/>
              </a:gdLst>
              <a:ahLst/>
              <a:cxnLst>
                <a:cxn ang="0">
                  <a:pos x="T0" y="T1"/>
                </a:cxn>
                <a:cxn ang="0">
                  <a:pos x="T2" y="T3"/>
                </a:cxn>
                <a:cxn ang="0">
                  <a:pos x="T4" y="T5"/>
                </a:cxn>
                <a:cxn ang="0">
                  <a:pos x="T6" y="T7"/>
                </a:cxn>
                <a:cxn ang="0">
                  <a:pos x="T8" y="T9"/>
                </a:cxn>
              </a:cxnLst>
              <a:rect l="0" t="0" r="r" b="b"/>
              <a:pathLst>
                <a:path w="110" h="164">
                  <a:moveTo>
                    <a:pt x="0" y="0"/>
                  </a:moveTo>
                  <a:cubicBezTo>
                    <a:pt x="7" y="4"/>
                    <a:pt x="30" y="13"/>
                    <a:pt x="44" y="24"/>
                  </a:cubicBezTo>
                  <a:cubicBezTo>
                    <a:pt x="58" y="35"/>
                    <a:pt x="76" y="51"/>
                    <a:pt x="86" y="66"/>
                  </a:cubicBezTo>
                  <a:cubicBezTo>
                    <a:pt x="96" y="81"/>
                    <a:pt x="100" y="96"/>
                    <a:pt x="104" y="112"/>
                  </a:cubicBezTo>
                  <a:cubicBezTo>
                    <a:pt x="108" y="128"/>
                    <a:pt x="109" y="153"/>
                    <a:pt x="110" y="164"/>
                  </a:cubicBez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sz="2400" b="1">
                <a:solidFill>
                  <a:srgbClr val="C00000"/>
                </a:solidFill>
                <a:ea typeface="宋体" panose="02010600030101010101" pitchFamily="2" charset="-122"/>
              </a:endParaRPr>
            </a:p>
          </p:txBody>
        </p:sp>
        <p:sp>
          <p:nvSpPr>
            <p:cNvPr id="285720" name="Text Box 25"/>
            <p:cNvSpPr txBox="1">
              <a:spLocks noChangeArrowheads="1"/>
            </p:cNvSpPr>
            <p:nvPr/>
          </p:nvSpPr>
          <p:spPr bwMode="auto">
            <a:xfrm>
              <a:off x="2044833" y="3319463"/>
              <a:ext cx="264987" cy="323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C00000"/>
                  </a:solidFill>
                  <a:latin typeface="Times New Roman" panose="02020603050405020304" pitchFamily="18" charset="0"/>
                  <a:ea typeface="宋体" panose="02010600030101010101" pitchFamily="2" charset="-122"/>
                </a:rPr>
                <a:t>r</a:t>
              </a:r>
            </a:p>
          </p:txBody>
        </p:sp>
        <p:sp>
          <p:nvSpPr>
            <p:cNvPr id="285721" name="Text Box 26"/>
            <p:cNvSpPr txBox="1">
              <a:spLocks noChangeArrowheads="1"/>
            </p:cNvSpPr>
            <p:nvPr/>
          </p:nvSpPr>
          <p:spPr bwMode="auto">
            <a:xfrm>
              <a:off x="2287323" y="3646804"/>
              <a:ext cx="298998" cy="323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C00000"/>
                  </a:solidFill>
                  <a:latin typeface="Times New Roman" panose="02020603050405020304" pitchFamily="18" charset="0"/>
                  <a:ea typeface="宋体" panose="02010600030101010101" pitchFamily="2" charset="-122"/>
                  <a:sym typeface="Symbol" panose="05050102010706020507" pitchFamily="18" charset="2"/>
                </a:rPr>
                <a:t></a:t>
              </a:r>
              <a:endParaRPr lang="en-US" altLang="zh-CN" b="1">
                <a:solidFill>
                  <a:srgbClr val="C00000"/>
                </a:solidFill>
                <a:latin typeface="Times New Roman" panose="02020603050405020304" pitchFamily="18" charset="0"/>
                <a:ea typeface="宋体" panose="02010600030101010101" pitchFamily="2" charset="-122"/>
              </a:endParaRPr>
            </a:p>
          </p:txBody>
        </p:sp>
        <p:sp>
          <p:nvSpPr>
            <p:cNvPr id="285722" name="Text Box 27"/>
            <p:cNvSpPr txBox="1">
              <a:spLocks noChangeArrowheads="1"/>
            </p:cNvSpPr>
            <p:nvPr/>
          </p:nvSpPr>
          <p:spPr bwMode="auto">
            <a:xfrm>
              <a:off x="2131880" y="2826579"/>
              <a:ext cx="622543" cy="323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C00000"/>
                  </a:solidFill>
                  <a:latin typeface="Times New Roman" panose="02020603050405020304" pitchFamily="18" charset="0"/>
                  <a:ea typeface="宋体" panose="02010600030101010101" pitchFamily="2" charset="-122"/>
                  <a:sym typeface="Symbol" panose="05050102010706020507" pitchFamily="18" charset="2"/>
                </a:rPr>
                <a:t>(r, )</a:t>
              </a:r>
              <a:endParaRPr lang="en-US" altLang="zh-CN" b="1">
                <a:solidFill>
                  <a:srgbClr val="C00000"/>
                </a:solidFill>
                <a:latin typeface="Times New Roman" panose="02020603050405020304" pitchFamily="18" charset="0"/>
                <a:ea typeface="宋体" panose="02010600030101010101" pitchFamily="2" charset="-122"/>
              </a:endParaRPr>
            </a:p>
          </p:txBody>
        </p:sp>
      </p:grpSp>
      <p:sp>
        <p:nvSpPr>
          <p:cNvPr id="285723" name="Text Box 30"/>
          <p:cNvSpPr txBox="1">
            <a:spLocks noChangeArrowheads="1"/>
          </p:cNvSpPr>
          <p:nvPr/>
        </p:nvSpPr>
        <p:spPr bwMode="auto">
          <a:xfrm>
            <a:off x="488950" y="5445125"/>
            <a:ext cx="9144000" cy="831850"/>
          </a:xfrm>
          <a:prstGeom prst="rect">
            <a:avLst/>
          </a:prstGeom>
          <a:solidFill>
            <a:srgbClr val="66FFFF"/>
          </a:solidFill>
          <a:ln w="9525">
            <a:solidFill>
              <a:srgbClr val="000066"/>
            </a:solidFill>
            <a:round/>
            <a:headEnd/>
            <a:tailEnd/>
          </a:ln>
        </p:spPr>
        <p:txBody>
          <a:bodyPr>
            <a:spAutoFit/>
          </a:bodyPr>
          <a:lstStyle/>
          <a:p>
            <a:pPr eaLnBrk="0" hangingPunct="0"/>
            <a:r>
              <a:rPr lang="zh-CN" altLang="en-US" sz="2400" b="1">
                <a:solidFill>
                  <a:srgbClr val="000066"/>
                </a:solidFill>
                <a:ea typeface="黑体" panose="02010609060101010101" pitchFamily="49" charset="-122"/>
              </a:rPr>
              <a:t>不是码元越多越好。若每一个码元可表示的比特数越多，则在接收端进行解调时要正确识别每一种状态就越困难，出错率增加。 </a:t>
            </a:r>
          </a:p>
        </p:txBody>
      </p:sp>
      <p:sp>
        <p:nvSpPr>
          <p:cNvPr id="285724" name="Text Box 34"/>
          <p:cNvSpPr txBox="1">
            <a:spLocks noChangeArrowheads="1"/>
          </p:cNvSpPr>
          <p:nvPr/>
        </p:nvSpPr>
        <p:spPr bwMode="auto">
          <a:xfrm>
            <a:off x="560388" y="1692275"/>
            <a:ext cx="1004887" cy="584200"/>
          </a:xfrm>
          <a:prstGeom prst="rect">
            <a:avLst/>
          </a:prstGeom>
          <a:noFill/>
          <a:ln w="9525">
            <a:solidFill>
              <a:srgbClr val="333399"/>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p>
            <a:pPr eaLnBrk="0" hangingPunct="0"/>
            <a:r>
              <a:rPr lang="zh-CN" altLang="en-US" sz="3200" b="1">
                <a:solidFill>
                  <a:srgbClr val="C00000"/>
                </a:solidFill>
                <a:ea typeface="黑体" panose="02010609060101010101" pitchFamily="49" charset="-122"/>
              </a:rPr>
              <a:t>举例</a:t>
            </a:r>
          </a:p>
        </p:txBody>
      </p:sp>
      <p:sp>
        <p:nvSpPr>
          <p:cNvPr id="285725" name="矩形 1"/>
          <p:cNvSpPr>
            <a:spLocks noChangeArrowheads="1"/>
          </p:cNvSpPr>
          <p:nvPr/>
        </p:nvSpPr>
        <p:spPr bwMode="auto">
          <a:xfrm>
            <a:off x="4089400" y="1701800"/>
            <a:ext cx="5472113" cy="1201738"/>
          </a:xfrm>
          <a:prstGeom prst="rect">
            <a:avLst/>
          </a:prstGeom>
          <a:solidFill>
            <a:srgbClr val="FFFF66"/>
          </a:solidFill>
          <a:ln w="9525">
            <a:solidFill>
              <a:srgbClr val="333399"/>
            </a:solidFill>
            <a:round/>
            <a:headEnd/>
            <a:tailEnd/>
          </a:ln>
        </p:spPr>
        <p:txBody>
          <a:bodyPr>
            <a:spAutoFit/>
          </a:bodyPr>
          <a:lstStyle/>
          <a:p>
            <a:pPr eaLnBrk="0" hangingPunct="0"/>
            <a:r>
              <a:rPr lang="zh-CN" altLang="zh-CN" sz="2400" b="1">
                <a:ea typeface="黑体" panose="02010609060101010101" pitchFamily="49" charset="-122"/>
              </a:rPr>
              <a:t>为了达到更高的信息传输速率，必须采用技术上更为复杂的多元制的振幅相位混合调制方法</a:t>
            </a:r>
            <a:r>
              <a:rPr lang="zh-CN" altLang="en-US" sz="2400" b="1">
                <a:ea typeface="黑体" panose="02010609060101010101" pitchFamily="49" charset="-122"/>
              </a:rPr>
              <a:t>。</a:t>
            </a:r>
          </a:p>
        </p:txBody>
      </p:sp>
      <p:sp>
        <p:nvSpPr>
          <p:cNvPr id="4" name="TextBox 3"/>
          <p:cNvSpPr txBox="1"/>
          <p:nvPr/>
        </p:nvSpPr>
        <p:spPr>
          <a:xfrm>
            <a:off x="4089400" y="2982913"/>
            <a:ext cx="5472113" cy="2246312"/>
          </a:xfrm>
          <a:prstGeom prst="rect">
            <a:avLst/>
          </a:prstGeom>
          <a:noFill/>
        </p:spPr>
        <p:txBody>
          <a:bodyPr>
            <a:spAutoFit/>
          </a:bodyPr>
          <a:lstStyle/>
          <a:p>
            <a:pPr eaLnBrk="0" hangingPunct="0"/>
            <a:r>
              <a:rPr lang="zh-CN" altLang="en-US" sz="2000" b="1" dirty="0">
                <a:solidFill>
                  <a:srgbClr val="000099"/>
                </a:solidFill>
                <a:ea typeface="黑体" panose="02010609060101010101" pitchFamily="49" charset="-122"/>
              </a:rPr>
              <a:t>例如：</a:t>
            </a:r>
            <a:endParaRPr lang="en-US" altLang="zh-CN" sz="2000" b="1" dirty="0">
              <a:solidFill>
                <a:srgbClr val="000099"/>
              </a:solidFill>
              <a:ea typeface="黑体" panose="02010609060101010101" pitchFamily="49" charset="-122"/>
            </a:endParaRPr>
          </a:p>
          <a:p>
            <a:pPr eaLnBrk="0" hangingPunct="0">
              <a:buSzPct val="85000"/>
              <a:buFont typeface="Wingdings" panose="05000000000000000000" pitchFamily="2" charset="2"/>
              <a:buChar char="n"/>
            </a:pPr>
            <a:r>
              <a:rPr lang="zh-CN" altLang="en-US" sz="2000" b="1" dirty="0">
                <a:solidFill>
                  <a:srgbClr val="000099"/>
                </a:solidFill>
                <a:ea typeface="黑体" panose="02010609060101010101" pitchFamily="49" charset="-122"/>
              </a:rPr>
              <a:t>可供选择的</a:t>
            </a:r>
            <a:r>
              <a:rPr lang="zh-CN" altLang="en-US" sz="2000" b="1" dirty="0">
                <a:solidFill>
                  <a:srgbClr val="FF0000"/>
                </a:solidFill>
                <a:ea typeface="黑体" panose="02010609060101010101" pitchFamily="49" charset="-122"/>
              </a:rPr>
              <a:t>相位有 </a:t>
            </a:r>
            <a:r>
              <a:rPr lang="en-US" altLang="zh-CN" sz="2000" b="1" dirty="0">
                <a:solidFill>
                  <a:srgbClr val="FF0000"/>
                </a:solidFill>
                <a:ea typeface="黑体" panose="02010609060101010101" pitchFamily="49" charset="-122"/>
              </a:rPr>
              <a:t>12 </a:t>
            </a:r>
            <a:r>
              <a:rPr lang="zh-CN" altLang="en-US" sz="2000" b="1" dirty="0">
                <a:solidFill>
                  <a:srgbClr val="FF0000"/>
                </a:solidFill>
                <a:ea typeface="黑体" panose="02010609060101010101" pitchFamily="49" charset="-122"/>
              </a:rPr>
              <a:t>种</a:t>
            </a:r>
            <a:r>
              <a:rPr lang="zh-CN" altLang="en-US" sz="2000" b="1" dirty="0">
                <a:solidFill>
                  <a:srgbClr val="000099"/>
                </a:solidFill>
                <a:ea typeface="黑体" panose="02010609060101010101" pitchFamily="49" charset="-122"/>
              </a:rPr>
              <a:t>，而对于</a:t>
            </a:r>
            <a:r>
              <a:rPr lang="zh-CN" altLang="en-US" sz="2000" b="1" dirty="0">
                <a:solidFill>
                  <a:srgbClr val="FF0000"/>
                </a:solidFill>
                <a:ea typeface="黑体" panose="02010609060101010101" pitchFamily="49" charset="-122"/>
              </a:rPr>
              <a:t>每一种相位有 </a:t>
            </a:r>
            <a:r>
              <a:rPr lang="en-US" altLang="zh-CN" sz="2000" b="1" dirty="0">
                <a:solidFill>
                  <a:srgbClr val="FF0000"/>
                </a:solidFill>
                <a:ea typeface="黑体" panose="02010609060101010101" pitchFamily="49" charset="-122"/>
              </a:rPr>
              <a:t>1 </a:t>
            </a:r>
            <a:r>
              <a:rPr lang="zh-CN" altLang="en-US" sz="2000" b="1" dirty="0">
                <a:solidFill>
                  <a:srgbClr val="FF0000"/>
                </a:solidFill>
                <a:ea typeface="黑体" panose="02010609060101010101" pitchFamily="49" charset="-122"/>
              </a:rPr>
              <a:t>或 </a:t>
            </a:r>
            <a:r>
              <a:rPr lang="en-US" altLang="zh-CN" sz="2000" b="1" dirty="0">
                <a:solidFill>
                  <a:srgbClr val="FF0000"/>
                </a:solidFill>
                <a:ea typeface="黑体" panose="02010609060101010101" pitchFamily="49" charset="-122"/>
              </a:rPr>
              <a:t>2 </a:t>
            </a:r>
            <a:r>
              <a:rPr lang="zh-CN" altLang="en-US" sz="2000" b="1" dirty="0">
                <a:solidFill>
                  <a:srgbClr val="FF0000"/>
                </a:solidFill>
                <a:ea typeface="黑体" panose="02010609060101010101" pitchFamily="49" charset="-122"/>
              </a:rPr>
              <a:t>种振幅</a:t>
            </a:r>
            <a:r>
              <a:rPr lang="zh-CN" altLang="en-US" sz="2000" b="1" dirty="0">
                <a:solidFill>
                  <a:srgbClr val="000099"/>
                </a:solidFill>
                <a:ea typeface="黑体" panose="02010609060101010101" pitchFamily="49" charset="-122"/>
              </a:rPr>
              <a:t>可供选择。总共有 </a:t>
            </a:r>
            <a:r>
              <a:rPr lang="en-US" altLang="zh-CN" sz="2000" b="1" dirty="0">
                <a:solidFill>
                  <a:srgbClr val="000099"/>
                </a:solidFill>
                <a:ea typeface="黑体" panose="02010609060101010101" pitchFamily="49" charset="-122"/>
              </a:rPr>
              <a:t>16 </a:t>
            </a:r>
            <a:r>
              <a:rPr lang="zh-CN" altLang="en-US" sz="2000" b="1" dirty="0">
                <a:solidFill>
                  <a:srgbClr val="000099"/>
                </a:solidFill>
                <a:ea typeface="黑体" panose="02010609060101010101" pitchFamily="49" charset="-122"/>
              </a:rPr>
              <a:t>种组合，即 </a:t>
            </a:r>
            <a:r>
              <a:rPr lang="en-US" altLang="zh-CN" sz="2000" b="1" dirty="0">
                <a:solidFill>
                  <a:srgbClr val="FF0000"/>
                </a:solidFill>
                <a:ea typeface="黑体" panose="02010609060101010101" pitchFamily="49" charset="-122"/>
              </a:rPr>
              <a:t>16 </a:t>
            </a:r>
            <a:r>
              <a:rPr lang="zh-CN" altLang="en-US" sz="2000" b="1" dirty="0">
                <a:solidFill>
                  <a:srgbClr val="FF0000"/>
                </a:solidFill>
                <a:ea typeface="黑体" panose="02010609060101010101" pitchFamily="49" charset="-122"/>
              </a:rPr>
              <a:t>个码元</a:t>
            </a:r>
            <a:r>
              <a:rPr lang="zh-CN" altLang="en-US" sz="2000" b="1" dirty="0">
                <a:solidFill>
                  <a:srgbClr val="000099"/>
                </a:solidFill>
                <a:ea typeface="黑体" panose="02010609060101010101" pitchFamily="49" charset="-122"/>
              </a:rPr>
              <a:t>。</a:t>
            </a:r>
            <a:endParaRPr lang="en-US" altLang="zh-CN" sz="2000" b="1" dirty="0">
              <a:solidFill>
                <a:srgbClr val="000099"/>
              </a:solidFill>
              <a:ea typeface="黑体" panose="02010609060101010101" pitchFamily="49" charset="-122"/>
            </a:endParaRPr>
          </a:p>
          <a:p>
            <a:pPr eaLnBrk="0" hangingPunct="0">
              <a:buSzPct val="85000"/>
              <a:buFont typeface="Wingdings" panose="05000000000000000000" pitchFamily="2" charset="2"/>
              <a:buChar char="n"/>
            </a:pPr>
            <a:r>
              <a:rPr lang="zh-CN" altLang="en-US" sz="2000" b="1" dirty="0">
                <a:solidFill>
                  <a:srgbClr val="000099"/>
                </a:solidFill>
                <a:ea typeface="黑体" panose="02010609060101010101" pitchFamily="49" charset="-122"/>
              </a:rPr>
              <a:t>由于 </a:t>
            </a:r>
            <a:r>
              <a:rPr lang="en-US" altLang="zh-CN" sz="2000" b="1" dirty="0">
                <a:solidFill>
                  <a:srgbClr val="000099"/>
                </a:solidFill>
                <a:ea typeface="黑体" panose="02010609060101010101" pitchFamily="49" charset="-122"/>
              </a:rPr>
              <a:t>4 bit </a:t>
            </a:r>
            <a:r>
              <a:rPr lang="zh-CN" altLang="en-US" sz="2000" b="1" dirty="0">
                <a:solidFill>
                  <a:srgbClr val="000099"/>
                </a:solidFill>
                <a:ea typeface="黑体" panose="02010609060101010101" pitchFamily="49" charset="-122"/>
              </a:rPr>
              <a:t>编码共有 </a:t>
            </a:r>
            <a:r>
              <a:rPr lang="en-US" altLang="zh-CN" sz="2000" b="1" dirty="0">
                <a:solidFill>
                  <a:srgbClr val="000099"/>
                </a:solidFill>
                <a:ea typeface="黑体" panose="02010609060101010101" pitchFamily="49" charset="-122"/>
              </a:rPr>
              <a:t>16 </a:t>
            </a:r>
            <a:r>
              <a:rPr lang="zh-CN" altLang="en-US" sz="2000" b="1" dirty="0">
                <a:solidFill>
                  <a:srgbClr val="000099"/>
                </a:solidFill>
                <a:ea typeface="黑体" panose="02010609060101010101" pitchFamily="49" charset="-122"/>
              </a:rPr>
              <a:t>种不同的组合，因此这 </a:t>
            </a:r>
            <a:r>
              <a:rPr lang="en-US" altLang="zh-CN" sz="2000" b="1" dirty="0">
                <a:solidFill>
                  <a:srgbClr val="000099"/>
                </a:solidFill>
                <a:ea typeface="黑体" panose="02010609060101010101" pitchFamily="49" charset="-122"/>
              </a:rPr>
              <a:t>16 </a:t>
            </a:r>
            <a:r>
              <a:rPr lang="zh-CN" altLang="en-US" sz="2000" b="1" dirty="0">
                <a:solidFill>
                  <a:srgbClr val="000099"/>
                </a:solidFill>
                <a:ea typeface="黑体" panose="02010609060101010101" pitchFamily="49" charset="-122"/>
              </a:rPr>
              <a:t>个点中的每个点可对应于一种 </a:t>
            </a:r>
            <a:r>
              <a:rPr lang="en-US" altLang="zh-CN" sz="2000" b="1" dirty="0">
                <a:solidFill>
                  <a:srgbClr val="000099"/>
                </a:solidFill>
                <a:ea typeface="黑体" panose="02010609060101010101" pitchFamily="49" charset="-122"/>
              </a:rPr>
              <a:t>4 bit </a:t>
            </a:r>
            <a:r>
              <a:rPr lang="zh-CN" altLang="en-US" sz="2000" b="1" dirty="0">
                <a:solidFill>
                  <a:srgbClr val="000099"/>
                </a:solidFill>
                <a:ea typeface="黑体" panose="02010609060101010101" pitchFamily="49" charset="-122"/>
              </a:rPr>
              <a:t>的编码。</a:t>
            </a:r>
            <a:r>
              <a:rPr lang="zh-CN" altLang="en-US" sz="2000" b="1" dirty="0">
                <a:solidFill>
                  <a:srgbClr val="FF0000"/>
                </a:solidFill>
                <a:ea typeface="黑体" panose="02010609060101010101" pitchFamily="49" charset="-122"/>
              </a:rPr>
              <a:t>数据传输率可提高 </a:t>
            </a:r>
            <a:r>
              <a:rPr lang="en-US" altLang="zh-CN" sz="2000" b="1" dirty="0">
                <a:solidFill>
                  <a:srgbClr val="FF0000"/>
                </a:solidFill>
                <a:ea typeface="黑体" panose="02010609060101010101" pitchFamily="49" charset="-122"/>
              </a:rPr>
              <a:t>4 </a:t>
            </a:r>
            <a:r>
              <a:rPr lang="zh-CN" altLang="en-US" sz="2000" b="1" dirty="0">
                <a:solidFill>
                  <a:srgbClr val="FF0000"/>
                </a:solidFill>
                <a:ea typeface="黑体" panose="02010609060101010101" pitchFamily="49" charset="-122"/>
              </a:rPr>
              <a:t>倍</a:t>
            </a:r>
            <a:r>
              <a:rPr lang="zh-CN" altLang="en-US" sz="2000" b="1" dirty="0">
                <a:solidFill>
                  <a:srgbClr val="000099"/>
                </a:solidFill>
                <a:ea typeface="黑体" panose="02010609060101010101" pitchFamily="49" charset="-122"/>
              </a:rPr>
              <a:t>。 </a:t>
            </a:r>
          </a:p>
        </p:txBody>
      </p:sp>
      <p:sp>
        <p:nvSpPr>
          <p:cNvPr id="285727" name="灯片编号占位符 6"/>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2FA77B1C-6AAA-4014-8766-AB6E1378CB56}" type="slidenum">
              <a:rPr lang="zh-CN" altLang="en-US" smtClean="0"/>
              <a:pPr eaLnBrk="1" hangingPunct="1"/>
              <a:t>16</a:t>
            </a:fld>
            <a:endParaRPr lang="en-US" altLang="zh-CN" smtClean="0"/>
          </a:p>
        </p:txBody>
      </p:sp>
      <p:sp>
        <p:nvSpPr>
          <p:cNvPr id="285728" name="页脚占位符 7"/>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7745" name="Rectangle 2"/>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2.2.3  </a:t>
            </a:r>
            <a:r>
              <a:rPr lang="zh-CN" altLang="en-US" smtClean="0">
                <a:ea typeface="黑体" panose="02010609060101010101" pitchFamily="49" charset="-122"/>
              </a:rPr>
              <a:t>信道的极限容量 </a:t>
            </a:r>
          </a:p>
        </p:txBody>
      </p:sp>
      <p:sp>
        <p:nvSpPr>
          <p:cNvPr id="31747" name="Rectangle 3"/>
          <p:cNvSpPr>
            <a:spLocks noGrp="1" noChangeArrowheads="1"/>
          </p:cNvSpPr>
          <p:nvPr>
            <p:ph idx="1"/>
          </p:nvPr>
        </p:nvSpPr>
        <p:spPr>
          <a:xfrm>
            <a:off x="495300" y="1196975"/>
            <a:ext cx="9066213" cy="4933950"/>
          </a:xfrm>
        </p:spPr>
        <p:txBody>
          <a:bodyPr/>
          <a:lstStyle/>
          <a:p>
            <a:r>
              <a:rPr lang="zh-CN" altLang="en-US" smtClean="0">
                <a:ea typeface="黑体" panose="02010609060101010101" pitchFamily="49" charset="-122"/>
              </a:rPr>
              <a:t>任何实际的信道都不是理想的，在传输信号时会产生各种失真以及带来多种干扰。</a:t>
            </a:r>
            <a:r>
              <a:rPr lang="zh-CN" altLang="en-US" sz="3600" smtClean="0">
                <a:ea typeface="黑体" panose="02010609060101010101" pitchFamily="49" charset="-122"/>
              </a:rPr>
              <a:t> </a:t>
            </a:r>
          </a:p>
          <a:p>
            <a:r>
              <a:rPr lang="zh-CN" altLang="en-US" smtClean="0">
                <a:ea typeface="黑体" panose="02010609060101010101" pitchFamily="49" charset="-122"/>
              </a:rPr>
              <a:t>码元传输的速率越高，或信号传输的距离越远，</a:t>
            </a:r>
            <a:r>
              <a:rPr lang="zh-CN" altLang="zh-CN" smtClean="0">
                <a:ea typeface="黑体" panose="02010609060101010101" pitchFamily="49" charset="-122"/>
              </a:rPr>
              <a:t>或传输媒体质量越差</a:t>
            </a:r>
            <a:r>
              <a:rPr lang="zh-CN" altLang="en-US" smtClean="0">
                <a:ea typeface="黑体" panose="02010609060101010101" pitchFamily="49" charset="-122"/>
              </a:rPr>
              <a:t>，在信道的输出端的波形的失真就越严重。 </a:t>
            </a:r>
          </a:p>
        </p:txBody>
      </p:sp>
      <p:sp>
        <p:nvSpPr>
          <p:cNvPr id="287747"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CCDBE788-97E2-4D77-81CC-5294BFEDA69F}" type="slidenum">
              <a:rPr lang="zh-CN" altLang="en-US" smtClean="0"/>
              <a:pPr eaLnBrk="1" hangingPunct="1"/>
              <a:t>17</a:t>
            </a:fld>
            <a:endParaRPr lang="en-US" altLang="zh-CN" smtClean="0"/>
          </a:p>
        </p:txBody>
      </p:sp>
      <p:sp>
        <p:nvSpPr>
          <p:cNvPr id="287748"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1747">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47"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9793" name="Rectangle 2"/>
          <p:cNvSpPr>
            <a:spLocks noGrp="1" noChangeArrowheads="1"/>
          </p:cNvSpPr>
          <p:nvPr>
            <p:ph type="title"/>
          </p:nvPr>
        </p:nvSpPr>
        <p:spPr/>
        <p:txBody>
          <a:bodyPr/>
          <a:lstStyle/>
          <a:p>
            <a:pPr algn="ctr"/>
            <a:r>
              <a:rPr lang="zh-CN" altLang="en-US" smtClean="0">
                <a:ea typeface="黑体" panose="02010609060101010101" pitchFamily="49" charset="-122"/>
              </a:rPr>
              <a:t>数字信号通过实际的信道 </a:t>
            </a:r>
          </a:p>
        </p:txBody>
      </p:sp>
      <p:grpSp>
        <p:nvGrpSpPr>
          <p:cNvPr id="4" name="组合 3"/>
          <p:cNvGrpSpPr>
            <a:grpSpLocks/>
          </p:cNvGrpSpPr>
          <p:nvPr/>
        </p:nvGrpSpPr>
        <p:grpSpPr bwMode="auto">
          <a:xfrm>
            <a:off x="627063" y="1268413"/>
            <a:ext cx="8502650" cy="2012950"/>
            <a:chOff x="626814" y="1426828"/>
            <a:chExt cx="8502650" cy="2011970"/>
          </a:xfrm>
        </p:grpSpPr>
        <p:sp>
          <p:nvSpPr>
            <p:cNvPr id="289795" name="AutoShape 4"/>
            <p:cNvSpPr>
              <a:spLocks noChangeArrowheads="1"/>
            </p:cNvSpPr>
            <p:nvPr/>
          </p:nvSpPr>
          <p:spPr bwMode="auto">
            <a:xfrm rot="-5400000">
              <a:off x="4592786" y="806590"/>
              <a:ext cx="395287" cy="4399227"/>
            </a:xfrm>
            <a:prstGeom prst="can">
              <a:avLst>
                <a:gd name="adj" fmla="val 66775"/>
              </a:avLst>
            </a:prstGeom>
            <a:gradFill rotWithShape="1">
              <a:gsLst>
                <a:gs pos="0">
                  <a:srgbClr val="6C6C6C"/>
                </a:gs>
                <a:gs pos="50000">
                  <a:srgbClr val="EAEAEA"/>
                </a:gs>
                <a:gs pos="100000">
                  <a:srgbClr val="6C6C6C"/>
                </a:gs>
              </a:gsLst>
              <a:lin ang="0" scaled="1"/>
            </a:gradFill>
            <a:ln w="9525">
              <a:solidFill>
                <a:srgbClr val="000000"/>
              </a:solidFill>
              <a:round/>
              <a:headEnd/>
              <a:tailEnd/>
            </a:ln>
          </p:spPr>
          <p:txBody>
            <a:bodyPr wrap="none" anchor="ctr"/>
            <a:lstStyle/>
            <a:p>
              <a:pPr eaLnBrk="0" hangingPunct="0"/>
              <a:endParaRPr lang="zh-CN" altLang="en-US" b="1">
                <a:solidFill>
                  <a:srgbClr val="0000CC"/>
                </a:solidFill>
                <a:ea typeface="宋体" panose="02010600030101010101" pitchFamily="2" charset="-122"/>
              </a:endParaRPr>
            </a:p>
          </p:txBody>
        </p:sp>
        <p:sp>
          <p:nvSpPr>
            <p:cNvPr id="289796" name="Freeform 5"/>
            <p:cNvSpPr>
              <a:spLocks noChangeArrowheads="1"/>
            </p:cNvSpPr>
            <p:nvPr/>
          </p:nvSpPr>
          <p:spPr bwMode="auto">
            <a:xfrm>
              <a:off x="693887" y="2214835"/>
              <a:ext cx="1668198" cy="658812"/>
            </a:xfrm>
            <a:custGeom>
              <a:avLst/>
              <a:gdLst>
                <a:gd name="T0" fmla="*/ 0 w 1056"/>
                <a:gd name="T1" fmla="*/ 480 h 480"/>
                <a:gd name="T2" fmla="*/ 144 w 1056"/>
                <a:gd name="T3" fmla="*/ 480 h 480"/>
                <a:gd name="T4" fmla="*/ 144 w 1056"/>
                <a:gd name="T5" fmla="*/ 0 h 480"/>
                <a:gd name="T6" fmla="*/ 384 w 1056"/>
                <a:gd name="T7" fmla="*/ 0 h 480"/>
                <a:gd name="T8" fmla="*/ 384 w 1056"/>
                <a:gd name="T9" fmla="*/ 480 h 480"/>
                <a:gd name="T10" fmla="*/ 624 w 1056"/>
                <a:gd name="T11" fmla="*/ 480 h 480"/>
                <a:gd name="T12" fmla="*/ 624 w 1056"/>
                <a:gd name="T13" fmla="*/ 0 h 480"/>
                <a:gd name="T14" fmla="*/ 864 w 1056"/>
                <a:gd name="T15" fmla="*/ 0 h 480"/>
                <a:gd name="T16" fmla="*/ 864 w 1056"/>
                <a:gd name="T17" fmla="*/ 480 h 480"/>
                <a:gd name="T18" fmla="*/ 1056 w 1056"/>
                <a:gd name="T19" fmla="*/ 480 h 4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56" h="480">
                  <a:moveTo>
                    <a:pt x="0" y="480"/>
                  </a:moveTo>
                  <a:lnTo>
                    <a:pt x="144" y="480"/>
                  </a:lnTo>
                  <a:lnTo>
                    <a:pt x="144" y="0"/>
                  </a:lnTo>
                  <a:lnTo>
                    <a:pt x="384" y="0"/>
                  </a:lnTo>
                  <a:lnTo>
                    <a:pt x="384" y="480"/>
                  </a:lnTo>
                  <a:lnTo>
                    <a:pt x="624" y="480"/>
                  </a:lnTo>
                  <a:lnTo>
                    <a:pt x="624" y="0"/>
                  </a:lnTo>
                  <a:lnTo>
                    <a:pt x="864" y="0"/>
                  </a:lnTo>
                  <a:lnTo>
                    <a:pt x="864" y="480"/>
                  </a:lnTo>
                  <a:lnTo>
                    <a:pt x="1056" y="480"/>
                  </a:lnTo>
                </a:path>
              </a:pathLst>
            </a:custGeom>
            <a:noFill/>
            <a:ln w="38100">
              <a:solidFill>
                <a:srgbClr val="333399"/>
              </a:solidFill>
              <a:round/>
              <a:headEnd/>
              <a:tailEnd/>
            </a:ln>
            <a:extLst>
              <a:ext uri="{909E8E84-426E-40DD-AFC4-6F175D3DCCD1}">
                <a14:hiddenFill xmlns:a14="http://schemas.microsoft.com/office/drawing/2010/main">
                  <a:solidFill>
                    <a:srgbClr val="FFFFFF"/>
                  </a:solidFill>
                </a14:hiddenFill>
              </a:ext>
            </a:extLst>
          </p:spPr>
          <p:txBody>
            <a:bodyPr wrap="none"/>
            <a:lstStyle/>
            <a:p>
              <a:pPr eaLnBrk="0" hangingPunct="0"/>
              <a:endParaRPr lang="zh-CN" altLang="en-US" b="1">
                <a:solidFill>
                  <a:srgbClr val="0000CC"/>
                </a:solidFill>
                <a:ea typeface="宋体" panose="02010600030101010101" pitchFamily="2" charset="-122"/>
              </a:endParaRPr>
            </a:p>
          </p:txBody>
        </p:sp>
        <p:sp>
          <p:nvSpPr>
            <p:cNvPr id="289797" name="Line 6"/>
            <p:cNvSpPr>
              <a:spLocks noChangeShapeType="1"/>
            </p:cNvSpPr>
            <p:nvPr/>
          </p:nvSpPr>
          <p:spPr bwMode="auto">
            <a:xfrm>
              <a:off x="693887" y="3005410"/>
              <a:ext cx="2123942" cy="0"/>
            </a:xfrm>
            <a:prstGeom prst="line">
              <a:avLst/>
            </a:prstGeom>
            <a:noFill/>
            <a:ln w="28575">
              <a:solidFill>
                <a:srgbClr val="333399"/>
              </a:solidFill>
              <a:round/>
              <a:headEnd/>
              <a:tailEnd type="triangle" w="med" len="lg"/>
            </a:ln>
            <a:extLst>
              <a:ext uri="{909E8E84-426E-40DD-AFC4-6F175D3DCCD1}">
                <a14:hiddenFill xmlns:a14="http://schemas.microsoft.com/office/drawing/2010/main">
                  <a:noFill/>
                </a14:hiddenFill>
              </a:ext>
            </a:extLst>
          </p:spPr>
          <p:txBody>
            <a:bodyPr wrap="none"/>
            <a:lstStyle/>
            <a:p>
              <a:pPr eaLnBrk="0" hangingPunct="0"/>
              <a:endParaRPr lang="zh-CN" altLang="en-US" b="1">
                <a:solidFill>
                  <a:srgbClr val="0000CC"/>
                </a:solidFill>
                <a:ea typeface="宋体" panose="02010600030101010101" pitchFamily="2" charset="-122"/>
              </a:endParaRPr>
            </a:p>
          </p:txBody>
        </p:sp>
        <p:sp>
          <p:nvSpPr>
            <p:cNvPr id="289798" name="Freeform 7"/>
            <p:cNvSpPr>
              <a:spLocks noChangeArrowheads="1"/>
            </p:cNvSpPr>
            <p:nvPr/>
          </p:nvSpPr>
          <p:spPr bwMode="auto">
            <a:xfrm>
              <a:off x="7292727" y="2214835"/>
              <a:ext cx="1669918" cy="658812"/>
            </a:xfrm>
            <a:custGeom>
              <a:avLst/>
              <a:gdLst>
                <a:gd name="T0" fmla="*/ 0 w 1056"/>
                <a:gd name="T1" fmla="*/ 480 h 480"/>
                <a:gd name="T2" fmla="*/ 144 w 1056"/>
                <a:gd name="T3" fmla="*/ 480 h 480"/>
                <a:gd name="T4" fmla="*/ 144 w 1056"/>
                <a:gd name="T5" fmla="*/ 0 h 480"/>
                <a:gd name="T6" fmla="*/ 384 w 1056"/>
                <a:gd name="T7" fmla="*/ 0 h 480"/>
                <a:gd name="T8" fmla="*/ 384 w 1056"/>
                <a:gd name="T9" fmla="*/ 480 h 480"/>
                <a:gd name="T10" fmla="*/ 624 w 1056"/>
                <a:gd name="T11" fmla="*/ 480 h 480"/>
                <a:gd name="T12" fmla="*/ 624 w 1056"/>
                <a:gd name="T13" fmla="*/ 0 h 480"/>
                <a:gd name="T14" fmla="*/ 864 w 1056"/>
                <a:gd name="T15" fmla="*/ 0 h 480"/>
                <a:gd name="T16" fmla="*/ 864 w 1056"/>
                <a:gd name="T17" fmla="*/ 480 h 480"/>
                <a:gd name="T18" fmla="*/ 1056 w 1056"/>
                <a:gd name="T19" fmla="*/ 480 h 4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56" h="480">
                  <a:moveTo>
                    <a:pt x="0" y="480"/>
                  </a:moveTo>
                  <a:lnTo>
                    <a:pt x="144" y="480"/>
                  </a:lnTo>
                  <a:lnTo>
                    <a:pt x="144" y="0"/>
                  </a:lnTo>
                  <a:lnTo>
                    <a:pt x="384" y="0"/>
                  </a:lnTo>
                  <a:lnTo>
                    <a:pt x="384" y="480"/>
                  </a:lnTo>
                  <a:lnTo>
                    <a:pt x="624" y="480"/>
                  </a:lnTo>
                  <a:lnTo>
                    <a:pt x="624" y="0"/>
                  </a:lnTo>
                  <a:lnTo>
                    <a:pt x="864" y="0"/>
                  </a:lnTo>
                  <a:lnTo>
                    <a:pt x="864" y="480"/>
                  </a:lnTo>
                  <a:lnTo>
                    <a:pt x="1056" y="480"/>
                  </a:lnTo>
                </a:path>
              </a:pathLst>
            </a:custGeom>
            <a:noFill/>
            <a:ln w="19050">
              <a:solidFill>
                <a:srgbClr val="333399"/>
              </a:solidFill>
              <a:prstDash val="dashDot"/>
              <a:round/>
              <a:headEnd/>
              <a:tailEnd/>
            </a:ln>
            <a:extLst>
              <a:ext uri="{909E8E84-426E-40DD-AFC4-6F175D3DCCD1}">
                <a14:hiddenFill xmlns:a14="http://schemas.microsoft.com/office/drawing/2010/main">
                  <a:solidFill>
                    <a:srgbClr val="FFFFFF"/>
                  </a:solidFill>
                </a14:hiddenFill>
              </a:ext>
            </a:extLst>
          </p:spPr>
          <p:txBody>
            <a:bodyPr wrap="none"/>
            <a:lstStyle/>
            <a:p>
              <a:pPr eaLnBrk="0" hangingPunct="0"/>
              <a:endParaRPr lang="zh-CN" altLang="en-US" b="1">
                <a:solidFill>
                  <a:srgbClr val="0000CC"/>
                </a:solidFill>
                <a:ea typeface="宋体" panose="02010600030101010101" pitchFamily="2" charset="-122"/>
              </a:endParaRPr>
            </a:p>
          </p:txBody>
        </p:sp>
        <p:sp>
          <p:nvSpPr>
            <p:cNvPr id="289799" name="Line 8"/>
            <p:cNvSpPr>
              <a:spLocks noChangeShapeType="1"/>
            </p:cNvSpPr>
            <p:nvPr/>
          </p:nvSpPr>
          <p:spPr bwMode="auto">
            <a:xfrm>
              <a:off x="6990044" y="3005410"/>
              <a:ext cx="2123943" cy="0"/>
            </a:xfrm>
            <a:prstGeom prst="line">
              <a:avLst/>
            </a:prstGeom>
            <a:noFill/>
            <a:ln w="28575">
              <a:solidFill>
                <a:srgbClr val="333399"/>
              </a:solidFill>
              <a:round/>
              <a:headEnd/>
              <a:tailEnd type="triangle" w="med" len="lg"/>
            </a:ln>
            <a:extLst>
              <a:ext uri="{909E8E84-426E-40DD-AFC4-6F175D3DCCD1}">
                <a14:hiddenFill xmlns:a14="http://schemas.microsoft.com/office/drawing/2010/main">
                  <a:noFill/>
                </a14:hiddenFill>
              </a:ext>
            </a:extLst>
          </p:spPr>
          <p:txBody>
            <a:bodyPr wrap="none"/>
            <a:lstStyle/>
            <a:p>
              <a:pPr eaLnBrk="0" hangingPunct="0"/>
              <a:endParaRPr lang="zh-CN" altLang="en-US" b="1">
                <a:solidFill>
                  <a:srgbClr val="0000CC"/>
                </a:solidFill>
                <a:ea typeface="宋体" panose="02010600030101010101" pitchFamily="2" charset="-122"/>
              </a:endParaRPr>
            </a:p>
          </p:txBody>
        </p:sp>
        <p:sp>
          <p:nvSpPr>
            <p:cNvPr id="289800" name="Freeform 9"/>
            <p:cNvSpPr>
              <a:spLocks noChangeArrowheads="1"/>
            </p:cNvSpPr>
            <p:nvPr/>
          </p:nvSpPr>
          <p:spPr bwMode="auto">
            <a:xfrm>
              <a:off x="7308206" y="2251348"/>
              <a:ext cx="1620044" cy="633413"/>
            </a:xfrm>
            <a:custGeom>
              <a:avLst/>
              <a:gdLst>
                <a:gd name="T0" fmla="*/ 0 w 1026"/>
                <a:gd name="T1" fmla="*/ 447 h 461"/>
                <a:gd name="T2" fmla="*/ 57 w 1026"/>
                <a:gd name="T3" fmla="*/ 459 h 461"/>
                <a:gd name="T4" fmla="*/ 78 w 1026"/>
                <a:gd name="T5" fmla="*/ 456 h 461"/>
                <a:gd name="T6" fmla="*/ 105 w 1026"/>
                <a:gd name="T7" fmla="*/ 444 h 461"/>
                <a:gd name="T8" fmla="*/ 153 w 1026"/>
                <a:gd name="T9" fmla="*/ 444 h 461"/>
                <a:gd name="T10" fmla="*/ 177 w 1026"/>
                <a:gd name="T11" fmla="*/ 354 h 461"/>
                <a:gd name="T12" fmla="*/ 180 w 1026"/>
                <a:gd name="T13" fmla="*/ 258 h 461"/>
                <a:gd name="T14" fmla="*/ 183 w 1026"/>
                <a:gd name="T15" fmla="*/ 246 h 461"/>
                <a:gd name="T16" fmla="*/ 189 w 1026"/>
                <a:gd name="T17" fmla="*/ 207 h 461"/>
                <a:gd name="T18" fmla="*/ 198 w 1026"/>
                <a:gd name="T19" fmla="*/ 180 h 461"/>
                <a:gd name="T20" fmla="*/ 213 w 1026"/>
                <a:gd name="T21" fmla="*/ 96 h 461"/>
                <a:gd name="T22" fmla="*/ 228 w 1026"/>
                <a:gd name="T23" fmla="*/ 18 h 461"/>
                <a:gd name="T24" fmla="*/ 252 w 1026"/>
                <a:gd name="T25" fmla="*/ 3 h 461"/>
                <a:gd name="T26" fmla="*/ 261 w 1026"/>
                <a:gd name="T27" fmla="*/ 0 h 461"/>
                <a:gd name="T28" fmla="*/ 321 w 1026"/>
                <a:gd name="T29" fmla="*/ 27 h 461"/>
                <a:gd name="T30" fmla="*/ 363 w 1026"/>
                <a:gd name="T31" fmla="*/ 27 h 461"/>
                <a:gd name="T32" fmla="*/ 387 w 1026"/>
                <a:gd name="T33" fmla="*/ 81 h 461"/>
                <a:gd name="T34" fmla="*/ 399 w 1026"/>
                <a:gd name="T35" fmla="*/ 222 h 461"/>
                <a:gd name="T36" fmla="*/ 417 w 1026"/>
                <a:gd name="T37" fmla="*/ 366 h 461"/>
                <a:gd name="T38" fmla="*/ 450 w 1026"/>
                <a:gd name="T39" fmla="*/ 417 h 461"/>
                <a:gd name="T40" fmla="*/ 504 w 1026"/>
                <a:gd name="T41" fmla="*/ 444 h 461"/>
                <a:gd name="T42" fmla="*/ 540 w 1026"/>
                <a:gd name="T43" fmla="*/ 450 h 461"/>
                <a:gd name="T44" fmla="*/ 558 w 1026"/>
                <a:gd name="T45" fmla="*/ 444 h 461"/>
                <a:gd name="T46" fmla="*/ 615 w 1026"/>
                <a:gd name="T47" fmla="*/ 459 h 461"/>
                <a:gd name="T48" fmla="*/ 639 w 1026"/>
                <a:gd name="T49" fmla="*/ 450 h 461"/>
                <a:gd name="T50" fmla="*/ 642 w 1026"/>
                <a:gd name="T51" fmla="*/ 432 h 461"/>
                <a:gd name="T52" fmla="*/ 654 w 1026"/>
                <a:gd name="T53" fmla="*/ 405 h 461"/>
                <a:gd name="T54" fmla="*/ 672 w 1026"/>
                <a:gd name="T55" fmla="*/ 315 h 461"/>
                <a:gd name="T56" fmla="*/ 690 w 1026"/>
                <a:gd name="T57" fmla="*/ 171 h 461"/>
                <a:gd name="T58" fmla="*/ 711 w 1026"/>
                <a:gd name="T59" fmla="*/ 81 h 461"/>
                <a:gd name="T60" fmla="*/ 741 w 1026"/>
                <a:gd name="T61" fmla="*/ 24 h 461"/>
                <a:gd name="T62" fmla="*/ 804 w 1026"/>
                <a:gd name="T63" fmla="*/ 45 h 461"/>
                <a:gd name="T64" fmla="*/ 831 w 1026"/>
                <a:gd name="T65" fmla="*/ 66 h 461"/>
                <a:gd name="T66" fmla="*/ 867 w 1026"/>
                <a:gd name="T67" fmla="*/ 69 h 461"/>
                <a:gd name="T68" fmla="*/ 870 w 1026"/>
                <a:gd name="T69" fmla="*/ 84 h 461"/>
                <a:gd name="T70" fmla="*/ 879 w 1026"/>
                <a:gd name="T71" fmla="*/ 135 h 461"/>
                <a:gd name="T72" fmla="*/ 901 w 1026"/>
                <a:gd name="T73" fmla="*/ 267 h 461"/>
                <a:gd name="T74" fmla="*/ 924 w 1026"/>
                <a:gd name="T75" fmla="*/ 363 h 461"/>
                <a:gd name="T76" fmla="*/ 963 w 1026"/>
                <a:gd name="T77" fmla="*/ 432 h 461"/>
                <a:gd name="T78" fmla="*/ 1026 w 1026"/>
                <a:gd name="T79" fmla="*/ 453 h 4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026" h="461">
                  <a:moveTo>
                    <a:pt x="0" y="447"/>
                  </a:moveTo>
                  <a:cubicBezTo>
                    <a:pt x="9" y="449"/>
                    <a:pt x="44" y="457"/>
                    <a:pt x="57" y="459"/>
                  </a:cubicBezTo>
                  <a:cubicBezTo>
                    <a:pt x="64" y="461"/>
                    <a:pt x="71" y="457"/>
                    <a:pt x="78" y="456"/>
                  </a:cubicBezTo>
                  <a:cubicBezTo>
                    <a:pt x="88" y="453"/>
                    <a:pt x="95" y="447"/>
                    <a:pt x="105" y="444"/>
                  </a:cubicBezTo>
                  <a:cubicBezTo>
                    <a:pt x="121" y="445"/>
                    <a:pt x="142" y="455"/>
                    <a:pt x="153" y="444"/>
                  </a:cubicBezTo>
                  <a:cubicBezTo>
                    <a:pt x="163" y="434"/>
                    <a:pt x="174" y="371"/>
                    <a:pt x="177" y="354"/>
                  </a:cubicBezTo>
                  <a:cubicBezTo>
                    <a:pt x="178" y="322"/>
                    <a:pt x="178" y="290"/>
                    <a:pt x="180" y="258"/>
                  </a:cubicBezTo>
                  <a:cubicBezTo>
                    <a:pt x="180" y="254"/>
                    <a:pt x="182" y="250"/>
                    <a:pt x="183" y="246"/>
                  </a:cubicBezTo>
                  <a:cubicBezTo>
                    <a:pt x="187" y="221"/>
                    <a:pt x="184" y="225"/>
                    <a:pt x="189" y="207"/>
                  </a:cubicBezTo>
                  <a:cubicBezTo>
                    <a:pt x="192" y="198"/>
                    <a:pt x="198" y="180"/>
                    <a:pt x="198" y="180"/>
                  </a:cubicBezTo>
                  <a:cubicBezTo>
                    <a:pt x="200" y="148"/>
                    <a:pt x="206" y="126"/>
                    <a:pt x="213" y="96"/>
                  </a:cubicBezTo>
                  <a:cubicBezTo>
                    <a:pt x="215" y="75"/>
                    <a:pt x="214" y="38"/>
                    <a:pt x="228" y="18"/>
                  </a:cubicBezTo>
                  <a:cubicBezTo>
                    <a:pt x="238" y="4"/>
                    <a:pt x="231" y="10"/>
                    <a:pt x="252" y="3"/>
                  </a:cubicBezTo>
                  <a:cubicBezTo>
                    <a:pt x="255" y="2"/>
                    <a:pt x="261" y="0"/>
                    <a:pt x="261" y="0"/>
                  </a:cubicBezTo>
                  <a:cubicBezTo>
                    <a:pt x="284" y="11"/>
                    <a:pt x="295" y="23"/>
                    <a:pt x="321" y="27"/>
                  </a:cubicBezTo>
                  <a:cubicBezTo>
                    <a:pt x="335" y="26"/>
                    <a:pt x="355" y="16"/>
                    <a:pt x="363" y="27"/>
                  </a:cubicBezTo>
                  <a:cubicBezTo>
                    <a:pt x="374" y="42"/>
                    <a:pt x="376" y="65"/>
                    <a:pt x="387" y="81"/>
                  </a:cubicBezTo>
                  <a:cubicBezTo>
                    <a:pt x="389" y="141"/>
                    <a:pt x="399" y="159"/>
                    <a:pt x="399" y="222"/>
                  </a:cubicBezTo>
                  <a:cubicBezTo>
                    <a:pt x="401" y="267"/>
                    <a:pt x="413" y="321"/>
                    <a:pt x="417" y="366"/>
                  </a:cubicBezTo>
                  <a:cubicBezTo>
                    <a:pt x="425" y="397"/>
                    <a:pt x="436" y="404"/>
                    <a:pt x="450" y="417"/>
                  </a:cubicBezTo>
                  <a:cubicBezTo>
                    <a:pt x="462" y="435"/>
                    <a:pt x="483" y="440"/>
                    <a:pt x="504" y="444"/>
                  </a:cubicBezTo>
                  <a:cubicBezTo>
                    <a:pt x="518" y="453"/>
                    <a:pt x="522" y="454"/>
                    <a:pt x="540" y="450"/>
                  </a:cubicBezTo>
                  <a:cubicBezTo>
                    <a:pt x="546" y="448"/>
                    <a:pt x="558" y="444"/>
                    <a:pt x="558" y="444"/>
                  </a:cubicBezTo>
                  <a:cubicBezTo>
                    <a:pt x="570" y="445"/>
                    <a:pt x="602" y="458"/>
                    <a:pt x="615" y="459"/>
                  </a:cubicBezTo>
                  <a:cubicBezTo>
                    <a:pt x="622" y="454"/>
                    <a:pt x="633" y="456"/>
                    <a:pt x="639" y="450"/>
                  </a:cubicBezTo>
                  <a:cubicBezTo>
                    <a:pt x="643" y="445"/>
                    <a:pt x="641" y="438"/>
                    <a:pt x="642" y="432"/>
                  </a:cubicBezTo>
                  <a:cubicBezTo>
                    <a:pt x="644" y="422"/>
                    <a:pt x="651" y="415"/>
                    <a:pt x="654" y="405"/>
                  </a:cubicBezTo>
                  <a:cubicBezTo>
                    <a:pt x="658" y="327"/>
                    <a:pt x="656" y="363"/>
                    <a:pt x="672" y="315"/>
                  </a:cubicBezTo>
                  <a:cubicBezTo>
                    <a:pt x="677" y="266"/>
                    <a:pt x="678" y="219"/>
                    <a:pt x="690" y="171"/>
                  </a:cubicBezTo>
                  <a:cubicBezTo>
                    <a:pt x="693" y="134"/>
                    <a:pt x="700" y="113"/>
                    <a:pt x="711" y="81"/>
                  </a:cubicBezTo>
                  <a:cubicBezTo>
                    <a:pt x="714" y="53"/>
                    <a:pt x="712" y="34"/>
                    <a:pt x="741" y="24"/>
                  </a:cubicBezTo>
                  <a:cubicBezTo>
                    <a:pt x="783" y="28"/>
                    <a:pt x="771" y="37"/>
                    <a:pt x="804" y="45"/>
                  </a:cubicBezTo>
                  <a:cubicBezTo>
                    <a:pt x="815" y="52"/>
                    <a:pt x="843" y="54"/>
                    <a:pt x="831" y="66"/>
                  </a:cubicBezTo>
                  <a:cubicBezTo>
                    <a:pt x="842" y="64"/>
                    <a:pt x="856" y="62"/>
                    <a:pt x="867" y="69"/>
                  </a:cubicBezTo>
                  <a:cubicBezTo>
                    <a:pt x="871" y="72"/>
                    <a:pt x="868" y="79"/>
                    <a:pt x="870" y="84"/>
                  </a:cubicBezTo>
                  <a:cubicBezTo>
                    <a:pt x="873" y="91"/>
                    <a:pt x="875" y="129"/>
                    <a:pt x="879" y="135"/>
                  </a:cubicBezTo>
                  <a:cubicBezTo>
                    <a:pt x="884" y="165"/>
                    <a:pt x="893" y="229"/>
                    <a:pt x="901" y="267"/>
                  </a:cubicBezTo>
                  <a:cubicBezTo>
                    <a:pt x="909" y="305"/>
                    <a:pt x="914" y="335"/>
                    <a:pt x="924" y="363"/>
                  </a:cubicBezTo>
                  <a:cubicBezTo>
                    <a:pt x="934" y="391"/>
                    <a:pt x="946" y="417"/>
                    <a:pt x="963" y="432"/>
                  </a:cubicBezTo>
                  <a:cubicBezTo>
                    <a:pt x="980" y="447"/>
                    <a:pt x="1013" y="449"/>
                    <a:pt x="1026" y="453"/>
                  </a:cubicBezTo>
                </a:path>
              </a:pathLst>
            </a:custGeom>
            <a:noFill/>
            <a:ln w="57150">
              <a:solidFill>
                <a:srgbClr val="333399"/>
              </a:solidFill>
              <a:round/>
              <a:headEnd/>
              <a:tailEnd/>
            </a:ln>
            <a:extLst>
              <a:ext uri="{909E8E84-426E-40DD-AFC4-6F175D3DCCD1}">
                <a14:hiddenFill xmlns:a14="http://schemas.microsoft.com/office/drawing/2010/main">
                  <a:solidFill>
                    <a:srgbClr val="FFFFFF"/>
                  </a:solidFill>
                </a14:hiddenFill>
              </a:ext>
            </a:extLst>
          </p:spPr>
          <p:txBody>
            <a:bodyPr wrap="none"/>
            <a:lstStyle/>
            <a:p>
              <a:pPr eaLnBrk="0" hangingPunct="0"/>
              <a:endParaRPr lang="zh-CN" altLang="en-US" b="1">
                <a:solidFill>
                  <a:srgbClr val="0000CC"/>
                </a:solidFill>
                <a:ea typeface="宋体" panose="02010600030101010101" pitchFamily="2" charset="-122"/>
              </a:endParaRPr>
            </a:p>
          </p:txBody>
        </p:sp>
        <p:sp>
          <p:nvSpPr>
            <p:cNvPr id="289801" name="Text Box 10"/>
            <p:cNvSpPr txBox="1">
              <a:spLocks noChangeArrowheads="1"/>
            </p:cNvSpPr>
            <p:nvPr/>
          </p:nvSpPr>
          <p:spPr bwMode="auto">
            <a:xfrm>
              <a:off x="2420557" y="2060848"/>
              <a:ext cx="4288353"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CC"/>
                  </a:solidFill>
                  <a:latin typeface="Times New Roman" panose="02020603050405020304" pitchFamily="18" charset="0"/>
                  <a:ea typeface="黑体" panose="02010609060101010101" pitchFamily="49" charset="-122"/>
                </a:rPr>
                <a:t>实际的信道</a:t>
              </a:r>
            </a:p>
            <a:p>
              <a:pPr eaLnBrk="0" hangingPunct="0"/>
              <a:r>
                <a:rPr lang="zh-CN" altLang="en-US" sz="2000" b="1">
                  <a:solidFill>
                    <a:srgbClr val="0000CC"/>
                  </a:solidFill>
                  <a:latin typeface="Times New Roman" panose="02020603050405020304" pitchFamily="18" charset="0"/>
                  <a:ea typeface="黑体" panose="02010609060101010101" pitchFamily="49" charset="-122"/>
                </a:rPr>
                <a:t>（带宽受限、有噪声、干扰和失真）</a:t>
              </a:r>
            </a:p>
          </p:txBody>
        </p:sp>
        <p:sp>
          <p:nvSpPr>
            <p:cNvPr id="289802" name="Text Box 11"/>
            <p:cNvSpPr txBox="1">
              <a:spLocks noChangeArrowheads="1"/>
            </p:cNvSpPr>
            <p:nvPr/>
          </p:nvSpPr>
          <p:spPr bwMode="auto">
            <a:xfrm>
              <a:off x="626814" y="3027636"/>
              <a:ext cx="172354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CC"/>
                  </a:solidFill>
                  <a:latin typeface="黑体" panose="02010609060101010101" pitchFamily="49" charset="-122"/>
                  <a:ea typeface="黑体" panose="02010609060101010101" pitchFamily="49" charset="-122"/>
                </a:rPr>
                <a:t>发送信号波形</a:t>
              </a:r>
            </a:p>
          </p:txBody>
        </p:sp>
        <p:sp>
          <p:nvSpPr>
            <p:cNvPr id="289803" name="Text Box 12"/>
            <p:cNvSpPr txBox="1">
              <a:spLocks noChangeArrowheads="1"/>
            </p:cNvSpPr>
            <p:nvPr/>
          </p:nvSpPr>
          <p:spPr bwMode="auto">
            <a:xfrm>
              <a:off x="7045076" y="3041923"/>
              <a:ext cx="208438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zh-CN" altLang="en-US" sz="2000" b="1">
                  <a:solidFill>
                    <a:srgbClr val="0000CC"/>
                  </a:solidFill>
                  <a:latin typeface="黑体" panose="02010609060101010101" pitchFamily="49" charset="-122"/>
                  <a:ea typeface="黑体" panose="02010609060101010101" pitchFamily="49" charset="-122"/>
                </a:rPr>
                <a:t>接收信号波形</a:t>
              </a:r>
            </a:p>
          </p:txBody>
        </p:sp>
        <p:sp>
          <p:nvSpPr>
            <p:cNvPr id="289804" name="矩形 1"/>
            <p:cNvSpPr>
              <a:spLocks noChangeArrowheads="1"/>
            </p:cNvSpPr>
            <p:nvPr/>
          </p:nvSpPr>
          <p:spPr bwMode="auto">
            <a:xfrm>
              <a:off x="776536" y="1426828"/>
              <a:ext cx="3480440" cy="6340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lnSpc>
                  <a:spcPct val="110000"/>
                </a:lnSpc>
              </a:pPr>
              <a:r>
                <a:rPr lang="zh-CN" altLang="en-US" sz="3200" b="1">
                  <a:ea typeface="黑体" panose="02010609060101010101" pitchFamily="49" charset="-122"/>
                </a:rPr>
                <a:t>有失真，但</a:t>
              </a:r>
              <a:r>
                <a:rPr lang="zh-CN" altLang="en-US" sz="3200" b="1">
                  <a:solidFill>
                    <a:srgbClr val="FF0000"/>
                  </a:solidFill>
                  <a:ea typeface="黑体" panose="02010609060101010101" pitchFamily="49" charset="-122"/>
                </a:rPr>
                <a:t>可识别</a:t>
              </a:r>
            </a:p>
          </p:txBody>
        </p:sp>
      </p:grpSp>
      <p:grpSp>
        <p:nvGrpSpPr>
          <p:cNvPr id="5" name="组合 4"/>
          <p:cNvGrpSpPr>
            <a:grpSpLocks/>
          </p:cNvGrpSpPr>
          <p:nvPr/>
        </p:nvGrpSpPr>
        <p:grpSpPr bwMode="auto">
          <a:xfrm>
            <a:off x="560388" y="3622675"/>
            <a:ext cx="8486775" cy="2024063"/>
            <a:chOff x="560512" y="3780329"/>
            <a:chExt cx="8487172" cy="2024935"/>
          </a:xfrm>
        </p:grpSpPr>
        <p:grpSp>
          <p:nvGrpSpPr>
            <p:cNvPr id="289806" name="Group 24"/>
            <p:cNvGrpSpPr>
              <a:grpSpLocks/>
            </p:cNvGrpSpPr>
            <p:nvPr/>
          </p:nvGrpSpPr>
          <p:grpSpPr bwMode="auto">
            <a:xfrm>
              <a:off x="560512" y="4381276"/>
              <a:ext cx="8487172" cy="1423988"/>
              <a:chOff x="304" y="2886"/>
              <a:chExt cx="4935" cy="897"/>
            </a:xfrm>
          </p:grpSpPr>
          <p:sp>
            <p:nvSpPr>
              <p:cNvPr id="289807" name="AutoShape 13"/>
              <p:cNvSpPr>
                <a:spLocks noChangeArrowheads="1"/>
              </p:cNvSpPr>
              <p:nvPr/>
            </p:nvSpPr>
            <p:spPr bwMode="auto">
              <a:xfrm rot="-5400000">
                <a:off x="2600" y="2210"/>
                <a:ext cx="250" cy="2558"/>
              </a:xfrm>
              <a:prstGeom prst="can">
                <a:avLst>
                  <a:gd name="adj" fmla="val 66508"/>
                </a:avLst>
              </a:prstGeom>
              <a:gradFill rotWithShape="1">
                <a:gsLst>
                  <a:gs pos="0">
                    <a:srgbClr val="6C6C6C"/>
                  </a:gs>
                  <a:gs pos="50000">
                    <a:srgbClr val="EAEAEA"/>
                  </a:gs>
                  <a:gs pos="100000">
                    <a:srgbClr val="6C6C6C"/>
                  </a:gs>
                </a:gsLst>
                <a:lin ang="0" scaled="1"/>
              </a:gradFill>
              <a:ln w="9525">
                <a:solidFill>
                  <a:srgbClr val="000000"/>
                </a:solidFill>
                <a:round/>
                <a:headEnd/>
                <a:tailEnd/>
              </a:ln>
            </p:spPr>
            <p:txBody>
              <a:bodyPr wrap="none" anchor="ctr"/>
              <a:lstStyle/>
              <a:p>
                <a:pPr eaLnBrk="0" hangingPunct="0"/>
                <a:endParaRPr lang="zh-CN" altLang="en-US" b="1">
                  <a:solidFill>
                    <a:srgbClr val="0000CC"/>
                  </a:solidFill>
                  <a:ea typeface="宋体" panose="02010600030101010101" pitchFamily="2" charset="-122"/>
                </a:endParaRPr>
              </a:p>
            </p:txBody>
          </p:sp>
          <p:sp>
            <p:nvSpPr>
              <p:cNvPr id="289808" name="Freeform 14"/>
              <p:cNvSpPr>
                <a:spLocks noChangeArrowheads="1"/>
              </p:cNvSpPr>
              <p:nvPr/>
            </p:nvSpPr>
            <p:spPr bwMode="auto">
              <a:xfrm>
                <a:off x="343" y="2991"/>
                <a:ext cx="970" cy="415"/>
              </a:xfrm>
              <a:custGeom>
                <a:avLst/>
                <a:gdLst>
                  <a:gd name="T0" fmla="*/ 0 w 1056"/>
                  <a:gd name="T1" fmla="*/ 480 h 480"/>
                  <a:gd name="T2" fmla="*/ 144 w 1056"/>
                  <a:gd name="T3" fmla="*/ 480 h 480"/>
                  <a:gd name="T4" fmla="*/ 144 w 1056"/>
                  <a:gd name="T5" fmla="*/ 0 h 480"/>
                  <a:gd name="T6" fmla="*/ 384 w 1056"/>
                  <a:gd name="T7" fmla="*/ 0 h 480"/>
                  <a:gd name="T8" fmla="*/ 384 w 1056"/>
                  <a:gd name="T9" fmla="*/ 480 h 480"/>
                  <a:gd name="T10" fmla="*/ 624 w 1056"/>
                  <a:gd name="T11" fmla="*/ 480 h 480"/>
                  <a:gd name="T12" fmla="*/ 624 w 1056"/>
                  <a:gd name="T13" fmla="*/ 0 h 480"/>
                  <a:gd name="T14" fmla="*/ 864 w 1056"/>
                  <a:gd name="T15" fmla="*/ 0 h 480"/>
                  <a:gd name="T16" fmla="*/ 864 w 1056"/>
                  <a:gd name="T17" fmla="*/ 480 h 480"/>
                  <a:gd name="T18" fmla="*/ 1056 w 1056"/>
                  <a:gd name="T19" fmla="*/ 480 h 4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56" h="480">
                    <a:moveTo>
                      <a:pt x="0" y="480"/>
                    </a:moveTo>
                    <a:lnTo>
                      <a:pt x="144" y="480"/>
                    </a:lnTo>
                    <a:lnTo>
                      <a:pt x="144" y="0"/>
                    </a:lnTo>
                    <a:lnTo>
                      <a:pt x="384" y="0"/>
                    </a:lnTo>
                    <a:lnTo>
                      <a:pt x="384" y="480"/>
                    </a:lnTo>
                    <a:lnTo>
                      <a:pt x="624" y="480"/>
                    </a:lnTo>
                    <a:lnTo>
                      <a:pt x="624" y="0"/>
                    </a:lnTo>
                    <a:lnTo>
                      <a:pt x="864" y="0"/>
                    </a:lnTo>
                    <a:lnTo>
                      <a:pt x="864" y="480"/>
                    </a:lnTo>
                    <a:lnTo>
                      <a:pt x="1056" y="480"/>
                    </a:lnTo>
                  </a:path>
                </a:pathLst>
              </a:custGeom>
              <a:noFill/>
              <a:ln w="38100">
                <a:solidFill>
                  <a:srgbClr val="333399"/>
                </a:solidFill>
                <a:round/>
                <a:headEnd/>
                <a:tailEnd/>
              </a:ln>
              <a:extLst>
                <a:ext uri="{909E8E84-426E-40DD-AFC4-6F175D3DCCD1}">
                  <a14:hiddenFill xmlns:a14="http://schemas.microsoft.com/office/drawing/2010/main">
                    <a:solidFill>
                      <a:srgbClr val="FFFFFF"/>
                    </a:solidFill>
                  </a14:hiddenFill>
                </a:ext>
              </a:extLst>
            </p:spPr>
            <p:txBody>
              <a:bodyPr wrap="none"/>
              <a:lstStyle/>
              <a:p>
                <a:pPr eaLnBrk="0" hangingPunct="0"/>
                <a:endParaRPr lang="zh-CN" altLang="en-US" b="1">
                  <a:solidFill>
                    <a:srgbClr val="0000CC"/>
                  </a:solidFill>
                  <a:ea typeface="宋体" panose="02010600030101010101" pitchFamily="2" charset="-122"/>
                </a:endParaRPr>
              </a:p>
            </p:txBody>
          </p:sp>
          <p:sp>
            <p:nvSpPr>
              <p:cNvPr id="289809" name="Line 15"/>
              <p:cNvSpPr>
                <a:spLocks noChangeShapeType="1"/>
              </p:cNvSpPr>
              <p:nvPr/>
            </p:nvSpPr>
            <p:spPr bwMode="auto">
              <a:xfrm>
                <a:off x="343" y="3489"/>
                <a:ext cx="1235" cy="0"/>
              </a:xfrm>
              <a:prstGeom prst="line">
                <a:avLst/>
              </a:prstGeom>
              <a:noFill/>
              <a:ln w="28575">
                <a:solidFill>
                  <a:srgbClr val="333399"/>
                </a:solidFill>
                <a:round/>
                <a:headEnd/>
                <a:tailEnd type="triangle" w="med" len="lg"/>
              </a:ln>
              <a:extLst>
                <a:ext uri="{909E8E84-426E-40DD-AFC4-6F175D3DCCD1}">
                  <a14:hiddenFill xmlns:a14="http://schemas.microsoft.com/office/drawing/2010/main">
                    <a:noFill/>
                  </a14:hiddenFill>
                </a:ext>
              </a:extLst>
            </p:spPr>
            <p:txBody>
              <a:bodyPr wrap="none"/>
              <a:lstStyle/>
              <a:p>
                <a:pPr eaLnBrk="0" hangingPunct="0"/>
                <a:endParaRPr lang="zh-CN" altLang="en-US" b="1">
                  <a:solidFill>
                    <a:srgbClr val="0000CC"/>
                  </a:solidFill>
                  <a:ea typeface="宋体" panose="02010600030101010101" pitchFamily="2" charset="-122"/>
                </a:endParaRPr>
              </a:p>
            </p:txBody>
          </p:sp>
          <p:sp>
            <p:nvSpPr>
              <p:cNvPr id="289810" name="Freeform 16"/>
              <p:cNvSpPr>
                <a:spLocks noChangeArrowheads="1"/>
              </p:cNvSpPr>
              <p:nvPr/>
            </p:nvSpPr>
            <p:spPr bwMode="auto">
              <a:xfrm>
                <a:off x="4180" y="2991"/>
                <a:ext cx="971" cy="415"/>
              </a:xfrm>
              <a:custGeom>
                <a:avLst/>
                <a:gdLst>
                  <a:gd name="T0" fmla="*/ 0 w 1056"/>
                  <a:gd name="T1" fmla="*/ 480 h 480"/>
                  <a:gd name="T2" fmla="*/ 144 w 1056"/>
                  <a:gd name="T3" fmla="*/ 480 h 480"/>
                  <a:gd name="T4" fmla="*/ 144 w 1056"/>
                  <a:gd name="T5" fmla="*/ 0 h 480"/>
                  <a:gd name="T6" fmla="*/ 384 w 1056"/>
                  <a:gd name="T7" fmla="*/ 0 h 480"/>
                  <a:gd name="T8" fmla="*/ 384 w 1056"/>
                  <a:gd name="T9" fmla="*/ 480 h 480"/>
                  <a:gd name="T10" fmla="*/ 624 w 1056"/>
                  <a:gd name="T11" fmla="*/ 480 h 480"/>
                  <a:gd name="T12" fmla="*/ 624 w 1056"/>
                  <a:gd name="T13" fmla="*/ 0 h 480"/>
                  <a:gd name="T14" fmla="*/ 864 w 1056"/>
                  <a:gd name="T15" fmla="*/ 0 h 480"/>
                  <a:gd name="T16" fmla="*/ 864 w 1056"/>
                  <a:gd name="T17" fmla="*/ 480 h 480"/>
                  <a:gd name="T18" fmla="*/ 1056 w 1056"/>
                  <a:gd name="T19" fmla="*/ 480 h 4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56" h="480">
                    <a:moveTo>
                      <a:pt x="0" y="480"/>
                    </a:moveTo>
                    <a:lnTo>
                      <a:pt x="144" y="480"/>
                    </a:lnTo>
                    <a:lnTo>
                      <a:pt x="144" y="0"/>
                    </a:lnTo>
                    <a:lnTo>
                      <a:pt x="384" y="0"/>
                    </a:lnTo>
                    <a:lnTo>
                      <a:pt x="384" y="480"/>
                    </a:lnTo>
                    <a:lnTo>
                      <a:pt x="624" y="480"/>
                    </a:lnTo>
                    <a:lnTo>
                      <a:pt x="624" y="0"/>
                    </a:lnTo>
                    <a:lnTo>
                      <a:pt x="864" y="0"/>
                    </a:lnTo>
                    <a:lnTo>
                      <a:pt x="864" y="480"/>
                    </a:lnTo>
                    <a:lnTo>
                      <a:pt x="1056" y="480"/>
                    </a:lnTo>
                  </a:path>
                </a:pathLst>
              </a:custGeom>
              <a:noFill/>
              <a:ln w="19050">
                <a:solidFill>
                  <a:srgbClr val="333399"/>
                </a:solidFill>
                <a:prstDash val="dashDot"/>
                <a:round/>
                <a:headEnd/>
                <a:tailEnd/>
              </a:ln>
              <a:extLst>
                <a:ext uri="{909E8E84-426E-40DD-AFC4-6F175D3DCCD1}">
                  <a14:hiddenFill xmlns:a14="http://schemas.microsoft.com/office/drawing/2010/main">
                    <a:solidFill>
                      <a:srgbClr val="FFFFFF"/>
                    </a:solidFill>
                  </a14:hiddenFill>
                </a:ext>
              </a:extLst>
            </p:spPr>
            <p:txBody>
              <a:bodyPr wrap="none"/>
              <a:lstStyle/>
              <a:p>
                <a:pPr eaLnBrk="0" hangingPunct="0"/>
                <a:endParaRPr lang="zh-CN" altLang="en-US" b="1">
                  <a:solidFill>
                    <a:srgbClr val="0000CC"/>
                  </a:solidFill>
                  <a:ea typeface="宋体" panose="02010600030101010101" pitchFamily="2" charset="-122"/>
                </a:endParaRPr>
              </a:p>
            </p:txBody>
          </p:sp>
          <p:sp>
            <p:nvSpPr>
              <p:cNvPr id="289811" name="Line 17"/>
              <p:cNvSpPr>
                <a:spLocks noChangeShapeType="1"/>
              </p:cNvSpPr>
              <p:nvPr/>
            </p:nvSpPr>
            <p:spPr bwMode="auto">
              <a:xfrm>
                <a:off x="4004" y="3489"/>
                <a:ext cx="1235" cy="0"/>
              </a:xfrm>
              <a:prstGeom prst="line">
                <a:avLst/>
              </a:prstGeom>
              <a:noFill/>
              <a:ln w="28575">
                <a:solidFill>
                  <a:srgbClr val="333399"/>
                </a:solidFill>
                <a:round/>
                <a:headEnd/>
                <a:tailEnd type="triangle" w="med" len="lg"/>
              </a:ln>
              <a:extLst>
                <a:ext uri="{909E8E84-426E-40DD-AFC4-6F175D3DCCD1}">
                  <a14:hiddenFill xmlns:a14="http://schemas.microsoft.com/office/drawing/2010/main">
                    <a:noFill/>
                  </a14:hiddenFill>
                </a:ext>
              </a:extLst>
            </p:spPr>
            <p:txBody>
              <a:bodyPr wrap="none"/>
              <a:lstStyle/>
              <a:p>
                <a:pPr eaLnBrk="0" hangingPunct="0"/>
                <a:endParaRPr lang="zh-CN" altLang="en-US" b="1">
                  <a:solidFill>
                    <a:srgbClr val="0000CC"/>
                  </a:solidFill>
                  <a:ea typeface="宋体" panose="02010600030101010101" pitchFamily="2" charset="-122"/>
                </a:endParaRPr>
              </a:p>
            </p:txBody>
          </p:sp>
          <p:sp>
            <p:nvSpPr>
              <p:cNvPr id="289812" name="Freeform 18"/>
              <p:cNvSpPr>
                <a:spLocks noChangeArrowheads="1"/>
              </p:cNvSpPr>
              <p:nvPr/>
            </p:nvSpPr>
            <p:spPr bwMode="auto">
              <a:xfrm>
                <a:off x="4186" y="3270"/>
                <a:ext cx="934" cy="124"/>
              </a:xfrm>
              <a:custGeom>
                <a:avLst/>
                <a:gdLst>
                  <a:gd name="T0" fmla="*/ 0 w 1017"/>
                  <a:gd name="T1" fmla="*/ 109 h 143"/>
                  <a:gd name="T2" fmla="*/ 57 w 1017"/>
                  <a:gd name="T3" fmla="*/ 130 h 143"/>
                  <a:gd name="T4" fmla="*/ 84 w 1017"/>
                  <a:gd name="T5" fmla="*/ 130 h 143"/>
                  <a:gd name="T6" fmla="*/ 114 w 1017"/>
                  <a:gd name="T7" fmla="*/ 91 h 143"/>
                  <a:gd name="T8" fmla="*/ 162 w 1017"/>
                  <a:gd name="T9" fmla="*/ 34 h 143"/>
                  <a:gd name="T10" fmla="*/ 180 w 1017"/>
                  <a:gd name="T11" fmla="*/ 58 h 143"/>
                  <a:gd name="T12" fmla="*/ 189 w 1017"/>
                  <a:gd name="T13" fmla="*/ 109 h 143"/>
                  <a:gd name="T14" fmla="*/ 201 w 1017"/>
                  <a:gd name="T15" fmla="*/ 76 h 143"/>
                  <a:gd name="T16" fmla="*/ 219 w 1017"/>
                  <a:gd name="T17" fmla="*/ 82 h 143"/>
                  <a:gd name="T18" fmla="*/ 252 w 1017"/>
                  <a:gd name="T19" fmla="*/ 79 h 143"/>
                  <a:gd name="T20" fmla="*/ 327 w 1017"/>
                  <a:gd name="T21" fmla="*/ 100 h 143"/>
                  <a:gd name="T22" fmla="*/ 351 w 1017"/>
                  <a:gd name="T23" fmla="*/ 121 h 143"/>
                  <a:gd name="T24" fmla="*/ 408 w 1017"/>
                  <a:gd name="T25" fmla="*/ 79 h 143"/>
                  <a:gd name="T26" fmla="*/ 465 w 1017"/>
                  <a:gd name="T27" fmla="*/ 103 h 143"/>
                  <a:gd name="T28" fmla="*/ 507 w 1017"/>
                  <a:gd name="T29" fmla="*/ 121 h 143"/>
                  <a:gd name="T30" fmla="*/ 564 w 1017"/>
                  <a:gd name="T31" fmla="*/ 121 h 143"/>
                  <a:gd name="T32" fmla="*/ 615 w 1017"/>
                  <a:gd name="T33" fmla="*/ 88 h 143"/>
                  <a:gd name="T34" fmla="*/ 639 w 1017"/>
                  <a:gd name="T35" fmla="*/ 70 h 143"/>
                  <a:gd name="T36" fmla="*/ 657 w 1017"/>
                  <a:gd name="T37" fmla="*/ 109 h 143"/>
                  <a:gd name="T38" fmla="*/ 672 w 1017"/>
                  <a:gd name="T39" fmla="*/ 49 h 143"/>
                  <a:gd name="T40" fmla="*/ 699 w 1017"/>
                  <a:gd name="T41" fmla="*/ 40 h 143"/>
                  <a:gd name="T42" fmla="*/ 756 w 1017"/>
                  <a:gd name="T43" fmla="*/ 64 h 143"/>
                  <a:gd name="T44" fmla="*/ 801 w 1017"/>
                  <a:gd name="T45" fmla="*/ 67 h 143"/>
                  <a:gd name="T46" fmla="*/ 834 w 1017"/>
                  <a:gd name="T47" fmla="*/ 97 h 143"/>
                  <a:gd name="T48" fmla="*/ 873 w 1017"/>
                  <a:gd name="T49" fmla="*/ 115 h 143"/>
                  <a:gd name="T50" fmla="*/ 891 w 1017"/>
                  <a:gd name="T51" fmla="*/ 85 h 143"/>
                  <a:gd name="T52" fmla="*/ 912 w 1017"/>
                  <a:gd name="T53" fmla="*/ 103 h 143"/>
                  <a:gd name="T54" fmla="*/ 927 w 1017"/>
                  <a:gd name="T55" fmla="*/ 67 h 143"/>
                  <a:gd name="T56" fmla="*/ 972 w 1017"/>
                  <a:gd name="T57" fmla="*/ 112 h 143"/>
                  <a:gd name="T58" fmla="*/ 1017 w 1017"/>
                  <a:gd name="T59" fmla="*/ 121 h 1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017" h="143">
                    <a:moveTo>
                      <a:pt x="0" y="109"/>
                    </a:moveTo>
                    <a:cubicBezTo>
                      <a:pt x="9" y="111"/>
                      <a:pt x="44" y="128"/>
                      <a:pt x="57" y="130"/>
                    </a:cubicBezTo>
                    <a:cubicBezTo>
                      <a:pt x="64" y="132"/>
                      <a:pt x="77" y="131"/>
                      <a:pt x="84" y="130"/>
                    </a:cubicBezTo>
                    <a:cubicBezTo>
                      <a:pt x="94" y="127"/>
                      <a:pt x="104" y="94"/>
                      <a:pt x="114" y="91"/>
                    </a:cubicBezTo>
                    <a:cubicBezTo>
                      <a:pt x="130" y="92"/>
                      <a:pt x="151" y="45"/>
                      <a:pt x="162" y="34"/>
                    </a:cubicBezTo>
                    <a:cubicBezTo>
                      <a:pt x="172" y="24"/>
                      <a:pt x="177" y="75"/>
                      <a:pt x="180" y="58"/>
                    </a:cubicBezTo>
                    <a:cubicBezTo>
                      <a:pt x="181" y="26"/>
                      <a:pt x="187" y="141"/>
                      <a:pt x="189" y="109"/>
                    </a:cubicBezTo>
                    <a:cubicBezTo>
                      <a:pt x="189" y="105"/>
                      <a:pt x="200" y="80"/>
                      <a:pt x="201" y="76"/>
                    </a:cubicBezTo>
                    <a:cubicBezTo>
                      <a:pt x="205" y="51"/>
                      <a:pt x="214" y="100"/>
                      <a:pt x="219" y="82"/>
                    </a:cubicBezTo>
                    <a:cubicBezTo>
                      <a:pt x="222" y="73"/>
                      <a:pt x="252" y="79"/>
                      <a:pt x="252" y="79"/>
                    </a:cubicBezTo>
                    <a:cubicBezTo>
                      <a:pt x="254" y="47"/>
                      <a:pt x="320" y="130"/>
                      <a:pt x="327" y="100"/>
                    </a:cubicBezTo>
                    <a:cubicBezTo>
                      <a:pt x="355" y="75"/>
                      <a:pt x="322" y="123"/>
                      <a:pt x="351" y="121"/>
                    </a:cubicBezTo>
                    <a:cubicBezTo>
                      <a:pt x="364" y="92"/>
                      <a:pt x="396" y="88"/>
                      <a:pt x="408" y="79"/>
                    </a:cubicBezTo>
                    <a:cubicBezTo>
                      <a:pt x="425" y="79"/>
                      <a:pt x="448" y="96"/>
                      <a:pt x="465" y="103"/>
                    </a:cubicBezTo>
                    <a:cubicBezTo>
                      <a:pt x="477" y="121"/>
                      <a:pt x="486" y="117"/>
                      <a:pt x="507" y="121"/>
                    </a:cubicBezTo>
                    <a:cubicBezTo>
                      <a:pt x="523" y="128"/>
                      <a:pt x="546" y="114"/>
                      <a:pt x="564" y="121"/>
                    </a:cubicBezTo>
                    <a:cubicBezTo>
                      <a:pt x="576" y="122"/>
                      <a:pt x="602" y="87"/>
                      <a:pt x="615" y="88"/>
                    </a:cubicBezTo>
                    <a:cubicBezTo>
                      <a:pt x="628" y="90"/>
                      <a:pt x="632" y="67"/>
                      <a:pt x="639" y="70"/>
                    </a:cubicBezTo>
                    <a:cubicBezTo>
                      <a:pt x="641" y="60"/>
                      <a:pt x="654" y="119"/>
                      <a:pt x="657" y="109"/>
                    </a:cubicBezTo>
                    <a:cubicBezTo>
                      <a:pt x="661" y="31"/>
                      <a:pt x="656" y="97"/>
                      <a:pt x="672" y="49"/>
                    </a:cubicBezTo>
                    <a:cubicBezTo>
                      <a:pt x="677" y="0"/>
                      <a:pt x="687" y="88"/>
                      <a:pt x="699" y="40"/>
                    </a:cubicBezTo>
                    <a:cubicBezTo>
                      <a:pt x="712" y="40"/>
                      <a:pt x="737" y="85"/>
                      <a:pt x="756" y="64"/>
                    </a:cubicBezTo>
                    <a:cubicBezTo>
                      <a:pt x="798" y="68"/>
                      <a:pt x="768" y="59"/>
                      <a:pt x="801" y="67"/>
                    </a:cubicBezTo>
                    <a:cubicBezTo>
                      <a:pt x="820" y="26"/>
                      <a:pt x="822" y="143"/>
                      <a:pt x="834" y="97"/>
                    </a:cubicBezTo>
                    <a:cubicBezTo>
                      <a:pt x="838" y="100"/>
                      <a:pt x="871" y="110"/>
                      <a:pt x="873" y="115"/>
                    </a:cubicBezTo>
                    <a:cubicBezTo>
                      <a:pt x="876" y="122"/>
                      <a:pt x="887" y="79"/>
                      <a:pt x="891" y="85"/>
                    </a:cubicBezTo>
                    <a:cubicBezTo>
                      <a:pt x="896" y="115"/>
                      <a:pt x="906" y="106"/>
                      <a:pt x="912" y="103"/>
                    </a:cubicBezTo>
                    <a:cubicBezTo>
                      <a:pt x="918" y="100"/>
                      <a:pt x="917" y="65"/>
                      <a:pt x="927" y="67"/>
                    </a:cubicBezTo>
                    <a:cubicBezTo>
                      <a:pt x="937" y="69"/>
                      <a:pt x="957" y="103"/>
                      <a:pt x="972" y="112"/>
                    </a:cubicBezTo>
                    <a:cubicBezTo>
                      <a:pt x="987" y="121"/>
                      <a:pt x="1005" y="112"/>
                      <a:pt x="1017" y="121"/>
                    </a:cubicBezTo>
                  </a:path>
                </a:pathLst>
              </a:custGeom>
              <a:noFill/>
              <a:ln w="57150">
                <a:solidFill>
                  <a:srgbClr val="333399"/>
                </a:solidFill>
                <a:round/>
                <a:headEnd/>
                <a:tailEnd/>
              </a:ln>
              <a:extLst>
                <a:ext uri="{909E8E84-426E-40DD-AFC4-6F175D3DCCD1}">
                  <a14:hiddenFill xmlns:a14="http://schemas.microsoft.com/office/drawing/2010/main">
                    <a:solidFill>
                      <a:srgbClr val="FFFFFF"/>
                    </a:solidFill>
                  </a14:hiddenFill>
                </a:ext>
              </a:extLst>
            </p:spPr>
            <p:txBody>
              <a:bodyPr wrap="none"/>
              <a:lstStyle/>
              <a:p>
                <a:pPr eaLnBrk="0" hangingPunct="0"/>
                <a:endParaRPr lang="zh-CN" altLang="en-US" b="1">
                  <a:solidFill>
                    <a:srgbClr val="0000CC"/>
                  </a:solidFill>
                  <a:ea typeface="宋体" panose="02010600030101010101" pitchFamily="2" charset="-122"/>
                </a:endParaRPr>
              </a:p>
            </p:txBody>
          </p:sp>
          <p:sp>
            <p:nvSpPr>
              <p:cNvPr id="289813" name="Text Box 19"/>
              <p:cNvSpPr txBox="1">
                <a:spLocks noChangeArrowheads="1"/>
              </p:cNvSpPr>
              <p:nvPr/>
            </p:nvSpPr>
            <p:spPr bwMode="auto">
              <a:xfrm>
                <a:off x="304" y="3503"/>
                <a:ext cx="1002"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CC"/>
                    </a:solidFill>
                    <a:latin typeface="黑体" panose="02010609060101010101" pitchFamily="49" charset="-122"/>
                    <a:ea typeface="黑体" panose="02010609060101010101" pitchFamily="49" charset="-122"/>
                  </a:rPr>
                  <a:t>发送信号波形</a:t>
                </a:r>
              </a:p>
            </p:txBody>
          </p:sp>
          <p:sp>
            <p:nvSpPr>
              <p:cNvPr id="289814" name="Text Box 22"/>
              <p:cNvSpPr txBox="1">
                <a:spLocks noChangeArrowheads="1"/>
              </p:cNvSpPr>
              <p:nvPr/>
            </p:nvSpPr>
            <p:spPr bwMode="auto">
              <a:xfrm>
                <a:off x="1361" y="2886"/>
                <a:ext cx="2494" cy="4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CC"/>
                    </a:solidFill>
                    <a:latin typeface="Times New Roman" panose="02020603050405020304" pitchFamily="18" charset="0"/>
                    <a:ea typeface="黑体" panose="02010609060101010101" pitchFamily="49" charset="-122"/>
                  </a:rPr>
                  <a:t>实际的信道</a:t>
                </a:r>
              </a:p>
              <a:p>
                <a:pPr eaLnBrk="0" hangingPunct="0"/>
                <a:r>
                  <a:rPr lang="zh-CN" altLang="en-US" sz="2000" b="1">
                    <a:solidFill>
                      <a:srgbClr val="0000CC"/>
                    </a:solidFill>
                    <a:latin typeface="Times New Roman" panose="02020603050405020304" pitchFamily="18" charset="0"/>
                    <a:ea typeface="黑体" panose="02010609060101010101" pitchFamily="49" charset="-122"/>
                  </a:rPr>
                  <a:t>（带宽受限、有噪声、干扰和失真）</a:t>
                </a:r>
              </a:p>
            </p:txBody>
          </p:sp>
          <p:sp>
            <p:nvSpPr>
              <p:cNvPr id="289815" name="Text Box 23"/>
              <p:cNvSpPr txBox="1">
                <a:spLocks noChangeArrowheads="1"/>
              </p:cNvSpPr>
              <p:nvPr/>
            </p:nvSpPr>
            <p:spPr bwMode="auto">
              <a:xfrm>
                <a:off x="3991" y="3533"/>
                <a:ext cx="116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zh-CN" altLang="en-US" sz="2000" b="1">
                    <a:solidFill>
                      <a:srgbClr val="0000CC"/>
                    </a:solidFill>
                    <a:latin typeface="黑体" panose="02010609060101010101" pitchFamily="49" charset="-122"/>
                    <a:ea typeface="黑体" panose="02010609060101010101" pitchFamily="49" charset="-122"/>
                  </a:rPr>
                  <a:t>接收信号波形</a:t>
                </a:r>
              </a:p>
            </p:txBody>
          </p:sp>
        </p:grpSp>
        <p:sp>
          <p:nvSpPr>
            <p:cNvPr id="289816" name="矩形 2"/>
            <p:cNvSpPr>
              <a:spLocks noChangeArrowheads="1"/>
            </p:cNvSpPr>
            <p:nvPr/>
          </p:nvSpPr>
          <p:spPr bwMode="auto">
            <a:xfrm>
              <a:off x="704528" y="3780329"/>
              <a:ext cx="3594254"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3200" b="1">
                  <a:ea typeface="黑体" panose="02010609060101010101" pitchFamily="49" charset="-122"/>
                </a:rPr>
                <a:t>失真大，</a:t>
              </a:r>
              <a:r>
                <a:rPr lang="zh-CN" altLang="en-US" sz="3200" b="1">
                  <a:solidFill>
                    <a:srgbClr val="FF0000"/>
                  </a:solidFill>
                  <a:ea typeface="黑体" panose="02010609060101010101" pitchFamily="49" charset="-122"/>
                </a:rPr>
                <a:t>无法识别 </a:t>
              </a:r>
              <a:endParaRPr lang="zh-CN" altLang="en-US" sz="3200" b="1">
                <a:ea typeface="黑体" panose="02010609060101010101" pitchFamily="49" charset="-122"/>
              </a:endParaRPr>
            </a:p>
          </p:txBody>
        </p:sp>
      </p:grpSp>
      <p:sp>
        <p:nvSpPr>
          <p:cNvPr id="289817" name="灯片编号占位符 7"/>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E7FFDCBE-8942-4450-9E92-93ED4969EB8D}" type="slidenum">
              <a:rPr lang="zh-CN" altLang="en-US" smtClean="0"/>
              <a:pPr eaLnBrk="1" hangingPunct="1"/>
              <a:t>18</a:t>
            </a:fld>
            <a:endParaRPr lang="en-US" altLang="zh-CN" smtClean="0"/>
          </a:p>
        </p:txBody>
      </p:sp>
      <p:sp>
        <p:nvSpPr>
          <p:cNvPr id="289818" name="页脚占位符 8"/>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1841" name="标题 1"/>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2.2.3  </a:t>
            </a:r>
            <a:r>
              <a:rPr lang="zh-CN" altLang="zh-CN" smtClean="0">
                <a:ea typeface="黑体" panose="02010609060101010101" pitchFamily="49" charset="-122"/>
              </a:rPr>
              <a:t>信道的极限容量</a:t>
            </a:r>
            <a:endParaRPr lang="zh-CN" altLang="en-US" smtClean="0">
              <a:ea typeface="黑体" panose="02010609060101010101" pitchFamily="49" charset="-122"/>
            </a:endParaRPr>
          </a:p>
        </p:txBody>
      </p:sp>
      <p:sp>
        <p:nvSpPr>
          <p:cNvPr id="3" name="内容占位符 2"/>
          <p:cNvSpPr>
            <a:spLocks noGrp="1"/>
          </p:cNvSpPr>
          <p:nvPr>
            <p:ph idx="1"/>
          </p:nvPr>
        </p:nvSpPr>
        <p:spPr>
          <a:xfrm>
            <a:off x="495300" y="1196975"/>
            <a:ext cx="9066213" cy="4933950"/>
          </a:xfrm>
        </p:spPr>
        <p:txBody>
          <a:bodyPr/>
          <a:lstStyle/>
          <a:p>
            <a:pPr marL="0" indent="0">
              <a:buFont typeface="Wingdings" panose="05000000000000000000" pitchFamily="2" charset="2"/>
              <a:buNone/>
            </a:pPr>
            <a:r>
              <a:rPr lang="en-US" altLang="zh-CN" noProof="1"/>
              <a:t>	</a:t>
            </a:r>
            <a:r>
              <a:rPr lang="zh-CN" altLang="zh-CN" noProof="1"/>
              <a:t>从概念上讲，限制码元在信道上的传输速率的因素有以下两个</a:t>
            </a:r>
            <a:r>
              <a:rPr lang="zh-CN" altLang="en-US" noProof="1"/>
              <a:t>：</a:t>
            </a:r>
            <a:endParaRPr lang="en-US" altLang="zh-CN" noProof="1"/>
          </a:p>
          <a:p>
            <a:r>
              <a:rPr lang="zh-CN" altLang="zh-CN" noProof="1">
                <a:solidFill>
                  <a:srgbClr val="FF0000"/>
                </a:solidFill>
              </a:rPr>
              <a:t>信道能够通过的频率范围</a:t>
            </a:r>
            <a:endParaRPr lang="en-US" altLang="zh-CN" noProof="1">
              <a:solidFill>
                <a:srgbClr val="FF0000"/>
              </a:solidFill>
            </a:endParaRPr>
          </a:p>
          <a:p>
            <a:r>
              <a:rPr lang="zh-CN" altLang="zh-CN" noProof="1">
                <a:solidFill>
                  <a:srgbClr val="FF0000"/>
                </a:solidFill>
              </a:rPr>
              <a:t>信噪比</a:t>
            </a:r>
          </a:p>
          <a:p>
            <a:endParaRPr lang="zh-CN" altLang="en-US" noProof="1"/>
          </a:p>
        </p:txBody>
      </p:sp>
      <p:sp>
        <p:nvSpPr>
          <p:cNvPr id="291843"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8FE8D33-4172-4B6D-89A0-41905BA341CB}" type="slidenum">
              <a:rPr lang="zh-CN" altLang="en-US" smtClean="0"/>
              <a:pPr eaLnBrk="1" hangingPunct="1"/>
              <a:t>19</a:t>
            </a:fld>
            <a:endParaRPr lang="en-US" altLang="zh-CN" smtClean="0"/>
          </a:p>
        </p:txBody>
      </p:sp>
      <p:sp>
        <p:nvSpPr>
          <p:cNvPr id="291844" name="页脚占位符 6"/>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2865" name="Rectangle 2"/>
          <p:cNvSpPr>
            <a:spLocks noGrp="1" noChangeArrowheads="1"/>
          </p:cNvSpPr>
          <p:nvPr>
            <p:ph type="title"/>
          </p:nvPr>
        </p:nvSpPr>
        <p:spPr>
          <a:xfrm>
            <a:off x="495300" y="188913"/>
            <a:ext cx="9066213" cy="792162"/>
          </a:xfrm>
        </p:spPr>
        <p:txBody>
          <a:bodyPr/>
          <a:lstStyle/>
          <a:p>
            <a:pPr marL="838200" indent="-838200" algn="ctr">
              <a:buFontTx/>
              <a:buAutoNum type="arabicParenBoth"/>
            </a:pPr>
            <a:r>
              <a:rPr lang="zh-CN" altLang="en-US" smtClean="0">
                <a:ea typeface="黑体" panose="02010609060101010101" pitchFamily="49" charset="-122"/>
              </a:rPr>
              <a:t>信道能够通过的频率范围</a:t>
            </a:r>
          </a:p>
        </p:txBody>
      </p:sp>
      <p:sp>
        <p:nvSpPr>
          <p:cNvPr id="33795" name="Rectangle 3"/>
          <p:cNvSpPr>
            <a:spLocks noGrp="1" noChangeArrowheads="1"/>
          </p:cNvSpPr>
          <p:nvPr>
            <p:ph idx="1"/>
          </p:nvPr>
        </p:nvSpPr>
        <p:spPr>
          <a:xfrm>
            <a:off x="495300" y="1196975"/>
            <a:ext cx="9066213" cy="4933950"/>
          </a:xfrm>
        </p:spPr>
        <p:txBody>
          <a:bodyPr/>
          <a:lstStyle/>
          <a:p>
            <a:r>
              <a:rPr lang="zh-CN" altLang="zh-CN" dirty="0" smtClean="0">
                <a:ea typeface="黑体" panose="02010609060101010101" pitchFamily="49" charset="-122"/>
              </a:rPr>
              <a:t>具体的信道所能通过的频率范围总是有限的。信号中的许多高频分量往往不能通过信道</a:t>
            </a:r>
            <a:r>
              <a:rPr lang="zh-CN" altLang="en-US" dirty="0" smtClean="0">
                <a:ea typeface="黑体" panose="02010609060101010101" pitchFamily="49" charset="-122"/>
              </a:rPr>
              <a:t>。</a:t>
            </a:r>
            <a:endParaRPr lang="en-US" altLang="zh-CN" dirty="0" smtClean="0">
              <a:ea typeface="黑体" panose="02010609060101010101" pitchFamily="49" charset="-122"/>
            </a:endParaRPr>
          </a:p>
          <a:p>
            <a:r>
              <a:rPr lang="en-US" altLang="zh-CN" dirty="0" smtClean="0">
                <a:ea typeface="黑体" panose="02010609060101010101" pitchFamily="49" charset="-122"/>
              </a:rPr>
              <a:t>1924</a:t>
            </a:r>
            <a:r>
              <a:rPr lang="zh-CN" altLang="en-US" dirty="0" smtClean="0">
                <a:ea typeface="黑体" panose="02010609060101010101" pitchFamily="49" charset="-122"/>
              </a:rPr>
              <a:t>年，奈奎斯特 </a:t>
            </a:r>
            <a:r>
              <a:rPr lang="en-US" altLang="zh-CN" dirty="0" smtClean="0">
                <a:ea typeface="黑体" panose="02010609060101010101" pitchFamily="49" charset="-122"/>
              </a:rPr>
              <a:t>(</a:t>
            </a:r>
            <a:r>
              <a:rPr lang="en-US" altLang="zh-CN" dirty="0" err="1" smtClean="0">
                <a:ea typeface="黑体" panose="02010609060101010101" pitchFamily="49" charset="-122"/>
              </a:rPr>
              <a:t>Nyquist</a:t>
            </a:r>
            <a:r>
              <a:rPr lang="en-US" altLang="zh-CN" dirty="0" smtClean="0">
                <a:ea typeface="黑体" panose="02010609060101010101" pitchFamily="49" charset="-122"/>
              </a:rPr>
              <a:t>) </a:t>
            </a:r>
            <a:r>
              <a:rPr lang="zh-CN" altLang="en-US" dirty="0" smtClean="0">
                <a:ea typeface="黑体" panose="02010609060101010101" pitchFamily="49" charset="-122"/>
              </a:rPr>
              <a:t>就推导出了著名的</a:t>
            </a:r>
            <a:r>
              <a:rPr lang="zh-CN" altLang="en-US" dirty="0" smtClean="0">
                <a:solidFill>
                  <a:srgbClr val="FF0000"/>
                </a:solidFill>
                <a:ea typeface="黑体" panose="02010609060101010101" pitchFamily="49" charset="-122"/>
              </a:rPr>
              <a:t>奈氏准则。</a:t>
            </a:r>
            <a:r>
              <a:rPr lang="zh-CN" altLang="en-US" dirty="0" smtClean="0">
                <a:ea typeface="黑体" panose="02010609060101010101" pitchFamily="49" charset="-122"/>
              </a:rPr>
              <a:t>他给出了在假定的理想条件下，为了避免</a:t>
            </a:r>
            <a:r>
              <a:rPr lang="zh-CN" altLang="en-US" dirty="0" smtClean="0">
                <a:solidFill>
                  <a:srgbClr val="FF0000"/>
                </a:solidFill>
                <a:ea typeface="黑体" panose="02010609060101010101" pitchFamily="49" charset="-122"/>
              </a:rPr>
              <a:t>码间串扰，</a:t>
            </a:r>
            <a:r>
              <a:rPr lang="zh-CN" altLang="en-US" dirty="0" smtClean="0">
                <a:ea typeface="黑体" panose="02010609060101010101" pitchFamily="49" charset="-122"/>
              </a:rPr>
              <a:t>码元的传输速率的上限值。</a:t>
            </a:r>
            <a:endParaRPr lang="en-US" altLang="zh-CN" dirty="0" smtClean="0">
              <a:ea typeface="黑体" panose="02010609060101010101" pitchFamily="49" charset="-122"/>
            </a:endParaRPr>
          </a:p>
          <a:p>
            <a:pPr marL="0" indent="0">
              <a:buNone/>
            </a:pPr>
            <a:r>
              <a:rPr lang="en-US" altLang="zh-CN" dirty="0">
                <a:ea typeface="黑体" panose="02010609060101010101" pitchFamily="49" charset="-122"/>
              </a:rPr>
              <a:t> </a:t>
            </a:r>
            <a:r>
              <a:rPr lang="en-US" altLang="zh-CN" dirty="0" smtClean="0">
                <a:ea typeface="黑体" panose="02010609060101010101" pitchFamily="49" charset="-122"/>
              </a:rPr>
              <a:t>                </a:t>
            </a:r>
          </a:p>
          <a:p>
            <a:pPr marL="0" indent="0" algn="ctr">
              <a:buNone/>
            </a:pPr>
            <a:r>
              <a:rPr lang="en-US" altLang="zh-CN" dirty="0" err="1" smtClean="0">
                <a:ea typeface="黑体" panose="02010609060101010101" pitchFamily="49" charset="-122"/>
              </a:rPr>
              <a:t>R</a:t>
            </a:r>
            <a:r>
              <a:rPr lang="en-US" altLang="zh-CN" baseline="-25000" dirty="0" err="1" smtClean="0">
                <a:ea typeface="黑体" panose="02010609060101010101" pitchFamily="49" charset="-122"/>
              </a:rPr>
              <a:t>max</a:t>
            </a:r>
            <a:r>
              <a:rPr lang="en-US" altLang="zh-CN" dirty="0" smtClean="0">
                <a:ea typeface="黑体" panose="02010609060101010101" pitchFamily="49" charset="-122"/>
              </a:rPr>
              <a:t>=2B(bps</a:t>
            </a:r>
            <a:r>
              <a:rPr lang="en-US" altLang="zh-CN" dirty="0" smtClean="0">
                <a:ea typeface="黑体" panose="02010609060101010101" pitchFamily="49" charset="-122"/>
              </a:rPr>
              <a:t>)</a:t>
            </a:r>
          </a:p>
          <a:p>
            <a:pPr marL="0" indent="0" algn="ctr">
              <a:buNone/>
            </a:pPr>
            <a:endParaRPr lang="en-US" altLang="zh-CN" dirty="0">
              <a:ea typeface="黑体" panose="02010609060101010101" pitchFamily="49" charset="-122"/>
            </a:endParaRPr>
          </a:p>
          <a:p>
            <a:pPr marL="0" indent="0" algn="ctr">
              <a:buNone/>
            </a:pPr>
            <a:r>
              <a:rPr lang="en-US" altLang="zh-CN" dirty="0" err="1" smtClean="0">
                <a:ea typeface="黑体" panose="02010609060101010101" pitchFamily="49" charset="-122"/>
              </a:rPr>
              <a:t>R</a:t>
            </a:r>
            <a:r>
              <a:rPr lang="en-US" altLang="zh-CN" baseline="-25000" dirty="0" err="1" smtClean="0">
                <a:ea typeface="黑体" panose="02010609060101010101" pitchFamily="49" charset="-122"/>
              </a:rPr>
              <a:t>max</a:t>
            </a:r>
            <a:r>
              <a:rPr lang="zh-CN" altLang="en-US" dirty="0" smtClean="0">
                <a:ea typeface="黑体" panose="02010609060101010101" pitchFamily="49" charset="-122"/>
              </a:rPr>
              <a:t>为最大速率，</a:t>
            </a:r>
            <a:r>
              <a:rPr lang="en-US" altLang="zh-CN" dirty="0" smtClean="0">
                <a:ea typeface="黑体" panose="02010609060101010101" pitchFamily="49" charset="-122"/>
              </a:rPr>
              <a:t>B</a:t>
            </a:r>
            <a:r>
              <a:rPr lang="zh-CN" altLang="en-US" dirty="0" smtClean="0">
                <a:ea typeface="黑体" panose="02010609060101010101" pitchFamily="49" charset="-122"/>
              </a:rPr>
              <a:t>为理想信道带宽</a:t>
            </a:r>
            <a:endParaRPr lang="zh-CN" altLang="en-US" dirty="0" smtClean="0">
              <a:ea typeface="黑体" panose="02010609060101010101" pitchFamily="49" charset="-122"/>
            </a:endParaRPr>
          </a:p>
        </p:txBody>
      </p:sp>
      <p:sp>
        <p:nvSpPr>
          <p:cNvPr id="292867"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B98E63D8-A404-4024-97F4-5C2C1AE9A816}" type="slidenum">
              <a:rPr lang="zh-CN" altLang="en-US" smtClean="0"/>
              <a:pPr eaLnBrk="1" hangingPunct="1"/>
              <a:t>20</a:t>
            </a:fld>
            <a:endParaRPr lang="en-US" altLang="zh-CN" smtClean="0"/>
          </a:p>
        </p:txBody>
      </p:sp>
      <p:sp>
        <p:nvSpPr>
          <p:cNvPr id="292868"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3795">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379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379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379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379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795"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4913" name="Rectangle 2"/>
          <p:cNvSpPr>
            <a:spLocks noGrp="1" noChangeArrowheads="1"/>
          </p:cNvSpPr>
          <p:nvPr>
            <p:ph type="title"/>
          </p:nvPr>
        </p:nvSpPr>
        <p:spPr/>
        <p:txBody>
          <a:bodyPr/>
          <a:lstStyle/>
          <a:p>
            <a:pPr marL="838200" indent="-838200" algn="ctr">
              <a:buFontTx/>
              <a:buAutoNum type="arabicParenBoth"/>
            </a:pPr>
            <a:r>
              <a:rPr lang="zh-CN" altLang="en-US" smtClean="0">
                <a:ea typeface="黑体" panose="02010609060101010101" pitchFamily="49" charset="-122"/>
              </a:rPr>
              <a:t>信道能够通过的频率范围</a:t>
            </a:r>
          </a:p>
        </p:txBody>
      </p:sp>
      <p:sp>
        <p:nvSpPr>
          <p:cNvPr id="2" name="矩形 1"/>
          <p:cNvSpPr/>
          <p:nvPr/>
        </p:nvSpPr>
        <p:spPr>
          <a:xfrm>
            <a:off x="848544" y="1412776"/>
            <a:ext cx="8424936" cy="1569660"/>
          </a:xfrm>
          <a:prstGeom prst="rect">
            <a:avLst/>
          </a:prstGeom>
          <a:solidFill>
            <a:srgbClr val="66FF66"/>
          </a:solidFill>
          <a:ln w="28575" cmpd="thinThick">
            <a:solidFill>
              <a:schemeClr val="tx1"/>
            </a:solidFill>
            <a:prstDash val="solid"/>
          </a:ln>
          <a:effectLst>
            <a:glow rad="63500">
              <a:schemeClr val="accent1">
                <a:satMod val="175000"/>
                <a:alpha val="40000"/>
              </a:schemeClr>
            </a:glow>
          </a:effectLst>
        </p:spPr>
        <p:txBody>
          <a:bodyPr>
            <a:spAutoFit/>
          </a:bodyPr>
          <a:lstStyle/>
          <a:p>
            <a:pPr eaLnBrk="0" hangingPunct="0"/>
            <a:r>
              <a:rPr lang="zh-CN" altLang="en-US" sz="3200" b="1" noProof="1">
                <a:latin typeface="+mn-lt"/>
                <a:ea typeface="黑体" panose="02010609060101010101" pitchFamily="2" charset="-122"/>
              </a:rPr>
              <a:t>在任何信道中，</a:t>
            </a:r>
            <a:r>
              <a:rPr lang="zh-CN" altLang="en-US" sz="3200" b="1" noProof="1">
                <a:solidFill>
                  <a:srgbClr val="FF0000"/>
                </a:solidFill>
                <a:latin typeface="+mn-lt"/>
                <a:ea typeface="黑体" panose="02010609060101010101" pitchFamily="2" charset="-122"/>
              </a:rPr>
              <a:t>码元传输的速率是有上限的，</a:t>
            </a:r>
            <a:r>
              <a:rPr lang="zh-CN" altLang="en-US" sz="3200" b="1" noProof="1">
                <a:latin typeface="+mn-lt"/>
                <a:ea typeface="黑体" panose="02010609060101010101" pitchFamily="2" charset="-122"/>
              </a:rPr>
              <a:t>否则就会出现</a:t>
            </a:r>
            <a:r>
              <a:rPr lang="zh-CN" altLang="en-US" sz="3200" b="1" noProof="1">
                <a:solidFill>
                  <a:srgbClr val="FF0000"/>
                </a:solidFill>
                <a:latin typeface="+mn-lt"/>
                <a:ea typeface="黑体" panose="02010609060101010101" pitchFamily="2" charset="-122"/>
              </a:rPr>
              <a:t>码间串扰</a:t>
            </a:r>
            <a:r>
              <a:rPr lang="zh-CN" altLang="en-US" sz="3200" b="1" noProof="1">
                <a:latin typeface="+mn-lt"/>
                <a:ea typeface="黑体" panose="02010609060101010101" pitchFamily="2" charset="-122"/>
              </a:rPr>
              <a:t>的问题，使接收端对码元的判决（即识别）成为不可能。</a:t>
            </a:r>
          </a:p>
        </p:txBody>
      </p:sp>
      <p:sp>
        <p:nvSpPr>
          <p:cNvPr id="3" name="矩形 2"/>
          <p:cNvSpPr/>
          <p:nvPr/>
        </p:nvSpPr>
        <p:spPr>
          <a:xfrm>
            <a:off x="848544" y="3371508"/>
            <a:ext cx="8424936" cy="1569660"/>
          </a:xfrm>
          <a:prstGeom prst="rect">
            <a:avLst/>
          </a:prstGeom>
          <a:solidFill>
            <a:srgbClr val="FFFF66"/>
          </a:solidFill>
          <a:ln w="28575" cmpd="thinThick">
            <a:solidFill>
              <a:schemeClr val="tx1"/>
            </a:solidFill>
            <a:prstDash val="solid"/>
          </a:ln>
          <a:effectLst>
            <a:glow rad="101600">
              <a:schemeClr val="accent1">
                <a:satMod val="175000"/>
                <a:alpha val="40000"/>
              </a:schemeClr>
            </a:glow>
          </a:effectLst>
        </p:spPr>
        <p:txBody>
          <a:bodyPr>
            <a:spAutoFit/>
          </a:bodyPr>
          <a:lstStyle/>
          <a:p>
            <a:pPr eaLnBrk="0" hangingPunct="0"/>
            <a:r>
              <a:rPr lang="zh-CN" altLang="en-US" sz="3200" b="1" noProof="1">
                <a:latin typeface="+mn-lt"/>
                <a:ea typeface="黑体" panose="02010609060101010101" pitchFamily="2" charset="-122"/>
              </a:rPr>
              <a:t>如果信道的频带越宽，也就是能够通过的信号高频分量越多，那么就可以用更高的速率传送码元而不出现码间串扰。  </a:t>
            </a:r>
          </a:p>
        </p:txBody>
      </p:sp>
      <p:sp>
        <p:nvSpPr>
          <p:cNvPr id="294916"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D48691EE-0F1D-487A-A675-5B30797966FF}" type="slidenum">
              <a:rPr lang="zh-CN" altLang="en-US" smtClean="0"/>
              <a:pPr eaLnBrk="1" hangingPunct="1"/>
              <a:t>21</a:t>
            </a:fld>
            <a:endParaRPr lang="en-US" altLang="zh-CN" smtClean="0"/>
          </a:p>
        </p:txBody>
      </p:sp>
      <p:sp>
        <p:nvSpPr>
          <p:cNvPr id="294917" name="页脚占位符 6"/>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61" name="Rectangle 2"/>
          <p:cNvSpPr>
            <a:spLocks noGrp="1" noChangeArrowheads="1"/>
          </p:cNvSpPr>
          <p:nvPr>
            <p:ph type="title"/>
          </p:nvPr>
        </p:nvSpPr>
        <p:spPr>
          <a:xfrm>
            <a:off x="495300" y="188913"/>
            <a:ext cx="9066213" cy="792162"/>
          </a:xfrm>
        </p:spPr>
        <p:txBody>
          <a:bodyPr/>
          <a:lstStyle/>
          <a:p>
            <a:pPr algn="ctr"/>
            <a:r>
              <a:rPr lang="en-US" altLang="zh-CN" smtClean="0">
                <a:ea typeface="黑体" panose="02010609060101010101" pitchFamily="49" charset="-122"/>
              </a:rPr>
              <a:t>(2) </a:t>
            </a:r>
            <a:r>
              <a:rPr lang="zh-CN" altLang="en-US" smtClean="0">
                <a:ea typeface="黑体" panose="02010609060101010101" pitchFamily="49" charset="-122"/>
              </a:rPr>
              <a:t>信噪比 </a:t>
            </a:r>
          </a:p>
        </p:txBody>
      </p:sp>
      <p:sp>
        <p:nvSpPr>
          <p:cNvPr id="113667" name="Rectangle 3"/>
          <p:cNvSpPr>
            <a:spLocks noGrp="1" noChangeArrowheads="1"/>
          </p:cNvSpPr>
          <p:nvPr>
            <p:ph idx="1"/>
          </p:nvPr>
        </p:nvSpPr>
        <p:spPr>
          <a:xfrm>
            <a:off x="495300" y="1196975"/>
            <a:ext cx="9066213" cy="4933950"/>
          </a:xfrm>
        </p:spPr>
        <p:txBody>
          <a:bodyPr/>
          <a:lstStyle/>
          <a:p>
            <a:r>
              <a:rPr lang="zh-CN" altLang="zh-CN" sz="2800" noProof="1"/>
              <a:t>噪声存在于所有的电子设备和通信信道中。</a:t>
            </a:r>
            <a:endParaRPr lang="en-US" altLang="zh-CN" sz="2800" noProof="1"/>
          </a:p>
          <a:p>
            <a:r>
              <a:rPr lang="zh-CN" altLang="zh-CN" sz="2800" noProof="1"/>
              <a:t>噪声是随机产生的，它的瞬时值有时会很大。因此噪声会使接收端对码元的判决产生错误</a:t>
            </a:r>
            <a:r>
              <a:rPr lang="zh-CN" altLang="en-US" sz="2800" noProof="1"/>
              <a:t>。</a:t>
            </a:r>
            <a:endParaRPr lang="en-US" altLang="zh-CN" sz="2800" noProof="1"/>
          </a:p>
          <a:p>
            <a:r>
              <a:rPr lang="zh-CN" altLang="zh-CN" sz="2800" noProof="1"/>
              <a:t>但噪声的影响是相对的</a:t>
            </a:r>
            <a:r>
              <a:rPr lang="zh-CN" altLang="en-US" sz="2800" noProof="1"/>
              <a:t>。</a:t>
            </a:r>
            <a:r>
              <a:rPr lang="zh-CN" altLang="zh-CN" sz="2800" noProof="1"/>
              <a:t>如果信号相对较强，那么噪声的影响就相对较小。</a:t>
            </a:r>
            <a:endParaRPr lang="en-US" altLang="zh-CN" sz="2800" noProof="1"/>
          </a:p>
          <a:p>
            <a:r>
              <a:rPr lang="zh-CN" altLang="zh-CN" sz="2800" noProof="1">
                <a:solidFill>
                  <a:srgbClr val="FF0000"/>
                </a:solidFill>
              </a:rPr>
              <a:t>信噪比</a:t>
            </a:r>
            <a:r>
              <a:rPr lang="zh-CN" altLang="zh-CN" sz="2800" noProof="1"/>
              <a:t>就是信号的平均功率和噪声的平均功率之比</a:t>
            </a:r>
            <a:r>
              <a:rPr lang="zh-CN" altLang="en-US" sz="2800" noProof="1"/>
              <a:t>。</a:t>
            </a:r>
            <a:r>
              <a:rPr lang="zh-CN" altLang="zh-CN" sz="2800" noProof="1"/>
              <a:t>常记为</a:t>
            </a:r>
            <a:r>
              <a:rPr lang="en-US" altLang="zh-CN" sz="2800" noProof="1"/>
              <a:t> </a:t>
            </a:r>
            <a:r>
              <a:rPr lang="en-US" altLang="zh-CN" sz="2800" i="1" noProof="1"/>
              <a:t>S</a:t>
            </a:r>
            <a:r>
              <a:rPr lang="en-US" altLang="zh-CN" sz="2800" noProof="1"/>
              <a:t>/</a:t>
            </a:r>
            <a:r>
              <a:rPr lang="en-US" altLang="zh-CN" sz="2800" i="1" noProof="1"/>
              <a:t>N</a:t>
            </a:r>
            <a:r>
              <a:rPr lang="zh-CN" altLang="zh-CN" sz="2800" noProof="1"/>
              <a:t>，并用分贝</a:t>
            </a:r>
            <a:r>
              <a:rPr lang="en-US" altLang="zh-CN" sz="2800" noProof="1"/>
              <a:t> (dB) </a:t>
            </a:r>
            <a:r>
              <a:rPr lang="zh-CN" altLang="zh-CN" sz="2800" noProof="1"/>
              <a:t>作为度量单位。即：</a:t>
            </a:r>
          </a:p>
          <a:p>
            <a:pPr marL="0" indent="0" latinLnBrk="1">
              <a:buFont typeface="Wingdings" panose="05000000000000000000" pitchFamily="2" charset="2"/>
              <a:buNone/>
            </a:pPr>
            <a:r>
              <a:rPr lang="en-US" altLang="zh-CN" sz="2800" noProof="1"/>
              <a:t>		</a:t>
            </a:r>
            <a:r>
              <a:rPr lang="zh-CN" altLang="zh-CN" noProof="1">
                <a:solidFill>
                  <a:srgbClr val="0000CC"/>
                </a:solidFill>
              </a:rPr>
              <a:t>信噪比</a:t>
            </a:r>
            <a:r>
              <a:rPr lang="en-US" altLang="zh-CN" noProof="1">
                <a:solidFill>
                  <a:srgbClr val="0000CC"/>
                </a:solidFill>
              </a:rPr>
              <a:t>(dB) = 10 log</a:t>
            </a:r>
            <a:r>
              <a:rPr lang="en-US" altLang="zh-CN" baseline="-25000" noProof="1">
                <a:solidFill>
                  <a:srgbClr val="0000CC"/>
                </a:solidFill>
              </a:rPr>
              <a:t>10</a:t>
            </a:r>
            <a:r>
              <a:rPr lang="en-US" altLang="zh-CN" noProof="1">
                <a:solidFill>
                  <a:srgbClr val="0000CC"/>
                </a:solidFill>
              </a:rPr>
              <a:t>(</a:t>
            </a:r>
            <a:r>
              <a:rPr lang="en-US" altLang="zh-CN" i="1" noProof="1">
                <a:solidFill>
                  <a:srgbClr val="0000CC"/>
                </a:solidFill>
              </a:rPr>
              <a:t>S</a:t>
            </a:r>
            <a:r>
              <a:rPr lang="en-US" altLang="zh-CN" noProof="1">
                <a:solidFill>
                  <a:srgbClr val="0000CC"/>
                </a:solidFill>
              </a:rPr>
              <a:t>/</a:t>
            </a:r>
            <a:r>
              <a:rPr lang="en-US" altLang="zh-CN" i="1" noProof="1">
                <a:solidFill>
                  <a:srgbClr val="0000CC"/>
                </a:solidFill>
              </a:rPr>
              <a:t>N</a:t>
            </a:r>
            <a:r>
              <a:rPr lang="en-US" altLang="zh-CN" noProof="1">
                <a:solidFill>
                  <a:srgbClr val="0000CC"/>
                </a:solidFill>
              </a:rPr>
              <a:t>)    (dB) </a:t>
            </a:r>
            <a:endParaRPr lang="zh-CN" altLang="zh-CN" sz="2800" noProof="1">
              <a:solidFill>
                <a:srgbClr val="0000CC"/>
              </a:solidFill>
            </a:endParaRPr>
          </a:p>
          <a:p>
            <a:r>
              <a:rPr lang="zh-CN" altLang="zh-CN" sz="2800" noProof="1"/>
              <a:t>例如，当</a:t>
            </a:r>
            <a:r>
              <a:rPr lang="en-US" altLang="zh-CN" sz="2800" noProof="1"/>
              <a:t> </a:t>
            </a:r>
            <a:r>
              <a:rPr lang="en-US" altLang="zh-CN" sz="2800" i="1" noProof="1"/>
              <a:t>S</a:t>
            </a:r>
            <a:r>
              <a:rPr lang="en-US" altLang="zh-CN" sz="2800" noProof="1"/>
              <a:t>/</a:t>
            </a:r>
            <a:r>
              <a:rPr lang="en-US" altLang="zh-CN" sz="2800" i="1" noProof="1"/>
              <a:t>N</a:t>
            </a:r>
            <a:r>
              <a:rPr lang="en-US" altLang="zh-CN" sz="2800" noProof="1"/>
              <a:t> = 10 </a:t>
            </a:r>
            <a:r>
              <a:rPr lang="zh-CN" altLang="zh-CN" sz="2800" noProof="1"/>
              <a:t>时，信噪比为</a:t>
            </a:r>
            <a:r>
              <a:rPr lang="en-US" altLang="zh-CN" sz="2800" noProof="1"/>
              <a:t> 10 dB</a:t>
            </a:r>
            <a:r>
              <a:rPr lang="zh-CN" altLang="zh-CN" sz="2800" noProof="1"/>
              <a:t>，而当</a:t>
            </a:r>
            <a:r>
              <a:rPr lang="en-US" altLang="zh-CN" sz="2800" noProof="1"/>
              <a:t> </a:t>
            </a:r>
            <a:r>
              <a:rPr lang="en-US" altLang="zh-CN" sz="2800" i="1" noProof="1"/>
              <a:t>S</a:t>
            </a:r>
            <a:r>
              <a:rPr lang="en-US" altLang="zh-CN" sz="2800" noProof="1"/>
              <a:t>/</a:t>
            </a:r>
            <a:r>
              <a:rPr lang="en-US" altLang="zh-CN" sz="2800" i="1" noProof="1"/>
              <a:t>N</a:t>
            </a:r>
            <a:r>
              <a:rPr lang="en-US" altLang="zh-CN" sz="2800" noProof="1"/>
              <a:t> = 1000</a:t>
            </a:r>
            <a:r>
              <a:rPr lang="zh-CN" altLang="zh-CN" sz="2800" noProof="1"/>
              <a:t>时，信噪比为</a:t>
            </a:r>
            <a:r>
              <a:rPr lang="en-US" altLang="zh-CN" sz="2800" noProof="1"/>
              <a:t> 30 dB</a:t>
            </a:r>
            <a:r>
              <a:rPr lang="zh-CN" altLang="zh-CN" sz="2800" noProof="1"/>
              <a:t>。</a:t>
            </a:r>
            <a:r>
              <a:rPr lang="zh-CN" altLang="en-US" sz="2800" noProof="1"/>
              <a:t>  </a:t>
            </a:r>
          </a:p>
        </p:txBody>
      </p:sp>
      <p:sp>
        <p:nvSpPr>
          <p:cNvPr id="296963"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C4880E0B-222E-4917-AE27-BD1FA0AA2839}" type="slidenum">
              <a:rPr lang="zh-CN" altLang="en-US" smtClean="0"/>
              <a:pPr eaLnBrk="1" hangingPunct="1"/>
              <a:t>22</a:t>
            </a:fld>
            <a:endParaRPr lang="en-US" altLang="zh-CN" smtClean="0"/>
          </a:p>
        </p:txBody>
      </p:sp>
      <p:sp>
        <p:nvSpPr>
          <p:cNvPr id="296964"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3667">
                                            <p:txEl>
                                              <p:pRg st="3" end="3"/>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3667">
                                            <p:txEl>
                                              <p:pRg st="4" end="4"/>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13667">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3667"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9009" name="Rectangle 2"/>
          <p:cNvSpPr>
            <a:spLocks noGrp="1" noChangeArrowheads="1"/>
          </p:cNvSpPr>
          <p:nvPr>
            <p:ph type="title"/>
          </p:nvPr>
        </p:nvSpPr>
        <p:spPr>
          <a:xfrm>
            <a:off x="495300" y="188913"/>
            <a:ext cx="9066213" cy="792162"/>
          </a:xfrm>
        </p:spPr>
        <p:txBody>
          <a:bodyPr/>
          <a:lstStyle/>
          <a:p>
            <a:pPr algn="ctr"/>
            <a:r>
              <a:rPr lang="en-US" altLang="zh-CN" smtClean="0">
                <a:ea typeface="黑体" panose="02010609060101010101" pitchFamily="49" charset="-122"/>
              </a:rPr>
              <a:t>(2) </a:t>
            </a:r>
            <a:r>
              <a:rPr lang="zh-CN" altLang="en-US" smtClean="0">
                <a:ea typeface="黑体" panose="02010609060101010101" pitchFamily="49" charset="-122"/>
              </a:rPr>
              <a:t>信噪比 </a:t>
            </a:r>
          </a:p>
        </p:txBody>
      </p:sp>
      <p:sp>
        <p:nvSpPr>
          <p:cNvPr id="113667" name="Rectangle 3"/>
          <p:cNvSpPr>
            <a:spLocks noGrp="1" noChangeArrowheads="1"/>
          </p:cNvSpPr>
          <p:nvPr>
            <p:ph idx="1"/>
          </p:nvPr>
        </p:nvSpPr>
        <p:spPr>
          <a:xfrm>
            <a:off x="495300" y="1196975"/>
            <a:ext cx="9066213" cy="4933950"/>
          </a:xfrm>
        </p:spPr>
        <p:txBody>
          <a:bodyPr/>
          <a:lstStyle/>
          <a:p>
            <a:r>
              <a:rPr lang="en-US" altLang="zh-CN" noProof="1"/>
              <a:t>1984</a:t>
            </a:r>
            <a:r>
              <a:rPr lang="zh-CN" altLang="en-US" noProof="1"/>
              <a:t>年，香农 </a:t>
            </a:r>
            <a:r>
              <a:rPr lang="en-US" altLang="zh-CN" noProof="1"/>
              <a:t>(Shannon) </a:t>
            </a:r>
            <a:r>
              <a:rPr lang="zh-CN" altLang="en-US" noProof="1"/>
              <a:t>用信息论的理论推导出了带宽受限且有高斯白噪声干扰的信道的</a:t>
            </a:r>
            <a:r>
              <a:rPr lang="zh-CN" altLang="en-US" noProof="1">
                <a:solidFill>
                  <a:srgbClr val="FF0000"/>
                </a:solidFill>
              </a:rPr>
              <a:t>极限</a:t>
            </a:r>
            <a:r>
              <a:rPr lang="zh-CN" altLang="en-US" noProof="1"/>
              <a:t>、</a:t>
            </a:r>
            <a:r>
              <a:rPr lang="zh-CN" altLang="en-US" noProof="1">
                <a:solidFill>
                  <a:srgbClr val="FF0000"/>
                </a:solidFill>
              </a:rPr>
              <a:t>无差错的</a:t>
            </a:r>
            <a:r>
              <a:rPr lang="zh-CN" altLang="en-US" noProof="1"/>
              <a:t>信息传输速率（</a:t>
            </a:r>
            <a:r>
              <a:rPr lang="zh-CN" altLang="en-US" noProof="1">
                <a:solidFill>
                  <a:srgbClr val="FF0000"/>
                </a:solidFill>
              </a:rPr>
              <a:t>香农公式</a:t>
            </a:r>
            <a:r>
              <a:rPr lang="zh-CN" altLang="en-US" noProof="1"/>
              <a:t>）。</a:t>
            </a:r>
          </a:p>
          <a:p>
            <a:r>
              <a:rPr lang="zh-CN" altLang="en-US" noProof="1"/>
              <a:t>信道的极限信息传输速率 </a:t>
            </a:r>
            <a:r>
              <a:rPr lang="en-US" altLang="zh-CN" i="1" noProof="1"/>
              <a:t>C </a:t>
            </a:r>
            <a:r>
              <a:rPr lang="zh-CN" altLang="en-US" noProof="1"/>
              <a:t>可表达为：</a:t>
            </a:r>
          </a:p>
          <a:p>
            <a:pPr marL="0" indent="0">
              <a:spcBef>
                <a:spcPct val="25000"/>
              </a:spcBef>
              <a:spcAft>
                <a:spcPct val="25000"/>
              </a:spcAft>
              <a:buFont typeface="Wingdings" panose="05000000000000000000" pitchFamily="2" charset="2"/>
              <a:buNone/>
            </a:pPr>
            <a:r>
              <a:rPr lang="en-US" altLang="zh-CN" i="1" noProof="1"/>
              <a:t>		</a:t>
            </a:r>
            <a:r>
              <a:rPr lang="en-US" altLang="zh-CN" i="1" noProof="1">
                <a:solidFill>
                  <a:srgbClr val="0000CC"/>
                </a:solidFill>
              </a:rPr>
              <a:t>C</a:t>
            </a:r>
            <a:r>
              <a:rPr lang="en-US" altLang="zh-CN" noProof="1">
                <a:solidFill>
                  <a:srgbClr val="0000CC"/>
                </a:solidFill>
              </a:rPr>
              <a:t> = </a:t>
            </a:r>
            <a:r>
              <a:rPr lang="en-US" altLang="zh-CN" i="1" noProof="1">
                <a:solidFill>
                  <a:srgbClr val="0000CC"/>
                </a:solidFill>
              </a:rPr>
              <a:t>W</a:t>
            </a:r>
            <a:r>
              <a:rPr lang="en-US" altLang="zh-CN" noProof="1">
                <a:solidFill>
                  <a:srgbClr val="0000CC"/>
                </a:solidFill>
              </a:rPr>
              <a:t> log</a:t>
            </a:r>
            <a:r>
              <a:rPr lang="en-US" altLang="zh-CN" baseline="-25000" noProof="1">
                <a:solidFill>
                  <a:srgbClr val="0000CC"/>
                </a:solidFill>
              </a:rPr>
              <a:t>2</a:t>
            </a:r>
            <a:r>
              <a:rPr lang="en-US" altLang="zh-CN" noProof="1">
                <a:solidFill>
                  <a:srgbClr val="0000CC"/>
                </a:solidFill>
              </a:rPr>
              <a:t>(1+</a:t>
            </a:r>
            <a:r>
              <a:rPr lang="en-US" altLang="zh-CN" i="1" noProof="1">
                <a:solidFill>
                  <a:srgbClr val="0000CC"/>
                </a:solidFill>
              </a:rPr>
              <a:t>S</a:t>
            </a:r>
            <a:r>
              <a:rPr lang="en-US" altLang="zh-CN" noProof="1">
                <a:solidFill>
                  <a:srgbClr val="0000CC"/>
                </a:solidFill>
              </a:rPr>
              <a:t>/</a:t>
            </a:r>
            <a:r>
              <a:rPr lang="en-US" altLang="zh-CN" i="1" noProof="1">
                <a:solidFill>
                  <a:srgbClr val="0000CC"/>
                </a:solidFill>
              </a:rPr>
              <a:t>N</a:t>
            </a:r>
            <a:r>
              <a:rPr lang="en-US" altLang="zh-CN" noProof="1">
                <a:solidFill>
                  <a:srgbClr val="0000CC"/>
                </a:solidFill>
              </a:rPr>
              <a:t>)    (bit/s) </a:t>
            </a:r>
          </a:p>
          <a:p>
            <a:pPr marL="457200" lvl="1" indent="0">
              <a:buFont typeface="Wingdings" panose="05000000000000000000" pitchFamily="2" charset="2"/>
              <a:buNone/>
            </a:pPr>
            <a:r>
              <a:rPr lang="zh-CN" altLang="en-US" noProof="1">
                <a:solidFill>
                  <a:srgbClr val="000099"/>
                </a:solidFill>
                <a:cs typeface="+mn-ea"/>
              </a:rPr>
              <a:t>其中：</a:t>
            </a:r>
            <a:r>
              <a:rPr lang="en-US" altLang="zh-CN" noProof="1">
                <a:solidFill>
                  <a:srgbClr val="000099"/>
                </a:solidFill>
                <a:cs typeface="+mn-ea"/>
              </a:rPr>
              <a:t>	</a:t>
            </a:r>
            <a:r>
              <a:rPr lang="en-US" altLang="zh-CN" i="1" noProof="1">
                <a:solidFill>
                  <a:srgbClr val="000099"/>
                </a:solidFill>
                <a:cs typeface="+mn-ea"/>
              </a:rPr>
              <a:t>W </a:t>
            </a:r>
            <a:r>
              <a:rPr lang="zh-CN" altLang="en-US" noProof="1">
                <a:solidFill>
                  <a:srgbClr val="000099"/>
                </a:solidFill>
                <a:cs typeface="+mn-ea"/>
              </a:rPr>
              <a:t>为信道的带宽（以 </a:t>
            </a:r>
            <a:r>
              <a:rPr lang="en-US" altLang="zh-CN" noProof="1">
                <a:solidFill>
                  <a:srgbClr val="000099"/>
                </a:solidFill>
                <a:cs typeface="+mn-ea"/>
              </a:rPr>
              <a:t>Hz </a:t>
            </a:r>
            <a:r>
              <a:rPr lang="zh-CN" altLang="en-US" noProof="1">
                <a:solidFill>
                  <a:srgbClr val="000099"/>
                </a:solidFill>
                <a:cs typeface="+mn-ea"/>
              </a:rPr>
              <a:t>为单位）；</a:t>
            </a:r>
          </a:p>
          <a:p>
            <a:pPr marL="457200" lvl="1" indent="0">
              <a:buFont typeface="Wingdings" panose="05000000000000000000" pitchFamily="2" charset="2"/>
              <a:buNone/>
            </a:pPr>
            <a:r>
              <a:rPr lang="en-US" altLang="zh-CN" i="1" noProof="1">
                <a:solidFill>
                  <a:srgbClr val="000099"/>
                </a:solidFill>
                <a:cs typeface="+mn-ea"/>
              </a:rPr>
              <a:t>		S </a:t>
            </a:r>
            <a:r>
              <a:rPr lang="zh-CN" altLang="en-US" noProof="1">
                <a:solidFill>
                  <a:srgbClr val="000099"/>
                </a:solidFill>
                <a:cs typeface="+mn-ea"/>
              </a:rPr>
              <a:t>为信道内所传信号的平均功率；</a:t>
            </a:r>
          </a:p>
          <a:p>
            <a:pPr marL="457200" lvl="1" indent="0">
              <a:buFont typeface="Wingdings" panose="05000000000000000000" pitchFamily="2" charset="2"/>
              <a:buNone/>
            </a:pPr>
            <a:r>
              <a:rPr lang="en-US" altLang="zh-CN" i="1" noProof="1">
                <a:solidFill>
                  <a:srgbClr val="000099"/>
                </a:solidFill>
                <a:cs typeface="+mn-ea"/>
              </a:rPr>
              <a:t>		N </a:t>
            </a:r>
            <a:r>
              <a:rPr lang="zh-CN" altLang="en-US" noProof="1">
                <a:solidFill>
                  <a:srgbClr val="000099"/>
                </a:solidFill>
                <a:cs typeface="+mn-ea"/>
              </a:rPr>
              <a:t>为信道内部的高斯噪声功率。  </a:t>
            </a:r>
          </a:p>
        </p:txBody>
      </p:sp>
      <p:sp>
        <p:nvSpPr>
          <p:cNvPr id="299011"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FA999F86-7D2C-4BB8-B6C6-CCDFD1F2F1D3}" type="slidenum">
              <a:rPr lang="zh-CN" altLang="en-US" smtClean="0"/>
              <a:pPr eaLnBrk="1" hangingPunct="1"/>
              <a:t>23</a:t>
            </a:fld>
            <a:endParaRPr lang="en-US" altLang="zh-CN" smtClean="0"/>
          </a:p>
        </p:txBody>
      </p:sp>
      <p:sp>
        <p:nvSpPr>
          <p:cNvPr id="299012"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3667">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3667">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13667">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3667">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13667">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3667"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1057"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香农公式表明 </a:t>
            </a:r>
          </a:p>
        </p:txBody>
      </p:sp>
      <p:sp>
        <p:nvSpPr>
          <p:cNvPr id="114691" name="Rectangle 3"/>
          <p:cNvSpPr>
            <a:spLocks noGrp="1" noChangeArrowheads="1"/>
          </p:cNvSpPr>
          <p:nvPr>
            <p:ph idx="1"/>
          </p:nvPr>
        </p:nvSpPr>
        <p:spPr>
          <a:xfrm>
            <a:off x="495300" y="1196975"/>
            <a:ext cx="9066213" cy="4933950"/>
          </a:xfrm>
        </p:spPr>
        <p:txBody>
          <a:bodyPr/>
          <a:lstStyle/>
          <a:p>
            <a:r>
              <a:rPr lang="zh-CN" altLang="en-US" sz="2800" smtClean="0">
                <a:ea typeface="黑体" panose="02010609060101010101" pitchFamily="49" charset="-122"/>
              </a:rPr>
              <a:t>信道的带宽或信道中的信噪比越大，则信息的极限传输速率就越高。 </a:t>
            </a:r>
          </a:p>
          <a:p>
            <a:r>
              <a:rPr lang="zh-CN" altLang="en-US" sz="2800" smtClean="0">
                <a:solidFill>
                  <a:srgbClr val="0000CC"/>
                </a:solidFill>
                <a:ea typeface="黑体" panose="02010609060101010101" pitchFamily="49" charset="-122"/>
              </a:rPr>
              <a:t>只要信息传输速率低于信道的极限信息传输速率，就一定可以找到某种办法来实现无差错的传输。 </a:t>
            </a:r>
          </a:p>
          <a:p>
            <a:r>
              <a:rPr lang="zh-CN" altLang="en-US" sz="2800" smtClean="0">
                <a:solidFill>
                  <a:srgbClr val="0000CC"/>
                </a:solidFill>
                <a:ea typeface="黑体" panose="02010609060101010101" pitchFamily="49" charset="-122"/>
              </a:rPr>
              <a:t>若信道带宽 </a:t>
            </a:r>
            <a:r>
              <a:rPr lang="en-US" altLang="zh-CN" sz="2800" i="1" smtClean="0">
                <a:solidFill>
                  <a:srgbClr val="0000CC"/>
                </a:solidFill>
                <a:ea typeface="黑体" panose="02010609060101010101" pitchFamily="49" charset="-122"/>
              </a:rPr>
              <a:t>W</a:t>
            </a:r>
            <a:r>
              <a:rPr lang="en-US" altLang="zh-CN" sz="2800" smtClean="0">
                <a:solidFill>
                  <a:srgbClr val="0000CC"/>
                </a:solidFill>
                <a:ea typeface="黑体" panose="02010609060101010101" pitchFamily="49" charset="-122"/>
              </a:rPr>
              <a:t> </a:t>
            </a:r>
            <a:r>
              <a:rPr lang="zh-CN" altLang="en-US" sz="2800" smtClean="0">
                <a:solidFill>
                  <a:srgbClr val="0000CC"/>
                </a:solidFill>
                <a:ea typeface="黑体" panose="02010609060101010101" pitchFamily="49" charset="-122"/>
              </a:rPr>
              <a:t>或信噪比 </a:t>
            </a:r>
            <a:r>
              <a:rPr lang="en-US" altLang="zh-CN" sz="2800" i="1" smtClean="0">
                <a:solidFill>
                  <a:srgbClr val="0000CC"/>
                </a:solidFill>
                <a:ea typeface="黑体" panose="02010609060101010101" pitchFamily="49" charset="-122"/>
              </a:rPr>
              <a:t>S/N</a:t>
            </a:r>
            <a:r>
              <a:rPr lang="en-US" altLang="zh-CN" sz="2800" smtClean="0">
                <a:solidFill>
                  <a:srgbClr val="0000CC"/>
                </a:solidFill>
                <a:ea typeface="黑体" panose="02010609060101010101" pitchFamily="49" charset="-122"/>
              </a:rPr>
              <a:t> </a:t>
            </a:r>
            <a:r>
              <a:rPr lang="zh-CN" altLang="en-US" sz="2800" smtClean="0">
                <a:solidFill>
                  <a:srgbClr val="0000CC"/>
                </a:solidFill>
                <a:ea typeface="黑体" panose="02010609060101010101" pitchFamily="49" charset="-122"/>
              </a:rPr>
              <a:t>没有上限（当然实际信道不可能是这样的），则信道的极限信息传输速率 </a:t>
            </a:r>
            <a:r>
              <a:rPr lang="en-US" altLang="zh-CN" sz="2800" i="1" smtClean="0">
                <a:solidFill>
                  <a:srgbClr val="0000CC"/>
                </a:solidFill>
                <a:ea typeface="黑体" panose="02010609060101010101" pitchFamily="49" charset="-122"/>
              </a:rPr>
              <a:t>C</a:t>
            </a:r>
            <a:r>
              <a:rPr lang="en-US" altLang="zh-CN" sz="2800" smtClean="0">
                <a:solidFill>
                  <a:srgbClr val="0000CC"/>
                </a:solidFill>
                <a:ea typeface="黑体" panose="02010609060101010101" pitchFamily="49" charset="-122"/>
              </a:rPr>
              <a:t> </a:t>
            </a:r>
            <a:r>
              <a:rPr lang="zh-CN" altLang="en-US" sz="2800" smtClean="0">
                <a:solidFill>
                  <a:srgbClr val="0000CC"/>
                </a:solidFill>
                <a:ea typeface="黑体" panose="02010609060101010101" pitchFamily="49" charset="-122"/>
              </a:rPr>
              <a:t>也就没有上限。</a:t>
            </a:r>
          </a:p>
          <a:p>
            <a:r>
              <a:rPr lang="zh-CN" altLang="en-US" sz="2800" smtClean="0">
                <a:ea typeface="黑体" panose="02010609060101010101" pitchFamily="49" charset="-122"/>
              </a:rPr>
              <a:t>实际信道上能够达到的信息传输速率要比香农的极限传输速率低不少。  </a:t>
            </a:r>
          </a:p>
        </p:txBody>
      </p:sp>
      <p:sp>
        <p:nvSpPr>
          <p:cNvPr id="301059"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39275D0B-ED4A-4803-962F-1E09DD31ABCA}" type="slidenum">
              <a:rPr lang="zh-CN" altLang="en-US" smtClean="0"/>
              <a:pPr eaLnBrk="1" hangingPunct="1"/>
              <a:t>24</a:t>
            </a:fld>
            <a:endParaRPr lang="en-US" altLang="zh-CN" smtClean="0"/>
          </a:p>
        </p:txBody>
      </p:sp>
      <p:sp>
        <p:nvSpPr>
          <p:cNvPr id="301060"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4691">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4691">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4691">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691"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3105"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请注意 </a:t>
            </a:r>
          </a:p>
        </p:txBody>
      </p:sp>
      <p:sp>
        <p:nvSpPr>
          <p:cNvPr id="303106" name="Rectangle 3"/>
          <p:cNvSpPr>
            <a:spLocks noGrp="1" noChangeArrowheads="1"/>
          </p:cNvSpPr>
          <p:nvPr>
            <p:ph idx="1"/>
          </p:nvPr>
        </p:nvSpPr>
        <p:spPr>
          <a:xfrm>
            <a:off x="495300" y="1196975"/>
            <a:ext cx="9066213" cy="4933950"/>
          </a:xfrm>
        </p:spPr>
        <p:txBody>
          <a:bodyPr/>
          <a:lstStyle/>
          <a:p>
            <a:r>
              <a:rPr lang="zh-CN" altLang="en-US" dirty="0" smtClean="0">
                <a:ea typeface="黑体" panose="02010609060101010101" pitchFamily="49" charset="-122"/>
              </a:rPr>
              <a:t>对于频带宽度已确定的信道，如果信噪比不能再提高了，并且码元传输速率也达到了上限值，那么还有办法提高信息的传输速率。</a:t>
            </a:r>
            <a:endParaRPr lang="en-US" altLang="zh-CN" dirty="0" smtClean="0">
              <a:ea typeface="黑体" panose="02010609060101010101" pitchFamily="49" charset="-122"/>
            </a:endParaRPr>
          </a:p>
          <a:p>
            <a:r>
              <a:rPr lang="zh-CN" altLang="en-US" dirty="0" smtClean="0">
                <a:solidFill>
                  <a:srgbClr val="FF0000"/>
                </a:solidFill>
                <a:ea typeface="黑体" panose="02010609060101010101" pitchFamily="49" charset="-122"/>
              </a:rPr>
              <a:t>这就是：</a:t>
            </a:r>
            <a:r>
              <a:rPr lang="zh-CN" altLang="en-US" dirty="0" smtClean="0">
                <a:solidFill>
                  <a:srgbClr val="0000CC"/>
                </a:solidFill>
                <a:ea typeface="黑体" panose="02010609060101010101" pitchFamily="49" charset="-122"/>
              </a:rPr>
              <a:t>用编码的方法让每一个码元携带更多比特的信息量。 </a:t>
            </a:r>
            <a:endParaRPr lang="en-US" altLang="zh-CN" dirty="0" smtClean="0">
              <a:solidFill>
                <a:srgbClr val="0000CC"/>
              </a:solidFill>
              <a:ea typeface="黑体" panose="02010609060101010101" pitchFamily="49" charset="-122"/>
            </a:endParaRPr>
          </a:p>
          <a:p>
            <a:pPr marL="0" indent="0">
              <a:buNone/>
            </a:pPr>
            <a:r>
              <a:rPr lang="en-US" altLang="zh-CN" dirty="0">
                <a:ea typeface="黑体" panose="02010609060101010101" pitchFamily="49" charset="-122"/>
              </a:rPr>
              <a:t> </a:t>
            </a:r>
            <a:r>
              <a:rPr lang="en-US" altLang="zh-CN" dirty="0" smtClean="0">
                <a:ea typeface="黑体" panose="02010609060101010101" pitchFamily="49" charset="-122"/>
              </a:rPr>
              <a:t>  </a:t>
            </a:r>
            <a:r>
              <a:rPr lang="zh-CN" altLang="en-US" dirty="0" smtClean="0">
                <a:ea typeface="黑体" panose="02010609060101010101" pitchFamily="49" charset="-122"/>
              </a:rPr>
              <a:t>例：   </a:t>
            </a:r>
            <a:r>
              <a:rPr lang="en-US" altLang="zh-CN" dirty="0" smtClean="0">
                <a:ea typeface="黑体" panose="02010609060101010101" pitchFamily="49" charset="-122"/>
              </a:rPr>
              <a:t>0100 1101 </a:t>
            </a:r>
            <a:r>
              <a:rPr lang="en-US" altLang="zh-CN" dirty="0" smtClean="0">
                <a:ea typeface="黑体" panose="02010609060101010101" pitchFamily="49" charset="-122"/>
              </a:rPr>
              <a:t>0010</a:t>
            </a:r>
          </a:p>
          <a:p>
            <a:pPr marL="0" indent="0">
              <a:buNone/>
            </a:pPr>
            <a:r>
              <a:rPr lang="zh-CN" altLang="en-US" dirty="0">
                <a:ea typeface="黑体" panose="02010609060101010101" pitchFamily="49" charset="-122"/>
              </a:rPr>
              <a:t>二</a:t>
            </a:r>
            <a:r>
              <a:rPr lang="zh-CN" altLang="en-US" dirty="0" smtClean="0">
                <a:ea typeface="黑体" panose="02010609060101010101" pitchFamily="49" charset="-122"/>
              </a:rPr>
              <a:t>元调制：</a:t>
            </a:r>
            <a:r>
              <a:rPr lang="en-US" altLang="zh-CN" dirty="0" smtClean="0">
                <a:ea typeface="黑体" panose="02010609060101010101" pitchFamily="49" charset="-122"/>
              </a:rPr>
              <a:t>12</a:t>
            </a:r>
            <a:r>
              <a:rPr lang="zh-CN" altLang="en-US" dirty="0" smtClean="0">
                <a:ea typeface="黑体" panose="02010609060101010101" pitchFamily="49" charset="-122"/>
              </a:rPr>
              <a:t>个码元</a:t>
            </a:r>
            <a:endParaRPr lang="en-US" altLang="zh-CN" dirty="0" smtClean="0">
              <a:ea typeface="黑体" panose="02010609060101010101" pitchFamily="49" charset="-122"/>
            </a:endParaRPr>
          </a:p>
          <a:p>
            <a:pPr marL="0" indent="0">
              <a:buNone/>
            </a:pPr>
            <a:r>
              <a:rPr lang="zh-CN" altLang="en-US" dirty="0" smtClean="0">
                <a:ea typeface="黑体" panose="02010609060101010101" pitchFamily="49" charset="-122"/>
              </a:rPr>
              <a:t>正交振幅调制：</a:t>
            </a:r>
            <a:r>
              <a:rPr lang="en-US" altLang="zh-CN" dirty="0" smtClean="0">
                <a:ea typeface="黑体" panose="02010609060101010101" pitchFamily="49" charset="-122"/>
              </a:rPr>
              <a:t>3</a:t>
            </a:r>
            <a:r>
              <a:rPr lang="zh-CN" altLang="en-US" dirty="0" smtClean="0">
                <a:ea typeface="黑体" panose="02010609060101010101" pitchFamily="49" charset="-122"/>
              </a:rPr>
              <a:t>个码元</a:t>
            </a:r>
            <a:endParaRPr lang="en-US" altLang="zh-CN" dirty="0" smtClean="0">
              <a:ea typeface="黑体" panose="02010609060101010101" pitchFamily="49" charset="-122"/>
            </a:endParaRPr>
          </a:p>
          <a:p>
            <a:pPr marL="0" indent="0">
              <a:buNone/>
            </a:pPr>
            <a:r>
              <a:rPr lang="en-US" altLang="zh-CN" dirty="0">
                <a:ea typeface="黑体" panose="02010609060101010101" pitchFamily="49" charset="-122"/>
              </a:rPr>
              <a:t> </a:t>
            </a:r>
            <a:r>
              <a:rPr lang="en-US" altLang="zh-CN" dirty="0" smtClean="0">
                <a:ea typeface="黑体" panose="02010609060101010101" pitchFamily="49" charset="-122"/>
              </a:rPr>
              <a:t>           </a:t>
            </a:r>
            <a:endParaRPr lang="zh-CN" altLang="en-US" dirty="0" smtClean="0">
              <a:ea typeface="黑体" panose="02010609060101010101" pitchFamily="49" charset="-122"/>
            </a:endParaRPr>
          </a:p>
        </p:txBody>
      </p:sp>
      <p:sp>
        <p:nvSpPr>
          <p:cNvPr id="303107"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712BD1C9-F863-4FA7-A07D-3BAF9C9FAE80}" type="slidenum">
              <a:rPr lang="zh-CN" altLang="en-US" smtClean="0"/>
              <a:pPr eaLnBrk="1" hangingPunct="1"/>
              <a:t>25</a:t>
            </a:fld>
            <a:endParaRPr lang="en-US" altLang="zh-CN" smtClean="0"/>
          </a:p>
        </p:txBody>
      </p:sp>
      <p:sp>
        <p:nvSpPr>
          <p:cNvPr id="303108"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theme/theme1.xml><?xml version="1.0" encoding="utf-8"?>
<a:theme xmlns:a="http://schemas.openxmlformats.org/drawingml/2006/main" name="Presentation">
  <a:themeElements>
    <a:clrScheme name="演示稿（水平） 9">
      <a:dk1>
        <a:srgbClr val="000000"/>
      </a:dk1>
      <a:lt1>
        <a:srgbClr val="FFFFFF"/>
      </a:lt1>
      <a:dk2>
        <a:srgbClr val="666699"/>
      </a:dk2>
      <a:lt2>
        <a:srgbClr val="FFCC00"/>
      </a:lt2>
      <a:accent1>
        <a:srgbClr val="FF9900"/>
      </a:accent1>
      <a:accent2>
        <a:srgbClr val="FF9900"/>
      </a:accent2>
      <a:accent3>
        <a:srgbClr val="FFFFFF"/>
      </a:accent3>
      <a:accent4>
        <a:srgbClr val="000000"/>
      </a:accent4>
      <a:accent5>
        <a:srgbClr val="FFCAAA"/>
      </a:accent5>
      <a:accent6>
        <a:srgbClr val="E78A00"/>
      </a:accent6>
      <a:hlink>
        <a:srgbClr val="666699"/>
      </a:hlink>
      <a:folHlink>
        <a:srgbClr val="999966"/>
      </a:folHlink>
    </a:clrScheme>
    <a:fontScheme name="演示稿（水平）">
      <a:majorFont>
        <a:latin typeface="Times New Roman"/>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defRPr>
        </a:defPPr>
      </a:lstStyle>
    </a:lnDef>
  </a:objectDefaults>
  <a:extraClrSchemeLst>
    <a:extraClrScheme>
      <a:clrScheme name="演示稿（水平） 1">
        <a:dk1>
          <a:srgbClr val="006699"/>
        </a:dk1>
        <a:lt1>
          <a:srgbClr val="FFFFFF"/>
        </a:lt1>
        <a:dk2>
          <a:srgbClr val="000000"/>
        </a:dk2>
        <a:lt2>
          <a:srgbClr val="99FF99"/>
        </a:lt2>
        <a:accent1>
          <a:srgbClr val="00CC99"/>
        </a:accent1>
        <a:accent2>
          <a:srgbClr val="009999"/>
        </a:accent2>
        <a:accent3>
          <a:srgbClr val="AAAAAA"/>
        </a:accent3>
        <a:accent4>
          <a:srgbClr val="DADADA"/>
        </a:accent4>
        <a:accent5>
          <a:srgbClr val="AAE2CA"/>
        </a:accent5>
        <a:accent6>
          <a:srgbClr val="008A8A"/>
        </a:accent6>
        <a:hlink>
          <a:srgbClr val="0066FF"/>
        </a:hlink>
        <a:folHlink>
          <a:srgbClr val="989CBA"/>
        </a:folHlink>
      </a:clrScheme>
      <a:clrMap bg1="dk2" tx1="lt1" bg2="dk1" tx2="lt2" accent1="accent1" accent2="accent2" accent3="accent3" accent4="accent4" accent5="accent5" accent6="accent6" hlink="hlink" folHlink="folHlink"/>
    </a:extraClrScheme>
    <a:extraClrScheme>
      <a:clrScheme name="演示稿（水平） 2">
        <a:dk1>
          <a:srgbClr val="808000"/>
        </a:dk1>
        <a:lt1>
          <a:srgbClr val="FFFFFF"/>
        </a:lt1>
        <a:dk2>
          <a:srgbClr val="5C271E"/>
        </a:dk2>
        <a:lt2>
          <a:srgbClr val="FFDD89"/>
        </a:lt2>
        <a:accent1>
          <a:srgbClr val="CC6600"/>
        </a:accent1>
        <a:accent2>
          <a:srgbClr val="CC9900"/>
        </a:accent2>
        <a:accent3>
          <a:srgbClr val="B5ACAB"/>
        </a:accent3>
        <a:accent4>
          <a:srgbClr val="DADADA"/>
        </a:accent4>
        <a:accent5>
          <a:srgbClr val="E2B8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演示稿（水平） 3">
        <a:dk1>
          <a:srgbClr val="763B00"/>
        </a:dk1>
        <a:lt1>
          <a:srgbClr val="FFFFFF"/>
        </a:lt1>
        <a:dk2>
          <a:srgbClr val="330000"/>
        </a:dk2>
        <a:lt2>
          <a:srgbClr val="CC9900"/>
        </a:lt2>
        <a:accent1>
          <a:srgbClr val="FFCC00"/>
        </a:accent1>
        <a:accent2>
          <a:srgbClr val="CC3300"/>
        </a:accent2>
        <a:accent3>
          <a:srgbClr val="ADAAAA"/>
        </a:accent3>
        <a:accent4>
          <a:srgbClr val="DADADA"/>
        </a:accent4>
        <a:accent5>
          <a:srgbClr val="FFE2AA"/>
        </a:accent5>
        <a:accent6>
          <a:srgbClr val="B92D00"/>
        </a:accent6>
        <a:hlink>
          <a:srgbClr val="666699"/>
        </a:hlink>
        <a:folHlink>
          <a:srgbClr val="999966"/>
        </a:folHlink>
      </a:clrScheme>
      <a:clrMap bg1="dk2" tx1="lt1" bg2="dk1" tx2="lt2" accent1="accent1" accent2="accent2" accent3="accent3" accent4="accent4" accent5="accent5" accent6="accent6" hlink="hlink" folHlink="folHlink"/>
    </a:extraClrScheme>
    <a:extraClrScheme>
      <a:clrScheme name="演示稿（水平） 4">
        <a:dk1>
          <a:srgbClr val="6D3696"/>
        </a:dk1>
        <a:lt1>
          <a:srgbClr val="FFFFFF"/>
        </a:lt1>
        <a:dk2>
          <a:srgbClr val="51255D"/>
        </a:dk2>
        <a:lt2>
          <a:srgbClr val="FFFFCC"/>
        </a:lt2>
        <a:accent1>
          <a:srgbClr val="666699"/>
        </a:accent1>
        <a:accent2>
          <a:srgbClr val="800080"/>
        </a:accent2>
        <a:accent3>
          <a:srgbClr val="B3ACB6"/>
        </a:accent3>
        <a:accent4>
          <a:srgbClr val="DADADA"/>
        </a:accent4>
        <a:accent5>
          <a:srgbClr val="B8B8CA"/>
        </a:accent5>
        <a:accent6>
          <a:srgbClr val="730073"/>
        </a:accent6>
        <a:hlink>
          <a:srgbClr val="CCCC00"/>
        </a:hlink>
        <a:folHlink>
          <a:srgbClr val="A3A274"/>
        </a:folHlink>
      </a:clrScheme>
      <a:clrMap bg1="dk2" tx1="lt1" bg2="dk1" tx2="lt2" accent1="accent1" accent2="accent2" accent3="accent3" accent4="accent4" accent5="accent5" accent6="accent6" hlink="hlink" folHlink="folHlink"/>
    </a:extraClrScheme>
    <a:extraClrScheme>
      <a:clrScheme name="演示稿（水平） 5">
        <a:dk1>
          <a:srgbClr val="CC6600"/>
        </a:dk1>
        <a:lt1>
          <a:srgbClr val="FFFFFF"/>
        </a:lt1>
        <a:dk2>
          <a:srgbClr val="4A553B"/>
        </a:dk2>
        <a:lt2>
          <a:srgbClr val="FFBF1F"/>
        </a:lt2>
        <a:accent1>
          <a:srgbClr val="FFCC00"/>
        </a:accent1>
        <a:accent2>
          <a:srgbClr val="CC9900"/>
        </a:accent2>
        <a:accent3>
          <a:srgbClr val="B1B4AF"/>
        </a:accent3>
        <a:accent4>
          <a:srgbClr val="DADADA"/>
        </a:accent4>
        <a:accent5>
          <a:srgbClr val="FFE2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演示稿（水平） 6">
        <a:dk1>
          <a:srgbClr val="000000"/>
        </a:dk1>
        <a:lt1>
          <a:srgbClr val="FFFFFF"/>
        </a:lt1>
        <a:dk2>
          <a:srgbClr val="666699"/>
        </a:dk2>
        <a:lt2>
          <a:srgbClr val="FFCC00"/>
        </a:lt2>
        <a:accent1>
          <a:srgbClr val="FF9900"/>
        </a:accent1>
        <a:accent2>
          <a:srgbClr val="FF0000"/>
        </a:accent2>
        <a:accent3>
          <a:srgbClr val="FFFFFF"/>
        </a:accent3>
        <a:accent4>
          <a:srgbClr val="000000"/>
        </a:accent4>
        <a:accent5>
          <a:srgbClr val="FFCAAA"/>
        </a:accent5>
        <a:accent6>
          <a:srgbClr val="E70000"/>
        </a:accent6>
        <a:hlink>
          <a:srgbClr val="666699"/>
        </a:hlink>
        <a:folHlink>
          <a:srgbClr val="999966"/>
        </a:folHlink>
      </a:clrScheme>
      <a:clrMap bg1="lt1" tx1="dk1" bg2="lt2" tx2="dk2" accent1="accent1" accent2="accent2" accent3="accent3" accent4="accent4" accent5="accent5" accent6="accent6" hlink="hlink" folHlink="folHlink"/>
    </a:extraClrScheme>
    <a:extraClrScheme>
      <a:clrScheme name="演示稿（水平） 7">
        <a:dk1>
          <a:srgbClr val="000000"/>
        </a:dk1>
        <a:lt1>
          <a:srgbClr val="FFFFFF"/>
        </a:lt1>
        <a:dk2>
          <a:srgbClr val="CC3300"/>
        </a:dk2>
        <a:lt2>
          <a:srgbClr val="663300"/>
        </a:lt2>
        <a:accent1>
          <a:srgbClr val="FFCC00"/>
        </a:accent1>
        <a:accent2>
          <a:srgbClr val="CC6600"/>
        </a:accent2>
        <a:accent3>
          <a:srgbClr val="FFFFFF"/>
        </a:accent3>
        <a:accent4>
          <a:srgbClr val="000000"/>
        </a:accent4>
        <a:accent5>
          <a:srgbClr val="FFE2AA"/>
        </a:accent5>
        <a:accent6>
          <a:srgbClr val="B95C00"/>
        </a:accent6>
        <a:hlink>
          <a:srgbClr val="CC9900"/>
        </a:hlink>
        <a:folHlink>
          <a:srgbClr val="996633"/>
        </a:folHlink>
      </a:clrScheme>
      <a:clrMap bg1="lt1" tx1="dk1" bg2="lt2" tx2="dk2" accent1="accent1" accent2="accent2" accent3="accent3" accent4="accent4" accent5="accent5" accent6="accent6" hlink="hlink" folHlink="folHlink"/>
    </a:extraClrScheme>
    <a:extraClrScheme>
      <a:clrScheme name="演示稿（水平）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clrMap bg1="lt1" tx1="dk1" bg2="lt2" tx2="dk2" accent1="accent1" accent2="accent2" accent3="accent3" accent4="accent4" accent5="accent5" accent6="accent6" hlink="hlink" folHlink="folHlink"/>
    </a:extraClrScheme>
    <a:extraClrScheme>
      <a:clrScheme name="演示稿（水平） 9">
        <a:dk1>
          <a:srgbClr val="000000"/>
        </a:dk1>
        <a:lt1>
          <a:srgbClr val="FFFFFF"/>
        </a:lt1>
        <a:dk2>
          <a:srgbClr val="666699"/>
        </a:dk2>
        <a:lt2>
          <a:srgbClr val="FFCC00"/>
        </a:lt2>
        <a:accent1>
          <a:srgbClr val="FF9900"/>
        </a:accent1>
        <a:accent2>
          <a:srgbClr val="FF9900"/>
        </a:accent2>
        <a:accent3>
          <a:srgbClr val="FFFFFF"/>
        </a:accent3>
        <a:accent4>
          <a:srgbClr val="000000"/>
        </a:accent4>
        <a:accent5>
          <a:srgbClr val="FFCAAA"/>
        </a:accent5>
        <a:accent6>
          <a:srgbClr val="E78A00"/>
        </a:accent6>
        <a:hlink>
          <a:srgbClr val="666699"/>
        </a:hlink>
        <a:folHlink>
          <a:srgbClr val="9999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Presentation</Template>
  <TotalTime>124</TotalTime>
  <Words>1934</Words>
  <Application>Microsoft Office PowerPoint</Application>
  <PresentationFormat>A4 纸张(210x297 毫米)</PresentationFormat>
  <Paragraphs>254</Paragraphs>
  <Slides>25</Slides>
  <Notes>19</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25</vt:i4>
      </vt:variant>
    </vt:vector>
  </HeadingPairs>
  <TitlesOfParts>
    <vt:vector size="34" baseType="lpstr">
      <vt:lpstr>Arial Unicode MS</vt:lpstr>
      <vt:lpstr>黑体</vt:lpstr>
      <vt:lpstr>宋体</vt:lpstr>
      <vt:lpstr>Arial</vt:lpstr>
      <vt:lpstr>Arial Rounded MT Bold</vt:lpstr>
      <vt:lpstr>Symbol</vt:lpstr>
      <vt:lpstr>Times New Roman</vt:lpstr>
      <vt:lpstr>Wingdings</vt:lpstr>
      <vt:lpstr>Presentation</vt:lpstr>
      <vt:lpstr>第 2 章  物理层</vt:lpstr>
      <vt:lpstr>第 2 章  物理层</vt:lpstr>
      <vt:lpstr>2.1  物理层的基本概念</vt:lpstr>
      <vt:lpstr>物理层的主要任务</vt:lpstr>
      <vt:lpstr>2.2  数据通信的基础知识</vt:lpstr>
      <vt:lpstr>2.2.1  数据通信系统的模型</vt:lpstr>
      <vt:lpstr>常用术语</vt:lpstr>
      <vt:lpstr>2.2.2  有关信道的几个基本概念</vt:lpstr>
      <vt:lpstr>2.2.2  有关信道的几个基本概念</vt:lpstr>
      <vt:lpstr>2.2.2  有关信道的几个基本概念</vt:lpstr>
      <vt:lpstr>(1) 常用编码方式</vt:lpstr>
      <vt:lpstr>(1) 常用编码方式</vt:lpstr>
      <vt:lpstr>(1) 常用编码方式</vt:lpstr>
      <vt:lpstr>(2) 基本的带通调制方法</vt:lpstr>
      <vt:lpstr>(2) 基本的带通调制方法</vt:lpstr>
      <vt:lpstr>正交振幅调制 QAM (Quadrature Amplitude Modulation) </vt:lpstr>
      <vt:lpstr>2.2.3  信道的极限容量 </vt:lpstr>
      <vt:lpstr>数字信号通过实际的信道 </vt:lpstr>
      <vt:lpstr>2.2.3  信道的极限容量</vt:lpstr>
      <vt:lpstr>信道能够通过的频率范围</vt:lpstr>
      <vt:lpstr>信道能够通过的频率范围</vt:lpstr>
      <vt:lpstr>(2) 信噪比 </vt:lpstr>
      <vt:lpstr>(2) 信噪比 </vt:lpstr>
      <vt:lpstr>香农公式表明 </vt:lpstr>
      <vt:lpstr>请注意 </vt:lpstr>
    </vt:vector>
  </TitlesOfParts>
  <Company>920</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920</dc:creator>
  <cp:lastModifiedBy>个人用户</cp:lastModifiedBy>
  <cp:revision>67</cp:revision>
  <dcterms:created xsi:type="dcterms:W3CDTF">2016-10-01T05:27:00Z</dcterms:created>
  <dcterms:modified xsi:type="dcterms:W3CDTF">2021-01-07T02:38:23Z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TemplateID">
    <vt:lpwstr>TC060874522052</vt:lpwstr>
  </property>
  <property fmtid="{D5CDD505-2E9C-101B-9397-08002B2CF9AE}" pid="3" name="KSOProductBuildVer">
    <vt:lpwstr>2052-11.3.0.8513</vt:lpwstr>
  </property>
</Properties>
</file>