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3" r:id="rId2"/>
    <p:sldId id="314" r:id="rId3"/>
    <p:sldId id="315" r:id="rId4"/>
    <p:sldId id="316" r:id="rId5"/>
    <p:sldId id="317" r:id="rId6"/>
    <p:sldId id="318" r:id="rId7"/>
    <p:sldId id="319" r:id="rId8"/>
    <p:sldId id="320" r:id="rId9"/>
    <p:sldId id="321" r:id="rId10"/>
    <p:sldId id="322" r:id="rId11"/>
    <p:sldId id="323" r:id="rId12"/>
    <p:sldId id="324"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3436798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3545342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483675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1119421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655909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1008686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4244342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783604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2282615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582628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t>2022/4/26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3852179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CB7456-3132-4DB2-8F31-A57075A28DB8}" type="datetimeFigureOut">
              <a:rPr lang="zh-CN" altLang="en-US" smtClean="0"/>
              <a:t>2022/4/26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8515A-1257-4300-8B79-552042D98343}" type="slidenum">
              <a:rPr lang="zh-CN" altLang="en-US" smtClean="0"/>
              <a:t>‹#›</a:t>
            </a:fld>
            <a:endParaRPr lang="zh-CN" altLang="en-US"/>
          </a:p>
        </p:txBody>
      </p:sp>
    </p:spTree>
    <p:extLst>
      <p:ext uri="{BB962C8B-B14F-4D97-AF65-F5344CB8AC3E}">
        <p14:creationId xmlns:p14="http://schemas.microsoft.com/office/powerpoint/2010/main" val="1119827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1.tmp"/><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slideLayout" Target="../slideLayouts/slideLayout7.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 Type="http://schemas.openxmlformats.org/officeDocument/2006/relationships/tags" Target="../tags/tag15.xml"/><Relationship Id="rId16" Type="http://schemas.openxmlformats.org/officeDocument/2006/relationships/tags" Target="../tags/tag29.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tags" Target="../tags/tag28.xml"/><Relationship Id="rId10" Type="http://schemas.openxmlformats.org/officeDocument/2006/relationships/tags" Target="../tags/tag23.xml"/><Relationship Id="rId19" Type="http://schemas.openxmlformats.org/officeDocument/2006/relationships/image" Target="../media/image1.tmp"/><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s>
</file>

<file path=ppt/slides/_rels/slide3.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tags" Target="../tags/tag4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image" Target="../media/image1.tmp"/><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tags" Target="../tags/tag55.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5" Type="http://schemas.openxmlformats.org/officeDocument/2006/relationships/image" Target="../media/image1.tmp"/><Relationship Id="rId10" Type="http://schemas.openxmlformats.org/officeDocument/2006/relationships/tags" Target="../tags/tag53.xml"/><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tags" Target="../tags/tag68.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5" Type="http://schemas.openxmlformats.org/officeDocument/2006/relationships/image" Target="../media/image1.tmp"/><Relationship Id="rId10" Type="http://schemas.openxmlformats.org/officeDocument/2006/relationships/tags" Target="../tags/tag66.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tags" Target="../tags/tag81.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5" Type="http://schemas.openxmlformats.org/officeDocument/2006/relationships/tags" Target="../tags/tag74.xml"/><Relationship Id="rId15" Type="http://schemas.openxmlformats.org/officeDocument/2006/relationships/image" Target="../media/image1.tmp"/><Relationship Id="rId10" Type="http://schemas.openxmlformats.org/officeDocument/2006/relationships/tags" Target="../tags/tag79.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tags" Target="../tags/tag90.xml"/><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image" Target="../media/image1.tmp"/><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slideLayout" Target="../slideLayouts/slideLayout7.xml"/><Relationship Id="rId5" Type="http://schemas.openxmlformats.org/officeDocument/2006/relationships/tags" Target="../tags/tag87.xml"/><Relationship Id="rId10" Type="http://schemas.openxmlformats.org/officeDocument/2006/relationships/tags" Target="../tags/tag92.xml"/><Relationship Id="rId4" Type="http://schemas.openxmlformats.org/officeDocument/2006/relationships/tags" Target="../tags/tag86.xml"/><Relationship Id="rId9" Type="http://schemas.openxmlformats.org/officeDocument/2006/relationships/tags" Target="../tags/tag91.xml"/></Relationships>
</file>

<file path=ppt/slides/_rels/slide8.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tags" Target="../tags/tag105.xml"/><Relationship Id="rId3" Type="http://schemas.openxmlformats.org/officeDocument/2006/relationships/tags" Target="../tags/tag95.xml"/><Relationship Id="rId7" Type="http://schemas.openxmlformats.org/officeDocument/2006/relationships/tags" Target="../tags/tag99.xml"/><Relationship Id="rId12" Type="http://schemas.openxmlformats.org/officeDocument/2006/relationships/tags" Target="../tags/tag104.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5" Type="http://schemas.openxmlformats.org/officeDocument/2006/relationships/tags" Target="../tags/tag97.xml"/><Relationship Id="rId15" Type="http://schemas.openxmlformats.org/officeDocument/2006/relationships/image" Target="../media/image1.tmp"/><Relationship Id="rId10" Type="http://schemas.openxmlformats.org/officeDocument/2006/relationships/tags" Target="../tags/tag102.xml"/><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tags" Target="../tags/tag113.xml"/><Relationship Id="rId13" Type="http://schemas.openxmlformats.org/officeDocument/2006/relationships/tags" Target="../tags/tag118.xml"/><Relationship Id="rId18" Type="http://schemas.openxmlformats.org/officeDocument/2006/relationships/slideLayout" Target="../slideLayouts/slideLayout7.xml"/><Relationship Id="rId3" Type="http://schemas.openxmlformats.org/officeDocument/2006/relationships/tags" Target="../tags/tag108.xml"/><Relationship Id="rId7" Type="http://schemas.openxmlformats.org/officeDocument/2006/relationships/tags" Target="../tags/tag112.xml"/><Relationship Id="rId12" Type="http://schemas.openxmlformats.org/officeDocument/2006/relationships/tags" Target="../tags/tag117.xml"/><Relationship Id="rId17" Type="http://schemas.openxmlformats.org/officeDocument/2006/relationships/tags" Target="../tags/tag122.xml"/><Relationship Id="rId2" Type="http://schemas.openxmlformats.org/officeDocument/2006/relationships/tags" Target="../tags/tag107.xml"/><Relationship Id="rId16" Type="http://schemas.openxmlformats.org/officeDocument/2006/relationships/tags" Target="../tags/tag121.xml"/><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tags" Target="../tags/tag116.xml"/><Relationship Id="rId5" Type="http://schemas.openxmlformats.org/officeDocument/2006/relationships/tags" Target="../tags/tag110.xml"/><Relationship Id="rId15" Type="http://schemas.openxmlformats.org/officeDocument/2006/relationships/tags" Target="../tags/tag120.xml"/><Relationship Id="rId10" Type="http://schemas.openxmlformats.org/officeDocument/2006/relationships/tags" Target="../tags/tag115.xml"/><Relationship Id="rId19" Type="http://schemas.openxmlformats.org/officeDocument/2006/relationships/image" Target="../media/image1.tmp"/><Relationship Id="rId4" Type="http://schemas.openxmlformats.org/officeDocument/2006/relationships/tags" Target="../tags/tag109.xml"/><Relationship Id="rId9" Type="http://schemas.openxmlformats.org/officeDocument/2006/relationships/tags" Target="../tags/tag114.xml"/><Relationship Id="rId14" Type="http://schemas.openxmlformats.org/officeDocument/2006/relationships/tags" Target="../tags/tag119.xml"/></Relationships>
</file>

<file path=ppt/slides/_rels/slide10.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tags" Target="../tags/tag135.xml"/><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tags" Target="../tags/tag134.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5" Type="http://schemas.openxmlformats.org/officeDocument/2006/relationships/tags" Target="../tags/tag127.xml"/><Relationship Id="rId15" Type="http://schemas.openxmlformats.org/officeDocument/2006/relationships/image" Target="../media/image1.tmp"/><Relationship Id="rId10" Type="http://schemas.openxmlformats.org/officeDocument/2006/relationships/tags" Target="../tags/tag132.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tags" Target="../tags/tag148.xml"/><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tags" Target="../tags/tag147.xml"/><Relationship Id="rId17" Type="http://schemas.openxmlformats.org/officeDocument/2006/relationships/image" Target="../media/image1.tmp"/><Relationship Id="rId2" Type="http://schemas.openxmlformats.org/officeDocument/2006/relationships/tags" Target="../tags/tag137.xml"/><Relationship Id="rId16" Type="http://schemas.openxmlformats.org/officeDocument/2006/relationships/slideLayout" Target="../slideLayouts/slideLayout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tags" Target="../tags/tag146.xml"/><Relationship Id="rId5" Type="http://schemas.openxmlformats.org/officeDocument/2006/relationships/tags" Target="../tags/tag140.xml"/><Relationship Id="rId15" Type="http://schemas.openxmlformats.org/officeDocument/2006/relationships/tags" Target="../tags/tag150.xml"/><Relationship Id="rId10" Type="http://schemas.openxmlformats.org/officeDocument/2006/relationships/tags" Target="../tags/tag145.xml"/><Relationship Id="rId4" Type="http://schemas.openxmlformats.org/officeDocument/2006/relationships/tags" Target="../tags/tag139.xml"/><Relationship Id="rId9" Type="http://schemas.openxmlformats.org/officeDocument/2006/relationships/tags" Target="../tags/tag144.xml"/><Relationship Id="rId14" Type="http://schemas.openxmlformats.org/officeDocument/2006/relationships/tags" Target="../tags/tag149.xml"/></Relationships>
</file>

<file path=ppt/slides/_rels/slide12.xml.rels><?xml version="1.0" encoding="UTF-8" standalone="yes"?>
<Relationships xmlns="http://schemas.openxmlformats.org/package/2006/relationships"><Relationship Id="rId8" Type="http://schemas.openxmlformats.org/officeDocument/2006/relationships/tags" Target="../tags/tag158.xml"/><Relationship Id="rId13" Type="http://schemas.openxmlformats.org/officeDocument/2006/relationships/tags" Target="../tags/tag163.xml"/><Relationship Id="rId3" Type="http://schemas.openxmlformats.org/officeDocument/2006/relationships/tags" Target="../tags/tag153.xml"/><Relationship Id="rId7" Type="http://schemas.openxmlformats.org/officeDocument/2006/relationships/tags" Target="../tags/tag157.xml"/><Relationship Id="rId12" Type="http://schemas.openxmlformats.org/officeDocument/2006/relationships/tags" Target="../tags/tag162.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tags" Target="../tags/tag156.xml"/><Relationship Id="rId11" Type="http://schemas.openxmlformats.org/officeDocument/2006/relationships/tags" Target="../tags/tag161.xml"/><Relationship Id="rId5" Type="http://schemas.openxmlformats.org/officeDocument/2006/relationships/tags" Target="../tags/tag155.xml"/><Relationship Id="rId15" Type="http://schemas.openxmlformats.org/officeDocument/2006/relationships/image" Target="../media/image1.tmp"/><Relationship Id="rId10" Type="http://schemas.openxmlformats.org/officeDocument/2006/relationships/tags" Target="../tags/tag160.xml"/><Relationship Id="rId4" Type="http://schemas.openxmlformats.org/officeDocument/2006/relationships/tags" Target="../tags/tag154.xml"/><Relationship Id="rId9" Type="http://schemas.openxmlformats.org/officeDocument/2006/relationships/tags" Target="../tags/tag159.xml"/><Relationship Id="rId1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1.TCP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为每一个连接设有一</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只要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TCP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连接的一方收到对方的零窗口通知，就启动</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该计时器</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持续</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计时器</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超时计时器</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7" name="组合 6"/>
          <p:cNvGrpSpPr/>
          <p:nvPr>
            <p:custDataLst>
              <p:tags r:id="rId8"/>
            </p:custDataLst>
          </p:nvPr>
        </p:nvGrpSpPr>
        <p:grpSpPr>
          <a:xfrm>
            <a:off x="0" y="0"/>
            <a:ext cx="12192000" cy="635000"/>
            <a:chOff x="0" y="0"/>
            <a:chExt cx="12192000" cy="635000"/>
          </a:xfrm>
        </p:grpSpPr>
        <p:sp>
          <p:nvSpPr>
            <p:cNvPr id="13"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TipText"/>
            <p:cNvSpPr txBox="1"/>
            <p:nvPr>
              <p:custDataLst>
                <p:tags r:id="rId13"/>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266840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关于拥塞控制的说法中，错误的是（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拥塞控制</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就是防止过多的数据注入到网络中，使网络中的路由器或链路不致过载。</a:t>
            </a: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拥塞控制</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所要做的都有一个前提，就是网络能够承受现有的网络负荷</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p:txBody>
      </p:sp>
      <p:sp>
        <p:nvSpPr>
          <p:cNvPr id="6" name="文本框 5"/>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拥塞控制是一个全局性的过程，涉及到所有的主机、所有的路由器，以及与降低网络传输性能有关的所有因素。</a:t>
            </a:r>
          </a:p>
        </p:txBody>
      </p:sp>
      <p:sp>
        <p:nvSpPr>
          <p:cNvPr id="7" name="文本框 6"/>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拥塞控制</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所要做的就是抑制发送端发送数据的速率，以便使接收端来得及接收。</a:t>
            </a:r>
          </a:p>
        </p:txBody>
      </p:sp>
      <p:sp>
        <p:nvSpPr>
          <p:cNvPr id="8" name="椭圆 7"/>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5716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6" name="组合 15"/>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TipText"/>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2818656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）往往</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指点对点通信量的控制，是个端到端的问题（接收端控制发送端）。</a:t>
            </a: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流量控制</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拥塞控制</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7" name="组合 6"/>
          <p:cNvGrpSpPr/>
          <p:nvPr>
            <p:custDataLst>
              <p:tags r:id="rId8"/>
            </p:custDataLst>
          </p:nvPr>
        </p:nvGrpSpPr>
        <p:grpSpPr>
          <a:xfrm>
            <a:off x="0" y="0"/>
            <a:ext cx="12192000" cy="635000"/>
            <a:chOff x="0" y="0"/>
            <a:chExt cx="12192000" cy="635000"/>
          </a:xfrm>
        </p:grpSpPr>
        <p:sp>
          <p:nvSpPr>
            <p:cNvPr id="13"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TipText"/>
            <p:cNvSpPr txBox="1"/>
            <p:nvPr>
              <p:custDataLst>
                <p:tags r:id="rId13"/>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0092684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4.TCP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采用基于窗口的方法进行拥塞控制。该方法</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属于（    ）方法</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开环控制</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闭环控制</a:t>
            </a:r>
          </a:p>
        </p:txBody>
      </p:sp>
      <p:sp>
        <p:nvSpPr>
          <p:cNvPr id="8" name="椭圆 7"/>
          <p:cNvSpPr>
            <a:spLocks noChangeAspect="1"/>
          </p:cNvSpPr>
          <p:nvPr>
            <p:custDataLst>
              <p:tags r:id="rId5"/>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7" name="组合 6"/>
          <p:cNvGrpSpPr/>
          <p:nvPr>
            <p:custDataLst>
              <p:tags r:id="rId8"/>
            </p:custDataLst>
          </p:nvPr>
        </p:nvGrpSpPr>
        <p:grpSpPr>
          <a:xfrm>
            <a:off x="0" y="0"/>
            <a:ext cx="12192000" cy="635000"/>
            <a:chOff x="0" y="0"/>
            <a:chExt cx="12192000" cy="635000"/>
          </a:xfrm>
        </p:grpSpPr>
        <p:sp>
          <p:nvSpPr>
            <p:cNvPr id="13"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TipText"/>
            <p:cNvSpPr txBox="1"/>
            <p:nvPr>
              <p:custDataLst>
                <p:tags r:id="rId13"/>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7965440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现在</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通信线路的传输质量一般都很好，因传输出差错而丢弃分组的概率是很小的（远小于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）。只要出现了超时，就可以猜想网络可能出现了拥塞。</a:t>
            </a: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错</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7" name="组合 6"/>
          <p:cNvGrpSpPr/>
          <p:nvPr>
            <p:custDataLst>
              <p:tags r:id="rId8"/>
            </p:custDataLst>
          </p:nvPr>
        </p:nvGrpSpPr>
        <p:grpSpPr>
          <a:xfrm>
            <a:off x="0" y="0"/>
            <a:ext cx="12192000" cy="635000"/>
            <a:chOff x="0" y="0"/>
            <a:chExt cx="12192000" cy="635000"/>
          </a:xfrm>
        </p:grpSpPr>
        <p:sp>
          <p:nvSpPr>
            <p:cNvPr id="13"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TipText"/>
            <p:cNvSpPr txBox="1"/>
            <p:nvPr>
              <p:custDataLst>
                <p:tags r:id="rId13"/>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8750070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6.</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接收</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方收到</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三个相同（重复）的 </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ACK</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时，表明个别</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报文</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段在</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网络中丢失，预示可能会出现</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拥塞，实际</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未发生</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拥塞，不必采取</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控制</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措施。</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错</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7" name="组合 6"/>
          <p:cNvGrpSpPr/>
          <p:nvPr>
            <p:custDataLst>
              <p:tags r:id="rId8"/>
            </p:custDataLst>
          </p:nvPr>
        </p:nvGrpSpPr>
        <p:grpSpPr>
          <a:xfrm>
            <a:off x="0" y="0"/>
            <a:ext cx="12192000" cy="635000"/>
            <a:chOff x="0" y="0"/>
            <a:chExt cx="12192000" cy="635000"/>
          </a:xfrm>
        </p:grpSpPr>
        <p:sp>
          <p:nvSpPr>
            <p:cNvPr id="13"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TipText"/>
            <p:cNvSpPr txBox="1"/>
            <p:nvPr>
              <p:custDataLst>
                <p:tags r:id="rId13"/>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2419737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06500" y="1099429"/>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7.TCP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拥塞控制</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算法包括：</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圆角矩形 3"/>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6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6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9" name="组合 8"/>
          <p:cNvGrpSpPr/>
          <p:nvPr>
            <p:custDataLst>
              <p:tags r:id="rId5"/>
            </p:custDataLst>
          </p:nvPr>
        </p:nvGrpSpPr>
        <p:grpSpPr>
          <a:xfrm>
            <a:off x="0" y="0"/>
            <a:ext cx="12192000" cy="635000"/>
            <a:chOff x="0" y="0"/>
            <a:chExt cx="12192000" cy="635000"/>
          </a:xfrm>
        </p:grpSpPr>
        <p:sp>
          <p:nvSpPr>
            <p:cNvPr id="5"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9449498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使用</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慢开始算法后，每经过一个传输轮次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(transmission round)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，拥塞窗口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cwnd</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就</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线性</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增加。</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错</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7" name="组合 6"/>
          <p:cNvGrpSpPr/>
          <p:nvPr>
            <p:custDataLst>
              <p:tags r:id="rId8"/>
            </p:custDataLst>
          </p:nvPr>
        </p:nvGrpSpPr>
        <p:grpSpPr>
          <a:xfrm>
            <a:off x="0" y="0"/>
            <a:ext cx="12192000" cy="635000"/>
            <a:chOff x="0" y="0"/>
            <a:chExt cx="12192000" cy="635000"/>
          </a:xfrm>
        </p:grpSpPr>
        <p:sp>
          <p:nvSpPr>
            <p:cNvPr id="13"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TipText"/>
            <p:cNvSpPr txBox="1"/>
            <p:nvPr>
              <p:custDataLst>
                <p:tags r:id="rId13"/>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2201823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9.</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因此</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在拥塞避免</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阶段，</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拥塞窗口</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就有（    ）的</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特点。</a:t>
            </a: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加法增大</a:t>
            </a: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乘法增大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减法变小</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除法变小</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6" name="组合 15"/>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TipText"/>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6054206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“拥塞避免”</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是说在拥塞避免阶段把拥塞窗口控制为按线性规律增长，使网络比较不容易出现拥塞。</a:t>
            </a: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错</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7" name="组合 6"/>
          <p:cNvGrpSpPr/>
          <p:nvPr>
            <p:custDataLst>
              <p:tags r:id="rId8"/>
            </p:custDataLst>
          </p:nvPr>
        </p:nvGrpSpPr>
        <p:grpSpPr>
          <a:xfrm>
            <a:off x="0" y="0"/>
            <a:ext cx="12192000" cy="635000"/>
            <a:chOff x="0" y="0"/>
            <a:chExt cx="12192000" cy="635000"/>
          </a:xfrm>
        </p:grpSpPr>
        <p:sp>
          <p:nvSpPr>
            <p:cNvPr id="13"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TipText"/>
            <p:cNvSpPr txBox="1"/>
            <p:nvPr>
              <p:custDataLst>
                <p:tags r:id="rId13"/>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0983407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11.</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发送端收到连续三个重复的确认时，由于发送方现在认为网络很可能没有发生拥塞</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，此时执行的是（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慢开始算法</a:t>
            </a: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拥塞避免算法</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快恢复算法</a:t>
            </a:r>
          </a:p>
        </p:txBody>
      </p:sp>
      <p:sp>
        <p:nvSpPr>
          <p:cNvPr id="8" name="椭圆 7"/>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15716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9"/>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1" name="组合 10"/>
          <p:cNvGrpSpPr/>
          <p:nvPr>
            <p:custDataLst>
              <p:tags r:id="rId10"/>
            </p:custDataLst>
          </p:nvPr>
        </p:nvGrpSpPr>
        <p:grpSpPr>
          <a:xfrm>
            <a:off x="0" y="0"/>
            <a:ext cx="12192000" cy="635000"/>
            <a:chOff x="0" y="0"/>
            <a:chExt cx="12192000" cy="635000"/>
          </a:xfrm>
        </p:grpSpPr>
        <p:sp>
          <p:nvSpPr>
            <p:cNvPr id="13"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TipText"/>
            <p:cNvSpPr txBox="1"/>
            <p:nvPr>
              <p:custDataLst>
                <p:tags r:id="rId15"/>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1"/>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5510468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a:t>
            </a:r>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主动</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队列管理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AQM (Active Queue Management)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。所谓“主动”就是不要等到路由器的队列长度已经达到最大值时才不得不丢弃后面到达的分组</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在队列长度达到某个值得警惕的数值时（即当网络拥塞有了某些拥塞征兆时），就主动丢弃到达的分组。</a:t>
            </a:r>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错</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7" name="组合 6"/>
          <p:cNvGrpSpPr/>
          <p:nvPr>
            <p:custDataLst>
              <p:tags r:id="rId8"/>
            </p:custDataLst>
          </p:nvPr>
        </p:nvGrpSpPr>
        <p:grpSpPr>
          <a:xfrm>
            <a:off x="0" y="0"/>
            <a:ext cx="12192000" cy="635000"/>
            <a:chOff x="0" y="0"/>
            <a:chExt cx="12192000" cy="635000"/>
          </a:xfrm>
        </p:grpSpPr>
        <p:sp>
          <p:nvSpPr>
            <p:cNvPr id="13"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TipText"/>
            <p:cNvSpPr txBox="1"/>
            <p:nvPr>
              <p:custDataLst>
                <p:tags r:id="rId13"/>
              </p:custDataLst>
            </p:nvPr>
          </p:nvSpPr>
          <p:spPr>
            <a:xfrm>
              <a:off x="1195705" y="109220"/>
              <a:ext cx="2286000" cy="508000"/>
            </a:xfrm>
            <a:prstGeom prst="rect">
              <a:avLst/>
            </a:prstGeom>
            <a:noFill/>
          </p:spPr>
          <p:txBody>
            <a:bodyPr vert="horz" wrap="none" rtlCol="0" anchor="ctr" anchorCtr="0">
              <a:noAutofit/>
            </a:bodyPr>
            <a:lstStyle/>
            <a:p>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38008494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14.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2.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31.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3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44.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5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57.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6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70.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7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83.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4.0"/>
  <p:tag name="PROBLEMBLANK" val="[{&quot;Num&quot;:1,&quot;Score&quot;:1.0,&quot;Answers&quot;:[&quot;慢开始&quot;],&quot;CaseSensitive&quot;:false,&quot;FuzzyMatch&quot;:false},{&quot;Num&quot;:2,&quot;Score&quot;:1.0,&quot;Answers&quot;:[&quot;拥塞避免&quot;],&quot;CaseSensitive&quot;:true,&quot;FuzzyMatch&quot;:false},{&quot;Num&quot;:3,&quot;Score&quot;:1.0,&quot;Answers&quot;:[&quot;快重传&quot;],&quot;CaseSensitive&quot;:false,&quot;FuzzyMatch&quot;:false},{&quot;Num&quot;:4,&quot;Score&quot;:1.0,&quot;Answers&quot;:[&quot;快恢复&quot;],&quot;CaseSensitive&quot;:false,&quot;FuzzyMatch&quot;:false}]"/>
</p:tagLst>
</file>

<file path=ppt/tags/tag8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86.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9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106.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123.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136.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0.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151.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15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56.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5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467</TotalTime>
  <Words>595</Words>
  <Application>Microsoft Office PowerPoint</Application>
  <PresentationFormat>宽屏</PresentationFormat>
  <Paragraphs>103</Paragraphs>
  <Slides>12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Microsoft Yahei</vt: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个人用户</dc:creator>
  <cp:lastModifiedBy>a</cp:lastModifiedBy>
  <cp:revision>93</cp:revision>
  <dcterms:created xsi:type="dcterms:W3CDTF">2020-02-20T13:08:52Z</dcterms:created>
  <dcterms:modified xsi:type="dcterms:W3CDTF">2022-04-26T14:47:37Z</dcterms:modified>
</cp:coreProperties>
</file>