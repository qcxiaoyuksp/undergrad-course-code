
<file path=[Content_Types].xml><?xml version="1.0" encoding="utf-8"?>
<Types xmlns="http://schemas.openxmlformats.org/package/2006/content-types">
  <Default Extension="png" ContentType="image/png"/>
  <Default Extension="wmf" ContentType="image/x-wmf"/>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52"/>
  </p:notesMasterIdLst>
  <p:handoutMasterIdLst>
    <p:handoutMasterId r:id="rId53"/>
  </p:handoutMasterIdLst>
  <p:sldIdLst>
    <p:sldId id="1157" r:id="rId2"/>
    <p:sldId id="1171" r:id="rId3"/>
    <p:sldId id="1081" r:id="rId4"/>
    <p:sldId id="1082" r:id="rId5"/>
    <p:sldId id="1083" r:id="rId6"/>
    <p:sldId id="1084" r:id="rId7"/>
    <p:sldId id="1085" r:id="rId8"/>
    <p:sldId id="1086" r:id="rId9"/>
    <p:sldId id="1087" r:id="rId10"/>
    <p:sldId id="1088" r:id="rId11"/>
    <p:sldId id="1089" r:id="rId12"/>
    <p:sldId id="1090" r:id="rId13"/>
    <p:sldId id="1091" r:id="rId14"/>
    <p:sldId id="1092" r:id="rId15"/>
    <p:sldId id="1093" r:id="rId16"/>
    <p:sldId id="1094" r:id="rId17"/>
    <p:sldId id="1095" r:id="rId18"/>
    <p:sldId id="1096" r:id="rId19"/>
    <p:sldId id="1097" r:id="rId20"/>
    <p:sldId id="1098" r:id="rId21"/>
    <p:sldId id="1099" r:id="rId22"/>
    <p:sldId id="1100" r:id="rId23"/>
    <p:sldId id="1101" r:id="rId24"/>
    <p:sldId id="1102" r:id="rId25"/>
    <p:sldId id="1103" r:id="rId26"/>
    <p:sldId id="1104" r:id="rId27"/>
    <p:sldId id="1105" r:id="rId28"/>
    <p:sldId id="1106" r:id="rId29"/>
    <p:sldId id="1107" r:id="rId30"/>
    <p:sldId id="1108" r:id="rId31"/>
    <p:sldId id="1109" r:id="rId32"/>
    <p:sldId id="1110" r:id="rId33"/>
    <p:sldId id="1111" r:id="rId34"/>
    <p:sldId id="1112" r:id="rId35"/>
    <p:sldId id="1113" r:id="rId36"/>
    <p:sldId id="1114" r:id="rId37"/>
    <p:sldId id="1115" r:id="rId38"/>
    <p:sldId id="1116" r:id="rId39"/>
    <p:sldId id="1117" r:id="rId40"/>
    <p:sldId id="1118" r:id="rId41"/>
    <p:sldId id="1119" r:id="rId42"/>
    <p:sldId id="1120" r:id="rId43"/>
    <p:sldId id="1121" r:id="rId44"/>
    <p:sldId id="1123" r:id="rId45"/>
    <p:sldId id="1124" r:id="rId46"/>
    <p:sldId id="1125" r:id="rId47"/>
    <p:sldId id="1126" r:id="rId48"/>
    <p:sldId id="1170" r:id="rId49"/>
    <p:sldId id="1127" r:id="rId50"/>
    <p:sldId id="1128" r:id="rId51"/>
  </p:sldIdLst>
  <p:sldSz cx="9906000" cy="6858000" type="A4"/>
  <p:notesSz cx="9296400" cy="7010400"/>
  <p:defaultTextStyle>
    <a:defPPr>
      <a:defRPr lang="en-US"/>
    </a:defPPr>
    <a:lvl1pPr algn="l" rtl="0" fontAlgn="base">
      <a:spcBef>
        <a:spcPct val="0"/>
      </a:spcBef>
      <a:spcAft>
        <a:spcPct val="0"/>
      </a:spcAft>
      <a:defRPr kern="1200">
        <a:solidFill>
          <a:schemeClr val="tx1"/>
        </a:solidFill>
        <a:latin typeface="Arial" panose="020B0604020202020204" pitchFamily="34" charset="0"/>
        <a:ea typeface="+mn-ea"/>
        <a:cs typeface="+mn-cs"/>
      </a:defRPr>
    </a:lvl1pPr>
    <a:lvl2pPr marL="457200" algn="l" rtl="0" fontAlgn="base">
      <a:spcBef>
        <a:spcPct val="0"/>
      </a:spcBef>
      <a:spcAft>
        <a:spcPct val="0"/>
      </a:spcAft>
      <a:defRPr kern="1200">
        <a:solidFill>
          <a:schemeClr val="tx1"/>
        </a:solidFill>
        <a:latin typeface="Arial" panose="020B0604020202020204" pitchFamily="34" charset="0"/>
        <a:ea typeface="+mn-ea"/>
        <a:cs typeface="+mn-cs"/>
      </a:defRPr>
    </a:lvl2pPr>
    <a:lvl3pPr marL="914400" algn="l" rtl="0" fontAlgn="base">
      <a:spcBef>
        <a:spcPct val="0"/>
      </a:spcBef>
      <a:spcAft>
        <a:spcPct val="0"/>
      </a:spcAft>
      <a:defRPr kern="1200">
        <a:solidFill>
          <a:schemeClr val="tx1"/>
        </a:solidFill>
        <a:latin typeface="Arial" panose="020B0604020202020204" pitchFamily="34" charset="0"/>
        <a:ea typeface="+mn-ea"/>
        <a:cs typeface="+mn-cs"/>
      </a:defRPr>
    </a:lvl3pPr>
    <a:lvl4pPr marL="1371600" algn="l" rtl="0" fontAlgn="base">
      <a:spcBef>
        <a:spcPct val="0"/>
      </a:spcBef>
      <a:spcAft>
        <a:spcPct val="0"/>
      </a:spcAft>
      <a:defRPr kern="1200">
        <a:solidFill>
          <a:schemeClr val="tx1"/>
        </a:solidFill>
        <a:latin typeface="Arial" panose="020B0604020202020204" pitchFamily="34" charset="0"/>
        <a:ea typeface="+mn-ea"/>
        <a:cs typeface="+mn-cs"/>
      </a:defRPr>
    </a:lvl4pPr>
    <a:lvl5pPr marL="1828800" algn="l" rtl="0" fontAlgn="base">
      <a:spcBef>
        <a:spcPct val="0"/>
      </a:spcBef>
      <a:spcAft>
        <a:spcPct val="0"/>
      </a:spcAft>
      <a:defRPr kern="1200">
        <a:solidFill>
          <a:schemeClr val="tx1"/>
        </a:solidFill>
        <a:latin typeface="Arial" panose="020B0604020202020204" pitchFamily="34" charset="0"/>
        <a:ea typeface="+mn-ea"/>
        <a:cs typeface="+mn-cs"/>
      </a:defRPr>
    </a:lvl5pPr>
    <a:lvl6pPr marL="2286000" algn="l" defTabSz="914400" rtl="0" eaLnBrk="1" latinLnBrk="0" hangingPunct="1">
      <a:defRPr kern="1200">
        <a:solidFill>
          <a:schemeClr val="tx1"/>
        </a:solidFill>
        <a:latin typeface="Arial" panose="020B0604020202020204" pitchFamily="34" charset="0"/>
        <a:ea typeface="+mn-ea"/>
        <a:cs typeface="+mn-cs"/>
      </a:defRPr>
    </a:lvl6pPr>
    <a:lvl7pPr marL="2743200" algn="l" defTabSz="914400" rtl="0" eaLnBrk="1" latinLnBrk="0" hangingPunct="1">
      <a:defRPr kern="1200">
        <a:solidFill>
          <a:schemeClr val="tx1"/>
        </a:solidFill>
        <a:latin typeface="Arial" panose="020B0604020202020204" pitchFamily="34" charset="0"/>
        <a:ea typeface="+mn-ea"/>
        <a:cs typeface="+mn-cs"/>
      </a:defRPr>
    </a:lvl7pPr>
    <a:lvl8pPr marL="3200400" algn="l" defTabSz="914400" rtl="0" eaLnBrk="1" latinLnBrk="0" hangingPunct="1">
      <a:defRPr kern="1200">
        <a:solidFill>
          <a:schemeClr val="tx1"/>
        </a:solidFill>
        <a:latin typeface="Arial" panose="020B0604020202020204" pitchFamily="34" charset="0"/>
        <a:ea typeface="+mn-ea"/>
        <a:cs typeface="+mn-cs"/>
      </a:defRPr>
    </a:lvl8pPr>
    <a:lvl9pPr marL="3657600" algn="l" defTabSz="914400" rtl="0" eaLnBrk="1" latinLnBrk="0" hangingPunct="1">
      <a:defRPr kern="1200">
        <a:solidFill>
          <a:schemeClr val="tx1"/>
        </a:solidFill>
        <a:latin typeface="Arial" panose="020B0604020202020204" pitchFamily="34" charset="0"/>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312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srgbClr val="FF0000"/>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0"/>
      </p:ext>
    </p:extLst>
  </p:showPr>
  <p:clrMru>
    <a:srgbClr val="0000FF"/>
    <a:srgbClr val="0000CC"/>
    <a:srgbClr val="FFFF66"/>
    <a:srgbClr val="66FF66"/>
    <a:srgbClr val="000099"/>
    <a:srgbClr val="00FF00"/>
    <a:srgbClr val="333399"/>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8498" autoAdjust="0"/>
    <p:restoredTop sz="93175" autoAdjust="0"/>
  </p:normalViewPr>
  <p:slideViewPr>
    <p:cSldViewPr>
      <p:cViewPr varScale="1">
        <p:scale>
          <a:sx n="73" d="100"/>
          <a:sy n="73" d="100"/>
        </p:scale>
        <p:origin x="1002" y="114"/>
      </p:cViewPr>
      <p:guideLst>
        <p:guide orient="horz" pos="2160"/>
        <p:guide pos="3120"/>
      </p:guideLst>
    </p:cSldViewPr>
  </p:slideViewPr>
  <p:outlineViewPr>
    <p:cViewPr>
      <p:scale>
        <a:sx n="33" d="100"/>
        <a:sy n="33" d="100"/>
      </p:scale>
      <p:origin x="0" y="0"/>
    </p:cViewPr>
  </p:outlineViewPr>
  <p:notesTextViewPr>
    <p:cViewPr>
      <p:scale>
        <a:sx n="100" d="100"/>
        <a:sy n="100" d="100"/>
      </p:scale>
      <p:origin x="0" y="0"/>
    </p:cViewPr>
  </p:notesTextViewPr>
  <p:gridSpacing cx="72006" cy="72006"/>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viewProps" Target="view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handoutMaster" Target="handoutMasters/handoutMaster1.xml"/><Relationship Id="rId5" Type="http://schemas.openxmlformats.org/officeDocument/2006/relationships/slide" Target="slides/slide4.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theme" Target="theme/theme1.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tableStyles" Target="tableStyles.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notesMaster" Target="notesMasters/notes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bwMode="auto">
      <p:bgPr>
        <a:solidFill>
          <a:schemeClr val="bg1"/>
        </a:solidFill>
        <a:effectLst/>
      </p:bgPr>
    </p:bg>
    <p:spTree>
      <p:nvGrpSpPr>
        <p:cNvPr id="1" name=""/>
        <p:cNvGrpSpPr/>
        <p:nvPr/>
      </p:nvGrpSpPr>
      <p:grpSpPr>
        <a:xfrm>
          <a:off x="0" y="0"/>
          <a:ext cx="0" cy="0"/>
          <a:chOff x="0" y="0"/>
          <a:chExt cx="0" cy="0"/>
        </a:xfrm>
      </p:grpSpPr>
      <p:sp>
        <p:nvSpPr>
          <p:cNvPr id="25602" name="Rectangle 2"/>
          <p:cNvSpPr>
            <a:spLocks noGrp="1" noChangeArrowheads="1"/>
          </p:cNvSpPr>
          <p:nvPr>
            <p:ph type="hdr" sz="quarter"/>
          </p:nvPr>
        </p:nvSpPr>
        <p:spPr bwMode="auto">
          <a:xfrm>
            <a:off x="1" y="0"/>
            <a:ext cx="4029282" cy="35076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lvl1pPr eaLnBrk="1" hangingPunct="1">
              <a:defRPr sz="1200" noProof="1">
                <a:latin typeface="宋体" panose="02010600030101010101" pitchFamily="2" charset="-122"/>
              </a:defRPr>
            </a:lvl1pPr>
          </a:lstStyle>
          <a:p>
            <a:endParaRPr lang="zh-CN" altLang="en-US"/>
          </a:p>
        </p:txBody>
      </p:sp>
      <p:sp>
        <p:nvSpPr>
          <p:cNvPr id="25603" name="Rectangle 3"/>
          <p:cNvSpPr>
            <a:spLocks noGrp="1" noChangeArrowheads="1"/>
          </p:cNvSpPr>
          <p:nvPr>
            <p:ph type="dt" sz="quarter" idx="1"/>
          </p:nvPr>
        </p:nvSpPr>
        <p:spPr bwMode="auto">
          <a:xfrm>
            <a:off x="5265014" y="0"/>
            <a:ext cx="4029282" cy="35076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lvl1pPr algn="r" eaLnBrk="1" hangingPunct="1">
              <a:defRPr sz="1200" noProof="1">
                <a:latin typeface="宋体" panose="02010600030101010101" pitchFamily="2" charset="-122"/>
              </a:defRPr>
            </a:lvl1pPr>
          </a:lstStyle>
          <a:p>
            <a:endParaRPr lang="en-US" altLang="zh-CN"/>
          </a:p>
        </p:txBody>
      </p:sp>
      <p:sp>
        <p:nvSpPr>
          <p:cNvPr id="25604" name="Rectangle 4"/>
          <p:cNvSpPr>
            <a:spLocks noGrp="1" noChangeArrowheads="1"/>
          </p:cNvSpPr>
          <p:nvPr>
            <p:ph type="ftr" sz="quarter" idx="2"/>
          </p:nvPr>
        </p:nvSpPr>
        <p:spPr bwMode="auto">
          <a:xfrm>
            <a:off x="1" y="6658443"/>
            <a:ext cx="4029282" cy="35076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lstStyle>
            <a:lvl1pPr eaLnBrk="1" hangingPunct="1">
              <a:defRPr sz="1200" noProof="1">
                <a:latin typeface="宋体" panose="02010600030101010101" pitchFamily="2" charset="-122"/>
              </a:defRPr>
            </a:lvl1pPr>
          </a:lstStyle>
          <a:p>
            <a:endParaRPr lang="en-US" altLang="zh-CN"/>
          </a:p>
        </p:txBody>
      </p:sp>
      <p:sp>
        <p:nvSpPr>
          <p:cNvPr id="25605" name="Rectangle 5"/>
          <p:cNvSpPr>
            <a:spLocks noGrp="1" noChangeArrowheads="1"/>
          </p:cNvSpPr>
          <p:nvPr>
            <p:ph type="sldNum" sz="quarter" idx="3"/>
          </p:nvPr>
        </p:nvSpPr>
        <p:spPr bwMode="auto">
          <a:xfrm>
            <a:off x="5265014" y="6658443"/>
            <a:ext cx="4029282" cy="35076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lstStyle>
            <a:lvl1pPr algn="r" eaLnBrk="1" hangingPunct="1">
              <a:defRPr sz="1200" noProof="1">
                <a:latin typeface="宋体" panose="02010600030101010101" pitchFamily="2" charset="-122"/>
              </a:defRPr>
            </a:lvl1pPr>
          </a:lstStyle>
          <a:p>
            <a:fld id="{247E18CD-0C18-4915-AB38-46FC6350B9AD}" type="slidenum">
              <a:rPr lang="zh-CN" altLang="en-US"/>
              <a:pPr/>
              <a:t>‹#›</a:t>
            </a:fld>
            <a:endParaRPr lang="en-US" altLang="zh-CN"/>
          </a:p>
        </p:txBody>
      </p:sp>
    </p:spTree>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bwMode="auto">
      <p:bgPr>
        <a:solidFill>
          <a:schemeClr val="bg1"/>
        </a:solidFill>
        <a:effectLst/>
      </p:bgPr>
    </p:bg>
    <p:spTree>
      <p:nvGrpSpPr>
        <p:cNvPr id="1" name=""/>
        <p:cNvGrpSpPr/>
        <p:nvPr/>
      </p:nvGrpSpPr>
      <p:grpSpPr>
        <a:xfrm>
          <a:off x="0" y="0"/>
          <a:ext cx="0" cy="0"/>
          <a:chOff x="0" y="0"/>
          <a:chExt cx="0" cy="0"/>
        </a:xfrm>
      </p:grpSpPr>
      <p:sp>
        <p:nvSpPr>
          <p:cNvPr id="23554" name="Rectangle 2"/>
          <p:cNvSpPr>
            <a:spLocks noGrp="1" noChangeArrowheads="1"/>
          </p:cNvSpPr>
          <p:nvPr>
            <p:ph type="hdr" sz="quarter"/>
          </p:nvPr>
        </p:nvSpPr>
        <p:spPr bwMode="auto">
          <a:xfrm>
            <a:off x="1" y="0"/>
            <a:ext cx="4029282" cy="35076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lvl1pPr eaLnBrk="1" hangingPunct="1">
              <a:defRPr sz="1200" noProof="1">
                <a:latin typeface="宋体" panose="02010600030101010101" pitchFamily="2" charset="-122"/>
              </a:defRPr>
            </a:lvl1pPr>
          </a:lstStyle>
          <a:p>
            <a:endParaRPr lang="zh-CN" altLang="en-US"/>
          </a:p>
        </p:txBody>
      </p:sp>
      <p:sp>
        <p:nvSpPr>
          <p:cNvPr id="23555" name="Rectangle 3"/>
          <p:cNvSpPr>
            <a:spLocks noGrp="1" noChangeArrowheads="1"/>
          </p:cNvSpPr>
          <p:nvPr>
            <p:ph type="dt" idx="1"/>
          </p:nvPr>
        </p:nvSpPr>
        <p:spPr bwMode="auto">
          <a:xfrm>
            <a:off x="5265014" y="0"/>
            <a:ext cx="4029282" cy="35076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lvl1pPr algn="r" eaLnBrk="1" hangingPunct="1">
              <a:defRPr sz="1200" noProof="1">
                <a:latin typeface="宋体" panose="02010600030101010101" pitchFamily="2" charset="-122"/>
              </a:defRPr>
            </a:lvl1pPr>
          </a:lstStyle>
          <a:p>
            <a:endParaRPr lang="en-US" altLang="zh-CN"/>
          </a:p>
        </p:txBody>
      </p:sp>
      <p:sp>
        <p:nvSpPr>
          <p:cNvPr id="12292" name="Rectangle 4"/>
          <p:cNvSpPr>
            <a:spLocks noGrp="1" noRot="1" noChangeAspect="1" noChangeArrowheads="1" noTextEdit="1"/>
          </p:cNvSpPr>
          <p:nvPr>
            <p:ph type="sldImg" idx="4294967295"/>
          </p:nvPr>
        </p:nvSpPr>
        <p:spPr bwMode="auto">
          <a:xfrm>
            <a:off x="2749550" y="525463"/>
            <a:ext cx="3797300" cy="2628900"/>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2293" name="Rectangle 5"/>
          <p:cNvSpPr>
            <a:spLocks noGrp="1" noChangeArrowheads="1"/>
          </p:cNvSpPr>
          <p:nvPr>
            <p:ph type="body" sz="quarter" idx="4294967295"/>
          </p:nvPr>
        </p:nvSpPr>
        <p:spPr bwMode="auto">
          <a:xfrm>
            <a:off x="930482" y="3330419"/>
            <a:ext cx="7435436" cy="315444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zh-CN" altLang="en-US" smtClean="0"/>
              <a:t>单击此处编辑母版文本样式</a:t>
            </a:r>
            <a:endParaRPr lang="en-US" altLang="zh-CN" smtClean="0"/>
          </a:p>
          <a:p>
            <a:pPr lvl="1"/>
            <a:r>
              <a:rPr lang="en-US" altLang="zh-CN" smtClean="0"/>
              <a:t>5656</a:t>
            </a:r>
          </a:p>
          <a:p>
            <a:pPr lvl="2"/>
            <a:r>
              <a:rPr lang="zh-CN" altLang="en-US" smtClean="0"/>
              <a:t>第三级</a:t>
            </a:r>
            <a:endParaRPr lang="en-US" altLang="zh-CN" smtClean="0"/>
          </a:p>
          <a:p>
            <a:pPr lvl="3"/>
            <a:r>
              <a:rPr lang="zh-CN" altLang="en-US" smtClean="0"/>
              <a:t>第四级</a:t>
            </a:r>
            <a:endParaRPr lang="en-US" altLang="zh-CN" smtClean="0"/>
          </a:p>
          <a:p>
            <a:pPr lvl="4"/>
            <a:r>
              <a:rPr lang="zh-CN" altLang="en-US" smtClean="0"/>
              <a:t>第五级</a:t>
            </a:r>
            <a:endParaRPr lang="en-US" altLang="zh-CN" smtClean="0"/>
          </a:p>
        </p:txBody>
      </p:sp>
      <p:sp>
        <p:nvSpPr>
          <p:cNvPr id="23558" name="Rectangle 6"/>
          <p:cNvSpPr>
            <a:spLocks noGrp="1" noChangeArrowheads="1"/>
          </p:cNvSpPr>
          <p:nvPr>
            <p:ph type="ftr" sz="quarter" idx="4"/>
          </p:nvPr>
        </p:nvSpPr>
        <p:spPr bwMode="auto">
          <a:xfrm>
            <a:off x="1" y="6658443"/>
            <a:ext cx="4029282" cy="35076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lstStyle>
            <a:lvl1pPr eaLnBrk="1" hangingPunct="1">
              <a:defRPr sz="1200" noProof="1">
                <a:latin typeface="宋体" panose="02010600030101010101" pitchFamily="2" charset="-122"/>
              </a:defRPr>
            </a:lvl1pPr>
          </a:lstStyle>
          <a:p>
            <a:endParaRPr lang="en-US" altLang="zh-CN"/>
          </a:p>
        </p:txBody>
      </p:sp>
      <p:sp>
        <p:nvSpPr>
          <p:cNvPr id="23559" name="Rectangle 7"/>
          <p:cNvSpPr>
            <a:spLocks noGrp="1" noChangeArrowheads="1"/>
          </p:cNvSpPr>
          <p:nvPr>
            <p:ph type="sldNum" sz="quarter" idx="5"/>
          </p:nvPr>
        </p:nvSpPr>
        <p:spPr bwMode="auto">
          <a:xfrm>
            <a:off x="5265014" y="6658443"/>
            <a:ext cx="4029282" cy="35076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lstStyle>
            <a:lvl1pPr algn="r" eaLnBrk="1" hangingPunct="1">
              <a:defRPr sz="1200" noProof="1">
                <a:latin typeface="宋体" panose="02010600030101010101" pitchFamily="2" charset="-122"/>
              </a:defRPr>
            </a:lvl1pPr>
          </a:lstStyle>
          <a:p>
            <a:fld id="{A143603D-CCA6-45D5-A59D-3B4CD9332246}" type="slidenum">
              <a:rPr lang="zh-CN" altLang="en-US"/>
              <a:pPr/>
              <a:t>‹#›</a:t>
            </a:fld>
            <a:endParaRPr lang="en-US" altLang="zh-CN"/>
          </a:p>
        </p:txBody>
      </p:sp>
    </p:spTree>
  </p:cSld>
  <p:clrMap bg1="lt1" tx1="dk1" bg2="lt2" tx2="dk2" accent1="accent1" accent2="accent2" accent3="accent3" accent4="accent4" accent5="accent5" accent6="accent6" hlink="hlink" folHlink="folHlink"/>
  <p:notesStyle>
    <a:lvl1pPr algn="l" rtl="0" fontAlgn="base">
      <a:spcBef>
        <a:spcPct val="30000"/>
      </a:spcBef>
      <a:spcAft>
        <a:spcPct val="0"/>
      </a:spcAft>
      <a:defRPr sz="1200" kern="1200">
        <a:solidFill>
          <a:schemeClr val="tx1"/>
        </a:solidFill>
        <a:latin typeface="宋体" panose="02010600030101010101" pitchFamily="2" charset="-122"/>
        <a:ea typeface="宋体" panose="02010600030101010101" pitchFamily="2" charset="-122"/>
        <a:cs typeface="+mn-cs"/>
      </a:defRPr>
    </a:lvl1pPr>
    <a:lvl2pPr marL="457200" algn="l" rtl="0" fontAlgn="base">
      <a:spcBef>
        <a:spcPct val="30000"/>
      </a:spcBef>
      <a:spcAft>
        <a:spcPct val="0"/>
      </a:spcAft>
      <a:defRPr sz="1200" kern="1200">
        <a:solidFill>
          <a:schemeClr val="tx1"/>
        </a:solidFill>
        <a:latin typeface="宋体" panose="02010600030101010101" pitchFamily="2" charset="-122"/>
        <a:ea typeface="宋体" panose="02010600030101010101" pitchFamily="2" charset="-122"/>
        <a:cs typeface="+mn-cs"/>
      </a:defRPr>
    </a:lvl2pPr>
    <a:lvl3pPr marL="914400" algn="l" rtl="0" fontAlgn="base">
      <a:spcBef>
        <a:spcPct val="30000"/>
      </a:spcBef>
      <a:spcAft>
        <a:spcPct val="0"/>
      </a:spcAft>
      <a:defRPr sz="1200" kern="1200">
        <a:solidFill>
          <a:schemeClr val="tx1"/>
        </a:solidFill>
        <a:latin typeface="宋体" panose="02010600030101010101" pitchFamily="2" charset="-122"/>
        <a:ea typeface="宋体" panose="02010600030101010101" pitchFamily="2" charset="-122"/>
        <a:cs typeface="+mn-cs"/>
      </a:defRPr>
    </a:lvl3pPr>
    <a:lvl4pPr marL="1371600" algn="l" rtl="0" fontAlgn="base">
      <a:spcBef>
        <a:spcPct val="30000"/>
      </a:spcBef>
      <a:spcAft>
        <a:spcPct val="0"/>
      </a:spcAft>
      <a:defRPr sz="1200" kern="1200">
        <a:solidFill>
          <a:schemeClr val="tx1"/>
        </a:solidFill>
        <a:latin typeface="宋体" panose="02010600030101010101" pitchFamily="2" charset="-122"/>
        <a:ea typeface="宋体" panose="02010600030101010101" pitchFamily="2" charset="-122"/>
        <a:cs typeface="+mn-cs"/>
      </a:defRPr>
    </a:lvl4pPr>
    <a:lvl5pPr marL="1828800" algn="l" rtl="0" fontAlgn="base">
      <a:spcBef>
        <a:spcPct val="30000"/>
      </a:spcBef>
      <a:spcAft>
        <a:spcPct val="0"/>
      </a:spcAft>
      <a:defRPr sz="1200" kern="1200">
        <a:solidFill>
          <a:schemeClr val="tx1"/>
        </a:solidFill>
        <a:latin typeface="宋体" panose="02010600030101010101" pitchFamily="2" charset="-122"/>
        <a:ea typeface="宋体" panose="02010600030101010101" pitchFamily="2" charset="-122"/>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81985"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67E34327-42A0-4EE6-949E-80DFB8CA1CF6}" type="slidenum">
              <a:rPr lang="zh-CN" altLang="en-US" smtClean="0">
                <a:latin typeface="宋体" panose="02010600030101010101" pitchFamily="2" charset="-122"/>
              </a:rPr>
              <a:pPr eaLnBrk="1" hangingPunct="1"/>
              <a:t>1</a:t>
            </a:fld>
            <a:endParaRPr lang="en-US" altLang="zh-CN" smtClean="0">
              <a:latin typeface="宋体" panose="02010600030101010101" pitchFamily="2" charset="-122"/>
            </a:endParaRPr>
          </a:p>
        </p:txBody>
      </p:sp>
      <p:sp>
        <p:nvSpPr>
          <p:cNvPr id="681986" name="Rectangle 2"/>
          <p:cNvSpPr>
            <a:spLocks noGrp="1" noRot="1" noChangeAspect="1" noChangeArrowheads="1" noTextEdit="1"/>
          </p:cNvSpPr>
          <p:nvPr>
            <p:ph type="sldImg" idx="4294967295"/>
          </p:nvPr>
        </p:nvSpPr>
        <p:spPr>
          <a:ln/>
        </p:spPr>
      </p:sp>
      <p:sp>
        <p:nvSpPr>
          <p:cNvPr id="681987" name="Rectangle 3"/>
          <p:cNvSpPr>
            <a:spLocks noGrp="1" noChangeArrowheads="1"/>
          </p:cNvSpPr>
          <p:nvPr>
            <p:ph type="body" idx="4294967295"/>
          </p:nvPr>
        </p:nvSpPr>
        <p:spPr/>
        <p:txBody>
          <a:bodyPr/>
          <a:lstStyle/>
          <a:p>
            <a:endParaRPr lang="zh-CN" altLang="en-US" smtClean="0"/>
          </a:p>
        </p:txBody>
      </p:sp>
    </p:spTree>
    <p:extLst>
      <p:ext uri="{BB962C8B-B14F-4D97-AF65-F5344CB8AC3E}">
        <p14:creationId xmlns:p14="http://schemas.microsoft.com/office/powerpoint/2010/main" val="24574479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77921"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67E4CBB1-720D-4655-94C1-CC52DA305747}" type="slidenum">
              <a:rPr lang="en-US" altLang="zh-CN" smtClean="0">
                <a:latin typeface="宋体" panose="02010600030101010101" pitchFamily="2" charset="-122"/>
              </a:rPr>
              <a:pPr eaLnBrk="1" hangingPunct="1"/>
              <a:t>2</a:t>
            </a:fld>
            <a:endParaRPr lang="en-US" altLang="zh-CN" smtClean="0">
              <a:latin typeface="宋体" panose="02010600030101010101" pitchFamily="2" charset="-122"/>
            </a:endParaRPr>
          </a:p>
        </p:txBody>
      </p:sp>
      <p:sp>
        <p:nvSpPr>
          <p:cNvPr id="977922" name="Rectangle 2"/>
          <p:cNvSpPr>
            <a:spLocks noGrp="1" noRot="1" noChangeAspect="1" noChangeArrowheads="1" noTextEdit="1"/>
          </p:cNvSpPr>
          <p:nvPr>
            <p:ph type="sldImg" idx="4294967295"/>
          </p:nvPr>
        </p:nvSpPr>
        <p:spPr>
          <a:ln/>
        </p:spPr>
      </p:sp>
      <p:sp>
        <p:nvSpPr>
          <p:cNvPr id="977923" name="Rectangle 3"/>
          <p:cNvSpPr>
            <a:spLocks noGrp="1" noChangeArrowheads="1"/>
          </p:cNvSpPr>
          <p:nvPr>
            <p:ph type="body" idx="4294967295"/>
          </p:nvPr>
        </p:nvSpPr>
        <p:spPr/>
        <p:txBody>
          <a:bodyPr/>
          <a:lstStyle/>
          <a:p>
            <a:endParaRPr lang="zh-CN" altLang="zh-CN" smtClean="0"/>
          </a:p>
        </p:txBody>
      </p:sp>
    </p:spTree>
    <p:extLst>
      <p:ext uri="{BB962C8B-B14F-4D97-AF65-F5344CB8AC3E}">
        <p14:creationId xmlns:p14="http://schemas.microsoft.com/office/powerpoint/2010/main" val="864222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79969"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06C201D4-B48D-409D-9658-102A9B31B60D}" type="slidenum">
              <a:rPr lang="en-US" altLang="zh-CN" smtClean="0">
                <a:latin typeface="宋体" panose="02010600030101010101" pitchFamily="2" charset="-122"/>
              </a:rPr>
              <a:pPr eaLnBrk="1" hangingPunct="1"/>
              <a:t>3</a:t>
            </a:fld>
            <a:endParaRPr lang="en-US" altLang="zh-CN" smtClean="0">
              <a:latin typeface="宋体" panose="02010600030101010101" pitchFamily="2" charset="-122"/>
            </a:endParaRPr>
          </a:p>
        </p:txBody>
      </p:sp>
      <p:sp>
        <p:nvSpPr>
          <p:cNvPr id="979970" name="Rectangle 2"/>
          <p:cNvSpPr>
            <a:spLocks noGrp="1" noRot="1" noChangeAspect="1" noChangeArrowheads="1" noTextEdit="1"/>
          </p:cNvSpPr>
          <p:nvPr>
            <p:ph type="sldImg" idx="4294967295"/>
          </p:nvPr>
        </p:nvSpPr>
        <p:spPr>
          <a:ln/>
        </p:spPr>
      </p:sp>
      <p:sp>
        <p:nvSpPr>
          <p:cNvPr id="979971" name="Rectangle 3"/>
          <p:cNvSpPr>
            <a:spLocks noGrp="1" noChangeArrowheads="1"/>
          </p:cNvSpPr>
          <p:nvPr>
            <p:ph type="body" idx="4294967295"/>
          </p:nvPr>
        </p:nvSpPr>
        <p:spPr/>
        <p:txBody>
          <a:bodyPr/>
          <a:lstStyle/>
          <a:p>
            <a:endParaRPr lang="zh-CN" altLang="zh-CN" smtClean="0"/>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82017"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150B1330-8C15-41A8-BD4D-00533361B6F5}" type="slidenum">
              <a:rPr lang="en-US" altLang="zh-CN" smtClean="0">
                <a:latin typeface="宋体" panose="02010600030101010101" pitchFamily="2" charset="-122"/>
              </a:rPr>
              <a:pPr eaLnBrk="1" hangingPunct="1"/>
              <a:t>4</a:t>
            </a:fld>
            <a:endParaRPr lang="en-US" altLang="zh-CN" smtClean="0">
              <a:latin typeface="宋体" panose="02010600030101010101" pitchFamily="2" charset="-122"/>
            </a:endParaRPr>
          </a:p>
        </p:txBody>
      </p:sp>
      <p:sp>
        <p:nvSpPr>
          <p:cNvPr id="982018" name="Rectangle 2"/>
          <p:cNvSpPr>
            <a:spLocks noGrp="1" noRot="1" noChangeAspect="1" noChangeArrowheads="1" noTextEdit="1"/>
          </p:cNvSpPr>
          <p:nvPr>
            <p:ph type="sldImg" idx="4294967295"/>
          </p:nvPr>
        </p:nvSpPr>
        <p:spPr>
          <a:ln/>
        </p:spPr>
      </p:sp>
      <p:sp>
        <p:nvSpPr>
          <p:cNvPr id="982019" name="Rectangle 3"/>
          <p:cNvSpPr>
            <a:spLocks noGrp="1" noChangeArrowheads="1"/>
          </p:cNvSpPr>
          <p:nvPr>
            <p:ph type="body" idx="4294967295"/>
          </p:nvPr>
        </p:nvSpPr>
        <p:spPr/>
        <p:txBody>
          <a:bodyPr/>
          <a:lstStyle/>
          <a:p>
            <a:endParaRPr lang="zh-CN" altLang="zh-CN" smtClean="0"/>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84065"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ABCF1E39-F2FE-404F-B02B-B6EA5C317E33}" type="slidenum">
              <a:rPr lang="en-US" altLang="zh-CN" smtClean="0">
                <a:latin typeface="宋体" panose="02010600030101010101" pitchFamily="2" charset="-122"/>
              </a:rPr>
              <a:pPr eaLnBrk="1" hangingPunct="1"/>
              <a:t>5</a:t>
            </a:fld>
            <a:endParaRPr lang="en-US" altLang="zh-CN" smtClean="0">
              <a:latin typeface="宋体" panose="02010600030101010101" pitchFamily="2" charset="-122"/>
            </a:endParaRPr>
          </a:p>
        </p:txBody>
      </p:sp>
      <p:sp>
        <p:nvSpPr>
          <p:cNvPr id="984066" name="Rectangle 2"/>
          <p:cNvSpPr>
            <a:spLocks noGrp="1" noRot="1" noChangeAspect="1" noChangeArrowheads="1" noTextEdit="1"/>
          </p:cNvSpPr>
          <p:nvPr>
            <p:ph type="sldImg" idx="4294967295"/>
          </p:nvPr>
        </p:nvSpPr>
        <p:spPr>
          <a:ln/>
        </p:spPr>
      </p:sp>
      <p:sp>
        <p:nvSpPr>
          <p:cNvPr id="984067" name="Rectangle 3"/>
          <p:cNvSpPr>
            <a:spLocks noGrp="1" noChangeArrowheads="1"/>
          </p:cNvSpPr>
          <p:nvPr>
            <p:ph type="body" idx="4294967295"/>
          </p:nvPr>
        </p:nvSpPr>
        <p:spPr/>
        <p:txBody>
          <a:bodyPr/>
          <a:lstStyle/>
          <a:p>
            <a:endParaRPr lang="zh-CN" altLang="zh-CN" smtClean="0"/>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86113"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B46A7878-1616-487B-B904-87A99F5EEA90}" type="slidenum">
              <a:rPr lang="en-US" altLang="zh-CN" smtClean="0">
                <a:latin typeface="宋体" panose="02010600030101010101" pitchFamily="2" charset="-122"/>
              </a:rPr>
              <a:pPr eaLnBrk="1" hangingPunct="1"/>
              <a:t>6</a:t>
            </a:fld>
            <a:endParaRPr lang="en-US" altLang="zh-CN" smtClean="0">
              <a:latin typeface="宋体" panose="02010600030101010101" pitchFamily="2" charset="-122"/>
            </a:endParaRPr>
          </a:p>
        </p:txBody>
      </p:sp>
      <p:sp>
        <p:nvSpPr>
          <p:cNvPr id="986114" name="Rectangle 2"/>
          <p:cNvSpPr>
            <a:spLocks noGrp="1" noRot="1" noChangeAspect="1" noChangeArrowheads="1" noTextEdit="1"/>
          </p:cNvSpPr>
          <p:nvPr>
            <p:ph type="sldImg" idx="4294967295"/>
          </p:nvPr>
        </p:nvSpPr>
        <p:spPr>
          <a:ln/>
        </p:spPr>
      </p:sp>
      <p:sp>
        <p:nvSpPr>
          <p:cNvPr id="986115" name="Rectangle 3"/>
          <p:cNvSpPr>
            <a:spLocks noGrp="1" noChangeArrowheads="1"/>
          </p:cNvSpPr>
          <p:nvPr>
            <p:ph type="body" idx="4294967295"/>
          </p:nvPr>
        </p:nvSpPr>
        <p:spPr/>
        <p:txBody>
          <a:bodyPr/>
          <a:lstStyle/>
          <a:p>
            <a:endParaRPr lang="zh-CN" altLang="zh-CN" smtClean="0"/>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88161"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B4AF8DCD-A1F5-4389-BEA8-C8633C50B2C1}" type="slidenum">
              <a:rPr lang="en-US" altLang="zh-CN" smtClean="0">
                <a:latin typeface="宋体" panose="02010600030101010101" pitchFamily="2" charset="-122"/>
              </a:rPr>
              <a:pPr eaLnBrk="1" hangingPunct="1"/>
              <a:t>7</a:t>
            </a:fld>
            <a:endParaRPr lang="en-US" altLang="zh-CN" smtClean="0">
              <a:latin typeface="宋体" panose="02010600030101010101" pitchFamily="2" charset="-122"/>
            </a:endParaRPr>
          </a:p>
        </p:txBody>
      </p:sp>
      <p:sp>
        <p:nvSpPr>
          <p:cNvPr id="988162" name="Rectangle 2"/>
          <p:cNvSpPr>
            <a:spLocks noGrp="1" noRot="1" noChangeAspect="1" noChangeArrowheads="1" noTextEdit="1"/>
          </p:cNvSpPr>
          <p:nvPr>
            <p:ph type="sldImg" idx="4294967295"/>
          </p:nvPr>
        </p:nvSpPr>
        <p:spPr>
          <a:ln/>
        </p:spPr>
      </p:sp>
      <p:sp>
        <p:nvSpPr>
          <p:cNvPr id="988163" name="Rectangle 3"/>
          <p:cNvSpPr>
            <a:spLocks noGrp="1" noChangeArrowheads="1"/>
          </p:cNvSpPr>
          <p:nvPr>
            <p:ph type="body" idx="4294967295"/>
          </p:nvPr>
        </p:nvSpPr>
        <p:spPr/>
        <p:txBody>
          <a:bodyPr/>
          <a:lstStyle/>
          <a:p>
            <a:endParaRPr lang="zh-CN" altLang="zh-CN" smtClean="0"/>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91233"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2393DD0F-3848-4FFE-B152-E71D76C5DBC9}" type="slidenum">
              <a:rPr lang="en-US" altLang="zh-CN" smtClean="0">
                <a:latin typeface="宋体" panose="02010600030101010101" pitchFamily="2" charset="-122"/>
              </a:rPr>
              <a:pPr eaLnBrk="1" hangingPunct="1"/>
              <a:t>9</a:t>
            </a:fld>
            <a:endParaRPr lang="en-US" altLang="zh-CN" smtClean="0">
              <a:latin typeface="宋体" panose="02010600030101010101" pitchFamily="2" charset="-122"/>
            </a:endParaRPr>
          </a:p>
        </p:txBody>
      </p:sp>
      <p:sp>
        <p:nvSpPr>
          <p:cNvPr id="991234" name="Rectangle 2"/>
          <p:cNvSpPr>
            <a:spLocks noGrp="1" noRot="1" noChangeAspect="1" noChangeArrowheads="1" noTextEdit="1"/>
          </p:cNvSpPr>
          <p:nvPr>
            <p:ph type="sldImg" idx="4294967295"/>
          </p:nvPr>
        </p:nvSpPr>
        <p:spPr>
          <a:ln/>
        </p:spPr>
      </p:sp>
      <p:sp>
        <p:nvSpPr>
          <p:cNvPr id="991235" name="Rectangle 3"/>
          <p:cNvSpPr>
            <a:spLocks noGrp="1" noChangeArrowheads="1"/>
          </p:cNvSpPr>
          <p:nvPr>
            <p:ph type="body" idx="4294967295"/>
          </p:nvPr>
        </p:nvSpPr>
        <p:spPr/>
        <p:txBody>
          <a:bodyPr/>
          <a:lstStyle/>
          <a:p>
            <a:endParaRPr lang="zh-CN" altLang="zh-CN" smtClean="0"/>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93281"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p>
            <a:fld id="{A5B981DD-C244-4527-871E-45651FDCD32C}" type="slidenum">
              <a:rPr lang="en-US" altLang="zh-CN" smtClean="0"/>
              <a:pPr/>
              <a:t>10</a:t>
            </a:fld>
            <a:endParaRPr lang="en-US" altLang="zh-CN" smtClean="0"/>
          </a:p>
        </p:txBody>
      </p:sp>
      <p:sp>
        <p:nvSpPr>
          <p:cNvPr id="993282" name="Rectangle 2"/>
          <p:cNvSpPr>
            <a:spLocks noGrp="1" noRot="1" noChangeAspect="1" noChangeArrowheads="1" noTextEdit="1"/>
          </p:cNvSpPr>
          <p:nvPr>
            <p:ph type="sldImg" idx="4294967295"/>
          </p:nvPr>
        </p:nvSpPr>
        <p:spPr>
          <a:ln/>
        </p:spPr>
      </p:sp>
      <p:sp>
        <p:nvSpPr>
          <p:cNvPr id="993283" name="Rectangle 3"/>
          <p:cNvSpPr>
            <a:spLocks noGrp="1" noChangeArrowheads="1"/>
          </p:cNvSpPr>
          <p:nvPr>
            <p:ph type="body" idx="4294967295"/>
          </p:nvPr>
        </p:nvSpPr>
        <p:spPr/>
        <p:txBody>
          <a:bodyPr/>
          <a:lstStyle/>
          <a:p>
            <a:endParaRPr lang="zh-CN" altLang="zh-CN" smtClean="0"/>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95329"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0C422B1E-D418-465D-8681-DC98A56C4D70}" type="slidenum">
              <a:rPr lang="en-US" altLang="zh-CN" smtClean="0">
                <a:latin typeface="宋体" panose="02010600030101010101" pitchFamily="2" charset="-122"/>
              </a:rPr>
              <a:pPr eaLnBrk="1" hangingPunct="1"/>
              <a:t>11</a:t>
            </a:fld>
            <a:endParaRPr lang="en-US" altLang="zh-CN" smtClean="0">
              <a:latin typeface="宋体" panose="02010600030101010101" pitchFamily="2" charset="-122"/>
            </a:endParaRPr>
          </a:p>
        </p:txBody>
      </p:sp>
      <p:sp>
        <p:nvSpPr>
          <p:cNvPr id="995330" name="Rectangle 2"/>
          <p:cNvSpPr>
            <a:spLocks noGrp="1" noRot="1" noChangeAspect="1" noChangeArrowheads="1" noTextEdit="1"/>
          </p:cNvSpPr>
          <p:nvPr>
            <p:ph type="sldImg" idx="4294967295"/>
          </p:nvPr>
        </p:nvSpPr>
        <p:spPr>
          <a:ln/>
        </p:spPr>
      </p:sp>
      <p:sp>
        <p:nvSpPr>
          <p:cNvPr id="995331" name="Rectangle 3"/>
          <p:cNvSpPr>
            <a:spLocks noGrp="1" noChangeArrowheads="1"/>
          </p:cNvSpPr>
          <p:nvPr>
            <p:ph type="body" idx="4294967295"/>
          </p:nvPr>
        </p:nvSpPr>
        <p:spPr/>
        <p:txBody>
          <a:bodyPr/>
          <a:lstStyle/>
          <a:p>
            <a:endParaRPr lang="zh-CN" altLang="zh-CN" smtClean="0"/>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97377"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266CB31F-29FB-40A5-B4C1-AD52F8862E71}" type="slidenum">
              <a:rPr lang="en-US" altLang="zh-CN" smtClean="0">
                <a:latin typeface="宋体" panose="02010600030101010101" pitchFamily="2" charset="-122"/>
              </a:rPr>
              <a:pPr eaLnBrk="1" hangingPunct="1"/>
              <a:t>12</a:t>
            </a:fld>
            <a:endParaRPr lang="en-US" altLang="zh-CN" smtClean="0">
              <a:latin typeface="宋体" panose="02010600030101010101" pitchFamily="2" charset="-122"/>
            </a:endParaRPr>
          </a:p>
        </p:txBody>
      </p:sp>
      <p:sp>
        <p:nvSpPr>
          <p:cNvPr id="997378" name="Rectangle 2"/>
          <p:cNvSpPr>
            <a:spLocks noGrp="1" noRot="1" noChangeAspect="1" noChangeArrowheads="1" noTextEdit="1"/>
          </p:cNvSpPr>
          <p:nvPr>
            <p:ph type="sldImg" idx="4294967295"/>
          </p:nvPr>
        </p:nvSpPr>
        <p:spPr>
          <a:ln/>
        </p:spPr>
      </p:sp>
      <p:sp>
        <p:nvSpPr>
          <p:cNvPr id="997379" name="Rectangle 3"/>
          <p:cNvSpPr>
            <a:spLocks noGrp="1" noChangeArrowheads="1"/>
          </p:cNvSpPr>
          <p:nvPr>
            <p:ph type="body" idx="4294967295"/>
          </p:nvPr>
        </p:nvSpPr>
        <p:spPr/>
        <p:txBody>
          <a:bodyPr/>
          <a:lstStyle/>
          <a:p>
            <a:endParaRPr lang="zh-CN" altLang="zh-CN" smtClean="0"/>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99425"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D854C446-0AC8-4F3A-BD6F-0A8874F43512}" type="slidenum">
              <a:rPr lang="en-US" altLang="zh-CN" smtClean="0">
                <a:latin typeface="宋体" panose="02010600030101010101" pitchFamily="2" charset="-122"/>
              </a:rPr>
              <a:pPr eaLnBrk="1" hangingPunct="1"/>
              <a:t>13</a:t>
            </a:fld>
            <a:endParaRPr lang="en-US" altLang="zh-CN" smtClean="0">
              <a:latin typeface="宋体" panose="02010600030101010101" pitchFamily="2" charset="-122"/>
            </a:endParaRPr>
          </a:p>
        </p:txBody>
      </p:sp>
      <p:sp>
        <p:nvSpPr>
          <p:cNvPr id="999426" name="Rectangle 2"/>
          <p:cNvSpPr>
            <a:spLocks noGrp="1" noRot="1" noChangeAspect="1" noChangeArrowheads="1" noTextEdit="1"/>
          </p:cNvSpPr>
          <p:nvPr>
            <p:ph type="sldImg" idx="4294967295"/>
          </p:nvPr>
        </p:nvSpPr>
        <p:spPr>
          <a:ln/>
        </p:spPr>
      </p:sp>
      <p:sp>
        <p:nvSpPr>
          <p:cNvPr id="999427" name="Rectangle 3"/>
          <p:cNvSpPr>
            <a:spLocks noGrp="1" noChangeArrowheads="1"/>
          </p:cNvSpPr>
          <p:nvPr>
            <p:ph type="body" idx="4294967295"/>
          </p:nvPr>
        </p:nvSpPr>
        <p:spPr/>
        <p:txBody>
          <a:bodyPr/>
          <a:lstStyle/>
          <a:p>
            <a:endParaRPr lang="zh-CN" altLang="zh-CN" smtClean="0"/>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01473"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128B79B3-4DFF-4A2C-BE18-D114B5DC71C9}" type="slidenum">
              <a:rPr lang="en-US" altLang="zh-CN" smtClean="0">
                <a:latin typeface="宋体" panose="02010600030101010101" pitchFamily="2" charset="-122"/>
              </a:rPr>
              <a:pPr eaLnBrk="1" hangingPunct="1"/>
              <a:t>14</a:t>
            </a:fld>
            <a:endParaRPr lang="en-US" altLang="zh-CN" smtClean="0">
              <a:latin typeface="宋体" panose="02010600030101010101" pitchFamily="2" charset="-122"/>
            </a:endParaRPr>
          </a:p>
        </p:txBody>
      </p:sp>
      <p:sp>
        <p:nvSpPr>
          <p:cNvPr id="1001474" name="Rectangle 2"/>
          <p:cNvSpPr>
            <a:spLocks noGrp="1" noRot="1" noChangeAspect="1" noChangeArrowheads="1" noTextEdit="1"/>
          </p:cNvSpPr>
          <p:nvPr>
            <p:ph type="sldImg" idx="4294967295"/>
          </p:nvPr>
        </p:nvSpPr>
        <p:spPr>
          <a:ln/>
        </p:spPr>
      </p:sp>
      <p:sp>
        <p:nvSpPr>
          <p:cNvPr id="1001475" name="Rectangle 3"/>
          <p:cNvSpPr>
            <a:spLocks noGrp="1" noChangeArrowheads="1"/>
          </p:cNvSpPr>
          <p:nvPr>
            <p:ph type="body" idx="4294967295"/>
          </p:nvPr>
        </p:nvSpPr>
        <p:spPr/>
        <p:txBody>
          <a:bodyPr/>
          <a:lstStyle/>
          <a:p>
            <a:endParaRPr lang="zh-CN" altLang="zh-CN" smtClean="0"/>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03521"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6FC7E37A-5E67-4912-BBBE-CF0FBF559CAD}" type="slidenum">
              <a:rPr lang="en-US" altLang="zh-CN" smtClean="0">
                <a:latin typeface="宋体" panose="02010600030101010101" pitchFamily="2" charset="-122"/>
              </a:rPr>
              <a:pPr eaLnBrk="1" hangingPunct="1"/>
              <a:t>15</a:t>
            </a:fld>
            <a:endParaRPr lang="en-US" altLang="zh-CN" smtClean="0">
              <a:latin typeface="宋体" panose="02010600030101010101" pitchFamily="2" charset="-122"/>
            </a:endParaRPr>
          </a:p>
        </p:txBody>
      </p:sp>
      <p:sp>
        <p:nvSpPr>
          <p:cNvPr id="1003522" name="Rectangle 2"/>
          <p:cNvSpPr>
            <a:spLocks noGrp="1" noRot="1" noChangeAspect="1" noChangeArrowheads="1" noTextEdit="1"/>
          </p:cNvSpPr>
          <p:nvPr>
            <p:ph type="sldImg" idx="4294967295"/>
          </p:nvPr>
        </p:nvSpPr>
        <p:spPr>
          <a:ln/>
        </p:spPr>
      </p:sp>
      <p:sp>
        <p:nvSpPr>
          <p:cNvPr id="1003523" name="Rectangle 3"/>
          <p:cNvSpPr>
            <a:spLocks noGrp="1" noChangeArrowheads="1"/>
          </p:cNvSpPr>
          <p:nvPr>
            <p:ph type="body" idx="4294967295"/>
          </p:nvPr>
        </p:nvSpPr>
        <p:spPr/>
        <p:txBody>
          <a:bodyPr/>
          <a:lstStyle/>
          <a:p>
            <a:endParaRPr lang="zh-CN" altLang="zh-CN" smtClean="0"/>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05569"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3B7A7135-0FBA-42AE-B11B-12FA63D6783D}" type="slidenum">
              <a:rPr lang="en-US" altLang="zh-CN" smtClean="0">
                <a:latin typeface="宋体" panose="02010600030101010101" pitchFamily="2" charset="-122"/>
              </a:rPr>
              <a:pPr eaLnBrk="1" hangingPunct="1"/>
              <a:t>16</a:t>
            </a:fld>
            <a:endParaRPr lang="en-US" altLang="zh-CN" smtClean="0">
              <a:latin typeface="宋体" panose="02010600030101010101" pitchFamily="2" charset="-122"/>
            </a:endParaRPr>
          </a:p>
        </p:txBody>
      </p:sp>
      <p:sp>
        <p:nvSpPr>
          <p:cNvPr id="1005570" name="Rectangle 2"/>
          <p:cNvSpPr>
            <a:spLocks noGrp="1" noRot="1" noChangeAspect="1" noChangeArrowheads="1" noTextEdit="1"/>
          </p:cNvSpPr>
          <p:nvPr>
            <p:ph type="sldImg" idx="4294967295"/>
          </p:nvPr>
        </p:nvSpPr>
        <p:spPr>
          <a:ln/>
        </p:spPr>
      </p:sp>
      <p:sp>
        <p:nvSpPr>
          <p:cNvPr id="1005571" name="Rectangle 3"/>
          <p:cNvSpPr>
            <a:spLocks noGrp="1" noChangeArrowheads="1"/>
          </p:cNvSpPr>
          <p:nvPr>
            <p:ph type="body" idx="4294967295"/>
          </p:nvPr>
        </p:nvSpPr>
        <p:spPr/>
        <p:txBody>
          <a:bodyPr/>
          <a:lstStyle/>
          <a:p>
            <a:endParaRPr lang="zh-CN" altLang="zh-CN" smtClean="0"/>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07617"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A7C00D9D-C970-424E-BDF3-9BED86AD13BD}" type="slidenum">
              <a:rPr lang="en-US" altLang="zh-CN" smtClean="0">
                <a:latin typeface="宋体" panose="02010600030101010101" pitchFamily="2" charset="-122"/>
              </a:rPr>
              <a:pPr eaLnBrk="1" hangingPunct="1"/>
              <a:t>17</a:t>
            </a:fld>
            <a:endParaRPr lang="en-US" altLang="zh-CN" smtClean="0">
              <a:latin typeface="宋体" panose="02010600030101010101" pitchFamily="2" charset="-122"/>
            </a:endParaRPr>
          </a:p>
        </p:txBody>
      </p:sp>
      <p:sp>
        <p:nvSpPr>
          <p:cNvPr id="1007618" name="Rectangle 2"/>
          <p:cNvSpPr>
            <a:spLocks noGrp="1" noRot="1" noChangeAspect="1" noChangeArrowheads="1" noTextEdit="1"/>
          </p:cNvSpPr>
          <p:nvPr>
            <p:ph type="sldImg" idx="4294967295"/>
          </p:nvPr>
        </p:nvSpPr>
        <p:spPr>
          <a:ln/>
        </p:spPr>
      </p:sp>
      <p:sp>
        <p:nvSpPr>
          <p:cNvPr id="1007619" name="Rectangle 3"/>
          <p:cNvSpPr>
            <a:spLocks noGrp="1" noChangeArrowheads="1"/>
          </p:cNvSpPr>
          <p:nvPr>
            <p:ph type="body" idx="4294967295"/>
          </p:nvPr>
        </p:nvSpPr>
        <p:spPr/>
        <p:txBody>
          <a:bodyPr/>
          <a:lstStyle/>
          <a:p>
            <a:endParaRPr lang="zh-CN" altLang="zh-CN" smtClean="0"/>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09665"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EE880017-C061-43DF-99DD-90CF1A75C7D2}" type="slidenum">
              <a:rPr lang="en-US" altLang="zh-CN" smtClean="0">
                <a:latin typeface="宋体" panose="02010600030101010101" pitchFamily="2" charset="-122"/>
              </a:rPr>
              <a:pPr eaLnBrk="1" hangingPunct="1"/>
              <a:t>18</a:t>
            </a:fld>
            <a:endParaRPr lang="en-US" altLang="zh-CN" smtClean="0">
              <a:latin typeface="宋体" panose="02010600030101010101" pitchFamily="2" charset="-122"/>
            </a:endParaRPr>
          </a:p>
        </p:txBody>
      </p:sp>
      <p:sp>
        <p:nvSpPr>
          <p:cNvPr id="1009666" name="Rectangle 2"/>
          <p:cNvSpPr>
            <a:spLocks noGrp="1" noRot="1" noChangeAspect="1" noChangeArrowheads="1" noTextEdit="1"/>
          </p:cNvSpPr>
          <p:nvPr>
            <p:ph type="sldImg" idx="4294967295"/>
          </p:nvPr>
        </p:nvSpPr>
        <p:spPr>
          <a:ln/>
        </p:spPr>
      </p:sp>
      <p:sp>
        <p:nvSpPr>
          <p:cNvPr id="1009667" name="Rectangle 3"/>
          <p:cNvSpPr>
            <a:spLocks noGrp="1" noChangeArrowheads="1"/>
          </p:cNvSpPr>
          <p:nvPr>
            <p:ph type="body" idx="4294967295"/>
          </p:nvPr>
        </p:nvSpPr>
        <p:spPr/>
        <p:txBody>
          <a:bodyPr/>
          <a:lstStyle/>
          <a:p>
            <a:endParaRPr lang="zh-CN" altLang="zh-CN" smtClean="0"/>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11713"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E42F0FFF-7AC7-4B48-B0EA-995A33E88613}" type="slidenum">
              <a:rPr lang="en-US" altLang="zh-CN" smtClean="0">
                <a:latin typeface="宋体" panose="02010600030101010101" pitchFamily="2" charset="-122"/>
              </a:rPr>
              <a:pPr eaLnBrk="1" hangingPunct="1"/>
              <a:t>19</a:t>
            </a:fld>
            <a:endParaRPr lang="en-US" altLang="zh-CN" smtClean="0">
              <a:latin typeface="宋体" panose="02010600030101010101" pitchFamily="2" charset="-122"/>
            </a:endParaRPr>
          </a:p>
        </p:txBody>
      </p:sp>
      <p:sp>
        <p:nvSpPr>
          <p:cNvPr id="1011714" name="Rectangle 2"/>
          <p:cNvSpPr>
            <a:spLocks noGrp="1" noRot="1" noChangeAspect="1" noChangeArrowheads="1" noTextEdit="1"/>
          </p:cNvSpPr>
          <p:nvPr>
            <p:ph type="sldImg" idx="4294967295"/>
          </p:nvPr>
        </p:nvSpPr>
        <p:spPr>
          <a:ln/>
        </p:spPr>
      </p:sp>
      <p:sp>
        <p:nvSpPr>
          <p:cNvPr id="1011715" name="Rectangle 3"/>
          <p:cNvSpPr>
            <a:spLocks noGrp="1" noChangeArrowheads="1"/>
          </p:cNvSpPr>
          <p:nvPr>
            <p:ph type="body" idx="4294967295"/>
          </p:nvPr>
        </p:nvSpPr>
        <p:spPr/>
        <p:txBody>
          <a:bodyPr/>
          <a:lstStyle/>
          <a:p>
            <a:endParaRPr lang="zh-CN" altLang="zh-CN" smtClean="0"/>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13761"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641A6FFF-C332-48A7-A423-39C5ABA428CF}" type="slidenum">
              <a:rPr lang="en-US" altLang="zh-CN" smtClean="0">
                <a:latin typeface="宋体" panose="02010600030101010101" pitchFamily="2" charset="-122"/>
              </a:rPr>
              <a:pPr eaLnBrk="1" hangingPunct="1"/>
              <a:t>20</a:t>
            </a:fld>
            <a:endParaRPr lang="en-US" altLang="zh-CN" smtClean="0">
              <a:latin typeface="宋体" panose="02010600030101010101" pitchFamily="2" charset="-122"/>
            </a:endParaRPr>
          </a:p>
        </p:txBody>
      </p:sp>
      <p:sp>
        <p:nvSpPr>
          <p:cNvPr id="1013762" name="Rectangle 2"/>
          <p:cNvSpPr>
            <a:spLocks noGrp="1" noRot="1" noChangeAspect="1" noChangeArrowheads="1" noTextEdit="1"/>
          </p:cNvSpPr>
          <p:nvPr>
            <p:ph type="sldImg" idx="4294967295"/>
          </p:nvPr>
        </p:nvSpPr>
        <p:spPr>
          <a:ln/>
        </p:spPr>
      </p:sp>
      <p:sp>
        <p:nvSpPr>
          <p:cNvPr id="1013763" name="Rectangle 3"/>
          <p:cNvSpPr>
            <a:spLocks noGrp="1" noChangeArrowheads="1"/>
          </p:cNvSpPr>
          <p:nvPr>
            <p:ph type="body" idx="4294967295"/>
          </p:nvPr>
        </p:nvSpPr>
        <p:spPr/>
        <p:txBody>
          <a:bodyPr/>
          <a:lstStyle/>
          <a:p>
            <a:endParaRPr lang="zh-CN" altLang="zh-CN" smtClean="0"/>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16833"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C777AD53-1626-4849-9849-A61A05AC70AA}" type="slidenum">
              <a:rPr lang="en-US" altLang="zh-CN" smtClean="0">
                <a:latin typeface="宋体" panose="02010600030101010101" pitchFamily="2" charset="-122"/>
              </a:rPr>
              <a:pPr eaLnBrk="1" hangingPunct="1"/>
              <a:t>22</a:t>
            </a:fld>
            <a:endParaRPr lang="en-US" altLang="zh-CN" smtClean="0">
              <a:latin typeface="宋体" panose="02010600030101010101" pitchFamily="2" charset="-122"/>
            </a:endParaRPr>
          </a:p>
        </p:txBody>
      </p:sp>
      <p:sp>
        <p:nvSpPr>
          <p:cNvPr id="1016834" name="Rectangle 2"/>
          <p:cNvSpPr>
            <a:spLocks noGrp="1" noRot="1" noChangeAspect="1" noChangeArrowheads="1" noTextEdit="1"/>
          </p:cNvSpPr>
          <p:nvPr>
            <p:ph type="sldImg" idx="4294967295"/>
          </p:nvPr>
        </p:nvSpPr>
        <p:spPr>
          <a:ln/>
        </p:spPr>
      </p:sp>
      <p:sp>
        <p:nvSpPr>
          <p:cNvPr id="1016835" name="Rectangle 3"/>
          <p:cNvSpPr>
            <a:spLocks noGrp="1" noChangeArrowheads="1"/>
          </p:cNvSpPr>
          <p:nvPr>
            <p:ph type="body" idx="4294967295"/>
          </p:nvPr>
        </p:nvSpPr>
        <p:spPr/>
        <p:txBody>
          <a:bodyPr/>
          <a:lstStyle/>
          <a:p>
            <a:endParaRPr lang="zh-CN" altLang="zh-CN" smtClean="0"/>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18881"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9CF072E2-8721-4D3D-B04B-D27621D27CF7}" type="slidenum">
              <a:rPr lang="en-US" altLang="zh-CN" smtClean="0">
                <a:latin typeface="宋体" panose="02010600030101010101" pitchFamily="2" charset="-122"/>
              </a:rPr>
              <a:pPr eaLnBrk="1" hangingPunct="1"/>
              <a:t>23</a:t>
            </a:fld>
            <a:endParaRPr lang="en-US" altLang="zh-CN" smtClean="0">
              <a:latin typeface="宋体" panose="02010600030101010101" pitchFamily="2" charset="-122"/>
            </a:endParaRPr>
          </a:p>
        </p:txBody>
      </p:sp>
      <p:sp>
        <p:nvSpPr>
          <p:cNvPr id="1018882" name="Rectangle 2"/>
          <p:cNvSpPr>
            <a:spLocks noGrp="1" noRot="1" noChangeAspect="1" noChangeArrowheads="1" noTextEdit="1"/>
          </p:cNvSpPr>
          <p:nvPr>
            <p:ph type="sldImg" idx="4294967295"/>
          </p:nvPr>
        </p:nvSpPr>
        <p:spPr>
          <a:ln/>
        </p:spPr>
      </p:sp>
      <p:sp>
        <p:nvSpPr>
          <p:cNvPr id="1018883" name="Rectangle 3"/>
          <p:cNvSpPr>
            <a:spLocks noGrp="1" noChangeArrowheads="1"/>
          </p:cNvSpPr>
          <p:nvPr>
            <p:ph type="body" idx="4294967295"/>
          </p:nvPr>
        </p:nvSpPr>
        <p:spPr/>
        <p:txBody>
          <a:bodyPr/>
          <a:lstStyle/>
          <a:p>
            <a:endParaRPr lang="zh-CN" altLang="zh-CN" smtClean="0"/>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0929"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84250A57-D746-4B13-994B-A9227C992EB6}" type="slidenum">
              <a:rPr lang="en-US" altLang="zh-CN" smtClean="0">
                <a:latin typeface="宋体" panose="02010600030101010101" pitchFamily="2" charset="-122"/>
              </a:rPr>
              <a:pPr eaLnBrk="1" hangingPunct="1"/>
              <a:t>24</a:t>
            </a:fld>
            <a:endParaRPr lang="en-US" altLang="zh-CN" smtClean="0">
              <a:latin typeface="宋体" panose="02010600030101010101" pitchFamily="2" charset="-122"/>
            </a:endParaRPr>
          </a:p>
        </p:txBody>
      </p:sp>
      <p:sp>
        <p:nvSpPr>
          <p:cNvPr id="1020930" name="Rectangle 2"/>
          <p:cNvSpPr>
            <a:spLocks noGrp="1" noRot="1" noChangeAspect="1" noChangeArrowheads="1" noTextEdit="1"/>
          </p:cNvSpPr>
          <p:nvPr>
            <p:ph type="sldImg" idx="4294967295"/>
          </p:nvPr>
        </p:nvSpPr>
        <p:spPr>
          <a:ln/>
        </p:spPr>
      </p:sp>
      <p:sp>
        <p:nvSpPr>
          <p:cNvPr id="1020931" name="Rectangle 3"/>
          <p:cNvSpPr>
            <a:spLocks noGrp="1" noChangeArrowheads="1"/>
          </p:cNvSpPr>
          <p:nvPr>
            <p:ph type="body" idx="4294967295"/>
          </p:nvPr>
        </p:nvSpPr>
        <p:spPr/>
        <p:txBody>
          <a:bodyPr/>
          <a:lstStyle/>
          <a:p>
            <a:endParaRPr lang="zh-CN" altLang="zh-CN" smtClean="0"/>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2977"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ADFD57ED-1198-459A-AD5B-AC1AF62DDAD6}" type="slidenum">
              <a:rPr lang="en-US" altLang="zh-CN" smtClean="0">
                <a:latin typeface="宋体" panose="02010600030101010101" pitchFamily="2" charset="-122"/>
              </a:rPr>
              <a:pPr eaLnBrk="1" hangingPunct="1"/>
              <a:t>25</a:t>
            </a:fld>
            <a:endParaRPr lang="en-US" altLang="zh-CN" smtClean="0">
              <a:latin typeface="宋体" panose="02010600030101010101" pitchFamily="2" charset="-122"/>
            </a:endParaRPr>
          </a:p>
        </p:txBody>
      </p:sp>
      <p:sp>
        <p:nvSpPr>
          <p:cNvPr id="1022978" name="Rectangle 2"/>
          <p:cNvSpPr>
            <a:spLocks noGrp="1" noRot="1" noChangeAspect="1" noChangeArrowheads="1" noTextEdit="1"/>
          </p:cNvSpPr>
          <p:nvPr>
            <p:ph type="sldImg" idx="4294967295"/>
          </p:nvPr>
        </p:nvSpPr>
        <p:spPr>
          <a:ln/>
        </p:spPr>
      </p:sp>
      <p:sp>
        <p:nvSpPr>
          <p:cNvPr id="1022979" name="Rectangle 3"/>
          <p:cNvSpPr>
            <a:spLocks noGrp="1" noChangeArrowheads="1"/>
          </p:cNvSpPr>
          <p:nvPr>
            <p:ph type="body" idx="4294967295"/>
          </p:nvPr>
        </p:nvSpPr>
        <p:spPr/>
        <p:txBody>
          <a:bodyPr/>
          <a:lstStyle/>
          <a:p>
            <a:endParaRPr lang="zh-CN" altLang="zh-CN" smtClean="0"/>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6049"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p>
            <a:fld id="{C4C3288E-CCE3-4C3A-B32A-9FF3064FB13A}" type="slidenum">
              <a:rPr lang="en-US" altLang="zh-CN" smtClean="0"/>
              <a:pPr/>
              <a:t>27</a:t>
            </a:fld>
            <a:endParaRPr lang="en-US" altLang="zh-CN" smtClean="0"/>
          </a:p>
        </p:txBody>
      </p:sp>
      <p:sp>
        <p:nvSpPr>
          <p:cNvPr id="1026050" name="Rectangle 2"/>
          <p:cNvSpPr>
            <a:spLocks noGrp="1" noRot="1" noChangeAspect="1" noChangeArrowheads="1" noTextEdit="1"/>
          </p:cNvSpPr>
          <p:nvPr>
            <p:ph type="sldImg" idx="4294967295"/>
          </p:nvPr>
        </p:nvSpPr>
        <p:spPr>
          <a:ln/>
        </p:spPr>
      </p:sp>
      <p:sp>
        <p:nvSpPr>
          <p:cNvPr id="1026051" name="Rectangle 3"/>
          <p:cNvSpPr>
            <a:spLocks noGrp="1" noChangeArrowheads="1"/>
          </p:cNvSpPr>
          <p:nvPr>
            <p:ph type="body" idx="4294967295"/>
          </p:nvPr>
        </p:nvSpPr>
        <p:spPr/>
        <p:txBody>
          <a:bodyPr/>
          <a:lstStyle/>
          <a:p>
            <a:endParaRPr lang="zh-CN" altLang="zh-CN" smtClean="0"/>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8097"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p>
            <a:fld id="{2EA481A5-7163-465E-B8C7-957FB2CCC452}" type="slidenum">
              <a:rPr lang="en-US" altLang="zh-CN" smtClean="0"/>
              <a:pPr/>
              <a:t>28</a:t>
            </a:fld>
            <a:endParaRPr lang="en-US" altLang="zh-CN" smtClean="0"/>
          </a:p>
        </p:txBody>
      </p:sp>
      <p:sp>
        <p:nvSpPr>
          <p:cNvPr id="1028098" name="Rectangle 2"/>
          <p:cNvSpPr>
            <a:spLocks noGrp="1" noRot="1" noChangeAspect="1" noChangeArrowheads="1" noTextEdit="1"/>
          </p:cNvSpPr>
          <p:nvPr>
            <p:ph type="sldImg" idx="4294967295"/>
          </p:nvPr>
        </p:nvSpPr>
        <p:spPr>
          <a:ln/>
        </p:spPr>
      </p:sp>
      <p:sp>
        <p:nvSpPr>
          <p:cNvPr id="1028099" name="Rectangle 3"/>
          <p:cNvSpPr>
            <a:spLocks noGrp="1" noChangeArrowheads="1"/>
          </p:cNvSpPr>
          <p:nvPr>
            <p:ph type="body" idx="4294967295"/>
          </p:nvPr>
        </p:nvSpPr>
        <p:spPr/>
        <p:txBody>
          <a:bodyPr/>
          <a:lstStyle/>
          <a:p>
            <a:endParaRPr lang="zh-CN" altLang="zh-CN" smtClean="0"/>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30145"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p>
            <a:fld id="{D0AFF276-2B52-4B9D-B365-8220ED6AAB7D}" type="slidenum">
              <a:rPr lang="en-US" altLang="zh-CN" smtClean="0"/>
              <a:pPr/>
              <a:t>29</a:t>
            </a:fld>
            <a:endParaRPr lang="en-US" altLang="zh-CN" smtClean="0"/>
          </a:p>
        </p:txBody>
      </p:sp>
      <p:sp>
        <p:nvSpPr>
          <p:cNvPr id="1030146" name="Rectangle 2"/>
          <p:cNvSpPr>
            <a:spLocks noGrp="1" noRot="1" noChangeAspect="1" noChangeArrowheads="1" noTextEdit="1"/>
          </p:cNvSpPr>
          <p:nvPr>
            <p:ph type="sldImg" idx="4294967295"/>
          </p:nvPr>
        </p:nvSpPr>
        <p:spPr>
          <a:ln/>
        </p:spPr>
      </p:sp>
      <p:sp>
        <p:nvSpPr>
          <p:cNvPr id="1030147" name="Rectangle 3"/>
          <p:cNvSpPr>
            <a:spLocks noGrp="1" noChangeArrowheads="1"/>
          </p:cNvSpPr>
          <p:nvPr>
            <p:ph type="body" idx="4294967295"/>
          </p:nvPr>
        </p:nvSpPr>
        <p:spPr/>
        <p:txBody>
          <a:bodyPr/>
          <a:lstStyle/>
          <a:p>
            <a:endParaRPr lang="zh-CN" altLang="zh-CN" smtClean="0"/>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32193"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p>
            <a:fld id="{A6570023-DC6B-4692-937B-60309BD6844B}" type="slidenum">
              <a:rPr lang="en-US" altLang="zh-CN" smtClean="0"/>
              <a:pPr/>
              <a:t>30</a:t>
            </a:fld>
            <a:endParaRPr lang="en-US" altLang="zh-CN" smtClean="0"/>
          </a:p>
        </p:txBody>
      </p:sp>
      <p:sp>
        <p:nvSpPr>
          <p:cNvPr id="1032194" name="Rectangle 2"/>
          <p:cNvSpPr>
            <a:spLocks noGrp="1" noRot="1" noChangeAspect="1" noChangeArrowheads="1" noTextEdit="1"/>
          </p:cNvSpPr>
          <p:nvPr>
            <p:ph type="sldImg" idx="4294967295"/>
          </p:nvPr>
        </p:nvSpPr>
        <p:spPr>
          <a:ln/>
        </p:spPr>
      </p:sp>
      <p:sp>
        <p:nvSpPr>
          <p:cNvPr id="1032195" name="Rectangle 3"/>
          <p:cNvSpPr>
            <a:spLocks noGrp="1" noChangeArrowheads="1"/>
          </p:cNvSpPr>
          <p:nvPr>
            <p:ph type="body" idx="4294967295"/>
          </p:nvPr>
        </p:nvSpPr>
        <p:spPr/>
        <p:txBody>
          <a:bodyPr/>
          <a:lstStyle/>
          <a:p>
            <a:endParaRPr lang="zh-CN" altLang="zh-CN" smtClean="0"/>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34241"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p>
            <a:fld id="{C08C96B1-DE51-4F4C-8D95-F44F0B755844}" type="slidenum">
              <a:rPr lang="en-US" altLang="zh-CN" smtClean="0"/>
              <a:pPr/>
              <a:t>31</a:t>
            </a:fld>
            <a:endParaRPr lang="en-US" altLang="zh-CN" smtClean="0"/>
          </a:p>
        </p:txBody>
      </p:sp>
      <p:sp>
        <p:nvSpPr>
          <p:cNvPr id="1034242" name="Rectangle 2"/>
          <p:cNvSpPr>
            <a:spLocks noGrp="1" noRot="1" noChangeAspect="1" noChangeArrowheads="1" noTextEdit="1"/>
          </p:cNvSpPr>
          <p:nvPr>
            <p:ph type="sldImg" idx="4294967295"/>
          </p:nvPr>
        </p:nvSpPr>
        <p:spPr>
          <a:ln/>
        </p:spPr>
      </p:sp>
      <p:sp>
        <p:nvSpPr>
          <p:cNvPr id="1034243" name="Rectangle 3"/>
          <p:cNvSpPr>
            <a:spLocks noGrp="1" noChangeArrowheads="1"/>
          </p:cNvSpPr>
          <p:nvPr>
            <p:ph type="body" idx="4294967295"/>
          </p:nvPr>
        </p:nvSpPr>
        <p:spPr/>
        <p:txBody>
          <a:bodyPr/>
          <a:lstStyle/>
          <a:p>
            <a:endParaRPr lang="zh-CN" altLang="zh-CN" smtClean="0"/>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36289"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p>
            <a:fld id="{1DE99CB0-C4F9-4BDF-A152-A58EB6990D0A}" type="slidenum">
              <a:rPr lang="en-US" altLang="zh-CN" smtClean="0"/>
              <a:pPr/>
              <a:t>32</a:t>
            </a:fld>
            <a:endParaRPr lang="en-US" altLang="zh-CN" smtClean="0"/>
          </a:p>
        </p:txBody>
      </p:sp>
      <p:sp>
        <p:nvSpPr>
          <p:cNvPr id="1036290" name="Rectangle 2"/>
          <p:cNvSpPr>
            <a:spLocks noGrp="1" noRot="1" noChangeAspect="1" noChangeArrowheads="1" noTextEdit="1"/>
          </p:cNvSpPr>
          <p:nvPr>
            <p:ph type="sldImg" idx="4294967295"/>
          </p:nvPr>
        </p:nvSpPr>
        <p:spPr>
          <a:ln/>
        </p:spPr>
      </p:sp>
      <p:sp>
        <p:nvSpPr>
          <p:cNvPr id="1036291" name="Rectangle 3"/>
          <p:cNvSpPr>
            <a:spLocks noGrp="1" noChangeArrowheads="1"/>
          </p:cNvSpPr>
          <p:nvPr>
            <p:ph type="body" idx="4294967295"/>
          </p:nvPr>
        </p:nvSpPr>
        <p:spPr/>
        <p:txBody>
          <a:bodyPr/>
          <a:lstStyle/>
          <a:p>
            <a:endParaRPr lang="zh-CN" altLang="zh-CN" smtClean="0"/>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38337"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0E22F4E3-EE83-49EE-85B2-EACCB60B21C2}" type="slidenum">
              <a:rPr lang="en-US" altLang="zh-CN" smtClean="0">
                <a:latin typeface="宋体" panose="02010600030101010101" pitchFamily="2" charset="-122"/>
              </a:rPr>
              <a:pPr eaLnBrk="1" hangingPunct="1"/>
              <a:t>33</a:t>
            </a:fld>
            <a:endParaRPr lang="en-US" altLang="zh-CN" smtClean="0">
              <a:latin typeface="宋体" panose="02010600030101010101" pitchFamily="2" charset="-122"/>
            </a:endParaRPr>
          </a:p>
        </p:txBody>
      </p:sp>
      <p:sp>
        <p:nvSpPr>
          <p:cNvPr id="1038338" name="Rectangle 2"/>
          <p:cNvSpPr>
            <a:spLocks noGrp="1" noRot="1" noChangeAspect="1" noChangeArrowheads="1" noTextEdit="1"/>
          </p:cNvSpPr>
          <p:nvPr>
            <p:ph type="sldImg" idx="4294967295"/>
          </p:nvPr>
        </p:nvSpPr>
        <p:spPr>
          <a:ln/>
        </p:spPr>
      </p:sp>
      <p:sp>
        <p:nvSpPr>
          <p:cNvPr id="1038339" name="Rectangle 3"/>
          <p:cNvSpPr>
            <a:spLocks noGrp="1" noChangeArrowheads="1"/>
          </p:cNvSpPr>
          <p:nvPr>
            <p:ph type="body" idx="4294967295"/>
          </p:nvPr>
        </p:nvSpPr>
        <p:spPr/>
        <p:txBody>
          <a:bodyPr/>
          <a:lstStyle/>
          <a:p>
            <a:endParaRPr lang="zh-CN" altLang="zh-CN" smtClean="0"/>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0385"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F2761563-D656-41BF-9EDA-FCEAA48FB3C6}" type="slidenum">
              <a:rPr lang="en-US" altLang="zh-CN" smtClean="0">
                <a:latin typeface="宋体" panose="02010600030101010101" pitchFamily="2" charset="-122"/>
              </a:rPr>
              <a:pPr eaLnBrk="1" hangingPunct="1"/>
              <a:t>34</a:t>
            </a:fld>
            <a:endParaRPr lang="en-US" altLang="zh-CN" smtClean="0">
              <a:latin typeface="宋体" panose="02010600030101010101" pitchFamily="2" charset="-122"/>
            </a:endParaRPr>
          </a:p>
        </p:txBody>
      </p:sp>
      <p:sp>
        <p:nvSpPr>
          <p:cNvPr id="1040386" name="Rectangle 2"/>
          <p:cNvSpPr>
            <a:spLocks noGrp="1" noRot="1" noChangeAspect="1" noChangeArrowheads="1" noTextEdit="1"/>
          </p:cNvSpPr>
          <p:nvPr>
            <p:ph type="sldImg" idx="4294967295"/>
          </p:nvPr>
        </p:nvSpPr>
        <p:spPr>
          <a:ln/>
        </p:spPr>
      </p:sp>
      <p:sp>
        <p:nvSpPr>
          <p:cNvPr id="1040387" name="Rectangle 3"/>
          <p:cNvSpPr>
            <a:spLocks noGrp="1" noChangeArrowheads="1"/>
          </p:cNvSpPr>
          <p:nvPr>
            <p:ph type="body" idx="4294967295"/>
          </p:nvPr>
        </p:nvSpPr>
        <p:spPr/>
        <p:txBody>
          <a:bodyPr/>
          <a:lstStyle/>
          <a:p>
            <a:endParaRPr lang="zh-CN" altLang="zh-CN" smtClean="0"/>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2433"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B7B6A343-BA58-43A0-93D8-C75B7EB66F6E}" type="slidenum">
              <a:rPr lang="en-US" altLang="zh-CN" smtClean="0">
                <a:latin typeface="宋体" panose="02010600030101010101" pitchFamily="2" charset="-122"/>
              </a:rPr>
              <a:pPr eaLnBrk="1" hangingPunct="1"/>
              <a:t>35</a:t>
            </a:fld>
            <a:endParaRPr lang="en-US" altLang="zh-CN" smtClean="0">
              <a:latin typeface="宋体" panose="02010600030101010101" pitchFamily="2" charset="-122"/>
            </a:endParaRPr>
          </a:p>
        </p:txBody>
      </p:sp>
      <p:sp>
        <p:nvSpPr>
          <p:cNvPr id="1042434" name="Rectangle 2"/>
          <p:cNvSpPr>
            <a:spLocks noGrp="1" noRot="1" noChangeAspect="1" noChangeArrowheads="1" noTextEdit="1"/>
          </p:cNvSpPr>
          <p:nvPr>
            <p:ph type="sldImg" idx="4294967295"/>
          </p:nvPr>
        </p:nvSpPr>
        <p:spPr>
          <a:ln/>
        </p:spPr>
      </p:sp>
      <p:sp>
        <p:nvSpPr>
          <p:cNvPr id="1042435" name="Rectangle 3"/>
          <p:cNvSpPr>
            <a:spLocks noGrp="1" noChangeArrowheads="1"/>
          </p:cNvSpPr>
          <p:nvPr>
            <p:ph type="body" idx="4294967295"/>
          </p:nvPr>
        </p:nvSpPr>
        <p:spPr/>
        <p:txBody>
          <a:bodyPr/>
          <a:lstStyle/>
          <a:p>
            <a:endParaRPr lang="zh-CN" altLang="zh-CN" smtClean="0"/>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4481"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AA85D897-2E6D-4DBA-A43D-22AFF614EF45}" type="slidenum">
              <a:rPr lang="en-US" altLang="zh-CN" smtClean="0">
                <a:latin typeface="宋体" panose="02010600030101010101" pitchFamily="2" charset="-122"/>
              </a:rPr>
              <a:pPr eaLnBrk="1" hangingPunct="1"/>
              <a:t>36</a:t>
            </a:fld>
            <a:endParaRPr lang="en-US" altLang="zh-CN" smtClean="0">
              <a:latin typeface="宋体" panose="02010600030101010101" pitchFamily="2" charset="-122"/>
            </a:endParaRPr>
          </a:p>
        </p:txBody>
      </p:sp>
      <p:sp>
        <p:nvSpPr>
          <p:cNvPr id="1044482" name="Rectangle 2"/>
          <p:cNvSpPr>
            <a:spLocks noGrp="1" noRot="1" noChangeAspect="1" noChangeArrowheads="1" noTextEdit="1"/>
          </p:cNvSpPr>
          <p:nvPr>
            <p:ph type="sldImg" idx="4294967295"/>
          </p:nvPr>
        </p:nvSpPr>
        <p:spPr>
          <a:ln/>
        </p:spPr>
      </p:sp>
      <p:sp>
        <p:nvSpPr>
          <p:cNvPr id="1044483" name="Rectangle 3"/>
          <p:cNvSpPr>
            <a:spLocks noGrp="1" noChangeArrowheads="1"/>
          </p:cNvSpPr>
          <p:nvPr>
            <p:ph type="body" idx="4294967295"/>
          </p:nvPr>
        </p:nvSpPr>
        <p:spPr/>
        <p:txBody>
          <a:bodyPr/>
          <a:lstStyle/>
          <a:p>
            <a:endParaRPr lang="zh-CN" altLang="zh-CN" smtClean="0"/>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6529"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5B0E5CEB-D978-499B-9B58-EDBDFDC7DA64}" type="slidenum">
              <a:rPr lang="en-US" altLang="zh-CN" smtClean="0">
                <a:latin typeface="宋体" panose="02010600030101010101" pitchFamily="2" charset="-122"/>
              </a:rPr>
              <a:pPr eaLnBrk="1" hangingPunct="1"/>
              <a:t>37</a:t>
            </a:fld>
            <a:endParaRPr lang="en-US" altLang="zh-CN" smtClean="0">
              <a:latin typeface="宋体" panose="02010600030101010101" pitchFamily="2" charset="-122"/>
            </a:endParaRPr>
          </a:p>
        </p:txBody>
      </p:sp>
      <p:sp>
        <p:nvSpPr>
          <p:cNvPr id="1046530" name="Rectangle 2"/>
          <p:cNvSpPr>
            <a:spLocks noGrp="1" noRot="1" noChangeAspect="1" noChangeArrowheads="1" noTextEdit="1"/>
          </p:cNvSpPr>
          <p:nvPr>
            <p:ph type="sldImg" idx="4294967295"/>
          </p:nvPr>
        </p:nvSpPr>
        <p:spPr>
          <a:ln/>
        </p:spPr>
      </p:sp>
      <p:sp>
        <p:nvSpPr>
          <p:cNvPr id="1046531" name="Rectangle 3"/>
          <p:cNvSpPr>
            <a:spLocks noGrp="1" noChangeArrowheads="1"/>
          </p:cNvSpPr>
          <p:nvPr>
            <p:ph type="body" idx="4294967295"/>
          </p:nvPr>
        </p:nvSpPr>
        <p:spPr/>
        <p:txBody>
          <a:bodyPr/>
          <a:lstStyle/>
          <a:p>
            <a:endParaRPr lang="zh-CN" altLang="zh-CN" smtClean="0"/>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577"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BAAF9D07-1E2B-4FAC-B9C1-817C62FC833E}" type="slidenum">
              <a:rPr lang="en-US" altLang="zh-CN" smtClean="0">
                <a:latin typeface="宋体" panose="02010600030101010101" pitchFamily="2" charset="-122"/>
              </a:rPr>
              <a:pPr eaLnBrk="1" hangingPunct="1"/>
              <a:t>38</a:t>
            </a:fld>
            <a:endParaRPr lang="en-US" altLang="zh-CN" smtClean="0">
              <a:latin typeface="宋体" panose="02010600030101010101" pitchFamily="2" charset="-122"/>
            </a:endParaRPr>
          </a:p>
        </p:txBody>
      </p:sp>
      <p:sp>
        <p:nvSpPr>
          <p:cNvPr id="1048578" name="Rectangle 2"/>
          <p:cNvSpPr>
            <a:spLocks noGrp="1" noRot="1" noChangeAspect="1" noChangeArrowheads="1" noTextEdit="1"/>
          </p:cNvSpPr>
          <p:nvPr>
            <p:ph type="sldImg" idx="4294967295"/>
          </p:nvPr>
        </p:nvSpPr>
        <p:spPr>
          <a:ln/>
        </p:spPr>
      </p:sp>
      <p:sp>
        <p:nvSpPr>
          <p:cNvPr id="1048579" name="Rectangle 3"/>
          <p:cNvSpPr>
            <a:spLocks noGrp="1" noChangeArrowheads="1"/>
          </p:cNvSpPr>
          <p:nvPr>
            <p:ph type="body" idx="4294967295"/>
          </p:nvPr>
        </p:nvSpPr>
        <p:spPr/>
        <p:txBody>
          <a:bodyPr/>
          <a:lstStyle/>
          <a:p>
            <a:endParaRPr lang="zh-CN" altLang="zh-CN" smtClean="0"/>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50625"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5BB38F92-E8F1-4BC8-9D9F-8C58E7864740}" type="slidenum">
              <a:rPr lang="en-US" altLang="zh-CN" smtClean="0">
                <a:latin typeface="宋体" panose="02010600030101010101" pitchFamily="2" charset="-122"/>
              </a:rPr>
              <a:pPr eaLnBrk="1" hangingPunct="1"/>
              <a:t>39</a:t>
            </a:fld>
            <a:endParaRPr lang="en-US" altLang="zh-CN" smtClean="0">
              <a:latin typeface="宋体" panose="02010600030101010101" pitchFamily="2" charset="-122"/>
            </a:endParaRPr>
          </a:p>
        </p:txBody>
      </p:sp>
      <p:sp>
        <p:nvSpPr>
          <p:cNvPr id="1050626" name="Rectangle 2"/>
          <p:cNvSpPr>
            <a:spLocks noGrp="1" noRot="1" noChangeAspect="1" noChangeArrowheads="1" noTextEdit="1"/>
          </p:cNvSpPr>
          <p:nvPr>
            <p:ph type="sldImg" idx="4294967295"/>
          </p:nvPr>
        </p:nvSpPr>
        <p:spPr>
          <a:ln/>
        </p:spPr>
      </p:sp>
      <p:sp>
        <p:nvSpPr>
          <p:cNvPr id="1050627" name="Rectangle 3"/>
          <p:cNvSpPr>
            <a:spLocks noGrp="1" noChangeArrowheads="1"/>
          </p:cNvSpPr>
          <p:nvPr>
            <p:ph type="body" idx="4294967295"/>
          </p:nvPr>
        </p:nvSpPr>
        <p:spPr/>
        <p:txBody>
          <a:bodyPr/>
          <a:lstStyle/>
          <a:p>
            <a:endParaRPr lang="zh-CN" altLang="zh-CN" smtClean="0"/>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52673"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ADC9B134-8591-43CF-A481-24FEF969A44F}" type="slidenum">
              <a:rPr lang="en-US" altLang="zh-CN" smtClean="0">
                <a:latin typeface="宋体" panose="02010600030101010101" pitchFamily="2" charset="-122"/>
              </a:rPr>
              <a:pPr eaLnBrk="1" hangingPunct="1"/>
              <a:t>40</a:t>
            </a:fld>
            <a:endParaRPr lang="en-US" altLang="zh-CN" smtClean="0">
              <a:latin typeface="宋体" panose="02010600030101010101" pitchFamily="2" charset="-122"/>
            </a:endParaRPr>
          </a:p>
        </p:txBody>
      </p:sp>
      <p:sp>
        <p:nvSpPr>
          <p:cNvPr id="1052674" name="Rectangle 2"/>
          <p:cNvSpPr>
            <a:spLocks noGrp="1" noRot="1" noChangeAspect="1" noChangeArrowheads="1" noTextEdit="1"/>
          </p:cNvSpPr>
          <p:nvPr>
            <p:ph type="sldImg" idx="4294967295"/>
          </p:nvPr>
        </p:nvSpPr>
        <p:spPr>
          <a:ln/>
        </p:spPr>
      </p:sp>
      <p:sp>
        <p:nvSpPr>
          <p:cNvPr id="1052675" name="Rectangle 3"/>
          <p:cNvSpPr>
            <a:spLocks noGrp="1" noChangeArrowheads="1"/>
          </p:cNvSpPr>
          <p:nvPr>
            <p:ph type="body" idx="4294967295"/>
          </p:nvPr>
        </p:nvSpPr>
        <p:spPr/>
        <p:txBody>
          <a:bodyPr/>
          <a:lstStyle/>
          <a:p>
            <a:endParaRPr lang="zh-CN" altLang="zh-CN" smtClean="0"/>
          </a:p>
        </p:txBody>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54721"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7BD3B400-7BF9-44D3-B7FB-8400A821FEBD}" type="slidenum">
              <a:rPr lang="en-US" altLang="zh-CN" smtClean="0">
                <a:latin typeface="宋体" panose="02010600030101010101" pitchFamily="2" charset="-122"/>
              </a:rPr>
              <a:pPr eaLnBrk="1" hangingPunct="1"/>
              <a:t>41</a:t>
            </a:fld>
            <a:endParaRPr lang="en-US" altLang="zh-CN" smtClean="0">
              <a:latin typeface="宋体" panose="02010600030101010101" pitchFamily="2" charset="-122"/>
            </a:endParaRPr>
          </a:p>
        </p:txBody>
      </p:sp>
      <p:sp>
        <p:nvSpPr>
          <p:cNvPr id="1054722" name="Rectangle 2"/>
          <p:cNvSpPr>
            <a:spLocks noGrp="1" noRot="1" noChangeAspect="1" noChangeArrowheads="1" noTextEdit="1"/>
          </p:cNvSpPr>
          <p:nvPr>
            <p:ph type="sldImg" idx="4294967295"/>
          </p:nvPr>
        </p:nvSpPr>
        <p:spPr>
          <a:ln/>
        </p:spPr>
      </p:sp>
      <p:sp>
        <p:nvSpPr>
          <p:cNvPr id="1054723" name="Rectangle 3"/>
          <p:cNvSpPr>
            <a:spLocks noGrp="1" noChangeArrowheads="1"/>
          </p:cNvSpPr>
          <p:nvPr>
            <p:ph type="body" idx="4294967295"/>
          </p:nvPr>
        </p:nvSpPr>
        <p:spPr/>
        <p:txBody>
          <a:bodyPr/>
          <a:lstStyle/>
          <a:p>
            <a:endParaRPr lang="zh-CN" altLang="zh-CN" smtClean="0"/>
          </a:p>
        </p:txBody>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56769"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2D15E262-7433-48B3-A43A-36E4AC639D59}" type="slidenum">
              <a:rPr lang="en-US" altLang="zh-CN" smtClean="0">
                <a:latin typeface="宋体" panose="02010600030101010101" pitchFamily="2" charset="-122"/>
              </a:rPr>
              <a:pPr eaLnBrk="1" hangingPunct="1"/>
              <a:t>42</a:t>
            </a:fld>
            <a:endParaRPr lang="en-US" altLang="zh-CN" smtClean="0">
              <a:latin typeface="宋体" panose="02010600030101010101" pitchFamily="2" charset="-122"/>
            </a:endParaRPr>
          </a:p>
        </p:txBody>
      </p:sp>
      <p:sp>
        <p:nvSpPr>
          <p:cNvPr id="1056770" name="Rectangle 2"/>
          <p:cNvSpPr>
            <a:spLocks noGrp="1" noRot="1" noChangeAspect="1" noChangeArrowheads="1" noTextEdit="1"/>
          </p:cNvSpPr>
          <p:nvPr>
            <p:ph type="sldImg" idx="4294967295"/>
          </p:nvPr>
        </p:nvSpPr>
        <p:spPr>
          <a:ln/>
        </p:spPr>
      </p:sp>
      <p:sp>
        <p:nvSpPr>
          <p:cNvPr id="1056771" name="Rectangle 3"/>
          <p:cNvSpPr>
            <a:spLocks noGrp="1" noChangeArrowheads="1"/>
          </p:cNvSpPr>
          <p:nvPr>
            <p:ph type="body" idx="4294967295"/>
          </p:nvPr>
        </p:nvSpPr>
        <p:spPr/>
        <p:txBody>
          <a:bodyPr/>
          <a:lstStyle/>
          <a:p>
            <a:endParaRPr lang="zh-CN" altLang="zh-CN" smtClean="0"/>
          </a:p>
        </p:txBody>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58817"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2A0878C4-86E2-46DF-9DDE-5AE5CC8C19DB}" type="slidenum">
              <a:rPr lang="en-US" altLang="zh-CN" smtClean="0">
                <a:latin typeface="宋体" panose="02010600030101010101" pitchFamily="2" charset="-122"/>
              </a:rPr>
              <a:pPr eaLnBrk="1" hangingPunct="1"/>
              <a:t>43</a:t>
            </a:fld>
            <a:endParaRPr lang="en-US" altLang="zh-CN" smtClean="0">
              <a:latin typeface="宋体" panose="02010600030101010101" pitchFamily="2" charset="-122"/>
            </a:endParaRPr>
          </a:p>
        </p:txBody>
      </p:sp>
      <p:sp>
        <p:nvSpPr>
          <p:cNvPr id="1058818" name="Rectangle 2"/>
          <p:cNvSpPr>
            <a:spLocks noGrp="1" noRot="1" noChangeAspect="1" noChangeArrowheads="1" noTextEdit="1"/>
          </p:cNvSpPr>
          <p:nvPr>
            <p:ph type="sldImg" idx="4294967295"/>
          </p:nvPr>
        </p:nvSpPr>
        <p:spPr>
          <a:ln/>
        </p:spPr>
      </p:sp>
      <p:sp>
        <p:nvSpPr>
          <p:cNvPr id="1058819" name="Rectangle 3"/>
          <p:cNvSpPr>
            <a:spLocks noGrp="1" noChangeArrowheads="1"/>
          </p:cNvSpPr>
          <p:nvPr>
            <p:ph type="body" idx="4294967295"/>
          </p:nvPr>
        </p:nvSpPr>
        <p:spPr/>
        <p:txBody>
          <a:bodyPr/>
          <a:lstStyle/>
          <a:p>
            <a:endParaRPr lang="zh-CN" altLang="zh-CN" smtClean="0"/>
          </a:p>
        </p:txBody>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62913"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p>
            <a:fld id="{0695C7A9-ACCB-42A6-9459-B0F2FA4BA7BB}" type="slidenum">
              <a:rPr lang="en-US" altLang="zh-CN" smtClean="0"/>
              <a:pPr/>
              <a:t>44</a:t>
            </a:fld>
            <a:endParaRPr lang="en-US" altLang="zh-CN" smtClean="0"/>
          </a:p>
        </p:txBody>
      </p:sp>
      <p:sp>
        <p:nvSpPr>
          <p:cNvPr id="1062914" name="Rectangle 2"/>
          <p:cNvSpPr>
            <a:spLocks noGrp="1" noRot="1" noChangeAspect="1" noChangeArrowheads="1" noTextEdit="1"/>
          </p:cNvSpPr>
          <p:nvPr>
            <p:ph type="sldImg" idx="4294967295"/>
          </p:nvPr>
        </p:nvSpPr>
        <p:spPr>
          <a:ln/>
        </p:spPr>
      </p:sp>
      <p:sp>
        <p:nvSpPr>
          <p:cNvPr id="1062915" name="Rectangle 3"/>
          <p:cNvSpPr>
            <a:spLocks noGrp="1" noChangeArrowheads="1"/>
          </p:cNvSpPr>
          <p:nvPr>
            <p:ph type="body" idx="4294967295"/>
          </p:nvPr>
        </p:nvSpPr>
        <p:spPr/>
        <p:txBody>
          <a:bodyPr/>
          <a:lstStyle/>
          <a:p>
            <a:endParaRPr lang="zh-CN" altLang="zh-CN" smtClean="0"/>
          </a:p>
        </p:txBody>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64961"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36F3A145-FCD6-4615-B530-9F55CEF60B72}" type="slidenum">
              <a:rPr lang="en-US" altLang="zh-CN" smtClean="0">
                <a:latin typeface="宋体" panose="02010600030101010101" pitchFamily="2" charset="-122"/>
              </a:rPr>
              <a:pPr eaLnBrk="1" hangingPunct="1"/>
              <a:t>45</a:t>
            </a:fld>
            <a:endParaRPr lang="en-US" altLang="zh-CN" smtClean="0">
              <a:latin typeface="宋体" panose="02010600030101010101" pitchFamily="2" charset="-122"/>
            </a:endParaRPr>
          </a:p>
        </p:txBody>
      </p:sp>
      <p:sp>
        <p:nvSpPr>
          <p:cNvPr id="1064962" name="Rectangle 2"/>
          <p:cNvSpPr>
            <a:spLocks noGrp="1" noRot="1" noChangeAspect="1" noChangeArrowheads="1" noTextEdit="1"/>
          </p:cNvSpPr>
          <p:nvPr>
            <p:ph type="sldImg" idx="4294967295"/>
          </p:nvPr>
        </p:nvSpPr>
        <p:spPr>
          <a:ln/>
        </p:spPr>
      </p:sp>
      <p:sp>
        <p:nvSpPr>
          <p:cNvPr id="1064963" name="Rectangle 3"/>
          <p:cNvSpPr>
            <a:spLocks noGrp="1" noChangeArrowheads="1"/>
          </p:cNvSpPr>
          <p:nvPr>
            <p:ph type="body" idx="4294967295"/>
          </p:nvPr>
        </p:nvSpPr>
        <p:spPr/>
        <p:txBody>
          <a:bodyPr/>
          <a:lstStyle/>
          <a:p>
            <a:endParaRPr lang="zh-CN" altLang="zh-CN" smtClean="0"/>
          </a:p>
        </p:txBody>
      </p:sp>
    </p:spTree>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67009"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F01C35CF-4143-4D3D-A1A7-394DC3C78EE9}" type="slidenum">
              <a:rPr lang="en-US" altLang="zh-CN" smtClean="0">
                <a:latin typeface="宋体" panose="02010600030101010101" pitchFamily="2" charset="-122"/>
              </a:rPr>
              <a:pPr eaLnBrk="1" hangingPunct="1"/>
              <a:t>46</a:t>
            </a:fld>
            <a:endParaRPr lang="en-US" altLang="zh-CN" smtClean="0">
              <a:latin typeface="宋体" panose="02010600030101010101" pitchFamily="2" charset="-122"/>
            </a:endParaRPr>
          </a:p>
        </p:txBody>
      </p:sp>
      <p:sp>
        <p:nvSpPr>
          <p:cNvPr id="1067010" name="Rectangle 2"/>
          <p:cNvSpPr>
            <a:spLocks noGrp="1" noRot="1" noChangeAspect="1" noChangeArrowheads="1" noTextEdit="1"/>
          </p:cNvSpPr>
          <p:nvPr>
            <p:ph type="sldImg" idx="4294967295"/>
          </p:nvPr>
        </p:nvSpPr>
        <p:spPr>
          <a:ln/>
        </p:spPr>
      </p:sp>
      <p:sp>
        <p:nvSpPr>
          <p:cNvPr id="1067011" name="Rectangle 3"/>
          <p:cNvSpPr>
            <a:spLocks noGrp="1" noChangeArrowheads="1"/>
          </p:cNvSpPr>
          <p:nvPr>
            <p:ph type="body" idx="4294967295"/>
          </p:nvPr>
        </p:nvSpPr>
        <p:spPr/>
        <p:txBody>
          <a:bodyPr/>
          <a:lstStyle/>
          <a:p>
            <a:endParaRPr lang="zh-CN" altLang="zh-CN" smtClean="0"/>
          </a:p>
        </p:txBody>
      </p:sp>
    </p:spTree>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69057"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p>
            <a:fld id="{0CF9C4B2-0CB2-4BD9-832F-300C6BF84D94}" type="slidenum">
              <a:rPr lang="en-US" altLang="zh-CN" smtClean="0"/>
              <a:pPr/>
              <a:t>47</a:t>
            </a:fld>
            <a:endParaRPr lang="en-US" altLang="zh-CN" smtClean="0"/>
          </a:p>
        </p:txBody>
      </p:sp>
      <p:sp>
        <p:nvSpPr>
          <p:cNvPr id="1069058" name="Rectangle 2"/>
          <p:cNvSpPr>
            <a:spLocks noGrp="1" noRot="1" noChangeAspect="1" noChangeArrowheads="1" noTextEdit="1"/>
          </p:cNvSpPr>
          <p:nvPr>
            <p:ph type="sldImg" idx="4294967295"/>
          </p:nvPr>
        </p:nvSpPr>
        <p:spPr>
          <a:ln/>
        </p:spPr>
      </p:sp>
      <p:sp>
        <p:nvSpPr>
          <p:cNvPr id="1069059" name="Rectangle 3"/>
          <p:cNvSpPr>
            <a:spLocks noGrp="1" noChangeArrowheads="1"/>
          </p:cNvSpPr>
          <p:nvPr>
            <p:ph type="body" idx="4294967295"/>
          </p:nvPr>
        </p:nvSpPr>
        <p:spPr/>
        <p:txBody>
          <a:bodyPr/>
          <a:lstStyle/>
          <a:p>
            <a:endParaRPr lang="zh-CN" altLang="zh-CN" smtClean="0"/>
          </a:p>
        </p:txBody>
      </p:sp>
    </p:spTree>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60865"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F1C9437E-49B9-4B89-BAB2-D34663DDD052}" type="slidenum">
              <a:rPr lang="en-US" altLang="zh-CN" smtClean="0">
                <a:latin typeface="宋体" panose="02010600030101010101" pitchFamily="2" charset="-122"/>
              </a:rPr>
              <a:pPr eaLnBrk="1" hangingPunct="1"/>
              <a:t>48</a:t>
            </a:fld>
            <a:endParaRPr lang="en-US" altLang="zh-CN" smtClean="0">
              <a:latin typeface="宋体" panose="02010600030101010101" pitchFamily="2" charset="-122"/>
            </a:endParaRPr>
          </a:p>
        </p:txBody>
      </p:sp>
      <p:sp>
        <p:nvSpPr>
          <p:cNvPr id="1060866" name="Rectangle 2"/>
          <p:cNvSpPr>
            <a:spLocks noGrp="1" noRot="1" noChangeAspect="1" noChangeArrowheads="1" noTextEdit="1"/>
          </p:cNvSpPr>
          <p:nvPr>
            <p:ph type="sldImg" idx="4294967295"/>
          </p:nvPr>
        </p:nvSpPr>
        <p:spPr>
          <a:ln/>
        </p:spPr>
      </p:sp>
      <p:sp>
        <p:nvSpPr>
          <p:cNvPr id="1060867" name="Rectangle 3"/>
          <p:cNvSpPr>
            <a:spLocks noGrp="1" noChangeArrowheads="1"/>
          </p:cNvSpPr>
          <p:nvPr>
            <p:ph type="body" idx="4294967295"/>
          </p:nvPr>
        </p:nvSpPr>
        <p:spPr/>
        <p:txBody>
          <a:bodyPr/>
          <a:lstStyle/>
          <a:p>
            <a:endParaRPr lang="zh-CN" altLang="zh-CN" smtClean="0"/>
          </a:p>
        </p:txBody>
      </p:sp>
    </p:spTree>
    <p:extLst>
      <p:ext uri="{BB962C8B-B14F-4D97-AF65-F5344CB8AC3E}">
        <p14:creationId xmlns:p14="http://schemas.microsoft.com/office/powerpoint/2010/main" val="1636004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71105"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A23D1203-0B2A-49E5-B474-28BC4BD52167}" type="slidenum">
              <a:rPr lang="en-US" altLang="zh-CN" smtClean="0">
                <a:latin typeface="宋体" panose="02010600030101010101" pitchFamily="2" charset="-122"/>
              </a:rPr>
              <a:pPr eaLnBrk="1" hangingPunct="1"/>
              <a:t>49</a:t>
            </a:fld>
            <a:endParaRPr lang="en-US" altLang="zh-CN" smtClean="0">
              <a:latin typeface="宋体" panose="02010600030101010101" pitchFamily="2" charset="-122"/>
            </a:endParaRPr>
          </a:p>
        </p:txBody>
      </p:sp>
      <p:sp>
        <p:nvSpPr>
          <p:cNvPr id="1071106" name="Rectangle 2"/>
          <p:cNvSpPr>
            <a:spLocks noGrp="1" noRot="1" noChangeAspect="1" noChangeArrowheads="1" noTextEdit="1"/>
          </p:cNvSpPr>
          <p:nvPr>
            <p:ph type="sldImg" idx="4294967295"/>
          </p:nvPr>
        </p:nvSpPr>
        <p:spPr>
          <a:ln/>
        </p:spPr>
      </p:sp>
      <p:sp>
        <p:nvSpPr>
          <p:cNvPr id="1071107" name="Rectangle 3"/>
          <p:cNvSpPr>
            <a:spLocks noGrp="1" noChangeArrowheads="1"/>
          </p:cNvSpPr>
          <p:nvPr>
            <p:ph type="body" idx="4294967295"/>
          </p:nvPr>
        </p:nvSpPr>
        <p:spPr/>
        <p:txBody>
          <a:bodyPr/>
          <a:lstStyle/>
          <a:p>
            <a:endParaRPr lang="zh-CN" altLang="zh-CN" smtClean="0"/>
          </a:p>
        </p:txBody>
      </p:sp>
    </p:spTree>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73153"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75D4D6C9-07A0-4F90-9865-A5D071344911}" type="slidenum">
              <a:rPr lang="en-US" altLang="zh-CN" smtClean="0">
                <a:latin typeface="宋体" panose="02010600030101010101" pitchFamily="2" charset="-122"/>
              </a:rPr>
              <a:pPr eaLnBrk="1" hangingPunct="1"/>
              <a:t>50</a:t>
            </a:fld>
            <a:endParaRPr lang="en-US" altLang="zh-CN" smtClean="0">
              <a:latin typeface="宋体" panose="02010600030101010101" pitchFamily="2" charset="-122"/>
            </a:endParaRPr>
          </a:p>
        </p:txBody>
      </p:sp>
      <p:sp>
        <p:nvSpPr>
          <p:cNvPr id="1073154" name="Rectangle 2"/>
          <p:cNvSpPr>
            <a:spLocks noGrp="1" noRot="1" noChangeAspect="1" noChangeArrowheads="1" noTextEdit="1"/>
          </p:cNvSpPr>
          <p:nvPr>
            <p:ph type="sldImg" idx="4294967295"/>
          </p:nvPr>
        </p:nvSpPr>
        <p:spPr>
          <a:ln/>
        </p:spPr>
      </p:sp>
      <p:sp>
        <p:nvSpPr>
          <p:cNvPr id="1073155" name="Rectangle 3"/>
          <p:cNvSpPr>
            <a:spLocks noGrp="1" noChangeArrowheads="1"/>
          </p:cNvSpPr>
          <p:nvPr>
            <p:ph type="body" idx="4294967295"/>
          </p:nvPr>
        </p:nvSpPr>
        <p:spPr/>
        <p:txBody>
          <a:bodyPr/>
          <a:lstStyle/>
          <a:p>
            <a:endParaRPr lang="zh-CN" altLang="zh-CN" smtClean="0"/>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标题幻灯片">
    <p:spTree>
      <p:nvGrpSpPr>
        <p:cNvPr id="1" name=""/>
        <p:cNvGrpSpPr/>
        <p:nvPr/>
      </p:nvGrpSpPr>
      <p:grpSpPr>
        <a:xfrm>
          <a:off x="0" y="0"/>
          <a:ext cx="0" cy="0"/>
          <a:chOff x="0" y="0"/>
          <a:chExt cx="0" cy="0"/>
        </a:xfrm>
      </p:grpSpPr>
      <p:sp>
        <p:nvSpPr>
          <p:cNvPr id="4" name="Rectangle 8" descr="Gold bar"/>
          <p:cNvSpPr>
            <a:spLocks noChangeArrowheads="1"/>
          </p:cNvSpPr>
          <p:nvPr/>
        </p:nvSpPr>
        <p:spPr bwMode="auto">
          <a:xfrm>
            <a:off x="247650" y="2889250"/>
            <a:ext cx="3109913" cy="201613"/>
          </a:xfrm>
          <a:prstGeom prst="rect">
            <a:avLst/>
          </a:prstGeom>
          <a:solidFill>
            <a:schemeClr val="bg2"/>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eaLnBrk="0" hangingPunct="0"/>
            <a:endParaRPr lang="zh-CN" altLang="en-US">
              <a:ea typeface="宋体" panose="02010600030101010101" pitchFamily="2" charset="-122"/>
            </a:endParaRPr>
          </a:p>
        </p:txBody>
      </p:sp>
      <p:sp>
        <p:nvSpPr>
          <p:cNvPr id="5" name="Rectangle 9" descr="Orange bar"/>
          <p:cNvSpPr>
            <a:spLocks noChangeArrowheads="1"/>
          </p:cNvSpPr>
          <p:nvPr/>
        </p:nvSpPr>
        <p:spPr bwMode="auto">
          <a:xfrm>
            <a:off x="3357563" y="2889250"/>
            <a:ext cx="3108325" cy="201613"/>
          </a:xfrm>
          <a:prstGeom prst="rect">
            <a:avLst/>
          </a:prstGeom>
          <a:solidFill>
            <a:schemeClr val="accent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eaLnBrk="0" hangingPunct="0"/>
            <a:endParaRPr lang="zh-CN" altLang="en-US">
              <a:ea typeface="宋体" panose="02010600030101010101" pitchFamily="2" charset="-122"/>
            </a:endParaRPr>
          </a:p>
        </p:txBody>
      </p:sp>
      <p:sp>
        <p:nvSpPr>
          <p:cNvPr id="6" name="Rectangle 10" descr="Slate bar"/>
          <p:cNvSpPr>
            <a:spLocks noChangeArrowheads="1"/>
          </p:cNvSpPr>
          <p:nvPr/>
        </p:nvSpPr>
        <p:spPr bwMode="auto">
          <a:xfrm>
            <a:off x="6465888" y="2889250"/>
            <a:ext cx="3109912" cy="201613"/>
          </a:xfrm>
          <a:prstGeom prst="rect">
            <a:avLst/>
          </a:prstGeom>
          <a:solidFill>
            <a:srgbClr val="333399"/>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eaLnBrk="0" hangingPunct="0"/>
            <a:endParaRPr lang="zh-CN" altLang="en-US">
              <a:solidFill>
                <a:srgbClr val="333399"/>
              </a:solidFill>
              <a:ea typeface="宋体" panose="02010600030101010101" pitchFamily="2" charset="-122"/>
            </a:endParaRPr>
          </a:p>
        </p:txBody>
      </p:sp>
      <p:sp>
        <p:nvSpPr>
          <p:cNvPr id="16386" name="Rectangle 2"/>
          <p:cNvSpPr>
            <a:spLocks noGrp="1" noChangeArrowheads="1"/>
          </p:cNvSpPr>
          <p:nvPr>
            <p:ph type="ctrTitle"/>
          </p:nvPr>
        </p:nvSpPr>
        <p:spPr>
          <a:xfrm>
            <a:off x="742950" y="685800"/>
            <a:ext cx="8420100" cy="2127250"/>
          </a:xfrm>
        </p:spPr>
        <p:txBody>
          <a:bodyPr/>
          <a:lstStyle>
            <a:lvl1pPr algn="ctr">
              <a:defRPr sz="5400" b="1">
                <a:solidFill>
                  <a:srgbClr val="333399"/>
                </a:solidFill>
                <a:latin typeface="黑体" panose="02010609060101010101" pitchFamily="2" charset="-122"/>
                <a:ea typeface="黑体" panose="02010609060101010101" pitchFamily="2" charset="-122"/>
              </a:defRPr>
            </a:lvl1pPr>
          </a:lstStyle>
          <a:p>
            <a:pPr lvl="0"/>
            <a:r>
              <a:rPr lang="zh-CN" altLang="en-US" noProof="0" dirty="0"/>
              <a:t>单击此处编辑母版标题样式</a:t>
            </a:r>
            <a:endParaRPr lang="en-US" altLang="zh-CN" noProof="0" dirty="0"/>
          </a:p>
        </p:txBody>
      </p:sp>
      <p:sp>
        <p:nvSpPr>
          <p:cNvPr id="16387" name="Rectangle 3"/>
          <p:cNvSpPr>
            <a:spLocks noGrp="1" noChangeArrowheads="1"/>
          </p:cNvSpPr>
          <p:nvPr>
            <p:ph type="subTitle" idx="1"/>
          </p:nvPr>
        </p:nvSpPr>
        <p:spPr>
          <a:xfrm>
            <a:off x="1485900" y="3270250"/>
            <a:ext cx="6934200" cy="2209800"/>
          </a:xfrm>
        </p:spPr>
        <p:txBody>
          <a:bodyPr/>
          <a:lstStyle>
            <a:lvl1pPr marL="0" indent="0" algn="ctr">
              <a:buFont typeface="Wingdings" panose="05000000000000000000" pitchFamily="2" charset="2"/>
              <a:buNone/>
              <a:defRPr sz="3600" b="1">
                <a:latin typeface="黑体" panose="02010609060101010101" pitchFamily="2" charset="-122"/>
                <a:ea typeface="黑体" panose="02010609060101010101" pitchFamily="2" charset="-122"/>
              </a:defRPr>
            </a:lvl1pPr>
          </a:lstStyle>
          <a:p>
            <a:pPr lvl="0"/>
            <a:r>
              <a:rPr lang="zh-CN" altLang="en-US" noProof="0" dirty="0"/>
              <a:t>单击此处编辑母版副标题样式</a:t>
            </a:r>
            <a:endParaRPr lang="en-US" altLang="zh-CN" noProof="0" dirty="0"/>
          </a:p>
        </p:txBody>
      </p:sp>
      <p:sp>
        <p:nvSpPr>
          <p:cNvPr id="7" name="Rectangle 4"/>
          <p:cNvSpPr>
            <a:spLocks noGrp="1" noChangeArrowheads="1"/>
          </p:cNvSpPr>
          <p:nvPr>
            <p:ph type="dt" sz="half" idx="10"/>
          </p:nvPr>
        </p:nvSpPr>
        <p:spPr/>
        <p:txBody>
          <a:bodyPr/>
          <a:lstStyle>
            <a:lvl1pPr>
              <a:defRPr/>
            </a:lvl1pPr>
          </a:lstStyle>
          <a:p>
            <a:endParaRPr lang="en-US" altLang="zh-CN"/>
          </a:p>
        </p:txBody>
      </p:sp>
      <p:sp>
        <p:nvSpPr>
          <p:cNvPr id="8" name="Rectangle 5"/>
          <p:cNvSpPr>
            <a:spLocks noGrp="1" noChangeArrowheads="1"/>
          </p:cNvSpPr>
          <p:nvPr>
            <p:ph type="ftr" sz="quarter" idx="11"/>
          </p:nvPr>
        </p:nvSpPr>
        <p:spPr/>
        <p:txBody>
          <a:bodyPr/>
          <a:lstStyle>
            <a:lvl1pPr>
              <a:defRPr/>
            </a:lvl1pPr>
          </a:lstStyle>
          <a:p>
            <a:r>
              <a:rPr lang="en-US" altLang="zh-CN"/>
              <a:t>ppt课件</a:t>
            </a:r>
          </a:p>
        </p:txBody>
      </p:sp>
      <p:sp>
        <p:nvSpPr>
          <p:cNvPr id="9" name="Rectangle 6"/>
          <p:cNvSpPr>
            <a:spLocks noGrp="1" noChangeArrowheads="1"/>
          </p:cNvSpPr>
          <p:nvPr>
            <p:ph type="sldNum" sz="quarter" idx="12"/>
          </p:nvPr>
        </p:nvSpPr>
        <p:spPr/>
        <p:txBody>
          <a:bodyPr/>
          <a:lstStyle>
            <a:lvl1pPr>
              <a:defRPr/>
            </a:lvl1pPr>
          </a:lstStyle>
          <a:p>
            <a:fld id="{01D2C440-9E6A-4430-8BAD-CF78432C284C}" type="slidenum">
              <a:rPr lang="zh-CN" altLang="en-US"/>
              <a:pPr/>
              <a:t>‹#›</a:t>
            </a:fld>
            <a:endParaRPr lang="en-US" altLang="zh-CN"/>
          </a:p>
        </p:txBody>
      </p:sp>
    </p:spTree>
    <p:extLst>
      <p:ext uri="{BB962C8B-B14F-4D97-AF65-F5344CB8AC3E}">
        <p14:creationId xmlns:p14="http://schemas.microsoft.com/office/powerpoint/2010/main" val="889173260"/>
      </p:ext>
    </p:extLst>
  </p:cSld>
  <p:clrMapOvr>
    <a:masterClrMapping/>
  </p:clrMapOvr>
  <p:hf/>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4" name="Line 8"/>
          <p:cNvSpPr>
            <a:spLocks noChangeShapeType="1"/>
          </p:cNvSpPr>
          <p:nvPr userDrawn="1"/>
        </p:nvSpPr>
        <p:spPr bwMode="auto">
          <a:xfrm>
            <a:off x="495300" y="1052513"/>
            <a:ext cx="9066213" cy="0"/>
          </a:xfrm>
          <a:prstGeom prst="line">
            <a:avLst/>
          </a:prstGeom>
          <a:noFill/>
          <a:ln w="28575">
            <a:solidFill>
              <a:srgbClr val="333399"/>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a:ea typeface="宋体" panose="02010600030101010101" pitchFamily="2" charset="-122"/>
            </a:endParaRPr>
          </a:p>
        </p:txBody>
      </p:sp>
      <p:sp>
        <p:nvSpPr>
          <p:cNvPr id="2" name="标题 1"/>
          <p:cNvSpPr>
            <a:spLocks noGrp="1"/>
          </p:cNvSpPr>
          <p:nvPr>
            <p:ph type="title"/>
          </p:nvPr>
        </p:nvSpPr>
        <p:spPr>
          <a:xfrm>
            <a:off x="495300" y="188640"/>
            <a:ext cx="9066212" cy="792088"/>
          </a:xfrm>
        </p:spPr>
        <p:txBody>
          <a:bodyPr/>
          <a:lstStyle>
            <a:lvl1pPr>
              <a:defRPr b="1">
                <a:solidFill>
                  <a:srgbClr val="333399"/>
                </a:solidFill>
                <a:latin typeface="+mn-lt"/>
                <a:ea typeface="黑体" panose="02010609060101010101" pitchFamily="2" charset="-122"/>
              </a:defRPr>
            </a:lvl1pPr>
          </a:lstStyle>
          <a:p>
            <a:r>
              <a:rPr lang="zh-CN" altLang="en-US" noProof="1"/>
              <a:t>单击此处编辑母版标题样式</a:t>
            </a:r>
          </a:p>
        </p:txBody>
      </p:sp>
      <p:sp>
        <p:nvSpPr>
          <p:cNvPr id="3" name="内容占位符 2"/>
          <p:cNvSpPr>
            <a:spLocks noGrp="1"/>
          </p:cNvSpPr>
          <p:nvPr>
            <p:ph idx="1"/>
          </p:nvPr>
        </p:nvSpPr>
        <p:spPr>
          <a:xfrm>
            <a:off x="495300" y="1196752"/>
            <a:ext cx="9066212" cy="4934173"/>
          </a:xfrm>
        </p:spPr>
        <p:txBody>
          <a:bodyPr/>
          <a:lstStyle>
            <a:lvl1pPr>
              <a:lnSpc>
                <a:spcPct val="110000"/>
              </a:lnSpc>
              <a:spcBef>
                <a:spcPts val="600"/>
              </a:spcBef>
              <a:defRPr sz="3200" b="1">
                <a:solidFill>
                  <a:schemeClr val="tx1"/>
                </a:solidFill>
                <a:latin typeface="+mn-lt"/>
                <a:ea typeface="黑体" panose="02010609060101010101" pitchFamily="2" charset="-122"/>
              </a:defRPr>
            </a:lvl1pPr>
            <a:lvl2pPr>
              <a:lnSpc>
                <a:spcPct val="110000"/>
              </a:lnSpc>
              <a:spcBef>
                <a:spcPts val="600"/>
              </a:spcBef>
              <a:defRPr sz="2800" b="1">
                <a:solidFill>
                  <a:schemeClr val="tx1"/>
                </a:solidFill>
                <a:latin typeface="+mn-lt"/>
                <a:ea typeface="黑体" panose="02010609060101010101" pitchFamily="2" charset="-122"/>
              </a:defRPr>
            </a:lvl2pPr>
            <a:lvl3pPr>
              <a:lnSpc>
                <a:spcPct val="110000"/>
              </a:lnSpc>
              <a:spcBef>
                <a:spcPts val="600"/>
              </a:spcBef>
              <a:defRPr sz="2400" b="1">
                <a:solidFill>
                  <a:schemeClr val="tx1"/>
                </a:solidFill>
                <a:latin typeface="+mn-lt"/>
                <a:ea typeface="黑体" panose="02010609060101010101" pitchFamily="2" charset="-122"/>
              </a:defRPr>
            </a:lvl3pPr>
            <a:lvl4pPr>
              <a:lnSpc>
                <a:spcPct val="110000"/>
              </a:lnSpc>
              <a:spcBef>
                <a:spcPts val="600"/>
              </a:spcBef>
              <a:defRPr sz="2000" b="1">
                <a:solidFill>
                  <a:schemeClr val="tx1"/>
                </a:solidFill>
                <a:latin typeface="+mn-lt"/>
                <a:ea typeface="黑体" panose="02010609060101010101" pitchFamily="2" charset="-122"/>
              </a:defRPr>
            </a:lvl4pPr>
            <a:lvl5pPr>
              <a:lnSpc>
                <a:spcPct val="110000"/>
              </a:lnSpc>
              <a:spcBef>
                <a:spcPts val="600"/>
              </a:spcBef>
              <a:defRPr sz="2000" b="1">
                <a:solidFill>
                  <a:schemeClr val="tx1"/>
                </a:solidFill>
                <a:latin typeface="+mn-lt"/>
                <a:ea typeface="黑体" panose="02010609060101010101" pitchFamily="2" charset="-122"/>
              </a:defRPr>
            </a:lvl5pPr>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5" name="日期占位符 3"/>
          <p:cNvSpPr>
            <a:spLocks noGrp="1"/>
          </p:cNvSpPr>
          <p:nvPr>
            <p:ph type="dt" sz="half" idx="10"/>
          </p:nvPr>
        </p:nvSpPr>
        <p:spPr/>
        <p:txBody>
          <a:bodyPr/>
          <a:lstStyle>
            <a:lvl1pPr>
              <a:defRPr dirty="0"/>
            </a:lvl1pPr>
          </a:lstStyle>
          <a:p>
            <a:endParaRPr lang="en-US" altLang="zh-CN"/>
          </a:p>
        </p:txBody>
      </p:sp>
      <p:sp>
        <p:nvSpPr>
          <p:cNvPr id="6" name="页脚占位符 4"/>
          <p:cNvSpPr>
            <a:spLocks noGrp="1"/>
          </p:cNvSpPr>
          <p:nvPr>
            <p:ph type="ftr" sz="quarter" idx="11"/>
          </p:nvPr>
        </p:nvSpPr>
        <p:spPr/>
        <p:txBody>
          <a:bodyPr/>
          <a:lstStyle>
            <a:lvl1pPr>
              <a:defRPr/>
            </a:lvl1pPr>
          </a:lstStyle>
          <a:p>
            <a:r>
              <a:rPr lang="en-US" altLang="zh-CN"/>
              <a:t>ppt课件</a:t>
            </a:r>
          </a:p>
        </p:txBody>
      </p:sp>
      <p:sp>
        <p:nvSpPr>
          <p:cNvPr id="7" name="灯片编号占位符 5"/>
          <p:cNvSpPr>
            <a:spLocks noGrp="1"/>
          </p:cNvSpPr>
          <p:nvPr>
            <p:ph type="sldNum" sz="quarter" idx="12"/>
          </p:nvPr>
        </p:nvSpPr>
        <p:spPr/>
        <p:txBody>
          <a:bodyPr/>
          <a:lstStyle>
            <a:lvl1pPr>
              <a:defRPr/>
            </a:lvl1pPr>
          </a:lstStyle>
          <a:p>
            <a:fld id="{B324A7B3-BB3D-430C-9416-57B4A4106B8F}" type="slidenum">
              <a:rPr lang="zh-CN" altLang="en-US"/>
              <a:pPr/>
              <a:t>‹#›</a:t>
            </a:fld>
            <a:endParaRPr lang="en-US" altLang="zh-CN"/>
          </a:p>
        </p:txBody>
      </p:sp>
    </p:spTree>
    <p:extLst>
      <p:ext uri="{BB962C8B-B14F-4D97-AF65-F5344CB8AC3E}">
        <p14:creationId xmlns:p14="http://schemas.microsoft.com/office/powerpoint/2010/main" val="1563474879"/>
      </p:ext>
    </p:extLst>
  </p:cSld>
  <p:clrMapOvr>
    <a:masterClrMapping/>
  </p:clrMapOvr>
  <p:hf/>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82638" y="4406900"/>
            <a:ext cx="8634858" cy="1362075"/>
          </a:xfrm>
        </p:spPr>
        <p:txBody>
          <a:bodyPr anchor="t"/>
          <a:lstStyle>
            <a:lvl1pPr algn="l">
              <a:defRPr sz="4400" b="1" cap="all">
                <a:solidFill>
                  <a:srgbClr val="333399"/>
                </a:solidFill>
                <a:latin typeface="+mn-lt"/>
                <a:ea typeface="黑体" panose="02010609060101010101" pitchFamily="2" charset="-122"/>
              </a:defRPr>
            </a:lvl1pPr>
          </a:lstStyle>
          <a:p>
            <a:r>
              <a:rPr lang="zh-CN" altLang="en-US" noProof="1"/>
              <a:t>单击此处编辑母版标题样式</a:t>
            </a:r>
          </a:p>
        </p:txBody>
      </p:sp>
      <p:sp>
        <p:nvSpPr>
          <p:cNvPr id="3" name="文本占位符 2"/>
          <p:cNvSpPr>
            <a:spLocks noGrp="1"/>
          </p:cNvSpPr>
          <p:nvPr>
            <p:ph type="body" idx="1"/>
          </p:nvPr>
        </p:nvSpPr>
        <p:spPr>
          <a:xfrm>
            <a:off x="782638" y="2906713"/>
            <a:ext cx="8634858"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CN" altLang="en-US" noProof="1"/>
              <a:t>单击此处编辑母版文本样式</a:t>
            </a:r>
          </a:p>
        </p:txBody>
      </p:sp>
      <p:sp>
        <p:nvSpPr>
          <p:cNvPr id="4" name="Rectangle 4"/>
          <p:cNvSpPr>
            <a:spLocks noGrp="1" noChangeArrowheads="1"/>
          </p:cNvSpPr>
          <p:nvPr>
            <p:ph type="dt" sz="half" idx="10"/>
          </p:nvPr>
        </p:nvSpPr>
        <p:spPr>
          <a:ln/>
        </p:spPr>
        <p:txBody>
          <a:bodyPr/>
          <a:lstStyle>
            <a:lvl1pPr>
              <a:defRPr/>
            </a:lvl1pPr>
          </a:lstStyle>
          <a:p>
            <a:endParaRPr lang="en-US" altLang="zh-CN"/>
          </a:p>
        </p:txBody>
      </p:sp>
      <p:sp>
        <p:nvSpPr>
          <p:cNvPr id="5" name="Rectangle 5"/>
          <p:cNvSpPr>
            <a:spLocks noGrp="1" noChangeArrowheads="1"/>
          </p:cNvSpPr>
          <p:nvPr>
            <p:ph type="ftr" sz="quarter" idx="11"/>
          </p:nvPr>
        </p:nvSpPr>
        <p:spPr>
          <a:ln/>
        </p:spPr>
        <p:txBody>
          <a:bodyPr/>
          <a:lstStyle>
            <a:lvl1pPr>
              <a:defRPr/>
            </a:lvl1pPr>
          </a:lstStyle>
          <a:p>
            <a:r>
              <a:rPr lang="en-US" altLang="zh-CN"/>
              <a:t>ppt课件</a:t>
            </a:r>
          </a:p>
        </p:txBody>
      </p:sp>
      <p:sp>
        <p:nvSpPr>
          <p:cNvPr id="6" name="Rectangle 6"/>
          <p:cNvSpPr>
            <a:spLocks noGrp="1" noChangeArrowheads="1"/>
          </p:cNvSpPr>
          <p:nvPr>
            <p:ph type="sldNum" sz="quarter" idx="12"/>
          </p:nvPr>
        </p:nvSpPr>
        <p:spPr>
          <a:ln/>
        </p:spPr>
        <p:txBody>
          <a:bodyPr/>
          <a:lstStyle>
            <a:lvl1pPr>
              <a:defRPr/>
            </a:lvl1pPr>
          </a:lstStyle>
          <a:p>
            <a:fld id="{131B3705-864E-4D65-9C72-61CB65F1C9F1}" type="slidenum">
              <a:rPr lang="zh-CN" altLang="en-US"/>
              <a:pPr/>
              <a:t>‹#›</a:t>
            </a:fld>
            <a:endParaRPr lang="en-US" altLang="zh-CN"/>
          </a:p>
        </p:txBody>
      </p:sp>
    </p:spTree>
    <p:extLst>
      <p:ext uri="{BB962C8B-B14F-4D97-AF65-F5344CB8AC3E}">
        <p14:creationId xmlns:p14="http://schemas.microsoft.com/office/powerpoint/2010/main" val="4077824084"/>
      </p:ext>
    </p:extLst>
  </p:cSld>
  <p:clrMapOvr>
    <a:masterClrMapping/>
  </p:clrMapOvr>
  <p:hf/>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5" name="Line 8"/>
          <p:cNvSpPr>
            <a:spLocks noChangeShapeType="1"/>
          </p:cNvSpPr>
          <p:nvPr userDrawn="1"/>
        </p:nvSpPr>
        <p:spPr bwMode="auto">
          <a:xfrm>
            <a:off x="495300" y="1052513"/>
            <a:ext cx="9066213" cy="0"/>
          </a:xfrm>
          <a:prstGeom prst="line">
            <a:avLst/>
          </a:prstGeom>
          <a:noFill/>
          <a:ln w="28575">
            <a:solidFill>
              <a:srgbClr val="333399"/>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a:ea typeface="宋体" panose="02010600030101010101" pitchFamily="2" charset="-122"/>
            </a:endParaRPr>
          </a:p>
        </p:txBody>
      </p:sp>
      <p:sp>
        <p:nvSpPr>
          <p:cNvPr id="2" name="标题 1"/>
          <p:cNvSpPr>
            <a:spLocks noGrp="1"/>
          </p:cNvSpPr>
          <p:nvPr>
            <p:ph type="title"/>
          </p:nvPr>
        </p:nvSpPr>
        <p:spPr>
          <a:xfrm>
            <a:off x="495300" y="188640"/>
            <a:ext cx="9066212" cy="792088"/>
          </a:xfrm>
        </p:spPr>
        <p:txBody>
          <a:bodyPr/>
          <a:lstStyle>
            <a:lvl1pPr>
              <a:defRPr b="1">
                <a:solidFill>
                  <a:srgbClr val="333399"/>
                </a:solidFill>
                <a:latin typeface="+mn-lt"/>
                <a:ea typeface="黑体" panose="02010609060101010101" pitchFamily="2" charset="-122"/>
              </a:defRPr>
            </a:lvl1pPr>
          </a:lstStyle>
          <a:p>
            <a:r>
              <a:rPr lang="zh-CN" altLang="en-US" noProof="1"/>
              <a:t>单击此处编辑母版标题样式</a:t>
            </a:r>
          </a:p>
        </p:txBody>
      </p:sp>
      <p:sp>
        <p:nvSpPr>
          <p:cNvPr id="3" name="内容占位符 2"/>
          <p:cNvSpPr>
            <a:spLocks noGrp="1"/>
          </p:cNvSpPr>
          <p:nvPr>
            <p:ph sz="half" idx="1"/>
          </p:nvPr>
        </p:nvSpPr>
        <p:spPr>
          <a:xfrm>
            <a:off x="495300" y="1196752"/>
            <a:ext cx="4460304" cy="4934173"/>
          </a:xfrm>
        </p:spPr>
        <p:txBody>
          <a:bodyPr/>
          <a:lstStyle>
            <a:lvl1pPr>
              <a:defRPr sz="2800" b="1">
                <a:solidFill>
                  <a:schemeClr val="tx1"/>
                </a:solidFill>
                <a:latin typeface="+mn-lt"/>
                <a:ea typeface="黑体" panose="02010609060101010101" pitchFamily="2" charset="-122"/>
              </a:defRPr>
            </a:lvl1pPr>
            <a:lvl2pPr>
              <a:buClr>
                <a:schemeClr val="accent2"/>
              </a:buClr>
              <a:defRPr sz="2400" b="1">
                <a:solidFill>
                  <a:schemeClr val="tx1"/>
                </a:solidFill>
                <a:latin typeface="+mn-lt"/>
                <a:ea typeface="黑体" panose="02010609060101010101" pitchFamily="2" charset="-122"/>
              </a:defRPr>
            </a:lvl2pPr>
            <a:lvl3pPr>
              <a:defRPr sz="2000" b="1">
                <a:solidFill>
                  <a:schemeClr val="tx1"/>
                </a:solidFill>
                <a:latin typeface="+mn-lt"/>
                <a:ea typeface="黑体" panose="02010609060101010101" pitchFamily="2" charset="-122"/>
              </a:defRPr>
            </a:lvl3pPr>
            <a:lvl4pPr>
              <a:defRPr sz="1800" b="1">
                <a:solidFill>
                  <a:schemeClr val="tx1"/>
                </a:solidFill>
                <a:latin typeface="+mn-lt"/>
                <a:ea typeface="黑体" panose="02010609060101010101" pitchFamily="2" charset="-122"/>
              </a:defRPr>
            </a:lvl4pPr>
            <a:lvl5pPr>
              <a:buClr>
                <a:srgbClr val="333399"/>
              </a:buClr>
              <a:defRPr sz="1800" b="1">
                <a:solidFill>
                  <a:schemeClr val="tx1"/>
                </a:solidFill>
                <a:latin typeface="+mn-lt"/>
                <a:ea typeface="黑体" panose="02010609060101010101" pitchFamily="2" charset="-122"/>
              </a:defRPr>
            </a:lvl5pPr>
            <a:lvl6pPr>
              <a:defRPr sz="1800"/>
            </a:lvl6pPr>
            <a:lvl7pPr>
              <a:defRPr sz="1800"/>
            </a:lvl7pPr>
            <a:lvl8pPr>
              <a:defRPr sz="1800"/>
            </a:lvl8pPr>
            <a:lvl9pPr>
              <a:defRPr sz="1800"/>
            </a:lvl9pPr>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4" name="内容占位符 3"/>
          <p:cNvSpPr>
            <a:spLocks noGrp="1"/>
          </p:cNvSpPr>
          <p:nvPr>
            <p:ph sz="half" idx="2"/>
          </p:nvPr>
        </p:nvSpPr>
        <p:spPr>
          <a:xfrm>
            <a:off x="5101208" y="1196752"/>
            <a:ext cx="4460304" cy="4934173"/>
          </a:xfrm>
        </p:spPr>
        <p:txBody>
          <a:bodyPr/>
          <a:lstStyle>
            <a:lvl1pPr>
              <a:defRPr sz="2800" b="1">
                <a:solidFill>
                  <a:schemeClr val="tx1"/>
                </a:solidFill>
                <a:latin typeface="+mn-lt"/>
                <a:ea typeface="黑体" panose="02010609060101010101" pitchFamily="2" charset="-122"/>
              </a:defRPr>
            </a:lvl1pPr>
            <a:lvl2pPr>
              <a:buClr>
                <a:schemeClr val="accent2"/>
              </a:buClr>
              <a:defRPr sz="2400" b="1">
                <a:solidFill>
                  <a:schemeClr val="tx1"/>
                </a:solidFill>
                <a:latin typeface="+mn-lt"/>
                <a:ea typeface="黑体" panose="02010609060101010101" pitchFamily="2" charset="-122"/>
              </a:defRPr>
            </a:lvl2pPr>
            <a:lvl3pPr>
              <a:defRPr sz="2000" b="1">
                <a:solidFill>
                  <a:schemeClr val="tx1"/>
                </a:solidFill>
                <a:latin typeface="+mn-lt"/>
                <a:ea typeface="黑体" panose="02010609060101010101" pitchFamily="2" charset="-122"/>
              </a:defRPr>
            </a:lvl3pPr>
            <a:lvl4pPr>
              <a:defRPr sz="1800" b="1">
                <a:solidFill>
                  <a:schemeClr val="tx1"/>
                </a:solidFill>
                <a:latin typeface="+mn-lt"/>
                <a:ea typeface="黑体" panose="02010609060101010101" pitchFamily="2" charset="-122"/>
              </a:defRPr>
            </a:lvl4pPr>
            <a:lvl5pPr>
              <a:buClr>
                <a:srgbClr val="333399"/>
              </a:buClr>
              <a:defRPr sz="1800" b="1">
                <a:solidFill>
                  <a:schemeClr val="tx1"/>
                </a:solidFill>
                <a:latin typeface="+mn-lt"/>
                <a:ea typeface="黑体" panose="02010609060101010101" pitchFamily="2" charset="-122"/>
              </a:defRPr>
            </a:lvl5pPr>
            <a:lvl6pPr>
              <a:defRPr sz="1800"/>
            </a:lvl6pPr>
            <a:lvl7pPr>
              <a:defRPr sz="1800"/>
            </a:lvl7pPr>
            <a:lvl8pPr>
              <a:defRPr sz="1800"/>
            </a:lvl8pPr>
            <a:lvl9pPr>
              <a:defRPr sz="1800"/>
            </a:lvl9pPr>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6" name="日期占位符 4"/>
          <p:cNvSpPr>
            <a:spLocks noGrp="1"/>
          </p:cNvSpPr>
          <p:nvPr>
            <p:ph type="dt" sz="half" idx="10"/>
          </p:nvPr>
        </p:nvSpPr>
        <p:spPr/>
        <p:txBody>
          <a:bodyPr/>
          <a:lstStyle>
            <a:lvl1pPr>
              <a:defRPr/>
            </a:lvl1pPr>
          </a:lstStyle>
          <a:p>
            <a:endParaRPr lang="en-US" altLang="zh-CN"/>
          </a:p>
        </p:txBody>
      </p:sp>
      <p:sp>
        <p:nvSpPr>
          <p:cNvPr id="7" name="页脚占位符 5"/>
          <p:cNvSpPr>
            <a:spLocks noGrp="1"/>
          </p:cNvSpPr>
          <p:nvPr>
            <p:ph type="ftr" sz="quarter" idx="11"/>
          </p:nvPr>
        </p:nvSpPr>
        <p:spPr/>
        <p:txBody>
          <a:bodyPr/>
          <a:lstStyle>
            <a:lvl1pPr>
              <a:defRPr/>
            </a:lvl1pPr>
          </a:lstStyle>
          <a:p>
            <a:r>
              <a:rPr lang="en-US" altLang="zh-CN"/>
              <a:t>ppt课件</a:t>
            </a:r>
          </a:p>
        </p:txBody>
      </p:sp>
      <p:sp>
        <p:nvSpPr>
          <p:cNvPr id="8" name="灯片编号占位符 6"/>
          <p:cNvSpPr>
            <a:spLocks noGrp="1"/>
          </p:cNvSpPr>
          <p:nvPr>
            <p:ph type="sldNum" sz="quarter" idx="12"/>
          </p:nvPr>
        </p:nvSpPr>
        <p:spPr/>
        <p:txBody>
          <a:bodyPr/>
          <a:lstStyle>
            <a:lvl1pPr>
              <a:defRPr/>
            </a:lvl1pPr>
          </a:lstStyle>
          <a:p>
            <a:fld id="{02D5D87F-0A7A-4AA9-BC3A-2693AF527683}" type="slidenum">
              <a:rPr lang="zh-CN" altLang="en-US"/>
              <a:pPr/>
              <a:t>‹#›</a:t>
            </a:fld>
            <a:endParaRPr lang="en-US" altLang="zh-CN"/>
          </a:p>
        </p:txBody>
      </p:sp>
    </p:spTree>
    <p:extLst>
      <p:ext uri="{BB962C8B-B14F-4D97-AF65-F5344CB8AC3E}">
        <p14:creationId xmlns:p14="http://schemas.microsoft.com/office/powerpoint/2010/main" val="2949220879"/>
      </p:ext>
    </p:extLst>
  </p:cSld>
  <p:clrMapOvr>
    <a:masterClrMapping/>
  </p:clrMapOvr>
  <p:hf/>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7" name="Line 8"/>
          <p:cNvSpPr>
            <a:spLocks noChangeShapeType="1"/>
          </p:cNvSpPr>
          <p:nvPr userDrawn="1"/>
        </p:nvSpPr>
        <p:spPr bwMode="auto">
          <a:xfrm>
            <a:off x="495300" y="1052513"/>
            <a:ext cx="9066213" cy="0"/>
          </a:xfrm>
          <a:prstGeom prst="line">
            <a:avLst/>
          </a:prstGeom>
          <a:noFill/>
          <a:ln w="28575">
            <a:solidFill>
              <a:srgbClr val="333399"/>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a:ea typeface="宋体" panose="02010600030101010101" pitchFamily="2" charset="-122"/>
            </a:endParaRPr>
          </a:p>
        </p:txBody>
      </p:sp>
      <p:sp>
        <p:nvSpPr>
          <p:cNvPr id="2" name="标题 1"/>
          <p:cNvSpPr>
            <a:spLocks noGrp="1"/>
          </p:cNvSpPr>
          <p:nvPr>
            <p:ph type="title"/>
          </p:nvPr>
        </p:nvSpPr>
        <p:spPr>
          <a:xfrm>
            <a:off x="495300" y="188640"/>
            <a:ext cx="9066212" cy="792088"/>
          </a:xfrm>
        </p:spPr>
        <p:txBody>
          <a:bodyPr/>
          <a:lstStyle>
            <a:lvl1pPr>
              <a:defRPr b="1">
                <a:solidFill>
                  <a:srgbClr val="333399"/>
                </a:solidFill>
                <a:latin typeface="+mn-lt"/>
                <a:ea typeface="黑体" panose="02010609060101010101" pitchFamily="2" charset="-122"/>
              </a:defRPr>
            </a:lvl1pPr>
          </a:lstStyle>
          <a:p>
            <a:r>
              <a:rPr lang="zh-CN" altLang="en-US" noProof="1"/>
              <a:t>单击此处编辑母版标题样式</a:t>
            </a:r>
          </a:p>
        </p:txBody>
      </p:sp>
      <p:sp>
        <p:nvSpPr>
          <p:cNvPr id="3" name="文本占位符 2"/>
          <p:cNvSpPr>
            <a:spLocks noGrp="1"/>
          </p:cNvSpPr>
          <p:nvPr>
            <p:ph type="body" idx="1"/>
          </p:nvPr>
        </p:nvSpPr>
        <p:spPr>
          <a:xfrm>
            <a:off x="495299" y="1207874"/>
            <a:ext cx="4455513" cy="639762"/>
          </a:xfrm>
        </p:spPr>
        <p:txBody>
          <a:bodyPr anchor="b"/>
          <a:lstStyle>
            <a:lvl1pPr marL="0" indent="0">
              <a:buNone/>
              <a:defRPr sz="2800" b="1">
                <a:latin typeface="+mn-lt"/>
                <a:ea typeface="黑体" panose="02010609060101010101" pitchFamily="2" charset="-122"/>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noProof="1"/>
              <a:t>单击此处编辑母版文本样式</a:t>
            </a:r>
          </a:p>
        </p:txBody>
      </p:sp>
      <p:sp>
        <p:nvSpPr>
          <p:cNvPr id="4" name="内容占位符 3"/>
          <p:cNvSpPr>
            <a:spLocks noGrp="1"/>
          </p:cNvSpPr>
          <p:nvPr>
            <p:ph sz="half" idx="2"/>
          </p:nvPr>
        </p:nvSpPr>
        <p:spPr>
          <a:xfrm>
            <a:off x="495299" y="1872534"/>
            <a:ext cx="4455513" cy="4292770"/>
          </a:xfrm>
        </p:spPr>
        <p:txBody>
          <a:bodyPr/>
          <a:lstStyle>
            <a:lvl1pPr>
              <a:defRPr sz="2800" b="1">
                <a:solidFill>
                  <a:schemeClr val="tx1"/>
                </a:solidFill>
                <a:latin typeface="+mn-lt"/>
                <a:ea typeface="黑体" panose="02010609060101010101" pitchFamily="2" charset="-122"/>
              </a:defRPr>
            </a:lvl1pPr>
            <a:lvl2pPr>
              <a:defRPr sz="2400" b="1">
                <a:solidFill>
                  <a:schemeClr val="tx1"/>
                </a:solidFill>
                <a:latin typeface="+mn-lt"/>
                <a:ea typeface="黑体" panose="02010609060101010101" pitchFamily="2" charset="-122"/>
              </a:defRPr>
            </a:lvl2pPr>
            <a:lvl3pPr>
              <a:defRPr sz="2000" b="1">
                <a:solidFill>
                  <a:schemeClr val="tx1"/>
                </a:solidFill>
                <a:latin typeface="+mn-lt"/>
                <a:ea typeface="黑体" panose="02010609060101010101" pitchFamily="2" charset="-122"/>
              </a:defRPr>
            </a:lvl3pPr>
            <a:lvl4pPr>
              <a:defRPr sz="1800" b="1">
                <a:solidFill>
                  <a:schemeClr val="tx1"/>
                </a:solidFill>
                <a:latin typeface="+mn-lt"/>
                <a:ea typeface="黑体" panose="02010609060101010101" pitchFamily="2" charset="-122"/>
              </a:defRPr>
            </a:lvl4pPr>
            <a:lvl5pPr>
              <a:defRPr sz="1800" b="1">
                <a:solidFill>
                  <a:schemeClr val="tx1"/>
                </a:solidFill>
                <a:latin typeface="+mn-lt"/>
                <a:ea typeface="黑体" panose="02010609060101010101" pitchFamily="2" charset="-122"/>
              </a:defRPr>
            </a:lvl5pPr>
            <a:lvl6pPr>
              <a:defRPr sz="1600"/>
            </a:lvl6pPr>
            <a:lvl7pPr>
              <a:defRPr sz="1600"/>
            </a:lvl7pPr>
            <a:lvl8pPr>
              <a:defRPr sz="1600"/>
            </a:lvl8pPr>
            <a:lvl9pPr>
              <a:defRPr sz="1600"/>
            </a:lvl9pPr>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5" name="文本占位符 4"/>
          <p:cNvSpPr>
            <a:spLocks noGrp="1"/>
          </p:cNvSpPr>
          <p:nvPr>
            <p:ph type="body" sz="quarter" idx="3"/>
          </p:nvPr>
        </p:nvSpPr>
        <p:spPr>
          <a:xfrm>
            <a:off x="5104383" y="1207874"/>
            <a:ext cx="4457129" cy="639762"/>
          </a:xfrm>
        </p:spPr>
        <p:txBody>
          <a:bodyPr anchor="b"/>
          <a:lstStyle>
            <a:lvl1pPr marL="0" indent="0">
              <a:buNone/>
              <a:defRPr sz="2800" b="1">
                <a:latin typeface="+mn-lt"/>
                <a:ea typeface="黑体" panose="02010609060101010101" pitchFamily="2" charset="-122"/>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noProof="1"/>
              <a:t>单击此处编辑母版文本样式</a:t>
            </a:r>
          </a:p>
        </p:txBody>
      </p:sp>
      <p:sp>
        <p:nvSpPr>
          <p:cNvPr id="6" name="内容占位符 5"/>
          <p:cNvSpPr>
            <a:spLocks noGrp="1"/>
          </p:cNvSpPr>
          <p:nvPr>
            <p:ph sz="quarter" idx="4"/>
          </p:nvPr>
        </p:nvSpPr>
        <p:spPr>
          <a:xfrm>
            <a:off x="5104383" y="1872534"/>
            <a:ext cx="4457129" cy="4292770"/>
          </a:xfrm>
        </p:spPr>
        <p:txBody>
          <a:bodyPr/>
          <a:lstStyle>
            <a:lvl1pPr>
              <a:defRPr sz="2800" b="1">
                <a:solidFill>
                  <a:schemeClr val="tx1"/>
                </a:solidFill>
                <a:latin typeface="+mn-lt"/>
                <a:ea typeface="黑体" panose="02010609060101010101" pitchFamily="2" charset="-122"/>
              </a:defRPr>
            </a:lvl1pPr>
            <a:lvl2pPr>
              <a:defRPr sz="2400" b="1">
                <a:solidFill>
                  <a:schemeClr val="tx1"/>
                </a:solidFill>
                <a:latin typeface="+mn-lt"/>
                <a:ea typeface="黑体" panose="02010609060101010101" pitchFamily="2" charset="-122"/>
              </a:defRPr>
            </a:lvl2pPr>
            <a:lvl3pPr>
              <a:defRPr sz="2000" b="1">
                <a:solidFill>
                  <a:schemeClr val="tx1"/>
                </a:solidFill>
                <a:latin typeface="+mn-lt"/>
                <a:ea typeface="黑体" panose="02010609060101010101" pitchFamily="2" charset="-122"/>
              </a:defRPr>
            </a:lvl3pPr>
            <a:lvl4pPr>
              <a:defRPr sz="1800" b="1">
                <a:solidFill>
                  <a:schemeClr val="tx1"/>
                </a:solidFill>
                <a:latin typeface="+mn-lt"/>
                <a:ea typeface="黑体" panose="02010609060101010101" pitchFamily="2" charset="-122"/>
              </a:defRPr>
            </a:lvl4pPr>
            <a:lvl5pPr>
              <a:defRPr sz="1800" b="1">
                <a:solidFill>
                  <a:schemeClr val="tx1"/>
                </a:solidFill>
                <a:latin typeface="+mn-lt"/>
                <a:ea typeface="黑体" panose="02010609060101010101" pitchFamily="2" charset="-122"/>
              </a:defRPr>
            </a:lvl5pPr>
            <a:lvl6pPr>
              <a:defRPr sz="1600"/>
            </a:lvl6pPr>
            <a:lvl7pPr>
              <a:defRPr sz="1600"/>
            </a:lvl7pPr>
            <a:lvl8pPr>
              <a:defRPr sz="1600"/>
            </a:lvl8pPr>
            <a:lvl9pPr>
              <a:defRPr sz="1600"/>
            </a:lvl9pPr>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8" name="日期占位符 6"/>
          <p:cNvSpPr>
            <a:spLocks noGrp="1"/>
          </p:cNvSpPr>
          <p:nvPr>
            <p:ph type="dt" sz="half" idx="10"/>
          </p:nvPr>
        </p:nvSpPr>
        <p:spPr/>
        <p:txBody>
          <a:bodyPr/>
          <a:lstStyle>
            <a:lvl1pPr>
              <a:defRPr/>
            </a:lvl1pPr>
          </a:lstStyle>
          <a:p>
            <a:endParaRPr lang="en-US" altLang="zh-CN"/>
          </a:p>
        </p:txBody>
      </p:sp>
      <p:sp>
        <p:nvSpPr>
          <p:cNvPr id="9" name="页脚占位符 7"/>
          <p:cNvSpPr>
            <a:spLocks noGrp="1"/>
          </p:cNvSpPr>
          <p:nvPr>
            <p:ph type="ftr" sz="quarter" idx="11"/>
          </p:nvPr>
        </p:nvSpPr>
        <p:spPr/>
        <p:txBody>
          <a:bodyPr/>
          <a:lstStyle>
            <a:lvl1pPr>
              <a:defRPr/>
            </a:lvl1pPr>
          </a:lstStyle>
          <a:p>
            <a:r>
              <a:rPr lang="en-US" altLang="zh-CN"/>
              <a:t>ppt课件</a:t>
            </a:r>
          </a:p>
        </p:txBody>
      </p:sp>
      <p:sp>
        <p:nvSpPr>
          <p:cNvPr id="10" name="灯片编号占位符 8"/>
          <p:cNvSpPr>
            <a:spLocks noGrp="1"/>
          </p:cNvSpPr>
          <p:nvPr>
            <p:ph type="sldNum" sz="quarter" idx="12"/>
          </p:nvPr>
        </p:nvSpPr>
        <p:spPr/>
        <p:txBody>
          <a:bodyPr/>
          <a:lstStyle>
            <a:lvl1pPr>
              <a:defRPr/>
            </a:lvl1pPr>
          </a:lstStyle>
          <a:p>
            <a:fld id="{422B1608-A69B-485F-95FB-95438C61343E}" type="slidenum">
              <a:rPr lang="zh-CN" altLang="en-US"/>
              <a:pPr/>
              <a:t>‹#›</a:t>
            </a:fld>
            <a:endParaRPr lang="en-US" altLang="zh-CN"/>
          </a:p>
        </p:txBody>
      </p:sp>
    </p:spTree>
    <p:extLst>
      <p:ext uri="{BB962C8B-B14F-4D97-AF65-F5344CB8AC3E}">
        <p14:creationId xmlns:p14="http://schemas.microsoft.com/office/powerpoint/2010/main" val="949984336"/>
      </p:ext>
    </p:extLst>
  </p:cSld>
  <p:clrMapOvr>
    <a:masterClrMapping/>
  </p:clrMapOvr>
  <p:hf/>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1_比较">
    <p:spTree>
      <p:nvGrpSpPr>
        <p:cNvPr id="1" name=""/>
        <p:cNvGrpSpPr/>
        <p:nvPr/>
      </p:nvGrpSpPr>
      <p:grpSpPr>
        <a:xfrm>
          <a:off x="0" y="0"/>
          <a:ext cx="0" cy="0"/>
          <a:chOff x="0" y="0"/>
          <a:chExt cx="0" cy="0"/>
        </a:xfrm>
      </p:grpSpPr>
      <p:sp>
        <p:nvSpPr>
          <p:cNvPr id="7" name="Line 8"/>
          <p:cNvSpPr>
            <a:spLocks noChangeShapeType="1"/>
          </p:cNvSpPr>
          <p:nvPr userDrawn="1"/>
        </p:nvSpPr>
        <p:spPr bwMode="auto">
          <a:xfrm>
            <a:off x="495300" y="1052513"/>
            <a:ext cx="9066213" cy="0"/>
          </a:xfrm>
          <a:prstGeom prst="line">
            <a:avLst/>
          </a:prstGeom>
          <a:noFill/>
          <a:ln w="28575">
            <a:solidFill>
              <a:srgbClr val="333399"/>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a:ea typeface="宋体" panose="02010600030101010101" pitchFamily="2" charset="-122"/>
            </a:endParaRPr>
          </a:p>
        </p:txBody>
      </p:sp>
      <p:sp>
        <p:nvSpPr>
          <p:cNvPr id="2" name="标题 1"/>
          <p:cNvSpPr>
            <a:spLocks noGrp="1"/>
          </p:cNvSpPr>
          <p:nvPr>
            <p:ph type="title"/>
          </p:nvPr>
        </p:nvSpPr>
        <p:spPr>
          <a:xfrm>
            <a:off x="495300" y="188640"/>
            <a:ext cx="9066212" cy="792088"/>
          </a:xfrm>
        </p:spPr>
        <p:txBody>
          <a:bodyPr/>
          <a:lstStyle>
            <a:lvl1pPr>
              <a:defRPr b="1">
                <a:solidFill>
                  <a:srgbClr val="333399"/>
                </a:solidFill>
                <a:latin typeface="+mn-lt"/>
                <a:ea typeface="黑体" panose="02010609060101010101" pitchFamily="2" charset="-122"/>
              </a:defRPr>
            </a:lvl1pPr>
          </a:lstStyle>
          <a:p>
            <a:r>
              <a:rPr lang="zh-CN" altLang="en-US" noProof="1"/>
              <a:t>单击此处编辑母版标题样式</a:t>
            </a:r>
          </a:p>
        </p:txBody>
      </p:sp>
      <p:sp>
        <p:nvSpPr>
          <p:cNvPr id="3" name="文本占位符 2"/>
          <p:cNvSpPr>
            <a:spLocks noGrp="1"/>
          </p:cNvSpPr>
          <p:nvPr>
            <p:ph type="body" idx="1"/>
          </p:nvPr>
        </p:nvSpPr>
        <p:spPr>
          <a:xfrm>
            <a:off x="495299" y="1207874"/>
            <a:ext cx="9066213" cy="639762"/>
          </a:xfrm>
        </p:spPr>
        <p:txBody>
          <a:bodyPr anchor="b"/>
          <a:lstStyle>
            <a:lvl1pPr marL="0" indent="0">
              <a:buNone/>
              <a:defRPr sz="3200" b="1">
                <a:latin typeface="+mn-lt"/>
                <a:ea typeface="黑体" panose="02010609060101010101" pitchFamily="2" charset="-122"/>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noProof="1"/>
              <a:t>单击此处编辑母版文本样式</a:t>
            </a:r>
          </a:p>
        </p:txBody>
      </p:sp>
      <p:sp>
        <p:nvSpPr>
          <p:cNvPr id="4" name="内容占位符 3"/>
          <p:cNvSpPr>
            <a:spLocks noGrp="1"/>
          </p:cNvSpPr>
          <p:nvPr>
            <p:ph sz="half" idx="2"/>
          </p:nvPr>
        </p:nvSpPr>
        <p:spPr>
          <a:xfrm>
            <a:off x="495299" y="1872534"/>
            <a:ext cx="4455513" cy="4292770"/>
          </a:xfrm>
        </p:spPr>
        <p:txBody>
          <a:bodyPr/>
          <a:lstStyle>
            <a:lvl1pPr>
              <a:defRPr sz="2800" b="1">
                <a:solidFill>
                  <a:schemeClr val="tx1"/>
                </a:solidFill>
                <a:latin typeface="+mn-lt"/>
                <a:ea typeface="黑体" panose="02010609060101010101" pitchFamily="2" charset="-122"/>
              </a:defRPr>
            </a:lvl1pPr>
            <a:lvl2pPr>
              <a:defRPr sz="2400" b="1">
                <a:solidFill>
                  <a:schemeClr val="tx1"/>
                </a:solidFill>
                <a:latin typeface="+mn-lt"/>
                <a:ea typeface="黑体" panose="02010609060101010101" pitchFamily="2" charset="-122"/>
              </a:defRPr>
            </a:lvl2pPr>
            <a:lvl3pPr>
              <a:defRPr sz="2000" b="1">
                <a:solidFill>
                  <a:schemeClr val="tx1"/>
                </a:solidFill>
                <a:latin typeface="+mn-lt"/>
                <a:ea typeface="黑体" panose="02010609060101010101" pitchFamily="2" charset="-122"/>
              </a:defRPr>
            </a:lvl3pPr>
            <a:lvl4pPr>
              <a:defRPr sz="1800" b="1">
                <a:solidFill>
                  <a:schemeClr val="tx1"/>
                </a:solidFill>
                <a:latin typeface="+mn-lt"/>
                <a:ea typeface="黑体" panose="02010609060101010101" pitchFamily="2" charset="-122"/>
              </a:defRPr>
            </a:lvl4pPr>
            <a:lvl5pPr>
              <a:defRPr sz="1800" b="1">
                <a:solidFill>
                  <a:schemeClr val="tx1"/>
                </a:solidFill>
                <a:latin typeface="+mn-lt"/>
                <a:ea typeface="黑体" panose="02010609060101010101" pitchFamily="2" charset="-122"/>
              </a:defRPr>
            </a:lvl5pPr>
            <a:lvl6pPr>
              <a:defRPr sz="1600"/>
            </a:lvl6pPr>
            <a:lvl7pPr>
              <a:defRPr sz="1600"/>
            </a:lvl7pPr>
            <a:lvl8pPr>
              <a:defRPr sz="1600"/>
            </a:lvl8pPr>
            <a:lvl9pPr>
              <a:defRPr sz="1600"/>
            </a:lvl9pPr>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6" name="内容占位符 5"/>
          <p:cNvSpPr>
            <a:spLocks noGrp="1"/>
          </p:cNvSpPr>
          <p:nvPr>
            <p:ph sz="quarter" idx="4"/>
          </p:nvPr>
        </p:nvSpPr>
        <p:spPr>
          <a:xfrm>
            <a:off x="5104383" y="1872534"/>
            <a:ext cx="4457129" cy="4292770"/>
          </a:xfrm>
        </p:spPr>
        <p:txBody>
          <a:bodyPr/>
          <a:lstStyle>
            <a:lvl1pPr>
              <a:defRPr sz="2800" b="1">
                <a:solidFill>
                  <a:schemeClr val="tx1"/>
                </a:solidFill>
                <a:latin typeface="+mn-lt"/>
                <a:ea typeface="黑体" panose="02010609060101010101" pitchFamily="2" charset="-122"/>
              </a:defRPr>
            </a:lvl1pPr>
            <a:lvl2pPr>
              <a:defRPr sz="2400" b="1">
                <a:solidFill>
                  <a:schemeClr val="tx1"/>
                </a:solidFill>
                <a:latin typeface="+mn-lt"/>
                <a:ea typeface="黑体" panose="02010609060101010101" pitchFamily="2" charset="-122"/>
              </a:defRPr>
            </a:lvl2pPr>
            <a:lvl3pPr>
              <a:defRPr sz="2000" b="1">
                <a:solidFill>
                  <a:schemeClr val="tx1"/>
                </a:solidFill>
                <a:latin typeface="+mn-lt"/>
                <a:ea typeface="黑体" panose="02010609060101010101" pitchFamily="2" charset="-122"/>
              </a:defRPr>
            </a:lvl3pPr>
            <a:lvl4pPr>
              <a:defRPr sz="1800" b="1">
                <a:solidFill>
                  <a:schemeClr val="tx1"/>
                </a:solidFill>
                <a:latin typeface="+mn-lt"/>
                <a:ea typeface="黑体" panose="02010609060101010101" pitchFamily="2" charset="-122"/>
              </a:defRPr>
            </a:lvl4pPr>
            <a:lvl5pPr>
              <a:defRPr sz="1800" b="1">
                <a:solidFill>
                  <a:schemeClr val="tx1"/>
                </a:solidFill>
                <a:latin typeface="+mn-lt"/>
                <a:ea typeface="黑体" panose="02010609060101010101" pitchFamily="2" charset="-122"/>
              </a:defRPr>
            </a:lvl5pPr>
            <a:lvl6pPr>
              <a:defRPr sz="1600"/>
            </a:lvl6pPr>
            <a:lvl7pPr>
              <a:defRPr sz="1600"/>
            </a:lvl7pPr>
            <a:lvl8pPr>
              <a:defRPr sz="1600"/>
            </a:lvl8pPr>
            <a:lvl9pPr>
              <a:defRPr sz="1600"/>
            </a:lvl9pPr>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8" name="日期占位符 6"/>
          <p:cNvSpPr>
            <a:spLocks noGrp="1"/>
          </p:cNvSpPr>
          <p:nvPr>
            <p:ph type="dt" sz="half" idx="10"/>
          </p:nvPr>
        </p:nvSpPr>
        <p:spPr/>
        <p:txBody>
          <a:bodyPr/>
          <a:lstStyle>
            <a:lvl1pPr>
              <a:defRPr/>
            </a:lvl1pPr>
          </a:lstStyle>
          <a:p>
            <a:endParaRPr lang="en-US" altLang="zh-CN"/>
          </a:p>
        </p:txBody>
      </p:sp>
      <p:sp>
        <p:nvSpPr>
          <p:cNvPr id="9" name="页脚占位符 7"/>
          <p:cNvSpPr>
            <a:spLocks noGrp="1"/>
          </p:cNvSpPr>
          <p:nvPr>
            <p:ph type="ftr" sz="quarter" idx="11"/>
          </p:nvPr>
        </p:nvSpPr>
        <p:spPr/>
        <p:txBody>
          <a:bodyPr/>
          <a:lstStyle>
            <a:lvl1pPr>
              <a:defRPr/>
            </a:lvl1pPr>
          </a:lstStyle>
          <a:p>
            <a:r>
              <a:rPr lang="en-US" altLang="zh-CN"/>
              <a:t>ppt课件</a:t>
            </a:r>
          </a:p>
        </p:txBody>
      </p:sp>
      <p:sp>
        <p:nvSpPr>
          <p:cNvPr id="10" name="灯片编号占位符 8"/>
          <p:cNvSpPr>
            <a:spLocks noGrp="1"/>
          </p:cNvSpPr>
          <p:nvPr>
            <p:ph type="sldNum" sz="quarter" idx="12"/>
          </p:nvPr>
        </p:nvSpPr>
        <p:spPr/>
        <p:txBody>
          <a:bodyPr/>
          <a:lstStyle>
            <a:lvl1pPr>
              <a:defRPr/>
            </a:lvl1pPr>
          </a:lstStyle>
          <a:p>
            <a:fld id="{82B6D876-83A9-45DC-A9A8-45B00DF3B1AF}" type="slidenum">
              <a:rPr lang="zh-CN" altLang="en-US"/>
              <a:pPr/>
              <a:t>‹#›</a:t>
            </a:fld>
            <a:endParaRPr lang="en-US" altLang="zh-CN"/>
          </a:p>
        </p:txBody>
      </p:sp>
    </p:spTree>
    <p:extLst>
      <p:ext uri="{BB962C8B-B14F-4D97-AF65-F5344CB8AC3E}">
        <p14:creationId xmlns:p14="http://schemas.microsoft.com/office/powerpoint/2010/main" val="2910569552"/>
      </p:ext>
    </p:extLst>
  </p:cSld>
  <p:clrMapOvr>
    <a:masterClrMapping/>
  </p:clrMapOvr>
  <p:hf/>
</p:sldLayout>
</file>

<file path=ppt/slideLayouts/slideLayout7.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3" name="Line 8"/>
          <p:cNvSpPr>
            <a:spLocks noChangeShapeType="1"/>
          </p:cNvSpPr>
          <p:nvPr userDrawn="1"/>
        </p:nvSpPr>
        <p:spPr bwMode="auto">
          <a:xfrm>
            <a:off x="495300" y="1052513"/>
            <a:ext cx="9066213" cy="0"/>
          </a:xfrm>
          <a:prstGeom prst="line">
            <a:avLst/>
          </a:prstGeom>
          <a:noFill/>
          <a:ln w="28575">
            <a:solidFill>
              <a:srgbClr val="333399"/>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a:ea typeface="宋体" panose="02010600030101010101" pitchFamily="2" charset="-122"/>
            </a:endParaRPr>
          </a:p>
        </p:txBody>
      </p:sp>
      <p:sp>
        <p:nvSpPr>
          <p:cNvPr id="2" name="标题 1"/>
          <p:cNvSpPr>
            <a:spLocks noGrp="1"/>
          </p:cNvSpPr>
          <p:nvPr>
            <p:ph type="title"/>
          </p:nvPr>
        </p:nvSpPr>
        <p:spPr/>
        <p:txBody>
          <a:bodyPr/>
          <a:lstStyle>
            <a:lvl1pPr>
              <a:defRPr b="1">
                <a:solidFill>
                  <a:srgbClr val="333399"/>
                </a:solidFill>
                <a:latin typeface="+mn-lt"/>
                <a:ea typeface="黑体" panose="02010609060101010101" pitchFamily="2" charset="-122"/>
              </a:defRPr>
            </a:lvl1pPr>
          </a:lstStyle>
          <a:p>
            <a:r>
              <a:rPr lang="zh-CN" altLang="en-US" noProof="1"/>
              <a:t>单击此处编辑母版标题样式</a:t>
            </a:r>
          </a:p>
        </p:txBody>
      </p:sp>
      <p:sp>
        <p:nvSpPr>
          <p:cNvPr id="4" name="日期占位符 2"/>
          <p:cNvSpPr>
            <a:spLocks noGrp="1"/>
          </p:cNvSpPr>
          <p:nvPr>
            <p:ph type="dt" sz="half" idx="10"/>
          </p:nvPr>
        </p:nvSpPr>
        <p:spPr/>
        <p:txBody>
          <a:bodyPr/>
          <a:lstStyle>
            <a:lvl1pPr>
              <a:defRPr/>
            </a:lvl1pPr>
          </a:lstStyle>
          <a:p>
            <a:endParaRPr lang="en-US" altLang="zh-CN"/>
          </a:p>
        </p:txBody>
      </p:sp>
      <p:sp>
        <p:nvSpPr>
          <p:cNvPr id="5" name="页脚占位符 3"/>
          <p:cNvSpPr>
            <a:spLocks noGrp="1"/>
          </p:cNvSpPr>
          <p:nvPr>
            <p:ph type="ftr" sz="quarter" idx="11"/>
          </p:nvPr>
        </p:nvSpPr>
        <p:spPr/>
        <p:txBody>
          <a:bodyPr/>
          <a:lstStyle>
            <a:lvl1pPr>
              <a:defRPr/>
            </a:lvl1pPr>
          </a:lstStyle>
          <a:p>
            <a:r>
              <a:rPr lang="en-US" altLang="zh-CN"/>
              <a:t>ppt课件</a:t>
            </a:r>
          </a:p>
        </p:txBody>
      </p:sp>
      <p:sp>
        <p:nvSpPr>
          <p:cNvPr id="6" name="灯片编号占位符 4"/>
          <p:cNvSpPr>
            <a:spLocks noGrp="1"/>
          </p:cNvSpPr>
          <p:nvPr>
            <p:ph type="sldNum" sz="quarter" idx="12"/>
          </p:nvPr>
        </p:nvSpPr>
        <p:spPr/>
        <p:txBody>
          <a:bodyPr/>
          <a:lstStyle>
            <a:lvl1pPr>
              <a:defRPr/>
            </a:lvl1pPr>
          </a:lstStyle>
          <a:p>
            <a:fld id="{7C661C98-5699-4428-B37E-AF7B22049360}" type="slidenum">
              <a:rPr lang="zh-CN" altLang="en-US"/>
              <a:pPr/>
              <a:t>‹#›</a:t>
            </a:fld>
            <a:endParaRPr lang="en-US" altLang="zh-CN"/>
          </a:p>
        </p:txBody>
      </p:sp>
    </p:spTree>
    <p:extLst>
      <p:ext uri="{BB962C8B-B14F-4D97-AF65-F5344CB8AC3E}">
        <p14:creationId xmlns:p14="http://schemas.microsoft.com/office/powerpoint/2010/main" val="3963861348"/>
      </p:ext>
    </p:extLst>
  </p:cSld>
  <p:clrMapOvr>
    <a:masterClrMapping/>
  </p:clrMapOvr>
  <p:hf/>
</p:sldLayout>
</file>

<file path=ppt/slideLayouts/slideLayout8.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Rectangle 4"/>
          <p:cNvSpPr>
            <a:spLocks noGrp="1" noChangeArrowheads="1"/>
          </p:cNvSpPr>
          <p:nvPr>
            <p:ph type="dt" sz="half" idx="10"/>
          </p:nvPr>
        </p:nvSpPr>
        <p:spPr>
          <a:ln/>
        </p:spPr>
        <p:txBody>
          <a:bodyPr/>
          <a:lstStyle>
            <a:lvl1pPr>
              <a:defRPr/>
            </a:lvl1pPr>
          </a:lstStyle>
          <a:p>
            <a:endParaRPr lang="en-US" altLang="zh-CN"/>
          </a:p>
        </p:txBody>
      </p:sp>
      <p:sp>
        <p:nvSpPr>
          <p:cNvPr id="3" name="Rectangle 5"/>
          <p:cNvSpPr>
            <a:spLocks noGrp="1" noChangeArrowheads="1"/>
          </p:cNvSpPr>
          <p:nvPr>
            <p:ph type="ftr" sz="quarter" idx="11"/>
          </p:nvPr>
        </p:nvSpPr>
        <p:spPr>
          <a:ln/>
        </p:spPr>
        <p:txBody>
          <a:bodyPr/>
          <a:lstStyle>
            <a:lvl1pPr>
              <a:defRPr/>
            </a:lvl1pPr>
          </a:lstStyle>
          <a:p>
            <a:r>
              <a:rPr lang="en-US" altLang="zh-CN"/>
              <a:t>ppt课件</a:t>
            </a:r>
          </a:p>
        </p:txBody>
      </p:sp>
      <p:sp>
        <p:nvSpPr>
          <p:cNvPr id="4" name="Rectangle 6"/>
          <p:cNvSpPr>
            <a:spLocks noGrp="1" noChangeArrowheads="1"/>
          </p:cNvSpPr>
          <p:nvPr>
            <p:ph type="sldNum" sz="quarter" idx="12"/>
          </p:nvPr>
        </p:nvSpPr>
        <p:spPr>
          <a:ln/>
        </p:spPr>
        <p:txBody>
          <a:bodyPr/>
          <a:lstStyle>
            <a:lvl1pPr>
              <a:defRPr/>
            </a:lvl1pPr>
          </a:lstStyle>
          <a:p>
            <a:fld id="{8F377DAC-F69D-47B1-9C81-D9ECC8A84006}" type="slidenum">
              <a:rPr lang="zh-CN" altLang="en-US"/>
              <a:pPr/>
              <a:t>‹#›</a:t>
            </a:fld>
            <a:endParaRPr lang="en-US" altLang="zh-CN"/>
          </a:p>
        </p:txBody>
      </p:sp>
    </p:spTree>
    <p:extLst>
      <p:ext uri="{BB962C8B-B14F-4D97-AF65-F5344CB8AC3E}">
        <p14:creationId xmlns:p14="http://schemas.microsoft.com/office/powerpoint/2010/main" val="3442894119"/>
      </p:ext>
    </p:extLst>
  </p:cSld>
  <p:clrMapOvr>
    <a:masterClrMapping/>
  </p:clrMapOvr>
  <p:hf/>
</p:sldLayout>
</file>

<file path=ppt/slideLayouts/slideLayout9.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95300" y="273050"/>
            <a:ext cx="3259138" cy="1162050"/>
          </a:xfrm>
        </p:spPr>
        <p:txBody>
          <a:bodyPr/>
          <a:lstStyle>
            <a:lvl1pPr algn="l">
              <a:defRPr sz="2000" b="1"/>
            </a:lvl1pPr>
          </a:lstStyle>
          <a:p>
            <a:r>
              <a:rPr lang="zh-CN" altLang="en-US" noProof="1"/>
              <a:t>单击此处编辑母版标题样式</a:t>
            </a:r>
          </a:p>
        </p:txBody>
      </p:sp>
      <p:sp>
        <p:nvSpPr>
          <p:cNvPr id="3" name="内容占位符 2"/>
          <p:cNvSpPr>
            <a:spLocks noGrp="1"/>
          </p:cNvSpPr>
          <p:nvPr>
            <p:ph idx="1"/>
          </p:nvPr>
        </p:nvSpPr>
        <p:spPr>
          <a:xfrm>
            <a:off x="3873500" y="273050"/>
            <a:ext cx="5688012"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4" name="文本占位符 3"/>
          <p:cNvSpPr>
            <a:spLocks noGrp="1"/>
          </p:cNvSpPr>
          <p:nvPr>
            <p:ph type="body" sz="half" idx="2"/>
          </p:nvPr>
        </p:nvSpPr>
        <p:spPr>
          <a:xfrm>
            <a:off x="495300" y="1435100"/>
            <a:ext cx="3259138"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noProof="1"/>
              <a:t>单击此处编辑母版文本样式</a:t>
            </a:r>
          </a:p>
        </p:txBody>
      </p:sp>
      <p:sp>
        <p:nvSpPr>
          <p:cNvPr id="5" name="Rectangle 4"/>
          <p:cNvSpPr>
            <a:spLocks noGrp="1" noChangeArrowheads="1"/>
          </p:cNvSpPr>
          <p:nvPr>
            <p:ph type="dt" sz="half" idx="10"/>
          </p:nvPr>
        </p:nvSpPr>
        <p:spPr>
          <a:ln/>
        </p:spPr>
        <p:txBody>
          <a:bodyPr/>
          <a:lstStyle>
            <a:lvl1pPr>
              <a:defRPr/>
            </a:lvl1pPr>
          </a:lstStyle>
          <a:p>
            <a:endParaRPr lang="en-US" altLang="zh-CN"/>
          </a:p>
        </p:txBody>
      </p:sp>
      <p:sp>
        <p:nvSpPr>
          <p:cNvPr id="6" name="Rectangle 5"/>
          <p:cNvSpPr>
            <a:spLocks noGrp="1" noChangeArrowheads="1"/>
          </p:cNvSpPr>
          <p:nvPr>
            <p:ph type="ftr" sz="quarter" idx="11"/>
          </p:nvPr>
        </p:nvSpPr>
        <p:spPr>
          <a:ln/>
        </p:spPr>
        <p:txBody>
          <a:bodyPr/>
          <a:lstStyle>
            <a:lvl1pPr>
              <a:defRPr/>
            </a:lvl1pPr>
          </a:lstStyle>
          <a:p>
            <a:r>
              <a:rPr lang="en-US" altLang="zh-CN"/>
              <a:t>ppt课件</a:t>
            </a:r>
          </a:p>
        </p:txBody>
      </p:sp>
      <p:sp>
        <p:nvSpPr>
          <p:cNvPr id="7" name="Rectangle 6"/>
          <p:cNvSpPr>
            <a:spLocks noGrp="1" noChangeArrowheads="1"/>
          </p:cNvSpPr>
          <p:nvPr>
            <p:ph type="sldNum" sz="quarter" idx="12"/>
          </p:nvPr>
        </p:nvSpPr>
        <p:spPr>
          <a:ln/>
        </p:spPr>
        <p:txBody>
          <a:bodyPr/>
          <a:lstStyle>
            <a:lvl1pPr>
              <a:defRPr/>
            </a:lvl1pPr>
          </a:lstStyle>
          <a:p>
            <a:fld id="{E03CC55C-0818-484B-95B1-0D6AEF3A5121}" type="slidenum">
              <a:rPr lang="zh-CN" altLang="en-US"/>
              <a:pPr/>
              <a:t>‹#›</a:t>
            </a:fld>
            <a:endParaRPr lang="en-US" altLang="zh-CN"/>
          </a:p>
        </p:txBody>
      </p:sp>
    </p:spTree>
    <p:extLst>
      <p:ext uri="{BB962C8B-B14F-4D97-AF65-F5344CB8AC3E}">
        <p14:creationId xmlns:p14="http://schemas.microsoft.com/office/powerpoint/2010/main" val="3588653774"/>
      </p:ext>
    </p:extLst>
  </p:cSld>
  <p:clrMapOvr>
    <a:masterClrMapping/>
  </p:clrMapOvr>
  <p:hf/>
</p:sldLayout>
</file>

<file path=ppt/slideLayouts/slideLayout10.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941513" y="4800600"/>
            <a:ext cx="5943600" cy="566738"/>
          </a:xfrm>
        </p:spPr>
        <p:txBody>
          <a:bodyPr/>
          <a:lstStyle>
            <a:lvl1pPr algn="l">
              <a:defRPr sz="2000" b="1"/>
            </a:lvl1pPr>
          </a:lstStyle>
          <a:p>
            <a:r>
              <a:rPr lang="zh-CN" altLang="en-US" noProof="1"/>
              <a:t>单击此处编辑母版标题样式</a:t>
            </a:r>
          </a:p>
        </p:txBody>
      </p:sp>
      <p:sp>
        <p:nvSpPr>
          <p:cNvPr id="3" name="图片占位符 2"/>
          <p:cNvSpPr>
            <a:spLocks noGrp="1"/>
          </p:cNvSpPr>
          <p:nvPr>
            <p:ph type="pic" idx="1"/>
          </p:nvPr>
        </p:nvSpPr>
        <p:spPr>
          <a:xfrm>
            <a:off x="1941513" y="612775"/>
            <a:ext cx="59436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zh-CN" altLang="en-US" noProof="1"/>
              <a:t>单击图标添加图片</a:t>
            </a:r>
          </a:p>
        </p:txBody>
      </p:sp>
      <p:sp>
        <p:nvSpPr>
          <p:cNvPr id="4" name="文本占位符 3"/>
          <p:cNvSpPr>
            <a:spLocks noGrp="1"/>
          </p:cNvSpPr>
          <p:nvPr>
            <p:ph type="body" sz="half" idx="2"/>
          </p:nvPr>
        </p:nvSpPr>
        <p:spPr>
          <a:xfrm>
            <a:off x="1941513" y="5367338"/>
            <a:ext cx="59436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noProof="1"/>
              <a:t>单击此处编辑母版文本样式</a:t>
            </a:r>
          </a:p>
        </p:txBody>
      </p:sp>
      <p:sp>
        <p:nvSpPr>
          <p:cNvPr id="5" name="Rectangle 4"/>
          <p:cNvSpPr>
            <a:spLocks noGrp="1" noChangeArrowheads="1"/>
          </p:cNvSpPr>
          <p:nvPr>
            <p:ph type="dt" sz="half" idx="10"/>
          </p:nvPr>
        </p:nvSpPr>
        <p:spPr>
          <a:ln/>
        </p:spPr>
        <p:txBody>
          <a:bodyPr/>
          <a:lstStyle>
            <a:lvl1pPr>
              <a:defRPr/>
            </a:lvl1pPr>
          </a:lstStyle>
          <a:p>
            <a:endParaRPr lang="en-US" altLang="zh-CN"/>
          </a:p>
        </p:txBody>
      </p:sp>
      <p:sp>
        <p:nvSpPr>
          <p:cNvPr id="6" name="Rectangle 5"/>
          <p:cNvSpPr>
            <a:spLocks noGrp="1" noChangeArrowheads="1"/>
          </p:cNvSpPr>
          <p:nvPr>
            <p:ph type="ftr" sz="quarter" idx="11"/>
          </p:nvPr>
        </p:nvSpPr>
        <p:spPr>
          <a:ln/>
        </p:spPr>
        <p:txBody>
          <a:bodyPr/>
          <a:lstStyle>
            <a:lvl1pPr>
              <a:defRPr/>
            </a:lvl1pPr>
          </a:lstStyle>
          <a:p>
            <a:r>
              <a:rPr lang="en-US" altLang="zh-CN"/>
              <a:t>ppt课件</a:t>
            </a:r>
          </a:p>
        </p:txBody>
      </p:sp>
      <p:sp>
        <p:nvSpPr>
          <p:cNvPr id="7" name="Rectangle 6"/>
          <p:cNvSpPr>
            <a:spLocks noGrp="1" noChangeArrowheads="1"/>
          </p:cNvSpPr>
          <p:nvPr>
            <p:ph type="sldNum" sz="quarter" idx="12"/>
          </p:nvPr>
        </p:nvSpPr>
        <p:spPr>
          <a:ln/>
        </p:spPr>
        <p:txBody>
          <a:bodyPr/>
          <a:lstStyle>
            <a:lvl1pPr>
              <a:defRPr/>
            </a:lvl1pPr>
          </a:lstStyle>
          <a:p>
            <a:fld id="{3AABBE44-C760-482C-BBF4-1AD90914546D}" type="slidenum">
              <a:rPr lang="zh-CN" altLang="en-US"/>
              <a:pPr/>
              <a:t>‹#›</a:t>
            </a:fld>
            <a:endParaRPr lang="en-US" altLang="zh-CN"/>
          </a:p>
        </p:txBody>
      </p:sp>
    </p:spTree>
    <p:extLst>
      <p:ext uri="{BB962C8B-B14F-4D97-AF65-F5344CB8AC3E}">
        <p14:creationId xmlns:p14="http://schemas.microsoft.com/office/powerpoint/2010/main" val="2936825503"/>
      </p:ext>
    </p:extLst>
  </p:cSld>
  <p:clrMapOvr>
    <a:masterClrMapping/>
  </p:clrMapOvr>
  <p:hf/>
</p:sldLayout>
</file>

<file path=ppt/slideLayouts/slideLayout11.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lvl1pPr>
              <a:defRPr b="1">
                <a:solidFill>
                  <a:srgbClr val="333399"/>
                </a:solidFill>
                <a:latin typeface="+mn-lt"/>
                <a:ea typeface="黑体" panose="02010609060101010101" pitchFamily="2" charset="-122"/>
              </a:defRPr>
            </a:lvl1pPr>
          </a:lstStyle>
          <a:p>
            <a:r>
              <a:rPr lang="zh-CN" altLang="en-US" noProof="1"/>
              <a:t>单击此处编辑母版标题样式</a:t>
            </a:r>
          </a:p>
        </p:txBody>
      </p:sp>
      <p:sp>
        <p:nvSpPr>
          <p:cNvPr id="3" name="竖排文字占位符 2"/>
          <p:cNvSpPr>
            <a:spLocks noGrp="1"/>
          </p:cNvSpPr>
          <p:nvPr>
            <p:ph type="body" orient="vert" idx="1"/>
          </p:nvPr>
        </p:nvSpPr>
        <p:spPr/>
        <p:txBody>
          <a:bodyPr vert="eaVert"/>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4" name="Rectangle 4"/>
          <p:cNvSpPr>
            <a:spLocks noGrp="1" noChangeArrowheads="1"/>
          </p:cNvSpPr>
          <p:nvPr>
            <p:ph type="dt" sz="half" idx="10"/>
          </p:nvPr>
        </p:nvSpPr>
        <p:spPr>
          <a:ln/>
        </p:spPr>
        <p:txBody>
          <a:bodyPr/>
          <a:lstStyle>
            <a:lvl1pPr>
              <a:defRPr/>
            </a:lvl1pPr>
          </a:lstStyle>
          <a:p>
            <a:endParaRPr lang="en-US" altLang="zh-CN"/>
          </a:p>
        </p:txBody>
      </p:sp>
      <p:sp>
        <p:nvSpPr>
          <p:cNvPr id="5" name="Rectangle 5"/>
          <p:cNvSpPr>
            <a:spLocks noGrp="1" noChangeArrowheads="1"/>
          </p:cNvSpPr>
          <p:nvPr>
            <p:ph type="ftr" sz="quarter" idx="11"/>
          </p:nvPr>
        </p:nvSpPr>
        <p:spPr>
          <a:ln/>
        </p:spPr>
        <p:txBody>
          <a:bodyPr/>
          <a:lstStyle>
            <a:lvl1pPr>
              <a:defRPr/>
            </a:lvl1pPr>
          </a:lstStyle>
          <a:p>
            <a:r>
              <a:rPr lang="en-US" altLang="zh-CN"/>
              <a:t>ppt课件</a:t>
            </a:r>
          </a:p>
        </p:txBody>
      </p:sp>
      <p:sp>
        <p:nvSpPr>
          <p:cNvPr id="6" name="Rectangle 6"/>
          <p:cNvSpPr>
            <a:spLocks noGrp="1" noChangeArrowheads="1"/>
          </p:cNvSpPr>
          <p:nvPr>
            <p:ph type="sldNum" sz="quarter" idx="12"/>
          </p:nvPr>
        </p:nvSpPr>
        <p:spPr>
          <a:ln/>
        </p:spPr>
        <p:txBody>
          <a:bodyPr/>
          <a:lstStyle>
            <a:lvl1pPr>
              <a:defRPr/>
            </a:lvl1pPr>
          </a:lstStyle>
          <a:p>
            <a:fld id="{E1AE9711-D2FE-4E38-90AE-D1E297BAFE81}" type="slidenum">
              <a:rPr lang="zh-CN" altLang="en-US"/>
              <a:pPr/>
              <a:t>‹#›</a:t>
            </a:fld>
            <a:endParaRPr lang="en-US" altLang="zh-CN"/>
          </a:p>
        </p:txBody>
      </p:sp>
    </p:spTree>
    <p:extLst>
      <p:ext uri="{BB962C8B-B14F-4D97-AF65-F5344CB8AC3E}">
        <p14:creationId xmlns:p14="http://schemas.microsoft.com/office/powerpoint/2010/main" val="2473581823"/>
      </p:ext>
    </p:extLst>
  </p:cSld>
  <p:clrMapOvr>
    <a:masterClrMapping/>
  </p:clrMapOvr>
  <p:hf/>
</p:sldLayout>
</file>

<file path=ppt/slideLayouts/slideLayout12.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7181850" y="277813"/>
            <a:ext cx="2379662" cy="5853112"/>
          </a:xfrm>
        </p:spPr>
        <p:txBody>
          <a:bodyPr vert="eaVert"/>
          <a:lstStyle/>
          <a:p>
            <a:r>
              <a:rPr lang="zh-CN" altLang="en-US" noProof="1"/>
              <a:t>单击此处编辑母版标题样式</a:t>
            </a:r>
          </a:p>
        </p:txBody>
      </p:sp>
      <p:sp>
        <p:nvSpPr>
          <p:cNvPr id="3" name="竖排文字占位符 2"/>
          <p:cNvSpPr>
            <a:spLocks noGrp="1"/>
          </p:cNvSpPr>
          <p:nvPr>
            <p:ph type="body" orient="vert" idx="1"/>
          </p:nvPr>
        </p:nvSpPr>
        <p:spPr>
          <a:xfrm>
            <a:off x="495300" y="277813"/>
            <a:ext cx="6534150" cy="5853112"/>
          </a:xfrm>
        </p:spPr>
        <p:txBody>
          <a:bodyPr vert="eaVert"/>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4" name="Rectangle 4"/>
          <p:cNvSpPr>
            <a:spLocks noGrp="1" noChangeArrowheads="1"/>
          </p:cNvSpPr>
          <p:nvPr>
            <p:ph type="dt" sz="half" idx="10"/>
          </p:nvPr>
        </p:nvSpPr>
        <p:spPr>
          <a:ln/>
        </p:spPr>
        <p:txBody>
          <a:bodyPr/>
          <a:lstStyle>
            <a:lvl1pPr>
              <a:defRPr/>
            </a:lvl1pPr>
          </a:lstStyle>
          <a:p>
            <a:endParaRPr lang="en-US" altLang="zh-CN"/>
          </a:p>
        </p:txBody>
      </p:sp>
      <p:sp>
        <p:nvSpPr>
          <p:cNvPr id="5" name="Rectangle 5"/>
          <p:cNvSpPr>
            <a:spLocks noGrp="1" noChangeArrowheads="1"/>
          </p:cNvSpPr>
          <p:nvPr>
            <p:ph type="ftr" sz="quarter" idx="11"/>
          </p:nvPr>
        </p:nvSpPr>
        <p:spPr>
          <a:ln/>
        </p:spPr>
        <p:txBody>
          <a:bodyPr/>
          <a:lstStyle>
            <a:lvl1pPr>
              <a:defRPr/>
            </a:lvl1pPr>
          </a:lstStyle>
          <a:p>
            <a:r>
              <a:rPr lang="en-US" altLang="zh-CN"/>
              <a:t>ppt课件</a:t>
            </a:r>
          </a:p>
        </p:txBody>
      </p:sp>
      <p:sp>
        <p:nvSpPr>
          <p:cNvPr id="6" name="Rectangle 6"/>
          <p:cNvSpPr>
            <a:spLocks noGrp="1" noChangeArrowheads="1"/>
          </p:cNvSpPr>
          <p:nvPr>
            <p:ph type="sldNum" sz="quarter" idx="12"/>
          </p:nvPr>
        </p:nvSpPr>
        <p:spPr>
          <a:ln/>
        </p:spPr>
        <p:txBody>
          <a:bodyPr/>
          <a:lstStyle>
            <a:lvl1pPr>
              <a:defRPr/>
            </a:lvl1pPr>
          </a:lstStyle>
          <a:p>
            <a:fld id="{C4B43DEA-F75B-4EB0-9B6A-B5DA8DF75583}" type="slidenum">
              <a:rPr lang="zh-CN" altLang="en-US"/>
              <a:pPr/>
              <a:t>‹#›</a:t>
            </a:fld>
            <a:endParaRPr lang="en-US" altLang="zh-CN"/>
          </a:p>
        </p:txBody>
      </p:sp>
    </p:spTree>
    <p:extLst>
      <p:ext uri="{BB962C8B-B14F-4D97-AF65-F5344CB8AC3E}">
        <p14:creationId xmlns:p14="http://schemas.microsoft.com/office/powerpoint/2010/main" val="53245461"/>
      </p:ext>
    </p:extLst>
  </p:cSld>
  <p:clrMapOvr>
    <a:masterClrMapping/>
  </p:clrMapOvr>
  <p:hf/>
</p:sldLayout>
</file>

<file path=ppt/slideLayouts/slideLayout13.xml><?xml version="1.0" encoding="utf-8"?>
<p:sldLayout xmlns:a="http://schemas.openxmlformats.org/drawingml/2006/main" xmlns:r="http://schemas.openxmlformats.org/officeDocument/2006/relationships" xmlns:p="http://schemas.openxmlformats.org/presentationml/2006/main" type="txAndTwoObj" preserve="1">
  <p:cSld name="标题，文本与两项内容">
    <p:spTree>
      <p:nvGrpSpPr>
        <p:cNvPr id="1" name=""/>
        <p:cNvGrpSpPr/>
        <p:nvPr/>
      </p:nvGrpSpPr>
      <p:grpSpPr>
        <a:xfrm>
          <a:off x="0" y="0"/>
          <a:ext cx="0" cy="0"/>
          <a:chOff x="0" y="0"/>
          <a:chExt cx="0" cy="0"/>
        </a:xfrm>
      </p:grpSpPr>
      <p:sp>
        <p:nvSpPr>
          <p:cNvPr id="6" name="Line 8"/>
          <p:cNvSpPr>
            <a:spLocks noChangeShapeType="1"/>
          </p:cNvSpPr>
          <p:nvPr userDrawn="1"/>
        </p:nvSpPr>
        <p:spPr bwMode="auto">
          <a:xfrm>
            <a:off x="495300" y="1052513"/>
            <a:ext cx="9066213" cy="0"/>
          </a:xfrm>
          <a:prstGeom prst="line">
            <a:avLst/>
          </a:prstGeom>
          <a:noFill/>
          <a:ln w="28575">
            <a:solidFill>
              <a:srgbClr val="333399"/>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a:ea typeface="宋体" panose="02010600030101010101" pitchFamily="2" charset="-122"/>
            </a:endParaRPr>
          </a:p>
        </p:txBody>
      </p:sp>
      <p:sp>
        <p:nvSpPr>
          <p:cNvPr id="2" name="标题 1"/>
          <p:cNvSpPr>
            <a:spLocks noGrp="1"/>
          </p:cNvSpPr>
          <p:nvPr>
            <p:ph type="title"/>
          </p:nvPr>
        </p:nvSpPr>
        <p:spPr>
          <a:xfrm>
            <a:off x="488504" y="188640"/>
            <a:ext cx="8915400" cy="792088"/>
          </a:xfrm>
        </p:spPr>
        <p:txBody>
          <a:bodyPr/>
          <a:lstStyle/>
          <a:p>
            <a:r>
              <a:rPr lang="zh-CN" altLang="en-US" noProof="1"/>
              <a:t>单击此处编辑母版标题样式</a:t>
            </a:r>
          </a:p>
        </p:txBody>
      </p:sp>
      <p:sp>
        <p:nvSpPr>
          <p:cNvPr id="3" name="文本占位符 2"/>
          <p:cNvSpPr>
            <a:spLocks noGrp="1"/>
          </p:cNvSpPr>
          <p:nvPr>
            <p:ph type="body" sz="half" idx="1"/>
          </p:nvPr>
        </p:nvSpPr>
        <p:spPr>
          <a:xfrm>
            <a:off x="495300" y="1196752"/>
            <a:ext cx="4381500" cy="4934173"/>
          </a:xfrm>
        </p:spPr>
        <p:txBody>
          <a:bodyPr/>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4" name="内容占位符 3"/>
          <p:cNvSpPr>
            <a:spLocks noGrp="1"/>
          </p:cNvSpPr>
          <p:nvPr>
            <p:ph sz="quarter" idx="2"/>
          </p:nvPr>
        </p:nvSpPr>
        <p:spPr>
          <a:xfrm>
            <a:off x="5029200" y="1196752"/>
            <a:ext cx="4381500" cy="2376587"/>
          </a:xfrm>
        </p:spPr>
        <p:txBody>
          <a:bodyPr/>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5" name="内容占位符 4"/>
          <p:cNvSpPr>
            <a:spLocks noGrp="1"/>
          </p:cNvSpPr>
          <p:nvPr>
            <p:ph sz="quarter" idx="3"/>
          </p:nvPr>
        </p:nvSpPr>
        <p:spPr>
          <a:xfrm>
            <a:off x="5029200" y="3754339"/>
            <a:ext cx="4381500" cy="2376586"/>
          </a:xfrm>
        </p:spPr>
        <p:txBody>
          <a:bodyPr/>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7" name="日期占位符 5"/>
          <p:cNvSpPr>
            <a:spLocks noGrp="1"/>
          </p:cNvSpPr>
          <p:nvPr>
            <p:ph type="dt" sz="half" idx="10"/>
          </p:nvPr>
        </p:nvSpPr>
        <p:spPr>
          <a:xfrm>
            <a:off x="495300" y="6248400"/>
            <a:ext cx="2311400" cy="457200"/>
          </a:xfrm>
        </p:spPr>
        <p:txBody>
          <a:bodyPr/>
          <a:lstStyle>
            <a:lvl1pPr>
              <a:defRPr/>
            </a:lvl1pPr>
          </a:lstStyle>
          <a:p>
            <a:endParaRPr lang="en-US" altLang="zh-CN"/>
          </a:p>
        </p:txBody>
      </p:sp>
      <p:sp>
        <p:nvSpPr>
          <p:cNvPr id="8" name="页脚占位符 6"/>
          <p:cNvSpPr>
            <a:spLocks noGrp="1"/>
          </p:cNvSpPr>
          <p:nvPr>
            <p:ph type="ftr" sz="quarter" idx="11"/>
          </p:nvPr>
        </p:nvSpPr>
        <p:spPr>
          <a:xfrm>
            <a:off x="3384550" y="6248400"/>
            <a:ext cx="3136900" cy="457200"/>
          </a:xfrm>
        </p:spPr>
        <p:txBody>
          <a:bodyPr/>
          <a:lstStyle>
            <a:lvl1pPr>
              <a:defRPr/>
            </a:lvl1pPr>
          </a:lstStyle>
          <a:p>
            <a:r>
              <a:rPr lang="en-US" altLang="zh-CN"/>
              <a:t>ppt课件</a:t>
            </a:r>
          </a:p>
        </p:txBody>
      </p:sp>
      <p:sp>
        <p:nvSpPr>
          <p:cNvPr id="9" name="灯片编号占位符 7"/>
          <p:cNvSpPr>
            <a:spLocks noGrp="1"/>
          </p:cNvSpPr>
          <p:nvPr>
            <p:ph type="sldNum" sz="quarter" idx="12"/>
          </p:nvPr>
        </p:nvSpPr>
        <p:spPr>
          <a:xfrm>
            <a:off x="7099300" y="6248400"/>
            <a:ext cx="2311400" cy="457200"/>
          </a:xfrm>
        </p:spPr>
        <p:txBody>
          <a:bodyPr/>
          <a:lstStyle>
            <a:lvl1pPr>
              <a:defRPr/>
            </a:lvl1pPr>
          </a:lstStyle>
          <a:p>
            <a:fld id="{81D9F3F7-388B-412F-8C50-0C2AA03CD55C}" type="slidenum">
              <a:rPr lang="zh-CN" altLang="en-US"/>
              <a:pPr/>
              <a:t>‹#›</a:t>
            </a:fld>
            <a:endParaRPr lang="en-US" altLang="zh-CN"/>
          </a:p>
        </p:txBody>
      </p:sp>
    </p:spTree>
    <p:extLst>
      <p:ext uri="{BB962C8B-B14F-4D97-AF65-F5344CB8AC3E}">
        <p14:creationId xmlns:p14="http://schemas.microsoft.com/office/powerpoint/2010/main" val="637343236"/>
      </p:ext>
    </p:extLst>
  </p:cSld>
  <p:clrMapOvr>
    <a:masterClrMapping/>
  </p:clrMapOvr>
  <p:hf/>
</p:sldLayout>
</file>

<file path=ppt/slideLayouts/slideLayout14.xml><?xml version="1.0" encoding="utf-8"?>
<p:sldLayout xmlns:a="http://schemas.openxmlformats.org/drawingml/2006/main" xmlns:r="http://schemas.openxmlformats.org/officeDocument/2006/relationships" xmlns:p="http://schemas.openxmlformats.org/presentationml/2006/main" type="txAndClipArt" preserve="1">
  <p:cSld name="标题，文本与剪贴画">
    <p:spTree>
      <p:nvGrpSpPr>
        <p:cNvPr id="1" name=""/>
        <p:cNvGrpSpPr/>
        <p:nvPr/>
      </p:nvGrpSpPr>
      <p:grpSpPr>
        <a:xfrm>
          <a:off x="0" y="0"/>
          <a:ext cx="0" cy="0"/>
          <a:chOff x="0" y="0"/>
          <a:chExt cx="0" cy="0"/>
        </a:xfrm>
      </p:grpSpPr>
      <p:sp>
        <p:nvSpPr>
          <p:cNvPr id="5" name="Line 8"/>
          <p:cNvSpPr>
            <a:spLocks noChangeShapeType="1"/>
          </p:cNvSpPr>
          <p:nvPr userDrawn="1"/>
        </p:nvSpPr>
        <p:spPr bwMode="auto">
          <a:xfrm>
            <a:off x="495300" y="1052513"/>
            <a:ext cx="9066213" cy="0"/>
          </a:xfrm>
          <a:prstGeom prst="line">
            <a:avLst/>
          </a:prstGeom>
          <a:noFill/>
          <a:ln w="28575">
            <a:solidFill>
              <a:srgbClr val="333399"/>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a:ea typeface="宋体" panose="02010600030101010101" pitchFamily="2" charset="-122"/>
            </a:endParaRPr>
          </a:p>
        </p:txBody>
      </p:sp>
      <p:sp>
        <p:nvSpPr>
          <p:cNvPr id="2" name="标题 1"/>
          <p:cNvSpPr>
            <a:spLocks noGrp="1"/>
          </p:cNvSpPr>
          <p:nvPr>
            <p:ph type="title"/>
          </p:nvPr>
        </p:nvSpPr>
        <p:spPr>
          <a:xfrm>
            <a:off x="495300" y="188641"/>
            <a:ext cx="8915400" cy="792087"/>
          </a:xfrm>
        </p:spPr>
        <p:txBody>
          <a:bodyPr/>
          <a:lstStyle/>
          <a:p>
            <a:r>
              <a:rPr lang="zh-CN" altLang="en-US" noProof="1"/>
              <a:t>单击此处编辑母版标题样式</a:t>
            </a:r>
          </a:p>
        </p:txBody>
      </p:sp>
      <p:sp>
        <p:nvSpPr>
          <p:cNvPr id="3" name="文本占位符 2"/>
          <p:cNvSpPr>
            <a:spLocks noGrp="1"/>
          </p:cNvSpPr>
          <p:nvPr>
            <p:ph type="body" sz="half" idx="1"/>
          </p:nvPr>
        </p:nvSpPr>
        <p:spPr>
          <a:xfrm>
            <a:off x="495300" y="1196752"/>
            <a:ext cx="4381500" cy="4934173"/>
          </a:xfrm>
        </p:spPr>
        <p:txBody>
          <a:bodyPr/>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4" name="剪贴画占位符 3"/>
          <p:cNvSpPr>
            <a:spLocks noGrp="1"/>
          </p:cNvSpPr>
          <p:nvPr>
            <p:ph type="clipArt" sz="half" idx="2" hasCustomPrompt="1"/>
          </p:nvPr>
        </p:nvSpPr>
        <p:spPr>
          <a:xfrm>
            <a:off x="5029200" y="1196752"/>
            <a:ext cx="4381500" cy="4934173"/>
          </a:xfrm>
        </p:spPr>
        <p:txBody>
          <a:bodyPr/>
          <a:lstStyle/>
          <a:p>
            <a:r>
              <a:rPr lang="zh-CN" altLang="en-US" noProof="1"/>
              <a:t>单击图标添加剪 贴画</a:t>
            </a:r>
          </a:p>
        </p:txBody>
      </p:sp>
      <p:sp>
        <p:nvSpPr>
          <p:cNvPr id="6" name="日期占位符 4"/>
          <p:cNvSpPr>
            <a:spLocks noGrp="1"/>
          </p:cNvSpPr>
          <p:nvPr>
            <p:ph type="dt" sz="half" idx="10"/>
          </p:nvPr>
        </p:nvSpPr>
        <p:spPr>
          <a:xfrm>
            <a:off x="495300" y="6248400"/>
            <a:ext cx="2311400" cy="457200"/>
          </a:xfrm>
        </p:spPr>
        <p:txBody>
          <a:bodyPr/>
          <a:lstStyle>
            <a:lvl1pPr>
              <a:defRPr/>
            </a:lvl1pPr>
          </a:lstStyle>
          <a:p>
            <a:endParaRPr lang="en-US" altLang="zh-CN"/>
          </a:p>
        </p:txBody>
      </p:sp>
      <p:sp>
        <p:nvSpPr>
          <p:cNvPr id="7" name="页脚占位符 5"/>
          <p:cNvSpPr>
            <a:spLocks noGrp="1"/>
          </p:cNvSpPr>
          <p:nvPr>
            <p:ph type="ftr" sz="quarter" idx="11"/>
          </p:nvPr>
        </p:nvSpPr>
        <p:spPr>
          <a:xfrm>
            <a:off x="3384550" y="6248400"/>
            <a:ext cx="3136900" cy="457200"/>
          </a:xfrm>
        </p:spPr>
        <p:txBody>
          <a:bodyPr/>
          <a:lstStyle>
            <a:lvl1pPr>
              <a:defRPr/>
            </a:lvl1pPr>
          </a:lstStyle>
          <a:p>
            <a:r>
              <a:rPr lang="en-US" altLang="zh-CN"/>
              <a:t>ppt课件</a:t>
            </a:r>
          </a:p>
        </p:txBody>
      </p:sp>
      <p:sp>
        <p:nvSpPr>
          <p:cNvPr id="8" name="灯片编号占位符 6"/>
          <p:cNvSpPr>
            <a:spLocks noGrp="1"/>
          </p:cNvSpPr>
          <p:nvPr>
            <p:ph type="sldNum" sz="quarter" idx="12"/>
          </p:nvPr>
        </p:nvSpPr>
        <p:spPr>
          <a:xfrm>
            <a:off x="7099300" y="6248400"/>
            <a:ext cx="2311400" cy="457200"/>
          </a:xfrm>
        </p:spPr>
        <p:txBody>
          <a:bodyPr/>
          <a:lstStyle>
            <a:lvl1pPr>
              <a:defRPr/>
            </a:lvl1pPr>
          </a:lstStyle>
          <a:p>
            <a:fld id="{1662586B-82D2-4BB4-820A-EB888FEA84BB}" type="slidenum">
              <a:rPr lang="zh-CN" altLang="en-US"/>
              <a:pPr/>
              <a:t>‹#›</a:t>
            </a:fld>
            <a:endParaRPr lang="en-US" altLang="zh-CN"/>
          </a:p>
        </p:txBody>
      </p:sp>
    </p:spTree>
    <p:extLst>
      <p:ext uri="{BB962C8B-B14F-4D97-AF65-F5344CB8AC3E}">
        <p14:creationId xmlns:p14="http://schemas.microsoft.com/office/powerpoint/2010/main" val="2884524900"/>
      </p:ext>
    </p:extLst>
  </p:cSld>
  <p:clrMapOvr>
    <a:masterClrMapping/>
  </p:clrMapOvr>
  <p:hf/>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6" Type="http://schemas.openxmlformats.org/officeDocument/2006/relationships/image" Target="../media/image1.pn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theme" Target="../theme/theme1.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bwMode="auto">
      <p:bgPr>
        <a:solidFill>
          <a:schemeClr val="bg1"/>
        </a:solidFill>
        <a:effectLst/>
      </p:bgPr>
    </p:bg>
    <p:spTree>
      <p:nvGrpSpPr>
        <p:cNvPr id="1" name=""/>
        <p:cNvGrpSpPr/>
        <p:nvPr/>
      </p:nvGrpSpPr>
      <p:grpSpPr>
        <a:xfrm>
          <a:off x="0" y="0"/>
          <a:ext cx="0" cy="0"/>
          <a:chOff x="0" y="0"/>
          <a:chExt cx="0" cy="0"/>
        </a:xfrm>
      </p:grpSpPr>
      <p:sp>
        <p:nvSpPr>
          <p:cNvPr id="1026" name="Rectangle 2"/>
          <p:cNvSpPr>
            <a:spLocks noGrp="1" noChangeArrowheads="1"/>
          </p:cNvSpPr>
          <p:nvPr>
            <p:ph type="title" idx="4294967295"/>
          </p:nvPr>
        </p:nvSpPr>
        <p:spPr bwMode="auto">
          <a:xfrm>
            <a:off x="495300" y="188913"/>
            <a:ext cx="9066213" cy="7921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b" anchorCtr="0" compatLnSpc="1">
            <a:prstTxWarp prst="textNoShape">
              <a:avLst/>
            </a:prstTxWarp>
          </a:bodyPr>
          <a:lstStyle/>
          <a:p>
            <a:pPr lvl="0"/>
            <a:r>
              <a:rPr lang="zh-CN" altLang="en-US" smtClean="0"/>
              <a:t>单击此处编辑母版标题样式</a:t>
            </a:r>
            <a:endParaRPr lang="en-US" altLang="zh-CN" smtClean="0"/>
          </a:p>
        </p:txBody>
      </p:sp>
      <p:sp>
        <p:nvSpPr>
          <p:cNvPr id="1027" name="Rectangle 3"/>
          <p:cNvSpPr>
            <a:spLocks noGrp="1" noChangeArrowheads="1"/>
          </p:cNvSpPr>
          <p:nvPr>
            <p:ph type="body" idx="4294967295"/>
          </p:nvPr>
        </p:nvSpPr>
        <p:spPr bwMode="auto">
          <a:xfrm>
            <a:off x="495300" y="1196975"/>
            <a:ext cx="9066213" cy="4933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zh-CN" altLang="en-US" smtClean="0"/>
              <a:t>单击此处编辑母版文本样式</a:t>
            </a:r>
            <a:endParaRPr lang="en-US" altLang="zh-CN" smtClean="0"/>
          </a:p>
          <a:p>
            <a:pPr lvl="1"/>
            <a:r>
              <a:rPr lang="zh-CN" altLang="en-US" smtClean="0"/>
              <a:t>第二级</a:t>
            </a:r>
            <a:endParaRPr lang="en-US" altLang="zh-CN" smtClean="0"/>
          </a:p>
          <a:p>
            <a:pPr lvl="2"/>
            <a:r>
              <a:rPr lang="zh-CN" altLang="en-US" smtClean="0"/>
              <a:t>第三级</a:t>
            </a:r>
            <a:endParaRPr lang="en-US" altLang="zh-CN" smtClean="0"/>
          </a:p>
          <a:p>
            <a:pPr lvl="3"/>
            <a:r>
              <a:rPr lang="zh-CN" altLang="en-US" smtClean="0"/>
              <a:t>第四级</a:t>
            </a:r>
            <a:endParaRPr lang="en-US" altLang="zh-CN" smtClean="0"/>
          </a:p>
          <a:p>
            <a:pPr lvl="4"/>
            <a:r>
              <a:rPr lang="zh-CN" altLang="en-US" smtClean="0"/>
              <a:t>第五级</a:t>
            </a:r>
            <a:endParaRPr lang="en-US" altLang="zh-CN" smtClean="0"/>
          </a:p>
        </p:txBody>
      </p:sp>
      <p:sp>
        <p:nvSpPr>
          <p:cNvPr id="15364" name="Rectangle 4"/>
          <p:cNvSpPr>
            <a:spLocks noGrp="1" noChangeArrowheads="1"/>
          </p:cNvSpPr>
          <p:nvPr>
            <p:ph type="dt" sz="half" idx="2"/>
          </p:nvPr>
        </p:nvSpPr>
        <p:spPr bwMode="auto">
          <a:xfrm>
            <a:off x="495300" y="6356350"/>
            <a:ext cx="23114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lvl1pPr eaLnBrk="1" hangingPunct="1">
              <a:defRPr sz="1000" noProof="1" dirty="0">
                <a:ea typeface="宋体" panose="02010600030101010101" pitchFamily="2" charset="-122"/>
              </a:defRPr>
            </a:lvl1pPr>
          </a:lstStyle>
          <a:p>
            <a:endParaRPr lang="en-US" altLang="zh-CN"/>
          </a:p>
        </p:txBody>
      </p:sp>
      <p:sp>
        <p:nvSpPr>
          <p:cNvPr id="15365" name="Rectangle 5"/>
          <p:cNvSpPr>
            <a:spLocks noGrp="1" noChangeArrowheads="1"/>
          </p:cNvSpPr>
          <p:nvPr>
            <p:ph type="ftr" sz="quarter" idx="3"/>
          </p:nvPr>
        </p:nvSpPr>
        <p:spPr bwMode="auto">
          <a:xfrm>
            <a:off x="3384550" y="6356350"/>
            <a:ext cx="31369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lvl1pPr algn="ctr" eaLnBrk="1" hangingPunct="1">
              <a:defRPr sz="1000" noProof="1">
                <a:ea typeface="宋体" panose="02010600030101010101" pitchFamily="2" charset="-122"/>
              </a:defRPr>
            </a:lvl1pPr>
          </a:lstStyle>
          <a:p>
            <a:r>
              <a:rPr lang="en-US" altLang="zh-CN"/>
              <a:t>ppt课件</a:t>
            </a:r>
          </a:p>
        </p:txBody>
      </p:sp>
      <p:sp>
        <p:nvSpPr>
          <p:cNvPr id="15366" name="Rectangle 6"/>
          <p:cNvSpPr>
            <a:spLocks noGrp="1" noChangeArrowheads="1"/>
          </p:cNvSpPr>
          <p:nvPr>
            <p:ph type="sldNum" sz="quarter" idx="4"/>
          </p:nvPr>
        </p:nvSpPr>
        <p:spPr bwMode="auto">
          <a:xfrm>
            <a:off x="7099300" y="6356350"/>
            <a:ext cx="23114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lvl1pPr algn="r" eaLnBrk="1" hangingPunct="1">
              <a:defRPr sz="1000" noProof="1">
                <a:ea typeface="宋体" panose="02010600030101010101" pitchFamily="2" charset="-122"/>
              </a:defRPr>
            </a:lvl1pPr>
          </a:lstStyle>
          <a:p>
            <a:fld id="{64D427D7-2ECD-47CB-B1DF-7A19DDD78A9B}" type="slidenum">
              <a:rPr lang="zh-CN" altLang="en-US"/>
              <a:pPr/>
              <a:t>‹#›</a:t>
            </a:fld>
            <a:endParaRPr lang="en-US" altLang="zh-CN"/>
          </a:p>
        </p:txBody>
      </p:sp>
      <p:sp>
        <p:nvSpPr>
          <p:cNvPr id="1031" name="Rectangle 7" descr="Gold bar"/>
          <p:cNvSpPr>
            <a:spLocks noChangeArrowheads="1"/>
          </p:cNvSpPr>
          <p:nvPr/>
        </p:nvSpPr>
        <p:spPr bwMode="auto">
          <a:xfrm>
            <a:off x="0" y="0"/>
            <a:ext cx="247650" cy="2286000"/>
          </a:xfrm>
          <a:prstGeom prst="rect">
            <a:avLst/>
          </a:prstGeom>
          <a:solidFill>
            <a:schemeClr val="bg2"/>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algn="ctr"/>
            <a:endParaRPr lang="zh-CN" altLang="en-US" sz="2400">
              <a:latin typeface="Times New Roman" panose="02020603050405020304" pitchFamily="18" charset="0"/>
              <a:ea typeface="宋体" panose="02010600030101010101" pitchFamily="2" charset="-122"/>
            </a:endParaRPr>
          </a:p>
        </p:txBody>
      </p:sp>
      <p:sp>
        <p:nvSpPr>
          <p:cNvPr id="1032" name="Rectangle 9" descr="Orange bar"/>
          <p:cNvSpPr>
            <a:spLocks noChangeArrowheads="1"/>
          </p:cNvSpPr>
          <p:nvPr/>
        </p:nvSpPr>
        <p:spPr bwMode="auto">
          <a:xfrm>
            <a:off x="0" y="2286000"/>
            <a:ext cx="247650" cy="2286000"/>
          </a:xfrm>
          <a:prstGeom prst="rect">
            <a:avLst/>
          </a:prstGeom>
          <a:solidFill>
            <a:schemeClr val="accent2"/>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algn="ctr"/>
            <a:endParaRPr lang="zh-CN" altLang="en-US" sz="2400">
              <a:latin typeface="Times New Roman" panose="02020603050405020304" pitchFamily="18" charset="0"/>
              <a:ea typeface="宋体" panose="02010600030101010101" pitchFamily="2" charset="-122"/>
            </a:endParaRPr>
          </a:p>
        </p:txBody>
      </p:sp>
      <p:sp>
        <p:nvSpPr>
          <p:cNvPr id="1033" name="Rectangle 10" descr="Slate bar"/>
          <p:cNvSpPr>
            <a:spLocks noChangeArrowheads="1"/>
          </p:cNvSpPr>
          <p:nvPr/>
        </p:nvSpPr>
        <p:spPr bwMode="auto">
          <a:xfrm>
            <a:off x="0" y="4572000"/>
            <a:ext cx="247650" cy="2286000"/>
          </a:xfrm>
          <a:prstGeom prst="rect">
            <a:avLst/>
          </a:prstGeom>
          <a:solidFill>
            <a:srgbClr val="333399"/>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algn="ctr"/>
            <a:endParaRPr lang="zh-CN" altLang="en-US" sz="2400">
              <a:latin typeface="Times New Roman" panose="02020603050405020304" pitchFamily="18" charset="0"/>
              <a:ea typeface="宋体" panose="02010600030101010101" pitchFamily="2" charset="-122"/>
            </a:endParaRPr>
          </a:p>
        </p:txBody>
      </p:sp>
      <p:pic>
        <p:nvPicPr>
          <p:cNvPr id="1034" name="Picture 2" descr="computer networking 的图像结果"/>
          <p:cNvPicPr>
            <a:picLocks noChangeAspect="1" noChangeArrowheads="1"/>
          </p:cNvPicPr>
          <p:nvPr userDrawn="1"/>
        </p:nvPicPr>
        <p:blipFill>
          <a:blip r:embed="rId16" cstate="print">
            <a:extLst>
              <a:ext uri="{28A0092B-C50C-407E-A947-70E740481C1C}">
                <a14:useLocalDpi xmlns:a14="http://schemas.microsoft.com/office/drawing/2010/main" val="0"/>
              </a:ext>
            </a:extLst>
          </a:blip>
          <a:srcRect/>
          <a:stretch>
            <a:fillRect/>
          </a:stretch>
        </p:blipFill>
        <p:spPr bwMode="auto">
          <a:xfrm>
            <a:off x="8724900" y="188913"/>
            <a:ext cx="1123950" cy="812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035" name="AutoShape 5" descr="https://publicrelationssydney.com.au/wp-content/uploads/2013/01/shutterstock_80434384.jpg"/>
          <p:cNvSpPr>
            <a:spLocks noChangeAspect="1" noChangeArrowheads="1"/>
          </p:cNvSpPr>
          <p:nvPr userDrawn="1"/>
        </p:nvSpPr>
        <p:spPr bwMode="auto">
          <a:xfrm>
            <a:off x="63500" y="-136525"/>
            <a:ext cx="30480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endParaRPr lang="zh-CN" altLang="en-US">
              <a:ea typeface="宋体" panose="02010600030101010101" pitchFamily="2" charset="-122"/>
            </a:endParaRPr>
          </a:p>
        </p:txBody>
      </p:sp>
    </p:spTree>
  </p:cSld>
  <p:clrMap bg1="lt1" tx1="dk1" bg2="lt2" tx2="dk2" accent1="accent1" accent2="accent2" accent3="accent3" accent4="accent4" accent5="accent5" accent6="accent6" hlink="hlink" folHlink="folHlink"/>
  <p:sldLayoutIdLst>
    <p:sldLayoutId id="2147483670" r:id="rId1"/>
    <p:sldLayoutId id="2147483671" r:id="rId2"/>
    <p:sldLayoutId id="2147483669" r:id="rId3"/>
    <p:sldLayoutId id="2147483672" r:id="rId4"/>
    <p:sldLayoutId id="2147483673" r:id="rId5"/>
    <p:sldLayoutId id="2147483674" r:id="rId6"/>
    <p:sldLayoutId id="2147483675" r:id="rId7"/>
    <p:sldLayoutId id="2147483668" r:id="rId8"/>
    <p:sldLayoutId id="2147483667" r:id="rId9"/>
    <p:sldLayoutId id="2147483666" r:id="rId10"/>
    <p:sldLayoutId id="2147483665" r:id="rId11"/>
    <p:sldLayoutId id="2147483664" r:id="rId12"/>
    <p:sldLayoutId id="2147483676" r:id="rId13"/>
    <p:sldLayoutId id="2147483677" r:id="rId14"/>
  </p:sldLayoutIdLst>
  <p:hf/>
  <p:txStyles>
    <p:titleStyle>
      <a:lvl1pPr algn="l" rtl="0" fontAlgn="base">
        <a:spcBef>
          <a:spcPct val="0"/>
        </a:spcBef>
        <a:spcAft>
          <a:spcPct val="0"/>
        </a:spcAft>
        <a:defRPr sz="4400" b="1">
          <a:solidFill>
            <a:srgbClr val="333399"/>
          </a:solidFill>
          <a:latin typeface="+mn-lt"/>
          <a:ea typeface="黑体" panose="02010609060101010101" pitchFamily="2" charset="-122"/>
          <a:cs typeface="+mj-cs"/>
        </a:defRPr>
      </a:lvl1pPr>
      <a:lvl2pPr algn="l" rtl="0" fontAlgn="base">
        <a:spcBef>
          <a:spcPct val="0"/>
        </a:spcBef>
        <a:spcAft>
          <a:spcPct val="0"/>
        </a:spcAft>
        <a:defRPr sz="4400" b="1">
          <a:solidFill>
            <a:srgbClr val="333399"/>
          </a:solidFill>
          <a:latin typeface="Arial" panose="020B0604020202020204" pitchFamily="34" charset="0"/>
          <a:ea typeface="黑体" panose="02010609060101010101" pitchFamily="49" charset="-122"/>
        </a:defRPr>
      </a:lvl2pPr>
      <a:lvl3pPr algn="l" rtl="0" fontAlgn="base">
        <a:spcBef>
          <a:spcPct val="0"/>
        </a:spcBef>
        <a:spcAft>
          <a:spcPct val="0"/>
        </a:spcAft>
        <a:defRPr sz="4400" b="1">
          <a:solidFill>
            <a:srgbClr val="333399"/>
          </a:solidFill>
          <a:latin typeface="Arial" panose="020B0604020202020204" pitchFamily="34" charset="0"/>
          <a:ea typeface="黑体" panose="02010609060101010101" pitchFamily="49" charset="-122"/>
        </a:defRPr>
      </a:lvl3pPr>
      <a:lvl4pPr algn="l" rtl="0" fontAlgn="base">
        <a:spcBef>
          <a:spcPct val="0"/>
        </a:spcBef>
        <a:spcAft>
          <a:spcPct val="0"/>
        </a:spcAft>
        <a:defRPr sz="4400" b="1">
          <a:solidFill>
            <a:srgbClr val="333399"/>
          </a:solidFill>
          <a:latin typeface="Arial" panose="020B0604020202020204" pitchFamily="34" charset="0"/>
          <a:ea typeface="黑体" panose="02010609060101010101" pitchFamily="49" charset="-122"/>
        </a:defRPr>
      </a:lvl4pPr>
      <a:lvl5pPr algn="l" rtl="0" fontAlgn="base">
        <a:spcBef>
          <a:spcPct val="0"/>
        </a:spcBef>
        <a:spcAft>
          <a:spcPct val="0"/>
        </a:spcAft>
        <a:defRPr sz="4400" b="1">
          <a:solidFill>
            <a:srgbClr val="333399"/>
          </a:solidFill>
          <a:latin typeface="Arial" panose="020B0604020202020204" pitchFamily="34" charset="0"/>
          <a:ea typeface="黑体" panose="02010609060101010101" pitchFamily="49" charset="-122"/>
        </a:defRPr>
      </a:lvl5pPr>
      <a:lvl6pPr marL="457200" algn="l" rtl="0" eaLnBrk="1" fontAlgn="base" hangingPunct="1">
        <a:spcBef>
          <a:spcPct val="0"/>
        </a:spcBef>
        <a:spcAft>
          <a:spcPct val="0"/>
        </a:spcAft>
        <a:defRPr sz="4400">
          <a:solidFill>
            <a:schemeClr val="tx2"/>
          </a:solidFill>
          <a:latin typeface="Times New Roman" panose="02020603050405020304" pitchFamily="18" charset="0"/>
        </a:defRPr>
      </a:lvl6pPr>
      <a:lvl7pPr marL="914400" algn="l" rtl="0" eaLnBrk="1" fontAlgn="base" hangingPunct="1">
        <a:spcBef>
          <a:spcPct val="0"/>
        </a:spcBef>
        <a:spcAft>
          <a:spcPct val="0"/>
        </a:spcAft>
        <a:defRPr sz="4400">
          <a:solidFill>
            <a:schemeClr val="tx2"/>
          </a:solidFill>
          <a:latin typeface="Times New Roman" panose="02020603050405020304" pitchFamily="18" charset="0"/>
        </a:defRPr>
      </a:lvl7pPr>
      <a:lvl8pPr marL="1371600" algn="l" rtl="0" eaLnBrk="1" fontAlgn="base" hangingPunct="1">
        <a:spcBef>
          <a:spcPct val="0"/>
        </a:spcBef>
        <a:spcAft>
          <a:spcPct val="0"/>
        </a:spcAft>
        <a:defRPr sz="4400">
          <a:solidFill>
            <a:schemeClr val="tx2"/>
          </a:solidFill>
          <a:latin typeface="Times New Roman" panose="02020603050405020304" pitchFamily="18" charset="0"/>
        </a:defRPr>
      </a:lvl8pPr>
      <a:lvl9pPr marL="1828800" algn="l" rtl="0" eaLnBrk="1" fontAlgn="base" hangingPunct="1">
        <a:spcBef>
          <a:spcPct val="0"/>
        </a:spcBef>
        <a:spcAft>
          <a:spcPct val="0"/>
        </a:spcAft>
        <a:defRPr sz="4400">
          <a:solidFill>
            <a:schemeClr val="tx2"/>
          </a:solidFill>
          <a:latin typeface="Times New Roman" panose="02020603050405020304" pitchFamily="18" charset="0"/>
        </a:defRPr>
      </a:lvl9pPr>
    </p:titleStyle>
    <p:bodyStyle>
      <a:lvl1pPr marL="342900" indent="-342900" algn="l" rtl="0" fontAlgn="base">
        <a:spcBef>
          <a:spcPct val="20000"/>
        </a:spcBef>
        <a:spcAft>
          <a:spcPct val="0"/>
        </a:spcAft>
        <a:buClr>
          <a:srgbClr val="333399"/>
        </a:buClr>
        <a:buSzPct val="75000"/>
        <a:buFont typeface="Wingdings" panose="05000000000000000000" pitchFamily="2" charset="2"/>
        <a:buChar char="n"/>
        <a:defRPr sz="3200" b="1">
          <a:solidFill>
            <a:schemeClr val="tx1"/>
          </a:solidFill>
          <a:latin typeface="+mn-lt"/>
          <a:ea typeface="黑体" panose="02010609060101010101" pitchFamily="2" charset="-122"/>
          <a:cs typeface="+mn-cs"/>
        </a:defRPr>
      </a:lvl1pPr>
      <a:lvl2pPr marL="742950" indent="-285750" algn="l" rtl="0" fontAlgn="base">
        <a:spcBef>
          <a:spcPct val="20000"/>
        </a:spcBef>
        <a:spcAft>
          <a:spcPct val="0"/>
        </a:spcAft>
        <a:buClr>
          <a:schemeClr val="accent2"/>
        </a:buClr>
        <a:buSzPct val="70000"/>
        <a:buFont typeface="Wingdings" panose="05000000000000000000" pitchFamily="2" charset="2"/>
        <a:buChar char="n"/>
        <a:defRPr sz="2800" b="1">
          <a:solidFill>
            <a:schemeClr val="tx1"/>
          </a:solidFill>
          <a:latin typeface="+mn-lt"/>
          <a:ea typeface="黑体" panose="02010609060101010101" pitchFamily="2" charset="-122"/>
        </a:defRPr>
      </a:lvl2pPr>
      <a:lvl3pPr marL="1143000" indent="-228600" algn="l" rtl="0" fontAlgn="base">
        <a:spcBef>
          <a:spcPct val="20000"/>
        </a:spcBef>
        <a:spcAft>
          <a:spcPct val="0"/>
        </a:spcAft>
        <a:buClr>
          <a:srgbClr val="333399"/>
        </a:buClr>
        <a:buSzPct val="65000"/>
        <a:buFont typeface="Wingdings" panose="05000000000000000000" pitchFamily="2" charset="2"/>
        <a:buChar char="p"/>
        <a:defRPr sz="2400" b="1">
          <a:solidFill>
            <a:schemeClr val="tx1"/>
          </a:solidFill>
          <a:latin typeface="+mn-lt"/>
          <a:ea typeface="黑体" panose="02010609060101010101" pitchFamily="2" charset="-122"/>
        </a:defRPr>
      </a:lvl3pPr>
      <a:lvl4pPr marL="1600200" indent="-228600" algn="l" rtl="0" fontAlgn="base">
        <a:spcBef>
          <a:spcPct val="20000"/>
        </a:spcBef>
        <a:spcAft>
          <a:spcPct val="0"/>
        </a:spcAft>
        <a:buClr>
          <a:schemeClr val="bg2"/>
        </a:buClr>
        <a:buSzPct val="65000"/>
        <a:buFont typeface="Wingdings" panose="05000000000000000000" pitchFamily="2" charset="2"/>
        <a:buChar char="n"/>
        <a:defRPr sz="2000" b="1">
          <a:solidFill>
            <a:schemeClr val="tx1"/>
          </a:solidFill>
          <a:latin typeface="+mn-lt"/>
          <a:ea typeface="黑体" panose="02010609060101010101" pitchFamily="2" charset="-122"/>
        </a:defRPr>
      </a:lvl4pPr>
      <a:lvl5pPr marL="2057400" indent="-228600" algn="l" rtl="0" fontAlgn="base">
        <a:spcBef>
          <a:spcPct val="20000"/>
        </a:spcBef>
        <a:spcAft>
          <a:spcPct val="0"/>
        </a:spcAft>
        <a:buClr>
          <a:srgbClr val="333399"/>
        </a:buClr>
        <a:buSzPct val="60000"/>
        <a:buFont typeface="Wingdings" panose="05000000000000000000" pitchFamily="2" charset="2"/>
        <a:buChar char="n"/>
        <a:defRPr sz="2000" b="1">
          <a:solidFill>
            <a:schemeClr val="tx1"/>
          </a:solidFill>
          <a:latin typeface="+mn-lt"/>
          <a:ea typeface="黑体" panose="02010609060101010101" pitchFamily="2" charset="-122"/>
        </a:defRPr>
      </a:lvl5pPr>
      <a:lvl6pPr marL="2514600" indent="-228600" algn="l" rtl="0" eaLnBrk="1" fontAlgn="base" hangingPunct="1">
        <a:spcBef>
          <a:spcPct val="20000"/>
        </a:spcBef>
        <a:spcAft>
          <a:spcPct val="0"/>
        </a:spcAft>
        <a:buClr>
          <a:schemeClr val="tx2"/>
        </a:buClr>
        <a:buSzPct val="80000"/>
        <a:buFont typeface="Wingdings" panose="05000000000000000000" pitchFamily="2" charset="2"/>
        <a:buChar char="§"/>
        <a:defRPr>
          <a:solidFill>
            <a:schemeClr val="tx1"/>
          </a:solidFill>
          <a:latin typeface="+mn-lt"/>
        </a:defRPr>
      </a:lvl6pPr>
      <a:lvl7pPr marL="2971800" indent="-228600" algn="l" rtl="0" eaLnBrk="1" fontAlgn="base" hangingPunct="1">
        <a:spcBef>
          <a:spcPct val="20000"/>
        </a:spcBef>
        <a:spcAft>
          <a:spcPct val="0"/>
        </a:spcAft>
        <a:buClr>
          <a:schemeClr val="tx2"/>
        </a:buClr>
        <a:buSzPct val="80000"/>
        <a:buFont typeface="Wingdings" panose="05000000000000000000" pitchFamily="2" charset="2"/>
        <a:buChar char="§"/>
        <a:defRPr>
          <a:solidFill>
            <a:schemeClr val="tx1"/>
          </a:solidFill>
          <a:latin typeface="+mn-lt"/>
        </a:defRPr>
      </a:lvl7pPr>
      <a:lvl8pPr marL="3429000" indent="-228600" algn="l" rtl="0" eaLnBrk="1" fontAlgn="base" hangingPunct="1">
        <a:spcBef>
          <a:spcPct val="20000"/>
        </a:spcBef>
        <a:spcAft>
          <a:spcPct val="0"/>
        </a:spcAft>
        <a:buClr>
          <a:schemeClr val="tx2"/>
        </a:buClr>
        <a:buSzPct val="80000"/>
        <a:buFont typeface="Wingdings" panose="05000000000000000000" pitchFamily="2" charset="2"/>
        <a:buChar char="§"/>
        <a:defRPr>
          <a:solidFill>
            <a:schemeClr val="tx1"/>
          </a:solidFill>
          <a:latin typeface="+mn-lt"/>
        </a:defRPr>
      </a:lvl8pPr>
      <a:lvl9pPr marL="3886200" indent="-228600" algn="l" rtl="0" eaLnBrk="1" fontAlgn="base" hangingPunct="1">
        <a:spcBef>
          <a:spcPct val="20000"/>
        </a:spcBef>
        <a:spcAft>
          <a:spcPct val="0"/>
        </a:spcAft>
        <a:buClr>
          <a:schemeClr val="tx2"/>
        </a:buClr>
        <a:buSzPct val="80000"/>
        <a:buFont typeface="Wingdings" panose="05000000000000000000" pitchFamily="2" charset="2"/>
        <a:buChar char="§"/>
        <a:defRPr>
          <a:solidFill>
            <a:schemeClr val="tx1"/>
          </a:solidFill>
          <a:latin typeface="+mn-lt"/>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2.wmf"/><Relationship Id="rId2" Type="http://schemas.openxmlformats.org/officeDocument/2006/relationships/notesSlide" Target="../notesSlides/notesSlide9.xml"/><Relationship Id="rId1" Type="http://schemas.openxmlformats.org/officeDocument/2006/relationships/slideLayout" Target="../slideLayouts/slideLayout8.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image" Target="../media/image2.wmf"/><Relationship Id="rId2" Type="http://schemas.openxmlformats.org/officeDocument/2006/relationships/notesSlide" Target="../notesSlides/notesSlide24.xml"/><Relationship Id="rId1" Type="http://schemas.openxmlformats.org/officeDocument/2006/relationships/slideLayout" Target="../slideLayouts/slideLayout8.xml"/></Relationships>
</file>

<file path=ppt/slides/_rels/slide28.xml.rels><?xml version="1.0" encoding="UTF-8" standalone="yes"?>
<Relationships xmlns="http://schemas.openxmlformats.org/package/2006/relationships"><Relationship Id="rId3" Type="http://schemas.openxmlformats.org/officeDocument/2006/relationships/image" Target="../media/image2.wmf"/><Relationship Id="rId2" Type="http://schemas.openxmlformats.org/officeDocument/2006/relationships/notesSlide" Target="../notesSlides/notesSlide25.xml"/><Relationship Id="rId1" Type="http://schemas.openxmlformats.org/officeDocument/2006/relationships/slideLayout" Target="../slideLayouts/slideLayout8.xml"/></Relationships>
</file>

<file path=ppt/slides/_rels/slide29.xml.rels><?xml version="1.0" encoding="UTF-8" standalone="yes"?>
<Relationships xmlns="http://schemas.openxmlformats.org/package/2006/relationships"><Relationship Id="rId3" Type="http://schemas.openxmlformats.org/officeDocument/2006/relationships/image" Target="../media/image2.wmf"/><Relationship Id="rId2" Type="http://schemas.openxmlformats.org/officeDocument/2006/relationships/notesSlide" Target="../notesSlides/notesSlide26.xml"/><Relationship Id="rId1" Type="http://schemas.openxmlformats.org/officeDocument/2006/relationships/slideLayout" Target="../slideLayouts/slideLayout8.xml"/></Relationships>
</file>

<file path=ppt/slides/_rels/slide30.xml.rels><?xml version="1.0" encoding="UTF-8" standalone="yes"?>
<Relationships xmlns="http://schemas.openxmlformats.org/package/2006/relationships"><Relationship Id="rId3" Type="http://schemas.openxmlformats.org/officeDocument/2006/relationships/image" Target="../media/image2.wmf"/><Relationship Id="rId2" Type="http://schemas.openxmlformats.org/officeDocument/2006/relationships/notesSlide" Target="../notesSlides/notesSlide27.xml"/><Relationship Id="rId1" Type="http://schemas.openxmlformats.org/officeDocument/2006/relationships/slideLayout" Target="../slideLayouts/slideLayout8.xml"/></Relationships>
</file>

<file path=ppt/slides/_rels/slide31.xml.rels><?xml version="1.0" encoding="UTF-8" standalone="yes"?>
<Relationships xmlns="http://schemas.openxmlformats.org/package/2006/relationships"><Relationship Id="rId3" Type="http://schemas.openxmlformats.org/officeDocument/2006/relationships/image" Target="../media/image2.wmf"/><Relationship Id="rId2" Type="http://schemas.openxmlformats.org/officeDocument/2006/relationships/notesSlide" Target="../notesSlides/notesSlide28.xml"/><Relationship Id="rId1" Type="http://schemas.openxmlformats.org/officeDocument/2006/relationships/slideLayout" Target="../slideLayouts/slideLayout8.xml"/></Relationships>
</file>

<file path=ppt/slides/_rels/slide32.xml.rels><?xml version="1.0" encoding="UTF-8" standalone="yes"?>
<Relationships xmlns="http://schemas.openxmlformats.org/package/2006/relationships"><Relationship Id="rId3" Type="http://schemas.openxmlformats.org/officeDocument/2006/relationships/image" Target="../media/image2.wmf"/><Relationship Id="rId2" Type="http://schemas.openxmlformats.org/officeDocument/2006/relationships/notesSlide" Target="../notesSlides/notesSlide29.xml"/><Relationship Id="rId1" Type="http://schemas.openxmlformats.org/officeDocument/2006/relationships/slideLayout" Target="../slideLayouts/slideLayout8.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3" Type="http://schemas.openxmlformats.org/officeDocument/2006/relationships/image" Target="../media/image2.wmf"/><Relationship Id="rId2" Type="http://schemas.openxmlformats.org/officeDocument/2006/relationships/notesSlide" Target="../notesSlides/notesSlide36.xml"/><Relationship Id="rId1" Type="http://schemas.openxmlformats.org/officeDocument/2006/relationships/slideLayout" Target="../slideLayouts/slideLayout7.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3" Type="http://schemas.openxmlformats.org/officeDocument/2006/relationships/image" Target="../media/image2.wmf"/><Relationship Id="rId2" Type="http://schemas.openxmlformats.org/officeDocument/2006/relationships/notesSlide" Target="../notesSlides/notesSlide38.xml"/><Relationship Id="rId1" Type="http://schemas.openxmlformats.org/officeDocument/2006/relationships/slideLayout" Target="../slideLayouts/slideLayout7.xml"/></Relationships>
</file>

<file path=ppt/slides/_rels/slide42.xml.rels><?xml version="1.0" encoding="UTF-8" standalone="yes"?>
<Relationships xmlns="http://schemas.openxmlformats.org/package/2006/relationships"><Relationship Id="rId3" Type="http://schemas.openxmlformats.org/officeDocument/2006/relationships/image" Target="../media/image2.wmf"/><Relationship Id="rId2" Type="http://schemas.openxmlformats.org/officeDocument/2006/relationships/notesSlide" Target="../notesSlides/notesSlide39.xml"/><Relationship Id="rId1" Type="http://schemas.openxmlformats.org/officeDocument/2006/relationships/slideLayout" Target="../slideLayouts/slideLayout7.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8.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3" Type="http://schemas.openxmlformats.org/officeDocument/2006/relationships/image" Target="../media/image2.wmf"/><Relationship Id="rId2" Type="http://schemas.openxmlformats.org/officeDocument/2006/relationships/notesSlide" Target="../notesSlides/notesSlide43.xml"/><Relationship Id="rId1" Type="http://schemas.openxmlformats.org/officeDocument/2006/relationships/slideLayout" Target="../slideLayouts/slideLayout7.xml"/></Relationships>
</file>

<file path=ppt/slides/_rels/slide47.xml.rels><?xml version="1.0" encoding="UTF-8" standalone="yes"?>
<Relationships xmlns="http://schemas.openxmlformats.org/package/2006/relationships"><Relationship Id="rId3" Type="http://schemas.openxmlformats.org/officeDocument/2006/relationships/image" Target="../media/image2.wmf"/><Relationship Id="rId2" Type="http://schemas.openxmlformats.org/officeDocument/2006/relationships/notesSlide" Target="../notesSlides/notesSlide44.xml"/><Relationship Id="rId1" Type="http://schemas.openxmlformats.org/officeDocument/2006/relationships/slideLayout" Target="../slideLayouts/slideLayout8.xml"/></Relationships>
</file>

<file path=ppt/slides/_rels/slide48.xml.rels><?xml version="1.0" encoding="UTF-8" standalone="yes"?>
<Relationships xmlns="http://schemas.openxmlformats.org/package/2006/relationships"><Relationship Id="rId2" Type="http://schemas.openxmlformats.org/officeDocument/2006/relationships/notesSlide" Target="../notesSlides/notesSlide45.xml"/><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2" Type="http://schemas.openxmlformats.org/officeDocument/2006/relationships/notesSlide" Target="../notesSlides/notesSlide46.xml"/><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2" Type="http://schemas.openxmlformats.org/officeDocument/2006/relationships/notesSlide" Target="../notesSlides/notesSlide47.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80961" name="Rectangle 2"/>
          <p:cNvSpPr>
            <a:spLocks noGrp="1" noChangeArrowheads="1"/>
          </p:cNvSpPr>
          <p:nvPr>
            <p:ph type="ctrTitle"/>
          </p:nvPr>
        </p:nvSpPr>
        <p:spPr/>
        <p:txBody>
          <a:bodyPr/>
          <a:lstStyle/>
          <a:p>
            <a:r>
              <a:rPr lang="zh-CN" altLang="en-US" dirty="0" smtClean="0">
                <a:latin typeface="Arial" panose="020B0604020202020204" pitchFamily="34" charset="0"/>
                <a:ea typeface="黑体" panose="02010609060101010101" pitchFamily="49" charset="-122"/>
              </a:rPr>
              <a:t>第 </a:t>
            </a:r>
            <a:r>
              <a:rPr lang="en-US" altLang="zh-CN" dirty="0" smtClean="0">
                <a:latin typeface="Arial" panose="020B0604020202020204" pitchFamily="34" charset="0"/>
                <a:ea typeface="黑体" panose="02010609060101010101" pitchFamily="49" charset="-122"/>
              </a:rPr>
              <a:t>4 </a:t>
            </a:r>
            <a:r>
              <a:rPr lang="zh-CN" altLang="en-US" dirty="0" smtClean="0">
                <a:latin typeface="Arial" panose="020B0604020202020204" pitchFamily="34" charset="0"/>
                <a:ea typeface="黑体" panose="02010609060101010101" pitchFamily="49" charset="-122"/>
              </a:rPr>
              <a:t>章  网络层</a:t>
            </a:r>
          </a:p>
        </p:txBody>
      </p:sp>
      <p:sp>
        <p:nvSpPr>
          <p:cNvPr id="680962" name="Rectangle 3"/>
          <p:cNvSpPr>
            <a:spLocks noGrp="1" noChangeArrowheads="1"/>
          </p:cNvSpPr>
          <p:nvPr>
            <p:ph type="subTitle" idx="1"/>
          </p:nvPr>
        </p:nvSpPr>
        <p:spPr/>
        <p:txBody>
          <a:bodyPr/>
          <a:lstStyle/>
          <a:p>
            <a:r>
              <a:rPr lang="en-US" altLang="zh-CN" dirty="0" smtClean="0">
                <a:latin typeface="黑体" panose="02010609060101010101" pitchFamily="49" charset="-122"/>
                <a:ea typeface="宋体" panose="02010600030101010101" pitchFamily="2" charset="-122"/>
              </a:rPr>
              <a:t>4.5.1-4.5.3</a:t>
            </a:r>
            <a:endParaRPr lang="zh-CN" altLang="en-US" dirty="0" smtClean="0">
              <a:latin typeface="黑体" panose="02010609060101010101" pitchFamily="49" charset="-122"/>
              <a:ea typeface="宋体" panose="02010600030101010101" pitchFamily="2" charset="-122"/>
            </a:endParaRPr>
          </a:p>
        </p:txBody>
      </p:sp>
      <p:sp>
        <p:nvSpPr>
          <p:cNvPr id="680963" name="灯片编号占位符 3"/>
          <p:cNvSpPr>
            <a:spLocks noGrp="1" noChangeArrowheads="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5B03E797-DCB6-47D1-8B6D-3149BD091FE8}" type="slidenum">
              <a:rPr lang="zh-CN" altLang="en-US" smtClean="0"/>
              <a:pPr eaLnBrk="1" hangingPunct="1"/>
              <a:t>1</a:t>
            </a:fld>
            <a:endParaRPr lang="en-US" altLang="zh-CN" smtClean="0"/>
          </a:p>
        </p:txBody>
      </p:sp>
      <p:sp>
        <p:nvSpPr>
          <p:cNvPr id="680964" name="页脚占位符 4"/>
          <p:cNvSpPr>
            <a:spLocks noGrp="1" noChangeArrowheads="1"/>
          </p:cNvSpPr>
          <p:nvPr>
            <p:ph type="ftr"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zh-CN" smtClean="0"/>
              <a:t>ppt课件</a:t>
            </a:r>
          </a:p>
        </p:txBody>
      </p:sp>
    </p:spTree>
    <p:extLst>
      <p:ext uri="{BB962C8B-B14F-4D97-AF65-F5344CB8AC3E}">
        <p14:creationId xmlns:p14="http://schemas.microsoft.com/office/powerpoint/2010/main" val="4111854876"/>
      </p:ext>
    </p:extLst>
  </p:cSld>
  <p:clrMapOvr>
    <a:masterClrMapping/>
  </p:clrMapOvr>
  <p:transition spd="med">
    <p:fade/>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76897" name="Rectangle 2"/>
          <p:cNvSpPr>
            <a:spLocks noGrp="1" noChangeArrowheads="1"/>
          </p:cNvSpPr>
          <p:nvPr>
            <p:ph type="title"/>
          </p:nvPr>
        </p:nvSpPr>
        <p:spPr>
          <a:xfrm>
            <a:off x="495300" y="188913"/>
            <a:ext cx="9066213" cy="792162"/>
          </a:xfrm>
        </p:spPr>
        <p:txBody>
          <a:bodyPr/>
          <a:lstStyle/>
          <a:p>
            <a:r>
              <a:rPr lang="en-US" altLang="zh-CN" smtClean="0">
                <a:ea typeface="黑体" panose="02010609060101010101" pitchFamily="49" charset="-122"/>
              </a:rPr>
              <a:t>4.5  </a:t>
            </a:r>
            <a:r>
              <a:rPr lang="zh-CN" altLang="zh-CN" smtClean="0">
                <a:ea typeface="黑体" panose="02010609060101010101" pitchFamily="49" charset="-122"/>
              </a:rPr>
              <a:t>互联网的路由选择协议</a:t>
            </a:r>
            <a:endParaRPr lang="zh-CN" altLang="en-US" smtClean="0">
              <a:ea typeface="黑体" panose="02010609060101010101" pitchFamily="49" charset="-122"/>
            </a:endParaRPr>
          </a:p>
        </p:txBody>
      </p:sp>
      <p:sp>
        <p:nvSpPr>
          <p:cNvPr id="976898" name="Rectangle 3"/>
          <p:cNvSpPr>
            <a:spLocks noGrp="1" noChangeArrowheads="1"/>
          </p:cNvSpPr>
          <p:nvPr>
            <p:ph idx="1"/>
          </p:nvPr>
        </p:nvSpPr>
        <p:spPr>
          <a:xfrm>
            <a:off x="495300" y="1196975"/>
            <a:ext cx="9066213" cy="4933950"/>
          </a:xfrm>
        </p:spPr>
        <p:txBody>
          <a:bodyPr/>
          <a:lstStyle/>
          <a:p>
            <a:r>
              <a:rPr lang="en-US" altLang="zh-CN" dirty="0" smtClean="0">
                <a:solidFill>
                  <a:srgbClr val="FF0000"/>
                </a:solidFill>
                <a:ea typeface="黑体" panose="02010609060101010101" pitchFamily="49" charset="-122"/>
              </a:rPr>
              <a:t>4.5.1  </a:t>
            </a:r>
            <a:r>
              <a:rPr lang="zh-CN" altLang="zh-CN" dirty="0" smtClean="0">
                <a:solidFill>
                  <a:srgbClr val="FF0000"/>
                </a:solidFill>
                <a:ea typeface="黑体" panose="02010609060101010101" pitchFamily="49" charset="-122"/>
              </a:rPr>
              <a:t>有关路由选择协议的几个基本概念</a:t>
            </a:r>
          </a:p>
          <a:p>
            <a:r>
              <a:rPr lang="en-US" altLang="zh-CN" dirty="0" smtClean="0">
                <a:solidFill>
                  <a:srgbClr val="FF0000"/>
                </a:solidFill>
                <a:ea typeface="黑体" panose="02010609060101010101" pitchFamily="49" charset="-122"/>
              </a:rPr>
              <a:t>4.5.2  </a:t>
            </a:r>
            <a:r>
              <a:rPr lang="zh-CN" altLang="zh-CN" dirty="0" smtClean="0">
                <a:solidFill>
                  <a:srgbClr val="FF0000"/>
                </a:solidFill>
                <a:ea typeface="黑体" panose="02010609060101010101" pitchFamily="49" charset="-122"/>
              </a:rPr>
              <a:t>内部网关协议</a:t>
            </a:r>
            <a:r>
              <a:rPr lang="en-US" altLang="zh-CN" dirty="0" smtClean="0">
                <a:solidFill>
                  <a:srgbClr val="FF0000"/>
                </a:solidFill>
                <a:ea typeface="黑体" panose="02010609060101010101" pitchFamily="49" charset="-122"/>
              </a:rPr>
              <a:t> RIP</a:t>
            </a:r>
            <a:endParaRPr lang="zh-CN" altLang="zh-CN" dirty="0" smtClean="0">
              <a:solidFill>
                <a:srgbClr val="FF0000"/>
              </a:solidFill>
              <a:ea typeface="黑体" panose="02010609060101010101" pitchFamily="49" charset="-122"/>
            </a:endParaRPr>
          </a:p>
          <a:p>
            <a:r>
              <a:rPr lang="en-US" altLang="zh-CN" dirty="0" smtClean="0">
                <a:solidFill>
                  <a:srgbClr val="FF0000"/>
                </a:solidFill>
                <a:ea typeface="黑体" panose="02010609060101010101" pitchFamily="49" charset="-122"/>
              </a:rPr>
              <a:t>4.5.3  </a:t>
            </a:r>
            <a:r>
              <a:rPr lang="zh-CN" altLang="zh-CN" dirty="0" smtClean="0">
                <a:solidFill>
                  <a:srgbClr val="FF0000"/>
                </a:solidFill>
                <a:ea typeface="黑体" panose="02010609060101010101" pitchFamily="49" charset="-122"/>
              </a:rPr>
              <a:t>内部网关协议</a:t>
            </a:r>
            <a:r>
              <a:rPr lang="en-US" altLang="zh-CN" dirty="0" smtClean="0">
                <a:solidFill>
                  <a:srgbClr val="FF0000"/>
                </a:solidFill>
                <a:ea typeface="黑体" panose="02010609060101010101" pitchFamily="49" charset="-122"/>
              </a:rPr>
              <a:t> OSPF</a:t>
            </a:r>
            <a:endParaRPr lang="zh-CN" altLang="zh-CN" dirty="0" smtClean="0">
              <a:solidFill>
                <a:srgbClr val="FF0000"/>
              </a:solidFill>
              <a:ea typeface="黑体" panose="02010609060101010101" pitchFamily="49" charset="-122"/>
            </a:endParaRPr>
          </a:p>
          <a:p>
            <a:r>
              <a:rPr lang="en-US" altLang="zh-CN" dirty="0" smtClean="0">
                <a:ea typeface="黑体" panose="02010609060101010101" pitchFamily="49" charset="-122"/>
              </a:rPr>
              <a:t>4.5.4  </a:t>
            </a:r>
            <a:r>
              <a:rPr lang="zh-CN" altLang="zh-CN" dirty="0" smtClean="0">
                <a:ea typeface="黑体" panose="02010609060101010101" pitchFamily="49" charset="-122"/>
              </a:rPr>
              <a:t>外部网关协议</a:t>
            </a:r>
            <a:r>
              <a:rPr lang="en-US" altLang="zh-CN" dirty="0" smtClean="0">
                <a:ea typeface="黑体" panose="02010609060101010101" pitchFamily="49" charset="-122"/>
              </a:rPr>
              <a:t> BGP</a:t>
            </a:r>
            <a:endParaRPr lang="zh-CN" altLang="zh-CN" dirty="0" smtClean="0">
              <a:ea typeface="黑体" panose="02010609060101010101" pitchFamily="49" charset="-122"/>
            </a:endParaRPr>
          </a:p>
          <a:p>
            <a:r>
              <a:rPr lang="en-US" altLang="zh-CN" dirty="0" smtClean="0">
                <a:ea typeface="黑体" panose="02010609060101010101" pitchFamily="49" charset="-122"/>
              </a:rPr>
              <a:t>4.5.5  </a:t>
            </a:r>
            <a:r>
              <a:rPr lang="zh-CN" altLang="zh-CN" dirty="0" smtClean="0">
                <a:ea typeface="黑体" panose="02010609060101010101" pitchFamily="49" charset="-122"/>
              </a:rPr>
              <a:t>路由器的构成</a:t>
            </a:r>
          </a:p>
          <a:p>
            <a:endParaRPr lang="zh-CN" altLang="en-US" dirty="0" smtClean="0">
              <a:solidFill>
                <a:srgbClr val="0000CC"/>
              </a:solidFill>
              <a:ea typeface="黑体" panose="02010609060101010101" pitchFamily="49" charset="-122"/>
            </a:endParaRPr>
          </a:p>
        </p:txBody>
      </p:sp>
      <p:sp>
        <p:nvSpPr>
          <p:cNvPr id="976899" name="灯片编号占位符 3"/>
          <p:cNvSpPr>
            <a:spLocks noGrp="1" noChangeArrowheads="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FF0B57B6-50C8-4FB7-B998-85A01101AED3}" type="slidenum">
              <a:rPr lang="zh-CN" altLang="en-US" smtClean="0"/>
              <a:pPr eaLnBrk="1" hangingPunct="1"/>
              <a:t>2</a:t>
            </a:fld>
            <a:endParaRPr lang="en-US" altLang="zh-CN" smtClean="0"/>
          </a:p>
        </p:txBody>
      </p:sp>
      <p:sp>
        <p:nvSpPr>
          <p:cNvPr id="976900" name="页脚占位符 4"/>
          <p:cNvSpPr>
            <a:spLocks noGrp="1" noChangeArrowheads="1"/>
          </p:cNvSpPr>
          <p:nvPr>
            <p:ph type="ftr"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zh-CN" smtClean="0"/>
              <a:t>ppt课件</a:t>
            </a:r>
          </a:p>
        </p:txBody>
      </p:sp>
    </p:spTree>
    <p:extLst>
      <p:ext uri="{BB962C8B-B14F-4D97-AF65-F5344CB8AC3E}">
        <p14:creationId xmlns:p14="http://schemas.microsoft.com/office/powerpoint/2010/main" val="193678683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78945" name="Rectangle 2"/>
          <p:cNvSpPr>
            <a:spLocks noGrp="1" noChangeArrowheads="1"/>
          </p:cNvSpPr>
          <p:nvPr>
            <p:ph type="title"/>
          </p:nvPr>
        </p:nvSpPr>
        <p:spPr>
          <a:xfrm>
            <a:off x="495300" y="188913"/>
            <a:ext cx="9066213" cy="792162"/>
          </a:xfrm>
        </p:spPr>
        <p:txBody>
          <a:bodyPr/>
          <a:lstStyle/>
          <a:p>
            <a:r>
              <a:rPr lang="en-US" altLang="zh-CN" sz="3600" smtClean="0">
                <a:ea typeface="黑体" panose="02010609060101010101" pitchFamily="49" charset="-122"/>
              </a:rPr>
              <a:t>4.5.1  </a:t>
            </a:r>
            <a:r>
              <a:rPr lang="zh-CN" altLang="en-US" sz="3600" smtClean="0">
                <a:ea typeface="黑体" panose="02010609060101010101" pitchFamily="49" charset="-122"/>
              </a:rPr>
              <a:t>有关路由选择协议的几个基本概念</a:t>
            </a:r>
          </a:p>
        </p:txBody>
      </p:sp>
      <p:sp>
        <p:nvSpPr>
          <p:cNvPr id="545795" name="Rectangle 3"/>
          <p:cNvSpPr>
            <a:spLocks noGrp="1" noChangeArrowheads="1"/>
          </p:cNvSpPr>
          <p:nvPr>
            <p:ph idx="1"/>
          </p:nvPr>
        </p:nvSpPr>
        <p:spPr>
          <a:xfrm>
            <a:off x="495300" y="1196975"/>
            <a:ext cx="9066213" cy="4933950"/>
          </a:xfrm>
        </p:spPr>
        <p:txBody>
          <a:bodyPr/>
          <a:lstStyle/>
          <a:p>
            <a:pPr>
              <a:buFont typeface="Wingdings" panose="05000000000000000000" pitchFamily="2" charset="2"/>
              <a:buNone/>
            </a:pPr>
            <a:r>
              <a:rPr lang="en-US" altLang="zh-CN" sz="4400" smtClean="0">
                <a:solidFill>
                  <a:srgbClr val="333399"/>
                </a:solidFill>
                <a:ea typeface="黑体" panose="02010609060101010101" pitchFamily="49" charset="-122"/>
              </a:rPr>
              <a:t>1. </a:t>
            </a:r>
            <a:r>
              <a:rPr lang="zh-CN" altLang="en-US" sz="4400" smtClean="0">
                <a:solidFill>
                  <a:srgbClr val="333399"/>
                </a:solidFill>
                <a:ea typeface="黑体" panose="02010609060101010101" pitchFamily="49" charset="-122"/>
              </a:rPr>
              <a:t>理想的路由算法</a:t>
            </a:r>
          </a:p>
          <a:p>
            <a:pPr algn="just"/>
            <a:r>
              <a:rPr lang="zh-CN" altLang="en-US" smtClean="0">
                <a:ea typeface="黑体" panose="02010609060101010101" pitchFamily="49" charset="-122"/>
              </a:rPr>
              <a:t>算法必须是正确的和完整的。 </a:t>
            </a:r>
          </a:p>
          <a:p>
            <a:pPr algn="just"/>
            <a:r>
              <a:rPr lang="zh-CN" altLang="en-US" smtClean="0">
                <a:ea typeface="黑体" panose="02010609060101010101" pitchFamily="49" charset="-122"/>
              </a:rPr>
              <a:t>算法在计算上应简单。 </a:t>
            </a:r>
          </a:p>
          <a:p>
            <a:pPr algn="just"/>
            <a:r>
              <a:rPr lang="zh-CN" altLang="en-US" smtClean="0">
                <a:ea typeface="黑体" panose="02010609060101010101" pitchFamily="49" charset="-122"/>
              </a:rPr>
              <a:t>算法应能适应通信量和网络拓扑的变化，这就是说，要有自适应性。 </a:t>
            </a:r>
          </a:p>
          <a:p>
            <a:pPr algn="just"/>
            <a:r>
              <a:rPr lang="zh-CN" altLang="en-US" smtClean="0">
                <a:ea typeface="黑体" panose="02010609060101010101" pitchFamily="49" charset="-122"/>
              </a:rPr>
              <a:t>算法应具有稳定性。 </a:t>
            </a:r>
          </a:p>
          <a:p>
            <a:pPr algn="just"/>
            <a:r>
              <a:rPr lang="zh-CN" altLang="en-US" smtClean="0">
                <a:ea typeface="黑体" panose="02010609060101010101" pitchFamily="49" charset="-122"/>
              </a:rPr>
              <a:t>算法应是公平的。 </a:t>
            </a:r>
          </a:p>
          <a:p>
            <a:pPr algn="just"/>
            <a:r>
              <a:rPr lang="zh-CN" altLang="en-US" smtClean="0">
                <a:ea typeface="黑体" panose="02010609060101010101" pitchFamily="49" charset="-122"/>
              </a:rPr>
              <a:t>算法应是最佳的。 </a:t>
            </a:r>
          </a:p>
        </p:txBody>
      </p:sp>
      <p:sp>
        <p:nvSpPr>
          <p:cNvPr id="978947" name="灯片编号占位符 3"/>
          <p:cNvSpPr>
            <a:spLocks noGrp="1" noChangeArrowheads="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4E80DA9C-28CE-4FB8-8DA9-CF0154A1879F}" type="slidenum">
              <a:rPr lang="zh-CN" altLang="en-US" smtClean="0"/>
              <a:pPr eaLnBrk="1" hangingPunct="1"/>
              <a:t>3</a:t>
            </a:fld>
            <a:endParaRPr lang="en-US" altLang="zh-CN" smtClean="0"/>
          </a:p>
        </p:txBody>
      </p:sp>
      <p:sp>
        <p:nvSpPr>
          <p:cNvPr id="978948" name="页脚占位符 4"/>
          <p:cNvSpPr>
            <a:spLocks noGrp="1" noChangeArrowheads="1"/>
          </p:cNvSpPr>
          <p:nvPr>
            <p:ph type="ftr"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zh-CN" smtClean="0"/>
              <a:t>ppt课件</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45795">
                                            <p:txEl>
                                              <p:pRg st="1" end="1"/>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545795">
                                            <p:txEl>
                                              <p:pRg st="2" end="2"/>
                                            </p:txEl>
                                          </p:spTgt>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545795">
                                            <p:txEl>
                                              <p:pRg st="3" end="3"/>
                                            </p:txEl>
                                          </p:spTgt>
                                        </p:tgtEl>
                                        <p:attrNameLst>
                                          <p:attrName>style.visibility</p:attrName>
                                        </p:attrNameLst>
                                      </p:cBhvr>
                                      <p:to>
                                        <p:strVal val="visible"/>
                                      </p:to>
                                    </p:set>
                                  </p:childTnLst>
                                </p:cTn>
                              </p:par>
                            </p:childTnLst>
                          </p:cTn>
                        </p:par>
                      </p:childTnLst>
                    </p:cTn>
                  </p:par>
                  <p:par>
                    <p:cTn id="15" fill="hold" nodeType="clickPar">
                      <p:stCondLst>
                        <p:cond delay="indefinite"/>
                      </p:stCondLst>
                      <p:childTnLst>
                        <p:par>
                          <p:cTn id="16" fill="hold" nodeType="withGroup">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545795">
                                            <p:txEl>
                                              <p:pRg st="4" end="4"/>
                                            </p:txEl>
                                          </p:spTgt>
                                        </p:tgtEl>
                                        <p:attrNameLst>
                                          <p:attrName>style.visibility</p:attrName>
                                        </p:attrNameLst>
                                      </p:cBhvr>
                                      <p:to>
                                        <p:strVal val="visible"/>
                                      </p:to>
                                    </p:set>
                                  </p:childTnLst>
                                </p:cTn>
                              </p:par>
                            </p:childTnLst>
                          </p:cTn>
                        </p:par>
                      </p:childTnLst>
                    </p:cTn>
                  </p:par>
                  <p:par>
                    <p:cTn id="19" fill="hold" nodeType="clickPar">
                      <p:stCondLst>
                        <p:cond delay="indefinite"/>
                      </p:stCondLst>
                      <p:childTnLst>
                        <p:par>
                          <p:cTn id="20" fill="hold" nodeType="withGroup">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545795">
                                            <p:txEl>
                                              <p:pRg st="5" end="5"/>
                                            </p:txEl>
                                          </p:spTgt>
                                        </p:tgtEl>
                                        <p:attrNameLst>
                                          <p:attrName>style.visibility</p:attrName>
                                        </p:attrNameLst>
                                      </p:cBhvr>
                                      <p:to>
                                        <p:strVal val="visible"/>
                                      </p:to>
                                    </p:set>
                                  </p:childTnLst>
                                </p:cTn>
                              </p:par>
                            </p:childTnLst>
                          </p:cTn>
                        </p:par>
                      </p:childTnLst>
                    </p:cTn>
                  </p:par>
                  <p:par>
                    <p:cTn id="23" fill="hold" nodeType="clickPar">
                      <p:stCondLst>
                        <p:cond delay="indefinite"/>
                      </p:stCondLst>
                      <p:childTnLst>
                        <p:par>
                          <p:cTn id="24" fill="hold" nodeType="withGroup">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545795">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45795" grpId="0" build="p"/>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80993" name="Rectangle 2"/>
          <p:cNvSpPr>
            <a:spLocks noGrp="1" noChangeArrowheads="1"/>
          </p:cNvSpPr>
          <p:nvPr>
            <p:ph type="title"/>
          </p:nvPr>
        </p:nvSpPr>
        <p:spPr>
          <a:xfrm>
            <a:off x="495300" y="188913"/>
            <a:ext cx="9066213" cy="792162"/>
          </a:xfrm>
        </p:spPr>
        <p:txBody>
          <a:bodyPr/>
          <a:lstStyle/>
          <a:p>
            <a:pPr algn="ctr"/>
            <a:r>
              <a:rPr lang="zh-CN" altLang="en-US" smtClean="0">
                <a:ea typeface="黑体" panose="02010609060101010101" pitchFamily="49" charset="-122"/>
              </a:rPr>
              <a:t>关于“最佳路由” </a:t>
            </a:r>
          </a:p>
        </p:txBody>
      </p:sp>
      <p:sp>
        <p:nvSpPr>
          <p:cNvPr id="547843" name="Rectangle 3"/>
          <p:cNvSpPr>
            <a:spLocks noGrp="1" noChangeArrowheads="1"/>
          </p:cNvSpPr>
          <p:nvPr>
            <p:ph idx="1"/>
          </p:nvPr>
        </p:nvSpPr>
        <p:spPr>
          <a:xfrm>
            <a:off x="495300" y="1196975"/>
            <a:ext cx="9066213" cy="4933950"/>
          </a:xfrm>
        </p:spPr>
        <p:txBody>
          <a:bodyPr/>
          <a:lstStyle/>
          <a:p>
            <a:pPr algn="just"/>
            <a:r>
              <a:rPr lang="zh-CN" altLang="en-US" smtClean="0">
                <a:ea typeface="黑体" panose="02010609060101010101" pitchFamily="49" charset="-122"/>
              </a:rPr>
              <a:t>不存在一种绝对的最佳路由算法。</a:t>
            </a:r>
          </a:p>
          <a:p>
            <a:pPr algn="just"/>
            <a:r>
              <a:rPr lang="zh-CN" altLang="en-US" smtClean="0">
                <a:solidFill>
                  <a:srgbClr val="0000FF"/>
                </a:solidFill>
                <a:ea typeface="黑体" panose="02010609060101010101" pitchFamily="49" charset="-122"/>
              </a:rPr>
              <a:t>所谓“</a:t>
            </a:r>
            <a:r>
              <a:rPr lang="zh-CN" altLang="en-US" smtClean="0">
                <a:solidFill>
                  <a:srgbClr val="FF0000"/>
                </a:solidFill>
                <a:ea typeface="黑体" panose="02010609060101010101" pitchFamily="49" charset="-122"/>
              </a:rPr>
              <a:t>最佳</a:t>
            </a:r>
            <a:r>
              <a:rPr lang="zh-CN" altLang="en-US" smtClean="0">
                <a:solidFill>
                  <a:srgbClr val="0000FF"/>
                </a:solidFill>
                <a:ea typeface="黑体" panose="02010609060101010101" pitchFamily="49" charset="-122"/>
              </a:rPr>
              <a:t>”只能是相对于某一种特定要求下得出的较为合理的选择而已。</a:t>
            </a:r>
          </a:p>
          <a:p>
            <a:pPr algn="just"/>
            <a:r>
              <a:rPr lang="zh-CN" altLang="en-US" smtClean="0">
                <a:ea typeface="黑体" panose="02010609060101010101" pitchFamily="49" charset="-122"/>
              </a:rPr>
              <a:t>实际的路由选择算法，应尽可能接近于理想的算法。 </a:t>
            </a:r>
          </a:p>
          <a:p>
            <a:pPr algn="just"/>
            <a:r>
              <a:rPr lang="zh-CN" altLang="en-US" smtClean="0">
                <a:ea typeface="黑体" panose="02010609060101010101" pitchFamily="49" charset="-122"/>
              </a:rPr>
              <a:t>路由选择是个非常复杂的问题</a:t>
            </a:r>
          </a:p>
          <a:p>
            <a:pPr lvl="1" algn="just"/>
            <a:r>
              <a:rPr lang="zh-CN" altLang="en-US" smtClean="0">
                <a:solidFill>
                  <a:srgbClr val="0000FF"/>
                </a:solidFill>
                <a:ea typeface="黑体" panose="02010609060101010101" pitchFamily="49" charset="-122"/>
              </a:rPr>
              <a:t>它是网络中的所有结点共同协调工作的结果。</a:t>
            </a:r>
          </a:p>
          <a:p>
            <a:pPr lvl="1" algn="just"/>
            <a:r>
              <a:rPr lang="zh-CN" altLang="en-US" smtClean="0">
                <a:solidFill>
                  <a:srgbClr val="0000FF"/>
                </a:solidFill>
                <a:ea typeface="黑体" panose="02010609060101010101" pitchFamily="49" charset="-122"/>
              </a:rPr>
              <a:t>路由选择的环境往往是不断变化的，而这种变化有时无法事先知道。  </a:t>
            </a:r>
          </a:p>
        </p:txBody>
      </p:sp>
      <p:sp>
        <p:nvSpPr>
          <p:cNvPr id="980995" name="灯片编号占位符 3"/>
          <p:cNvSpPr>
            <a:spLocks noGrp="1" noChangeArrowheads="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07D1C995-7DF4-42A0-B7C7-CDA6A9BC192A}" type="slidenum">
              <a:rPr lang="zh-CN" altLang="en-US" smtClean="0"/>
              <a:pPr eaLnBrk="1" hangingPunct="1"/>
              <a:t>4</a:t>
            </a:fld>
            <a:endParaRPr lang="en-US" altLang="zh-CN" smtClean="0"/>
          </a:p>
        </p:txBody>
      </p:sp>
      <p:sp>
        <p:nvSpPr>
          <p:cNvPr id="980996" name="页脚占位符 4"/>
          <p:cNvSpPr>
            <a:spLocks noGrp="1" noChangeArrowheads="1"/>
          </p:cNvSpPr>
          <p:nvPr>
            <p:ph type="ftr"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zh-CN" smtClean="0"/>
              <a:t>ppt课件</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47843">
                                            <p:txEl>
                                              <p:pRg st="1" end="1"/>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547843">
                                            <p:txEl>
                                              <p:pRg st="2" end="2"/>
                                            </p:txEl>
                                          </p:spTgt>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547843">
                                            <p:txEl>
                                              <p:pRg st="3" end="3"/>
                                            </p:txEl>
                                          </p:spTgt>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547843">
                                            <p:txEl>
                                              <p:pRg st="4" end="4"/>
                                            </p:txEl>
                                          </p:spTgt>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547843">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47843" grpId="0" build="p"/>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83041" name="Rectangle 2"/>
          <p:cNvSpPr>
            <a:spLocks noGrp="1" noChangeArrowheads="1"/>
          </p:cNvSpPr>
          <p:nvPr>
            <p:ph type="title"/>
          </p:nvPr>
        </p:nvSpPr>
        <p:spPr>
          <a:xfrm>
            <a:off x="495300" y="188913"/>
            <a:ext cx="9066213" cy="792162"/>
          </a:xfrm>
        </p:spPr>
        <p:txBody>
          <a:bodyPr/>
          <a:lstStyle/>
          <a:p>
            <a:pPr algn="ctr"/>
            <a:r>
              <a:rPr lang="zh-CN" altLang="en-US" smtClean="0">
                <a:ea typeface="黑体" panose="02010609060101010101" pitchFamily="49" charset="-122"/>
              </a:rPr>
              <a:t>从路由算法的自适应性考虑</a:t>
            </a:r>
          </a:p>
        </p:txBody>
      </p:sp>
      <p:sp>
        <p:nvSpPr>
          <p:cNvPr id="548867" name="Rectangle 3"/>
          <p:cNvSpPr>
            <a:spLocks noGrp="1" noChangeArrowheads="1"/>
          </p:cNvSpPr>
          <p:nvPr>
            <p:ph idx="1"/>
          </p:nvPr>
        </p:nvSpPr>
        <p:spPr>
          <a:xfrm>
            <a:off x="495300" y="1196975"/>
            <a:ext cx="9066213" cy="4933950"/>
          </a:xfrm>
        </p:spPr>
        <p:txBody>
          <a:bodyPr/>
          <a:lstStyle/>
          <a:p>
            <a:pPr algn="just"/>
            <a:r>
              <a:rPr lang="zh-CN" altLang="en-US" smtClean="0">
                <a:solidFill>
                  <a:srgbClr val="FF0000"/>
                </a:solidFill>
                <a:ea typeface="黑体" panose="02010609060101010101" pitchFamily="49" charset="-122"/>
              </a:rPr>
              <a:t>静态</a:t>
            </a:r>
            <a:r>
              <a:rPr lang="zh-CN" altLang="en-US" smtClean="0">
                <a:ea typeface="黑体" panose="02010609060101010101" pitchFamily="49" charset="-122"/>
              </a:rPr>
              <a:t>路由选择策略</a:t>
            </a:r>
            <a:r>
              <a:rPr lang="en-US" altLang="zh-CN" smtClean="0">
                <a:ea typeface="黑体" panose="02010609060101010101" pitchFamily="49" charset="-122"/>
              </a:rPr>
              <a:t>——</a:t>
            </a:r>
            <a:r>
              <a:rPr lang="zh-CN" altLang="en-US" smtClean="0">
                <a:ea typeface="黑体" panose="02010609060101010101" pitchFamily="49" charset="-122"/>
              </a:rPr>
              <a:t>即</a:t>
            </a:r>
            <a:r>
              <a:rPr lang="zh-CN" altLang="en-US" smtClean="0">
                <a:solidFill>
                  <a:srgbClr val="0000FF"/>
                </a:solidFill>
                <a:ea typeface="黑体" panose="02010609060101010101" pitchFamily="49" charset="-122"/>
              </a:rPr>
              <a:t>非自适应路由选择，</a:t>
            </a:r>
            <a:r>
              <a:rPr lang="zh-CN" altLang="en-US" smtClean="0">
                <a:ea typeface="黑体" panose="02010609060101010101" pitchFamily="49" charset="-122"/>
              </a:rPr>
              <a:t>其特点是简单和开销较小，但不能及时适应网络状态的变化。 </a:t>
            </a:r>
          </a:p>
          <a:p>
            <a:pPr algn="just"/>
            <a:r>
              <a:rPr lang="zh-CN" altLang="en-US" smtClean="0">
                <a:solidFill>
                  <a:srgbClr val="FF0000"/>
                </a:solidFill>
                <a:ea typeface="黑体" panose="02010609060101010101" pitchFamily="49" charset="-122"/>
              </a:rPr>
              <a:t>动态</a:t>
            </a:r>
            <a:r>
              <a:rPr lang="zh-CN" altLang="en-US" smtClean="0">
                <a:ea typeface="黑体" panose="02010609060101010101" pitchFamily="49" charset="-122"/>
              </a:rPr>
              <a:t>路由选择策略</a:t>
            </a:r>
            <a:r>
              <a:rPr lang="en-US" altLang="zh-CN" smtClean="0">
                <a:ea typeface="黑体" panose="02010609060101010101" pitchFamily="49" charset="-122"/>
              </a:rPr>
              <a:t>——</a:t>
            </a:r>
            <a:r>
              <a:rPr lang="zh-CN" altLang="en-US" smtClean="0">
                <a:ea typeface="黑体" panose="02010609060101010101" pitchFamily="49" charset="-122"/>
              </a:rPr>
              <a:t>即</a:t>
            </a:r>
            <a:r>
              <a:rPr lang="zh-CN" altLang="en-US" smtClean="0">
                <a:solidFill>
                  <a:srgbClr val="0000FF"/>
                </a:solidFill>
                <a:ea typeface="黑体" panose="02010609060101010101" pitchFamily="49" charset="-122"/>
              </a:rPr>
              <a:t>自适应路由选择，</a:t>
            </a:r>
            <a:r>
              <a:rPr lang="zh-CN" altLang="en-US" smtClean="0">
                <a:ea typeface="黑体" panose="02010609060101010101" pitchFamily="49" charset="-122"/>
              </a:rPr>
              <a:t>其特点是能较好地适应网络状态的变化，但实现起来较为复杂，开销也比较大。  </a:t>
            </a:r>
          </a:p>
        </p:txBody>
      </p:sp>
      <p:sp>
        <p:nvSpPr>
          <p:cNvPr id="983043" name="灯片编号占位符 3"/>
          <p:cNvSpPr>
            <a:spLocks noGrp="1" noChangeArrowheads="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FF335C14-C03B-4596-A222-B38797DABACE}" type="slidenum">
              <a:rPr lang="zh-CN" altLang="en-US" smtClean="0"/>
              <a:pPr eaLnBrk="1" hangingPunct="1"/>
              <a:t>5</a:t>
            </a:fld>
            <a:endParaRPr lang="en-US" altLang="zh-CN" smtClean="0"/>
          </a:p>
        </p:txBody>
      </p:sp>
      <p:sp>
        <p:nvSpPr>
          <p:cNvPr id="983044" name="页脚占位符 4"/>
          <p:cNvSpPr>
            <a:spLocks noGrp="1" noChangeArrowheads="1"/>
          </p:cNvSpPr>
          <p:nvPr>
            <p:ph type="ftr"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zh-CN" smtClean="0"/>
              <a:t>ppt课件</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48867">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48867" grpId="0" build="p"/>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85089" name="Rectangle 2"/>
          <p:cNvSpPr>
            <a:spLocks noGrp="1" noChangeArrowheads="1"/>
          </p:cNvSpPr>
          <p:nvPr>
            <p:ph type="title"/>
          </p:nvPr>
        </p:nvSpPr>
        <p:spPr>
          <a:xfrm>
            <a:off x="495300" y="188913"/>
            <a:ext cx="9066213" cy="792162"/>
          </a:xfrm>
        </p:spPr>
        <p:txBody>
          <a:bodyPr/>
          <a:lstStyle/>
          <a:p>
            <a:r>
              <a:rPr lang="en-US" altLang="zh-CN" smtClean="0">
                <a:ea typeface="黑体" panose="02010609060101010101" pitchFamily="49" charset="-122"/>
              </a:rPr>
              <a:t>2.  </a:t>
            </a:r>
            <a:r>
              <a:rPr lang="zh-CN" altLang="en-US" smtClean="0">
                <a:ea typeface="黑体" panose="02010609060101010101" pitchFamily="49" charset="-122"/>
              </a:rPr>
              <a:t>分层次的路由选择协议</a:t>
            </a:r>
          </a:p>
        </p:txBody>
      </p:sp>
      <p:sp>
        <p:nvSpPr>
          <p:cNvPr id="549891" name="Rectangle 3"/>
          <p:cNvSpPr>
            <a:spLocks noGrp="1" noChangeArrowheads="1"/>
          </p:cNvSpPr>
          <p:nvPr>
            <p:ph idx="1"/>
          </p:nvPr>
        </p:nvSpPr>
        <p:spPr>
          <a:xfrm>
            <a:off x="495300" y="1196975"/>
            <a:ext cx="9066213" cy="4933950"/>
          </a:xfrm>
        </p:spPr>
        <p:txBody>
          <a:bodyPr/>
          <a:lstStyle/>
          <a:p>
            <a:pPr algn="just"/>
            <a:r>
              <a:rPr lang="zh-CN" altLang="en-US" dirty="0" smtClean="0">
                <a:solidFill>
                  <a:srgbClr val="FF0000"/>
                </a:solidFill>
                <a:ea typeface="黑体" panose="02010609060101010101" pitchFamily="49" charset="-122"/>
              </a:rPr>
              <a:t>互联网采用分层次的路由选择协议。</a:t>
            </a:r>
            <a:r>
              <a:rPr lang="zh-CN" altLang="en-US" dirty="0" smtClean="0">
                <a:ea typeface="黑体" panose="02010609060101010101" pitchFamily="49" charset="-122"/>
              </a:rPr>
              <a:t>这是因为：</a:t>
            </a:r>
          </a:p>
          <a:p>
            <a:pPr lvl="1" algn="just"/>
            <a:r>
              <a:rPr lang="en-US" altLang="zh-CN" dirty="0" smtClean="0">
                <a:ea typeface="黑体" panose="02010609060101010101" pitchFamily="49" charset="-122"/>
              </a:rPr>
              <a:t>(1) </a:t>
            </a:r>
            <a:r>
              <a:rPr lang="zh-CN" altLang="en-US" dirty="0" smtClean="0">
                <a:solidFill>
                  <a:srgbClr val="0000FF"/>
                </a:solidFill>
                <a:ea typeface="黑体" panose="02010609060101010101" pitchFamily="49" charset="-122"/>
              </a:rPr>
              <a:t>互联网的规模非常大</a:t>
            </a:r>
            <a:r>
              <a:rPr lang="zh-CN" altLang="en-US" dirty="0" smtClean="0">
                <a:ea typeface="黑体" panose="02010609060101010101" pitchFamily="49" charset="-122"/>
              </a:rPr>
              <a:t>。如果让所有的路由器知道所有的网络应怎样到达，则这种路由表将非常大，处理起来也太花时间。而所有这些路由器之间交换路由信息所需的带宽就会使互联网的通信链路饱和。</a:t>
            </a:r>
          </a:p>
          <a:p>
            <a:pPr lvl="1" algn="just"/>
            <a:r>
              <a:rPr lang="en-US" altLang="zh-CN" dirty="0" smtClean="0">
                <a:ea typeface="黑体" panose="02010609060101010101" pitchFamily="49" charset="-122"/>
              </a:rPr>
              <a:t>(2) </a:t>
            </a:r>
            <a:r>
              <a:rPr lang="zh-CN" altLang="en-US" dirty="0" smtClean="0">
                <a:ea typeface="黑体" panose="02010609060101010101" pitchFamily="49" charset="-122"/>
              </a:rPr>
              <a:t>许多单位</a:t>
            </a:r>
            <a:r>
              <a:rPr lang="zh-CN" altLang="en-US" dirty="0" smtClean="0">
                <a:solidFill>
                  <a:srgbClr val="0000FF"/>
                </a:solidFill>
                <a:ea typeface="黑体" panose="02010609060101010101" pitchFamily="49" charset="-122"/>
              </a:rPr>
              <a:t>不愿意外界了解</a:t>
            </a:r>
            <a:r>
              <a:rPr lang="zh-CN" altLang="en-US" dirty="0" smtClean="0">
                <a:ea typeface="黑体" panose="02010609060101010101" pitchFamily="49" charset="-122"/>
              </a:rPr>
              <a:t>自己单位网络的布局细节和本部门所采用的路由选择协议（这属于本部门内部的事情），但同时还希望连接到互联网上。   </a:t>
            </a:r>
          </a:p>
        </p:txBody>
      </p:sp>
      <p:sp>
        <p:nvSpPr>
          <p:cNvPr id="985091" name="灯片编号占位符 3"/>
          <p:cNvSpPr>
            <a:spLocks noGrp="1" noChangeArrowheads="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FE80EE8F-84B6-41DF-81EF-7980533C2870}" type="slidenum">
              <a:rPr lang="zh-CN" altLang="en-US" smtClean="0"/>
              <a:pPr eaLnBrk="1" hangingPunct="1"/>
              <a:t>6</a:t>
            </a:fld>
            <a:endParaRPr lang="en-US" altLang="zh-CN" smtClean="0"/>
          </a:p>
        </p:txBody>
      </p:sp>
      <p:sp>
        <p:nvSpPr>
          <p:cNvPr id="985092" name="页脚占位符 4"/>
          <p:cNvSpPr>
            <a:spLocks noGrp="1" noChangeArrowheads="1"/>
          </p:cNvSpPr>
          <p:nvPr>
            <p:ph type="ftr"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zh-CN" smtClean="0"/>
              <a:t>ppt课件</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49891">
                                            <p:txEl>
                                              <p:pRg st="1" end="1"/>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549891">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49891" grpId="0" build="p"/>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87137" name="Rectangle 2"/>
          <p:cNvSpPr>
            <a:spLocks noGrp="1" noChangeArrowheads="1"/>
          </p:cNvSpPr>
          <p:nvPr>
            <p:ph type="title"/>
          </p:nvPr>
        </p:nvSpPr>
        <p:spPr>
          <a:xfrm>
            <a:off x="495300" y="188913"/>
            <a:ext cx="9066213" cy="1511300"/>
          </a:xfrm>
        </p:spPr>
        <p:txBody>
          <a:bodyPr/>
          <a:lstStyle/>
          <a:p>
            <a:pPr algn="ctr"/>
            <a:r>
              <a:rPr lang="zh-CN" altLang="en-US" u="sng" dirty="0" smtClean="0">
                <a:solidFill>
                  <a:srgbClr val="FF0000"/>
                </a:solidFill>
                <a:ea typeface="黑体" panose="02010609060101010101" pitchFamily="49" charset="-122"/>
              </a:rPr>
              <a:t>自治系统 </a:t>
            </a:r>
            <a:r>
              <a:rPr lang="en-US" altLang="zh-CN" u="sng" dirty="0" smtClean="0">
                <a:solidFill>
                  <a:srgbClr val="FF0000"/>
                </a:solidFill>
                <a:ea typeface="黑体" panose="02010609060101010101" pitchFamily="49" charset="-122"/>
              </a:rPr>
              <a:t>AS</a:t>
            </a:r>
            <a:br>
              <a:rPr lang="en-US" altLang="zh-CN" u="sng" dirty="0" smtClean="0">
                <a:solidFill>
                  <a:srgbClr val="FF0000"/>
                </a:solidFill>
                <a:ea typeface="黑体" panose="02010609060101010101" pitchFamily="49" charset="-122"/>
              </a:rPr>
            </a:br>
            <a:r>
              <a:rPr lang="en-US" altLang="zh-CN" u="sng" dirty="0" smtClean="0">
                <a:solidFill>
                  <a:srgbClr val="FF0000"/>
                </a:solidFill>
                <a:ea typeface="黑体" panose="02010609060101010101" pitchFamily="49" charset="-122"/>
              </a:rPr>
              <a:t>(Autonomous System) </a:t>
            </a:r>
          </a:p>
        </p:txBody>
      </p:sp>
      <p:sp>
        <p:nvSpPr>
          <p:cNvPr id="987138" name="Rectangle 4"/>
          <p:cNvSpPr>
            <a:spLocks noGrp="1" noChangeArrowheads="1"/>
          </p:cNvSpPr>
          <p:nvPr>
            <p:ph idx="1"/>
          </p:nvPr>
        </p:nvSpPr>
        <p:spPr>
          <a:xfrm>
            <a:off x="495300" y="1773238"/>
            <a:ext cx="9066213" cy="4357687"/>
          </a:xfrm>
        </p:spPr>
        <p:txBody>
          <a:bodyPr/>
          <a:lstStyle/>
          <a:p>
            <a:pPr>
              <a:spcBef>
                <a:spcPct val="0"/>
              </a:spcBef>
              <a:buClrTx/>
              <a:buSzTx/>
              <a:buFontTx/>
              <a:buChar char="•"/>
            </a:pPr>
            <a:r>
              <a:rPr lang="zh-CN" altLang="en-US" sz="2800" dirty="0" smtClean="0">
                <a:solidFill>
                  <a:srgbClr val="FF0000"/>
                </a:solidFill>
                <a:ea typeface="黑体" panose="02010609060101010101" pitchFamily="49" charset="-122"/>
              </a:rPr>
              <a:t>自治系统 </a:t>
            </a:r>
            <a:r>
              <a:rPr lang="en-US" altLang="zh-CN" sz="2800" dirty="0" smtClean="0">
                <a:solidFill>
                  <a:srgbClr val="FF0000"/>
                </a:solidFill>
                <a:ea typeface="黑体" panose="02010609060101010101" pitchFamily="49" charset="-122"/>
              </a:rPr>
              <a:t>AS </a:t>
            </a:r>
            <a:r>
              <a:rPr lang="zh-CN" altLang="en-US" sz="2800" dirty="0" smtClean="0">
                <a:solidFill>
                  <a:srgbClr val="FF0000"/>
                </a:solidFill>
                <a:ea typeface="黑体" panose="02010609060101010101" pitchFamily="49" charset="-122"/>
              </a:rPr>
              <a:t>的定义：</a:t>
            </a:r>
            <a:r>
              <a:rPr lang="zh-CN" altLang="en-US" sz="2800" dirty="0" smtClean="0">
                <a:ea typeface="黑体" panose="02010609060101010101" pitchFamily="49" charset="-122"/>
              </a:rPr>
              <a:t>在单一的技术管理下的一组路由器，而这些路由器使用一种 </a:t>
            </a:r>
            <a:r>
              <a:rPr lang="en-US" altLang="zh-CN" sz="2800" dirty="0" smtClean="0">
                <a:ea typeface="黑体" panose="02010609060101010101" pitchFamily="49" charset="-122"/>
              </a:rPr>
              <a:t>AS </a:t>
            </a:r>
            <a:r>
              <a:rPr lang="zh-CN" altLang="en-US" sz="2800" dirty="0" smtClean="0">
                <a:solidFill>
                  <a:srgbClr val="0000FF"/>
                </a:solidFill>
                <a:ea typeface="黑体" panose="02010609060101010101" pitchFamily="49" charset="-122"/>
              </a:rPr>
              <a:t>内部</a:t>
            </a:r>
            <a:r>
              <a:rPr lang="zh-CN" altLang="en-US" sz="2800" dirty="0" smtClean="0">
                <a:ea typeface="黑体" panose="02010609060101010101" pitchFamily="49" charset="-122"/>
              </a:rPr>
              <a:t>的</a:t>
            </a:r>
            <a:r>
              <a:rPr lang="zh-CN" altLang="en-US" sz="2800" dirty="0" smtClean="0">
                <a:solidFill>
                  <a:srgbClr val="0000FF"/>
                </a:solidFill>
                <a:ea typeface="黑体" panose="02010609060101010101" pitchFamily="49" charset="-122"/>
              </a:rPr>
              <a:t>路由选择协议</a:t>
            </a:r>
            <a:r>
              <a:rPr lang="zh-CN" altLang="en-US" sz="2800" dirty="0" smtClean="0">
                <a:ea typeface="黑体" panose="02010609060101010101" pitchFamily="49" charset="-122"/>
              </a:rPr>
              <a:t>和共同的度量，以确定分组在该 </a:t>
            </a:r>
            <a:r>
              <a:rPr lang="en-US" altLang="zh-CN" sz="2800" dirty="0" smtClean="0">
                <a:ea typeface="黑体" panose="02010609060101010101" pitchFamily="49" charset="-122"/>
              </a:rPr>
              <a:t>AS </a:t>
            </a:r>
            <a:r>
              <a:rPr lang="zh-CN" altLang="en-US" sz="2800" dirty="0" smtClean="0">
                <a:ea typeface="黑体" panose="02010609060101010101" pitchFamily="49" charset="-122"/>
              </a:rPr>
              <a:t>内的路由，同时还使用一种 </a:t>
            </a:r>
            <a:r>
              <a:rPr lang="en-US" altLang="zh-CN" sz="2800" dirty="0" smtClean="0">
                <a:solidFill>
                  <a:srgbClr val="0000FF"/>
                </a:solidFill>
                <a:ea typeface="黑体" panose="02010609060101010101" pitchFamily="49" charset="-122"/>
              </a:rPr>
              <a:t>AS </a:t>
            </a:r>
            <a:r>
              <a:rPr lang="zh-CN" altLang="en-US" sz="2800" dirty="0" smtClean="0">
                <a:solidFill>
                  <a:srgbClr val="0000FF"/>
                </a:solidFill>
                <a:ea typeface="黑体" panose="02010609060101010101" pitchFamily="49" charset="-122"/>
              </a:rPr>
              <a:t>之间的路由选择协议</a:t>
            </a:r>
            <a:r>
              <a:rPr lang="zh-CN" altLang="en-US" sz="2800" dirty="0" smtClean="0">
                <a:ea typeface="黑体" panose="02010609060101010101" pitchFamily="49" charset="-122"/>
              </a:rPr>
              <a:t>用以确定分组在 </a:t>
            </a:r>
            <a:r>
              <a:rPr lang="en-US" altLang="zh-CN" sz="2800" dirty="0" smtClean="0">
                <a:ea typeface="黑体" panose="02010609060101010101" pitchFamily="49" charset="-122"/>
              </a:rPr>
              <a:t>AS</a:t>
            </a:r>
            <a:r>
              <a:rPr lang="zh-CN" altLang="en-US" sz="2800" dirty="0" smtClean="0">
                <a:ea typeface="黑体" panose="02010609060101010101" pitchFamily="49" charset="-122"/>
              </a:rPr>
              <a:t>之间的路由。</a:t>
            </a:r>
          </a:p>
          <a:p>
            <a:pPr>
              <a:spcBef>
                <a:spcPct val="0"/>
              </a:spcBef>
              <a:buClrTx/>
              <a:buSzTx/>
              <a:buFontTx/>
              <a:buChar char="•"/>
            </a:pPr>
            <a:r>
              <a:rPr lang="zh-CN" altLang="en-US" sz="2800" dirty="0" smtClean="0">
                <a:ea typeface="黑体" panose="02010609060101010101" pitchFamily="49" charset="-122"/>
              </a:rPr>
              <a:t>现在对自治系统 </a:t>
            </a:r>
            <a:r>
              <a:rPr lang="en-US" altLang="zh-CN" sz="2800" dirty="0" smtClean="0">
                <a:ea typeface="黑体" panose="02010609060101010101" pitchFamily="49" charset="-122"/>
              </a:rPr>
              <a:t>AS </a:t>
            </a:r>
            <a:r>
              <a:rPr lang="zh-CN" altLang="en-US" sz="2800" dirty="0" smtClean="0">
                <a:ea typeface="黑体" panose="02010609060101010101" pitchFamily="49" charset="-122"/>
              </a:rPr>
              <a:t>的定义是强调下面的事实：</a:t>
            </a:r>
            <a:r>
              <a:rPr lang="zh-CN" altLang="en-US" sz="2800" dirty="0" smtClean="0">
                <a:solidFill>
                  <a:srgbClr val="0000FF"/>
                </a:solidFill>
                <a:ea typeface="黑体" panose="02010609060101010101" pitchFamily="49" charset="-122"/>
              </a:rPr>
              <a:t>一个 </a:t>
            </a:r>
            <a:r>
              <a:rPr lang="en-US" altLang="zh-CN" sz="2800" dirty="0" smtClean="0">
                <a:solidFill>
                  <a:srgbClr val="0000FF"/>
                </a:solidFill>
                <a:ea typeface="黑体" panose="02010609060101010101" pitchFamily="49" charset="-122"/>
              </a:rPr>
              <a:t>AS </a:t>
            </a:r>
            <a:r>
              <a:rPr lang="zh-CN" altLang="en-US" sz="2800" dirty="0" smtClean="0">
                <a:solidFill>
                  <a:srgbClr val="0000FF"/>
                </a:solidFill>
                <a:ea typeface="黑体" panose="02010609060101010101" pitchFamily="49" charset="-122"/>
              </a:rPr>
              <a:t>对其他 </a:t>
            </a:r>
            <a:r>
              <a:rPr lang="en-US" altLang="zh-CN" sz="2800" dirty="0" smtClean="0">
                <a:solidFill>
                  <a:srgbClr val="0000FF"/>
                </a:solidFill>
                <a:ea typeface="黑体" panose="02010609060101010101" pitchFamily="49" charset="-122"/>
              </a:rPr>
              <a:t>AS </a:t>
            </a:r>
            <a:r>
              <a:rPr lang="zh-CN" altLang="en-US" sz="2800" dirty="0" smtClean="0">
                <a:solidFill>
                  <a:srgbClr val="0000FF"/>
                </a:solidFill>
                <a:ea typeface="黑体" panose="02010609060101010101" pitchFamily="49" charset="-122"/>
              </a:rPr>
              <a:t>表现出的是一个</a:t>
            </a:r>
            <a:r>
              <a:rPr lang="zh-CN" altLang="en-US" sz="2800" dirty="0" smtClean="0">
                <a:solidFill>
                  <a:srgbClr val="FF0000"/>
                </a:solidFill>
                <a:ea typeface="黑体" panose="02010609060101010101" pitchFamily="49" charset="-122"/>
              </a:rPr>
              <a:t>单一的和一致的路由选择策略。</a:t>
            </a:r>
          </a:p>
        </p:txBody>
      </p:sp>
      <p:sp>
        <p:nvSpPr>
          <p:cNvPr id="987139" name="Rectangle 3"/>
          <p:cNvSpPr>
            <a:spLocks noChangeArrowheads="1"/>
          </p:cNvSpPr>
          <p:nvPr/>
        </p:nvSpPr>
        <p:spPr bwMode="auto">
          <a:xfrm>
            <a:off x="0" y="3078163"/>
            <a:ext cx="184150" cy="368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p>
            <a:pPr eaLnBrk="0" hangingPunct="0"/>
            <a:endParaRPr lang="zh-CN" altLang="en-US">
              <a:ea typeface="宋体" panose="02010600030101010101" pitchFamily="2" charset="-122"/>
            </a:endParaRPr>
          </a:p>
        </p:txBody>
      </p:sp>
      <p:sp>
        <p:nvSpPr>
          <p:cNvPr id="987140" name="灯片编号占位符 3"/>
          <p:cNvSpPr>
            <a:spLocks noGrp="1" noChangeArrowheads="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F8AF1EC6-BA3E-4954-907E-206BD64D50C9}" type="slidenum">
              <a:rPr lang="zh-CN" altLang="en-US" smtClean="0"/>
              <a:pPr eaLnBrk="1" hangingPunct="1"/>
              <a:t>7</a:t>
            </a:fld>
            <a:endParaRPr lang="en-US" altLang="zh-CN" smtClean="0"/>
          </a:p>
        </p:txBody>
      </p:sp>
      <p:sp>
        <p:nvSpPr>
          <p:cNvPr id="987141" name="页脚占位符 4"/>
          <p:cNvSpPr>
            <a:spLocks noGrp="1" noChangeArrowheads="1"/>
          </p:cNvSpPr>
          <p:nvPr>
            <p:ph type="ftr"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zh-CN" smtClean="0"/>
              <a:t>ppt课件</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89185" name="标题 3"/>
          <p:cNvSpPr>
            <a:spLocks noGrp="1" noChangeArrowheads="1"/>
          </p:cNvSpPr>
          <p:nvPr>
            <p:ph type="title"/>
          </p:nvPr>
        </p:nvSpPr>
        <p:spPr/>
        <p:txBody>
          <a:bodyPr/>
          <a:lstStyle/>
          <a:p>
            <a:pPr algn="ctr"/>
            <a:r>
              <a:rPr lang="zh-CN" altLang="en-US" smtClean="0">
                <a:ea typeface="黑体" panose="02010609060101010101" pitchFamily="49" charset="-122"/>
              </a:rPr>
              <a:t>自治系统 </a:t>
            </a:r>
            <a:r>
              <a:rPr lang="en-US" altLang="zh-CN" smtClean="0">
                <a:ea typeface="黑体" panose="02010609060101010101" pitchFamily="49" charset="-122"/>
              </a:rPr>
              <a:t>AS</a:t>
            </a:r>
            <a:endParaRPr lang="zh-CN" altLang="en-US" smtClean="0">
              <a:ea typeface="黑体" panose="02010609060101010101" pitchFamily="49" charset="-122"/>
            </a:endParaRPr>
          </a:p>
        </p:txBody>
      </p:sp>
      <p:grpSp>
        <p:nvGrpSpPr>
          <p:cNvPr id="989186" name="Group 250"/>
          <p:cNvGrpSpPr>
            <a:grpSpLocks/>
          </p:cNvGrpSpPr>
          <p:nvPr/>
        </p:nvGrpSpPr>
        <p:grpSpPr bwMode="auto">
          <a:xfrm>
            <a:off x="1427163" y="1219200"/>
            <a:ext cx="7413625" cy="4802188"/>
            <a:chOff x="657" y="1056"/>
            <a:chExt cx="4368" cy="2815"/>
          </a:xfrm>
        </p:grpSpPr>
        <p:grpSp>
          <p:nvGrpSpPr>
            <p:cNvPr id="989187" name="Group 127"/>
            <p:cNvGrpSpPr>
              <a:grpSpLocks/>
            </p:cNvGrpSpPr>
            <p:nvPr/>
          </p:nvGrpSpPr>
          <p:grpSpPr bwMode="auto">
            <a:xfrm>
              <a:off x="657" y="1056"/>
              <a:ext cx="4368" cy="2815"/>
              <a:chOff x="657" y="1056"/>
              <a:chExt cx="4368" cy="2815"/>
            </a:xfrm>
          </p:grpSpPr>
          <p:sp>
            <p:nvSpPr>
              <p:cNvPr id="989188" name="Text Box 7"/>
              <p:cNvSpPr txBox="1">
                <a:spLocks noChangeArrowheads="1"/>
              </p:cNvSpPr>
              <p:nvPr/>
            </p:nvSpPr>
            <p:spPr bwMode="auto">
              <a:xfrm>
                <a:off x="1843" y="1538"/>
                <a:ext cx="341" cy="27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en-US" altLang="zh-CN" sz="2400" b="1">
                    <a:solidFill>
                      <a:srgbClr val="0000CC"/>
                    </a:solidFill>
                    <a:ea typeface="黑体" panose="02010609060101010101" pitchFamily="49" charset="-122"/>
                  </a:rPr>
                  <a:t>R1</a:t>
                </a:r>
              </a:p>
            </p:txBody>
          </p:sp>
          <p:grpSp>
            <p:nvGrpSpPr>
              <p:cNvPr id="989189" name="Group 8"/>
              <p:cNvGrpSpPr>
                <a:grpSpLocks/>
              </p:cNvGrpSpPr>
              <p:nvPr/>
            </p:nvGrpSpPr>
            <p:grpSpPr bwMode="auto">
              <a:xfrm>
                <a:off x="657" y="2625"/>
                <a:ext cx="1872" cy="1246"/>
                <a:chOff x="672" y="2304"/>
                <a:chExt cx="1872" cy="1246"/>
              </a:xfrm>
            </p:grpSpPr>
            <p:sp>
              <p:nvSpPr>
                <p:cNvPr id="989190" name="Rectangle 9"/>
                <p:cNvSpPr>
                  <a:spLocks noChangeArrowheads="1"/>
                </p:cNvSpPr>
                <p:nvPr/>
              </p:nvSpPr>
              <p:spPr bwMode="auto">
                <a:xfrm>
                  <a:off x="672" y="2304"/>
                  <a:ext cx="1872" cy="1008"/>
                </a:xfrm>
                <a:prstGeom prst="rect">
                  <a:avLst/>
                </a:prstGeom>
                <a:solidFill>
                  <a:srgbClr val="DDDDDD"/>
                </a:solidFill>
                <a:ln w="9525">
                  <a:solidFill>
                    <a:schemeClr val="tx1"/>
                  </a:solidFill>
                  <a:miter lim="800000"/>
                  <a:headEnd/>
                  <a:tailEnd/>
                </a:ln>
              </p:spPr>
              <p:txBody>
                <a:bodyPr wrap="none" anchor="ctr"/>
                <a:lstStyle/>
                <a:p>
                  <a:pPr eaLnBrk="0" hangingPunct="0"/>
                  <a:endParaRPr lang="zh-CN" altLang="en-US" sz="2400" b="1">
                    <a:solidFill>
                      <a:srgbClr val="0000CC"/>
                    </a:solidFill>
                    <a:ea typeface="黑体" panose="02010609060101010101" pitchFamily="49" charset="-122"/>
                  </a:endParaRPr>
                </a:p>
              </p:txBody>
            </p:sp>
            <p:sp>
              <p:nvSpPr>
                <p:cNvPr id="989191" name="Oval 10"/>
                <p:cNvSpPr>
                  <a:spLocks noChangeArrowheads="1"/>
                </p:cNvSpPr>
                <p:nvPr/>
              </p:nvSpPr>
              <p:spPr bwMode="auto">
                <a:xfrm>
                  <a:off x="1008" y="2448"/>
                  <a:ext cx="192" cy="96"/>
                </a:xfrm>
                <a:prstGeom prst="ellipse">
                  <a:avLst/>
                </a:prstGeom>
                <a:solidFill>
                  <a:schemeClr val="tx1"/>
                </a:solidFill>
                <a:ln w="9525">
                  <a:solidFill>
                    <a:schemeClr val="tx1"/>
                  </a:solidFill>
                  <a:miter lim="800000"/>
                  <a:headEnd/>
                  <a:tailEnd/>
                </a:ln>
              </p:spPr>
              <p:txBody>
                <a:bodyPr wrap="none" anchor="ctr"/>
                <a:lstStyle/>
                <a:p>
                  <a:pPr eaLnBrk="0" hangingPunct="0"/>
                  <a:endParaRPr lang="zh-CN" altLang="en-US" sz="2400" b="1">
                    <a:solidFill>
                      <a:srgbClr val="0000CC"/>
                    </a:solidFill>
                    <a:ea typeface="黑体" panose="02010609060101010101" pitchFamily="49" charset="-122"/>
                  </a:endParaRPr>
                </a:p>
              </p:txBody>
            </p:sp>
            <p:grpSp>
              <p:nvGrpSpPr>
                <p:cNvPr id="989192" name="Group 11"/>
                <p:cNvGrpSpPr>
                  <a:grpSpLocks/>
                </p:cNvGrpSpPr>
                <p:nvPr/>
              </p:nvGrpSpPr>
              <p:grpSpPr bwMode="auto">
                <a:xfrm>
                  <a:off x="2064" y="2880"/>
                  <a:ext cx="320" cy="184"/>
                  <a:chOff x="1000" y="3128"/>
                  <a:chExt cx="320" cy="184"/>
                </a:xfrm>
              </p:grpSpPr>
              <p:sp>
                <p:nvSpPr>
                  <p:cNvPr id="989193" name="AutoShape 12"/>
                  <p:cNvSpPr>
                    <a:spLocks noChangeArrowheads="1"/>
                  </p:cNvSpPr>
                  <p:nvPr/>
                </p:nvSpPr>
                <p:spPr bwMode="auto">
                  <a:xfrm>
                    <a:off x="1000" y="3128"/>
                    <a:ext cx="320" cy="184"/>
                  </a:xfrm>
                  <a:prstGeom prst="can">
                    <a:avLst>
                      <a:gd name="adj" fmla="val 50000"/>
                    </a:avLst>
                  </a:prstGeom>
                  <a:solidFill>
                    <a:srgbClr val="4D4D4D"/>
                  </a:solidFill>
                  <a:ln w="9525">
                    <a:solidFill>
                      <a:schemeClr val="tx1"/>
                    </a:solidFill>
                    <a:miter lim="800000"/>
                    <a:headEnd/>
                    <a:tailEnd/>
                  </a:ln>
                </p:spPr>
                <p:txBody>
                  <a:bodyPr wrap="none" anchor="ctr"/>
                  <a:lstStyle/>
                  <a:p>
                    <a:pPr eaLnBrk="0" hangingPunct="0"/>
                    <a:endParaRPr lang="zh-CN" altLang="en-US" sz="2400" b="1">
                      <a:solidFill>
                        <a:srgbClr val="0000CC"/>
                      </a:solidFill>
                      <a:ea typeface="黑体" panose="02010609060101010101" pitchFamily="49" charset="-122"/>
                    </a:endParaRPr>
                  </a:p>
                </p:txBody>
              </p:sp>
              <p:sp>
                <p:nvSpPr>
                  <p:cNvPr id="989194" name="Line 13"/>
                  <p:cNvSpPr>
                    <a:spLocks noChangeShapeType="1"/>
                  </p:cNvSpPr>
                  <p:nvPr/>
                </p:nvSpPr>
                <p:spPr bwMode="auto">
                  <a:xfrm>
                    <a:off x="1104" y="3144"/>
                    <a:ext cx="144" cy="48"/>
                  </a:xfrm>
                  <a:prstGeom prst="line">
                    <a:avLst/>
                  </a:prstGeom>
                  <a:noFill/>
                  <a:ln w="28575">
                    <a:solidFill>
                      <a:schemeClr val="bg1"/>
                    </a:solidFill>
                    <a:miter lim="800000"/>
                    <a:headEnd/>
                    <a:tailEnd/>
                  </a:ln>
                  <a:extLst>
                    <a:ext uri="{909E8E84-426E-40DD-AFC4-6F175D3DCCD1}">
                      <a14:hiddenFill xmlns:a14="http://schemas.microsoft.com/office/drawing/2010/main">
                        <a:noFill/>
                      </a14:hiddenFill>
                    </a:ext>
                  </a:extLst>
                </p:spPr>
                <p:txBody>
                  <a:bodyPr wrap="none"/>
                  <a:lstStyle/>
                  <a:p>
                    <a:pPr eaLnBrk="0" hangingPunct="0"/>
                    <a:endParaRPr lang="zh-CN" altLang="en-US" sz="2400" b="1">
                      <a:solidFill>
                        <a:srgbClr val="0000CC"/>
                      </a:solidFill>
                      <a:ea typeface="黑体" panose="02010609060101010101" pitchFamily="49" charset="-122"/>
                    </a:endParaRPr>
                  </a:p>
                </p:txBody>
              </p:sp>
              <p:sp>
                <p:nvSpPr>
                  <p:cNvPr id="989195" name="Line 14"/>
                  <p:cNvSpPr>
                    <a:spLocks noChangeShapeType="1"/>
                  </p:cNvSpPr>
                  <p:nvPr/>
                </p:nvSpPr>
                <p:spPr bwMode="auto">
                  <a:xfrm flipH="1">
                    <a:off x="1096" y="3144"/>
                    <a:ext cx="144" cy="48"/>
                  </a:xfrm>
                  <a:prstGeom prst="line">
                    <a:avLst/>
                  </a:prstGeom>
                  <a:noFill/>
                  <a:ln w="28575">
                    <a:solidFill>
                      <a:schemeClr val="bg1"/>
                    </a:solidFill>
                    <a:miter lim="800000"/>
                    <a:headEnd/>
                    <a:tailEnd/>
                  </a:ln>
                  <a:extLst>
                    <a:ext uri="{909E8E84-426E-40DD-AFC4-6F175D3DCCD1}">
                      <a14:hiddenFill xmlns:a14="http://schemas.microsoft.com/office/drawing/2010/main">
                        <a:noFill/>
                      </a14:hiddenFill>
                    </a:ext>
                  </a:extLst>
                </p:spPr>
                <p:txBody>
                  <a:bodyPr wrap="none"/>
                  <a:lstStyle/>
                  <a:p>
                    <a:pPr eaLnBrk="0" hangingPunct="0"/>
                    <a:endParaRPr lang="zh-CN" altLang="en-US" sz="2400" b="1">
                      <a:solidFill>
                        <a:srgbClr val="0000CC"/>
                      </a:solidFill>
                      <a:ea typeface="黑体" panose="02010609060101010101" pitchFamily="49" charset="-122"/>
                    </a:endParaRPr>
                  </a:p>
                </p:txBody>
              </p:sp>
            </p:grpSp>
            <p:sp>
              <p:nvSpPr>
                <p:cNvPr id="989196" name="Oval 15"/>
                <p:cNvSpPr>
                  <a:spLocks noChangeArrowheads="1"/>
                </p:cNvSpPr>
                <p:nvPr/>
              </p:nvSpPr>
              <p:spPr bwMode="auto">
                <a:xfrm>
                  <a:off x="960" y="3024"/>
                  <a:ext cx="192" cy="96"/>
                </a:xfrm>
                <a:prstGeom prst="ellipse">
                  <a:avLst/>
                </a:prstGeom>
                <a:solidFill>
                  <a:schemeClr val="tx1"/>
                </a:solidFill>
                <a:ln w="9525">
                  <a:solidFill>
                    <a:schemeClr val="tx1"/>
                  </a:solidFill>
                  <a:miter lim="800000"/>
                  <a:headEnd/>
                  <a:tailEnd/>
                </a:ln>
              </p:spPr>
              <p:txBody>
                <a:bodyPr wrap="none" anchor="ctr"/>
                <a:lstStyle/>
                <a:p>
                  <a:pPr eaLnBrk="0" hangingPunct="0"/>
                  <a:endParaRPr lang="zh-CN" altLang="en-US" sz="2400" b="1">
                    <a:solidFill>
                      <a:srgbClr val="0000CC"/>
                    </a:solidFill>
                    <a:ea typeface="黑体" panose="02010609060101010101" pitchFamily="49" charset="-122"/>
                  </a:endParaRPr>
                </a:p>
              </p:txBody>
            </p:sp>
            <p:sp>
              <p:nvSpPr>
                <p:cNvPr id="989197" name="Oval 16"/>
                <p:cNvSpPr>
                  <a:spLocks noChangeArrowheads="1"/>
                </p:cNvSpPr>
                <p:nvPr/>
              </p:nvSpPr>
              <p:spPr bwMode="auto">
                <a:xfrm>
                  <a:off x="1920" y="2448"/>
                  <a:ext cx="192" cy="96"/>
                </a:xfrm>
                <a:prstGeom prst="ellipse">
                  <a:avLst/>
                </a:prstGeom>
                <a:solidFill>
                  <a:schemeClr val="tx1"/>
                </a:solidFill>
                <a:ln w="9525">
                  <a:solidFill>
                    <a:schemeClr val="tx1"/>
                  </a:solidFill>
                  <a:miter lim="800000"/>
                  <a:headEnd/>
                  <a:tailEnd/>
                </a:ln>
              </p:spPr>
              <p:txBody>
                <a:bodyPr wrap="none" anchor="ctr"/>
                <a:lstStyle/>
                <a:p>
                  <a:pPr eaLnBrk="0" hangingPunct="0"/>
                  <a:endParaRPr lang="zh-CN" altLang="en-US" sz="2400" b="1">
                    <a:solidFill>
                      <a:srgbClr val="0000CC"/>
                    </a:solidFill>
                    <a:ea typeface="黑体" panose="02010609060101010101" pitchFamily="49" charset="-122"/>
                  </a:endParaRPr>
                </a:p>
              </p:txBody>
            </p:sp>
            <p:grpSp>
              <p:nvGrpSpPr>
                <p:cNvPr id="989198" name="Group 17"/>
                <p:cNvGrpSpPr>
                  <a:grpSpLocks/>
                </p:cNvGrpSpPr>
                <p:nvPr/>
              </p:nvGrpSpPr>
              <p:grpSpPr bwMode="auto">
                <a:xfrm>
                  <a:off x="864" y="2736"/>
                  <a:ext cx="240" cy="96"/>
                  <a:chOff x="1000" y="3128"/>
                  <a:chExt cx="320" cy="184"/>
                </a:xfrm>
              </p:grpSpPr>
              <p:sp>
                <p:nvSpPr>
                  <p:cNvPr id="989199" name="AutoShape 18"/>
                  <p:cNvSpPr>
                    <a:spLocks noChangeArrowheads="1"/>
                  </p:cNvSpPr>
                  <p:nvPr/>
                </p:nvSpPr>
                <p:spPr bwMode="auto">
                  <a:xfrm>
                    <a:off x="1000" y="3128"/>
                    <a:ext cx="320" cy="184"/>
                  </a:xfrm>
                  <a:prstGeom prst="can">
                    <a:avLst>
                      <a:gd name="adj" fmla="val 50000"/>
                    </a:avLst>
                  </a:prstGeom>
                  <a:solidFill>
                    <a:srgbClr val="4D4D4D"/>
                  </a:solidFill>
                  <a:ln w="9525">
                    <a:solidFill>
                      <a:schemeClr val="tx1"/>
                    </a:solidFill>
                    <a:miter lim="800000"/>
                    <a:headEnd/>
                    <a:tailEnd/>
                  </a:ln>
                </p:spPr>
                <p:txBody>
                  <a:bodyPr wrap="none" anchor="ctr"/>
                  <a:lstStyle/>
                  <a:p>
                    <a:pPr eaLnBrk="0" hangingPunct="0"/>
                    <a:endParaRPr lang="zh-CN" altLang="en-US" sz="2400" b="1">
                      <a:solidFill>
                        <a:srgbClr val="0000CC"/>
                      </a:solidFill>
                      <a:ea typeface="黑体" panose="02010609060101010101" pitchFamily="49" charset="-122"/>
                    </a:endParaRPr>
                  </a:p>
                </p:txBody>
              </p:sp>
              <p:sp>
                <p:nvSpPr>
                  <p:cNvPr id="989200" name="Line 19"/>
                  <p:cNvSpPr>
                    <a:spLocks noChangeShapeType="1"/>
                  </p:cNvSpPr>
                  <p:nvPr/>
                </p:nvSpPr>
                <p:spPr bwMode="auto">
                  <a:xfrm>
                    <a:off x="1104" y="3144"/>
                    <a:ext cx="144" cy="48"/>
                  </a:xfrm>
                  <a:prstGeom prst="line">
                    <a:avLst/>
                  </a:prstGeom>
                  <a:noFill/>
                  <a:ln w="28575">
                    <a:solidFill>
                      <a:schemeClr val="bg1"/>
                    </a:solidFill>
                    <a:miter lim="800000"/>
                    <a:headEnd/>
                    <a:tailEnd/>
                  </a:ln>
                  <a:extLst>
                    <a:ext uri="{909E8E84-426E-40DD-AFC4-6F175D3DCCD1}">
                      <a14:hiddenFill xmlns:a14="http://schemas.microsoft.com/office/drawing/2010/main">
                        <a:noFill/>
                      </a14:hiddenFill>
                    </a:ext>
                  </a:extLst>
                </p:spPr>
                <p:txBody>
                  <a:bodyPr wrap="none"/>
                  <a:lstStyle/>
                  <a:p>
                    <a:pPr eaLnBrk="0" hangingPunct="0"/>
                    <a:endParaRPr lang="zh-CN" altLang="en-US" sz="2400" b="1">
                      <a:solidFill>
                        <a:srgbClr val="0000CC"/>
                      </a:solidFill>
                      <a:ea typeface="黑体" panose="02010609060101010101" pitchFamily="49" charset="-122"/>
                    </a:endParaRPr>
                  </a:p>
                </p:txBody>
              </p:sp>
              <p:sp>
                <p:nvSpPr>
                  <p:cNvPr id="989201" name="Line 20"/>
                  <p:cNvSpPr>
                    <a:spLocks noChangeShapeType="1"/>
                  </p:cNvSpPr>
                  <p:nvPr/>
                </p:nvSpPr>
                <p:spPr bwMode="auto">
                  <a:xfrm flipH="1">
                    <a:off x="1096" y="3144"/>
                    <a:ext cx="144" cy="48"/>
                  </a:xfrm>
                  <a:prstGeom prst="line">
                    <a:avLst/>
                  </a:prstGeom>
                  <a:noFill/>
                  <a:ln w="28575">
                    <a:solidFill>
                      <a:schemeClr val="bg1"/>
                    </a:solidFill>
                    <a:miter lim="800000"/>
                    <a:headEnd/>
                    <a:tailEnd/>
                  </a:ln>
                  <a:extLst>
                    <a:ext uri="{909E8E84-426E-40DD-AFC4-6F175D3DCCD1}">
                      <a14:hiddenFill xmlns:a14="http://schemas.microsoft.com/office/drawing/2010/main">
                        <a:noFill/>
                      </a14:hiddenFill>
                    </a:ext>
                  </a:extLst>
                </p:spPr>
                <p:txBody>
                  <a:bodyPr wrap="none"/>
                  <a:lstStyle/>
                  <a:p>
                    <a:pPr eaLnBrk="0" hangingPunct="0"/>
                    <a:endParaRPr lang="zh-CN" altLang="en-US" sz="2400" b="1">
                      <a:solidFill>
                        <a:srgbClr val="0000CC"/>
                      </a:solidFill>
                      <a:ea typeface="黑体" panose="02010609060101010101" pitchFamily="49" charset="-122"/>
                    </a:endParaRPr>
                  </a:p>
                </p:txBody>
              </p:sp>
            </p:grpSp>
            <p:sp>
              <p:nvSpPr>
                <p:cNvPr id="989202" name="Line 21"/>
                <p:cNvSpPr>
                  <a:spLocks noChangeShapeType="1"/>
                </p:cNvSpPr>
                <p:nvPr/>
              </p:nvSpPr>
              <p:spPr bwMode="auto">
                <a:xfrm>
                  <a:off x="1200" y="2496"/>
                  <a:ext cx="816" cy="0"/>
                </a:xfrm>
                <a:prstGeom prst="line">
                  <a:avLst/>
                </a:prstGeom>
                <a:noFill/>
                <a:ln w="28575">
                  <a:solidFill>
                    <a:schemeClr val="tx1"/>
                  </a:solidFill>
                  <a:miter lim="800000"/>
                  <a:headEnd/>
                  <a:tailEnd/>
                </a:ln>
                <a:extLst>
                  <a:ext uri="{909E8E84-426E-40DD-AFC4-6F175D3DCCD1}">
                    <a14:hiddenFill xmlns:a14="http://schemas.microsoft.com/office/drawing/2010/main">
                      <a:noFill/>
                    </a14:hiddenFill>
                  </a:ext>
                </a:extLst>
              </p:spPr>
              <p:txBody>
                <a:bodyPr wrap="none"/>
                <a:lstStyle/>
                <a:p>
                  <a:pPr eaLnBrk="0" hangingPunct="0"/>
                  <a:endParaRPr lang="zh-CN" altLang="en-US" sz="2400" b="1">
                    <a:solidFill>
                      <a:srgbClr val="0000CC"/>
                    </a:solidFill>
                    <a:ea typeface="黑体" panose="02010609060101010101" pitchFamily="49" charset="-122"/>
                  </a:endParaRPr>
                </a:p>
              </p:txBody>
            </p:sp>
            <p:sp>
              <p:nvSpPr>
                <p:cNvPr id="989203" name="Line 22"/>
                <p:cNvSpPr>
                  <a:spLocks noChangeShapeType="1"/>
                </p:cNvSpPr>
                <p:nvPr/>
              </p:nvSpPr>
              <p:spPr bwMode="auto">
                <a:xfrm flipH="1">
                  <a:off x="1008" y="2544"/>
                  <a:ext cx="48" cy="192"/>
                </a:xfrm>
                <a:prstGeom prst="line">
                  <a:avLst/>
                </a:prstGeom>
                <a:noFill/>
                <a:ln w="28575">
                  <a:solidFill>
                    <a:schemeClr val="tx1"/>
                  </a:solidFill>
                  <a:miter lim="800000"/>
                  <a:headEnd/>
                  <a:tailEnd/>
                </a:ln>
                <a:extLst>
                  <a:ext uri="{909E8E84-426E-40DD-AFC4-6F175D3DCCD1}">
                    <a14:hiddenFill xmlns:a14="http://schemas.microsoft.com/office/drawing/2010/main">
                      <a:noFill/>
                    </a14:hiddenFill>
                  </a:ext>
                </a:extLst>
              </p:spPr>
              <p:txBody>
                <a:bodyPr wrap="none"/>
                <a:lstStyle/>
                <a:p>
                  <a:pPr eaLnBrk="0" hangingPunct="0"/>
                  <a:endParaRPr lang="zh-CN" altLang="en-US" sz="2400" b="1">
                    <a:solidFill>
                      <a:srgbClr val="0000CC"/>
                    </a:solidFill>
                    <a:ea typeface="黑体" panose="02010609060101010101" pitchFamily="49" charset="-122"/>
                  </a:endParaRPr>
                </a:p>
              </p:txBody>
            </p:sp>
            <p:sp>
              <p:nvSpPr>
                <p:cNvPr id="989204" name="Line 23"/>
                <p:cNvSpPr>
                  <a:spLocks noChangeShapeType="1"/>
                </p:cNvSpPr>
                <p:nvPr/>
              </p:nvSpPr>
              <p:spPr bwMode="auto">
                <a:xfrm>
                  <a:off x="1008" y="2832"/>
                  <a:ext cx="48" cy="192"/>
                </a:xfrm>
                <a:prstGeom prst="line">
                  <a:avLst/>
                </a:prstGeom>
                <a:noFill/>
                <a:ln w="28575">
                  <a:solidFill>
                    <a:schemeClr val="tx1"/>
                  </a:solidFill>
                  <a:miter lim="800000"/>
                  <a:headEnd/>
                  <a:tailEnd/>
                </a:ln>
                <a:extLst>
                  <a:ext uri="{909E8E84-426E-40DD-AFC4-6F175D3DCCD1}">
                    <a14:hiddenFill xmlns:a14="http://schemas.microsoft.com/office/drawing/2010/main">
                      <a:noFill/>
                    </a14:hiddenFill>
                  </a:ext>
                </a:extLst>
              </p:spPr>
              <p:txBody>
                <a:bodyPr wrap="none"/>
                <a:lstStyle/>
                <a:p>
                  <a:pPr eaLnBrk="0" hangingPunct="0"/>
                  <a:endParaRPr lang="zh-CN" altLang="en-US" sz="2400" b="1">
                    <a:solidFill>
                      <a:srgbClr val="0000CC"/>
                    </a:solidFill>
                    <a:ea typeface="黑体" panose="02010609060101010101" pitchFamily="49" charset="-122"/>
                  </a:endParaRPr>
                </a:p>
              </p:txBody>
            </p:sp>
            <p:sp>
              <p:nvSpPr>
                <p:cNvPr id="989205" name="Line 24"/>
                <p:cNvSpPr>
                  <a:spLocks noChangeShapeType="1"/>
                </p:cNvSpPr>
                <p:nvPr/>
              </p:nvSpPr>
              <p:spPr bwMode="auto">
                <a:xfrm>
                  <a:off x="1152" y="3072"/>
                  <a:ext cx="336" cy="0"/>
                </a:xfrm>
                <a:prstGeom prst="line">
                  <a:avLst/>
                </a:prstGeom>
                <a:noFill/>
                <a:ln w="28575">
                  <a:solidFill>
                    <a:schemeClr val="tx1"/>
                  </a:solidFill>
                  <a:miter lim="800000"/>
                  <a:headEnd/>
                  <a:tailEnd/>
                </a:ln>
                <a:extLst>
                  <a:ext uri="{909E8E84-426E-40DD-AFC4-6F175D3DCCD1}">
                    <a14:hiddenFill xmlns:a14="http://schemas.microsoft.com/office/drawing/2010/main">
                      <a:noFill/>
                    </a14:hiddenFill>
                  </a:ext>
                </a:extLst>
              </p:spPr>
              <p:txBody>
                <a:bodyPr wrap="none"/>
                <a:lstStyle/>
                <a:p>
                  <a:pPr eaLnBrk="0" hangingPunct="0"/>
                  <a:endParaRPr lang="zh-CN" altLang="en-US" sz="2400" b="1">
                    <a:solidFill>
                      <a:srgbClr val="0000CC"/>
                    </a:solidFill>
                    <a:ea typeface="黑体" panose="02010609060101010101" pitchFamily="49" charset="-122"/>
                  </a:endParaRPr>
                </a:p>
              </p:txBody>
            </p:sp>
            <p:sp>
              <p:nvSpPr>
                <p:cNvPr id="989206" name="Line 25"/>
                <p:cNvSpPr>
                  <a:spLocks noChangeShapeType="1"/>
                </p:cNvSpPr>
                <p:nvPr/>
              </p:nvSpPr>
              <p:spPr bwMode="auto">
                <a:xfrm flipV="1">
                  <a:off x="1680" y="2976"/>
                  <a:ext cx="384" cy="96"/>
                </a:xfrm>
                <a:prstGeom prst="line">
                  <a:avLst/>
                </a:prstGeom>
                <a:noFill/>
                <a:ln w="28575">
                  <a:solidFill>
                    <a:schemeClr val="tx1"/>
                  </a:solidFill>
                  <a:miter lim="800000"/>
                  <a:headEnd/>
                  <a:tailEnd/>
                </a:ln>
                <a:extLst>
                  <a:ext uri="{909E8E84-426E-40DD-AFC4-6F175D3DCCD1}">
                    <a14:hiddenFill xmlns:a14="http://schemas.microsoft.com/office/drawing/2010/main">
                      <a:noFill/>
                    </a14:hiddenFill>
                  </a:ext>
                </a:extLst>
              </p:spPr>
              <p:txBody>
                <a:bodyPr wrap="none"/>
                <a:lstStyle/>
                <a:p>
                  <a:pPr eaLnBrk="0" hangingPunct="0"/>
                  <a:endParaRPr lang="zh-CN" altLang="en-US" sz="2400" b="1">
                    <a:solidFill>
                      <a:srgbClr val="0000CC"/>
                    </a:solidFill>
                    <a:ea typeface="黑体" panose="02010609060101010101" pitchFamily="49" charset="-122"/>
                  </a:endParaRPr>
                </a:p>
              </p:txBody>
            </p:sp>
            <p:sp>
              <p:nvSpPr>
                <p:cNvPr id="989207" name="Oval 26"/>
                <p:cNvSpPr>
                  <a:spLocks noChangeArrowheads="1"/>
                </p:cNvSpPr>
                <p:nvPr/>
              </p:nvSpPr>
              <p:spPr bwMode="auto">
                <a:xfrm>
                  <a:off x="1296" y="2832"/>
                  <a:ext cx="192" cy="96"/>
                </a:xfrm>
                <a:prstGeom prst="ellipse">
                  <a:avLst/>
                </a:prstGeom>
                <a:solidFill>
                  <a:schemeClr val="tx1"/>
                </a:solidFill>
                <a:ln w="9525">
                  <a:solidFill>
                    <a:schemeClr val="tx1"/>
                  </a:solidFill>
                  <a:miter lim="800000"/>
                  <a:headEnd/>
                  <a:tailEnd/>
                </a:ln>
              </p:spPr>
              <p:txBody>
                <a:bodyPr wrap="none" anchor="ctr"/>
                <a:lstStyle/>
                <a:p>
                  <a:pPr eaLnBrk="0" hangingPunct="0"/>
                  <a:endParaRPr lang="zh-CN" altLang="en-US" sz="2400" b="1">
                    <a:solidFill>
                      <a:srgbClr val="0000CC"/>
                    </a:solidFill>
                    <a:ea typeface="黑体" panose="02010609060101010101" pitchFamily="49" charset="-122"/>
                  </a:endParaRPr>
                </a:p>
              </p:txBody>
            </p:sp>
            <p:sp>
              <p:nvSpPr>
                <p:cNvPr id="989208" name="Oval 27"/>
                <p:cNvSpPr>
                  <a:spLocks noChangeArrowheads="1"/>
                </p:cNvSpPr>
                <p:nvPr/>
              </p:nvSpPr>
              <p:spPr bwMode="auto">
                <a:xfrm>
                  <a:off x="1488" y="3024"/>
                  <a:ext cx="192" cy="96"/>
                </a:xfrm>
                <a:prstGeom prst="ellipse">
                  <a:avLst/>
                </a:prstGeom>
                <a:solidFill>
                  <a:schemeClr val="tx1"/>
                </a:solidFill>
                <a:ln w="9525">
                  <a:solidFill>
                    <a:schemeClr val="tx1"/>
                  </a:solidFill>
                  <a:miter lim="800000"/>
                  <a:headEnd/>
                  <a:tailEnd/>
                </a:ln>
              </p:spPr>
              <p:txBody>
                <a:bodyPr wrap="none" anchor="ctr"/>
                <a:lstStyle/>
                <a:p>
                  <a:pPr eaLnBrk="0" hangingPunct="0"/>
                  <a:endParaRPr lang="zh-CN" altLang="en-US" sz="2400" b="1">
                    <a:solidFill>
                      <a:srgbClr val="0000CC"/>
                    </a:solidFill>
                    <a:ea typeface="黑体" panose="02010609060101010101" pitchFamily="49" charset="-122"/>
                  </a:endParaRPr>
                </a:p>
              </p:txBody>
            </p:sp>
            <p:sp>
              <p:nvSpPr>
                <p:cNvPr id="989209" name="Line 28"/>
                <p:cNvSpPr>
                  <a:spLocks noChangeShapeType="1"/>
                </p:cNvSpPr>
                <p:nvPr/>
              </p:nvSpPr>
              <p:spPr bwMode="auto">
                <a:xfrm>
                  <a:off x="1152" y="2544"/>
                  <a:ext cx="192" cy="288"/>
                </a:xfrm>
                <a:prstGeom prst="line">
                  <a:avLst/>
                </a:prstGeom>
                <a:noFill/>
                <a:ln w="28575">
                  <a:solidFill>
                    <a:schemeClr val="tx1"/>
                  </a:solidFill>
                  <a:miter lim="800000"/>
                  <a:headEnd/>
                  <a:tailEnd/>
                </a:ln>
                <a:extLst>
                  <a:ext uri="{909E8E84-426E-40DD-AFC4-6F175D3DCCD1}">
                    <a14:hiddenFill xmlns:a14="http://schemas.microsoft.com/office/drawing/2010/main">
                      <a:noFill/>
                    </a14:hiddenFill>
                  </a:ext>
                </a:extLst>
              </p:spPr>
              <p:txBody>
                <a:bodyPr wrap="none"/>
                <a:lstStyle/>
                <a:p>
                  <a:pPr eaLnBrk="0" hangingPunct="0"/>
                  <a:endParaRPr lang="zh-CN" altLang="en-US" sz="2400" b="1">
                    <a:solidFill>
                      <a:srgbClr val="0000CC"/>
                    </a:solidFill>
                    <a:ea typeface="黑体" panose="02010609060101010101" pitchFamily="49" charset="-122"/>
                  </a:endParaRPr>
                </a:p>
              </p:txBody>
            </p:sp>
            <p:grpSp>
              <p:nvGrpSpPr>
                <p:cNvPr id="989210" name="Group 29"/>
                <p:cNvGrpSpPr>
                  <a:grpSpLocks/>
                </p:cNvGrpSpPr>
                <p:nvPr/>
              </p:nvGrpSpPr>
              <p:grpSpPr bwMode="auto">
                <a:xfrm>
                  <a:off x="1152" y="2640"/>
                  <a:ext cx="240" cy="96"/>
                  <a:chOff x="1000" y="3128"/>
                  <a:chExt cx="320" cy="184"/>
                </a:xfrm>
              </p:grpSpPr>
              <p:sp>
                <p:nvSpPr>
                  <p:cNvPr id="989211" name="AutoShape 30"/>
                  <p:cNvSpPr>
                    <a:spLocks noChangeArrowheads="1"/>
                  </p:cNvSpPr>
                  <p:nvPr/>
                </p:nvSpPr>
                <p:spPr bwMode="auto">
                  <a:xfrm>
                    <a:off x="1000" y="3128"/>
                    <a:ext cx="320" cy="184"/>
                  </a:xfrm>
                  <a:prstGeom prst="can">
                    <a:avLst>
                      <a:gd name="adj" fmla="val 50000"/>
                    </a:avLst>
                  </a:prstGeom>
                  <a:solidFill>
                    <a:srgbClr val="4D4D4D"/>
                  </a:solidFill>
                  <a:ln w="9525">
                    <a:solidFill>
                      <a:schemeClr val="tx1"/>
                    </a:solidFill>
                    <a:miter lim="800000"/>
                    <a:headEnd/>
                    <a:tailEnd/>
                  </a:ln>
                </p:spPr>
                <p:txBody>
                  <a:bodyPr wrap="none" anchor="ctr"/>
                  <a:lstStyle/>
                  <a:p>
                    <a:pPr eaLnBrk="0" hangingPunct="0"/>
                    <a:endParaRPr lang="zh-CN" altLang="en-US" sz="2400" b="1">
                      <a:solidFill>
                        <a:srgbClr val="0000CC"/>
                      </a:solidFill>
                      <a:ea typeface="黑体" panose="02010609060101010101" pitchFamily="49" charset="-122"/>
                    </a:endParaRPr>
                  </a:p>
                </p:txBody>
              </p:sp>
              <p:sp>
                <p:nvSpPr>
                  <p:cNvPr id="989212" name="Line 31"/>
                  <p:cNvSpPr>
                    <a:spLocks noChangeShapeType="1"/>
                  </p:cNvSpPr>
                  <p:nvPr/>
                </p:nvSpPr>
                <p:spPr bwMode="auto">
                  <a:xfrm>
                    <a:off x="1104" y="3144"/>
                    <a:ext cx="144" cy="48"/>
                  </a:xfrm>
                  <a:prstGeom prst="line">
                    <a:avLst/>
                  </a:prstGeom>
                  <a:noFill/>
                  <a:ln w="28575">
                    <a:solidFill>
                      <a:schemeClr val="bg1"/>
                    </a:solidFill>
                    <a:miter lim="800000"/>
                    <a:headEnd/>
                    <a:tailEnd/>
                  </a:ln>
                  <a:extLst>
                    <a:ext uri="{909E8E84-426E-40DD-AFC4-6F175D3DCCD1}">
                      <a14:hiddenFill xmlns:a14="http://schemas.microsoft.com/office/drawing/2010/main">
                        <a:noFill/>
                      </a14:hiddenFill>
                    </a:ext>
                  </a:extLst>
                </p:spPr>
                <p:txBody>
                  <a:bodyPr wrap="none"/>
                  <a:lstStyle/>
                  <a:p>
                    <a:pPr eaLnBrk="0" hangingPunct="0"/>
                    <a:endParaRPr lang="zh-CN" altLang="en-US" sz="2400" b="1">
                      <a:solidFill>
                        <a:srgbClr val="0000CC"/>
                      </a:solidFill>
                      <a:ea typeface="黑体" panose="02010609060101010101" pitchFamily="49" charset="-122"/>
                    </a:endParaRPr>
                  </a:p>
                </p:txBody>
              </p:sp>
              <p:sp>
                <p:nvSpPr>
                  <p:cNvPr id="989213" name="Line 32"/>
                  <p:cNvSpPr>
                    <a:spLocks noChangeShapeType="1"/>
                  </p:cNvSpPr>
                  <p:nvPr/>
                </p:nvSpPr>
                <p:spPr bwMode="auto">
                  <a:xfrm flipH="1">
                    <a:off x="1096" y="3144"/>
                    <a:ext cx="144" cy="48"/>
                  </a:xfrm>
                  <a:prstGeom prst="line">
                    <a:avLst/>
                  </a:prstGeom>
                  <a:noFill/>
                  <a:ln w="28575">
                    <a:solidFill>
                      <a:schemeClr val="bg1"/>
                    </a:solidFill>
                    <a:miter lim="800000"/>
                    <a:headEnd/>
                    <a:tailEnd/>
                  </a:ln>
                  <a:extLst>
                    <a:ext uri="{909E8E84-426E-40DD-AFC4-6F175D3DCCD1}">
                      <a14:hiddenFill xmlns:a14="http://schemas.microsoft.com/office/drawing/2010/main">
                        <a:noFill/>
                      </a14:hiddenFill>
                    </a:ext>
                  </a:extLst>
                </p:spPr>
                <p:txBody>
                  <a:bodyPr wrap="none"/>
                  <a:lstStyle/>
                  <a:p>
                    <a:pPr eaLnBrk="0" hangingPunct="0"/>
                    <a:endParaRPr lang="zh-CN" altLang="en-US" sz="2400" b="1">
                      <a:solidFill>
                        <a:srgbClr val="0000CC"/>
                      </a:solidFill>
                      <a:ea typeface="黑体" panose="02010609060101010101" pitchFamily="49" charset="-122"/>
                    </a:endParaRPr>
                  </a:p>
                </p:txBody>
              </p:sp>
            </p:grpSp>
            <p:sp>
              <p:nvSpPr>
                <p:cNvPr id="989214" name="Line 33"/>
                <p:cNvSpPr>
                  <a:spLocks noChangeShapeType="1"/>
                </p:cNvSpPr>
                <p:nvPr/>
              </p:nvSpPr>
              <p:spPr bwMode="auto">
                <a:xfrm flipV="1">
                  <a:off x="1488" y="2784"/>
                  <a:ext cx="240" cy="96"/>
                </a:xfrm>
                <a:prstGeom prst="line">
                  <a:avLst/>
                </a:prstGeom>
                <a:noFill/>
                <a:ln w="28575">
                  <a:solidFill>
                    <a:schemeClr val="tx1"/>
                  </a:solidFill>
                  <a:miter lim="800000"/>
                  <a:headEnd/>
                  <a:tailEnd/>
                </a:ln>
                <a:extLst>
                  <a:ext uri="{909E8E84-426E-40DD-AFC4-6F175D3DCCD1}">
                    <a14:hiddenFill xmlns:a14="http://schemas.microsoft.com/office/drawing/2010/main">
                      <a:noFill/>
                    </a14:hiddenFill>
                  </a:ext>
                </a:extLst>
              </p:spPr>
              <p:txBody>
                <a:bodyPr wrap="none"/>
                <a:lstStyle/>
                <a:p>
                  <a:pPr eaLnBrk="0" hangingPunct="0"/>
                  <a:endParaRPr lang="zh-CN" altLang="en-US" sz="2400" b="1">
                    <a:solidFill>
                      <a:srgbClr val="0000CC"/>
                    </a:solidFill>
                    <a:ea typeface="黑体" panose="02010609060101010101" pitchFamily="49" charset="-122"/>
                  </a:endParaRPr>
                </a:p>
              </p:txBody>
            </p:sp>
            <p:sp>
              <p:nvSpPr>
                <p:cNvPr id="989215" name="Line 34"/>
                <p:cNvSpPr>
                  <a:spLocks noChangeShapeType="1"/>
                </p:cNvSpPr>
                <p:nvPr/>
              </p:nvSpPr>
              <p:spPr bwMode="auto">
                <a:xfrm flipH="1">
                  <a:off x="1632" y="2544"/>
                  <a:ext cx="384" cy="480"/>
                </a:xfrm>
                <a:prstGeom prst="line">
                  <a:avLst/>
                </a:prstGeom>
                <a:noFill/>
                <a:ln w="28575">
                  <a:solidFill>
                    <a:schemeClr val="tx1"/>
                  </a:solidFill>
                  <a:miter lim="800000"/>
                  <a:headEnd/>
                  <a:tailEnd/>
                </a:ln>
                <a:extLst>
                  <a:ext uri="{909E8E84-426E-40DD-AFC4-6F175D3DCCD1}">
                    <a14:hiddenFill xmlns:a14="http://schemas.microsoft.com/office/drawing/2010/main">
                      <a:noFill/>
                    </a14:hiddenFill>
                  </a:ext>
                </a:extLst>
              </p:spPr>
              <p:txBody>
                <a:bodyPr wrap="none"/>
                <a:lstStyle/>
                <a:p>
                  <a:pPr eaLnBrk="0" hangingPunct="0"/>
                  <a:endParaRPr lang="zh-CN" altLang="en-US" sz="2400" b="1">
                    <a:solidFill>
                      <a:srgbClr val="0000CC"/>
                    </a:solidFill>
                    <a:ea typeface="黑体" panose="02010609060101010101" pitchFamily="49" charset="-122"/>
                  </a:endParaRPr>
                </a:p>
              </p:txBody>
            </p:sp>
            <p:grpSp>
              <p:nvGrpSpPr>
                <p:cNvPr id="989216" name="Group 35"/>
                <p:cNvGrpSpPr>
                  <a:grpSpLocks/>
                </p:cNvGrpSpPr>
                <p:nvPr/>
              </p:nvGrpSpPr>
              <p:grpSpPr bwMode="auto">
                <a:xfrm>
                  <a:off x="1728" y="2736"/>
                  <a:ext cx="240" cy="96"/>
                  <a:chOff x="1000" y="3128"/>
                  <a:chExt cx="320" cy="184"/>
                </a:xfrm>
              </p:grpSpPr>
              <p:sp>
                <p:nvSpPr>
                  <p:cNvPr id="989217" name="AutoShape 36"/>
                  <p:cNvSpPr>
                    <a:spLocks noChangeArrowheads="1"/>
                  </p:cNvSpPr>
                  <p:nvPr/>
                </p:nvSpPr>
                <p:spPr bwMode="auto">
                  <a:xfrm>
                    <a:off x="1000" y="3128"/>
                    <a:ext cx="320" cy="184"/>
                  </a:xfrm>
                  <a:prstGeom prst="can">
                    <a:avLst>
                      <a:gd name="adj" fmla="val 50000"/>
                    </a:avLst>
                  </a:prstGeom>
                  <a:solidFill>
                    <a:srgbClr val="4D4D4D"/>
                  </a:solidFill>
                  <a:ln w="9525">
                    <a:solidFill>
                      <a:schemeClr val="tx1"/>
                    </a:solidFill>
                    <a:miter lim="800000"/>
                    <a:headEnd/>
                    <a:tailEnd/>
                  </a:ln>
                </p:spPr>
                <p:txBody>
                  <a:bodyPr wrap="none" anchor="ctr"/>
                  <a:lstStyle/>
                  <a:p>
                    <a:pPr eaLnBrk="0" hangingPunct="0"/>
                    <a:endParaRPr lang="zh-CN" altLang="en-US" sz="2400" b="1">
                      <a:solidFill>
                        <a:srgbClr val="0000CC"/>
                      </a:solidFill>
                      <a:ea typeface="黑体" panose="02010609060101010101" pitchFamily="49" charset="-122"/>
                    </a:endParaRPr>
                  </a:p>
                </p:txBody>
              </p:sp>
              <p:sp>
                <p:nvSpPr>
                  <p:cNvPr id="989218" name="Line 37"/>
                  <p:cNvSpPr>
                    <a:spLocks noChangeShapeType="1"/>
                  </p:cNvSpPr>
                  <p:nvPr/>
                </p:nvSpPr>
                <p:spPr bwMode="auto">
                  <a:xfrm>
                    <a:off x="1104" y="3144"/>
                    <a:ext cx="144" cy="48"/>
                  </a:xfrm>
                  <a:prstGeom prst="line">
                    <a:avLst/>
                  </a:prstGeom>
                  <a:noFill/>
                  <a:ln w="28575">
                    <a:solidFill>
                      <a:schemeClr val="bg1"/>
                    </a:solidFill>
                    <a:miter lim="800000"/>
                    <a:headEnd/>
                    <a:tailEnd/>
                  </a:ln>
                  <a:extLst>
                    <a:ext uri="{909E8E84-426E-40DD-AFC4-6F175D3DCCD1}">
                      <a14:hiddenFill xmlns:a14="http://schemas.microsoft.com/office/drawing/2010/main">
                        <a:noFill/>
                      </a14:hiddenFill>
                    </a:ext>
                  </a:extLst>
                </p:spPr>
                <p:txBody>
                  <a:bodyPr wrap="none"/>
                  <a:lstStyle/>
                  <a:p>
                    <a:pPr eaLnBrk="0" hangingPunct="0"/>
                    <a:endParaRPr lang="zh-CN" altLang="en-US" sz="2400" b="1">
                      <a:solidFill>
                        <a:srgbClr val="0000CC"/>
                      </a:solidFill>
                      <a:ea typeface="黑体" panose="02010609060101010101" pitchFamily="49" charset="-122"/>
                    </a:endParaRPr>
                  </a:p>
                </p:txBody>
              </p:sp>
              <p:sp>
                <p:nvSpPr>
                  <p:cNvPr id="989219" name="Line 38"/>
                  <p:cNvSpPr>
                    <a:spLocks noChangeShapeType="1"/>
                  </p:cNvSpPr>
                  <p:nvPr/>
                </p:nvSpPr>
                <p:spPr bwMode="auto">
                  <a:xfrm flipH="1">
                    <a:off x="1096" y="3144"/>
                    <a:ext cx="144" cy="48"/>
                  </a:xfrm>
                  <a:prstGeom prst="line">
                    <a:avLst/>
                  </a:prstGeom>
                  <a:noFill/>
                  <a:ln w="28575">
                    <a:solidFill>
                      <a:schemeClr val="bg1"/>
                    </a:solidFill>
                    <a:miter lim="800000"/>
                    <a:headEnd/>
                    <a:tailEnd/>
                  </a:ln>
                  <a:extLst>
                    <a:ext uri="{909E8E84-426E-40DD-AFC4-6F175D3DCCD1}">
                      <a14:hiddenFill xmlns:a14="http://schemas.microsoft.com/office/drawing/2010/main">
                        <a:noFill/>
                      </a14:hiddenFill>
                    </a:ext>
                  </a:extLst>
                </p:spPr>
                <p:txBody>
                  <a:bodyPr wrap="none"/>
                  <a:lstStyle/>
                  <a:p>
                    <a:pPr eaLnBrk="0" hangingPunct="0"/>
                    <a:endParaRPr lang="zh-CN" altLang="en-US" sz="2400" b="1">
                      <a:solidFill>
                        <a:srgbClr val="0000CC"/>
                      </a:solidFill>
                      <a:ea typeface="黑体" panose="02010609060101010101" pitchFamily="49" charset="-122"/>
                    </a:endParaRPr>
                  </a:p>
                </p:txBody>
              </p:sp>
            </p:grpSp>
            <p:sp>
              <p:nvSpPr>
                <p:cNvPr id="989220" name="Line 39"/>
                <p:cNvSpPr>
                  <a:spLocks noChangeShapeType="1"/>
                </p:cNvSpPr>
                <p:nvPr/>
              </p:nvSpPr>
              <p:spPr bwMode="auto">
                <a:xfrm>
                  <a:off x="2064" y="2544"/>
                  <a:ext cx="144" cy="336"/>
                </a:xfrm>
                <a:prstGeom prst="line">
                  <a:avLst/>
                </a:prstGeom>
                <a:noFill/>
                <a:ln w="28575">
                  <a:solidFill>
                    <a:schemeClr val="tx1"/>
                  </a:solidFill>
                  <a:miter lim="800000"/>
                  <a:headEnd/>
                  <a:tailEnd/>
                </a:ln>
                <a:extLst>
                  <a:ext uri="{909E8E84-426E-40DD-AFC4-6F175D3DCCD1}">
                    <a14:hiddenFill xmlns:a14="http://schemas.microsoft.com/office/drawing/2010/main">
                      <a:noFill/>
                    </a14:hiddenFill>
                  </a:ext>
                </a:extLst>
              </p:spPr>
              <p:txBody>
                <a:bodyPr wrap="none"/>
                <a:lstStyle/>
                <a:p>
                  <a:pPr eaLnBrk="0" hangingPunct="0"/>
                  <a:endParaRPr lang="zh-CN" altLang="en-US" sz="2400" b="1">
                    <a:solidFill>
                      <a:srgbClr val="0000CC"/>
                    </a:solidFill>
                    <a:ea typeface="黑体" panose="02010609060101010101" pitchFamily="49" charset="-122"/>
                  </a:endParaRPr>
                </a:p>
              </p:txBody>
            </p:sp>
            <p:sp>
              <p:nvSpPr>
                <p:cNvPr id="989221" name="Text Box 40"/>
                <p:cNvSpPr txBox="1">
                  <a:spLocks noChangeArrowheads="1"/>
                </p:cNvSpPr>
                <p:nvPr/>
              </p:nvSpPr>
              <p:spPr bwMode="auto">
                <a:xfrm>
                  <a:off x="1920" y="2993"/>
                  <a:ext cx="341" cy="27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en-US" altLang="zh-CN" sz="2400" b="1">
                      <a:solidFill>
                        <a:srgbClr val="0000CC"/>
                      </a:solidFill>
                      <a:ea typeface="黑体" panose="02010609060101010101" pitchFamily="49" charset="-122"/>
                    </a:rPr>
                    <a:t>R4</a:t>
                  </a:r>
                </a:p>
              </p:txBody>
            </p:sp>
            <p:sp>
              <p:nvSpPr>
                <p:cNvPr id="989222" name="Text Box 41"/>
                <p:cNvSpPr txBox="1">
                  <a:spLocks noChangeArrowheads="1"/>
                </p:cNvSpPr>
                <p:nvPr/>
              </p:nvSpPr>
              <p:spPr bwMode="auto">
                <a:xfrm>
                  <a:off x="1164" y="3279"/>
                  <a:ext cx="838" cy="27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zh-CN" altLang="en-US" sz="2400" b="1">
                      <a:solidFill>
                        <a:srgbClr val="0000CC"/>
                      </a:solidFill>
                      <a:ea typeface="黑体" panose="02010609060101010101" pitchFamily="49" charset="-122"/>
                    </a:rPr>
                    <a:t>自治系统</a:t>
                  </a:r>
                </a:p>
              </p:txBody>
            </p:sp>
          </p:grpSp>
          <p:grpSp>
            <p:nvGrpSpPr>
              <p:cNvPr id="989223" name="Group 126"/>
              <p:cNvGrpSpPr>
                <a:grpSpLocks/>
              </p:cNvGrpSpPr>
              <p:nvPr/>
            </p:nvGrpSpPr>
            <p:grpSpPr bwMode="auto">
              <a:xfrm>
                <a:off x="3153" y="2625"/>
                <a:ext cx="1872" cy="1246"/>
                <a:chOff x="3153" y="2625"/>
                <a:chExt cx="1872" cy="1246"/>
              </a:xfrm>
            </p:grpSpPr>
            <p:sp>
              <p:nvSpPr>
                <p:cNvPr id="989224" name="Rectangle 43"/>
                <p:cNvSpPr>
                  <a:spLocks noChangeArrowheads="1"/>
                </p:cNvSpPr>
                <p:nvPr/>
              </p:nvSpPr>
              <p:spPr bwMode="auto">
                <a:xfrm>
                  <a:off x="3153" y="2625"/>
                  <a:ext cx="1872" cy="1008"/>
                </a:xfrm>
                <a:prstGeom prst="rect">
                  <a:avLst/>
                </a:prstGeom>
                <a:solidFill>
                  <a:srgbClr val="DDDDDD"/>
                </a:solidFill>
                <a:ln w="9525">
                  <a:solidFill>
                    <a:schemeClr val="tx1"/>
                  </a:solidFill>
                  <a:miter lim="800000"/>
                  <a:headEnd/>
                  <a:tailEnd/>
                </a:ln>
              </p:spPr>
              <p:txBody>
                <a:bodyPr wrap="none" anchor="ctr"/>
                <a:lstStyle/>
                <a:p>
                  <a:pPr eaLnBrk="0" hangingPunct="0"/>
                  <a:endParaRPr lang="zh-CN" altLang="en-US" sz="2400" b="1">
                    <a:solidFill>
                      <a:srgbClr val="0000CC"/>
                    </a:solidFill>
                    <a:ea typeface="黑体" panose="02010609060101010101" pitchFamily="49" charset="-122"/>
                  </a:endParaRPr>
                </a:p>
              </p:txBody>
            </p:sp>
            <p:sp>
              <p:nvSpPr>
                <p:cNvPr id="989225" name="Oval 44"/>
                <p:cNvSpPr>
                  <a:spLocks noChangeArrowheads="1"/>
                </p:cNvSpPr>
                <p:nvPr/>
              </p:nvSpPr>
              <p:spPr bwMode="auto">
                <a:xfrm>
                  <a:off x="3297" y="2817"/>
                  <a:ext cx="192" cy="96"/>
                </a:xfrm>
                <a:prstGeom prst="ellipse">
                  <a:avLst/>
                </a:prstGeom>
                <a:solidFill>
                  <a:schemeClr val="tx1"/>
                </a:solidFill>
                <a:ln w="9525">
                  <a:solidFill>
                    <a:schemeClr val="tx1"/>
                  </a:solidFill>
                  <a:miter lim="800000"/>
                  <a:headEnd/>
                  <a:tailEnd/>
                </a:ln>
              </p:spPr>
              <p:txBody>
                <a:bodyPr wrap="none" anchor="ctr"/>
                <a:lstStyle/>
                <a:p>
                  <a:pPr eaLnBrk="0" hangingPunct="0"/>
                  <a:endParaRPr lang="zh-CN" altLang="en-US" sz="2400" b="1">
                    <a:solidFill>
                      <a:srgbClr val="0000CC"/>
                    </a:solidFill>
                    <a:ea typeface="黑体" panose="02010609060101010101" pitchFamily="49" charset="-122"/>
                  </a:endParaRPr>
                </a:p>
              </p:txBody>
            </p:sp>
            <p:sp>
              <p:nvSpPr>
                <p:cNvPr id="989226" name="Oval 45"/>
                <p:cNvSpPr>
                  <a:spLocks noChangeArrowheads="1"/>
                </p:cNvSpPr>
                <p:nvPr/>
              </p:nvSpPr>
              <p:spPr bwMode="auto">
                <a:xfrm>
                  <a:off x="3345" y="3393"/>
                  <a:ext cx="192" cy="96"/>
                </a:xfrm>
                <a:prstGeom prst="ellipse">
                  <a:avLst/>
                </a:prstGeom>
                <a:solidFill>
                  <a:schemeClr val="tx1"/>
                </a:solidFill>
                <a:ln w="9525">
                  <a:solidFill>
                    <a:schemeClr val="tx1"/>
                  </a:solidFill>
                  <a:miter lim="800000"/>
                  <a:headEnd/>
                  <a:tailEnd/>
                </a:ln>
              </p:spPr>
              <p:txBody>
                <a:bodyPr wrap="none" anchor="ctr"/>
                <a:lstStyle/>
                <a:p>
                  <a:pPr eaLnBrk="0" hangingPunct="0"/>
                  <a:endParaRPr lang="zh-CN" altLang="en-US" sz="2400" b="1">
                    <a:solidFill>
                      <a:srgbClr val="0000CC"/>
                    </a:solidFill>
                    <a:ea typeface="黑体" panose="02010609060101010101" pitchFamily="49" charset="-122"/>
                  </a:endParaRPr>
                </a:p>
              </p:txBody>
            </p:sp>
            <p:sp>
              <p:nvSpPr>
                <p:cNvPr id="989227" name="Oval 46"/>
                <p:cNvSpPr>
                  <a:spLocks noChangeArrowheads="1"/>
                </p:cNvSpPr>
                <p:nvPr/>
              </p:nvSpPr>
              <p:spPr bwMode="auto">
                <a:xfrm>
                  <a:off x="4689" y="3057"/>
                  <a:ext cx="192" cy="96"/>
                </a:xfrm>
                <a:prstGeom prst="ellipse">
                  <a:avLst/>
                </a:prstGeom>
                <a:solidFill>
                  <a:schemeClr val="tx1"/>
                </a:solidFill>
                <a:ln w="9525">
                  <a:solidFill>
                    <a:schemeClr val="tx1"/>
                  </a:solidFill>
                  <a:miter lim="800000"/>
                  <a:headEnd/>
                  <a:tailEnd/>
                </a:ln>
              </p:spPr>
              <p:txBody>
                <a:bodyPr wrap="none" anchor="ctr"/>
                <a:lstStyle/>
                <a:p>
                  <a:pPr eaLnBrk="0" hangingPunct="0"/>
                  <a:endParaRPr lang="zh-CN" altLang="en-US" sz="2400" b="1">
                    <a:solidFill>
                      <a:srgbClr val="0000CC"/>
                    </a:solidFill>
                    <a:ea typeface="黑体" panose="02010609060101010101" pitchFamily="49" charset="-122"/>
                  </a:endParaRPr>
                </a:p>
              </p:txBody>
            </p:sp>
            <p:sp>
              <p:nvSpPr>
                <p:cNvPr id="989228" name="Line 47"/>
                <p:cNvSpPr>
                  <a:spLocks noChangeShapeType="1"/>
                </p:cNvSpPr>
                <p:nvPr/>
              </p:nvSpPr>
              <p:spPr bwMode="auto">
                <a:xfrm>
                  <a:off x="3489" y="2865"/>
                  <a:ext cx="432" cy="0"/>
                </a:xfrm>
                <a:prstGeom prst="line">
                  <a:avLst/>
                </a:prstGeom>
                <a:noFill/>
                <a:ln w="28575">
                  <a:solidFill>
                    <a:schemeClr val="tx1"/>
                  </a:solidFill>
                  <a:prstDash val="sysDot"/>
                  <a:miter lim="800000"/>
                  <a:headEnd/>
                  <a:tailEnd/>
                </a:ln>
                <a:extLst>
                  <a:ext uri="{909E8E84-426E-40DD-AFC4-6F175D3DCCD1}">
                    <a14:hiddenFill xmlns:a14="http://schemas.microsoft.com/office/drawing/2010/main">
                      <a:noFill/>
                    </a14:hiddenFill>
                  </a:ext>
                </a:extLst>
              </p:spPr>
              <p:txBody>
                <a:bodyPr wrap="none"/>
                <a:lstStyle/>
                <a:p>
                  <a:pPr eaLnBrk="0" hangingPunct="0"/>
                  <a:endParaRPr lang="zh-CN" altLang="en-US" sz="2400" b="1">
                    <a:solidFill>
                      <a:srgbClr val="0000CC"/>
                    </a:solidFill>
                    <a:ea typeface="黑体" panose="02010609060101010101" pitchFamily="49" charset="-122"/>
                  </a:endParaRPr>
                </a:p>
              </p:txBody>
            </p:sp>
            <p:sp>
              <p:nvSpPr>
                <p:cNvPr id="989229" name="Line 48"/>
                <p:cNvSpPr>
                  <a:spLocks noChangeShapeType="1"/>
                </p:cNvSpPr>
                <p:nvPr/>
              </p:nvSpPr>
              <p:spPr bwMode="auto">
                <a:xfrm>
                  <a:off x="3537" y="3441"/>
                  <a:ext cx="576" cy="0"/>
                </a:xfrm>
                <a:prstGeom prst="line">
                  <a:avLst/>
                </a:prstGeom>
                <a:noFill/>
                <a:ln w="28575">
                  <a:solidFill>
                    <a:schemeClr val="tx1"/>
                  </a:solidFill>
                  <a:miter lim="800000"/>
                  <a:headEnd/>
                  <a:tailEnd/>
                </a:ln>
                <a:extLst>
                  <a:ext uri="{909E8E84-426E-40DD-AFC4-6F175D3DCCD1}">
                    <a14:hiddenFill xmlns:a14="http://schemas.microsoft.com/office/drawing/2010/main">
                      <a:noFill/>
                    </a14:hiddenFill>
                  </a:ext>
                </a:extLst>
              </p:spPr>
              <p:txBody>
                <a:bodyPr wrap="none"/>
                <a:lstStyle/>
                <a:p>
                  <a:pPr eaLnBrk="0" hangingPunct="0"/>
                  <a:endParaRPr lang="zh-CN" altLang="en-US" sz="2400" b="1">
                    <a:solidFill>
                      <a:srgbClr val="0000CC"/>
                    </a:solidFill>
                    <a:ea typeface="黑体" panose="02010609060101010101" pitchFamily="49" charset="-122"/>
                  </a:endParaRPr>
                </a:p>
              </p:txBody>
            </p:sp>
            <p:sp>
              <p:nvSpPr>
                <p:cNvPr id="989230" name="Line 49"/>
                <p:cNvSpPr>
                  <a:spLocks noChangeShapeType="1"/>
                </p:cNvSpPr>
                <p:nvPr/>
              </p:nvSpPr>
              <p:spPr bwMode="auto">
                <a:xfrm flipV="1">
                  <a:off x="4257" y="3345"/>
                  <a:ext cx="288" cy="96"/>
                </a:xfrm>
                <a:prstGeom prst="line">
                  <a:avLst/>
                </a:prstGeom>
                <a:noFill/>
                <a:ln w="28575">
                  <a:solidFill>
                    <a:schemeClr val="tx1"/>
                  </a:solidFill>
                  <a:miter lim="800000"/>
                  <a:headEnd/>
                  <a:tailEnd/>
                </a:ln>
                <a:extLst>
                  <a:ext uri="{909E8E84-426E-40DD-AFC4-6F175D3DCCD1}">
                    <a14:hiddenFill xmlns:a14="http://schemas.microsoft.com/office/drawing/2010/main">
                      <a:noFill/>
                    </a14:hiddenFill>
                  </a:ext>
                </a:extLst>
              </p:spPr>
              <p:txBody>
                <a:bodyPr wrap="none"/>
                <a:lstStyle/>
                <a:p>
                  <a:pPr eaLnBrk="0" hangingPunct="0"/>
                  <a:endParaRPr lang="zh-CN" altLang="en-US" sz="2400" b="1">
                    <a:solidFill>
                      <a:srgbClr val="0000CC"/>
                    </a:solidFill>
                    <a:ea typeface="黑体" panose="02010609060101010101" pitchFamily="49" charset="-122"/>
                  </a:endParaRPr>
                </a:p>
              </p:txBody>
            </p:sp>
            <p:sp>
              <p:nvSpPr>
                <p:cNvPr id="989231" name="Oval 50"/>
                <p:cNvSpPr>
                  <a:spLocks noChangeArrowheads="1"/>
                </p:cNvSpPr>
                <p:nvPr/>
              </p:nvSpPr>
              <p:spPr bwMode="auto">
                <a:xfrm>
                  <a:off x="4113" y="3393"/>
                  <a:ext cx="192" cy="96"/>
                </a:xfrm>
                <a:prstGeom prst="ellipse">
                  <a:avLst/>
                </a:prstGeom>
                <a:solidFill>
                  <a:schemeClr val="tx1"/>
                </a:solidFill>
                <a:ln w="9525">
                  <a:solidFill>
                    <a:schemeClr val="tx1"/>
                  </a:solidFill>
                  <a:miter lim="800000"/>
                  <a:headEnd/>
                  <a:tailEnd/>
                </a:ln>
              </p:spPr>
              <p:txBody>
                <a:bodyPr wrap="none" anchor="ctr"/>
                <a:lstStyle/>
                <a:p>
                  <a:pPr eaLnBrk="0" hangingPunct="0"/>
                  <a:endParaRPr lang="zh-CN" altLang="en-US" sz="2400" b="1">
                    <a:solidFill>
                      <a:srgbClr val="0000CC"/>
                    </a:solidFill>
                    <a:ea typeface="黑体" panose="02010609060101010101" pitchFamily="49" charset="-122"/>
                  </a:endParaRPr>
                </a:p>
              </p:txBody>
            </p:sp>
            <p:grpSp>
              <p:nvGrpSpPr>
                <p:cNvPr id="989232" name="Group 51"/>
                <p:cNvGrpSpPr>
                  <a:grpSpLocks/>
                </p:cNvGrpSpPr>
                <p:nvPr/>
              </p:nvGrpSpPr>
              <p:grpSpPr bwMode="auto">
                <a:xfrm>
                  <a:off x="3729" y="3393"/>
                  <a:ext cx="240" cy="96"/>
                  <a:chOff x="1000" y="3128"/>
                  <a:chExt cx="320" cy="184"/>
                </a:xfrm>
              </p:grpSpPr>
              <p:sp>
                <p:nvSpPr>
                  <p:cNvPr id="989233" name="AutoShape 52"/>
                  <p:cNvSpPr>
                    <a:spLocks noChangeArrowheads="1"/>
                  </p:cNvSpPr>
                  <p:nvPr/>
                </p:nvSpPr>
                <p:spPr bwMode="auto">
                  <a:xfrm>
                    <a:off x="1000" y="3128"/>
                    <a:ext cx="320" cy="184"/>
                  </a:xfrm>
                  <a:prstGeom prst="can">
                    <a:avLst>
                      <a:gd name="adj" fmla="val 50000"/>
                    </a:avLst>
                  </a:prstGeom>
                  <a:solidFill>
                    <a:srgbClr val="4D4D4D"/>
                  </a:solidFill>
                  <a:ln w="9525">
                    <a:solidFill>
                      <a:schemeClr val="tx1"/>
                    </a:solidFill>
                    <a:miter lim="800000"/>
                    <a:headEnd/>
                    <a:tailEnd/>
                  </a:ln>
                </p:spPr>
                <p:txBody>
                  <a:bodyPr wrap="none" anchor="ctr"/>
                  <a:lstStyle/>
                  <a:p>
                    <a:pPr eaLnBrk="0" hangingPunct="0"/>
                    <a:endParaRPr lang="zh-CN" altLang="en-US" sz="2400" b="1">
                      <a:solidFill>
                        <a:srgbClr val="0000CC"/>
                      </a:solidFill>
                      <a:ea typeface="黑体" panose="02010609060101010101" pitchFamily="49" charset="-122"/>
                    </a:endParaRPr>
                  </a:p>
                </p:txBody>
              </p:sp>
              <p:sp>
                <p:nvSpPr>
                  <p:cNvPr id="989234" name="Line 53"/>
                  <p:cNvSpPr>
                    <a:spLocks noChangeShapeType="1"/>
                  </p:cNvSpPr>
                  <p:nvPr/>
                </p:nvSpPr>
                <p:spPr bwMode="auto">
                  <a:xfrm>
                    <a:off x="1104" y="3144"/>
                    <a:ext cx="144" cy="48"/>
                  </a:xfrm>
                  <a:prstGeom prst="line">
                    <a:avLst/>
                  </a:prstGeom>
                  <a:noFill/>
                  <a:ln w="28575">
                    <a:solidFill>
                      <a:schemeClr val="bg1"/>
                    </a:solidFill>
                    <a:miter lim="800000"/>
                    <a:headEnd/>
                    <a:tailEnd/>
                  </a:ln>
                  <a:extLst>
                    <a:ext uri="{909E8E84-426E-40DD-AFC4-6F175D3DCCD1}">
                      <a14:hiddenFill xmlns:a14="http://schemas.microsoft.com/office/drawing/2010/main">
                        <a:noFill/>
                      </a14:hiddenFill>
                    </a:ext>
                  </a:extLst>
                </p:spPr>
                <p:txBody>
                  <a:bodyPr wrap="none"/>
                  <a:lstStyle/>
                  <a:p>
                    <a:pPr eaLnBrk="0" hangingPunct="0"/>
                    <a:endParaRPr lang="zh-CN" altLang="en-US" sz="2400" b="1">
                      <a:solidFill>
                        <a:srgbClr val="0000CC"/>
                      </a:solidFill>
                      <a:ea typeface="黑体" panose="02010609060101010101" pitchFamily="49" charset="-122"/>
                    </a:endParaRPr>
                  </a:p>
                </p:txBody>
              </p:sp>
              <p:sp>
                <p:nvSpPr>
                  <p:cNvPr id="989235" name="Line 54"/>
                  <p:cNvSpPr>
                    <a:spLocks noChangeShapeType="1"/>
                  </p:cNvSpPr>
                  <p:nvPr/>
                </p:nvSpPr>
                <p:spPr bwMode="auto">
                  <a:xfrm flipH="1">
                    <a:off x="1096" y="3144"/>
                    <a:ext cx="144" cy="48"/>
                  </a:xfrm>
                  <a:prstGeom prst="line">
                    <a:avLst/>
                  </a:prstGeom>
                  <a:noFill/>
                  <a:ln w="28575">
                    <a:solidFill>
                      <a:schemeClr val="bg1"/>
                    </a:solidFill>
                    <a:miter lim="800000"/>
                    <a:headEnd/>
                    <a:tailEnd/>
                  </a:ln>
                  <a:extLst>
                    <a:ext uri="{909E8E84-426E-40DD-AFC4-6F175D3DCCD1}">
                      <a14:hiddenFill xmlns:a14="http://schemas.microsoft.com/office/drawing/2010/main">
                        <a:noFill/>
                      </a14:hiddenFill>
                    </a:ext>
                  </a:extLst>
                </p:spPr>
                <p:txBody>
                  <a:bodyPr wrap="none"/>
                  <a:lstStyle/>
                  <a:p>
                    <a:pPr eaLnBrk="0" hangingPunct="0"/>
                    <a:endParaRPr lang="zh-CN" altLang="en-US" sz="2400" b="1">
                      <a:solidFill>
                        <a:srgbClr val="0000CC"/>
                      </a:solidFill>
                      <a:ea typeface="黑体" panose="02010609060101010101" pitchFamily="49" charset="-122"/>
                    </a:endParaRPr>
                  </a:p>
                </p:txBody>
              </p:sp>
            </p:grpSp>
            <p:sp>
              <p:nvSpPr>
                <p:cNvPr id="989236" name="Line 55"/>
                <p:cNvSpPr>
                  <a:spLocks noChangeShapeType="1"/>
                </p:cNvSpPr>
                <p:nvPr/>
              </p:nvSpPr>
              <p:spPr bwMode="auto">
                <a:xfrm flipV="1">
                  <a:off x="4641" y="3153"/>
                  <a:ext cx="144" cy="144"/>
                </a:xfrm>
                <a:prstGeom prst="line">
                  <a:avLst/>
                </a:prstGeom>
                <a:noFill/>
                <a:ln w="28575">
                  <a:solidFill>
                    <a:schemeClr val="tx1"/>
                  </a:solidFill>
                  <a:miter lim="800000"/>
                  <a:headEnd/>
                  <a:tailEnd/>
                </a:ln>
                <a:extLst>
                  <a:ext uri="{909E8E84-426E-40DD-AFC4-6F175D3DCCD1}">
                    <a14:hiddenFill xmlns:a14="http://schemas.microsoft.com/office/drawing/2010/main">
                      <a:noFill/>
                    </a14:hiddenFill>
                  </a:ext>
                </a:extLst>
              </p:spPr>
              <p:txBody>
                <a:bodyPr wrap="none"/>
                <a:lstStyle/>
                <a:p>
                  <a:pPr eaLnBrk="0" hangingPunct="0"/>
                  <a:endParaRPr lang="zh-CN" altLang="en-US" sz="2400" b="1">
                    <a:solidFill>
                      <a:srgbClr val="0000CC"/>
                    </a:solidFill>
                    <a:ea typeface="黑体" panose="02010609060101010101" pitchFamily="49" charset="-122"/>
                  </a:endParaRPr>
                </a:p>
              </p:txBody>
            </p:sp>
            <p:sp>
              <p:nvSpPr>
                <p:cNvPr id="989237" name="Line 56"/>
                <p:cNvSpPr>
                  <a:spLocks noChangeShapeType="1"/>
                </p:cNvSpPr>
                <p:nvPr/>
              </p:nvSpPr>
              <p:spPr bwMode="auto">
                <a:xfrm flipH="1">
                  <a:off x="3441" y="2913"/>
                  <a:ext cx="528" cy="528"/>
                </a:xfrm>
                <a:prstGeom prst="line">
                  <a:avLst/>
                </a:prstGeom>
                <a:noFill/>
                <a:ln w="28575">
                  <a:solidFill>
                    <a:schemeClr val="tx1"/>
                  </a:solidFill>
                  <a:prstDash val="sysDot"/>
                  <a:miter lim="800000"/>
                  <a:headEnd/>
                  <a:tailEnd/>
                </a:ln>
                <a:extLst>
                  <a:ext uri="{909E8E84-426E-40DD-AFC4-6F175D3DCCD1}">
                    <a14:hiddenFill xmlns:a14="http://schemas.microsoft.com/office/drawing/2010/main">
                      <a:noFill/>
                    </a14:hiddenFill>
                  </a:ext>
                </a:extLst>
              </p:spPr>
              <p:txBody>
                <a:bodyPr wrap="none"/>
                <a:lstStyle/>
                <a:p>
                  <a:pPr eaLnBrk="0" hangingPunct="0"/>
                  <a:endParaRPr lang="zh-CN" altLang="en-US" sz="2400" b="1">
                    <a:solidFill>
                      <a:srgbClr val="0000CC"/>
                    </a:solidFill>
                    <a:ea typeface="黑体" panose="02010609060101010101" pitchFamily="49" charset="-122"/>
                  </a:endParaRPr>
                </a:p>
              </p:txBody>
            </p:sp>
            <p:grpSp>
              <p:nvGrpSpPr>
                <p:cNvPr id="989238" name="Group 57"/>
                <p:cNvGrpSpPr>
                  <a:grpSpLocks/>
                </p:cNvGrpSpPr>
                <p:nvPr/>
              </p:nvGrpSpPr>
              <p:grpSpPr bwMode="auto">
                <a:xfrm>
                  <a:off x="4449" y="3297"/>
                  <a:ext cx="240" cy="96"/>
                  <a:chOff x="1000" y="3128"/>
                  <a:chExt cx="320" cy="184"/>
                </a:xfrm>
              </p:grpSpPr>
              <p:sp>
                <p:nvSpPr>
                  <p:cNvPr id="989239" name="AutoShape 58"/>
                  <p:cNvSpPr>
                    <a:spLocks noChangeArrowheads="1"/>
                  </p:cNvSpPr>
                  <p:nvPr/>
                </p:nvSpPr>
                <p:spPr bwMode="auto">
                  <a:xfrm>
                    <a:off x="1000" y="3128"/>
                    <a:ext cx="320" cy="184"/>
                  </a:xfrm>
                  <a:prstGeom prst="can">
                    <a:avLst>
                      <a:gd name="adj" fmla="val 50000"/>
                    </a:avLst>
                  </a:prstGeom>
                  <a:solidFill>
                    <a:srgbClr val="4D4D4D"/>
                  </a:solidFill>
                  <a:ln w="9525">
                    <a:solidFill>
                      <a:schemeClr val="tx1"/>
                    </a:solidFill>
                    <a:miter lim="800000"/>
                    <a:headEnd/>
                    <a:tailEnd/>
                  </a:ln>
                </p:spPr>
                <p:txBody>
                  <a:bodyPr wrap="none" anchor="ctr"/>
                  <a:lstStyle/>
                  <a:p>
                    <a:pPr eaLnBrk="0" hangingPunct="0"/>
                    <a:endParaRPr lang="zh-CN" altLang="en-US" sz="2400" b="1">
                      <a:solidFill>
                        <a:srgbClr val="0000CC"/>
                      </a:solidFill>
                      <a:ea typeface="黑体" panose="02010609060101010101" pitchFamily="49" charset="-122"/>
                    </a:endParaRPr>
                  </a:p>
                </p:txBody>
              </p:sp>
              <p:sp>
                <p:nvSpPr>
                  <p:cNvPr id="989240" name="Line 59"/>
                  <p:cNvSpPr>
                    <a:spLocks noChangeShapeType="1"/>
                  </p:cNvSpPr>
                  <p:nvPr/>
                </p:nvSpPr>
                <p:spPr bwMode="auto">
                  <a:xfrm>
                    <a:off x="1104" y="3144"/>
                    <a:ext cx="144" cy="48"/>
                  </a:xfrm>
                  <a:prstGeom prst="line">
                    <a:avLst/>
                  </a:prstGeom>
                  <a:noFill/>
                  <a:ln w="28575">
                    <a:solidFill>
                      <a:schemeClr val="bg1"/>
                    </a:solidFill>
                    <a:miter lim="800000"/>
                    <a:headEnd/>
                    <a:tailEnd/>
                  </a:ln>
                  <a:extLst>
                    <a:ext uri="{909E8E84-426E-40DD-AFC4-6F175D3DCCD1}">
                      <a14:hiddenFill xmlns:a14="http://schemas.microsoft.com/office/drawing/2010/main">
                        <a:noFill/>
                      </a14:hiddenFill>
                    </a:ext>
                  </a:extLst>
                </p:spPr>
                <p:txBody>
                  <a:bodyPr wrap="none"/>
                  <a:lstStyle/>
                  <a:p>
                    <a:pPr eaLnBrk="0" hangingPunct="0"/>
                    <a:endParaRPr lang="zh-CN" altLang="en-US" sz="2400" b="1">
                      <a:solidFill>
                        <a:srgbClr val="0000CC"/>
                      </a:solidFill>
                      <a:ea typeface="黑体" panose="02010609060101010101" pitchFamily="49" charset="-122"/>
                    </a:endParaRPr>
                  </a:p>
                </p:txBody>
              </p:sp>
              <p:sp>
                <p:nvSpPr>
                  <p:cNvPr id="989241" name="Line 60"/>
                  <p:cNvSpPr>
                    <a:spLocks noChangeShapeType="1"/>
                  </p:cNvSpPr>
                  <p:nvPr/>
                </p:nvSpPr>
                <p:spPr bwMode="auto">
                  <a:xfrm flipH="1">
                    <a:off x="1096" y="3144"/>
                    <a:ext cx="144" cy="48"/>
                  </a:xfrm>
                  <a:prstGeom prst="line">
                    <a:avLst/>
                  </a:prstGeom>
                  <a:noFill/>
                  <a:ln w="28575">
                    <a:solidFill>
                      <a:schemeClr val="bg1"/>
                    </a:solidFill>
                    <a:miter lim="800000"/>
                    <a:headEnd/>
                    <a:tailEnd/>
                  </a:ln>
                  <a:extLst>
                    <a:ext uri="{909E8E84-426E-40DD-AFC4-6F175D3DCCD1}">
                      <a14:hiddenFill xmlns:a14="http://schemas.microsoft.com/office/drawing/2010/main">
                        <a:noFill/>
                      </a14:hiddenFill>
                    </a:ext>
                  </a:extLst>
                </p:spPr>
                <p:txBody>
                  <a:bodyPr wrap="none"/>
                  <a:lstStyle/>
                  <a:p>
                    <a:pPr eaLnBrk="0" hangingPunct="0"/>
                    <a:endParaRPr lang="zh-CN" altLang="en-US" sz="2400" b="1">
                      <a:solidFill>
                        <a:srgbClr val="0000CC"/>
                      </a:solidFill>
                      <a:ea typeface="黑体" panose="02010609060101010101" pitchFamily="49" charset="-122"/>
                    </a:endParaRPr>
                  </a:p>
                </p:txBody>
              </p:sp>
            </p:grpSp>
            <p:sp>
              <p:nvSpPr>
                <p:cNvPr id="989242" name="Line 61"/>
                <p:cNvSpPr>
                  <a:spLocks noChangeShapeType="1"/>
                </p:cNvSpPr>
                <p:nvPr/>
              </p:nvSpPr>
              <p:spPr bwMode="auto">
                <a:xfrm>
                  <a:off x="4209" y="2913"/>
                  <a:ext cx="480" cy="192"/>
                </a:xfrm>
                <a:prstGeom prst="line">
                  <a:avLst/>
                </a:prstGeom>
                <a:noFill/>
                <a:ln w="28575">
                  <a:solidFill>
                    <a:schemeClr val="tx1"/>
                  </a:solidFill>
                  <a:miter lim="800000"/>
                  <a:headEnd/>
                  <a:tailEnd/>
                </a:ln>
                <a:extLst>
                  <a:ext uri="{909E8E84-426E-40DD-AFC4-6F175D3DCCD1}">
                    <a14:hiddenFill xmlns:a14="http://schemas.microsoft.com/office/drawing/2010/main">
                      <a:noFill/>
                    </a14:hiddenFill>
                  </a:ext>
                </a:extLst>
              </p:spPr>
              <p:txBody>
                <a:bodyPr wrap="none"/>
                <a:lstStyle/>
                <a:p>
                  <a:pPr eaLnBrk="0" hangingPunct="0"/>
                  <a:endParaRPr lang="zh-CN" altLang="en-US" sz="2400" b="1">
                    <a:solidFill>
                      <a:srgbClr val="0000CC"/>
                    </a:solidFill>
                    <a:ea typeface="黑体" panose="02010609060101010101" pitchFamily="49" charset="-122"/>
                  </a:endParaRPr>
                </a:p>
              </p:txBody>
            </p:sp>
            <p:grpSp>
              <p:nvGrpSpPr>
                <p:cNvPr id="989243" name="Group 62"/>
                <p:cNvGrpSpPr>
                  <a:grpSpLocks/>
                </p:cNvGrpSpPr>
                <p:nvPr/>
              </p:nvGrpSpPr>
              <p:grpSpPr bwMode="auto">
                <a:xfrm>
                  <a:off x="3921" y="2769"/>
                  <a:ext cx="320" cy="184"/>
                  <a:chOff x="1000" y="3128"/>
                  <a:chExt cx="320" cy="184"/>
                </a:xfrm>
              </p:grpSpPr>
              <p:sp>
                <p:nvSpPr>
                  <p:cNvPr id="989244" name="AutoShape 63"/>
                  <p:cNvSpPr>
                    <a:spLocks noChangeArrowheads="1"/>
                  </p:cNvSpPr>
                  <p:nvPr/>
                </p:nvSpPr>
                <p:spPr bwMode="auto">
                  <a:xfrm>
                    <a:off x="1000" y="3128"/>
                    <a:ext cx="320" cy="184"/>
                  </a:xfrm>
                  <a:prstGeom prst="can">
                    <a:avLst>
                      <a:gd name="adj" fmla="val 50000"/>
                    </a:avLst>
                  </a:prstGeom>
                  <a:solidFill>
                    <a:srgbClr val="4D4D4D"/>
                  </a:solidFill>
                  <a:ln w="9525">
                    <a:solidFill>
                      <a:schemeClr val="tx1"/>
                    </a:solidFill>
                    <a:miter lim="800000"/>
                    <a:headEnd/>
                    <a:tailEnd/>
                  </a:ln>
                </p:spPr>
                <p:txBody>
                  <a:bodyPr wrap="none" anchor="ctr"/>
                  <a:lstStyle/>
                  <a:p>
                    <a:pPr eaLnBrk="0" hangingPunct="0"/>
                    <a:endParaRPr lang="zh-CN" altLang="en-US" sz="2400" b="1">
                      <a:solidFill>
                        <a:srgbClr val="0000CC"/>
                      </a:solidFill>
                      <a:ea typeface="黑体" panose="02010609060101010101" pitchFamily="49" charset="-122"/>
                    </a:endParaRPr>
                  </a:p>
                </p:txBody>
              </p:sp>
              <p:sp>
                <p:nvSpPr>
                  <p:cNvPr id="989245" name="Line 64"/>
                  <p:cNvSpPr>
                    <a:spLocks noChangeShapeType="1"/>
                  </p:cNvSpPr>
                  <p:nvPr/>
                </p:nvSpPr>
                <p:spPr bwMode="auto">
                  <a:xfrm>
                    <a:off x="1104" y="3144"/>
                    <a:ext cx="144" cy="48"/>
                  </a:xfrm>
                  <a:prstGeom prst="line">
                    <a:avLst/>
                  </a:prstGeom>
                  <a:noFill/>
                  <a:ln w="28575">
                    <a:solidFill>
                      <a:schemeClr val="bg1"/>
                    </a:solidFill>
                    <a:miter lim="800000"/>
                    <a:headEnd/>
                    <a:tailEnd/>
                  </a:ln>
                  <a:extLst>
                    <a:ext uri="{909E8E84-426E-40DD-AFC4-6F175D3DCCD1}">
                      <a14:hiddenFill xmlns:a14="http://schemas.microsoft.com/office/drawing/2010/main">
                        <a:noFill/>
                      </a14:hiddenFill>
                    </a:ext>
                  </a:extLst>
                </p:spPr>
                <p:txBody>
                  <a:bodyPr wrap="none"/>
                  <a:lstStyle/>
                  <a:p>
                    <a:pPr eaLnBrk="0" hangingPunct="0"/>
                    <a:endParaRPr lang="zh-CN" altLang="en-US" sz="2400" b="1">
                      <a:solidFill>
                        <a:srgbClr val="0000CC"/>
                      </a:solidFill>
                      <a:ea typeface="黑体" panose="02010609060101010101" pitchFamily="49" charset="-122"/>
                    </a:endParaRPr>
                  </a:p>
                </p:txBody>
              </p:sp>
              <p:sp>
                <p:nvSpPr>
                  <p:cNvPr id="989246" name="Line 65"/>
                  <p:cNvSpPr>
                    <a:spLocks noChangeShapeType="1"/>
                  </p:cNvSpPr>
                  <p:nvPr/>
                </p:nvSpPr>
                <p:spPr bwMode="auto">
                  <a:xfrm flipH="1">
                    <a:off x="1096" y="3144"/>
                    <a:ext cx="144" cy="48"/>
                  </a:xfrm>
                  <a:prstGeom prst="line">
                    <a:avLst/>
                  </a:prstGeom>
                  <a:noFill/>
                  <a:ln w="28575">
                    <a:solidFill>
                      <a:schemeClr val="bg1"/>
                    </a:solidFill>
                    <a:miter lim="800000"/>
                    <a:headEnd/>
                    <a:tailEnd/>
                  </a:ln>
                  <a:extLst>
                    <a:ext uri="{909E8E84-426E-40DD-AFC4-6F175D3DCCD1}">
                      <a14:hiddenFill xmlns:a14="http://schemas.microsoft.com/office/drawing/2010/main">
                        <a:noFill/>
                      </a14:hiddenFill>
                    </a:ext>
                  </a:extLst>
                </p:spPr>
                <p:txBody>
                  <a:bodyPr wrap="none"/>
                  <a:lstStyle/>
                  <a:p>
                    <a:pPr eaLnBrk="0" hangingPunct="0"/>
                    <a:endParaRPr lang="zh-CN" altLang="en-US" sz="2400" b="1">
                      <a:solidFill>
                        <a:srgbClr val="0000CC"/>
                      </a:solidFill>
                      <a:ea typeface="黑体" panose="02010609060101010101" pitchFamily="49" charset="-122"/>
                    </a:endParaRPr>
                  </a:p>
                </p:txBody>
              </p:sp>
            </p:grpSp>
            <p:sp>
              <p:nvSpPr>
                <p:cNvPr id="989247" name="Text Box 66"/>
                <p:cNvSpPr txBox="1">
                  <a:spLocks noChangeArrowheads="1"/>
                </p:cNvSpPr>
                <p:nvPr/>
              </p:nvSpPr>
              <p:spPr bwMode="auto">
                <a:xfrm>
                  <a:off x="4209" y="2642"/>
                  <a:ext cx="341" cy="27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en-US" altLang="zh-CN" sz="2400" b="1">
                      <a:solidFill>
                        <a:srgbClr val="0000CC"/>
                      </a:solidFill>
                      <a:ea typeface="黑体" panose="02010609060101010101" pitchFamily="49" charset="-122"/>
                    </a:rPr>
                    <a:t>R3</a:t>
                  </a:r>
                </a:p>
              </p:txBody>
            </p:sp>
            <p:sp>
              <p:nvSpPr>
                <p:cNvPr id="989248" name="Text Box 67"/>
                <p:cNvSpPr txBox="1">
                  <a:spLocks noChangeArrowheads="1"/>
                </p:cNvSpPr>
                <p:nvPr/>
              </p:nvSpPr>
              <p:spPr bwMode="auto">
                <a:xfrm>
                  <a:off x="3729" y="3600"/>
                  <a:ext cx="838" cy="27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zh-CN" altLang="en-US" sz="2400" b="1">
                      <a:solidFill>
                        <a:srgbClr val="0000CC"/>
                      </a:solidFill>
                      <a:ea typeface="黑体" panose="02010609060101010101" pitchFamily="49" charset="-122"/>
                    </a:rPr>
                    <a:t>自治系统</a:t>
                  </a:r>
                </a:p>
              </p:txBody>
            </p:sp>
          </p:grpSp>
          <p:grpSp>
            <p:nvGrpSpPr>
              <p:cNvPr id="989249" name="Group 68"/>
              <p:cNvGrpSpPr>
                <a:grpSpLocks/>
              </p:cNvGrpSpPr>
              <p:nvPr/>
            </p:nvGrpSpPr>
            <p:grpSpPr bwMode="auto">
              <a:xfrm>
                <a:off x="657" y="1056"/>
                <a:ext cx="1872" cy="1281"/>
                <a:chOff x="672" y="735"/>
                <a:chExt cx="1872" cy="1281"/>
              </a:xfrm>
            </p:grpSpPr>
            <p:sp>
              <p:nvSpPr>
                <p:cNvPr id="989250" name="Rectangle 69"/>
                <p:cNvSpPr>
                  <a:spLocks noChangeArrowheads="1"/>
                </p:cNvSpPr>
                <p:nvPr/>
              </p:nvSpPr>
              <p:spPr bwMode="auto">
                <a:xfrm>
                  <a:off x="672" y="1008"/>
                  <a:ext cx="1872" cy="1008"/>
                </a:xfrm>
                <a:prstGeom prst="rect">
                  <a:avLst/>
                </a:prstGeom>
                <a:solidFill>
                  <a:srgbClr val="DDDDDD"/>
                </a:solidFill>
                <a:ln w="9525">
                  <a:solidFill>
                    <a:schemeClr val="tx1"/>
                  </a:solidFill>
                  <a:miter lim="800000"/>
                  <a:headEnd/>
                  <a:tailEnd/>
                </a:ln>
              </p:spPr>
              <p:txBody>
                <a:bodyPr wrap="none" anchor="ctr"/>
                <a:lstStyle/>
                <a:p>
                  <a:pPr eaLnBrk="0" hangingPunct="0"/>
                  <a:endParaRPr lang="zh-CN" altLang="en-US" sz="2400" b="1">
                    <a:solidFill>
                      <a:srgbClr val="0000CC"/>
                    </a:solidFill>
                    <a:ea typeface="黑体" panose="02010609060101010101" pitchFamily="49" charset="-122"/>
                  </a:endParaRPr>
                </a:p>
              </p:txBody>
            </p:sp>
            <p:sp>
              <p:nvSpPr>
                <p:cNvPr id="989251" name="Oval 70"/>
                <p:cNvSpPr>
                  <a:spLocks noChangeArrowheads="1"/>
                </p:cNvSpPr>
                <p:nvPr/>
              </p:nvSpPr>
              <p:spPr bwMode="auto">
                <a:xfrm>
                  <a:off x="1008" y="1152"/>
                  <a:ext cx="192" cy="96"/>
                </a:xfrm>
                <a:prstGeom prst="ellipse">
                  <a:avLst/>
                </a:prstGeom>
                <a:solidFill>
                  <a:schemeClr val="tx1"/>
                </a:solidFill>
                <a:ln w="9525">
                  <a:solidFill>
                    <a:schemeClr val="tx1"/>
                  </a:solidFill>
                  <a:miter lim="800000"/>
                  <a:headEnd/>
                  <a:tailEnd/>
                </a:ln>
              </p:spPr>
              <p:txBody>
                <a:bodyPr wrap="none" anchor="ctr"/>
                <a:lstStyle/>
                <a:p>
                  <a:pPr eaLnBrk="0" hangingPunct="0"/>
                  <a:endParaRPr lang="zh-CN" altLang="en-US" sz="2400" b="1">
                    <a:solidFill>
                      <a:srgbClr val="0000CC"/>
                    </a:solidFill>
                    <a:ea typeface="黑体" panose="02010609060101010101" pitchFamily="49" charset="-122"/>
                  </a:endParaRPr>
                </a:p>
              </p:txBody>
            </p:sp>
            <p:grpSp>
              <p:nvGrpSpPr>
                <p:cNvPr id="989252" name="Group 71"/>
                <p:cNvGrpSpPr>
                  <a:grpSpLocks/>
                </p:cNvGrpSpPr>
                <p:nvPr/>
              </p:nvGrpSpPr>
              <p:grpSpPr bwMode="auto">
                <a:xfrm>
                  <a:off x="2016" y="1104"/>
                  <a:ext cx="320" cy="184"/>
                  <a:chOff x="1000" y="3128"/>
                  <a:chExt cx="320" cy="184"/>
                </a:xfrm>
              </p:grpSpPr>
              <p:sp>
                <p:nvSpPr>
                  <p:cNvPr id="989253" name="AutoShape 72"/>
                  <p:cNvSpPr>
                    <a:spLocks noChangeArrowheads="1"/>
                  </p:cNvSpPr>
                  <p:nvPr/>
                </p:nvSpPr>
                <p:spPr bwMode="auto">
                  <a:xfrm>
                    <a:off x="1000" y="3128"/>
                    <a:ext cx="320" cy="184"/>
                  </a:xfrm>
                  <a:prstGeom prst="can">
                    <a:avLst>
                      <a:gd name="adj" fmla="val 50000"/>
                    </a:avLst>
                  </a:prstGeom>
                  <a:solidFill>
                    <a:srgbClr val="4D4D4D"/>
                  </a:solidFill>
                  <a:ln w="9525">
                    <a:solidFill>
                      <a:schemeClr val="tx1"/>
                    </a:solidFill>
                    <a:miter lim="800000"/>
                    <a:headEnd/>
                    <a:tailEnd/>
                  </a:ln>
                </p:spPr>
                <p:txBody>
                  <a:bodyPr wrap="none" anchor="ctr"/>
                  <a:lstStyle/>
                  <a:p>
                    <a:pPr eaLnBrk="0" hangingPunct="0"/>
                    <a:endParaRPr lang="zh-CN" altLang="en-US" sz="2400" b="1">
                      <a:solidFill>
                        <a:srgbClr val="0000CC"/>
                      </a:solidFill>
                      <a:ea typeface="黑体" panose="02010609060101010101" pitchFamily="49" charset="-122"/>
                    </a:endParaRPr>
                  </a:p>
                </p:txBody>
              </p:sp>
              <p:sp>
                <p:nvSpPr>
                  <p:cNvPr id="989254" name="Line 73"/>
                  <p:cNvSpPr>
                    <a:spLocks noChangeShapeType="1"/>
                  </p:cNvSpPr>
                  <p:nvPr/>
                </p:nvSpPr>
                <p:spPr bwMode="auto">
                  <a:xfrm>
                    <a:off x="1104" y="3144"/>
                    <a:ext cx="144" cy="48"/>
                  </a:xfrm>
                  <a:prstGeom prst="line">
                    <a:avLst/>
                  </a:prstGeom>
                  <a:noFill/>
                  <a:ln w="28575">
                    <a:solidFill>
                      <a:schemeClr val="bg1"/>
                    </a:solidFill>
                    <a:miter lim="800000"/>
                    <a:headEnd/>
                    <a:tailEnd/>
                  </a:ln>
                  <a:extLst>
                    <a:ext uri="{909E8E84-426E-40DD-AFC4-6F175D3DCCD1}">
                      <a14:hiddenFill xmlns:a14="http://schemas.microsoft.com/office/drawing/2010/main">
                        <a:noFill/>
                      </a14:hiddenFill>
                    </a:ext>
                  </a:extLst>
                </p:spPr>
                <p:txBody>
                  <a:bodyPr wrap="none"/>
                  <a:lstStyle/>
                  <a:p>
                    <a:pPr eaLnBrk="0" hangingPunct="0"/>
                    <a:endParaRPr lang="zh-CN" altLang="en-US" sz="2400" b="1">
                      <a:solidFill>
                        <a:srgbClr val="0000CC"/>
                      </a:solidFill>
                      <a:ea typeface="黑体" panose="02010609060101010101" pitchFamily="49" charset="-122"/>
                    </a:endParaRPr>
                  </a:p>
                </p:txBody>
              </p:sp>
              <p:sp>
                <p:nvSpPr>
                  <p:cNvPr id="989255" name="Line 74"/>
                  <p:cNvSpPr>
                    <a:spLocks noChangeShapeType="1"/>
                  </p:cNvSpPr>
                  <p:nvPr/>
                </p:nvSpPr>
                <p:spPr bwMode="auto">
                  <a:xfrm flipH="1">
                    <a:off x="1096" y="3144"/>
                    <a:ext cx="144" cy="48"/>
                  </a:xfrm>
                  <a:prstGeom prst="line">
                    <a:avLst/>
                  </a:prstGeom>
                  <a:noFill/>
                  <a:ln w="28575">
                    <a:solidFill>
                      <a:schemeClr val="bg1"/>
                    </a:solidFill>
                    <a:miter lim="800000"/>
                    <a:headEnd/>
                    <a:tailEnd/>
                  </a:ln>
                  <a:extLst>
                    <a:ext uri="{909E8E84-426E-40DD-AFC4-6F175D3DCCD1}">
                      <a14:hiddenFill xmlns:a14="http://schemas.microsoft.com/office/drawing/2010/main">
                        <a:noFill/>
                      </a14:hiddenFill>
                    </a:ext>
                  </a:extLst>
                </p:spPr>
                <p:txBody>
                  <a:bodyPr wrap="none"/>
                  <a:lstStyle/>
                  <a:p>
                    <a:pPr eaLnBrk="0" hangingPunct="0"/>
                    <a:endParaRPr lang="zh-CN" altLang="en-US" sz="2400" b="1">
                      <a:solidFill>
                        <a:srgbClr val="0000CC"/>
                      </a:solidFill>
                      <a:ea typeface="黑体" panose="02010609060101010101" pitchFamily="49" charset="-122"/>
                    </a:endParaRPr>
                  </a:p>
                </p:txBody>
              </p:sp>
            </p:grpSp>
            <p:sp>
              <p:nvSpPr>
                <p:cNvPr id="989256" name="Oval 75"/>
                <p:cNvSpPr>
                  <a:spLocks noChangeArrowheads="1"/>
                </p:cNvSpPr>
                <p:nvPr/>
              </p:nvSpPr>
              <p:spPr bwMode="auto">
                <a:xfrm>
                  <a:off x="960" y="1728"/>
                  <a:ext cx="192" cy="96"/>
                </a:xfrm>
                <a:prstGeom prst="ellipse">
                  <a:avLst/>
                </a:prstGeom>
                <a:solidFill>
                  <a:schemeClr val="tx1"/>
                </a:solidFill>
                <a:ln w="9525">
                  <a:solidFill>
                    <a:schemeClr val="tx1"/>
                  </a:solidFill>
                  <a:miter lim="800000"/>
                  <a:headEnd/>
                  <a:tailEnd/>
                </a:ln>
              </p:spPr>
              <p:txBody>
                <a:bodyPr wrap="none" anchor="ctr"/>
                <a:lstStyle/>
                <a:p>
                  <a:pPr eaLnBrk="0" hangingPunct="0"/>
                  <a:endParaRPr lang="zh-CN" altLang="en-US" sz="2400" b="1">
                    <a:solidFill>
                      <a:srgbClr val="0000CC"/>
                    </a:solidFill>
                    <a:ea typeface="黑体" panose="02010609060101010101" pitchFamily="49" charset="-122"/>
                  </a:endParaRPr>
                </a:p>
              </p:txBody>
            </p:sp>
            <p:sp>
              <p:nvSpPr>
                <p:cNvPr id="989257" name="Oval 76"/>
                <p:cNvSpPr>
                  <a:spLocks noChangeArrowheads="1"/>
                </p:cNvSpPr>
                <p:nvPr/>
              </p:nvSpPr>
              <p:spPr bwMode="auto">
                <a:xfrm>
                  <a:off x="2064" y="1632"/>
                  <a:ext cx="192" cy="96"/>
                </a:xfrm>
                <a:prstGeom prst="ellipse">
                  <a:avLst/>
                </a:prstGeom>
                <a:solidFill>
                  <a:schemeClr val="tx1"/>
                </a:solidFill>
                <a:ln w="9525">
                  <a:solidFill>
                    <a:schemeClr val="tx1"/>
                  </a:solidFill>
                  <a:miter lim="800000"/>
                  <a:headEnd/>
                  <a:tailEnd/>
                </a:ln>
              </p:spPr>
              <p:txBody>
                <a:bodyPr wrap="none" anchor="ctr"/>
                <a:lstStyle/>
                <a:p>
                  <a:pPr eaLnBrk="0" hangingPunct="0"/>
                  <a:endParaRPr lang="zh-CN" altLang="en-US" sz="2400" b="1">
                    <a:solidFill>
                      <a:srgbClr val="0000CC"/>
                    </a:solidFill>
                    <a:ea typeface="黑体" panose="02010609060101010101" pitchFamily="49" charset="-122"/>
                  </a:endParaRPr>
                </a:p>
              </p:txBody>
            </p:sp>
            <p:grpSp>
              <p:nvGrpSpPr>
                <p:cNvPr id="989258" name="Group 77"/>
                <p:cNvGrpSpPr>
                  <a:grpSpLocks/>
                </p:cNvGrpSpPr>
                <p:nvPr/>
              </p:nvGrpSpPr>
              <p:grpSpPr bwMode="auto">
                <a:xfrm>
                  <a:off x="864" y="1440"/>
                  <a:ext cx="240" cy="96"/>
                  <a:chOff x="1000" y="3128"/>
                  <a:chExt cx="320" cy="184"/>
                </a:xfrm>
              </p:grpSpPr>
              <p:sp>
                <p:nvSpPr>
                  <p:cNvPr id="989259" name="AutoShape 78"/>
                  <p:cNvSpPr>
                    <a:spLocks noChangeArrowheads="1"/>
                  </p:cNvSpPr>
                  <p:nvPr/>
                </p:nvSpPr>
                <p:spPr bwMode="auto">
                  <a:xfrm>
                    <a:off x="1000" y="3128"/>
                    <a:ext cx="320" cy="184"/>
                  </a:xfrm>
                  <a:prstGeom prst="can">
                    <a:avLst>
                      <a:gd name="adj" fmla="val 50000"/>
                    </a:avLst>
                  </a:prstGeom>
                  <a:solidFill>
                    <a:srgbClr val="4D4D4D"/>
                  </a:solidFill>
                  <a:ln w="9525">
                    <a:solidFill>
                      <a:schemeClr val="tx1"/>
                    </a:solidFill>
                    <a:miter lim="800000"/>
                    <a:headEnd/>
                    <a:tailEnd/>
                  </a:ln>
                </p:spPr>
                <p:txBody>
                  <a:bodyPr wrap="none" anchor="ctr"/>
                  <a:lstStyle/>
                  <a:p>
                    <a:pPr eaLnBrk="0" hangingPunct="0"/>
                    <a:endParaRPr lang="zh-CN" altLang="en-US" sz="2400" b="1">
                      <a:solidFill>
                        <a:srgbClr val="0000CC"/>
                      </a:solidFill>
                      <a:ea typeface="黑体" panose="02010609060101010101" pitchFamily="49" charset="-122"/>
                    </a:endParaRPr>
                  </a:p>
                </p:txBody>
              </p:sp>
              <p:sp>
                <p:nvSpPr>
                  <p:cNvPr id="989260" name="Line 79"/>
                  <p:cNvSpPr>
                    <a:spLocks noChangeShapeType="1"/>
                  </p:cNvSpPr>
                  <p:nvPr/>
                </p:nvSpPr>
                <p:spPr bwMode="auto">
                  <a:xfrm>
                    <a:off x="1104" y="3144"/>
                    <a:ext cx="144" cy="48"/>
                  </a:xfrm>
                  <a:prstGeom prst="line">
                    <a:avLst/>
                  </a:prstGeom>
                  <a:noFill/>
                  <a:ln w="28575">
                    <a:solidFill>
                      <a:schemeClr val="bg1"/>
                    </a:solidFill>
                    <a:miter lim="800000"/>
                    <a:headEnd/>
                    <a:tailEnd/>
                  </a:ln>
                  <a:extLst>
                    <a:ext uri="{909E8E84-426E-40DD-AFC4-6F175D3DCCD1}">
                      <a14:hiddenFill xmlns:a14="http://schemas.microsoft.com/office/drawing/2010/main">
                        <a:noFill/>
                      </a14:hiddenFill>
                    </a:ext>
                  </a:extLst>
                </p:spPr>
                <p:txBody>
                  <a:bodyPr wrap="none"/>
                  <a:lstStyle/>
                  <a:p>
                    <a:pPr eaLnBrk="0" hangingPunct="0"/>
                    <a:endParaRPr lang="zh-CN" altLang="en-US" sz="2400" b="1">
                      <a:solidFill>
                        <a:srgbClr val="0000CC"/>
                      </a:solidFill>
                      <a:ea typeface="黑体" panose="02010609060101010101" pitchFamily="49" charset="-122"/>
                    </a:endParaRPr>
                  </a:p>
                </p:txBody>
              </p:sp>
              <p:sp>
                <p:nvSpPr>
                  <p:cNvPr id="989261" name="Line 80"/>
                  <p:cNvSpPr>
                    <a:spLocks noChangeShapeType="1"/>
                  </p:cNvSpPr>
                  <p:nvPr/>
                </p:nvSpPr>
                <p:spPr bwMode="auto">
                  <a:xfrm flipH="1">
                    <a:off x="1096" y="3144"/>
                    <a:ext cx="144" cy="48"/>
                  </a:xfrm>
                  <a:prstGeom prst="line">
                    <a:avLst/>
                  </a:prstGeom>
                  <a:noFill/>
                  <a:ln w="28575">
                    <a:solidFill>
                      <a:schemeClr val="bg1"/>
                    </a:solidFill>
                    <a:miter lim="800000"/>
                    <a:headEnd/>
                    <a:tailEnd/>
                  </a:ln>
                  <a:extLst>
                    <a:ext uri="{909E8E84-426E-40DD-AFC4-6F175D3DCCD1}">
                      <a14:hiddenFill xmlns:a14="http://schemas.microsoft.com/office/drawing/2010/main">
                        <a:noFill/>
                      </a14:hiddenFill>
                    </a:ext>
                  </a:extLst>
                </p:spPr>
                <p:txBody>
                  <a:bodyPr wrap="none"/>
                  <a:lstStyle/>
                  <a:p>
                    <a:pPr eaLnBrk="0" hangingPunct="0"/>
                    <a:endParaRPr lang="zh-CN" altLang="en-US" sz="2400" b="1">
                      <a:solidFill>
                        <a:srgbClr val="0000CC"/>
                      </a:solidFill>
                      <a:ea typeface="黑体" panose="02010609060101010101" pitchFamily="49" charset="-122"/>
                    </a:endParaRPr>
                  </a:p>
                </p:txBody>
              </p:sp>
            </p:grpSp>
            <p:grpSp>
              <p:nvGrpSpPr>
                <p:cNvPr id="989262" name="Group 81"/>
                <p:cNvGrpSpPr>
                  <a:grpSpLocks/>
                </p:cNvGrpSpPr>
                <p:nvPr/>
              </p:nvGrpSpPr>
              <p:grpSpPr bwMode="auto">
                <a:xfrm>
                  <a:off x="1488" y="1776"/>
                  <a:ext cx="240" cy="96"/>
                  <a:chOff x="1000" y="3128"/>
                  <a:chExt cx="320" cy="184"/>
                </a:xfrm>
              </p:grpSpPr>
              <p:sp>
                <p:nvSpPr>
                  <p:cNvPr id="989263" name="AutoShape 82"/>
                  <p:cNvSpPr>
                    <a:spLocks noChangeArrowheads="1"/>
                  </p:cNvSpPr>
                  <p:nvPr/>
                </p:nvSpPr>
                <p:spPr bwMode="auto">
                  <a:xfrm>
                    <a:off x="1000" y="3128"/>
                    <a:ext cx="320" cy="184"/>
                  </a:xfrm>
                  <a:prstGeom prst="can">
                    <a:avLst>
                      <a:gd name="adj" fmla="val 50000"/>
                    </a:avLst>
                  </a:prstGeom>
                  <a:solidFill>
                    <a:srgbClr val="4D4D4D"/>
                  </a:solidFill>
                  <a:ln w="9525">
                    <a:solidFill>
                      <a:schemeClr val="tx1"/>
                    </a:solidFill>
                    <a:miter lim="800000"/>
                    <a:headEnd/>
                    <a:tailEnd/>
                  </a:ln>
                </p:spPr>
                <p:txBody>
                  <a:bodyPr wrap="none" anchor="ctr"/>
                  <a:lstStyle/>
                  <a:p>
                    <a:pPr eaLnBrk="0" hangingPunct="0"/>
                    <a:endParaRPr lang="zh-CN" altLang="en-US" sz="2400" b="1">
                      <a:solidFill>
                        <a:srgbClr val="0000CC"/>
                      </a:solidFill>
                      <a:ea typeface="黑体" panose="02010609060101010101" pitchFamily="49" charset="-122"/>
                    </a:endParaRPr>
                  </a:p>
                </p:txBody>
              </p:sp>
              <p:sp>
                <p:nvSpPr>
                  <p:cNvPr id="989264" name="Line 83"/>
                  <p:cNvSpPr>
                    <a:spLocks noChangeShapeType="1"/>
                  </p:cNvSpPr>
                  <p:nvPr/>
                </p:nvSpPr>
                <p:spPr bwMode="auto">
                  <a:xfrm>
                    <a:off x="1104" y="3144"/>
                    <a:ext cx="144" cy="48"/>
                  </a:xfrm>
                  <a:prstGeom prst="line">
                    <a:avLst/>
                  </a:prstGeom>
                  <a:noFill/>
                  <a:ln w="28575">
                    <a:solidFill>
                      <a:schemeClr val="bg1"/>
                    </a:solidFill>
                    <a:miter lim="800000"/>
                    <a:headEnd/>
                    <a:tailEnd/>
                  </a:ln>
                  <a:extLst>
                    <a:ext uri="{909E8E84-426E-40DD-AFC4-6F175D3DCCD1}">
                      <a14:hiddenFill xmlns:a14="http://schemas.microsoft.com/office/drawing/2010/main">
                        <a:noFill/>
                      </a14:hiddenFill>
                    </a:ext>
                  </a:extLst>
                </p:spPr>
                <p:txBody>
                  <a:bodyPr wrap="none"/>
                  <a:lstStyle/>
                  <a:p>
                    <a:pPr eaLnBrk="0" hangingPunct="0"/>
                    <a:endParaRPr lang="zh-CN" altLang="en-US" sz="2400" b="1">
                      <a:solidFill>
                        <a:srgbClr val="0000CC"/>
                      </a:solidFill>
                      <a:ea typeface="黑体" panose="02010609060101010101" pitchFamily="49" charset="-122"/>
                    </a:endParaRPr>
                  </a:p>
                </p:txBody>
              </p:sp>
              <p:sp>
                <p:nvSpPr>
                  <p:cNvPr id="989265" name="Line 84"/>
                  <p:cNvSpPr>
                    <a:spLocks noChangeShapeType="1"/>
                  </p:cNvSpPr>
                  <p:nvPr/>
                </p:nvSpPr>
                <p:spPr bwMode="auto">
                  <a:xfrm flipH="1">
                    <a:off x="1096" y="3144"/>
                    <a:ext cx="144" cy="48"/>
                  </a:xfrm>
                  <a:prstGeom prst="line">
                    <a:avLst/>
                  </a:prstGeom>
                  <a:noFill/>
                  <a:ln w="28575">
                    <a:solidFill>
                      <a:schemeClr val="bg1"/>
                    </a:solidFill>
                    <a:miter lim="800000"/>
                    <a:headEnd/>
                    <a:tailEnd/>
                  </a:ln>
                  <a:extLst>
                    <a:ext uri="{909E8E84-426E-40DD-AFC4-6F175D3DCCD1}">
                      <a14:hiddenFill xmlns:a14="http://schemas.microsoft.com/office/drawing/2010/main">
                        <a:noFill/>
                      </a14:hiddenFill>
                    </a:ext>
                  </a:extLst>
                </p:spPr>
                <p:txBody>
                  <a:bodyPr wrap="none"/>
                  <a:lstStyle/>
                  <a:p>
                    <a:pPr eaLnBrk="0" hangingPunct="0"/>
                    <a:endParaRPr lang="zh-CN" altLang="en-US" sz="2400" b="1">
                      <a:solidFill>
                        <a:srgbClr val="0000CC"/>
                      </a:solidFill>
                      <a:ea typeface="黑体" panose="02010609060101010101" pitchFamily="49" charset="-122"/>
                    </a:endParaRPr>
                  </a:p>
                </p:txBody>
              </p:sp>
            </p:grpSp>
            <p:sp>
              <p:nvSpPr>
                <p:cNvPr id="989266" name="Line 85"/>
                <p:cNvSpPr>
                  <a:spLocks noChangeShapeType="1"/>
                </p:cNvSpPr>
                <p:nvPr/>
              </p:nvSpPr>
              <p:spPr bwMode="auto">
                <a:xfrm>
                  <a:off x="1200" y="1200"/>
                  <a:ext cx="816" cy="0"/>
                </a:xfrm>
                <a:prstGeom prst="line">
                  <a:avLst/>
                </a:prstGeom>
                <a:noFill/>
                <a:ln w="28575">
                  <a:solidFill>
                    <a:schemeClr val="tx1"/>
                  </a:solidFill>
                  <a:miter lim="800000"/>
                  <a:headEnd/>
                  <a:tailEnd/>
                </a:ln>
                <a:extLst>
                  <a:ext uri="{909E8E84-426E-40DD-AFC4-6F175D3DCCD1}">
                    <a14:hiddenFill xmlns:a14="http://schemas.microsoft.com/office/drawing/2010/main">
                      <a:noFill/>
                    </a14:hiddenFill>
                  </a:ext>
                </a:extLst>
              </p:spPr>
              <p:txBody>
                <a:bodyPr wrap="none"/>
                <a:lstStyle/>
                <a:p>
                  <a:pPr eaLnBrk="0" hangingPunct="0"/>
                  <a:endParaRPr lang="zh-CN" altLang="en-US" sz="2400" b="1">
                    <a:solidFill>
                      <a:srgbClr val="0000CC"/>
                    </a:solidFill>
                    <a:ea typeface="黑体" panose="02010609060101010101" pitchFamily="49" charset="-122"/>
                  </a:endParaRPr>
                </a:p>
              </p:txBody>
            </p:sp>
            <p:sp>
              <p:nvSpPr>
                <p:cNvPr id="989267" name="Line 86"/>
                <p:cNvSpPr>
                  <a:spLocks noChangeShapeType="1"/>
                </p:cNvSpPr>
                <p:nvPr/>
              </p:nvSpPr>
              <p:spPr bwMode="auto">
                <a:xfrm flipH="1">
                  <a:off x="1008" y="1248"/>
                  <a:ext cx="48" cy="192"/>
                </a:xfrm>
                <a:prstGeom prst="line">
                  <a:avLst/>
                </a:prstGeom>
                <a:noFill/>
                <a:ln w="28575">
                  <a:solidFill>
                    <a:schemeClr val="tx1"/>
                  </a:solidFill>
                  <a:miter lim="800000"/>
                  <a:headEnd/>
                  <a:tailEnd/>
                </a:ln>
                <a:extLst>
                  <a:ext uri="{909E8E84-426E-40DD-AFC4-6F175D3DCCD1}">
                    <a14:hiddenFill xmlns:a14="http://schemas.microsoft.com/office/drawing/2010/main">
                      <a:noFill/>
                    </a14:hiddenFill>
                  </a:ext>
                </a:extLst>
              </p:spPr>
              <p:txBody>
                <a:bodyPr wrap="none"/>
                <a:lstStyle/>
                <a:p>
                  <a:pPr eaLnBrk="0" hangingPunct="0"/>
                  <a:endParaRPr lang="zh-CN" altLang="en-US" sz="2400" b="1">
                    <a:solidFill>
                      <a:srgbClr val="0000CC"/>
                    </a:solidFill>
                    <a:ea typeface="黑体" panose="02010609060101010101" pitchFamily="49" charset="-122"/>
                  </a:endParaRPr>
                </a:p>
              </p:txBody>
            </p:sp>
            <p:sp>
              <p:nvSpPr>
                <p:cNvPr id="989268" name="Line 87"/>
                <p:cNvSpPr>
                  <a:spLocks noChangeShapeType="1"/>
                </p:cNvSpPr>
                <p:nvPr/>
              </p:nvSpPr>
              <p:spPr bwMode="auto">
                <a:xfrm>
                  <a:off x="1008" y="1536"/>
                  <a:ext cx="48" cy="192"/>
                </a:xfrm>
                <a:prstGeom prst="line">
                  <a:avLst/>
                </a:prstGeom>
                <a:noFill/>
                <a:ln w="28575">
                  <a:solidFill>
                    <a:schemeClr val="tx1"/>
                  </a:solidFill>
                  <a:miter lim="800000"/>
                  <a:headEnd/>
                  <a:tailEnd/>
                </a:ln>
                <a:extLst>
                  <a:ext uri="{909E8E84-426E-40DD-AFC4-6F175D3DCCD1}">
                    <a14:hiddenFill xmlns:a14="http://schemas.microsoft.com/office/drawing/2010/main">
                      <a:noFill/>
                    </a14:hiddenFill>
                  </a:ext>
                </a:extLst>
              </p:spPr>
              <p:txBody>
                <a:bodyPr wrap="none"/>
                <a:lstStyle/>
                <a:p>
                  <a:pPr eaLnBrk="0" hangingPunct="0"/>
                  <a:endParaRPr lang="zh-CN" altLang="en-US" sz="2400" b="1">
                    <a:solidFill>
                      <a:srgbClr val="0000CC"/>
                    </a:solidFill>
                    <a:ea typeface="黑体" panose="02010609060101010101" pitchFamily="49" charset="-122"/>
                  </a:endParaRPr>
                </a:p>
              </p:txBody>
            </p:sp>
            <p:sp>
              <p:nvSpPr>
                <p:cNvPr id="989269" name="Line 88"/>
                <p:cNvSpPr>
                  <a:spLocks noChangeShapeType="1"/>
                </p:cNvSpPr>
                <p:nvPr/>
              </p:nvSpPr>
              <p:spPr bwMode="auto">
                <a:xfrm>
                  <a:off x="1152" y="1776"/>
                  <a:ext cx="336" cy="48"/>
                </a:xfrm>
                <a:prstGeom prst="line">
                  <a:avLst/>
                </a:prstGeom>
                <a:noFill/>
                <a:ln w="28575">
                  <a:solidFill>
                    <a:schemeClr val="tx1"/>
                  </a:solidFill>
                  <a:miter lim="800000"/>
                  <a:headEnd/>
                  <a:tailEnd/>
                </a:ln>
                <a:extLst>
                  <a:ext uri="{909E8E84-426E-40DD-AFC4-6F175D3DCCD1}">
                    <a14:hiddenFill xmlns:a14="http://schemas.microsoft.com/office/drawing/2010/main">
                      <a:noFill/>
                    </a14:hiddenFill>
                  </a:ext>
                </a:extLst>
              </p:spPr>
              <p:txBody>
                <a:bodyPr wrap="none"/>
                <a:lstStyle/>
                <a:p>
                  <a:pPr eaLnBrk="0" hangingPunct="0"/>
                  <a:endParaRPr lang="zh-CN" altLang="en-US" sz="2400" b="1">
                    <a:solidFill>
                      <a:srgbClr val="0000CC"/>
                    </a:solidFill>
                    <a:ea typeface="黑体" panose="02010609060101010101" pitchFamily="49" charset="-122"/>
                  </a:endParaRPr>
                </a:p>
              </p:txBody>
            </p:sp>
            <p:sp>
              <p:nvSpPr>
                <p:cNvPr id="989270" name="Line 89"/>
                <p:cNvSpPr>
                  <a:spLocks noChangeShapeType="1"/>
                </p:cNvSpPr>
                <p:nvPr/>
              </p:nvSpPr>
              <p:spPr bwMode="auto">
                <a:xfrm flipV="1">
                  <a:off x="1728" y="1680"/>
                  <a:ext cx="336" cy="144"/>
                </a:xfrm>
                <a:prstGeom prst="line">
                  <a:avLst/>
                </a:prstGeom>
                <a:noFill/>
                <a:ln w="28575">
                  <a:solidFill>
                    <a:schemeClr val="tx1"/>
                  </a:solidFill>
                  <a:miter lim="800000"/>
                  <a:headEnd/>
                  <a:tailEnd/>
                </a:ln>
                <a:extLst>
                  <a:ext uri="{909E8E84-426E-40DD-AFC4-6F175D3DCCD1}">
                    <a14:hiddenFill xmlns:a14="http://schemas.microsoft.com/office/drawing/2010/main">
                      <a:noFill/>
                    </a14:hiddenFill>
                  </a:ext>
                </a:extLst>
              </p:spPr>
              <p:txBody>
                <a:bodyPr wrap="none"/>
                <a:lstStyle/>
                <a:p>
                  <a:pPr eaLnBrk="0" hangingPunct="0"/>
                  <a:endParaRPr lang="zh-CN" altLang="en-US" sz="2400" b="1">
                    <a:solidFill>
                      <a:srgbClr val="0000CC"/>
                    </a:solidFill>
                    <a:ea typeface="黑体" panose="02010609060101010101" pitchFamily="49" charset="-122"/>
                  </a:endParaRPr>
                </a:p>
              </p:txBody>
            </p:sp>
            <p:sp>
              <p:nvSpPr>
                <p:cNvPr id="989271" name="Line 90"/>
                <p:cNvSpPr>
                  <a:spLocks noChangeShapeType="1"/>
                </p:cNvSpPr>
                <p:nvPr/>
              </p:nvSpPr>
              <p:spPr bwMode="auto">
                <a:xfrm>
                  <a:off x="2160" y="1296"/>
                  <a:ext cx="0" cy="336"/>
                </a:xfrm>
                <a:prstGeom prst="line">
                  <a:avLst/>
                </a:prstGeom>
                <a:noFill/>
                <a:ln w="28575">
                  <a:solidFill>
                    <a:schemeClr val="tx1"/>
                  </a:solidFill>
                  <a:prstDash val="sysDot"/>
                  <a:miter lim="800000"/>
                  <a:headEnd/>
                  <a:tailEnd/>
                </a:ln>
                <a:extLst>
                  <a:ext uri="{909E8E84-426E-40DD-AFC4-6F175D3DCCD1}">
                    <a14:hiddenFill xmlns:a14="http://schemas.microsoft.com/office/drawing/2010/main">
                      <a:noFill/>
                    </a14:hiddenFill>
                  </a:ext>
                </a:extLst>
              </p:spPr>
              <p:txBody>
                <a:bodyPr wrap="none"/>
                <a:lstStyle/>
                <a:p>
                  <a:pPr eaLnBrk="0" hangingPunct="0"/>
                  <a:endParaRPr lang="zh-CN" altLang="en-US" sz="2400" b="1">
                    <a:solidFill>
                      <a:srgbClr val="0000CC"/>
                    </a:solidFill>
                    <a:ea typeface="黑体" panose="02010609060101010101" pitchFamily="49" charset="-122"/>
                  </a:endParaRPr>
                </a:p>
              </p:txBody>
            </p:sp>
            <p:sp>
              <p:nvSpPr>
                <p:cNvPr id="989272" name="Text Box 91"/>
                <p:cNvSpPr txBox="1">
                  <a:spLocks noChangeArrowheads="1"/>
                </p:cNvSpPr>
                <p:nvPr/>
              </p:nvSpPr>
              <p:spPr bwMode="auto">
                <a:xfrm>
                  <a:off x="1164" y="735"/>
                  <a:ext cx="838" cy="27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zh-CN" altLang="en-US" sz="2400" b="1">
                      <a:solidFill>
                        <a:srgbClr val="0000CC"/>
                      </a:solidFill>
                      <a:ea typeface="黑体" panose="02010609060101010101" pitchFamily="49" charset="-122"/>
                    </a:rPr>
                    <a:t>自治系统</a:t>
                  </a:r>
                </a:p>
              </p:txBody>
            </p:sp>
          </p:grpSp>
          <p:grpSp>
            <p:nvGrpSpPr>
              <p:cNvPr id="989273" name="Group 92"/>
              <p:cNvGrpSpPr>
                <a:grpSpLocks/>
              </p:cNvGrpSpPr>
              <p:nvPr/>
            </p:nvGrpSpPr>
            <p:grpSpPr bwMode="auto">
              <a:xfrm>
                <a:off x="3153" y="1056"/>
                <a:ext cx="1872" cy="1281"/>
                <a:chOff x="3168" y="735"/>
                <a:chExt cx="1872" cy="1281"/>
              </a:xfrm>
            </p:grpSpPr>
            <p:sp>
              <p:nvSpPr>
                <p:cNvPr id="989274" name="Rectangle 93"/>
                <p:cNvSpPr>
                  <a:spLocks noChangeArrowheads="1"/>
                </p:cNvSpPr>
                <p:nvPr/>
              </p:nvSpPr>
              <p:spPr bwMode="auto">
                <a:xfrm>
                  <a:off x="3168" y="1008"/>
                  <a:ext cx="1872" cy="1008"/>
                </a:xfrm>
                <a:prstGeom prst="rect">
                  <a:avLst/>
                </a:prstGeom>
                <a:solidFill>
                  <a:srgbClr val="DDDDDD"/>
                </a:solidFill>
                <a:ln w="9525">
                  <a:solidFill>
                    <a:schemeClr val="tx1"/>
                  </a:solidFill>
                  <a:miter lim="800000"/>
                  <a:headEnd/>
                  <a:tailEnd/>
                </a:ln>
              </p:spPr>
              <p:txBody>
                <a:bodyPr wrap="none" anchor="ctr"/>
                <a:lstStyle/>
                <a:p>
                  <a:pPr eaLnBrk="0" hangingPunct="0"/>
                  <a:endParaRPr lang="zh-CN" altLang="en-US" sz="2400" b="1">
                    <a:solidFill>
                      <a:srgbClr val="0000CC"/>
                    </a:solidFill>
                    <a:ea typeface="黑体" panose="02010609060101010101" pitchFamily="49" charset="-122"/>
                  </a:endParaRPr>
                </a:p>
              </p:txBody>
            </p:sp>
            <p:sp>
              <p:nvSpPr>
                <p:cNvPr id="989275" name="Oval 94"/>
                <p:cNvSpPr>
                  <a:spLocks noChangeArrowheads="1"/>
                </p:cNvSpPr>
                <p:nvPr/>
              </p:nvSpPr>
              <p:spPr bwMode="auto">
                <a:xfrm>
                  <a:off x="3360" y="1344"/>
                  <a:ext cx="192" cy="96"/>
                </a:xfrm>
                <a:prstGeom prst="ellipse">
                  <a:avLst/>
                </a:prstGeom>
                <a:solidFill>
                  <a:schemeClr val="tx1"/>
                </a:solidFill>
                <a:ln w="9525">
                  <a:solidFill>
                    <a:schemeClr val="tx1"/>
                  </a:solidFill>
                  <a:miter lim="800000"/>
                  <a:headEnd/>
                  <a:tailEnd/>
                </a:ln>
              </p:spPr>
              <p:txBody>
                <a:bodyPr wrap="none" anchor="ctr"/>
                <a:lstStyle/>
                <a:p>
                  <a:pPr eaLnBrk="0" hangingPunct="0"/>
                  <a:endParaRPr lang="zh-CN" altLang="en-US" sz="2400" b="1">
                    <a:solidFill>
                      <a:srgbClr val="0000CC"/>
                    </a:solidFill>
                    <a:ea typeface="黑体" panose="02010609060101010101" pitchFamily="49" charset="-122"/>
                  </a:endParaRPr>
                </a:p>
              </p:txBody>
            </p:sp>
            <p:sp>
              <p:nvSpPr>
                <p:cNvPr id="989276" name="Oval 95"/>
                <p:cNvSpPr>
                  <a:spLocks noChangeArrowheads="1"/>
                </p:cNvSpPr>
                <p:nvPr/>
              </p:nvSpPr>
              <p:spPr bwMode="auto">
                <a:xfrm>
                  <a:off x="3936" y="1776"/>
                  <a:ext cx="192" cy="96"/>
                </a:xfrm>
                <a:prstGeom prst="ellipse">
                  <a:avLst/>
                </a:prstGeom>
                <a:solidFill>
                  <a:schemeClr val="tx1"/>
                </a:solidFill>
                <a:ln w="9525">
                  <a:solidFill>
                    <a:schemeClr val="tx1"/>
                  </a:solidFill>
                  <a:miter lim="800000"/>
                  <a:headEnd/>
                  <a:tailEnd/>
                </a:ln>
              </p:spPr>
              <p:txBody>
                <a:bodyPr wrap="none" anchor="ctr"/>
                <a:lstStyle/>
                <a:p>
                  <a:pPr eaLnBrk="0" hangingPunct="0"/>
                  <a:endParaRPr lang="zh-CN" altLang="en-US" sz="2400" b="1">
                    <a:solidFill>
                      <a:srgbClr val="0000CC"/>
                    </a:solidFill>
                    <a:ea typeface="黑体" panose="02010609060101010101" pitchFamily="49" charset="-122"/>
                  </a:endParaRPr>
                </a:p>
              </p:txBody>
            </p:sp>
            <p:sp>
              <p:nvSpPr>
                <p:cNvPr id="989277" name="Oval 96"/>
                <p:cNvSpPr>
                  <a:spLocks noChangeArrowheads="1"/>
                </p:cNvSpPr>
                <p:nvPr/>
              </p:nvSpPr>
              <p:spPr bwMode="auto">
                <a:xfrm>
                  <a:off x="4704" y="1776"/>
                  <a:ext cx="192" cy="96"/>
                </a:xfrm>
                <a:prstGeom prst="ellipse">
                  <a:avLst/>
                </a:prstGeom>
                <a:solidFill>
                  <a:schemeClr val="tx1"/>
                </a:solidFill>
                <a:ln w="9525">
                  <a:solidFill>
                    <a:schemeClr val="tx1"/>
                  </a:solidFill>
                  <a:miter lim="800000"/>
                  <a:headEnd/>
                  <a:tailEnd/>
                </a:ln>
              </p:spPr>
              <p:txBody>
                <a:bodyPr wrap="none" anchor="ctr"/>
                <a:lstStyle/>
                <a:p>
                  <a:pPr eaLnBrk="0" hangingPunct="0"/>
                  <a:endParaRPr lang="zh-CN" altLang="en-US" sz="2400" b="1">
                    <a:solidFill>
                      <a:srgbClr val="0000CC"/>
                    </a:solidFill>
                    <a:ea typeface="黑体" panose="02010609060101010101" pitchFamily="49" charset="-122"/>
                  </a:endParaRPr>
                </a:p>
              </p:txBody>
            </p:sp>
            <p:sp>
              <p:nvSpPr>
                <p:cNvPr id="989278" name="Line 97"/>
                <p:cNvSpPr>
                  <a:spLocks noChangeShapeType="1"/>
                </p:cNvSpPr>
                <p:nvPr/>
              </p:nvSpPr>
              <p:spPr bwMode="auto">
                <a:xfrm>
                  <a:off x="4224" y="1200"/>
                  <a:ext cx="528" cy="576"/>
                </a:xfrm>
                <a:prstGeom prst="line">
                  <a:avLst/>
                </a:prstGeom>
                <a:noFill/>
                <a:ln w="28575">
                  <a:solidFill>
                    <a:schemeClr val="tx1"/>
                  </a:solidFill>
                  <a:miter lim="800000"/>
                  <a:headEnd/>
                  <a:tailEnd/>
                </a:ln>
                <a:extLst>
                  <a:ext uri="{909E8E84-426E-40DD-AFC4-6F175D3DCCD1}">
                    <a14:hiddenFill xmlns:a14="http://schemas.microsoft.com/office/drawing/2010/main">
                      <a:noFill/>
                    </a14:hiddenFill>
                  </a:ext>
                </a:extLst>
              </p:spPr>
              <p:txBody>
                <a:bodyPr wrap="none"/>
                <a:lstStyle/>
                <a:p>
                  <a:pPr eaLnBrk="0" hangingPunct="0"/>
                  <a:endParaRPr lang="zh-CN" altLang="en-US" sz="2400" b="1">
                    <a:solidFill>
                      <a:srgbClr val="0000CC"/>
                    </a:solidFill>
                    <a:ea typeface="黑体" panose="02010609060101010101" pitchFamily="49" charset="-122"/>
                  </a:endParaRPr>
                </a:p>
              </p:txBody>
            </p:sp>
            <p:sp>
              <p:nvSpPr>
                <p:cNvPr id="989279" name="Line 98"/>
                <p:cNvSpPr>
                  <a:spLocks noChangeShapeType="1"/>
                </p:cNvSpPr>
                <p:nvPr/>
              </p:nvSpPr>
              <p:spPr bwMode="auto">
                <a:xfrm flipH="1">
                  <a:off x="3504" y="1152"/>
                  <a:ext cx="624" cy="240"/>
                </a:xfrm>
                <a:prstGeom prst="line">
                  <a:avLst/>
                </a:prstGeom>
                <a:noFill/>
                <a:ln w="28575">
                  <a:solidFill>
                    <a:schemeClr val="tx1"/>
                  </a:solidFill>
                  <a:miter lim="800000"/>
                  <a:headEnd/>
                  <a:tailEnd/>
                </a:ln>
                <a:extLst>
                  <a:ext uri="{909E8E84-426E-40DD-AFC4-6F175D3DCCD1}">
                    <a14:hiddenFill xmlns:a14="http://schemas.microsoft.com/office/drawing/2010/main">
                      <a:noFill/>
                    </a14:hiddenFill>
                  </a:ext>
                </a:extLst>
              </p:spPr>
              <p:txBody>
                <a:bodyPr wrap="none"/>
                <a:lstStyle/>
                <a:p>
                  <a:pPr eaLnBrk="0" hangingPunct="0"/>
                  <a:endParaRPr lang="zh-CN" altLang="en-US" sz="2400" b="1">
                    <a:solidFill>
                      <a:srgbClr val="0000CC"/>
                    </a:solidFill>
                    <a:ea typeface="黑体" panose="02010609060101010101" pitchFamily="49" charset="-122"/>
                  </a:endParaRPr>
                </a:p>
              </p:txBody>
            </p:sp>
            <p:sp>
              <p:nvSpPr>
                <p:cNvPr id="989280" name="Line 99"/>
                <p:cNvSpPr>
                  <a:spLocks noChangeShapeType="1"/>
                </p:cNvSpPr>
                <p:nvPr/>
              </p:nvSpPr>
              <p:spPr bwMode="auto">
                <a:xfrm>
                  <a:off x="4752" y="1200"/>
                  <a:ext cx="48" cy="624"/>
                </a:xfrm>
                <a:prstGeom prst="line">
                  <a:avLst/>
                </a:prstGeom>
                <a:noFill/>
                <a:ln w="28575">
                  <a:solidFill>
                    <a:schemeClr val="tx1"/>
                  </a:solidFill>
                  <a:miter lim="800000"/>
                  <a:headEnd/>
                  <a:tailEnd/>
                </a:ln>
                <a:extLst>
                  <a:ext uri="{909E8E84-426E-40DD-AFC4-6F175D3DCCD1}">
                    <a14:hiddenFill xmlns:a14="http://schemas.microsoft.com/office/drawing/2010/main">
                      <a:noFill/>
                    </a14:hiddenFill>
                  </a:ext>
                </a:extLst>
              </p:spPr>
              <p:txBody>
                <a:bodyPr wrap="none"/>
                <a:lstStyle/>
                <a:p>
                  <a:pPr eaLnBrk="0" hangingPunct="0"/>
                  <a:endParaRPr lang="zh-CN" altLang="en-US" sz="2400" b="1">
                    <a:solidFill>
                      <a:srgbClr val="0000CC"/>
                    </a:solidFill>
                    <a:ea typeface="黑体" panose="02010609060101010101" pitchFamily="49" charset="-122"/>
                  </a:endParaRPr>
                </a:p>
              </p:txBody>
            </p:sp>
            <p:sp>
              <p:nvSpPr>
                <p:cNvPr id="989281" name="Line 100"/>
                <p:cNvSpPr>
                  <a:spLocks noChangeShapeType="1"/>
                </p:cNvSpPr>
                <p:nvPr/>
              </p:nvSpPr>
              <p:spPr bwMode="auto">
                <a:xfrm>
                  <a:off x="3648" y="1824"/>
                  <a:ext cx="336" cy="0"/>
                </a:xfrm>
                <a:prstGeom prst="line">
                  <a:avLst/>
                </a:prstGeom>
                <a:noFill/>
                <a:ln w="28575">
                  <a:solidFill>
                    <a:schemeClr val="tx1"/>
                  </a:solidFill>
                  <a:miter lim="800000"/>
                  <a:headEnd/>
                  <a:tailEnd/>
                </a:ln>
                <a:extLst>
                  <a:ext uri="{909E8E84-426E-40DD-AFC4-6F175D3DCCD1}">
                    <a14:hiddenFill xmlns:a14="http://schemas.microsoft.com/office/drawing/2010/main">
                      <a:noFill/>
                    </a14:hiddenFill>
                  </a:ext>
                </a:extLst>
              </p:spPr>
              <p:txBody>
                <a:bodyPr wrap="none"/>
                <a:lstStyle/>
                <a:p>
                  <a:pPr eaLnBrk="0" hangingPunct="0"/>
                  <a:endParaRPr lang="zh-CN" altLang="en-US" sz="2400" b="1">
                    <a:solidFill>
                      <a:srgbClr val="0000CC"/>
                    </a:solidFill>
                    <a:ea typeface="黑体" panose="02010609060101010101" pitchFamily="49" charset="-122"/>
                  </a:endParaRPr>
                </a:p>
              </p:txBody>
            </p:sp>
            <p:sp>
              <p:nvSpPr>
                <p:cNvPr id="989282" name="Line 101"/>
                <p:cNvSpPr>
                  <a:spLocks noChangeShapeType="1"/>
                </p:cNvSpPr>
                <p:nvPr/>
              </p:nvSpPr>
              <p:spPr bwMode="auto">
                <a:xfrm flipV="1">
                  <a:off x="4080" y="1152"/>
                  <a:ext cx="624" cy="624"/>
                </a:xfrm>
                <a:prstGeom prst="line">
                  <a:avLst/>
                </a:prstGeom>
                <a:noFill/>
                <a:ln w="28575">
                  <a:solidFill>
                    <a:schemeClr val="tx1"/>
                  </a:solidFill>
                  <a:miter lim="800000"/>
                  <a:headEnd/>
                  <a:tailEnd/>
                </a:ln>
                <a:extLst>
                  <a:ext uri="{909E8E84-426E-40DD-AFC4-6F175D3DCCD1}">
                    <a14:hiddenFill xmlns:a14="http://schemas.microsoft.com/office/drawing/2010/main">
                      <a:noFill/>
                    </a14:hiddenFill>
                  </a:ext>
                </a:extLst>
              </p:spPr>
              <p:txBody>
                <a:bodyPr wrap="none"/>
                <a:lstStyle/>
                <a:p>
                  <a:pPr eaLnBrk="0" hangingPunct="0"/>
                  <a:endParaRPr lang="zh-CN" altLang="en-US" sz="2400" b="1">
                    <a:solidFill>
                      <a:srgbClr val="0000CC"/>
                    </a:solidFill>
                    <a:ea typeface="黑体" panose="02010609060101010101" pitchFamily="49" charset="-122"/>
                  </a:endParaRPr>
                </a:p>
              </p:txBody>
            </p:sp>
            <p:grpSp>
              <p:nvGrpSpPr>
                <p:cNvPr id="989283" name="Group 102"/>
                <p:cNvGrpSpPr>
                  <a:grpSpLocks/>
                </p:cNvGrpSpPr>
                <p:nvPr/>
              </p:nvGrpSpPr>
              <p:grpSpPr bwMode="auto">
                <a:xfrm>
                  <a:off x="4304" y="1392"/>
                  <a:ext cx="240" cy="96"/>
                  <a:chOff x="1000" y="3128"/>
                  <a:chExt cx="320" cy="184"/>
                </a:xfrm>
              </p:grpSpPr>
              <p:sp>
                <p:nvSpPr>
                  <p:cNvPr id="989284" name="AutoShape 103"/>
                  <p:cNvSpPr>
                    <a:spLocks noChangeArrowheads="1"/>
                  </p:cNvSpPr>
                  <p:nvPr/>
                </p:nvSpPr>
                <p:spPr bwMode="auto">
                  <a:xfrm>
                    <a:off x="1000" y="3128"/>
                    <a:ext cx="320" cy="184"/>
                  </a:xfrm>
                  <a:prstGeom prst="can">
                    <a:avLst>
                      <a:gd name="adj" fmla="val 50000"/>
                    </a:avLst>
                  </a:prstGeom>
                  <a:solidFill>
                    <a:srgbClr val="4D4D4D"/>
                  </a:solidFill>
                  <a:ln w="9525">
                    <a:solidFill>
                      <a:schemeClr val="tx1"/>
                    </a:solidFill>
                    <a:miter lim="800000"/>
                    <a:headEnd/>
                    <a:tailEnd/>
                  </a:ln>
                </p:spPr>
                <p:txBody>
                  <a:bodyPr wrap="none" anchor="ctr"/>
                  <a:lstStyle/>
                  <a:p>
                    <a:pPr eaLnBrk="0" hangingPunct="0"/>
                    <a:endParaRPr lang="zh-CN" altLang="en-US" sz="2400" b="1">
                      <a:solidFill>
                        <a:srgbClr val="0000CC"/>
                      </a:solidFill>
                      <a:ea typeface="黑体" panose="02010609060101010101" pitchFamily="49" charset="-122"/>
                    </a:endParaRPr>
                  </a:p>
                </p:txBody>
              </p:sp>
              <p:sp>
                <p:nvSpPr>
                  <p:cNvPr id="989285" name="Line 104"/>
                  <p:cNvSpPr>
                    <a:spLocks noChangeShapeType="1"/>
                  </p:cNvSpPr>
                  <p:nvPr/>
                </p:nvSpPr>
                <p:spPr bwMode="auto">
                  <a:xfrm>
                    <a:off x="1104" y="3144"/>
                    <a:ext cx="144" cy="48"/>
                  </a:xfrm>
                  <a:prstGeom prst="line">
                    <a:avLst/>
                  </a:prstGeom>
                  <a:noFill/>
                  <a:ln w="28575">
                    <a:solidFill>
                      <a:schemeClr val="bg1"/>
                    </a:solidFill>
                    <a:miter lim="800000"/>
                    <a:headEnd/>
                    <a:tailEnd/>
                  </a:ln>
                  <a:extLst>
                    <a:ext uri="{909E8E84-426E-40DD-AFC4-6F175D3DCCD1}">
                      <a14:hiddenFill xmlns:a14="http://schemas.microsoft.com/office/drawing/2010/main">
                        <a:noFill/>
                      </a14:hiddenFill>
                    </a:ext>
                  </a:extLst>
                </p:spPr>
                <p:txBody>
                  <a:bodyPr wrap="none"/>
                  <a:lstStyle/>
                  <a:p>
                    <a:pPr eaLnBrk="0" hangingPunct="0"/>
                    <a:endParaRPr lang="zh-CN" altLang="en-US" sz="2400" b="1">
                      <a:solidFill>
                        <a:srgbClr val="0000CC"/>
                      </a:solidFill>
                      <a:ea typeface="黑体" panose="02010609060101010101" pitchFamily="49" charset="-122"/>
                    </a:endParaRPr>
                  </a:p>
                </p:txBody>
              </p:sp>
              <p:sp>
                <p:nvSpPr>
                  <p:cNvPr id="989286" name="Line 105"/>
                  <p:cNvSpPr>
                    <a:spLocks noChangeShapeType="1"/>
                  </p:cNvSpPr>
                  <p:nvPr/>
                </p:nvSpPr>
                <p:spPr bwMode="auto">
                  <a:xfrm flipH="1">
                    <a:off x="1096" y="3144"/>
                    <a:ext cx="144" cy="48"/>
                  </a:xfrm>
                  <a:prstGeom prst="line">
                    <a:avLst/>
                  </a:prstGeom>
                  <a:noFill/>
                  <a:ln w="28575">
                    <a:solidFill>
                      <a:schemeClr val="bg1"/>
                    </a:solidFill>
                    <a:miter lim="800000"/>
                    <a:headEnd/>
                    <a:tailEnd/>
                  </a:ln>
                  <a:extLst>
                    <a:ext uri="{909E8E84-426E-40DD-AFC4-6F175D3DCCD1}">
                      <a14:hiddenFill xmlns:a14="http://schemas.microsoft.com/office/drawing/2010/main">
                        <a:noFill/>
                      </a14:hiddenFill>
                    </a:ext>
                  </a:extLst>
                </p:spPr>
                <p:txBody>
                  <a:bodyPr wrap="none"/>
                  <a:lstStyle/>
                  <a:p>
                    <a:pPr eaLnBrk="0" hangingPunct="0"/>
                    <a:endParaRPr lang="zh-CN" altLang="en-US" sz="2400" b="1">
                      <a:solidFill>
                        <a:srgbClr val="0000CC"/>
                      </a:solidFill>
                      <a:ea typeface="黑体" panose="02010609060101010101" pitchFamily="49" charset="-122"/>
                    </a:endParaRPr>
                  </a:p>
                </p:txBody>
              </p:sp>
            </p:grpSp>
            <p:sp>
              <p:nvSpPr>
                <p:cNvPr id="989287" name="Line 106"/>
                <p:cNvSpPr>
                  <a:spLocks noChangeShapeType="1"/>
                </p:cNvSpPr>
                <p:nvPr/>
              </p:nvSpPr>
              <p:spPr bwMode="auto">
                <a:xfrm flipH="1">
                  <a:off x="3456" y="1440"/>
                  <a:ext cx="0" cy="288"/>
                </a:xfrm>
                <a:prstGeom prst="line">
                  <a:avLst/>
                </a:prstGeom>
                <a:noFill/>
                <a:ln w="28575">
                  <a:solidFill>
                    <a:schemeClr val="tx1"/>
                  </a:solidFill>
                  <a:miter lim="800000"/>
                  <a:headEnd/>
                  <a:tailEnd/>
                </a:ln>
                <a:extLst>
                  <a:ext uri="{909E8E84-426E-40DD-AFC4-6F175D3DCCD1}">
                    <a14:hiddenFill xmlns:a14="http://schemas.microsoft.com/office/drawing/2010/main">
                      <a:noFill/>
                    </a14:hiddenFill>
                  </a:ext>
                </a:extLst>
              </p:spPr>
              <p:txBody>
                <a:bodyPr wrap="none"/>
                <a:lstStyle/>
                <a:p>
                  <a:pPr eaLnBrk="0" hangingPunct="0"/>
                  <a:endParaRPr lang="zh-CN" altLang="en-US" sz="2400" b="1">
                    <a:solidFill>
                      <a:srgbClr val="0000CC"/>
                    </a:solidFill>
                    <a:ea typeface="黑体" panose="02010609060101010101" pitchFamily="49" charset="-122"/>
                  </a:endParaRPr>
                </a:p>
              </p:txBody>
            </p:sp>
            <p:sp>
              <p:nvSpPr>
                <p:cNvPr id="989288" name="Oval 107"/>
                <p:cNvSpPr>
                  <a:spLocks noChangeArrowheads="1"/>
                </p:cNvSpPr>
                <p:nvPr/>
              </p:nvSpPr>
              <p:spPr bwMode="auto">
                <a:xfrm>
                  <a:off x="4080" y="1104"/>
                  <a:ext cx="192" cy="96"/>
                </a:xfrm>
                <a:prstGeom prst="ellipse">
                  <a:avLst/>
                </a:prstGeom>
                <a:solidFill>
                  <a:schemeClr val="tx1"/>
                </a:solidFill>
                <a:ln w="9525">
                  <a:solidFill>
                    <a:schemeClr val="tx1"/>
                  </a:solidFill>
                  <a:miter lim="800000"/>
                  <a:headEnd/>
                  <a:tailEnd/>
                </a:ln>
              </p:spPr>
              <p:txBody>
                <a:bodyPr wrap="none" anchor="ctr"/>
                <a:lstStyle/>
                <a:p>
                  <a:pPr eaLnBrk="0" hangingPunct="0"/>
                  <a:endParaRPr lang="zh-CN" altLang="en-US" sz="2400" b="1">
                    <a:solidFill>
                      <a:srgbClr val="0000CC"/>
                    </a:solidFill>
                    <a:ea typeface="黑体" panose="02010609060101010101" pitchFamily="49" charset="-122"/>
                  </a:endParaRPr>
                </a:p>
              </p:txBody>
            </p:sp>
            <p:sp>
              <p:nvSpPr>
                <p:cNvPr id="989289" name="Oval 108"/>
                <p:cNvSpPr>
                  <a:spLocks noChangeArrowheads="1"/>
                </p:cNvSpPr>
                <p:nvPr/>
              </p:nvSpPr>
              <p:spPr bwMode="auto">
                <a:xfrm>
                  <a:off x="4656" y="1104"/>
                  <a:ext cx="192" cy="96"/>
                </a:xfrm>
                <a:prstGeom prst="ellipse">
                  <a:avLst/>
                </a:prstGeom>
                <a:solidFill>
                  <a:schemeClr val="tx1"/>
                </a:solidFill>
                <a:ln w="9525">
                  <a:solidFill>
                    <a:schemeClr val="tx1"/>
                  </a:solidFill>
                  <a:miter lim="800000"/>
                  <a:headEnd/>
                  <a:tailEnd/>
                </a:ln>
              </p:spPr>
              <p:txBody>
                <a:bodyPr wrap="none" anchor="ctr"/>
                <a:lstStyle/>
                <a:p>
                  <a:pPr eaLnBrk="0" hangingPunct="0"/>
                  <a:endParaRPr lang="zh-CN" altLang="en-US" sz="2400" b="1">
                    <a:solidFill>
                      <a:srgbClr val="0000CC"/>
                    </a:solidFill>
                    <a:ea typeface="黑体" panose="02010609060101010101" pitchFamily="49" charset="-122"/>
                  </a:endParaRPr>
                </a:p>
              </p:txBody>
            </p:sp>
            <p:grpSp>
              <p:nvGrpSpPr>
                <p:cNvPr id="989290" name="Group 109"/>
                <p:cNvGrpSpPr>
                  <a:grpSpLocks/>
                </p:cNvGrpSpPr>
                <p:nvPr/>
              </p:nvGrpSpPr>
              <p:grpSpPr bwMode="auto">
                <a:xfrm>
                  <a:off x="3696" y="1200"/>
                  <a:ext cx="240" cy="96"/>
                  <a:chOff x="1000" y="3128"/>
                  <a:chExt cx="320" cy="184"/>
                </a:xfrm>
              </p:grpSpPr>
              <p:sp>
                <p:nvSpPr>
                  <p:cNvPr id="989291" name="AutoShape 110"/>
                  <p:cNvSpPr>
                    <a:spLocks noChangeArrowheads="1"/>
                  </p:cNvSpPr>
                  <p:nvPr/>
                </p:nvSpPr>
                <p:spPr bwMode="auto">
                  <a:xfrm>
                    <a:off x="1000" y="3128"/>
                    <a:ext cx="320" cy="184"/>
                  </a:xfrm>
                  <a:prstGeom prst="can">
                    <a:avLst>
                      <a:gd name="adj" fmla="val 50000"/>
                    </a:avLst>
                  </a:prstGeom>
                  <a:solidFill>
                    <a:srgbClr val="4D4D4D"/>
                  </a:solidFill>
                  <a:ln w="9525">
                    <a:solidFill>
                      <a:schemeClr val="tx1"/>
                    </a:solidFill>
                    <a:miter lim="800000"/>
                    <a:headEnd/>
                    <a:tailEnd/>
                  </a:ln>
                </p:spPr>
                <p:txBody>
                  <a:bodyPr wrap="none" anchor="ctr"/>
                  <a:lstStyle/>
                  <a:p>
                    <a:pPr eaLnBrk="0" hangingPunct="0"/>
                    <a:endParaRPr lang="zh-CN" altLang="en-US" sz="2400" b="1">
                      <a:solidFill>
                        <a:srgbClr val="0000CC"/>
                      </a:solidFill>
                      <a:ea typeface="黑体" panose="02010609060101010101" pitchFamily="49" charset="-122"/>
                    </a:endParaRPr>
                  </a:p>
                </p:txBody>
              </p:sp>
              <p:sp>
                <p:nvSpPr>
                  <p:cNvPr id="989292" name="Line 111"/>
                  <p:cNvSpPr>
                    <a:spLocks noChangeShapeType="1"/>
                  </p:cNvSpPr>
                  <p:nvPr/>
                </p:nvSpPr>
                <p:spPr bwMode="auto">
                  <a:xfrm>
                    <a:off x="1104" y="3144"/>
                    <a:ext cx="144" cy="48"/>
                  </a:xfrm>
                  <a:prstGeom prst="line">
                    <a:avLst/>
                  </a:prstGeom>
                  <a:noFill/>
                  <a:ln w="28575">
                    <a:solidFill>
                      <a:schemeClr val="bg1"/>
                    </a:solidFill>
                    <a:miter lim="800000"/>
                    <a:headEnd/>
                    <a:tailEnd/>
                  </a:ln>
                  <a:extLst>
                    <a:ext uri="{909E8E84-426E-40DD-AFC4-6F175D3DCCD1}">
                      <a14:hiddenFill xmlns:a14="http://schemas.microsoft.com/office/drawing/2010/main">
                        <a:noFill/>
                      </a14:hiddenFill>
                    </a:ext>
                  </a:extLst>
                </p:spPr>
                <p:txBody>
                  <a:bodyPr wrap="none"/>
                  <a:lstStyle/>
                  <a:p>
                    <a:pPr eaLnBrk="0" hangingPunct="0"/>
                    <a:endParaRPr lang="zh-CN" altLang="en-US" sz="2400" b="1">
                      <a:solidFill>
                        <a:srgbClr val="0000CC"/>
                      </a:solidFill>
                      <a:ea typeface="黑体" panose="02010609060101010101" pitchFamily="49" charset="-122"/>
                    </a:endParaRPr>
                  </a:p>
                </p:txBody>
              </p:sp>
              <p:sp>
                <p:nvSpPr>
                  <p:cNvPr id="989293" name="Line 112"/>
                  <p:cNvSpPr>
                    <a:spLocks noChangeShapeType="1"/>
                  </p:cNvSpPr>
                  <p:nvPr/>
                </p:nvSpPr>
                <p:spPr bwMode="auto">
                  <a:xfrm flipH="1">
                    <a:off x="1096" y="3144"/>
                    <a:ext cx="144" cy="48"/>
                  </a:xfrm>
                  <a:prstGeom prst="line">
                    <a:avLst/>
                  </a:prstGeom>
                  <a:noFill/>
                  <a:ln w="28575">
                    <a:solidFill>
                      <a:schemeClr val="bg1"/>
                    </a:solidFill>
                    <a:miter lim="800000"/>
                    <a:headEnd/>
                    <a:tailEnd/>
                  </a:ln>
                  <a:extLst>
                    <a:ext uri="{909E8E84-426E-40DD-AFC4-6F175D3DCCD1}">
                      <a14:hiddenFill xmlns:a14="http://schemas.microsoft.com/office/drawing/2010/main">
                        <a:noFill/>
                      </a14:hiddenFill>
                    </a:ext>
                  </a:extLst>
                </p:spPr>
                <p:txBody>
                  <a:bodyPr wrap="none"/>
                  <a:lstStyle/>
                  <a:p>
                    <a:pPr eaLnBrk="0" hangingPunct="0"/>
                    <a:endParaRPr lang="zh-CN" altLang="en-US" sz="2400" b="1">
                      <a:solidFill>
                        <a:srgbClr val="0000CC"/>
                      </a:solidFill>
                      <a:ea typeface="黑体" panose="02010609060101010101" pitchFamily="49" charset="-122"/>
                    </a:endParaRPr>
                  </a:p>
                </p:txBody>
              </p:sp>
            </p:grpSp>
            <p:grpSp>
              <p:nvGrpSpPr>
                <p:cNvPr id="989294" name="Group 113"/>
                <p:cNvGrpSpPr>
                  <a:grpSpLocks/>
                </p:cNvGrpSpPr>
                <p:nvPr/>
              </p:nvGrpSpPr>
              <p:grpSpPr bwMode="auto">
                <a:xfrm>
                  <a:off x="4656" y="1392"/>
                  <a:ext cx="240" cy="96"/>
                  <a:chOff x="1000" y="3128"/>
                  <a:chExt cx="320" cy="184"/>
                </a:xfrm>
              </p:grpSpPr>
              <p:sp>
                <p:nvSpPr>
                  <p:cNvPr id="989295" name="AutoShape 114"/>
                  <p:cNvSpPr>
                    <a:spLocks noChangeArrowheads="1"/>
                  </p:cNvSpPr>
                  <p:nvPr/>
                </p:nvSpPr>
                <p:spPr bwMode="auto">
                  <a:xfrm>
                    <a:off x="1000" y="3128"/>
                    <a:ext cx="320" cy="184"/>
                  </a:xfrm>
                  <a:prstGeom prst="can">
                    <a:avLst>
                      <a:gd name="adj" fmla="val 50000"/>
                    </a:avLst>
                  </a:prstGeom>
                  <a:solidFill>
                    <a:srgbClr val="4D4D4D"/>
                  </a:solidFill>
                  <a:ln w="9525">
                    <a:solidFill>
                      <a:schemeClr val="tx1"/>
                    </a:solidFill>
                    <a:miter lim="800000"/>
                    <a:headEnd/>
                    <a:tailEnd/>
                  </a:ln>
                </p:spPr>
                <p:txBody>
                  <a:bodyPr wrap="none" anchor="ctr"/>
                  <a:lstStyle/>
                  <a:p>
                    <a:pPr eaLnBrk="0" hangingPunct="0"/>
                    <a:endParaRPr lang="zh-CN" altLang="en-US" sz="2400" b="1">
                      <a:solidFill>
                        <a:srgbClr val="0000CC"/>
                      </a:solidFill>
                      <a:ea typeface="黑体" panose="02010609060101010101" pitchFamily="49" charset="-122"/>
                    </a:endParaRPr>
                  </a:p>
                </p:txBody>
              </p:sp>
              <p:sp>
                <p:nvSpPr>
                  <p:cNvPr id="989296" name="Line 115"/>
                  <p:cNvSpPr>
                    <a:spLocks noChangeShapeType="1"/>
                  </p:cNvSpPr>
                  <p:nvPr/>
                </p:nvSpPr>
                <p:spPr bwMode="auto">
                  <a:xfrm>
                    <a:off x="1104" y="3144"/>
                    <a:ext cx="144" cy="48"/>
                  </a:xfrm>
                  <a:prstGeom prst="line">
                    <a:avLst/>
                  </a:prstGeom>
                  <a:noFill/>
                  <a:ln w="28575">
                    <a:solidFill>
                      <a:schemeClr val="bg1"/>
                    </a:solidFill>
                    <a:miter lim="800000"/>
                    <a:headEnd/>
                    <a:tailEnd/>
                  </a:ln>
                  <a:extLst>
                    <a:ext uri="{909E8E84-426E-40DD-AFC4-6F175D3DCCD1}">
                      <a14:hiddenFill xmlns:a14="http://schemas.microsoft.com/office/drawing/2010/main">
                        <a:noFill/>
                      </a14:hiddenFill>
                    </a:ext>
                  </a:extLst>
                </p:spPr>
                <p:txBody>
                  <a:bodyPr wrap="none"/>
                  <a:lstStyle/>
                  <a:p>
                    <a:pPr eaLnBrk="0" hangingPunct="0"/>
                    <a:endParaRPr lang="zh-CN" altLang="en-US" sz="2400" b="1">
                      <a:solidFill>
                        <a:srgbClr val="0000CC"/>
                      </a:solidFill>
                      <a:ea typeface="黑体" panose="02010609060101010101" pitchFamily="49" charset="-122"/>
                    </a:endParaRPr>
                  </a:p>
                </p:txBody>
              </p:sp>
              <p:sp>
                <p:nvSpPr>
                  <p:cNvPr id="989297" name="Line 116"/>
                  <p:cNvSpPr>
                    <a:spLocks noChangeShapeType="1"/>
                  </p:cNvSpPr>
                  <p:nvPr/>
                </p:nvSpPr>
                <p:spPr bwMode="auto">
                  <a:xfrm flipH="1">
                    <a:off x="1096" y="3144"/>
                    <a:ext cx="144" cy="48"/>
                  </a:xfrm>
                  <a:prstGeom prst="line">
                    <a:avLst/>
                  </a:prstGeom>
                  <a:noFill/>
                  <a:ln w="28575">
                    <a:solidFill>
                      <a:schemeClr val="bg1"/>
                    </a:solidFill>
                    <a:miter lim="800000"/>
                    <a:headEnd/>
                    <a:tailEnd/>
                  </a:ln>
                  <a:extLst>
                    <a:ext uri="{909E8E84-426E-40DD-AFC4-6F175D3DCCD1}">
                      <a14:hiddenFill xmlns:a14="http://schemas.microsoft.com/office/drawing/2010/main">
                        <a:noFill/>
                      </a14:hiddenFill>
                    </a:ext>
                  </a:extLst>
                </p:spPr>
                <p:txBody>
                  <a:bodyPr wrap="none"/>
                  <a:lstStyle/>
                  <a:p>
                    <a:pPr eaLnBrk="0" hangingPunct="0"/>
                    <a:endParaRPr lang="zh-CN" altLang="en-US" sz="2400" b="1">
                      <a:solidFill>
                        <a:srgbClr val="0000CC"/>
                      </a:solidFill>
                      <a:ea typeface="黑体" panose="02010609060101010101" pitchFamily="49" charset="-122"/>
                    </a:endParaRPr>
                  </a:p>
                </p:txBody>
              </p:sp>
            </p:grpSp>
            <p:grpSp>
              <p:nvGrpSpPr>
                <p:cNvPr id="989298" name="Group 117"/>
                <p:cNvGrpSpPr>
                  <a:grpSpLocks/>
                </p:cNvGrpSpPr>
                <p:nvPr/>
              </p:nvGrpSpPr>
              <p:grpSpPr bwMode="auto">
                <a:xfrm>
                  <a:off x="3328" y="1688"/>
                  <a:ext cx="320" cy="184"/>
                  <a:chOff x="1000" y="3128"/>
                  <a:chExt cx="320" cy="184"/>
                </a:xfrm>
              </p:grpSpPr>
              <p:sp>
                <p:nvSpPr>
                  <p:cNvPr id="989299" name="AutoShape 118"/>
                  <p:cNvSpPr>
                    <a:spLocks noChangeArrowheads="1"/>
                  </p:cNvSpPr>
                  <p:nvPr/>
                </p:nvSpPr>
                <p:spPr bwMode="auto">
                  <a:xfrm>
                    <a:off x="1000" y="3128"/>
                    <a:ext cx="320" cy="184"/>
                  </a:xfrm>
                  <a:prstGeom prst="can">
                    <a:avLst>
                      <a:gd name="adj" fmla="val 50000"/>
                    </a:avLst>
                  </a:prstGeom>
                  <a:solidFill>
                    <a:srgbClr val="4D4D4D"/>
                  </a:solidFill>
                  <a:ln w="9525">
                    <a:solidFill>
                      <a:schemeClr val="tx1"/>
                    </a:solidFill>
                    <a:miter lim="800000"/>
                    <a:headEnd/>
                    <a:tailEnd/>
                  </a:ln>
                </p:spPr>
                <p:txBody>
                  <a:bodyPr wrap="none" anchor="ctr"/>
                  <a:lstStyle/>
                  <a:p>
                    <a:pPr eaLnBrk="0" hangingPunct="0"/>
                    <a:endParaRPr lang="zh-CN" altLang="en-US" sz="2400" b="1">
                      <a:solidFill>
                        <a:srgbClr val="0000CC"/>
                      </a:solidFill>
                      <a:ea typeface="黑体" panose="02010609060101010101" pitchFamily="49" charset="-122"/>
                    </a:endParaRPr>
                  </a:p>
                </p:txBody>
              </p:sp>
              <p:sp>
                <p:nvSpPr>
                  <p:cNvPr id="989300" name="Line 119"/>
                  <p:cNvSpPr>
                    <a:spLocks noChangeShapeType="1"/>
                  </p:cNvSpPr>
                  <p:nvPr/>
                </p:nvSpPr>
                <p:spPr bwMode="auto">
                  <a:xfrm>
                    <a:off x="1104" y="3144"/>
                    <a:ext cx="144" cy="48"/>
                  </a:xfrm>
                  <a:prstGeom prst="line">
                    <a:avLst/>
                  </a:prstGeom>
                  <a:noFill/>
                  <a:ln w="28575">
                    <a:solidFill>
                      <a:schemeClr val="bg1"/>
                    </a:solidFill>
                    <a:miter lim="800000"/>
                    <a:headEnd/>
                    <a:tailEnd/>
                  </a:ln>
                  <a:extLst>
                    <a:ext uri="{909E8E84-426E-40DD-AFC4-6F175D3DCCD1}">
                      <a14:hiddenFill xmlns:a14="http://schemas.microsoft.com/office/drawing/2010/main">
                        <a:noFill/>
                      </a14:hiddenFill>
                    </a:ext>
                  </a:extLst>
                </p:spPr>
                <p:txBody>
                  <a:bodyPr wrap="none"/>
                  <a:lstStyle/>
                  <a:p>
                    <a:pPr eaLnBrk="0" hangingPunct="0"/>
                    <a:endParaRPr lang="zh-CN" altLang="en-US" sz="2400" b="1">
                      <a:solidFill>
                        <a:srgbClr val="0000CC"/>
                      </a:solidFill>
                      <a:ea typeface="黑体" panose="02010609060101010101" pitchFamily="49" charset="-122"/>
                    </a:endParaRPr>
                  </a:p>
                </p:txBody>
              </p:sp>
              <p:sp>
                <p:nvSpPr>
                  <p:cNvPr id="989301" name="Line 120"/>
                  <p:cNvSpPr>
                    <a:spLocks noChangeShapeType="1"/>
                  </p:cNvSpPr>
                  <p:nvPr/>
                </p:nvSpPr>
                <p:spPr bwMode="auto">
                  <a:xfrm flipH="1">
                    <a:off x="1096" y="3144"/>
                    <a:ext cx="144" cy="48"/>
                  </a:xfrm>
                  <a:prstGeom prst="line">
                    <a:avLst/>
                  </a:prstGeom>
                  <a:noFill/>
                  <a:ln w="28575">
                    <a:solidFill>
                      <a:schemeClr val="bg1"/>
                    </a:solidFill>
                    <a:miter lim="800000"/>
                    <a:headEnd/>
                    <a:tailEnd/>
                  </a:ln>
                  <a:extLst>
                    <a:ext uri="{909E8E84-426E-40DD-AFC4-6F175D3DCCD1}">
                      <a14:hiddenFill xmlns:a14="http://schemas.microsoft.com/office/drawing/2010/main">
                        <a:noFill/>
                      </a14:hiddenFill>
                    </a:ext>
                  </a:extLst>
                </p:spPr>
                <p:txBody>
                  <a:bodyPr wrap="none"/>
                  <a:lstStyle/>
                  <a:p>
                    <a:pPr eaLnBrk="0" hangingPunct="0"/>
                    <a:endParaRPr lang="zh-CN" altLang="en-US" sz="2400" b="1">
                      <a:solidFill>
                        <a:srgbClr val="0000CC"/>
                      </a:solidFill>
                      <a:ea typeface="黑体" panose="02010609060101010101" pitchFamily="49" charset="-122"/>
                    </a:endParaRPr>
                  </a:p>
                </p:txBody>
              </p:sp>
            </p:grpSp>
            <p:sp>
              <p:nvSpPr>
                <p:cNvPr id="989302" name="Text Box 121"/>
                <p:cNvSpPr txBox="1">
                  <a:spLocks noChangeArrowheads="1"/>
                </p:cNvSpPr>
                <p:nvPr/>
              </p:nvSpPr>
              <p:spPr bwMode="auto">
                <a:xfrm>
                  <a:off x="3586" y="1505"/>
                  <a:ext cx="341" cy="27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en-US" altLang="zh-CN" sz="2400" b="1">
                      <a:solidFill>
                        <a:srgbClr val="0000CC"/>
                      </a:solidFill>
                      <a:ea typeface="黑体" panose="02010609060101010101" pitchFamily="49" charset="-122"/>
                    </a:rPr>
                    <a:t>R2</a:t>
                  </a:r>
                </a:p>
              </p:txBody>
            </p:sp>
            <p:sp>
              <p:nvSpPr>
                <p:cNvPr id="989303" name="Text Box 122"/>
                <p:cNvSpPr txBox="1">
                  <a:spLocks noChangeArrowheads="1"/>
                </p:cNvSpPr>
                <p:nvPr/>
              </p:nvSpPr>
              <p:spPr bwMode="auto">
                <a:xfrm>
                  <a:off x="3744" y="735"/>
                  <a:ext cx="838" cy="27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zh-CN" altLang="en-US" sz="2400" b="1">
                      <a:solidFill>
                        <a:srgbClr val="0000CC"/>
                      </a:solidFill>
                      <a:ea typeface="黑体" panose="02010609060101010101" pitchFamily="49" charset="-122"/>
                    </a:rPr>
                    <a:t>自治系统</a:t>
                  </a:r>
                </a:p>
              </p:txBody>
            </p:sp>
          </p:grpSp>
          <p:sp>
            <p:nvSpPr>
              <p:cNvPr id="989304" name="Line 123"/>
              <p:cNvSpPr>
                <a:spLocks noChangeShapeType="1"/>
              </p:cNvSpPr>
              <p:nvPr/>
            </p:nvSpPr>
            <p:spPr bwMode="auto">
              <a:xfrm>
                <a:off x="2241" y="2001"/>
                <a:ext cx="1056" cy="96"/>
              </a:xfrm>
              <a:prstGeom prst="line">
                <a:avLst/>
              </a:prstGeom>
              <a:noFill/>
              <a:ln w="28575">
                <a:solidFill>
                  <a:schemeClr val="tx1"/>
                </a:solidFill>
                <a:prstDash val="sysDot"/>
                <a:miter lim="800000"/>
                <a:headEnd/>
                <a:tailEnd/>
              </a:ln>
              <a:extLst>
                <a:ext uri="{909E8E84-426E-40DD-AFC4-6F175D3DCCD1}">
                  <a14:hiddenFill xmlns:a14="http://schemas.microsoft.com/office/drawing/2010/main">
                    <a:noFill/>
                  </a14:hiddenFill>
                </a:ext>
              </a:extLst>
            </p:spPr>
            <p:txBody>
              <a:bodyPr wrap="none"/>
              <a:lstStyle/>
              <a:p>
                <a:pPr eaLnBrk="0" hangingPunct="0"/>
                <a:endParaRPr lang="zh-CN" altLang="en-US" sz="2400" b="1">
                  <a:solidFill>
                    <a:srgbClr val="0000CC"/>
                  </a:solidFill>
                  <a:ea typeface="黑体" panose="02010609060101010101" pitchFamily="49" charset="-122"/>
                </a:endParaRPr>
              </a:p>
            </p:txBody>
          </p:sp>
          <p:sp>
            <p:nvSpPr>
              <p:cNvPr id="989305" name="Line 124"/>
              <p:cNvSpPr>
                <a:spLocks noChangeShapeType="1"/>
              </p:cNvSpPr>
              <p:nvPr/>
            </p:nvSpPr>
            <p:spPr bwMode="auto">
              <a:xfrm flipH="1">
                <a:off x="3393" y="2193"/>
                <a:ext cx="96" cy="672"/>
              </a:xfrm>
              <a:prstGeom prst="line">
                <a:avLst/>
              </a:prstGeom>
              <a:noFill/>
              <a:ln w="28575">
                <a:solidFill>
                  <a:schemeClr val="tx1"/>
                </a:solidFill>
                <a:prstDash val="sysDot"/>
                <a:miter lim="800000"/>
                <a:headEnd/>
                <a:tailEnd/>
              </a:ln>
              <a:extLst>
                <a:ext uri="{909E8E84-426E-40DD-AFC4-6F175D3DCCD1}">
                  <a14:hiddenFill xmlns:a14="http://schemas.microsoft.com/office/drawing/2010/main">
                    <a:noFill/>
                  </a14:hiddenFill>
                </a:ext>
              </a:extLst>
            </p:spPr>
            <p:txBody>
              <a:bodyPr wrap="none"/>
              <a:lstStyle/>
              <a:p>
                <a:pPr eaLnBrk="0" hangingPunct="0"/>
                <a:endParaRPr lang="zh-CN" altLang="en-US" sz="2400" b="1">
                  <a:solidFill>
                    <a:srgbClr val="0000CC"/>
                  </a:solidFill>
                  <a:ea typeface="黑体" panose="02010609060101010101" pitchFamily="49" charset="-122"/>
                </a:endParaRPr>
              </a:p>
            </p:txBody>
          </p:sp>
          <p:sp>
            <p:nvSpPr>
              <p:cNvPr id="989306" name="Line 125"/>
              <p:cNvSpPr>
                <a:spLocks noChangeShapeType="1"/>
              </p:cNvSpPr>
              <p:nvPr/>
            </p:nvSpPr>
            <p:spPr bwMode="auto">
              <a:xfrm flipH="1" flipV="1">
                <a:off x="2385" y="3297"/>
                <a:ext cx="1008" cy="144"/>
              </a:xfrm>
              <a:prstGeom prst="line">
                <a:avLst/>
              </a:prstGeom>
              <a:noFill/>
              <a:ln w="28575">
                <a:solidFill>
                  <a:schemeClr val="tx1"/>
                </a:solidFill>
                <a:prstDash val="sysDot"/>
                <a:miter lim="800000"/>
                <a:headEnd/>
                <a:tailEnd/>
              </a:ln>
              <a:extLst>
                <a:ext uri="{909E8E84-426E-40DD-AFC4-6F175D3DCCD1}">
                  <a14:hiddenFill xmlns:a14="http://schemas.microsoft.com/office/drawing/2010/main">
                    <a:noFill/>
                  </a14:hiddenFill>
                </a:ext>
              </a:extLst>
            </p:spPr>
            <p:txBody>
              <a:bodyPr wrap="none"/>
              <a:lstStyle/>
              <a:p>
                <a:pPr eaLnBrk="0" hangingPunct="0"/>
                <a:endParaRPr lang="zh-CN" altLang="en-US" sz="2400" b="1">
                  <a:solidFill>
                    <a:srgbClr val="0000CC"/>
                  </a:solidFill>
                  <a:ea typeface="黑体" panose="02010609060101010101" pitchFamily="49" charset="-122"/>
                </a:endParaRPr>
              </a:p>
            </p:txBody>
          </p:sp>
        </p:grpSp>
        <p:sp>
          <p:nvSpPr>
            <p:cNvPr id="989307" name="Rectangle 249"/>
            <p:cNvSpPr>
              <a:spLocks noChangeArrowheads="1"/>
            </p:cNvSpPr>
            <p:nvPr/>
          </p:nvSpPr>
          <p:spPr bwMode="auto">
            <a:xfrm>
              <a:off x="1728" y="1584"/>
              <a:ext cx="341" cy="27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en-US" altLang="zh-CN" sz="2400" b="1">
                  <a:solidFill>
                    <a:srgbClr val="0000CC"/>
                  </a:solidFill>
                  <a:ea typeface="黑体" panose="02010609060101010101" pitchFamily="49" charset="-122"/>
                </a:rPr>
                <a:t>R1</a:t>
              </a:r>
            </a:p>
          </p:txBody>
        </p:sp>
      </p:grpSp>
      <p:sp>
        <p:nvSpPr>
          <p:cNvPr id="989308" name="灯片编号占位符 126"/>
          <p:cNvSpPr>
            <a:spLocks noGrp="1" noChangeArrowheads="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EDA4E431-148D-4870-B884-659E9F2842DA}" type="slidenum">
              <a:rPr lang="zh-CN" altLang="en-US" smtClean="0"/>
              <a:pPr eaLnBrk="1" hangingPunct="1"/>
              <a:t>8</a:t>
            </a:fld>
            <a:endParaRPr lang="en-US" altLang="zh-CN" smtClean="0"/>
          </a:p>
        </p:txBody>
      </p:sp>
      <p:sp>
        <p:nvSpPr>
          <p:cNvPr id="989309" name="页脚占位符 127"/>
          <p:cNvSpPr>
            <a:spLocks noGrp="1" noChangeArrowheads="1"/>
          </p:cNvSpPr>
          <p:nvPr>
            <p:ph type="ftr"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zh-CN" smtClean="0"/>
              <a:t>ppt课件</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90209" name="Rectangle 2"/>
          <p:cNvSpPr>
            <a:spLocks noGrp="1" noChangeArrowheads="1"/>
          </p:cNvSpPr>
          <p:nvPr>
            <p:ph type="title"/>
          </p:nvPr>
        </p:nvSpPr>
        <p:spPr>
          <a:xfrm>
            <a:off x="495300" y="188913"/>
            <a:ext cx="9066213" cy="792162"/>
          </a:xfrm>
        </p:spPr>
        <p:txBody>
          <a:bodyPr/>
          <a:lstStyle/>
          <a:p>
            <a:pPr algn="ctr"/>
            <a:r>
              <a:rPr lang="zh-CN" altLang="en-US" smtClean="0">
                <a:ea typeface="黑体" panose="02010609060101010101" pitchFamily="49" charset="-122"/>
              </a:rPr>
              <a:t>互联网有两大类路由选择协议 </a:t>
            </a:r>
          </a:p>
        </p:txBody>
      </p:sp>
      <p:sp>
        <p:nvSpPr>
          <p:cNvPr id="551939" name="Rectangle 3"/>
          <p:cNvSpPr>
            <a:spLocks noGrp="1" noChangeArrowheads="1"/>
          </p:cNvSpPr>
          <p:nvPr>
            <p:ph idx="1"/>
          </p:nvPr>
        </p:nvSpPr>
        <p:spPr>
          <a:xfrm>
            <a:off x="495300" y="1196975"/>
            <a:ext cx="9066213" cy="4933950"/>
          </a:xfrm>
        </p:spPr>
        <p:txBody>
          <a:bodyPr/>
          <a:lstStyle/>
          <a:p>
            <a:r>
              <a:rPr lang="zh-CN" altLang="en-US" u="sng" dirty="0" smtClean="0">
                <a:solidFill>
                  <a:srgbClr val="FF0000"/>
                </a:solidFill>
                <a:ea typeface="黑体" panose="02010609060101010101" pitchFamily="49" charset="-122"/>
              </a:rPr>
              <a:t>内部网关协议 </a:t>
            </a:r>
            <a:r>
              <a:rPr lang="en-US" altLang="zh-CN" u="sng" dirty="0" smtClean="0">
                <a:ea typeface="黑体" panose="02010609060101010101" pitchFamily="49" charset="-122"/>
              </a:rPr>
              <a:t>IGP (Interior Gateway Protocol)  </a:t>
            </a:r>
          </a:p>
          <a:p>
            <a:pPr lvl="1"/>
            <a:r>
              <a:rPr lang="zh-CN" altLang="en-US" dirty="0" smtClean="0">
                <a:ea typeface="黑体" panose="02010609060101010101" pitchFamily="49" charset="-122"/>
              </a:rPr>
              <a:t>在一个自治系统</a:t>
            </a:r>
            <a:r>
              <a:rPr lang="zh-CN" altLang="en-US" dirty="0" smtClean="0">
                <a:solidFill>
                  <a:srgbClr val="FF0000"/>
                </a:solidFill>
                <a:ea typeface="黑体" panose="02010609060101010101" pitchFamily="49" charset="-122"/>
              </a:rPr>
              <a:t>内部使用</a:t>
            </a:r>
            <a:r>
              <a:rPr lang="zh-CN" altLang="en-US" dirty="0" smtClean="0">
                <a:ea typeface="黑体" panose="02010609060101010101" pitchFamily="49" charset="-122"/>
              </a:rPr>
              <a:t>的路由选择协议。</a:t>
            </a:r>
            <a:endParaRPr lang="en-US" altLang="zh-CN" dirty="0" smtClean="0">
              <a:ea typeface="黑体" panose="02010609060101010101" pitchFamily="49" charset="-122"/>
            </a:endParaRPr>
          </a:p>
          <a:p>
            <a:pPr lvl="1"/>
            <a:r>
              <a:rPr lang="zh-CN" altLang="en-US" dirty="0" smtClean="0">
                <a:ea typeface="黑体" panose="02010609060101010101" pitchFamily="49" charset="-122"/>
              </a:rPr>
              <a:t>目前这类路由选择协议使用得最多，如 </a:t>
            </a:r>
            <a:r>
              <a:rPr lang="en-US" altLang="zh-CN" dirty="0" smtClean="0">
                <a:ea typeface="黑体" panose="02010609060101010101" pitchFamily="49" charset="-122"/>
              </a:rPr>
              <a:t>RIP </a:t>
            </a:r>
            <a:r>
              <a:rPr lang="zh-CN" altLang="en-US" dirty="0" smtClean="0">
                <a:ea typeface="黑体" panose="02010609060101010101" pitchFamily="49" charset="-122"/>
              </a:rPr>
              <a:t>和 </a:t>
            </a:r>
            <a:r>
              <a:rPr lang="en-US" altLang="zh-CN" dirty="0" smtClean="0">
                <a:ea typeface="黑体" panose="02010609060101010101" pitchFamily="49" charset="-122"/>
              </a:rPr>
              <a:t>OSPF </a:t>
            </a:r>
            <a:r>
              <a:rPr lang="zh-CN" altLang="en-US" dirty="0" smtClean="0">
                <a:ea typeface="黑体" panose="02010609060101010101" pitchFamily="49" charset="-122"/>
              </a:rPr>
              <a:t>协议。</a:t>
            </a:r>
          </a:p>
          <a:p>
            <a:r>
              <a:rPr lang="zh-CN" altLang="en-US" u="sng" dirty="0" smtClean="0">
                <a:solidFill>
                  <a:srgbClr val="FF0000"/>
                </a:solidFill>
                <a:ea typeface="黑体" panose="02010609060101010101" pitchFamily="49" charset="-122"/>
              </a:rPr>
              <a:t>外部网关协议 </a:t>
            </a:r>
            <a:r>
              <a:rPr lang="en-US" altLang="zh-CN" u="sng" dirty="0" smtClean="0">
                <a:ea typeface="黑体" panose="02010609060101010101" pitchFamily="49" charset="-122"/>
              </a:rPr>
              <a:t>EGP (</a:t>
            </a:r>
            <a:r>
              <a:rPr lang="en-US" altLang="zh-CN" sz="2800" u="sng" dirty="0" smtClean="0">
                <a:ea typeface="黑体" panose="02010609060101010101" pitchFamily="49" charset="-122"/>
              </a:rPr>
              <a:t>External Gateway Protocol</a:t>
            </a:r>
            <a:r>
              <a:rPr lang="en-US" altLang="zh-CN" u="sng" dirty="0" smtClean="0">
                <a:ea typeface="黑体" panose="02010609060101010101" pitchFamily="49" charset="-122"/>
              </a:rPr>
              <a:t>) </a:t>
            </a:r>
          </a:p>
          <a:p>
            <a:pPr lvl="1"/>
            <a:r>
              <a:rPr lang="zh-CN" altLang="en-US" dirty="0" smtClean="0">
                <a:ea typeface="黑体" panose="02010609060101010101" pitchFamily="49" charset="-122"/>
              </a:rPr>
              <a:t>若源站和目的站处在不同的自治系统中，当数据报传到一个自治系统的边界时，就需要使用一种协议</a:t>
            </a:r>
            <a:r>
              <a:rPr lang="zh-CN" altLang="en-US" dirty="0" smtClean="0">
                <a:solidFill>
                  <a:srgbClr val="FF0000"/>
                </a:solidFill>
                <a:ea typeface="黑体" panose="02010609060101010101" pitchFamily="49" charset="-122"/>
              </a:rPr>
              <a:t>将路由选择信息传递到另一个自治系统中。</a:t>
            </a:r>
            <a:r>
              <a:rPr lang="zh-CN" altLang="en-US" dirty="0" smtClean="0">
                <a:ea typeface="黑体" panose="02010609060101010101" pitchFamily="49" charset="-122"/>
              </a:rPr>
              <a:t>这样的协议就是外部网关协议 </a:t>
            </a:r>
            <a:r>
              <a:rPr lang="en-US" altLang="zh-CN" dirty="0" smtClean="0">
                <a:ea typeface="黑体" panose="02010609060101010101" pitchFamily="49" charset="-122"/>
              </a:rPr>
              <a:t>EGP</a:t>
            </a:r>
            <a:r>
              <a:rPr lang="zh-CN" altLang="en-US" dirty="0" smtClean="0">
                <a:ea typeface="黑体" panose="02010609060101010101" pitchFamily="49" charset="-122"/>
              </a:rPr>
              <a:t>。</a:t>
            </a:r>
            <a:endParaRPr lang="en-US" altLang="zh-CN" dirty="0" smtClean="0">
              <a:ea typeface="黑体" panose="02010609060101010101" pitchFamily="49" charset="-122"/>
            </a:endParaRPr>
          </a:p>
          <a:p>
            <a:pPr lvl="1"/>
            <a:r>
              <a:rPr lang="zh-CN" altLang="en-US" dirty="0" smtClean="0">
                <a:ea typeface="黑体" panose="02010609060101010101" pitchFamily="49" charset="-122"/>
              </a:rPr>
              <a:t>在外部网关协议中目前使用最多的是 </a:t>
            </a:r>
            <a:r>
              <a:rPr lang="en-US" altLang="zh-CN" dirty="0" smtClean="0">
                <a:ea typeface="黑体" panose="02010609060101010101" pitchFamily="49" charset="-122"/>
              </a:rPr>
              <a:t>BGP-4</a:t>
            </a:r>
            <a:r>
              <a:rPr lang="zh-CN" altLang="en-US" dirty="0" smtClean="0">
                <a:ea typeface="黑体" panose="02010609060101010101" pitchFamily="49" charset="-122"/>
              </a:rPr>
              <a:t>。  </a:t>
            </a:r>
          </a:p>
        </p:txBody>
      </p:sp>
      <p:sp>
        <p:nvSpPr>
          <p:cNvPr id="990211" name="灯片编号占位符 3"/>
          <p:cNvSpPr>
            <a:spLocks noGrp="1" noChangeArrowheads="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95E218F2-7921-46E0-914F-2A4C0FB72805}" type="slidenum">
              <a:rPr lang="zh-CN" altLang="en-US" smtClean="0"/>
              <a:pPr eaLnBrk="1" hangingPunct="1"/>
              <a:t>9</a:t>
            </a:fld>
            <a:endParaRPr lang="en-US" altLang="zh-CN" smtClean="0"/>
          </a:p>
        </p:txBody>
      </p:sp>
      <p:sp>
        <p:nvSpPr>
          <p:cNvPr id="990212" name="页脚占位符 4"/>
          <p:cNvSpPr>
            <a:spLocks noGrp="1" noChangeArrowheads="1"/>
          </p:cNvSpPr>
          <p:nvPr>
            <p:ph type="ftr"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zh-CN" smtClean="0"/>
              <a:t>ppt课件</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1" presetClass="entr" presetSubtype="0" fill="hold" grpId="0" nodeType="afterEffect">
                                  <p:stCondLst>
                                    <p:cond delay="0"/>
                                  </p:stCondLst>
                                  <p:childTnLst>
                                    <p:set>
                                      <p:cBhvr>
                                        <p:cTn id="6" dur="1" fill="hold">
                                          <p:stCondLst>
                                            <p:cond delay="0"/>
                                          </p:stCondLst>
                                        </p:cTn>
                                        <p:tgtEl>
                                          <p:spTgt spid="551939">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551939">
                                            <p:txEl>
                                              <p:pRg st="1" end="1"/>
                                            </p:txEl>
                                          </p:spTgt>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551939">
                                            <p:txEl>
                                              <p:pRg st="2" end="2"/>
                                            </p:txEl>
                                          </p:spTgt>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551939">
                                            <p:txEl>
                                              <p:pRg st="3" end="3"/>
                                            </p:txEl>
                                          </p:spTgt>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551939">
                                            <p:txEl>
                                              <p:pRg st="4" end="4"/>
                                            </p:txEl>
                                          </p:spTgt>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551939">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51939" grpId="0" build="p"/>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92257" name="Rectangle 135"/>
          <p:cNvSpPr>
            <a:spLocks noGrp="1" noChangeArrowheads="1"/>
          </p:cNvSpPr>
          <p:nvPr>
            <p:ph type="title" idx="4294967295"/>
          </p:nvPr>
        </p:nvSpPr>
        <p:spPr>
          <a:xfrm>
            <a:off x="488950" y="692150"/>
            <a:ext cx="9066213" cy="792163"/>
          </a:xfrm>
        </p:spPr>
        <p:txBody>
          <a:bodyPr/>
          <a:lstStyle/>
          <a:p>
            <a:pPr algn="ctr"/>
            <a:r>
              <a:rPr lang="zh-CN" altLang="en-US" smtClean="0">
                <a:ea typeface="黑体" panose="02010609060101010101" pitchFamily="49" charset="-122"/>
              </a:rPr>
              <a:t>自治系统和</a:t>
            </a:r>
            <a:br>
              <a:rPr lang="zh-CN" altLang="en-US" smtClean="0">
                <a:ea typeface="黑体" panose="02010609060101010101" pitchFamily="49" charset="-122"/>
              </a:rPr>
            </a:br>
            <a:r>
              <a:rPr lang="zh-CN" altLang="en-US" smtClean="0">
                <a:ea typeface="黑体" panose="02010609060101010101" pitchFamily="49" charset="-122"/>
              </a:rPr>
              <a:t>内部网关协议、外部网关协议 </a:t>
            </a:r>
          </a:p>
        </p:txBody>
      </p:sp>
      <p:grpSp>
        <p:nvGrpSpPr>
          <p:cNvPr id="992258" name="组合 2"/>
          <p:cNvGrpSpPr>
            <a:grpSpLocks/>
          </p:cNvGrpSpPr>
          <p:nvPr/>
        </p:nvGrpSpPr>
        <p:grpSpPr bwMode="auto">
          <a:xfrm>
            <a:off x="273050" y="1628775"/>
            <a:ext cx="9517063" cy="3976688"/>
            <a:chOff x="271728" y="1772816"/>
            <a:chExt cx="9517326" cy="3977283"/>
          </a:xfrm>
        </p:grpSpPr>
        <p:grpSp>
          <p:nvGrpSpPr>
            <p:cNvPr id="992259" name="组合 1"/>
            <p:cNvGrpSpPr>
              <a:grpSpLocks/>
            </p:cNvGrpSpPr>
            <p:nvPr/>
          </p:nvGrpSpPr>
          <p:grpSpPr bwMode="auto">
            <a:xfrm>
              <a:off x="271728" y="1772816"/>
              <a:ext cx="9517326" cy="2397547"/>
              <a:chOff x="271728" y="1772816"/>
              <a:chExt cx="9517326" cy="2397547"/>
            </a:xfrm>
          </p:grpSpPr>
          <p:grpSp>
            <p:nvGrpSpPr>
              <p:cNvPr id="992260" name="Group 136"/>
              <p:cNvGrpSpPr>
                <a:grpSpLocks/>
              </p:cNvGrpSpPr>
              <p:nvPr/>
            </p:nvGrpSpPr>
            <p:grpSpPr bwMode="auto">
              <a:xfrm>
                <a:off x="271728" y="2311400"/>
                <a:ext cx="2997597" cy="1727200"/>
                <a:chOff x="912" y="768"/>
                <a:chExt cx="2400" cy="1584"/>
              </a:xfrm>
            </p:grpSpPr>
            <p:sp>
              <p:nvSpPr>
                <p:cNvPr id="992261" name="Oval 137"/>
                <p:cNvSpPr>
                  <a:spLocks noChangeArrowheads="1"/>
                </p:cNvSpPr>
                <p:nvPr/>
              </p:nvSpPr>
              <p:spPr bwMode="auto">
                <a:xfrm>
                  <a:off x="1751" y="799"/>
                  <a:ext cx="1026" cy="628"/>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CC"/>
                    </a:solidFill>
                    <a:ea typeface="黑体" panose="02010609060101010101" pitchFamily="49" charset="-122"/>
                  </a:endParaRPr>
                </a:p>
              </p:txBody>
            </p:sp>
            <p:sp>
              <p:nvSpPr>
                <p:cNvPr id="992262" name="Oval 138"/>
                <p:cNvSpPr>
                  <a:spLocks noChangeArrowheads="1"/>
                </p:cNvSpPr>
                <p:nvPr/>
              </p:nvSpPr>
              <p:spPr bwMode="auto">
                <a:xfrm>
                  <a:off x="1172" y="972"/>
                  <a:ext cx="781" cy="627"/>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CC"/>
                    </a:solidFill>
                    <a:ea typeface="黑体" panose="02010609060101010101" pitchFamily="49" charset="-122"/>
                  </a:endParaRPr>
                </a:p>
              </p:txBody>
            </p:sp>
            <p:sp>
              <p:nvSpPr>
                <p:cNvPr id="992263" name="Oval 139"/>
                <p:cNvSpPr>
                  <a:spLocks noChangeArrowheads="1"/>
                </p:cNvSpPr>
                <p:nvPr/>
              </p:nvSpPr>
              <p:spPr bwMode="auto">
                <a:xfrm>
                  <a:off x="926" y="1364"/>
                  <a:ext cx="521" cy="502"/>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CC"/>
                    </a:solidFill>
                    <a:ea typeface="黑体" panose="02010609060101010101" pitchFamily="49" charset="-122"/>
                  </a:endParaRPr>
                </a:p>
              </p:txBody>
            </p:sp>
            <p:sp>
              <p:nvSpPr>
                <p:cNvPr id="992264" name="Oval 140"/>
                <p:cNvSpPr>
                  <a:spLocks noChangeArrowheads="1"/>
                </p:cNvSpPr>
                <p:nvPr/>
              </p:nvSpPr>
              <p:spPr bwMode="auto">
                <a:xfrm>
                  <a:off x="1085" y="1599"/>
                  <a:ext cx="796" cy="549"/>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CC"/>
                    </a:solidFill>
                    <a:ea typeface="黑体" panose="02010609060101010101" pitchFamily="49" charset="-122"/>
                  </a:endParaRPr>
                </a:p>
              </p:txBody>
            </p:sp>
            <p:sp>
              <p:nvSpPr>
                <p:cNvPr id="992265" name="Oval 141"/>
                <p:cNvSpPr>
                  <a:spLocks noChangeArrowheads="1"/>
                </p:cNvSpPr>
                <p:nvPr/>
              </p:nvSpPr>
              <p:spPr bwMode="auto">
                <a:xfrm>
                  <a:off x="1664" y="1693"/>
                  <a:ext cx="1200" cy="659"/>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CC"/>
                    </a:solidFill>
                    <a:ea typeface="黑体" panose="02010609060101010101" pitchFamily="49" charset="-122"/>
                  </a:endParaRPr>
                </a:p>
              </p:txBody>
            </p:sp>
            <p:sp>
              <p:nvSpPr>
                <p:cNvPr id="992266" name="Oval 142"/>
                <p:cNvSpPr>
                  <a:spLocks noChangeArrowheads="1"/>
                </p:cNvSpPr>
                <p:nvPr/>
              </p:nvSpPr>
              <p:spPr bwMode="auto">
                <a:xfrm>
                  <a:off x="2445" y="988"/>
                  <a:ext cx="751" cy="486"/>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CC"/>
                    </a:solidFill>
                    <a:ea typeface="黑体" panose="02010609060101010101" pitchFamily="49" charset="-122"/>
                  </a:endParaRPr>
                </a:p>
              </p:txBody>
            </p:sp>
            <p:sp>
              <p:nvSpPr>
                <p:cNvPr id="992267" name="Oval 143"/>
                <p:cNvSpPr>
                  <a:spLocks noChangeArrowheads="1"/>
                </p:cNvSpPr>
                <p:nvPr/>
              </p:nvSpPr>
              <p:spPr bwMode="auto">
                <a:xfrm>
                  <a:off x="2560" y="1317"/>
                  <a:ext cx="752" cy="486"/>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CC"/>
                    </a:solidFill>
                    <a:ea typeface="黑体" panose="02010609060101010101" pitchFamily="49" charset="-122"/>
                  </a:endParaRPr>
                </a:p>
              </p:txBody>
            </p:sp>
            <p:sp>
              <p:nvSpPr>
                <p:cNvPr id="992268" name="Oval 144"/>
                <p:cNvSpPr>
                  <a:spLocks noChangeArrowheads="1"/>
                </p:cNvSpPr>
                <p:nvPr/>
              </p:nvSpPr>
              <p:spPr bwMode="auto">
                <a:xfrm>
                  <a:off x="2488" y="1427"/>
                  <a:ext cx="752" cy="815"/>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CC"/>
                    </a:solidFill>
                    <a:ea typeface="黑体" panose="02010609060101010101" pitchFamily="49" charset="-122"/>
                  </a:endParaRPr>
                </a:p>
              </p:txBody>
            </p:sp>
            <p:sp>
              <p:nvSpPr>
                <p:cNvPr id="992269" name="Oval 145"/>
                <p:cNvSpPr>
                  <a:spLocks noChangeArrowheads="1"/>
                </p:cNvSpPr>
                <p:nvPr/>
              </p:nvSpPr>
              <p:spPr bwMode="auto">
                <a:xfrm>
                  <a:off x="1360" y="1176"/>
                  <a:ext cx="1547" cy="815"/>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CC"/>
                    </a:solidFill>
                    <a:ea typeface="黑体" panose="02010609060101010101" pitchFamily="49" charset="-122"/>
                  </a:endParaRPr>
                </a:p>
              </p:txBody>
            </p:sp>
            <p:grpSp>
              <p:nvGrpSpPr>
                <p:cNvPr id="992270" name="Group 146"/>
                <p:cNvGrpSpPr>
                  <a:grpSpLocks/>
                </p:cNvGrpSpPr>
                <p:nvPr/>
              </p:nvGrpSpPr>
              <p:grpSpPr bwMode="auto">
                <a:xfrm>
                  <a:off x="912" y="768"/>
                  <a:ext cx="2386" cy="1553"/>
                  <a:chOff x="912" y="768"/>
                  <a:chExt cx="2386" cy="1553"/>
                </a:xfrm>
              </p:grpSpPr>
              <p:sp>
                <p:nvSpPr>
                  <p:cNvPr id="992271" name="Oval 147"/>
                  <p:cNvSpPr>
                    <a:spLocks noChangeArrowheads="1"/>
                  </p:cNvSpPr>
                  <p:nvPr/>
                </p:nvSpPr>
                <p:spPr bwMode="auto">
                  <a:xfrm>
                    <a:off x="1736" y="768"/>
                    <a:ext cx="1027" cy="627"/>
                  </a:xfrm>
                  <a:prstGeom prst="ellipse">
                    <a:avLst/>
                  </a:prstGeom>
                  <a:solidFill>
                    <a:srgbClr val="DDDDDD"/>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CC"/>
                      </a:solidFill>
                      <a:ea typeface="黑体" panose="02010609060101010101" pitchFamily="49" charset="-122"/>
                    </a:endParaRPr>
                  </a:p>
                </p:txBody>
              </p:sp>
              <p:sp>
                <p:nvSpPr>
                  <p:cNvPr id="992272" name="Oval 148"/>
                  <p:cNvSpPr>
                    <a:spLocks noChangeArrowheads="1"/>
                  </p:cNvSpPr>
                  <p:nvPr/>
                </p:nvSpPr>
                <p:spPr bwMode="auto">
                  <a:xfrm>
                    <a:off x="1158" y="941"/>
                    <a:ext cx="781" cy="627"/>
                  </a:xfrm>
                  <a:prstGeom prst="ellipse">
                    <a:avLst/>
                  </a:prstGeom>
                  <a:solidFill>
                    <a:srgbClr val="DDDDDD"/>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CC"/>
                      </a:solidFill>
                      <a:ea typeface="黑体" panose="02010609060101010101" pitchFamily="49" charset="-122"/>
                    </a:endParaRPr>
                  </a:p>
                </p:txBody>
              </p:sp>
              <p:sp>
                <p:nvSpPr>
                  <p:cNvPr id="992273" name="Oval 149"/>
                  <p:cNvSpPr>
                    <a:spLocks noChangeArrowheads="1"/>
                  </p:cNvSpPr>
                  <p:nvPr/>
                </p:nvSpPr>
                <p:spPr bwMode="auto">
                  <a:xfrm>
                    <a:off x="912" y="1333"/>
                    <a:ext cx="520" cy="501"/>
                  </a:xfrm>
                  <a:prstGeom prst="ellipse">
                    <a:avLst/>
                  </a:prstGeom>
                  <a:solidFill>
                    <a:srgbClr val="DDDDDD"/>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CC"/>
                      </a:solidFill>
                      <a:ea typeface="黑体" panose="02010609060101010101" pitchFamily="49" charset="-122"/>
                    </a:endParaRPr>
                  </a:p>
                </p:txBody>
              </p:sp>
              <p:sp>
                <p:nvSpPr>
                  <p:cNvPr id="992274" name="Oval 150"/>
                  <p:cNvSpPr>
                    <a:spLocks noChangeArrowheads="1"/>
                  </p:cNvSpPr>
                  <p:nvPr/>
                </p:nvSpPr>
                <p:spPr bwMode="auto">
                  <a:xfrm>
                    <a:off x="1071" y="1568"/>
                    <a:ext cx="795" cy="549"/>
                  </a:xfrm>
                  <a:prstGeom prst="ellipse">
                    <a:avLst/>
                  </a:prstGeom>
                  <a:solidFill>
                    <a:srgbClr val="DDDDDD"/>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CC"/>
                      </a:solidFill>
                      <a:ea typeface="黑体" panose="02010609060101010101" pitchFamily="49" charset="-122"/>
                    </a:endParaRPr>
                  </a:p>
                </p:txBody>
              </p:sp>
              <p:sp>
                <p:nvSpPr>
                  <p:cNvPr id="992275" name="Oval 151"/>
                  <p:cNvSpPr>
                    <a:spLocks noChangeArrowheads="1"/>
                  </p:cNvSpPr>
                  <p:nvPr/>
                </p:nvSpPr>
                <p:spPr bwMode="auto">
                  <a:xfrm>
                    <a:off x="1649" y="1662"/>
                    <a:ext cx="1200" cy="659"/>
                  </a:xfrm>
                  <a:prstGeom prst="ellipse">
                    <a:avLst/>
                  </a:prstGeom>
                  <a:solidFill>
                    <a:srgbClr val="DDDDDD"/>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CC"/>
                      </a:solidFill>
                      <a:ea typeface="黑体" panose="02010609060101010101" pitchFamily="49" charset="-122"/>
                    </a:endParaRPr>
                  </a:p>
                </p:txBody>
              </p:sp>
              <p:sp>
                <p:nvSpPr>
                  <p:cNvPr id="992276" name="Oval 152"/>
                  <p:cNvSpPr>
                    <a:spLocks noChangeArrowheads="1"/>
                  </p:cNvSpPr>
                  <p:nvPr/>
                </p:nvSpPr>
                <p:spPr bwMode="auto">
                  <a:xfrm>
                    <a:off x="2430" y="956"/>
                    <a:ext cx="752" cy="486"/>
                  </a:xfrm>
                  <a:prstGeom prst="ellipse">
                    <a:avLst/>
                  </a:prstGeom>
                  <a:solidFill>
                    <a:srgbClr val="DDDDDD"/>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CC"/>
                      </a:solidFill>
                      <a:ea typeface="黑体" panose="02010609060101010101" pitchFamily="49" charset="-122"/>
                    </a:endParaRPr>
                  </a:p>
                </p:txBody>
              </p:sp>
              <p:sp>
                <p:nvSpPr>
                  <p:cNvPr id="992277" name="Oval 153"/>
                  <p:cNvSpPr>
                    <a:spLocks noChangeArrowheads="1"/>
                  </p:cNvSpPr>
                  <p:nvPr/>
                </p:nvSpPr>
                <p:spPr bwMode="auto">
                  <a:xfrm>
                    <a:off x="2546" y="1286"/>
                    <a:ext cx="752" cy="486"/>
                  </a:xfrm>
                  <a:prstGeom prst="ellipse">
                    <a:avLst/>
                  </a:prstGeom>
                  <a:solidFill>
                    <a:srgbClr val="DDDDDD"/>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CC"/>
                      </a:solidFill>
                      <a:ea typeface="黑体" panose="02010609060101010101" pitchFamily="49" charset="-122"/>
                    </a:endParaRPr>
                  </a:p>
                </p:txBody>
              </p:sp>
              <p:sp>
                <p:nvSpPr>
                  <p:cNvPr id="992278" name="Oval 154"/>
                  <p:cNvSpPr>
                    <a:spLocks noChangeArrowheads="1"/>
                  </p:cNvSpPr>
                  <p:nvPr/>
                </p:nvSpPr>
                <p:spPr bwMode="auto">
                  <a:xfrm>
                    <a:off x="2473" y="1395"/>
                    <a:ext cx="752" cy="816"/>
                  </a:xfrm>
                  <a:prstGeom prst="ellipse">
                    <a:avLst/>
                  </a:prstGeom>
                  <a:solidFill>
                    <a:srgbClr val="DDDDDD"/>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CC"/>
                      </a:solidFill>
                      <a:ea typeface="黑体" panose="02010609060101010101" pitchFamily="49" charset="-122"/>
                    </a:endParaRPr>
                  </a:p>
                </p:txBody>
              </p:sp>
              <p:sp>
                <p:nvSpPr>
                  <p:cNvPr id="992279" name="Oval 155"/>
                  <p:cNvSpPr>
                    <a:spLocks noChangeArrowheads="1"/>
                  </p:cNvSpPr>
                  <p:nvPr/>
                </p:nvSpPr>
                <p:spPr bwMode="auto">
                  <a:xfrm>
                    <a:off x="1346" y="1144"/>
                    <a:ext cx="1547" cy="816"/>
                  </a:xfrm>
                  <a:prstGeom prst="ellipse">
                    <a:avLst/>
                  </a:prstGeom>
                  <a:solidFill>
                    <a:srgbClr val="DDDDDD"/>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CC"/>
                      </a:solidFill>
                      <a:ea typeface="黑体" panose="02010609060101010101" pitchFamily="49" charset="-122"/>
                    </a:endParaRPr>
                  </a:p>
                </p:txBody>
              </p:sp>
            </p:grpSp>
          </p:grpSp>
          <p:grpSp>
            <p:nvGrpSpPr>
              <p:cNvPr id="992280" name="Group 156"/>
              <p:cNvGrpSpPr>
                <a:grpSpLocks/>
              </p:cNvGrpSpPr>
              <p:nvPr/>
            </p:nvGrpSpPr>
            <p:grpSpPr bwMode="auto">
              <a:xfrm>
                <a:off x="6500812" y="2182813"/>
                <a:ext cx="3288242" cy="1987550"/>
                <a:chOff x="912" y="768"/>
                <a:chExt cx="2400" cy="1584"/>
              </a:xfrm>
            </p:grpSpPr>
            <p:sp>
              <p:nvSpPr>
                <p:cNvPr id="992281" name="Oval 157"/>
                <p:cNvSpPr>
                  <a:spLocks noChangeArrowheads="1"/>
                </p:cNvSpPr>
                <p:nvPr/>
              </p:nvSpPr>
              <p:spPr bwMode="auto">
                <a:xfrm>
                  <a:off x="1751" y="799"/>
                  <a:ext cx="1026" cy="628"/>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CC"/>
                    </a:solidFill>
                    <a:ea typeface="黑体" panose="02010609060101010101" pitchFamily="49" charset="-122"/>
                  </a:endParaRPr>
                </a:p>
              </p:txBody>
            </p:sp>
            <p:sp>
              <p:nvSpPr>
                <p:cNvPr id="992282" name="Oval 158"/>
                <p:cNvSpPr>
                  <a:spLocks noChangeArrowheads="1"/>
                </p:cNvSpPr>
                <p:nvPr/>
              </p:nvSpPr>
              <p:spPr bwMode="auto">
                <a:xfrm>
                  <a:off x="1172" y="972"/>
                  <a:ext cx="781" cy="627"/>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CC"/>
                    </a:solidFill>
                    <a:ea typeface="黑体" panose="02010609060101010101" pitchFamily="49" charset="-122"/>
                  </a:endParaRPr>
                </a:p>
              </p:txBody>
            </p:sp>
            <p:sp>
              <p:nvSpPr>
                <p:cNvPr id="992283" name="Oval 159"/>
                <p:cNvSpPr>
                  <a:spLocks noChangeArrowheads="1"/>
                </p:cNvSpPr>
                <p:nvPr/>
              </p:nvSpPr>
              <p:spPr bwMode="auto">
                <a:xfrm>
                  <a:off x="926" y="1364"/>
                  <a:ext cx="521" cy="502"/>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CC"/>
                    </a:solidFill>
                    <a:ea typeface="黑体" panose="02010609060101010101" pitchFamily="49" charset="-122"/>
                  </a:endParaRPr>
                </a:p>
              </p:txBody>
            </p:sp>
            <p:sp>
              <p:nvSpPr>
                <p:cNvPr id="992284" name="Oval 160"/>
                <p:cNvSpPr>
                  <a:spLocks noChangeArrowheads="1"/>
                </p:cNvSpPr>
                <p:nvPr/>
              </p:nvSpPr>
              <p:spPr bwMode="auto">
                <a:xfrm>
                  <a:off x="1085" y="1599"/>
                  <a:ext cx="796" cy="549"/>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CC"/>
                    </a:solidFill>
                    <a:ea typeface="黑体" panose="02010609060101010101" pitchFamily="49" charset="-122"/>
                  </a:endParaRPr>
                </a:p>
              </p:txBody>
            </p:sp>
            <p:sp>
              <p:nvSpPr>
                <p:cNvPr id="992285" name="Oval 161"/>
                <p:cNvSpPr>
                  <a:spLocks noChangeArrowheads="1"/>
                </p:cNvSpPr>
                <p:nvPr/>
              </p:nvSpPr>
              <p:spPr bwMode="auto">
                <a:xfrm>
                  <a:off x="1664" y="1693"/>
                  <a:ext cx="1200" cy="659"/>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CC"/>
                    </a:solidFill>
                    <a:ea typeface="黑体" panose="02010609060101010101" pitchFamily="49" charset="-122"/>
                  </a:endParaRPr>
                </a:p>
              </p:txBody>
            </p:sp>
            <p:sp>
              <p:nvSpPr>
                <p:cNvPr id="992286" name="Oval 162"/>
                <p:cNvSpPr>
                  <a:spLocks noChangeArrowheads="1"/>
                </p:cNvSpPr>
                <p:nvPr/>
              </p:nvSpPr>
              <p:spPr bwMode="auto">
                <a:xfrm>
                  <a:off x="2445" y="988"/>
                  <a:ext cx="751" cy="486"/>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CC"/>
                    </a:solidFill>
                    <a:ea typeface="黑体" panose="02010609060101010101" pitchFamily="49" charset="-122"/>
                  </a:endParaRPr>
                </a:p>
              </p:txBody>
            </p:sp>
            <p:sp>
              <p:nvSpPr>
                <p:cNvPr id="992287" name="Oval 163"/>
                <p:cNvSpPr>
                  <a:spLocks noChangeArrowheads="1"/>
                </p:cNvSpPr>
                <p:nvPr/>
              </p:nvSpPr>
              <p:spPr bwMode="auto">
                <a:xfrm>
                  <a:off x="2560" y="1317"/>
                  <a:ext cx="752" cy="486"/>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CC"/>
                    </a:solidFill>
                    <a:ea typeface="黑体" panose="02010609060101010101" pitchFamily="49" charset="-122"/>
                  </a:endParaRPr>
                </a:p>
              </p:txBody>
            </p:sp>
            <p:sp>
              <p:nvSpPr>
                <p:cNvPr id="992288" name="Oval 164"/>
                <p:cNvSpPr>
                  <a:spLocks noChangeArrowheads="1"/>
                </p:cNvSpPr>
                <p:nvPr/>
              </p:nvSpPr>
              <p:spPr bwMode="auto">
                <a:xfrm>
                  <a:off x="2488" y="1427"/>
                  <a:ext cx="752" cy="815"/>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CC"/>
                    </a:solidFill>
                    <a:ea typeface="黑体" panose="02010609060101010101" pitchFamily="49" charset="-122"/>
                  </a:endParaRPr>
                </a:p>
              </p:txBody>
            </p:sp>
            <p:sp>
              <p:nvSpPr>
                <p:cNvPr id="992289" name="Oval 165"/>
                <p:cNvSpPr>
                  <a:spLocks noChangeArrowheads="1"/>
                </p:cNvSpPr>
                <p:nvPr/>
              </p:nvSpPr>
              <p:spPr bwMode="auto">
                <a:xfrm>
                  <a:off x="1360" y="1176"/>
                  <a:ext cx="1547" cy="815"/>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CC"/>
                    </a:solidFill>
                    <a:ea typeface="黑体" panose="02010609060101010101" pitchFamily="49" charset="-122"/>
                  </a:endParaRPr>
                </a:p>
              </p:txBody>
            </p:sp>
            <p:grpSp>
              <p:nvGrpSpPr>
                <p:cNvPr id="992290" name="Group 166"/>
                <p:cNvGrpSpPr>
                  <a:grpSpLocks/>
                </p:cNvGrpSpPr>
                <p:nvPr/>
              </p:nvGrpSpPr>
              <p:grpSpPr bwMode="auto">
                <a:xfrm>
                  <a:off x="912" y="768"/>
                  <a:ext cx="2386" cy="1553"/>
                  <a:chOff x="912" y="768"/>
                  <a:chExt cx="2386" cy="1553"/>
                </a:xfrm>
              </p:grpSpPr>
              <p:sp>
                <p:nvSpPr>
                  <p:cNvPr id="992291" name="Oval 167"/>
                  <p:cNvSpPr>
                    <a:spLocks noChangeArrowheads="1"/>
                  </p:cNvSpPr>
                  <p:nvPr/>
                </p:nvSpPr>
                <p:spPr bwMode="auto">
                  <a:xfrm>
                    <a:off x="1736" y="768"/>
                    <a:ext cx="1027" cy="627"/>
                  </a:xfrm>
                  <a:prstGeom prst="ellipse">
                    <a:avLst/>
                  </a:prstGeom>
                  <a:solidFill>
                    <a:srgbClr val="DDDDDD"/>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CC"/>
                      </a:solidFill>
                      <a:ea typeface="黑体" panose="02010609060101010101" pitchFamily="49" charset="-122"/>
                    </a:endParaRPr>
                  </a:p>
                </p:txBody>
              </p:sp>
              <p:sp>
                <p:nvSpPr>
                  <p:cNvPr id="992292" name="Oval 168"/>
                  <p:cNvSpPr>
                    <a:spLocks noChangeArrowheads="1"/>
                  </p:cNvSpPr>
                  <p:nvPr/>
                </p:nvSpPr>
                <p:spPr bwMode="auto">
                  <a:xfrm>
                    <a:off x="1158" y="941"/>
                    <a:ext cx="781" cy="627"/>
                  </a:xfrm>
                  <a:prstGeom prst="ellipse">
                    <a:avLst/>
                  </a:prstGeom>
                  <a:solidFill>
                    <a:srgbClr val="DDDDDD"/>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CC"/>
                      </a:solidFill>
                      <a:ea typeface="黑体" panose="02010609060101010101" pitchFamily="49" charset="-122"/>
                    </a:endParaRPr>
                  </a:p>
                </p:txBody>
              </p:sp>
              <p:sp>
                <p:nvSpPr>
                  <p:cNvPr id="992293" name="Oval 169"/>
                  <p:cNvSpPr>
                    <a:spLocks noChangeArrowheads="1"/>
                  </p:cNvSpPr>
                  <p:nvPr/>
                </p:nvSpPr>
                <p:spPr bwMode="auto">
                  <a:xfrm>
                    <a:off x="912" y="1333"/>
                    <a:ext cx="520" cy="501"/>
                  </a:xfrm>
                  <a:prstGeom prst="ellipse">
                    <a:avLst/>
                  </a:prstGeom>
                  <a:solidFill>
                    <a:srgbClr val="DDDDDD"/>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CC"/>
                      </a:solidFill>
                      <a:ea typeface="黑体" panose="02010609060101010101" pitchFamily="49" charset="-122"/>
                    </a:endParaRPr>
                  </a:p>
                </p:txBody>
              </p:sp>
              <p:sp>
                <p:nvSpPr>
                  <p:cNvPr id="992294" name="Oval 170"/>
                  <p:cNvSpPr>
                    <a:spLocks noChangeArrowheads="1"/>
                  </p:cNvSpPr>
                  <p:nvPr/>
                </p:nvSpPr>
                <p:spPr bwMode="auto">
                  <a:xfrm>
                    <a:off x="1071" y="1568"/>
                    <a:ext cx="795" cy="549"/>
                  </a:xfrm>
                  <a:prstGeom prst="ellipse">
                    <a:avLst/>
                  </a:prstGeom>
                  <a:solidFill>
                    <a:srgbClr val="DDDDDD"/>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CC"/>
                      </a:solidFill>
                      <a:ea typeface="黑体" panose="02010609060101010101" pitchFamily="49" charset="-122"/>
                    </a:endParaRPr>
                  </a:p>
                </p:txBody>
              </p:sp>
              <p:sp>
                <p:nvSpPr>
                  <p:cNvPr id="992295" name="Oval 171"/>
                  <p:cNvSpPr>
                    <a:spLocks noChangeArrowheads="1"/>
                  </p:cNvSpPr>
                  <p:nvPr/>
                </p:nvSpPr>
                <p:spPr bwMode="auto">
                  <a:xfrm>
                    <a:off x="1649" y="1662"/>
                    <a:ext cx="1200" cy="659"/>
                  </a:xfrm>
                  <a:prstGeom prst="ellipse">
                    <a:avLst/>
                  </a:prstGeom>
                  <a:solidFill>
                    <a:srgbClr val="DDDDDD"/>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CC"/>
                      </a:solidFill>
                      <a:ea typeface="黑体" panose="02010609060101010101" pitchFamily="49" charset="-122"/>
                    </a:endParaRPr>
                  </a:p>
                </p:txBody>
              </p:sp>
              <p:sp>
                <p:nvSpPr>
                  <p:cNvPr id="992296" name="Oval 172"/>
                  <p:cNvSpPr>
                    <a:spLocks noChangeArrowheads="1"/>
                  </p:cNvSpPr>
                  <p:nvPr/>
                </p:nvSpPr>
                <p:spPr bwMode="auto">
                  <a:xfrm>
                    <a:off x="2430" y="956"/>
                    <a:ext cx="752" cy="486"/>
                  </a:xfrm>
                  <a:prstGeom prst="ellipse">
                    <a:avLst/>
                  </a:prstGeom>
                  <a:solidFill>
                    <a:srgbClr val="DDDDDD"/>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CC"/>
                      </a:solidFill>
                      <a:ea typeface="黑体" panose="02010609060101010101" pitchFamily="49" charset="-122"/>
                    </a:endParaRPr>
                  </a:p>
                </p:txBody>
              </p:sp>
              <p:sp>
                <p:nvSpPr>
                  <p:cNvPr id="992297" name="Oval 173"/>
                  <p:cNvSpPr>
                    <a:spLocks noChangeArrowheads="1"/>
                  </p:cNvSpPr>
                  <p:nvPr/>
                </p:nvSpPr>
                <p:spPr bwMode="auto">
                  <a:xfrm>
                    <a:off x="2546" y="1286"/>
                    <a:ext cx="752" cy="486"/>
                  </a:xfrm>
                  <a:prstGeom prst="ellipse">
                    <a:avLst/>
                  </a:prstGeom>
                  <a:solidFill>
                    <a:srgbClr val="DDDDDD"/>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CC"/>
                      </a:solidFill>
                      <a:ea typeface="黑体" panose="02010609060101010101" pitchFamily="49" charset="-122"/>
                    </a:endParaRPr>
                  </a:p>
                </p:txBody>
              </p:sp>
              <p:sp>
                <p:nvSpPr>
                  <p:cNvPr id="992298" name="Oval 174"/>
                  <p:cNvSpPr>
                    <a:spLocks noChangeArrowheads="1"/>
                  </p:cNvSpPr>
                  <p:nvPr/>
                </p:nvSpPr>
                <p:spPr bwMode="auto">
                  <a:xfrm>
                    <a:off x="2473" y="1395"/>
                    <a:ext cx="752" cy="816"/>
                  </a:xfrm>
                  <a:prstGeom prst="ellipse">
                    <a:avLst/>
                  </a:prstGeom>
                  <a:solidFill>
                    <a:srgbClr val="DDDDDD"/>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CC"/>
                      </a:solidFill>
                      <a:ea typeface="黑体" panose="02010609060101010101" pitchFamily="49" charset="-122"/>
                    </a:endParaRPr>
                  </a:p>
                </p:txBody>
              </p:sp>
              <p:sp>
                <p:nvSpPr>
                  <p:cNvPr id="992299" name="Oval 175"/>
                  <p:cNvSpPr>
                    <a:spLocks noChangeArrowheads="1"/>
                  </p:cNvSpPr>
                  <p:nvPr/>
                </p:nvSpPr>
                <p:spPr bwMode="auto">
                  <a:xfrm>
                    <a:off x="1346" y="1144"/>
                    <a:ext cx="1547" cy="816"/>
                  </a:xfrm>
                  <a:prstGeom prst="ellipse">
                    <a:avLst/>
                  </a:prstGeom>
                  <a:solidFill>
                    <a:srgbClr val="DDDDDD"/>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CC"/>
                      </a:solidFill>
                      <a:ea typeface="黑体" panose="02010609060101010101" pitchFamily="49" charset="-122"/>
                    </a:endParaRPr>
                  </a:p>
                </p:txBody>
              </p:sp>
            </p:grpSp>
          </p:grpSp>
          <p:sp>
            <p:nvSpPr>
              <p:cNvPr id="992300" name="Text Box 176"/>
              <p:cNvSpPr txBox="1">
                <a:spLocks noChangeArrowheads="1"/>
              </p:cNvSpPr>
              <p:nvPr/>
            </p:nvSpPr>
            <p:spPr bwMode="auto">
              <a:xfrm>
                <a:off x="707399" y="2865636"/>
                <a:ext cx="2121093" cy="7078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algn="ctr" eaLnBrk="0" hangingPunct="0"/>
                <a:r>
                  <a:rPr lang="en-US" altLang="zh-CN" sz="2000" b="1">
                    <a:solidFill>
                      <a:srgbClr val="0000CC"/>
                    </a:solidFill>
                    <a:ea typeface="黑体" panose="02010609060101010101" pitchFamily="49" charset="-122"/>
                  </a:rPr>
                  <a:t> </a:t>
                </a:r>
                <a:r>
                  <a:rPr lang="zh-CN" altLang="en-US" sz="2000" b="1">
                    <a:solidFill>
                      <a:srgbClr val="0000CC"/>
                    </a:solidFill>
                    <a:ea typeface="黑体" panose="02010609060101010101" pitchFamily="49" charset="-122"/>
                  </a:rPr>
                  <a:t>用内部网关协议</a:t>
                </a:r>
              </a:p>
              <a:p>
                <a:pPr algn="ctr" eaLnBrk="0" hangingPunct="0"/>
                <a:r>
                  <a:rPr lang="zh-CN" altLang="en-US" sz="2000" b="1">
                    <a:solidFill>
                      <a:srgbClr val="0000CC"/>
                    </a:solidFill>
                    <a:ea typeface="黑体" panose="02010609060101010101" pitchFamily="49" charset="-122"/>
                  </a:rPr>
                  <a:t>（例如，</a:t>
                </a:r>
                <a:r>
                  <a:rPr lang="en-US" altLang="zh-CN" sz="2000" b="1">
                    <a:solidFill>
                      <a:srgbClr val="0000CC"/>
                    </a:solidFill>
                    <a:ea typeface="黑体" panose="02010609060101010101" pitchFamily="49" charset="-122"/>
                  </a:rPr>
                  <a:t>RIP</a:t>
                </a:r>
                <a:r>
                  <a:rPr lang="zh-CN" altLang="en-US" sz="2000" b="1">
                    <a:solidFill>
                      <a:srgbClr val="0000CC"/>
                    </a:solidFill>
                    <a:ea typeface="黑体" panose="02010609060101010101" pitchFamily="49" charset="-122"/>
                  </a:rPr>
                  <a:t>）</a:t>
                </a:r>
              </a:p>
            </p:txBody>
          </p:sp>
          <p:sp>
            <p:nvSpPr>
              <p:cNvPr id="992301" name="Text Box 177"/>
              <p:cNvSpPr txBox="1">
                <a:spLocks noChangeArrowheads="1"/>
              </p:cNvSpPr>
              <p:nvPr/>
            </p:nvSpPr>
            <p:spPr bwMode="auto">
              <a:xfrm>
                <a:off x="7474455" y="1772816"/>
                <a:ext cx="1729961"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zh-CN" altLang="en-US" sz="2400" b="1">
                    <a:solidFill>
                      <a:srgbClr val="C00000"/>
                    </a:solidFill>
                    <a:ea typeface="黑体" panose="02010609060101010101" pitchFamily="49" charset="-122"/>
                  </a:rPr>
                  <a:t>自治系统 </a:t>
                </a:r>
                <a:r>
                  <a:rPr lang="en-US" altLang="zh-CN" sz="2400" b="1">
                    <a:solidFill>
                      <a:srgbClr val="C00000"/>
                    </a:solidFill>
                    <a:ea typeface="黑体" panose="02010609060101010101" pitchFamily="49" charset="-122"/>
                  </a:rPr>
                  <a:t>B</a:t>
                </a:r>
              </a:p>
            </p:txBody>
          </p:sp>
          <p:sp>
            <p:nvSpPr>
              <p:cNvPr id="992302" name="Text Box 178"/>
              <p:cNvSpPr txBox="1">
                <a:spLocks noChangeArrowheads="1"/>
              </p:cNvSpPr>
              <p:nvPr/>
            </p:nvSpPr>
            <p:spPr bwMode="auto">
              <a:xfrm>
                <a:off x="992560" y="1901404"/>
                <a:ext cx="1718547"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zh-CN" altLang="en-US" sz="2400" b="1">
                    <a:solidFill>
                      <a:srgbClr val="C00000"/>
                    </a:solidFill>
                    <a:ea typeface="黑体" panose="02010609060101010101" pitchFamily="49" charset="-122"/>
                  </a:rPr>
                  <a:t>自治系统 </a:t>
                </a:r>
                <a:r>
                  <a:rPr lang="en-US" altLang="zh-CN" sz="2400" b="1">
                    <a:solidFill>
                      <a:srgbClr val="C00000"/>
                    </a:solidFill>
                    <a:ea typeface="黑体" panose="02010609060101010101" pitchFamily="49" charset="-122"/>
                  </a:rPr>
                  <a:t>A</a:t>
                </a:r>
              </a:p>
            </p:txBody>
          </p:sp>
          <p:pic>
            <p:nvPicPr>
              <p:cNvPr id="992303" name="Picture 179"/>
              <p:cNvPicPr>
                <a:picLocks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2978679" y="2709864"/>
                <a:ext cx="715433" cy="447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992304" name="Picture 180"/>
              <p:cNvPicPr>
                <a:picLocks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6210168" y="2709863"/>
                <a:ext cx="715433" cy="4508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992305" name="Text Box 181"/>
              <p:cNvSpPr txBox="1">
                <a:spLocks noChangeArrowheads="1"/>
              </p:cNvSpPr>
              <p:nvPr/>
            </p:nvSpPr>
            <p:spPr bwMode="auto">
              <a:xfrm>
                <a:off x="3828683" y="2225676"/>
                <a:ext cx="2258952" cy="7078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algn="ctr" eaLnBrk="0" hangingPunct="0"/>
                <a:r>
                  <a:rPr lang="zh-CN" altLang="en-US" sz="2000" b="1">
                    <a:solidFill>
                      <a:srgbClr val="0000CC"/>
                    </a:solidFill>
                    <a:ea typeface="黑体" panose="02010609060101010101" pitchFamily="49" charset="-122"/>
                  </a:rPr>
                  <a:t>用外部网关协议</a:t>
                </a:r>
              </a:p>
              <a:p>
                <a:pPr algn="ctr" eaLnBrk="0" hangingPunct="0"/>
                <a:r>
                  <a:rPr lang="zh-CN" altLang="en-US" sz="2000" b="1">
                    <a:solidFill>
                      <a:srgbClr val="0000CC"/>
                    </a:solidFill>
                    <a:ea typeface="黑体" panose="02010609060101010101" pitchFamily="49" charset="-122"/>
                  </a:rPr>
                  <a:t>（例如，</a:t>
                </a:r>
                <a:r>
                  <a:rPr lang="en-US" altLang="zh-CN" sz="2000" b="1">
                    <a:solidFill>
                      <a:srgbClr val="0000CC"/>
                    </a:solidFill>
                    <a:ea typeface="黑体" panose="02010609060101010101" pitchFamily="49" charset="-122"/>
                  </a:rPr>
                  <a:t>BGP-4</a:t>
                </a:r>
                <a:r>
                  <a:rPr lang="zh-CN" altLang="en-US" sz="2000" b="1">
                    <a:solidFill>
                      <a:srgbClr val="0000CC"/>
                    </a:solidFill>
                    <a:ea typeface="黑体" panose="02010609060101010101" pitchFamily="49" charset="-122"/>
                  </a:rPr>
                  <a:t>）</a:t>
                </a:r>
              </a:p>
            </p:txBody>
          </p:sp>
          <p:sp>
            <p:nvSpPr>
              <p:cNvPr id="992306" name="Text Box 182"/>
              <p:cNvSpPr txBox="1">
                <a:spLocks noChangeArrowheads="1"/>
              </p:cNvSpPr>
              <p:nvPr/>
            </p:nvSpPr>
            <p:spPr bwMode="auto">
              <a:xfrm>
                <a:off x="2978680" y="2305051"/>
                <a:ext cx="465192"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en-US" altLang="zh-CN" sz="2000" b="1">
                    <a:solidFill>
                      <a:srgbClr val="0000CC"/>
                    </a:solidFill>
                    <a:ea typeface="黑体" panose="02010609060101010101" pitchFamily="49" charset="-122"/>
                  </a:rPr>
                  <a:t>R</a:t>
                </a:r>
                <a:r>
                  <a:rPr lang="en-US" altLang="zh-CN" sz="2000" b="1" baseline="-25000">
                    <a:solidFill>
                      <a:srgbClr val="0000CC"/>
                    </a:solidFill>
                    <a:ea typeface="黑体" panose="02010609060101010101" pitchFamily="49" charset="-122"/>
                  </a:rPr>
                  <a:t>1</a:t>
                </a:r>
              </a:p>
            </p:txBody>
          </p:sp>
          <p:sp>
            <p:nvSpPr>
              <p:cNvPr id="992307" name="Text Box 183"/>
              <p:cNvSpPr txBox="1">
                <a:spLocks noChangeArrowheads="1"/>
              </p:cNvSpPr>
              <p:nvPr/>
            </p:nvSpPr>
            <p:spPr bwMode="auto">
              <a:xfrm>
                <a:off x="6462977" y="2332039"/>
                <a:ext cx="465192"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en-US" altLang="zh-CN" sz="2000" b="1">
                    <a:solidFill>
                      <a:srgbClr val="0000CC"/>
                    </a:solidFill>
                    <a:ea typeface="黑体" panose="02010609060101010101" pitchFamily="49" charset="-122"/>
                  </a:rPr>
                  <a:t>R</a:t>
                </a:r>
                <a:r>
                  <a:rPr lang="en-US" altLang="zh-CN" sz="2000" b="1" baseline="-25000">
                    <a:solidFill>
                      <a:srgbClr val="0000CC"/>
                    </a:solidFill>
                    <a:ea typeface="黑体" panose="02010609060101010101" pitchFamily="49" charset="-122"/>
                  </a:rPr>
                  <a:t>2</a:t>
                </a:r>
              </a:p>
            </p:txBody>
          </p:sp>
          <p:sp>
            <p:nvSpPr>
              <p:cNvPr id="992308" name="Text Box 184"/>
              <p:cNvSpPr txBox="1">
                <a:spLocks noChangeArrowheads="1"/>
              </p:cNvSpPr>
              <p:nvPr/>
            </p:nvSpPr>
            <p:spPr bwMode="auto">
              <a:xfrm>
                <a:off x="7208127" y="2852936"/>
                <a:ext cx="2165978" cy="7078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algn="ctr" eaLnBrk="0" hangingPunct="0"/>
                <a:r>
                  <a:rPr lang="en-US" altLang="zh-CN" sz="2000" b="1">
                    <a:solidFill>
                      <a:srgbClr val="0000CC"/>
                    </a:solidFill>
                    <a:ea typeface="黑体" panose="02010609060101010101" pitchFamily="49" charset="-122"/>
                  </a:rPr>
                  <a:t> </a:t>
                </a:r>
                <a:r>
                  <a:rPr lang="zh-CN" altLang="en-US" sz="2000" b="1">
                    <a:solidFill>
                      <a:srgbClr val="0000CC"/>
                    </a:solidFill>
                    <a:ea typeface="黑体" panose="02010609060101010101" pitchFamily="49" charset="-122"/>
                  </a:rPr>
                  <a:t>用内部网关协议</a:t>
                </a:r>
              </a:p>
              <a:p>
                <a:pPr algn="ctr" eaLnBrk="0" hangingPunct="0"/>
                <a:r>
                  <a:rPr lang="zh-CN" altLang="en-US" sz="2000" b="1">
                    <a:solidFill>
                      <a:srgbClr val="0000CC"/>
                    </a:solidFill>
                    <a:ea typeface="黑体" panose="02010609060101010101" pitchFamily="49" charset="-122"/>
                  </a:rPr>
                  <a:t>（例如，</a:t>
                </a:r>
                <a:r>
                  <a:rPr lang="en-US" altLang="zh-CN" sz="2000" b="1">
                    <a:solidFill>
                      <a:srgbClr val="0000CC"/>
                    </a:solidFill>
                    <a:ea typeface="黑体" panose="02010609060101010101" pitchFamily="49" charset="-122"/>
                  </a:rPr>
                  <a:t>OSPF</a:t>
                </a:r>
                <a:r>
                  <a:rPr lang="zh-CN" altLang="en-US" sz="2000" b="1">
                    <a:solidFill>
                      <a:srgbClr val="0000CC"/>
                    </a:solidFill>
                    <a:ea typeface="黑体" panose="02010609060101010101" pitchFamily="49" charset="-122"/>
                  </a:rPr>
                  <a:t>）</a:t>
                </a:r>
              </a:p>
            </p:txBody>
          </p:sp>
          <p:sp>
            <p:nvSpPr>
              <p:cNvPr id="992309" name="Line 185"/>
              <p:cNvSpPr>
                <a:spLocks noChangeShapeType="1"/>
              </p:cNvSpPr>
              <p:nvPr/>
            </p:nvSpPr>
            <p:spPr bwMode="auto">
              <a:xfrm>
                <a:off x="3645959" y="2941639"/>
                <a:ext cx="2633002" cy="3175"/>
              </a:xfrm>
              <a:prstGeom prst="line">
                <a:avLst/>
              </a:prstGeom>
              <a:noFill/>
              <a:ln w="57150">
                <a:solidFill>
                  <a:srgbClr val="0000FF"/>
                </a:solidFill>
                <a:round/>
                <a:headEnd type="triangle" w="med" len="lg"/>
                <a:tailEnd type="triangle" w="med" len="lg"/>
              </a:ln>
              <a:extLst>
                <a:ext uri="{909E8E84-426E-40DD-AFC4-6F175D3DCCD1}">
                  <a14:hiddenFill xmlns:a14="http://schemas.microsoft.com/office/drawing/2010/main">
                    <a:noFill/>
                  </a14:hiddenFill>
                </a:ext>
              </a:extLst>
            </p:spPr>
            <p:txBody>
              <a:bodyPr wrap="none" anchor="ctr"/>
              <a:lstStyle/>
              <a:p>
                <a:pPr eaLnBrk="0" hangingPunct="0"/>
                <a:endParaRPr lang="zh-CN" altLang="en-US" b="1">
                  <a:solidFill>
                    <a:srgbClr val="0000CC"/>
                  </a:solidFill>
                  <a:ea typeface="黑体" panose="02010609060101010101" pitchFamily="49" charset="-122"/>
                </a:endParaRPr>
              </a:p>
            </p:txBody>
          </p:sp>
        </p:grpSp>
        <p:sp>
          <p:nvSpPr>
            <p:cNvPr id="992310" name="Text Box 187"/>
            <p:cNvSpPr txBox="1">
              <a:spLocks noChangeArrowheads="1"/>
            </p:cNvSpPr>
            <p:nvPr/>
          </p:nvSpPr>
          <p:spPr bwMode="auto">
            <a:xfrm>
              <a:off x="1017530" y="4365104"/>
              <a:ext cx="8399966" cy="1384995"/>
            </a:xfrm>
            <a:prstGeom prst="rect">
              <a:avLst/>
            </a:prstGeom>
            <a:solidFill>
              <a:srgbClr val="FFFF66"/>
            </a:solidFill>
            <a:ln w="9525">
              <a:solidFill>
                <a:srgbClr val="000099"/>
              </a:solidFill>
              <a:miter lim="800000"/>
              <a:headEnd/>
              <a:tailEnd/>
            </a:ln>
          </p:spPr>
          <p:txBody>
            <a:bodyPr>
              <a:spAutoFit/>
            </a:bodyPr>
            <a:lstStyle/>
            <a:p>
              <a:pPr eaLnBrk="0" hangingPunct="0"/>
              <a:r>
                <a:rPr lang="zh-CN" altLang="en-US" sz="2800" b="1">
                  <a:solidFill>
                    <a:srgbClr val="000099"/>
                  </a:solidFill>
                  <a:ea typeface="黑体" panose="02010609060101010101" pitchFamily="49" charset="-122"/>
                </a:rPr>
                <a:t>自治系统之间的路由选择也叫作</a:t>
              </a:r>
              <a:r>
                <a:rPr lang="zh-CN" altLang="en-US" sz="2800" b="1">
                  <a:solidFill>
                    <a:srgbClr val="FF0000"/>
                  </a:solidFill>
                  <a:ea typeface="黑体" panose="02010609060101010101" pitchFamily="49" charset="-122"/>
                </a:rPr>
                <a:t>域间路由选择 </a:t>
              </a:r>
              <a:r>
                <a:rPr lang="en-US" altLang="zh-CN" sz="2800" b="1">
                  <a:solidFill>
                    <a:srgbClr val="000099"/>
                  </a:solidFill>
                  <a:ea typeface="黑体" panose="02010609060101010101" pitchFamily="49" charset="-122"/>
                </a:rPr>
                <a:t>(interdomain routing)</a:t>
              </a:r>
              <a:r>
                <a:rPr lang="zh-CN" altLang="en-US" sz="2800" b="1">
                  <a:solidFill>
                    <a:srgbClr val="000099"/>
                  </a:solidFill>
                  <a:ea typeface="黑体" panose="02010609060101010101" pitchFamily="49" charset="-122"/>
                </a:rPr>
                <a:t>，在自治系统内部的路由选择叫作</a:t>
              </a:r>
              <a:r>
                <a:rPr lang="zh-CN" altLang="en-US" sz="2800" b="1">
                  <a:solidFill>
                    <a:srgbClr val="FF0000"/>
                  </a:solidFill>
                  <a:ea typeface="黑体" panose="02010609060101010101" pitchFamily="49" charset="-122"/>
                </a:rPr>
                <a:t>域内路由选择 </a:t>
              </a:r>
              <a:r>
                <a:rPr lang="en-US" altLang="zh-CN" sz="2800" b="1">
                  <a:solidFill>
                    <a:srgbClr val="000099"/>
                  </a:solidFill>
                  <a:ea typeface="黑体" panose="02010609060101010101" pitchFamily="49" charset="-122"/>
                </a:rPr>
                <a:t>(intradomain routing) </a:t>
              </a:r>
              <a:r>
                <a:rPr lang="zh-CN" altLang="en-US" sz="2800" b="1">
                  <a:solidFill>
                    <a:srgbClr val="000099"/>
                  </a:solidFill>
                  <a:ea typeface="黑体" panose="02010609060101010101" pitchFamily="49" charset="-122"/>
                </a:rPr>
                <a:t>。</a:t>
              </a:r>
              <a:endParaRPr lang="en-US" altLang="zh-CN" sz="2800" b="1">
                <a:solidFill>
                  <a:srgbClr val="000099"/>
                </a:solidFill>
                <a:ea typeface="黑体" panose="02010609060101010101" pitchFamily="49" charset="-122"/>
              </a:endParaRPr>
            </a:p>
          </p:txBody>
        </p:sp>
      </p:grpSp>
      <p:sp>
        <p:nvSpPr>
          <p:cNvPr id="992311" name="灯片编号占位符 5"/>
          <p:cNvSpPr>
            <a:spLocks noGrp="1" noChangeArrowheads="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p>
            <a:fld id="{C2DBC4FC-CB6D-4A13-B481-661D1D38EFA6}" type="slidenum">
              <a:rPr lang="zh-CN" altLang="en-US" smtClean="0"/>
              <a:pPr/>
              <a:t>10</a:t>
            </a:fld>
            <a:endParaRPr lang="en-US" altLang="zh-CN" smtClean="0"/>
          </a:p>
        </p:txBody>
      </p:sp>
      <p:sp>
        <p:nvSpPr>
          <p:cNvPr id="992312" name="页脚占位符 6"/>
          <p:cNvSpPr>
            <a:spLocks noGrp="1" noChangeArrowheads="1"/>
          </p:cNvSpPr>
          <p:nvPr>
            <p:ph type="ftr"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p>
            <a:r>
              <a:rPr lang="en-US" altLang="zh-CN" smtClean="0"/>
              <a:t>ppt课件</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94305" name="Rectangle 2"/>
          <p:cNvSpPr>
            <a:spLocks noGrp="1" noChangeArrowheads="1"/>
          </p:cNvSpPr>
          <p:nvPr>
            <p:ph type="title"/>
          </p:nvPr>
        </p:nvSpPr>
        <p:spPr>
          <a:xfrm>
            <a:off x="495300" y="188913"/>
            <a:ext cx="9066213" cy="792162"/>
          </a:xfrm>
        </p:spPr>
        <p:txBody>
          <a:bodyPr/>
          <a:lstStyle/>
          <a:p>
            <a:pPr algn="ctr"/>
            <a:r>
              <a:rPr lang="zh-CN" altLang="en-US" smtClean="0">
                <a:ea typeface="黑体" panose="02010609060101010101" pitchFamily="49" charset="-122"/>
              </a:rPr>
              <a:t>这里要指出两点 </a:t>
            </a:r>
          </a:p>
        </p:txBody>
      </p:sp>
      <p:sp>
        <p:nvSpPr>
          <p:cNvPr id="553987" name="Rectangle 3"/>
          <p:cNvSpPr>
            <a:spLocks noGrp="1" noChangeArrowheads="1"/>
          </p:cNvSpPr>
          <p:nvPr>
            <p:ph idx="1"/>
          </p:nvPr>
        </p:nvSpPr>
        <p:spPr>
          <a:xfrm>
            <a:off x="495300" y="1196975"/>
            <a:ext cx="9066213" cy="4933950"/>
          </a:xfrm>
        </p:spPr>
        <p:txBody>
          <a:bodyPr/>
          <a:lstStyle/>
          <a:p>
            <a:pPr algn="just"/>
            <a:r>
              <a:rPr lang="zh-CN" altLang="en-US" smtClean="0">
                <a:ea typeface="黑体" panose="02010609060101010101" pitchFamily="49" charset="-122"/>
              </a:rPr>
              <a:t>互联网的早期 </a:t>
            </a:r>
            <a:r>
              <a:rPr lang="en-US" altLang="zh-CN" smtClean="0">
                <a:ea typeface="黑体" panose="02010609060101010101" pitchFamily="49" charset="-122"/>
              </a:rPr>
              <a:t>RFC </a:t>
            </a:r>
            <a:r>
              <a:rPr lang="zh-CN" altLang="en-US" smtClean="0">
                <a:ea typeface="黑体" panose="02010609060101010101" pitchFamily="49" charset="-122"/>
              </a:rPr>
              <a:t>文档中未使用“</a:t>
            </a:r>
            <a:r>
              <a:rPr lang="zh-CN" altLang="en-US" smtClean="0">
                <a:solidFill>
                  <a:srgbClr val="0000FF"/>
                </a:solidFill>
                <a:ea typeface="黑体" panose="02010609060101010101" pitchFamily="49" charset="-122"/>
              </a:rPr>
              <a:t>路由器</a:t>
            </a:r>
            <a:r>
              <a:rPr lang="zh-CN" altLang="en-US" smtClean="0">
                <a:ea typeface="黑体" panose="02010609060101010101" pitchFamily="49" charset="-122"/>
              </a:rPr>
              <a:t>”而是使用“</a:t>
            </a:r>
            <a:r>
              <a:rPr lang="zh-CN" altLang="en-US" smtClean="0">
                <a:solidFill>
                  <a:srgbClr val="0000FF"/>
                </a:solidFill>
                <a:ea typeface="黑体" panose="02010609060101010101" pitchFamily="49" charset="-122"/>
              </a:rPr>
              <a:t>网关</a:t>
            </a:r>
            <a:r>
              <a:rPr lang="zh-CN" altLang="en-US" smtClean="0">
                <a:ea typeface="黑体" panose="02010609060101010101" pitchFamily="49" charset="-122"/>
              </a:rPr>
              <a:t>”这一名词。但是在新的 </a:t>
            </a:r>
            <a:r>
              <a:rPr lang="en-US" altLang="zh-CN" smtClean="0">
                <a:ea typeface="黑体" panose="02010609060101010101" pitchFamily="49" charset="-122"/>
              </a:rPr>
              <a:t>RFC </a:t>
            </a:r>
            <a:r>
              <a:rPr lang="zh-CN" altLang="en-US" smtClean="0">
                <a:ea typeface="黑体" panose="02010609060101010101" pitchFamily="49" charset="-122"/>
              </a:rPr>
              <a:t>文档中又使用了“路由器”这一名词。应当把这两个术语当作</a:t>
            </a:r>
            <a:r>
              <a:rPr lang="zh-CN" altLang="en-US" smtClean="0">
                <a:solidFill>
                  <a:srgbClr val="0000FF"/>
                </a:solidFill>
                <a:ea typeface="黑体" panose="02010609060101010101" pitchFamily="49" charset="-122"/>
              </a:rPr>
              <a:t>同义词</a:t>
            </a:r>
            <a:r>
              <a:rPr lang="zh-CN" altLang="en-US" smtClean="0">
                <a:ea typeface="黑体" panose="02010609060101010101" pitchFamily="49" charset="-122"/>
              </a:rPr>
              <a:t>。</a:t>
            </a:r>
          </a:p>
          <a:p>
            <a:pPr algn="just"/>
            <a:r>
              <a:rPr lang="en-US" altLang="zh-CN" smtClean="0">
                <a:solidFill>
                  <a:srgbClr val="0000FF"/>
                </a:solidFill>
                <a:ea typeface="黑体" panose="02010609060101010101" pitchFamily="49" charset="-122"/>
              </a:rPr>
              <a:t>IGP </a:t>
            </a:r>
            <a:r>
              <a:rPr lang="zh-CN" altLang="en-US" smtClean="0">
                <a:solidFill>
                  <a:srgbClr val="0000FF"/>
                </a:solidFill>
                <a:ea typeface="黑体" panose="02010609060101010101" pitchFamily="49" charset="-122"/>
              </a:rPr>
              <a:t>和 </a:t>
            </a:r>
            <a:r>
              <a:rPr lang="en-US" altLang="zh-CN" smtClean="0">
                <a:solidFill>
                  <a:srgbClr val="0000FF"/>
                </a:solidFill>
                <a:ea typeface="黑体" panose="02010609060101010101" pitchFamily="49" charset="-122"/>
              </a:rPr>
              <a:t>EGP </a:t>
            </a:r>
            <a:r>
              <a:rPr lang="zh-CN" altLang="en-US" smtClean="0">
                <a:solidFill>
                  <a:srgbClr val="0000FF"/>
                </a:solidFill>
                <a:ea typeface="黑体" panose="02010609060101010101" pitchFamily="49" charset="-122"/>
              </a:rPr>
              <a:t>是协议类别的名称。</a:t>
            </a:r>
            <a:r>
              <a:rPr lang="zh-CN" altLang="en-US" smtClean="0">
                <a:ea typeface="黑体" panose="02010609060101010101" pitchFamily="49" charset="-122"/>
              </a:rPr>
              <a:t>但 </a:t>
            </a:r>
            <a:r>
              <a:rPr lang="en-US" altLang="zh-CN" smtClean="0">
                <a:ea typeface="黑体" panose="02010609060101010101" pitchFamily="49" charset="-122"/>
              </a:rPr>
              <a:t>RFC </a:t>
            </a:r>
            <a:r>
              <a:rPr lang="zh-CN" altLang="en-US" smtClean="0">
                <a:ea typeface="黑体" panose="02010609060101010101" pitchFamily="49" charset="-122"/>
              </a:rPr>
              <a:t>在使用 </a:t>
            </a:r>
            <a:r>
              <a:rPr lang="en-US" altLang="zh-CN" smtClean="0">
                <a:ea typeface="黑体" panose="02010609060101010101" pitchFamily="49" charset="-122"/>
              </a:rPr>
              <a:t>EGP </a:t>
            </a:r>
            <a:r>
              <a:rPr lang="zh-CN" altLang="en-US" smtClean="0">
                <a:ea typeface="黑体" panose="02010609060101010101" pitchFamily="49" charset="-122"/>
              </a:rPr>
              <a:t>这个名词时出现了一点混乱，因为最早的一个外部网关协议的协议名字正好也是 </a:t>
            </a:r>
            <a:r>
              <a:rPr lang="en-US" altLang="zh-CN" smtClean="0">
                <a:ea typeface="黑体" panose="02010609060101010101" pitchFamily="49" charset="-122"/>
              </a:rPr>
              <a:t>EGP</a:t>
            </a:r>
            <a:r>
              <a:rPr lang="zh-CN" altLang="en-US" smtClean="0">
                <a:ea typeface="黑体" panose="02010609060101010101" pitchFamily="49" charset="-122"/>
              </a:rPr>
              <a:t>。因此在遇到名词 </a:t>
            </a:r>
            <a:r>
              <a:rPr lang="en-US" altLang="zh-CN" smtClean="0">
                <a:ea typeface="黑体" panose="02010609060101010101" pitchFamily="49" charset="-122"/>
              </a:rPr>
              <a:t>EGP </a:t>
            </a:r>
            <a:r>
              <a:rPr lang="zh-CN" altLang="en-US" smtClean="0">
                <a:ea typeface="黑体" panose="02010609060101010101" pitchFamily="49" charset="-122"/>
              </a:rPr>
              <a:t>时，应弄清它是指旧的协议 </a:t>
            </a:r>
            <a:r>
              <a:rPr lang="en-US" altLang="zh-CN" smtClean="0">
                <a:ea typeface="黑体" panose="02010609060101010101" pitchFamily="49" charset="-122"/>
              </a:rPr>
              <a:t>EGP </a:t>
            </a:r>
            <a:r>
              <a:rPr lang="zh-CN" altLang="en-US" smtClean="0">
                <a:ea typeface="黑体" panose="02010609060101010101" pitchFamily="49" charset="-122"/>
              </a:rPr>
              <a:t>还是指外部网关协议 </a:t>
            </a:r>
            <a:r>
              <a:rPr lang="en-US" altLang="zh-CN" smtClean="0">
                <a:ea typeface="黑体" panose="02010609060101010101" pitchFamily="49" charset="-122"/>
              </a:rPr>
              <a:t>EGP </a:t>
            </a:r>
            <a:r>
              <a:rPr lang="zh-CN" altLang="en-US" smtClean="0">
                <a:ea typeface="黑体" panose="02010609060101010101" pitchFamily="49" charset="-122"/>
              </a:rPr>
              <a:t>这个类别。   </a:t>
            </a:r>
          </a:p>
        </p:txBody>
      </p:sp>
      <p:sp>
        <p:nvSpPr>
          <p:cNvPr id="994307" name="灯片编号占位符 3"/>
          <p:cNvSpPr>
            <a:spLocks noGrp="1" noChangeArrowheads="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C68F7567-6982-4AC5-9269-BD86368E1ABF}" type="slidenum">
              <a:rPr lang="zh-CN" altLang="en-US" smtClean="0"/>
              <a:pPr eaLnBrk="1" hangingPunct="1"/>
              <a:t>11</a:t>
            </a:fld>
            <a:endParaRPr lang="en-US" altLang="zh-CN" smtClean="0"/>
          </a:p>
        </p:txBody>
      </p:sp>
      <p:sp>
        <p:nvSpPr>
          <p:cNvPr id="994308" name="页脚占位符 4"/>
          <p:cNvSpPr>
            <a:spLocks noGrp="1" noChangeArrowheads="1"/>
          </p:cNvSpPr>
          <p:nvPr>
            <p:ph type="ftr"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zh-CN" smtClean="0"/>
              <a:t>ppt课件</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53987">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53987" grpId="0" build="p"/>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96353" name="Rectangle 2"/>
          <p:cNvSpPr>
            <a:spLocks noGrp="1" noChangeArrowheads="1"/>
          </p:cNvSpPr>
          <p:nvPr>
            <p:ph type="title"/>
          </p:nvPr>
        </p:nvSpPr>
        <p:spPr>
          <a:xfrm>
            <a:off x="495300" y="188913"/>
            <a:ext cx="9066213" cy="792162"/>
          </a:xfrm>
        </p:spPr>
        <p:txBody>
          <a:bodyPr/>
          <a:lstStyle/>
          <a:p>
            <a:pPr algn="ctr"/>
            <a:r>
              <a:rPr lang="zh-CN" altLang="en-US" smtClean="0">
                <a:ea typeface="黑体" panose="02010609060101010101" pitchFamily="49" charset="-122"/>
              </a:rPr>
              <a:t>互联网的路由选择协议 </a:t>
            </a:r>
          </a:p>
        </p:txBody>
      </p:sp>
      <p:sp>
        <p:nvSpPr>
          <p:cNvPr id="996354" name="Rectangle 3"/>
          <p:cNvSpPr>
            <a:spLocks noGrp="1" noChangeArrowheads="1"/>
          </p:cNvSpPr>
          <p:nvPr>
            <p:ph idx="1"/>
          </p:nvPr>
        </p:nvSpPr>
        <p:spPr>
          <a:xfrm>
            <a:off x="495300" y="1196975"/>
            <a:ext cx="9066213" cy="4933950"/>
          </a:xfrm>
        </p:spPr>
        <p:txBody>
          <a:bodyPr/>
          <a:lstStyle/>
          <a:p>
            <a:r>
              <a:rPr lang="zh-CN" altLang="en-US" smtClean="0">
                <a:solidFill>
                  <a:srgbClr val="FF0000"/>
                </a:solidFill>
                <a:ea typeface="黑体" panose="02010609060101010101" pitchFamily="49" charset="-122"/>
              </a:rPr>
              <a:t>内部网关协议 </a:t>
            </a:r>
            <a:r>
              <a:rPr lang="en-US" altLang="zh-CN" smtClean="0">
                <a:solidFill>
                  <a:srgbClr val="FF0000"/>
                </a:solidFill>
                <a:ea typeface="黑体" panose="02010609060101010101" pitchFamily="49" charset="-122"/>
              </a:rPr>
              <a:t>IGP</a:t>
            </a:r>
            <a:r>
              <a:rPr lang="zh-CN" altLang="en-US" smtClean="0">
                <a:solidFill>
                  <a:srgbClr val="FF0000"/>
                </a:solidFill>
                <a:ea typeface="黑体" panose="02010609060101010101" pitchFamily="49" charset="-122"/>
              </a:rPr>
              <a:t>：</a:t>
            </a:r>
            <a:r>
              <a:rPr lang="zh-CN" altLang="en-US" smtClean="0">
                <a:ea typeface="黑体" panose="02010609060101010101" pitchFamily="49" charset="-122"/>
              </a:rPr>
              <a:t>具体的协议有多种，如 </a:t>
            </a:r>
            <a:r>
              <a:rPr lang="en-US" altLang="zh-CN" smtClean="0">
                <a:ea typeface="黑体" panose="02010609060101010101" pitchFamily="49" charset="-122"/>
              </a:rPr>
              <a:t>RIP </a:t>
            </a:r>
            <a:r>
              <a:rPr lang="zh-CN" altLang="en-US" smtClean="0">
                <a:ea typeface="黑体" panose="02010609060101010101" pitchFamily="49" charset="-122"/>
              </a:rPr>
              <a:t>和 </a:t>
            </a:r>
            <a:r>
              <a:rPr lang="en-US" altLang="zh-CN" smtClean="0">
                <a:ea typeface="黑体" panose="02010609060101010101" pitchFamily="49" charset="-122"/>
              </a:rPr>
              <a:t>OSPF </a:t>
            </a:r>
            <a:r>
              <a:rPr lang="zh-CN" altLang="en-US" smtClean="0">
                <a:ea typeface="黑体" panose="02010609060101010101" pitchFamily="49" charset="-122"/>
              </a:rPr>
              <a:t>等。</a:t>
            </a:r>
          </a:p>
          <a:p>
            <a:r>
              <a:rPr lang="zh-CN" altLang="en-US" smtClean="0">
                <a:solidFill>
                  <a:srgbClr val="FF0000"/>
                </a:solidFill>
                <a:ea typeface="黑体" panose="02010609060101010101" pitchFamily="49" charset="-122"/>
              </a:rPr>
              <a:t>外部网关协议 </a:t>
            </a:r>
            <a:r>
              <a:rPr lang="en-US" altLang="zh-CN" smtClean="0">
                <a:solidFill>
                  <a:srgbClr val="FF0000"/>
                </a:solidFill>
                <a:ea typeface="黑体" panose="02010609060101010101" pitchFamily="49" charset="-122"/>
              </a:rPr>
              <a:t>EGP</a:t>
            </a:r>
            <a:r>
              <a:rPr lang="zh-CN" altLang="en-US" smtClean="0">
                <a:solidFill>
                  <a:srgbClr val="FF0000"/>
                </a:solidFill>
                <a:ea typeface="黑体" panose="02010609060101010101" pitchFamily="49" charset="-122"/>
              </a:rPr>
              <a:t>：</a:t>
            </a:r>
            <a:r>
              <a:rPr lang="zh-CN" altLang="en-US" smtClean="0">
                <a:ea typeface="黑体" panose="02010609060101010101" pitchFamily="49" charset="-122"/>
              </a:rPr>
              <a:t>目前使用的协议就是 </a:t>
            </a:r>
            <a:r>
              <a:rPr lang="en-US" altLang="zh-CN" smtClean="0">
                <a:ea typeface="黑体" panose="02010609060101010101" pitchFamily="49" charset="-122"/>
              </a:rPr>
              <a:t>BGP</a:t>
            </a:r>
            <a:r>
              <a:rPr lang="zh-CN" altLang="en-US" smtClean="0">
                <a:ea typeface="黑体" panose="02010609060101010101" pitchFamily="49" charset="-122"/>
              </a:rPr>
              <a:t>。</a:t>
            </a:r>
          </a:p>
        </p:txBody>
      </p:sp>
      <p:grpSp>
        <p:nvGrpSpPr>
          <p:cNvPr id="996355" name="组合 1"/>
          <p:cNvGrpSpPr>
            <a:grpSpLocks/>
          </p:cNvGrpSpPr>
          <p:nvPr/>
        </p:nvGrpSpPr>
        <p:grpSpPr bwMode="auto">
          <a:xfrm>
            <a:off x="1670050" y="3213100"/>
            <a:ext cx="7243763" cy="2519363"/>
            <a:chOff x="1670248" y="3103737"/>
            <a:chExt cx="7243192" cy="2865256"/>
          </a:xfrm>
        </p:grpSpPr>
        <p:sp>
          <p:nvSpPr>
            <p:cNvPr id="996356" name="Line 25"/>
            <p:cNvSpPr>
              <a:spLocks noChangeShapeType="1"/>
            </p:cNvSpPr>
            <p:nvPr/>
          </p:nvSpPr>
          <p:spPr bwMode="auto">
            <a:xfrm flipH="1">
              <a:off x="3638872" y="3725912"/>
              <a:ext cx="1361437" cy="533400"/>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a:ea typeface="宋体" panose="02010600030101010101" pitchFamily="2" charset="-122"/>
              </a:endParaRPr>
            </a:p>
          </p:txBody>
        </p:sp>
        <p:sp>
          <p:nvSpPr>
            <p:cNvPr id="996357" name="Line 26"/>
            <p:cNvSpPr>
              <a:spLocks noChangeShapeType="1"/>
            </p:cNvSpPr>
            <p:nvPr/>
          </p:nvSpPr>
          <p:spPr bwMode="auto">
            <a:xfrm>
              <a:off x="5239072" y="3725912"/>
              <a:ext cx="1685588" cy="533400"/>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a:ea typeface="宋体" panose="02010600030101010101" pitchFamily="2" charset="-122"/>
              </a:endParaRPr>
            </a:p>
          </p:txBody>
        </p:sp>
        <p:sp>
          <p:nvSpPr>
            <p:cNvPr id="996358" name="AutoShape 6"/>
            <p:cNvSpPr>
              <a:spLocks noChangeArrowheads="1"/>
            </p:cNvSpPr>
            <p:nvPr/>
          </p:nvSpPr>
          <p:spPr bwMode="auto">
            <a:xfrm>
              <a:off x="2364384" y="4905152"/>
              <a:ext cx="1375793" cy="1063841"/>
            </a:xfrm>
            <a:prstGeom prst="roundRect">
              <a:avLst>
                <a:gd name="adj" fmla="val 16667"/>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nchorCtr="1"/>
            <a:lstStyle/>
            <a:p>
              <a:pPr eaLnBrk="0" hangingPunct="0"/>
              <a:r>
                <a:rPr lang="en-GB" altLang="zh-CN" sz="2800" b="1">
                  <a:ea typeface="黑体" panose="02010609060101010101" pitchFamily="49" charset="-122"/>
                </a:rPr>
                <a:t>RIP </a:t>
              </a:r>
            </a:p>
            <a:p>
              <a:pPr eaLnBrk="0" hangingPunct="0"/>
              <a:r>
                <a:rPr lang="en-US" altLang="zh-CN" sz="2800" b="1">
                  <a:ea typeface="黑体" panose="02010609060101010101" pitchFamily="49" charset="-122"/>
                </a:rPr>
                <a:t>OSPF</a:t>
              </a:r>
            </a:p>
          </p:txBody>
        </p:sp>
        <p:sp>
          <p:nvSpPr>
            <p:cNvPr id="996359" name="AutoShape 23"/>
            <p:cNvSpPr>
              <a:spLocks noChangeArrowheads="1"/>
            </p:cNvSpPr>
            <p:nvPr/>
          </p:nvSpPr>
          <p:spPr bwMode="auto">
            <a:xfrm>
              <a:off x="3562672" y="3103737"/>
              <a:ext cx="3190528" cy="649287"/>
            </a:xfrm>
            <a:prstGeom prst="roundRect">
              <a:avLst>
                <a:gd name="adj" fmla="val 16667"/>
              </a:avLst>
            </a:prstGeom>
            <a:solidFill>
              <a:srgbClr val="FFCC00"/>
            </a:solidFill>
            <a:ln w="9525">
              <a:solidFill>
                <a:schemeClr val="tx1"/>
              </a:solidFill>
              <a:round/>
              <a:headEnd/>
              <a:tailEnd/>
            </a:ln>
          </p:spPr>
          <p:txBody>
            <a:bodyPr wrap="none" anchor="ctr"/>
            <a:lstStyle/>
            <a:p>
              <a:pPr algn="ctr" eaLnBrk="0" hangingPunct="0"/>
              <a:r>
                <a:rPr lang="zh-CN" altLang="en-US" sz="2400" b="1">
                  <a:ea typeface="黑体" panose="02010609060101010101" pitchFamily="49" charset="-122"/>
                </a:rPr>
                <a:t>互联网路由选择协议</a:t>
              </a:r>
            </a:p>
          </p:txBody>
        </p:sp>
        <p:sp>
          <p:nvSpPr>
            <p:cNvPr id="996360" name="AutoShape 29"/>
            <p:cNvSpPr>
              <a:spLocks noChangeArrowheads="1"/>
            </p:cNvSpPr>
            <p:nvPr/>
          </p:nvSpPr>
          <p:spPr bwMode="auto">
            <a:xfrm>
              <a:off x="6897216" y="4905152"/>
              <a:ext cx="1285801" cy="609600"/>
            </a:xfrm>
            <a:prstGeom prst="roundRect">
              <a:avLst>
                <a:gd name="adj" fmla="val 16667"/>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pPr algn="ctr" eaLnBrk="0" hangingPunct="0">
                <a:spcBef>
                  <a:spcPct val="50000"/>
                </a:spcBef>
              </a:pPr>
              <a:r>
                <a:rPr lang="en-GB" altLang="zh-CN" sz="2800" b="1">
                  <a:ea typeface="黑体" panose="02010609060101010101" pitchFamily="49" charset="-122"/>
                </a:rPr>
                <a:t>BGP</a:t>
              </a:r>
              <a:endParaRPr lang="en-US" altLang="zh-CN" sz="2800" b="1">
                <a:ea typeface="黑体" panose="02010609060101010101" pitchFamily="49" charset="-122"/>
              </a:endParaRPr>
            </a:p>
          </p:txBody>
        </p:sp>
        <p:sp>
          <p:nvSpPr>
            <p:cNvPr id="996361" name="AutoShape 12"/>
            <p:cNvSpPr>
              <a:spLocks noChangeArrowheads="1"/>
            </p:cNvSpPr>
            <p:nvPr/>
          </p:nvSpPr>
          <p:spPr bwMode="auto">
            <a:xfrm>
              <a:off x="6089848" y="4113064"/>
              <a:ext cx="2823592" cy="649288"/>
            </a:xfrm>
            <a:prstGeom prst="roundRect">
              <a:avLst>
                <a:gd name="adj" fmla="val 16667"/>
              </a:avLst>
            </a:prstGeom>
            <a:solidFill>
              <a:srgbClr val="FF66FF"/>
            </a:solidFill>
            <a:ln w="9525">
              <a:solidFill>
                <a:schemeClr val="tx1"/>
              </a:solidFill>
              <a:round/>
              <a:headEnd/>
              <a:tailEnd/>
            </a:ln>
          </p:spPr>
          <p:txBody>
            <a:bodyPr wrap="none" anchor="ctr"/>
            <a:lstStyle/>
            <a:p>
              <a:pPr algn="ctr" eaLnBrk="0" hangingPunct="0"/>
              <a:r>
                <a:rPr lang="zh-CN" altLang="en-US" sz="2400" b="1">
                  <a:ea typeface="黑体" panose="02010609060101010101" pitchFamily="49" charset="-122"/>
                </a:rPr>
                <a:t>外部网关协议</a:t>
              </a:r>
              <a:r>
                <a:rPr lang="en-US" altLang="zh-CN" sz="2400" b="1">
                  <a:ea typeface="黑体" panose="02010609060101010101" pitchFamily="49" charset="-122"/>
                </a:rPr>
                <a:t>(EGP)</a:t>
              </a:r>
            </a:p>
          </p:txBody>
        </p:sp>
        <p:sp>
          <p:nvSpPr>
            <p:cNvPr id="996362" name="AutoShape 13"/>
            <p:cNvSpPr>
              <a:spLocks noChangeArrowheads="1"/>
            </p:cNvSpPr>
            <p:nvPr/>
          </p:nvSpPr>
          <p:spPr bwMode="auto">
            <a:xfrm>
              <a:off x="1670248" y="4113064"/>
              <a:ext cx="2823592" cy="649288"/>
            </a:xfrm>
            <a:prstGeom prst="roundRect">
              <a:avLst>
                <a:gd name="adj" fmla="val 16667"/>
              </a:avLst>
            </a:prstGeom>
            <a:solidFill>
              <a:srgbClr val="FFFF66"/>
            </a:solidFill>
            <a:ln w="9525">
              <a:solidFill>
                <a:schemeClr val="tx1"/>
              </a:solidFill>
              <a:round/>
              <a:headEnd/>
              <a:tailEnd/>
            </a:ln>
          </p:spPr>
          <p:txBody>
            <a:bodyPr wrap="none" anchor="ctr"/>
            <a:lstStyle/>
            <a:p>
              <a:pPr algn="ctr" eaLnBrk="0" hangingPunct="0"/>
              <a:r>
                <a:rPr lang="zh-CN" altLang="en-US" sz="2400" b="1">
                  <a:ea typeface="黑体" panose="02010609060101010101" pitchFamily="49" charset="-122"/>
                </a:rPr>
                <a:t>内部网关协议</a:t>
              </a:r>
              <a:r>
                <a:rPr lang="en-US" altLang="zh-CN" sz="2400" b="1">
                  <a:ea typeface="黑体" panose="02010609060101010101" pitchFamily="49" charset="-122"/>
                </a:rPr>
                <a:t>(IGP)</a:t>
              </a:r>
            </a:p>
          </p:txBody>
        </p:sp>
      </p:grpSp>
      <p:sp>
        <p:nvSpPr>
          <p:cNvPr id="996363" name="灯片编号占位符 4"/>
          <p:cNvSpPr>
            <a:spLocks noGrp="1" noChangeArrowheads="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D56A349C-B316-454A-A810-70B8151CDAED}" type="slidenum">
              <a:rPr lang="zh-CN" altLang="en-US" smtClean="0"/>
              <a:pPr eaLnBrk="1" hangingPunct="1"/>
              <a:t>12</a:t>
            </a:fld>
            <a:endParaRPr lang="en-US" altLang="zh-CN" smtClean="0"/>
          </a:p>
        </p:txBody>
      </p:sp>
      <p:sp>
        <p:nvSpPr>
          <p:cNvPr id="996364" name="页脚占位符 5"/>
          <p:cNvSpPr>
            <a:spLocks noGrp="1" noChangeArrowheads="1"/>
          </p:cNvSpPr>
          <p:nvPr>
            <p:ph type="ftr"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zh-CN" smtClean="0"/>
              <a:t>ppt课件</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98401" name="Rectangle 2"/>
          <p:cNvSpPr>
            <a:spLocks noGrp="1" noChangeArrowheads="1"/>
          </p:cNvSpPr>
          <p:nvPr>
            <p:ph type="title"/>
          </p:nvPr>
        </p:nvSpPr>
        <p:spPr>
          <a:xfrm>
            <a:off x="495300" y="188913"/>
            <a:ext cx="9066213" cy="792162"/>
          </a:xfrm>
        </p:spPr>
        <p:txBody>
          <a:bodyPr/>
          <a:lstStyle/>
          <a:p>
            <a:r>
              <a:rPr lang="en-US" altLang="zh-CN" smtClean="0">
                <a:ea typeface="黑体" panose="02010609060101010101" pitchFamily="49" charset="-122"/>
              </a:rPr>
              <a:t>4.5.2  </a:t>
            </a:r>
            <a:r>
              <a:rPr lang="zh-CN" altLang="en-US" smtClean="0">
                <a:ea typeface="黑体" panose="02010609060101010101" pitchFamily="49" charset="-122"/>
              </a:rPr>
              <a:t>内部网关协议 </a:t>
            </a:r>
            <a:r>
              <a:rPr lang="en-US" altLang="zh-CN" smtClean="0">
                <a:ea typeface="黑体" panose="02010609060101010101" pitchFamily="49" charset="-122"/>
              </a:rPr>
              <a:t>RIP</a:t>
            </a:r>
            <a:endParaRPr lang="en-US" altLang="zh-CN" sz="3600" smtClean="0">
              <a:ea typeface="黑体" panose="02010609060101010101" pitchFamily="49" charset="-122"/>
            </a:endParaRPr>
          </a:p>
        </p:txBody>
      </p:sp>
      <p:sp>
        <p:nvSpPr>
          <p:cNvPr id="556035" name="Rectangle 3"/>
          <p:cNvSpPr>
            <a:spLocks noGrp="1" noChangeArrowheads="1"/>
          </p:cNvSpPr>
          <p:nvPr>
            <p:ph idx="1"/>
          </p:nvPr>
        </p:nvSpPr>
        <p:spPr>
          <a:xfrm>
            <a:off x="495300" y="1196975"/>
            <a:ext cx="9066213" cy="4933950"/>
          </a:xfrm>
        </p:spPr>
        <p:txBody>
          <a:bodyPr/>
          <a:lstStyle/>
          <a:p>
            <a:pPr>
              <a:buFont typeface="Wingdings" panose="05000000000000000000" pitchFamily="2" charset="2"/>
              <a:buNone/>
            </a:pPr>
            <a:r>
              <a:rPr lang="en-US" altLang="zh-CN" sz="4400" dirty="0" smtClean="0">
                <a:solidFill>
                  <a:srgbClr val="000099"/>
                </a:solidFill>
                <a:ea typeface="黑体" panose="02010609060101010101" pitchFamily="49" charset="-122"/>
              </a:rPr>
              <a:t>1. </a:t>
            </a:r>
            <a:r>
              <a:rPr lang="zh-CN" altLang="en-US" sz="4400" dirty="0" smtClean="0">
                <a:solidFill>
                  <a:srgbClr val="000099"/>
                </a:solidFill>
                <a:ea typeface="黑体" panose="02010609060101010101" pitchFamily="49" charset="-122"/>
              </a:rPr>
              <a:t>工作原理</a:t>
            </a:r>
          </a:p>
          <a:p>
            <a:r>
              <a:rPr lang="zh-CN" altLang="en-US" u="sng" dirty="0" smtClean="0">
                <a:solidFill>
                  <a:srgbClr val="FF0000"/>
                </a:solidFill>
                <a:ea typeface="黑体" panose="02010609060101010101" pitchFamily="49" charset="-122"/>
              </a:rPr>
              <a:t>路由信息协议 </a:t>
            </a:r>
            <a:r>
              <a:rPr lang="en-US" altLang="zh-CN" u="sng" dirty="0" smtClean="0">
                <a:solidFill>
                  <a:srgbClr val="FF0000"/>
                </a:solidFill>
                <a:ea typeface="黑体" panose="02010609060101010101" pitchFamily="49" charset="-122"/>
              </a:rPr>
              <a:t>RIP (Routing Information Protocol) </a:t>
            </a:r>
            <a:r>
              <a:rPr lang="zh-CN" altLang="en-US" dirty="0" smtClean="0">
                <a:ea typeface="黑体" panose="02010609060101010101" pitchFamily="49" charset="-122"/>
              </a:rPr>
              <a:t>是内部网关协议 </a:t>
            </a:r>
            <a:r>
              <a:rPr lang="en-US" altLang="zh-CN" dirty="0" smtClean="0">
                <a:ea typeface="黑体" panose="02010609060101010101" pitchFamily="49" charset="-122"/>
              </a:rPr>
              <a:t>IGP </a:t>
            </a:r>
            <a:r>
              <a:rPr lang="zh-CN" altLang="en-US" dirty="0" smtClean="0">
                <a:ea typeface="黑体" panose="02010609060101010101" pitchFamily="49" charset="-122"/>
              </a:rPr>
              <a:t>中最先得到广泛使用的协议。</a:t>
            </a:r>
          </a:p>
          <a:p>
            <a:r>
              <a:rPr lang="en-US" altLang="zh-CN" dirty="0" smtClean="0">
                <a:ea typeface="黑体" panose="02010609060101010101" pitchFamily="49" charset="-122"/>
              </a:rPr>
              <a:t>RIP </a:t>
            </a:r>
            <a:r>
              <a:rPr lang="zh-CN" altLang="en-US" dirty="0" smtClean="0">
                <a:ea typeface="黑体" panose="02010609060101010101" pitchFamily="49" charset="-122"/>
              </a:rPr>
              <a:t>是一种</a:t>
            </a:r>
            <a:r>
              <a:rPr lang="zh-CN" altLang="en-US" dirty="0" smtClean="0">
                <a:solidFill>
                  <a:srgbClr val="FF0000"/>
                </a:solidFill>
                <a:ea typeface="黑体" panose="02010609060101010101" pitchFamily="49" charset="-122"/>
              </a:rPr>
              <a:t>分布式的、基于距离向量的路由选择协议。</a:t>
            </a:r>
          </a:p>
          <a:p>
            <a:r>
              <a:rPr lang="en-US" altLang="zh-CN" dirty="0" smtClean="0">
                <a:solidFill>
                  <a:srgbClr val="FF0000"/>
                </a:solidFill>
                <a:ea typeface="黑体" panose="02010609060101010101" pitchFamily="49" charset="-122"/>
              </a:rPr>
              <a:t>RIP </a:t>
            </a:r>
            <a:r>
              <a:rPr lang="zh-CN" altLang="en-US" dirty="0" smtClean="0">
                <a:solidFill>
                  <a:srgbClr val="FF0000"/>
                </a:solidFill>
                <a:ea typeface="黑体" panose="02010609060101010101" pitchFamily="49" charset="-122"/>
              </a:rPr>
              <a:t>协议要求</a:t>
            </a:r>
            <a:r>
              <a:rPr lang="zh-CN" altLang="en-US" dirty="0" smtClean="0">
                <a:ea typeface="黑体" panose="02010609060101010101" pitchFamily="49" charset="-122"/>
              </a:rPr>
              <a:t>网络中的每一个路由器都要维护从它自己到其他每一个目的网络的距离记录。</a:t>
            </a:r>
            <a:r>
              <a:rPr lang="zh-CN" altLang="en-US" sz="2800" dirty="0" smtClean="0">
                <a:ea typeface="黑体" panose="02010609060101010101" pitchFamily="49" charset="-122"/>
              </a:rPr>
              <a:t> </a:t>
            </a:r>
          </a:p>
        </p:txBody>
      </p:sp>
      <p:sp>
        <p:nvSpPr>
          <p:cNvPr id="998403" name="灯片编号占位符 3"/>
          <p:cNvSpPr>
            <a:spLocks noGrp="1" noChangeArrowheads="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29D77D01-FBE2-44F5-B693-701A9689F203}" type="slidenum">
              <a:rPr lang="zh-CN" altLang="en-US" smtClean="0"/>
              <a:pPr eaLnBrk="1" hangingPunct="1"/>
              <a:t>13</a:t>
            </a:fld>
            <a:endParaRPr lang="en-US" altLang="zh-CN" smtClean="0"/>
          </a:p>
        </p:txBody>
      </p:sp>
      <p:sp>
        <p:nvSpPr>
          <p:cNvPr id="998404" name="页脚占位符 4"/>
          <p:cNvSpPr>
            <a:spLocks noGrp="1" noChangeArrowheads="1"/>
          </p:cNvSpPr>
          <p:nvPr>
            <p:ph type="ftr"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zh-CN" smtClean="0"/>
              <a:t>ppt课件</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56035">
                                            <p:txEl>
                                              <p:pRg st="2" end="2"/>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556035">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56035" grpId="0" build="p"/>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00449" name="Rectangle 2"/>
          <p:cNvSpPr>
            <a:spLocks noGrp="1" noChangeArrowheads="1"/>
          </p:cNvSpPr>
          <p:nvPr>
            <p:ph type="title"/>
          </p:nvPr>
        </p:nvSpPr>
        <p:spPr>
          <a:xfrm>
            <a:off x="495300" y="188913"/>
            <a:ext cx="9066213" cy="792162"/>
          </a:xfrm>
        </p:spPr>
        <p:txBody>
          <a:bodyPr/>
          <a:lstStyle/>
          <a:p>
            <a:pPr algn="ctr"/>
            <a:r>
              <a:rPr lang="en-US" altLang="zh-CN" smtClean="0">
                <a:ea typeface="黑体" panose="02010609060101010101" pitchFamily="49" charset="-122"/>
              </a:rPr>
              <a:t>“</a:t>
            </a:r>
            <a:r>
              <a:rPr lang="zh-CN" altLang="en-US" smtClean="0">
                <a:ea typeface="黑体" panose="02010609060101010101" pitchFamily="49" charset="-122"/>
              </a:rPr>
              <a:t>距离”的定义 </a:t>
            </a:r>
          </a:p>
        </p:txBody>
      </p:sp>
      <p:sp>
        <p:nvSpPr>
          <p:cNvPr id="557059" name="Rectangle 3"/>
          <p:cNvSpPr>
            <a:spLocks noGrp="1" noChangeArrowheads="1"/>
          </p:cNvSpPr>
          <p:nvPr>
            <p:ph idx="1"/>
          </p:nvPr>
        </p:nvSpPr>
        <p:spPr>
          <a:xfrm>
            <a:off x="495300" y="1196975"/>
            <a:ext cx="9066213" cy="4933950"/>
          </a:xfrm>
        </p:spPr>
        <p:txBody>
          <a:bodyPr/>
          <a:lstStyle/>
          <a:p>
            <a:pPr algn="just"/>
            <a:r>
              <a:rPr lang="zh-CN" altLang="en-US" smtClean="0">
                <a:ea typeface="黑体" panose="02010609060101010101" pitchFamily="49" charset="-122"/>
              </a:rPr>
              <a:t>从一个路由器到</a:t>
            </a:r>
            <a:r>
              <a:rPr lang="zh-CN" altLang="en-US" smtClean="0">
                <a:solidFill>
                  <a:srgbClr val="FF0000"/>
                </a:solidFill>
                <a:ea typeface="黑体" panose="02010609060101010101" pitchFamily="49" charset="-122"/>
              </a:rPr>
              <a:t>直接连接</a:t>
            </a:r>
            <a:r>
              <a:rPr lang="zh-CN" altLang="en-US" smtClean="0">
                <a:ea typeface="黑体" panose="02010609060101010101" pitchFamily="49" charset="-122"/>
              </a:rPr>
              <a:t>的网络的距离定义为 </a:t>
            </a:r>
            <a:r>
              <a:rPr lang="en-US" altLang="zh-CN" smtClean="0">
                <a:ea typeface="黑体" panose="02010609060101010101" pitchFamily="49" charset="-122"/>
              </a:rPr>
              <a:t>1</a:t>
            </a:r>
            <a:r>
              <a:rPr lang="zh-CN" altLang="en-US" smtClean="0">
                <a:ea typeface="黑体" panose="02010609060101010101" pitchFamily="49" charset="-122"/>
              </a:rPr>
              <a:t>。</a:t>
            </a:r>
          </a:p>
          <a:p>
            <a:pPr algn="just"/>
            <a:r>
              <a:rPr lang="zh-CN" altLang="en-US" smtClean="0">
                <a:ea typeface="黑体" panose="02010609060101010101" pitchFamily="49" charset="-122"/>
              </a:rPr>
              <a:t>从一个路由器到非直接连接的网络的距离定义为所经过的路由器数加 </a:t>
            </a:r>
            <a:r>
              <a:rPr lang="en-US" altLang="zh-CN" smtClean="0">
                <a:ea typeface="黑体" panose="02010609060101010101" pitchFamily="49" charset="-122"/>
              </a:rPr>
              <a:t>1</a:t>
            </a:r>
            <a:r>
              <a:rPr lang="zh-CN" altLang="en-US" smtClean="0">
                <a:ea typeface="黑体" panose="02010609060101010101" pitchFamily="49" charset="-122"/>
              </a:rPr>
              <a:t>。</a:t>
            </a:r>
          </a:p>
          <a:p>
            <a:pPr algn="just"/>
            <a:r>
              <a:rPr lang="en-US" altLang="zh-CN" smtClean="0">
                <a:ea typeface="黑体" panose="02010609060101010101" pitchFamily="49" charset="-122"/>
              </a:rPr>
              <a:t>RIP </a:t>
            </a:r>
            <a:r>
              <a:rPr lang="zh-CN" altLang="en-US" smtClean="0">
                <a:ea typeface="黑体" panose="02010609060101010101" pitchFamily="49" charset="-122"/>
              </a:rPr>
              <a:t>协议中的“距离”也称为“</a:t>
            </a:r>
            <a:r>
              <a:rPr lang="zh-CN" altLang="en-US" smtClean="0">
                <a:solidFill>
                  <a:srgbClr val="FF0000"/>
                </a:solidFill>
                <a:ea typeface="黑体" panose="02010609060101010101" pitchFamily="49" charset="-122"/>
              </a:rPr>
              <a:t>跳数</a:t>
            </a:r>
            <a:r>
              <a:rPr lang="zh-CN" altLang="en-US" smtClean="0">
                <a:ea typeface="黑体" panose="02010609060101010101" pitchFamily="49" charset="-122"/>
              </a:rPr>
              <a:t>”</a:t>
            </a:r>
            <a:r>
              <a:rPr lang="en-US" altLang="zh-CN" smtClean="0">
                <a:ea typeface="黑体" panose="02010609060101010101" pitchFamily="49" charset="-122"/>
              </a:rPr>
              <a:t>(hop count)</a:t>
            </a:r>
            <a:r>
              <a:rPr lang="zh-CN" altLang="en-US" smtClean="0">
                <a:ea typeface="黑体" panose="02010609060101010101" pitchFamily="49" charset="-122"/>
              </a:rPr>
              <a:t>，因为每经过一个路由器，跳数就加 </a:t>
            </a:r>
            <a:r>
              <a:rPr lang="en-US" altLang="zh-CN" smtClean="0">
                <a:ea typeface="黑体" panose="02010609060101010101" pitchFamily="49" charset="-122"/>
              </a:rPr>
              <a:t>1</a:t>
            </a:r>
            <a:r>
              <a:rPr lang="zh-CN" altLang="en-US" smtClean="0">
                <a:ea typeface="黑体" panose="02010609060101010101" pitchFamily="49" charset="-122"/>
              </a:rPr>
              <a:t>。</a:t>
            </a:r>
          </a:p>
          <a:p>
            <a:pPr algn="just"/>
            <a:r>
              <a:rPr lang="zh-CN" altLang="en-US" smtClean="0">
                <a:ea typeface="黑体" panose="02010609060101010101" pitchFamily="49" charset="-122"/>
              </a:rPr>
              <a:t>这里的“距离”实际上指的是“</a:t>
            </a:r>
            <a:r>
              <a:rPr lang="zh-CN" altLang="en-US" smtClean="0">
                <a:solidFill>
                  <a:srgbClr val="FF0000"/>
                </a:solidFill>
                <a:ea typeface="黑体" panose="02010609060101010101" pitchFamily="49" charset="-122"/>
              </a:rPr>
              <a:t>最短距离</a:t>
            </a:r>
            <a:r>
              <a:rPr lang="zh-CN" altLang="en-US" smtClean="0">
                <a:ea typeface="黑体" panose="02010609060101010101" pitchFamily="49" charset="-122"/>
              </a:rPr>
              <a:t>”。 </a:t>
            </a:r>
            <a:endParaRPr lang="zh-CN" altLang="en-US" sz="4400" smtClean="0">
              <a:ea typeface="黑体" panose="02010609060101010101" pitchFamily="49" charset="-122"/>
            </a:endParaRPr>
          </a:p>
          <a:p>
            <a:pPr algn="just"/>
            <a:endParaRPr lang="en-US" altLang="zh-CN" smtClean="0">
              <a:ea typeface="黑体" panose="02010609060101010101" pitchFamily="49" charset="-122"/>
            </a:endParaRPr>
          </a:p>
        </p:txBody>
      </p:sp>
      <p:sp>
        <p:nvSpPr>
          <p:cNvPr id="1000451" name="灯片编号占位符 3"/>
          <p:cNvSpPr>
            <a:spLocks noGrp="1" noChangeArrowheads="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5C88869E-271D-4BA5-9746-68D3A8B0157B}" type="slidenum">
              <a:rPr lang="zh-CN" altLang="en-US" smtClean="0"/>
              <a:pPr eaLnBrk="1" hangingPunct="1"/>
              <a:t>14</a:t>
            </a:fld>
            <a:endParaRPr lang="en-US" altLang="zh-CN" smtClean="0"/>
          </a:p>
        </p:txBody>
      </p:sp>
      <p:sp>
        <p:nvSpPr>
          <p:cNvPr id="1000452" name="页脚占位符 4"/>
          <p:cNvSpPr>
            <a:spLocks noGrp="1" noChangeArrowheads="1"/>
          </p:cNvSpPr>
          <p:nvPr>
            <p:ph type="ftr"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zh-CN" smtClean="0"/>
              <a:t>ppt课件</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57059">
                                            <p:txEl>
                                              <p:pRg st="1" end="1"/>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557059">
                                            <p:txEl>
                                              <p:pRg st="2" end="2"/>
                                            </p:txEl>
                                          </p:spTgt>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557059">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57059" grpId="0" build="p"/>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02497" name="Rectangle 2"/>
          <p:cNvSpPr>
            <a:spLocks noGrp="1" noChangeArrowheads="1"/>
          </p:cNvSpPr>
          <p:nvPr>
            <p:ph type="title"/>
          </p:nvPr>
        </p:nvSpPr>
        <p:spPr>
          <a:xfrm>
            <a:off x="495300" y="188913"/>
            <a:ext cx="9066213" cy="792162"/>
          </a:xfrm>
        </p:spPr>
        <p:txBody>
          <a:bodyPr/>
          <a:lstStyle/>
          <a:p>
            <a:pPr algn="ctr"/>
            <a:r>
              <a:rPr lang="en-US" altLang="zh-CN" smtClean="0">
                <a:ea typeface="黑体" panose="02010609060101010101" pitchFamily="49" charset="-122"/>
              </a:rPr>
              <a:t>“</a:t>
            </a:r>
            <a:r>
              <a:rPr lang="zh-CN" altLang="en-US" smtClean="0">
                <a:ea typeface="黑体" panose="02010609060101010101" pitchFamily="49" charset="-122"/>
              </a:rPr>
              <a:t>距离”的定义 </a:t>
            </a:r>
          </a:p>
        </p:txBody>
      </p:sp>
      <p:sp>
        <p:nvSpPr>
          <p:cNvPr id="558083" name="Rectangle 3"/>
          <p:cNvSpPr>
            <a:spLocks noGrp="1" noChangeArrowheads="1"/>
          </p:cNvSpPr>
          <p:nvPr>
            <p:ph idx="1"/>
          </p:nvPr>
        </p:nvSpPr>
        <p:spPr>
          <a:xfrm>
            <a:off x="495300" y="1196975"/>
            <a:ext cx="9066213" cy="4933950"/>
          </a:xfrm>
        </p:spPr>
        <p:txBody>
          <a:bodyPr/>
          <a:lstStyle/>
          <a:p>
            <a:pPr algn="just">
              <a:lnSpc>
                <a:spcPct val="100000"/>
              </a:lnSpc>
            </a:pPr>
            <a:r>
              <a:rPr lang="en-US" altLang="zh-CN" smtClean="0">
                <a:ea typeface="黑体" panose="02010609060101010101" pitchFamily="49" charset="-122"/>
              </a:rPr>
              <a:t>RIP </a:t>
            </a:r>
            <a:r>
              <a:rPr lang="zh-CN" altLang="en-US" smtClean="0">
                <a:ea typeface="黑体" panose="02010609060101010101" pitchFamily="49" charset="-122"/>
              </a:rPr>
              <a:t>认为一个</a:t>
            </a:r>
            <a:r>
              <a:rPr lang="zh-CN" altLang="en-US" smtClean="0">
                <a:solidFill>
                  <a:srgbClr val="FF0000"/>
                </a:solidFill>
                <a:ea typeface="黑体" panose="02010609060101010101" pitchFamily="49" charset="-122"/>
              </a:rPr>
              <a:t>好的路由</a:t>
            </a:r>
            <a:r>
              <a:rPr lang="zh-CN" altLang="en-US" smtClean="0">
                <a:ea typeface="黑体" panose="02010609060101010101" pitchFamily="49" charset="-122"/>
              </a:rPr>
              <a:t>就是它通过的路由器的数目少，即“</a:t>
            </a:r>
            <a:r>
              <a:rPr lang="zh-CN" altLang="en-US" smtClean="0">
                <a:solidFill>
                  <a:srgbClr val="FF0000"/>
                </a:solidFill>
                <a:ea typeface="黑体" panose="02010609060101010101" pitchFamily="49" charset="-122"/>
              </a:rPr>
              <a:t>距离短</a:t>
            </a:r>
            <a:r>
              <a:rPr lang="zh-CN" altLang="en-US" smtClean="0">
                <a:ea typeface="黑体" panose="02010609060101010101" pitchFamily="49" charset="-122"/>
              </a:rPr>
              <a:t>”。</a:t>
            </a:r>
          </a:p>
          <a:p>
            <a:pPr algn="just">
              <a:lnSpc>
                <a:spcPct val="100000"/>
              </a:lnSpc>
            </a:pPr>
            <a:r>
              <a:rPr lang="en-US" altLang="zh-CN" smtClean="0">
                <a:solidFill>
                  <a:srgbClr val="0000FF"/>
                </a:solidFill>
                <a:ea typeface="黑体" panose="02010609060101010101" pitchFamily="49" charset="-122"/>
              </a:rPr>
              <a:t>RIP </a:t>
            </a:r>
            <a:r>
              <a:rPr lang="zh-CN" altLang="en-US" smtClean="0">
                <a:solidFill>
                  <a:srgbClr val="0000FF"/>
                </a:solidFill>
                <a:ea typeface="黑体" panose="02010609060101010101" pitchFamily="49" charset="-122"/>
              </a:rPr>
              <a:t>允许一条路径</a:t>
            </a:r>
            <a:r>
              <a:rPr lang="zh-CN" altLang="en-US" smtClean="0">
                <a:solidFill>
                  <a:srgbClr val="FF0000"/>
                </a:solidFill>
                <a:ea typeface="黑体" panose="02010609060101010101" pitchFamily="49" charset="-122"/>
              </a:rPr>
              <a:t>最多</a:t>
            </a:r>
            <a:r>
              <a:rPr lang="zh-CN" altLang="en-US" smtClean="0">
                <a:solidFill>
                  <a:srgbClr val="0000FF"/>
                </a:solidFill>
                <a:ea typeface="黑体" panose="02010609060101010101" pitchFamily="49" charset="-122"/>
              </a:rPr>
              <a:t>只能包含 </a:t>
            </a:r>
            <a:r>
              <a:rPr lang="en-US" altLang="zh-CN" smtClean="0">
                <a:solidFill>
                  <a:srgbClr val="FF0000"/>
                </a:solidFill>
                <a:ea typeface="黑体" panose="02010609060101010101" pitchFamily="49" charset="-122"/>
              </a:rPr>
              <a:t>15</a:t>
            </a:r>
            <a:r>
              <a:rPr lang="en-US" altLang="zh-CN" smtClean="0">
                <a:solidFill>
                  <a:srgbClr val="0000FF"/>
                </a:solidFill>
                <a:ea typeface="黑体" panose="02010609060101010101" pitchFamily="49" charset="-122"/>
              </a:rPr>
              <a:t> </a:t>
            </a:r>
            <a:r>
              <a:rPr lang="zh-CN" altLang="en-US" smtClean="0">
                <a:solidFill>
                  <a:srgbClr val="0000FF"/>
                </a:solidFill>
                <a:ea typeface="黑体" panose="02010609060101010101" pitchFamily="49" charset="-122"/>
              </a:rPr>
              <a:t>个路由器。</a:t>
            </a:r>
          </a:p>
          <a:p>
            <a:pPr algn="just">
              <a:lnSpc>
                <a:spcPct val="100000"/>
              </a:lnSpc>
            </a:pPr>
            <a:r>
              <a:rPr lang="zh-CN" altLang="en-US" smtClean="0">
                <a:solidFill>
                  <a:srgbClr val="FF0000"/>
                </a:solidFill>
                <a:ea typeface="黑体" panose="02010609060101010101" pitchFamily="49" charset="-122"/>
              </a:rPr>
              <a:t>“距离”的最大值为 </a:t>
            </a:r>
            <a:r>
              <a:rPr lang="en-US" altLang="zh-CN" smtClean="0">
                <a:solidFill>
                  <a:srgbClr val="FF0000"/>
                </a:solidFill>
                <a:ea typeface="黑体" panose="02010609060101010101" pitchFamily="49" charset="-122"/>
              </a:rPr>
              <a:t>16 </a:t>
            </a:r>
            <a:r>
              <a:rPr lang="zh-CN" altLang="en-US" smtClean="0">
                <a:solidFill>
                  <a:srgbClr val="FF0000"/>
                </a:solidFill>
                <a:ea typeface="黑体" panose="02010609060101010101" pitchFamily="49" charset="-122"/>
              </a:rPr>
              <a:t>时即相当于不可达。</a:t>
            </a:r>
            <a:r>
              <a:rPr lang="zh-CN" altLang="en-US" smtClean="0">
                <a:ea typeface="黑体" panose="02010609060101010101" pitchFamily="49" charset="-122"/>
              </a:rPr>
              <a:t>可见 </a:t>
            </a:r>
            <a:r>
              <a:rPr lang="en-US" altLang="zh-CN" smtClean="0">
                <a:ea typeface="黑体" panose="02010609060101010101" pitchFamily="49" charset="-122"/>
              </a:rPr>
              <a:t>RIP </a:t>
            </a:r>
            <a:r>
              <a:rPr lang="zh-CN" altLang="en-US" smtClean="0">
                <a:ea typeface="黑体" panose="02010609060101010101" pitchFamily="49" charset="-122"/>
              </a:rPr>
              <a:t>只适用于小型互联网。</a:t>
            </a:r>
          </a:p>
          <a:p>
            <a:pPr algn="just">
              <a:lnSpc>
                <a:spcPct val="100000"/>
              </a:lnSpc>
            </a:pPr>
            <a:r>
              <a:rPr lang="en-US" altLang="zh-CN" smtClean="0">
                <a:solidFill>
                  <a:srgbClr val="FF0000"/>
                </a:solidFill>
                <a:ea typeface="黑体" panose="02010609060101010101" pitchFamily="49" charset="-122"/>
              </a:rPr>
              <a:t>RIP </a:t>
            </a:r>
            <a:r>
              <a:rPr lang="zh-CN" altLang="en-US" smtClean="0">
                <a:solidFill>
                  <a:srgbClr val="FF0000"/>
                </a:solidFill>
                <a:ea typeface="黑体" panose="02010609060101010101" pitchFamily="49" charset="-122"/>
              </a:rPr>
              <a:t>不能在两个网络之间同时使用多条路由。</a:t>
            </a:r>
            <a:r>
              <a:rPr lang="en-US" altLang="zh-CN" smtClean="0">
                <a:ea typeface="黑体" panose="02010609060101010101" pitchFamily="49" charset="-122"/>
              </a:rPr>
              <a:t>RIP </a:t>
            </a:r>
            <a:r>
              <a:rPr lang="zh-CN" altLang="en-US" smtClean="0">
                <a:ea typeface="黑体" panose="02010609060101010101" pitchFamily="49" charset="-122"/>
              </a:rPr>
              <a:t>选择一个具有最少路由器的路由（即最短路由），哪怕还存在另一条高速</a:t>
            </a:r>
            <a:r>
              <a:rPr lang="en-US" altLang="zh-CN" smtClean="0">
                <a:ea typeface="黑体" panose="02010609060101010101" pitchFamily="49" charset="-122"/>
              </a:rPr>
              <a:t>(</a:t>
            </a:r>
            <a:r>
              <a:rPr lang="zh-CN" altLang="en-US" smtClean="0">
                <a:ea typeface="黑体" panose="02010609060101010101" pitchFamily="49" charset="-122"/>
              </a:rPr>
              <a:t>低时延</a:t>
            </a:r>
            <a:r>
              <a:rPr lang="en-US" altLang="zh-CN" smtClean="0">
                <a:ea typeface="黑体" panose="02010609060101010101" pitchFamily="49" charset="-122"/>
              </a:rPr>
              <a:t>)</a:t>
            </a:r>
            <a:r>
              <a:rPr lang="zh-CN" altLang="en-US" smtClean="0">
                <a:ea typeface="黑体" panose="02010609060101010101" pitchFamily="49" charset="-122"/>
              </a:rPr>
              <a:t>但路由器较多的路由。   </a:t>
            </a:r>
          </a:p>
        </p:txBody>
      </p:sp>
      <p:sp>
        <p:nvSpPr>
          <p:cNvPr id="1002499" name="灯片编号占位符 3"/>
          <p:cNvSpPr>
            <a:spLocks noGrp="1" noChangeArrowheads="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1E6FAC1B-4E4B-4D01-904B-76DD7DEEFD3B}" type="slidenum">
              <a:rPr lang="zh-CN" altLang="en-US" smtClean="0"/>
              <a:pPr eaLnBrk="1" hangingPunct="1"/>
              <a:t>15</a:t>
            </a:fld>
            <a:endParaRPr lang="en-US" altLang="zh-CN" smtClean="0"/>
          </a:p>
        </p:txBody>
      </p:sp>
      <p:sp>
        <p:nvSpPr>
          <p:cNvPr id="1002500" name="页脚占位符 4"/>
          <p:cNvSpPr>
            <a:spLocks noGrp="1" noChangeArrowheads="1"/>
          </p:cNvSpPr>
          <p:nvPr>
            <p:ph type="ftr"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zh-CN" smtClean="0"/>
              <a:t>ppt课件</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58083">
                                            <p:txEl>
                                              <p:pRg st="1" end="1"/>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558083">
                                            <p:txEl>
                                              <p:pRg st="2" end="2"/>
                                            </p:txEl>
                                          </p:spTgt>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558083">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58083" grpId="0" build="p"/>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04545" name="Rectangle 2"/>
          <p:cNvSpPr>
            <a:spLocks noGrp="1" noChangeArrowheads="1"/>
          </p:cNvSpPr>
          <p:nvPr>
            <p:ph type="title"/>
          </p:nvPr>
        </p:nvSpPr>
        <p:spPr>
          <a:xfrm>
            <a:off x="495300" y="188913"/>
            <a:ext cx="9066213" cy="792162"/>
          </a:xfrm>
        </p:spPr>
        <p:txBody>
          <a:bodyPr/>
          <a:lstStyle/>
          <a:p>
            <a:pPr algn="ctr"/>
            <a:r>
              <a:rPr lang="en-US" altLang="zh-CN" smtClean="0">
                <a:ea typeface="黑体" panose="02010609060101010101" pitchFamily="49" charset="-122"/>
              </a:rPr>
              <a:t>RIP </a:t>
            </a:r>
            <a:r>
              <a:rPr lang="zh-CN" altLang="en-US" smtClean="0">
                <a:ea typeface="黑体" panose="02010609060101010101" pitchFamily="49" charset="-122"/>
              </a:rPr>
              <a:t>协议的三个特点 </a:t>
            </a:r>
          </a:p>
        </p:txBody>
      </p:sp>
      <p:sp>
        <p:nvSpPr>
          <p:cNvPr id="559107" name="Rectangle 3"/>
          <p:cNvSpPr>
            <a:spLocks noGrp="1" noChangeArrowheads="1"/>
          </p:cNvSpPr>
          <p:nvPr>
            <p:ph idx="1"/>
          </p:nvPr>
        </p:nvSpPr>
        <p:spPr>
          <a:xfrm>
            <a:off x="495300" y="1196975"/>
            <a:ext cx="9066213" cy="4933950"/>
          </a:xfrm>
        </p:spPr>
        <p:txBody>
          <a:bodyPr/>
          <a:lstStyle/>
          <a:p>
            <a:r>
              <a:rPr lang="en-US" altLang="zh-CN" smtClean="0">
                <a:ea typeface="黑体" panose="02010609060101010101" pitchFamily="49" charset="-122"/>
              </a:rPr>
              <a:t>(1) </a:t>
            </a:r>
            <a:r>
              <a:rPr lang="zh-CN" altLang="en-US" smtClean="0">
                <a:ea typeface="黑体" panose="02010609060101010101" pitchFamily="49" charset="-122"/>
              </a:rPr>
              <a:t>仅和</a:t>
            </a:r>
            <a:r>
              <a:rPr lang="zh-CN" altLang="en-US" smtClean="0">
                <a:solidFill>
                  <a:srgbClr val="FF0000"/>
                </a:solidFill>
                <a:ea typeface="黑体" panose="02010609060101010101" pitchFamily="49" charset="-122"/>
              </a:rPr>
              <a:t>相邻路由器</a:t>
            </a:r>
            <a:r>
              <a:rPr lang="zh-CN" altLang="en-US" smtClean="0">
                <a:ea typeface="黑体" panose="02010609060101010101" pitchFamily="49" charset="-122"/>
              </a:rPr>
              <a:t>交换信息。 </a:t>
            </a:r>
          </a:p>
          <a:p>
            <a:r>
              <a:rPr lang="en-US" altLang="zh-CN" smtClean="0">
                <a:ea typeface="黑体" panose="02010609060101010101" pitchFamily="49" charset="-122"/>
              </a:rPr>
              <a:t>(2) </a:t>
            </a:r>
            <a:r>
              <a:rPr lang="zh-CN" altLang="en-US" smtClean="0">
                <a:ea typeface="黑体" panose="02010609060101010101" pitchFamily="49" charset="-122"/>
              </a:rPr>
              <a:t>交换的信息是当前本路由器所知道的</a:t>
            </a:r>
            <a:r>
              <a:rPr lang="zh-CN" altLang="en-US" smtClean="0">
                <a:solidFill>
                  <a:srgbClr val="FF0000"/>
                </a:solidFill>
                <a:ea typeface="黑体" panose="02010609060101010101" pitchFamily="49" charset="-122"/>
              </a:rPr>
              <a:t>全部信息，即自己的路由表。 </a:t>
            </a:r>
          </a:p>
          <a:p>
            <a:r>
              <a:rPr lang="en-US" altLang="zh-CN" smtClean="0">
                <a:ea typeface="黑体" panose="02010609060101010101" pitchFamily="49" charset="-122"/>
              </a:rPr>
              <a:t>(3) </a:t>
            </a:r>
            <a:r>
              <a:rPr lang="zh-CN" altLang="en-US" smtClean="0">
                <a:ea typeface="黑体" panose="02010609060101010101" pitchFamily="49" charset="-122"/>
              </a:rPr>
              <a:t>按固定的时间间隔</a:t>
            </a:r>
            <a:r>
              <a:rPr lang="zh-CN" altLang="en-US" smtClean="0">
                <a:solidFill>
                  <a:srgbClr val="FF0000"/>
                </a:solidFill>
                <a:ea typeface="黑体" panose="02010609060101010101" pitchFamily="49" charset="-122"/>
              </a:rPr>
              <a:t>交换路由信息，</a:t>
            </a:r>
            <a:r>
              <a:rPr lang="zh-CN" altLang="en-US" smtClean="0">
                <a:ea typeface="黑体" panose="02010609060101010101" pitchFamily="49" charset="-122"/>
              </a:rPr>
              <a:t>例如，每隔 </a:t>
            </a:r>
            <a:r>
              <a:rPr lang="en-US" altLang="zh-CN" smtClean="0">
                <a:ea typeface="黑体" panose="02010609060101010101" pitchFamily="49" charset="-122"/>
              </a:rPr>
              <a:t>30 </a:t>
            </a:r>
            <a:r>
              <a:rPr lang="zh-CN" altLang="en-US" smtClean="0">
                <a:ea typeface="黑体" panose="02010609060101010101" pitchFamily="49" charset="-122"/>
              </a:rPr>
              <a:t>秒。</a:t>
            </a:r>
            <a:r>
              <a:rPr lang="zh-CN" altLang="zh-CN" smtClean="0">
                <a:ea typeface="黑体" panose="02010609060101010101" pitchFamily="49" charset="-122"/>
              </a:rPr>
              <a:t>当网络拓扑发生变化时，路由器也及时向相邻路由器通告拓扑变化后的路由信息。</a:t>
            </a:r>
            <a:endParaRPr lang="zh-CN" altLang="en-US" smtClean="0">
              <a:ea typeface="黑体" panose="02010609060101010101" pitchFamily="49" charset="-122"/>
            </a:endParaRPr>
          </a:p>
        </p:txBody>
      </p:sp>
      <p:sp>
        <p:nvSpPr>
          <p:cNvPr id="1004547" name="灯片编号占位符 3"/>
          <p:cNvSpPr>
            <a:spLocks noGrp="1" noChangeArrowheads="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41513C69-A183-4D77-AF5F-83D497E8CC56}" type="slidenum">
              <a:rPr lang="zh-CN" altLang="en-US" smtClean="0"/>
              <a:pPr eaLnBrk="1" hangingPunct="1"/>
              <a:t>16</a:t>
            </a:fld>
            <a:endParaRPr lang="en-US" altLang="zh-CN" smtClean="0"/>
          </a:p>
        </p:txBody>
      </p:sp>
      <p:sp>
        <p:nvSpPr>
          <p:cNvPr id="1004548" name="页脚占位符 4"/>
          <p:cNvSpPr>
            <a:spLocks noGrp="1" noChangeArrowheads="1"/>
          </p:cNvSpPr>
          <p:nvPr>
            <p:ph type="ftr"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zh-CN" smtClean="0"/>
              <a:t>ppt课件</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59107">
                                            <p:txEl>
                                              <p:pRg st="1" end="1"/>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559107">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59107" grpId="0" build="p"/>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06593" name="Rectangle 2"/>
          <p:cNvSpPr>
            <a:spLocks noGrp="1" noChangeArrowheads="1"/>
          </p:cNvSpPr>
          <p:nvPr>
            <p:ph type="title"/>
          </p:nvPr>
        </p:nvSpPr>
        <p:spPr>
          <a:xfrm>
            <a:off x="495300" y="188913"/>
            <a:ext cx="9066213" cy="792162"/>
          </a:xfrm>
        </p:spPr>
        <p:txBody>
          <a:bodyPr/>
          <a:lstStyle/>
          <a:p>
            <a:pPr algn="ctr"/>
            <a:r>
              <a:rPr lang="zh-CN" altLang="en-US" smtClean="0">
                <a:ea typeface="黑体" panose="02010609060101010101" pitchFamily="49" charset="-122"/>
              </a:rPr>
              <a:t>路由表的建立 </a:t>
            </a:r>
          </a:p>
        </p:txBody>
      </p:sp>
      <p:sp>
        <p:nvSpPr>
          <p:cNvPr id="560131" name="Rectangle 3"/>
          <p:cNvSpPr>
            <a:spLocks noGrp="1" noChangeArrowheads="1"/>
          </p:cNvSpPr>
          <p:nvPr>
            <p:ph idx="1"/>
          </p:nvPr>
        </p:nvSpPr>
        <p:spPr>
          <a:xfrm>
            <a:off x="495300" y="1196975"/>
            <a:ext cx="9066213" cy="4933950"/>
          </a:xfrm>
        </p:spPr>
        <p:txBody>
          <a:bodyPr/>
          <a:lstStyle/>
          <a:p>
            <a:pPr algn="just"/>
            <a:r>
              <a:rPr lang="zh-CN" altLang="en-US" sz="2800" smtClean="0">
                <a:ea typeface="黑体" panose="02010609060101010101" pitchFamily="49" charset="-122"/>
              </a:rPr>
              <a:t>路由器在</a:t>
            </a:r>
            <a:r>
              <a:rPr lang="zh-CN" altLang="en-US" sz="2800" smtClean="0">
                <a:solidFill>
                  <a:srgbClr val="FF0000"/>
                </a:solidFill>
                <a:ea typeface="黑体" panose="02010609060101010101" pitchFamily="49" charset="-122"/>
              </a:rPr>
              <a:t>刚刚开始工作</a:t>
            </a:r>
            <a:r>
              <a:rPr lang="zh-CN" altLang="en-US" sz="2800" smtClean="0">
                <a:ea typeface="黑体" panose="02010609060101010101" pitchFamily="49" charset="-122"/>
              </a:rPr>
              <a:t>时，只知道到直接连接的网络的距离（此距离定义为</a:t>
            </a:r>
            <a:r>
              <a:rPr lang="en-US" altLang="zh-CN" sz="2800" smtClean="0">
                <a:ea typeface="黑体" panose="02010609060101010101" pitchFamily="49" charset="-122"/>
              </a:rPr>
              <a:t>1</a:t>
            </a:r>
            <a:r>
              <a:rPr lang="zh-CN" altLang="en-US" sz="2800" smtClean="0">
                <a:ea typeface="黑体" panose="02010609060101010101" pitchFamily="49" charset="-122"/>
              </a:rPr>
              <a:t>）。</a:t>
            </a:r>
            <a:r>
              <a:rPr lang="zh-CN" altLang="zh-CN" sz="2800" smtClean="0">
                <a:ea typeface="黑体" panose="02010609060101010101" pitchFamily="49" charset="-122"/>
              </a:rPr>
              <a:t>它的</a:t>
            </a:r>
            <a:r>
              <a:rPr lang="zh-CN" altLang="zh-CN" sz="2800" smtClean="0">
                <a:solidFill>
                  <a:srgbClr val="FF0000"/>
                </a:solidFill>
                <a:ea typeface="黑体" panose="02010609060101010101" pitchFamily="49" charset="-122"/>
              </a:rPr>
              <a:t>路由表是空的。</a:t>
            </a:r>
            <a:endParaRPr lang="zh-CN" altLang="en-US" sz="2800" smtClean="0">
              <a:solidFill>
                <a:srgbClr val="FF0000"/>
              </a:solidFill>
              <a:ea typeface="黑体" panose="02010609060101010101" pitchFamily="49" charset="-122"/>
            </a:endParaRPr>
          </a:p>
          <a:p>
            <a:pPr algn="just"/>
            <a:r>
              <a:rPr lang="zh-CN" altLang="en-US" sz="2800" smtClean="0">
                <a:ea typeface="黑体" panose="02010609060101010101" pitchFamily="49" charset="-122"/>
              </a:rPr>
              <a:t>以后，每一个路由器也只和数目非常有限的相邻路由器交换并更新路由信息。</a:t>
            </a:r>
          </a:p>
          <a:p>
            <a:pPr algn="just"/>
            <a:r>
              <a:rPr lang="zh-CN" altLang="en-US" sz="2800" smtClean="0">
                <a:ea typeface="黑体" panose="02010609060101010101" pitchFamily="49" charset="-122"/>
              </a:rPr>
              <a:t>经过若干次更新后，所有的路由器最终都会知道到达本自治系统中任何一个网络的最短距离和下一跳路由器的地址。</a:t>
            </a:r>
          </a:p>
          <a:p>
            <a:pPr algn="just"/>
            <a:r>
              <a:rPr lang="en-US" altLang="zh-CN" sz="2800" smtClean="0">
                <a:ea typeface="黑体" panose="02010609060101010101" pitchFamily="49" charset="-122"/>
              </a:rPr>
              <a:t>RIP </a:t>
            </a:r>
            <a:r>
              <a:rPr lang="zh-CN" altLang="en-US" sz="2800" smtClean="0">
                <a:ea typeface="黑体" panose="02010609060101010101" pitchFamily="49" charset="-122"/>
              </a:rPr>
              <a:t>协议的</a:t>
            </a:r>
            <a:r>
              <a:rPr lang="zh-CN" altLang="en-US" sz="2800" smtClean="0">
                <a:solidFill>
                  <a:srgbClr val="FF0000"/>
                </a:solidFill>
                <a:ea typeface="黑体" panose="02010609060101010101" pitchFamily="49" charset="-122"/>
              </a:rPr>
              <a:t>收敛 </a:t>
            </a:r>
            <a:r>
              <a:rPr lang="en-US" altLang="zh-CN" sz="2800" smtClean="0">
                <a:ea typeface="黑体" panose="02010609060101010101" pitchFamily="49" charset="-122"/>
              </a:rPr>
              <a:t>(convergence) </a:t>
            </a:r>
            <a:r>
              <a:rPr lang="zh-CN" altLang="en-US" sz="2800" smtClean="0">
                <a:ea typeface="黑体" panose="02010609060101010101" pitchFamily="49" charset="-122"/>
              </a:rPr>
              <a:t>过程较快。</a:t>
            </a:r>
            <a:r>
              <a:rPr lang="zh-CN" altLang="zh-CN" sz="2800" smtClean="0">
                <a:ea typeface="黑体" panose="02010609060101010101" pitchFamily="49" charset="-122"/>
              </a:rPr>
              <a:t>“收敛”就是</a:t>
            </a:r>
            <a:r>
              <a:rPr lang="zh-CN" altLang="en-US" sz="2800" smtClean="0">
                <a:ea typeface="黑体" panose="02010609060101010101" pitchFamily="49" charset="-122"/>
              </a:rPr>
              <a:t>在自治系统中所有的结点都得到正确的路由选择信息的过程。 </a:t>
            </a:r>
          </a:p>
        </p:txBody>
      </p:sp>
      <p:sp>
        <p:nvSpPr>
          <p:cNvPr id="1006595" name="灯片编号占位符 3"/>
          <p:cNvSpPr>
            <a:spLocks noGrp="1" noChangeArrowheads="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967532E4-7925-4041-8470-3053CA135958}" type="slidenum">
              <a:rPr lang="zh-CN" altLang="en-US" smtClean="0"/>
              <a:pPr eaLnBrk="1" hangingPunct="1"/>
              <a:t>17</a:t>
            </a:fld>
            <a:endParaRPr lang="en-US" altLang="zh-CN" smtClean="0"/>
          </a:p>
        </p:txBody>
      </p:sp>
      <p:sp>
        <p:nvSpPr>
          <p:cNvPr id="1006596" name="页脚占位符 4"/>
          <p:cNvSpPr>
            <a:spLocks noGrp="1" noChangeArrowheads="1"/>
          </p:cNvSpPr>
          <p:nvPr>
            <p:ph type="ftr"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zh-CN" smtClean="0"/>
              <a:t>ppt课件</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60131">
                                            <p:txEl>
                                              <p:pRg st="1" end="1"/>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560131">
                                            <p:txEl>
                                              <p:pRg st="2" end="2"/>
                                            </p:txEl>
                                          </p:spTgt>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560131">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60131" grpId="0" build="p"/>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08641" name="Rectangle 2"/>
          <p:cNvSpPr>
            <a:spLocks noGrp="1" noChangeArrowheads="1"/>
          </p:cNvSpPr>
          <p:nvPr>
            <p:ph type="title"/>
          </p:nvPr>
        </p:nvSpPr>
        <p:spPr/>
        <p:txBody>
          <a:bodyPr/>
          <a:lstStyle/>
          <a:p>
            <a:pPr algn="ctr"/>
            <a:r>
              <a:rPr lang="en-US" altLang="zh-CN" smtClean="0">
                <a:ea typeface="黑体" panose="02010609060101010101" pitchFamily="49" charset="-122"/>
              </a:rPr>
              <a:t>2. </a:t>
            </a:r>
            <a:r>
              <a:rPr lang="zh-CN" altLang="en-US" smtClean="0">
                <a:ea typeface="黑体" panose="02010609060101010101" pitchFamily="49" charset="-122"/>
              </a:rPr>
              <a:t>距离向量算法</a:t>
            </a:r>
          </a:p>
        </p:txBody>
      </p:sp>
      <p:sp>
        <p:nvSpPr>
          <p:cNvPr id="7" name="Text Box 3"/>
          <p:cNvSpPr txBox="1">
            <a:spLocks noChangeArrowheads="1"/>
          </p:cNvSpPr>
          <p:nvPr/>
        </p:nvSpPr>
        <p:spPr bwMode="auto">
          <a:xfrm>
            <a:off x="560388" y="1125538"/>
            <a:ext cx="8910637" cy="5273675"/>
          </a:xfrm>
          <a:prstGeom prst="rect">
            <a:avLst/>
          </a:prstGeom>
          <a:solidFill>
            <a:srgbClr val="FFFF99"/>
          </a:solidFill>
          <a:ln w="9525">
            <a:solidFill>
              <a:srgbClr val="333399"/>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eaLnBrk="0" hangingPunct="0">
              <a:lnSpc>
                <a:spcPct val="110000"/>
              </a:lnSpc>
            </a:pPr>
            <a:r>
              <a:rPr lang="zh-CN" altLang="en-US" sz="2200" b="1">
                <a:solidFill>
                  <a:srgbClr val="C00000"/>
                </a:solidFill>
                <a:ea typeface="黑体" panose="02010609060101010101" pitchFamily="49" charset="-122"/>
              </a:rPr>
              <a:t>路由器收到相邻路由器（其地址为 </a:t>
            </a:r>
            <a:r>
              <a:rPr lang="en-US" altLang="zh-CN" sz="2200" b="1">
                <a:solidFill>
                  <a:srgbClr val="C00000"/>
                </a:solidFill>
                <a:ea typeface="黑体" panose="02010609060101010101" pitchFamily="49" charset="-122"/>
              </a:rPr>
              <a:t>X</a:t>
            </a:r>
            <a:r>
              <a:rPr lang="zh-CN" altLang="en-US" sz="2200" b="1">
                <a:solidFill>
                  <a:srgbClr val="C00000"/>
                </a:solidFill>
                <a:ea typeface="黑体" panose="02010609060101010101" pitchFamily="49" charset="-122"/>
              </a:rPr>
              <a:t>）的一个 </a:t>
            </a:r>
            <a:r>
              <a:rPr lang="en-US" altLang="zh-CN" sz="2200" b="1">
                <a:solidFill>
                  <a:srgbClr val="C00000"/>
                </a:solidFill>
                <a:ea typeface="黑体" panose="02010609060101010101" pitchFamily="49" charset="-122"/>
              </a:rPr>
              <a:t>RIP </a:t>
            </a:r>
            <a:r>
              <a:rPr lang="zh-CN" altLang="en-US" sz="2200" b="1">
                <a:solidFill>
                  <a:srgbClr val="C00000"/>
                </a:solidFill>
                <a:ea typeface="黑体" panose="02010609060101010101" pitchFamily="49" charset="-122"/>
              </a:rPr>
              <a:t>报文：</a:t>
            </a:r>
          </a:p>
          <a:p>
            <a:pPr eaLnBrk="0" hangingPunct="0">
              <a:lnSpc>
                <a:spcPct val="110000"/>
              </a:lnSpc>
            </a:pPr>
            <a:r>
              <a:rPr lang="en-US" altLang="zh-CN" sz="2200" b="1">
                <a:solidFill>
                  <a:srgbClr val="0000CC"/>
                </a:solidFill>
                <a:ea typeface="黑体" panose="02010609060101010101" pitchFamily="49" charset="-122"/>
              </a:rPr>
              <a:t>(1) </a:t>
            </a:r>
            <a:r>
              <a:rPr lang="zh-CN" altLang="en-US" sz="2200" b="1">
                <a:solidFill>
                  <a:srgbClr val="0000CC"/>
                </a:solidFill>
                <a:ea typeface="黑体" panose="02010609060101010101" pitchFamily="49" charset="-122"/>
              </a:rPr>
              <a:t>先修改此 </a:t>
            </a:r>
            <a:r>
              <a:rPr lang="en-US" altLang="zh-CN" sz="2200" b="1">
                <a:solidFill>
                  <a:srgbClr val="0000CC"/>
                </a:solidFill>
                <a:ea typeface="黑体" panose="02010609060101010101" pitchFamily="49" charset="-122"/>
              </a:rPr>
              <a:t>RIP </a:t>
            </a:r>
            <a:r>
              <a:rPr lang="zh-CN" altLang="en-US" sz="2200" b="1">
                <a:solidFill>
                  <a:srgbClr val="0000CC"/>
                </a:solidFill>
                <a:ea typeface="黑体" panose="02010609060101010101" pitchFamily="49" charset="-122"/>
              </a:rPr>
              <a:t>报文中的所有项目：把“下一跳”字段中的地址都改为 </a:t>
            </a:r>
            <a:r>
              <a:rPr lang="en-US" altLang="zh-CN" sz="2200" b="1">
                <a:solidFill>
                  <a:srgbClr val="0000CC"/>
                </a:solidFill>
                <a:ea typeface="黑体" panose="02010609060101010101" pitchFamily="49" charset="-122"/>
              </a:rPr>
              <a:t>X</a:t>
            </a:r>
            <a:r>
              <a:rPr lang="zh-CN" altLang="en-US" sz="2200" b="1">
                <a:solidFill>
                  <a:srgbClr val="0000CC"/>
                </a:solidFill>
                <a:ea typeface="黑体" panose="02010609060101010101" pitchFamily="49" charset="-122"/>
              </a:rPr>
              <a:t>，并把所有的“距离”字段的值加 </a:t>
            </a:r>
            <a:r>
              <a:rPr lang="en-US" altLang="zh-CN" sz="2200" b="1">
                <a:solidFill>
                  <a:srgbClr val="0000CC"/>
                </a:solidFill>
                <a:ea typeface="黑体" panose="02010609060101010101" pitchFamily="49" charset="-122"/>
              </a:rPr>
              <a:t>1</a:t>
            </a:r>
            <a:r>
              <a:rPr lang="zh-CN" altLang="en-US" sz="2200" b="1">
                <a:solidFill>
                  <a:srgbClr val="0000CC"/>
                </a:solidFill>
                <a:ea typeface="黑体" panose="02010609060101010101" pitchFamily="49" charset="-122"/>
              </a:rPr>
              <a:t>。</a:t>
            </a:r>
          </a:p>
          <a:p>
            <a:pPr eaLnBrk="0" hangingPunct="0">
              <a:lnSpc>
                <a:spcPct val="110000"/>
              </a:lnSpc>
            </a:pPr>
            <a:r>
              <a:rPr lang="en-US" altLang="zh-CN" sz="2200" b="1">
                <a:solidFill>
                  <a:srgbClr val="0000CC"/>
                </a:solidFill>
                <a:ea typeface="黑体" panose="02010609060101010101" pitchFamily="49" charset="-122"/>
              </a:rPr>
              <a:t>(2) </a:t>
            </a:r>
            <a:r>
              <a:rPr lang="zh-CN" altLang="en-US" sz="2200" b="1">
                <a:solidFill>
                  <a:srgbClr val="0000CC"/>
                </a:solidFill>
                <a:ea typeface="黑体" panose="02010609060101010101" pitchFamily="49" charset="-122"/>
              </a:rPr>
              <a:t>对修改后的 </a:t>
            </a:r>
            <a:r>
              <a:rPr lang="en-US" altLang="zh-CN" sz="2200" b="1">
                <a:solidFill>
                  <a:srgbClr val="0000CC"/>
                </a:solidFill>
                <a:ea typeface="黑体" panose="02010609060101010101" pitchFamily="49" charset="-122"/>
              </a:rPr>
              <a:t>RIP </a:t>
            </a:r>
            <a:r>
              <a:rPr lang="zh-CN" altLang="en-US" sz="2200" b="1">
                <a:solidFill>
                  <a:srgbClr val="0000CC"/>
                </a:solidFill>
                <a:ea typeface="黑体" panose="02010609060101010101" pitchFamily="49" charset="-122"/>
              </a:rPr>
              <a:t>报文中的每一个项目，重复以下步骤：</a:t>
            </a:r>
          </a:p>
          <a:p>
            <a:pPr eaLnBrk="0" hangingPunct="0">
              <a:lnSpc>
                <a:spcPct val="110000"/>
              </a:lnSpc>
            </a:pPr>
            <a:r>
              <a:rPr lang="en-US" altLang="zh-CN" sz="2200" b="1">
                <a:solidFill>
                  <a:srgbClr val="0000CC"/>
                </a:solidFill>
                <a:ea typeface="黑体" panose="02010609060101010101" pitchFamily="49" charset="-122"/>
              </a:rPr>
              <a:t>     </a:t>
            </a:r>
            <a:r>
              <a:rPr lang="zh-CN" altLang="en-US" sz="2200" b="1">
                <a:solidFill>
                  <a:srgbClr val="0000CC"/>
                </a:solidFill>
                <a:ea typeface="黑体" panose="02010609060101010101" pitchFamily="49" charset="-122"/>
              </a:rPr>
              <a:t>若项目中的目的网络不在路由表中，则把该项目加到路由表中。</a:t>
            </a:r>
          </a:p>
          <a:p>
            <a:pPr eaLnBrk="0" hangingPunct="0">
              <a:lnSpc>
                <a:spcPct val="110000"/>
              </a:lnSpc>
            </a:pPr>
            <a:r>
              <a:rPr lang="zh-CN" altLang="en-US" sz="2200" b="1">
                <a:solidFill>
                  <a:srgbClr val="0000CC"/>
                </a:solidFill>
                <a:ea typeface="黑体" panose="02010609060101010101" pitchFamily="49" charset="-122"/>
              </a:rPr>
              <a:t>         否则</a:t>
            </a:r>
          </a:p>
          <a:p>
            <a:pPr eaLnBrk="0" hangingPunct="0">
              <a:lnSpc>
                <a:spcPct val="110000"/>
              </a:lnSpc>
            </a:pPr>
            <a:r>
              <a:rPr lang="zh-CN" altLang="en-US" sz="2200" b="1">
                <a:solidFill>
                  <a:srgbClr val="0000CC"/>
                </a:solidFill>
                <a:ea typeface="黑体" panose="02010609060101010101" pitchFamily="49" charset="-122"/>
              </a:rPr>
              <a:t>             若下一跳字段给出的路由器地址是同样的，则把收到的项目替换原路由表中的项目。</a:t>
            </a:r>
          </a:p>
          <a:p>
            <a:pPr eaLnBrk="0" hangingPunct="0">
              <a:lnSpc>
                <a:spcPct val="110000"/>
              </a:lnSpc>
            </a:pPr>
            <a:r>
              <a:rPr lang="zh-CN" altLang="en-US" sz="2200" b="1">
                <a:solidFill>
                  <a:srgbClr val="0000CC"/>
                </a:solidFill>
                <a:ea typeface="黑体" panose="02010609060101010101" pitchFamily="49" charset="-122"/>
              </a:rPr>
              <a:t>                否则 </a:t>
            </a:r>
          </a:p>
          <a:p>
            <a:pPr eaLnBrk="0" hangingPunct="0">
              <a:lnSpc>
                <a:spcPct val="110000"/>
              </a:lnSpc>
            </a:pPr>
            <a:r>
              <a:rPr lang="zh-CN" altLang="en-US" sz="2200" b="1">
                <a:solidFill>
                  <a:srgbClr val="0000CC"/>
                </a:solidFill>
                <a:ea typeface="黑体" panose="02010609060101010101" pitchFamily="49" charset="-122"/>
              </a:rPr>
              <a:t>                    若收到项目中的距离小于路由表中的距离，则进行更新，</a:t>
            </a:r>
          </a:p>
          <a:p>
            <a:pPr eaLnBrk="0" hangingPunct="0">
              <a:lnSpc>
                <a:spcPct val="110000"/>
              </a:lnSpc>
            </a:pPr>
            <a:r>
              <a:rPr lang="zh-CN" altLang="en-US" sz="2200" b="1">
                <a:solidFill>
                  <a:srgbClr val="0000CC"/>
                </a:solidFill>
                <a:ea typeface="黑体" panose="02010609060101010101" pitchFamily="49" charset="-122"/>
              </a:rPr>
              <a:t>	          否则，什么也不做。</a:t>
            </a:r>
          </a:p>
          <a:p>
            <a:pPr eaLnBrk="0" hangingPunct="0">
              <a:lnSpc>
                <a:spcPct val="110000"/>
              </a:lnSpc>
            </a:pPr>
            <a:r>
              <a:rPr lang="en-US" altLang="zh-CN" sz="2200" b="1">
                <a:solidFill>
                  <a:srgbClr val="0000CC"/>
                </a:solidFill>
                <a:ea typeface="黑体" panose="02010609060101010101" pitchFamily="49" charset="-122"/>
              </a:rPr>
              <a:t>(3) </a:t>
            </a:r>
            <a:r>
              <a:rPr lang="zh-CN" altLang="en-US" sz="2200" b="1">
                <a:solidFill>
                  <a:srgbClr val="0000CC"/>
                </a:solidFill>
                <a:ea typeface="黑体" panose="02010609060101010101" pitchFamily="49" charset="-122"/>
              </a:rPr>
              <a:t>若 </a:t>
            </a:r>
            <a:r>
              <a:rPr lang="en-US" altLang="zh-CN" sz="2200" b="1">
                <a:solidFill>
                  <a:srgbClr val="0000CC"/>
                </a:solidFill>
                <a:ea typeface="黑体" panose="02010609060101010101" pitchFamily="49" charset="-122"/>
              </a:rPr>
              <a:t>3 </a:t>
            </a:r>
            <a:r>
              <a:rPr lang="zh-CN" altLang="en-US" sz="2200" b="1">
                <a:solidFill>
                  <a:srgbClr val="0000CC"/>
                </a:solidFill>
                <a:ea typeface="黑体" panose="02010609060101010101" pitchFamily="49" charset="-122"/>
              </a:rPr>
              <a:t>分钟还没有收到相邻路由器的更新路由表，则把此相邻路由器记为不可达路由器，即将距离置为 </a:t>
            </a:r>
            <a:r>
              <a:rPr lang="en-US" altLang="zh-CN" sz="2200" b="1">
                <a:solidFill>
                  <a:srgbClr val="0000CC"/>
                </a:solidFill>
                <a:ea typeface="黑体" panose="02010609060101010101" pitchFamily="49" charset="-122"/>
              </a:rPr>
              <a:t>16</a:t>
            </a:r>
            <a:r>
              <a:rPr lang="zh-CN" altLang="en-US" sz="2200" b="1">
                <a:solidFill>
                  <a:srgbClr val="0000CC"/>
                </a:solidFill>
                <a:ea typeface="黑体" panose="02010609060101010101" pitchFamily="49" charset="-122"/>
              </a:rPr>
              <a:t>（表示不可达）。</a:t>
            </a:r>
          </a:p>
          <a:p>
            <a:pPr eaLnBrk="0" hangingPunct="0">
              <a:lnSpc>
                <a:spcPct val="110000"/>
              </a:lnSpc>
            </a:pPr>
            <a:r>
              <a:rPr lang="en-US" altLang="zh-CN" sz="2200" b="1">
                <a:solidFill>
                  <a:srgbClr val="0000CC"/>
                </a:solidFill>
                <a:ea typeface="黑体" panose="02010609060101010101" pitchFamily="49" charset="-122"/>
              </a:rPr>
              <a:t>(4) </a:t>
            </a:r>
            <a:r>
              <a:rPr lang="zh-CN" altLang="en-US" sz="2200" b="1">
                <a:solidFill>
                  <a:srgbClr val="0000CC"/>
                </a:solidFill>
                <a:ea typeface="黑体" panose="02010609060101010101" pitchFamily="49" charset="-122"/>
              </a:rPr>
              <a:t>返回。</a:t>
            </a:r>
          </a:p>
        </p:txBody>
      </p:sp>
      <p:sp>
        <p:nvSpPr>
          <p:cNvPr id="1008643" name="灯片编号占位符 3"/>
          <p:cNvSpPr>
            <a:spLocks noGrp="1" noChangeArrowheads="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9E5A48A8-DFEA-4657-9E1D-0ACA462A7194}" type="slidenum">
              <a:rPr lang="zh-CN" altLang="en-US" smtClean="0"/>
              <a:pPr eaLnBrk="1" hangingPunct="1"/>
              <a:t>18</a:t>
            </a:fld>
            <a:endParaRPr lang="en-US" altLang="zh-CN" smtClean="0"/>
          </a:p>
        </p:txBody>
      </p:sp>
      <p:sp>
        <p:nvSpPr>
          <p:cNvPr id="1008644" name="页脚占位符 4"/>
          <p:cNvSpPr>
            <a:spLocks noGrp="1" noChangeArrowheads="1"/>
          </p:cNvSpPr>
          <p:nvPr>
            <p:ph type="ftr"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zh-CN" smtClean="0"/>
              <a:t>ppt课件</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10689" name="Rectangle 2"/>
          <p:cNvSpPr>
            <a:spLocks noGrp="1" noChangeArrowheads="1"/>
          </p:cNvSpPr>
          <p:nvPr>
            <p:ph type="title"/>
          </p:nvPr>
        </p:nvSpPr>
        <p:spPr>
          <a:xfrm>
            <a:off x="495300" y="188913"/>
            <a:ext cx="9066213" cy="792162"/>
          </a:xfrm>
        </p:spPr>
        <p:txBody>
          <a:bodyPr/>
          <a:lstStyle/>
          <a:p>
            <a:pPr algn="ctr"/>
            <a:r>
              <a:rPr lang="en-US" altLang="zh-CN" smtClean="0">
                <a:ea typeface="黑体" panose="02010609060101010101" pitchFamily="49" charset="-122"/>
              </a:rPr>
              <a:t>2. </a:t>
            </a:r>
            <a:r>
              <a:rPr lang="zh-CN" altLang="en-US" smtClean="0">
                <a:ea typeface="黑体" panose="02010609060101010101" pitchFamily="49" charset="-122"/>
              </a:rPr>
              <a:t>距离向量算法</a:t>
            </a:r>
          </a:p>
        </p:txBody>
      </p:sp>
      <p:sp>
        <p:nvSpPr>
          <p:cNvPr id="2" name="内容占位符 1"/>
          <p:cNvSpPr>
            <a:spLocks noGrp="1"/>
          </p:cNvSpPr>
          <p:nvPr>
            <p:ph idx="1"/>
          </p:nvPr>
        </p:nvSpPr>
        <p:spPr>
          <a:xfrm>
            <a:off x="495300" y="1196975"/>
            <a:ext cx="9066213" cy="4933950"/>
          </a:xfrm>
        </p:spPr>
        <p:txBody>
          <a:bodyPr/>
          <a:lstStyle/>
          <a:p>
            <a:r>
              <a:rPr lang="zh-CN" altLang="zh-CN" noProof="1"/>
              <a:t>距离向量算法的基础就是</a:t>
            </a:r>
            <a:r>
              <a:rPr lang="en-US" altLang="zh-CN" noProof="1"/>
              <a:t> Bellman-Ford </a:t>
            </a:r>
            <a:r>
              <a:rPr lang="zh-CN" altLang="zh-CN" noProof="1"/>
              <a:t>算法（或</a:t>
            </a:r>
            <a:r>
              <a:rPr lang="en-US" altLang="zh-CN" noProof="1"/>
              <a:t> Ford-Fulkerson </a:t>
            </a:r>
            <a:r>
              <a:rPr lang="zh-CN" altLang="zh-CN" noProof="1"/>
              <a:t>算法）。</a:t>
            </a:r>
            <a:endParaRPr lang="en-US" altLang="zh-CN" noProof="1"/>
          </a:p>
          <a:p>
            <a:r>
              <a:rPr lang="zh-CN" altLang="zh-CN" noProof="1"/>
              <a:t>这种算法的</a:t>
            </a:r>
            <a:r>
              <a:rPr lang="zh-CN" altLang="zh-CN" noProof="1">
                <a:solidFill>
                  <a:srgbClr val="FF0000"/>
                </a:solidFill>
              </a:rPr>
              <a:t>要点</a:t>
            </a:r>
            <a:r>
              <a:rPr lang="zh-CN" altLang="zh-CN" noProof="1"/>
              <a:t>是这样的：</a:t>
            </a:r>
          </a:p>
          <a:p>
            <a:pPr marL="360680" indent="0">
              <a:buFont typeface="Wingdings" panose="05000000000000000000" pitchFamily="2" charset="2"/>
              <a:buNone/>
            </a:pPr>
            <a:r>
              <a:rPr lang="zh-CN" altLang="zh-CN" noProof="1"/>
              <a:t>设</a:t>
            </a:r>
            <a:r>
              <a:rPr lang="en-US" altLang="zh-CN" noProof="1"/>
              <a:t>X</a:t>
            </a:r>
            <a:r>
              <a:rPr lang="zh-CN" altLang="zh-CN" noProof="1"/>
              <a:t>是结点</a:t>
            </a:r>
            <a:r>
              <a:rPr lang="en-US" altLang="zh-CN" noProof="1"/>
              <a:t> A </a:t>
            </a:r>
            <a:r>
              <a:rPr lang="zh-CN" altLang="zh-CN" noProof="1"/>
              <a:t>到</a:t>
            </a:r>
            <a:r>
              <a:rPr lang="en-US" altLang="zh-CN" noProof="1"/>
              <a:t> B </a:t>
            </a:r>
            <a:r>
              <a:rPr lang="zh-CN" altLang="zh-CN" noProof="1"/>
              <a:t>的最短路径上的一个结点。</a:t>
            </a:r>
            <a:endParaRPr lang="en-US" altLang="zh-CN" noProof="1"/>
          </a:p>
          <a:p>
            <a:pPr marL="360680" indent="0">
              <a:buFont typeface="Wingdings" panose="05000000000000000000" pitchFamily="2" charset="2"/>
              <a:buNone/>
            </a:pPr>
            <a:r>
              <a:rPr lang="zh-CN" altLang="zh-CN" noProof="1"/>
              <a:t>若把路径</a:t>
            </a:r>
            <a:r>
              <a:rPr lang="en-US" altLang="zh-CN" noProof="1"/>
              <a:t> A</a:t>
            </a:r>
            <a:r>
              <a:rPr lang="zh-CN" altLang="zh-CN" noProof="1"/>
              <a:t>→</a:t>
            </a:r>
            <a:r>
              <a:rPr lang="en-US" altLang="zh-CN" noProof="1"/>
              <a:t>B </a:t>
            </a:r>
            <a:r>
              <a:rPr lang="zh-CN" altLang="zh-CN" noProof="1"/>
              <a:t>拆成两段路径</a:t>
            </a:r>
            <a:r>
              <a:rPr lang="en-US" altLang="zh-CN" noProof="1"/>
              <a:t> A</a:t>
            </a:r>
            <a:r>
              <a:rPr lang="zh-CN" altLang="zh-CN" noProof="1"/>
              <a:t>→</a:t>
            </a:r>
            <a:r>
              <a:rPr lang="en-US" altLang="zh-CN" noProof="1"/>
              <a:t>X </a:t>
            </a:r>
            <a:r>
              <a:rPr lang="zh-CN" altLang="zh-CN" noProof="1"/>
              <a:t>和</a:t>
            </a:r>
            <a:r>
              <a:rPr lang="en-US" altLang="zh-CN" noProof="1"/>
              <a:t> X</a:t>
            </a:r>
            <a:r>
              <a:rPr lang="zh-CN" altLang="zh-CN" noProof="1"/>
              <a:t>→</a:t>
            </a:r>
            <a:r>
              <a:rPr lang="en-US" altLang="zh-CN" noProof="1"/>
              <a:t>B</a:t>
            </a:r>
            <a:r>
              <a:rPr lang="zh-CN" altLang="zh-CN" noProof="1"/>
              <a:t>，则每一段路径</a:t>
            </a:r>
            <a:r>
              <a:rPr lang="en-US" altLang="zh-CN" noProof="1"/>
              <a:t> A</a:t>
            </a:r>
            <a:r>
              <a:rPr lang="zh-CN" altLang="zh-CN" noProof="1"/>
              <a:t>→</a:t>
            </a:r>
            <a:r>
              <a:rPr lang="en-US" altLang="zh-CN" noProof="1"/>
              <a:t>X </a:t>
            </a:r>
            <a:r>
              <a:rPr lang="zh-CN" altLang="zh-CN" noProof="1"/>
              <a:t>和</a:t>
            </a:r>
            <a:r>
              <a:rPr lang="en-US" altLang="zh-CN" noProof="1"/>
              <a:t> X</a:t>
            </a:r>
            <a:r>
              <a:rPr lang="zh-CN" altLang="zh-CN" noProof="1"/>
              <a:t>→</a:t>
            </a:r>
            <a:r>
              <a:rPr lang="en-US" altLang="zh-CN" noProof="1"/>
              <a:t>B </a:t>
            </a:r>
            <a:r>
              <a:rPr lang="zh-CN" altLang="zh-CN" noProof="1"/>
              <a:t>也都分别是结点</a:t>
            </a:r>
            <a:r>
              <a:rPr lang="en-US" altLang="zh-CN" noProof="1"/>
              <a:t> A </a:t>
            </a:r>
            <a:r>
              <a:rPr lang="zh-CN" altLang="zh-CN" noProof="1"/>
              <a:t>到</a:t>
            </a:r>
            <a:r>
              <a:rPr lang="en-US" altLang="zh-CN" noProof="1"/>
              <a:t> X </a:t>
            </a:r>
            <a:r>
              <a:rPr lang="zh-CN" altLang="zh-CN" noProof="1"/>
              <a:t>和结点</a:t>
            </a:r>
            <a:r>
              <a:rPr lang="en-US" altLang="zh-CN" noProof="1"/>
              <a:t> X </a:t>
            </a:r>
            <a:r>
              <a:rPr lang="zh-CN" altLang="zh-CN" noProof="1"/>
              <a:t>到</a:t>
            </a:r>
            <a:r>
              <a:rPr lang="en-US" altLang="zh-CN" noProof="1"/>
              <a:t> B </a:t>
            </a:r>
            <a:r>
              <a:rPr lang="zh-CN" altLang="zh-CN" noProof="1"/>
              <a:t>的最短路径。</a:t>
            </a:r>
          </a:p>
          <a:p>
            <a:endParaRPr lang="zh-CN" altLang="en-US" noProof="1"/>
          </a:p>
        </p:txBody>
      </p:sp>
      <p:sp>
        <p:nvSpPr>
          <p:cNvPr id="1010691" name="灯片编号占位符 4"/>
          <p:cNvSpPr>
            <a:spLocks noGrp="1" noChangeArrowheads="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42BFA152-9E10-4BEE-9D89-F3A27003031D}" type="slidenum">
              <a:rPr lang="zh-CN" altLang="en-US" smtClean="0"/>
              <a:pPr eaLnBrk="1" hangingPunct="1"/>
              <a:t>19</a:t>
            </a:fld>
            <a:endParaRPr lang="en-US" altLang="zh-CN" smtClean="0"/>
          </a:p>
        </p:txBody>
      </p:sp>
      <p:sp>
        <p:nvSpPr>
          <p:cNvPr id="1010692" name="页脚占位符 5"/>
          <p:cNvSpPr>
            <a:spLocks noGrp="1" noChangeArrowheads="1"/>
          </p:cNvSpPr>
          <p:nvPr>
            <p:ph type="ftr"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zh-CN" smtClean="0"/>
              <a:t>ppt课件</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12737" name="Rectangle 2"/>
          <p:cNvSpPr>
            <a:spLocks noGrp="1" noChangeArrowheads="1"/>
          </p:cNvSpPr>
          <p:nvPr>
            <p:ph type="title"/>
          </p:nvPr>
        </p:nvSpPr>
        <p:spPr>
          <a:xfrm>
            <a:off x="495300" y="188913"/>
            <a:ext cx="9066213" cy="792162"/>
          </a:xfrm>
        </p:spPr>
        <p:txBody>
          <a:bodyPr/>
          <a:lstStyle/>
          <a:p>
            <a:pPr algn="ctr"/>
            <a:r>
              <a:rPr lang="zh-CN" altLang="en-US" sz="4000" smtClean="0">
                <a:ea typeface="黑体" panose="02010609060101010101" pitchFamily="49" charset="-122"/>
              </a:rPr>
              <a:t>路由器之间交换信息与路由表更新</a:t>
            </a:r>
          </a:p>
        </p:txBody>
      </p:sp>
      <p:sp>
        <p:nvSpPr>
          <p:cNvPr id="562179" name="Rectangle 3"/>
          <p:cNvSpPr>
            <a:spLocks noGrp="1" noChangeArrowheads="1"/>
          </p:cNvSpPr>
          <p:nvPr>
            <p:ph idx="1"/>
          </p:nvPr>
        </p:nvSpPr>
        <p:spPr>
          <a:xfrm>
            <a:off x="495300" y="1196975"/>
            <a:ext cx="9066213" cy="4933950"/>
          </a:xfrm>
        </p:spPr>
        <p:txBody>
          <a:bodyPr/>
          <a:lstStyle/>
          <a:p>
            <a:pPr algn="just"/>
            <a:r>
              <a:rPr lang="en-US" altLang="zh-CN" smtClean="0">
                <a:ea typeface="黑体" panose="02010609060101010101" pitchFamily="49" charset="-122"/>
              </a:rPr>
              <a:t>RIP </a:t>
            </a:r>
            <a:r>
              <a:rPr lang="zh-CN" altLang="en-US" smtClean="0">
                <a:ea typeface="黑体" panose="02010609060101010101" pitchFamily="49" charset="-122"/>
              </a:rPr>
              <a:t>协议让互联网中的所有路由器都和自己的相邻路由器不断交换路由信息，并不断更新其路由表，使得从每一个路由器到每一个目的网络的路由都是最短的（即跳数最少）。</a:t>
            </a:r>
          </a:p>
          <a:p>
            <a:pPr algn="just"/>
            <a:r>
              <a:rPr lang="zh-CN" altLang="en-US" smtClean="0">
                <a:ea typeface="黑体" panose="02010609060101010101" pitchFamily="49" charset="-122"/>
              </a:rPr>
              <a:t>虽然所有的路由器最终都拥有了整个自治系统的全局路由信息，但由于每一个路由器的位置不同，它们的路由表当然也应当是不同的。  </a:t>
            </a:r>
          </a:p>
        </p:txBody>
      </p:sp>
      <p:sp>
        <p:nvSpPr>
          <p:cNvPr id="1012739" name="灯片编号占位符 3"/>
          <p:cNvSpPr>
            <a:spLocks noGrp="1" noChangeArrowheads="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B360CA81-463B-43A3-BEFF-FB1BBA66170F}" type="slidenum">
              <a:rPr lang="zh-CN" altLang="en-US" smtClean="0"/>
              <a:pPr eaLnBrk="1" hangingPunct="1"/>
              <a:t>20</a:t>
            </a:fld>
            <a:endParaRPr lang="en-US" altLang="zh-CN" smtClean="0"/>
          </a:p>
        </p:txBody>
      </p:sp>
      <p:sp>
        <p:nvSpPr>
          <p:cNvPr id="1012740" name="页脚占位符 4"/>
          <p:cNvSpPr>
            <a:spLocks noGrp="1" noChangeArrowheads="1"/>
          </p:cNvSpPr>
          <p:nvPr>
            <p:ph type="ftr"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zh-CN" smtClean="0"/>
              <a:t>ppt课件</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62179">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62179" grpId="0" build="p"/>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14785" name="标题 1"/>
          <p:cNvSpPr>
            <a:spLocks noGrp="1" noChangeArrowheads="1"/>
          </p:cNvSpPr>
          <p:nvPr>
            <p:ph type="title" idx="4294967295"/>
          </p:nvPr>
        </p:nvSpPr>
        <p:spPr>
          <a:xfrm>
            <a:off x="415925" y="115888"/>
            <a:ext cx="8281988" cy="1512887"/>
          </a:xfrm>
        </p:spPr>
        <p:txBody>
          <a:bodyPr/>
          <a:lstStyle/>
          <a:p>
            <a:pPr>
              <a:lnSpc>
                <a:spcPct val="110000"/>
              </a:lnSpc>
            </a:pPr>
            <a:r>
              <a:rPr lang="en-US" altLang="zh-CN" sz="2800" smtClean="0">
                <a:solidFill>
                  <a:srgbClr val="000099"/>
                </a:solidFill>
                <a:ea typeface="黑体" panose="02010609060101010101" pitchFamily="49" charset="-122"/>
              </a:rPr>
              <a:t>【</a:t>
            </a:r>
            <a:r>
              <a:rPr lang="zh-CN" altLang="en-US" sz="2800" smtClean="0">
                <a:solidFill>
                  <a:srgbClr val="000099"/>
                </a:solidFill>
                <a:ea typeface="黑体" panose="02010609060101010101" pitchFamily="49" charset="-122"/>
              </a:rPr>
              <a:t>例</a:t>
            </a:r>
            <a:r>
              <a:rPr lang="en-US" altLang="zh-CN" sz="2800" smtClean="0">
                <a:solidFill>
                  <a:srgbClr val="000099"/>
                </a:solidFill>
                <a:ea typeface="黑体" panose="02010609060101010101" pitchFamily="49" charset="-122"/>
              </a:rPr>
              <a:t>4-5】</a:t>
            </a:r>
            <a:r>
              <a:rPr lang="zh-CN" altLang="zh-CN" sz="2800" smtClean="0">
                <a:solidFill>
                  <a:srgbClr val="000099"/>
                </a:solidFill>
                <a:ea typeface="黑体" panose="02010609060101010101" pitchFamily="49" charset="-122"/>
              </a:rPr>
              <a:t>已知路由器</a:t>
            </a:r>
            <a:r>
              <a:rPr lang="en-US" altLang="zh-CN" sz="2800" smtClean="0">
                <a:solidFill>
                  <a:srgbClr val="000099"/>
                </a:solidFill>
                <a:ea typeface="黑体" panose="02010609060101010101" pitchFamily="49" charset="-122"/>
              </a:rPr>
              <a:t> R</a:t>
            </a:r>
            <a:r>
              <a:rPr lang="en-US" altLang="zh-CN" sz="2800" baseline="-25000" smtClean="0">
                <a:solidFill>
                  <a:srgbClr val="000099"/>
                </a:solidFill>
                <a:ea typeface="黑体" panose="02010609060101010101" pitchFamily="49" charset="-122"/>
              </a:rPr>
              <a:t>6 </a:t>
            </a:r>
            <a:r>
              <a:rPr lang="zh-CN" altLang="zh-CN" sz="2800" smtClean="0">
                <a:solidFill>
                  <a:srgbClr val="000099"/>
                </a:solidFill>
                <a:ea typeface="黑体" panose="02010609060101010101" pitchFamily="49" charset="-122"/>
              </a:rPr>
              <a:t>有表</a:t>
            </a:r>
            <a:r>
              <a:rPr lang="en-US" altLang="zh-CN" sz="2800" smtClean="0">
                <a:solidFill>
                  <a:srgbClr val="000099"/>
                </a:solidFill>
                <a:ea typeface="黑体" panose="02010609060101010101" pitchFamily="49" charset="-122"/>
              </a:rPr>
              <a:t>4-9(a)</a:t>
            </a:r>
            <a:r>
              <a:rPr lang="zh-CN" altLang="zh-CN" sz="2800" smtClean="0">
                <a:solidFill>
                  <a:srgbClr val="000099"/>
                </a:solidFill>
                <a:ea typeface="黑体" panose="02010609060101010101" pitchFamily="49" charset="-122"/>
              </a:rPr>
              <a:t>所示的路由表。现在收到相邻路由器</a:t>
            </a:r>
            <a:r>
              <a:rPr lang="en-US" altLang="zh-CN" sz="2800" smtClean="0">
                <a:solidFill>
                  <a:srgbClr val="000099"/>
                </a:solidFill>
                <a:ea typeface="黑体" panose="02010609060101010101" pitchFamily="49" charset="-122"/>
              </a:rPr>
              <a:t> R</a:t>
            </a:r>
            <a:r>
              <a:rPr lang="en-US" altLang="zh-CN" sz="2800" baseline="-25000" smtClean="0">
                <a:solidFill>
                  <a:srgbClr val="000099"/>
                </a:solidFill>
                <a:ea typeface="黑体" panose="02010609060101010101" pitchFamily="49" charset="-122"/>
              </a:rPr>
              <a:t>4 </a:t>
            </a:r>
            <a:r>
              <a:rPr lang="zh-CN" altLang="zh-CN" sz="2800" smtClean="0">
                <a:solidFill>
                  <a:srgbClr val="000099"/>
                </a:solidFill>
                <a:ea typeface="黑体" panose="02010609060101010101" pitchFamily="49" charset="-122"/>
              </a:rPr>
              <a:t>发来的路由更新信息，如表</a:t>
            </a:r>
            <a:r>
              <a:rPr lang="en-US" altLang="zh-CN" sz="2800" smtClean="0">
                <a:solidFill>
                  <a:srgbClr val="000099"/>
                </a:solidFill>
                <a:ea typeface="黑体" panose="02010609060101010101" pitchFamily="49" charset="-122"/>
              </a:rPr>
              <a:t>4-9(b)</a:t>
            </a:r>
            <a:r>
              <a:rPr lang="zh-CN" altLang="zh-CN" sz="2800" smtClean="0">
                <a:solidFill>
                  <a:srgbClr val="000099"/>
                </a:solidFill>
                <a:ea typeface="黑体" panose="02010609060101010101" pitchFamily="49" charset="-122"/>
              </a:rPr>
              <a:t>所示。试更新路由器</a:t>
            </a:r>
            <a:r>
              <a:rPr lang="en-US" altLang="zh-CN" sz="2800" smtClean="0">
                <a:solidFill>
                  <a:srgbClr val="000099"/>
                </a:solidFill>
                <a:ea typeface="黑体" panose="02010609060101010101" pitchFamily="49" charset="-122"/>
              </a:rPr>
              <a:t> R</a:t>
            </a:r>
            <a:r>
              <a:rPr lang="en-US" altLang="zh-CN" sz="2800" baseline="-25000" smtClean="0">
                <a:solidFill>
                  <a:srgbClr val="000099"/>
                </a:solidFill>
                <a:ea typeface="黑体" panose="02010609060101010101" pitchFamily="49" charset="-122"/>
              </a:rPr>
              <a:t>6 </a:t>
            </a:r>
            <a:r>
              <a:rPr lang="zh-CN" altLang="zh-CN" sz="2800" smtClean="0">
                <a:solidFill>
                  <a:srgbClr val="000099"/>
                </a:solidFill>
                <a:ea typeface="黑体" panose="02010609060101010101" pitchFamily="49" charset="-122"/>
              </a:rPr>
              <a:t>的路由表。</a:t>
            </a:r>
            <a:endParaRPr lang="zh-CN" altLang="en-US" sz="2800" smtClean="0">
              <a:solidFill>
                <a:srgbClr val="000099"/>
              </a:solidFill>
              <a:ea typeface="黑体" panose="02010609060101010101" pitchFamily="49" charset="-122"/>
            </a:endParaRPr>
          </a:p>
        </p:txBody>
      </p:sp>
      <p:graphicFrame>
        <p:nvGraphicFramePr>
          <p:cNvPr id="3" name="表格 2"/>
          <p:cNvGraphicFramePr>
            <a:graphicFrameLocks noGrp="1"/>
          </p:cNvGraphicFramePr>
          <p:nvPr/>
        </p:nvGraphicFramePr>
        <p:xfrm>
          <a:off x="704850" y="2154238"/>
          <a:ext cx="3816351" cy="1346368"/>
        </p:xfrm>
        <a:graphic>
          <a:graphicData uri="http://schemas.openxmlformats.org/drawingml/2006/table">
            <a:tbl>
              <a:tblPr firstRow="1" firstCol="1" lastRow="1" lastCol="1" bandRow="1" bandCol="1">
                <a:tableStyleId>{5C22544A-7EE6-4342-B048-85BDC9FD1C3A}</a:tableStyleId>
              </a:tblPr>
              <a:tblGrid>
                <a:gridCol w="1272117">
                  <a:extLst>
                    <a:ext uri="{9D8B030D-6E8A-4147-A177-3AD203B41FA5}">
                      <a16:colId xmlns:a16="http://schemas.microsoft.com/office/drawing/2014/main" val="20000"/>
                    </a:ext>
                  </a:extLst>
                </a:gridCol>
                <a:gridCol w="851266">
                  <a:extLst>
                    <a:ext uri="{9D8B030D-6E8A-4147-A177-3AD203B41FA5}">
                      <a16:colId xmlns:a16="http://schemas.microsoft.com/office/drawing/2014/main" val="20001"/>
                    </a:ext>
                  </a:extLst>
                </a:gridCol>
                <a:gridCol w="1692968">
                  <a:extLst>
                    <a:ext uri="{9D8B030D-6E8A-4147-A177-3AD203B41FA5}">
                      <a16:colId xmlns:a16="http://schemas.microsoft.com/office/drawing/2014/main" val="20002"/>
                    </a:ext>
                  </a:extLst>
                </a:gridCol>
              </a:tblGrid>
              <a:tr h="431968">
                <a:tc>
                  <a:txBody>
                    <a:bodyPr/>
                    <a:lstStyle/>
                    <a:p>
                      <a:pPr algn="ctr">
                        <a:lnSpc>
                          <a:spcPct val="100000"/>
                        </a:lnSpc>
                        <a:spcAft>
                          <a:spcPts val="0"/>
                        </a:spcAft>
                      </a:pPr>
                      <a:r>
                        <a:rPr lang="zh-CN" sz="2000" b="1" dirty="0">
                          <a:solidFill>
                            <a:schemeClr val="tx1"/>
                          </a:solidFill>
                          <a:effectLst/>
                          <a:latin typeface="+mn-lt"/>
                          <a:ea typeface="黑体" panose="02010609060101010101" pitchFamily="2" charset="-122"/>
                        </a:rPr>
                        <a:t>目的网络</a:t>
                      </a:r>
                    </a:p>
                  </a:txBody>
                  <a:tcPr marL="68579" marR="68579" marT="0" marB="0" anchor="ctr">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75000"/>
                      </a:schemeClr>
                    </a:solidFill>
                  </a:tcPr>
                </a:tc>
                <a:tc>
                  <a:txBody>
                    <a:bodyPr/>
                    <a:lstStyle/>
                    <a:p>
                      <a:pPr algn="ctr">
                        <a:lnSpc>
                          <a:spcPct val="100000"/>
                        </a:lnSpc>
                        <a:spcAft>
                          <a:spcPts val="0"/>
                        </a:spcAft>
                      </a:pPr>
                      <a:r>
                        <a:rPr lang="zh-CN" sz="2000" b="1" dirty="0">
                          <a:solidFill>
                            <a:schemeClr val="tx1"/>
                          </a:solidFill>
                          <a:effectLst/>
                          <a:latin typeface="+mn-lt"/>
                          <a:ea typeface="黑体" panose="02010609060101010101" pitchFamily="2" charset="-122"/>
                        </a:rPr>
                        <a:t>距离</a:t>
                      </a:r>
                    </a:p>
                  </a:txBody>
                  <a:tcPr marL="68579" marR="68579"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75000"/>
                      </a:schemeClr>
                    </a:solidFill>
                  </a:tcPr>
                </a:tc>
                <a:tc>
                  <a:txBody>
                    <a:bodyPr/>
                    <a:lstStyle/>
                    <a:p>
                      <a:pPr algn="ctr">
                        <a:lnSpc>
                          <a:spcPct val="100000"/>
                        </a:lnSpc>
                        <a:spcAft>
                          <a:spcPts val="0"/>
                        </a:spcAft>
                      </a:pPr>
                      <a:r>
                        <a:rPr lang="zh-CN" sz="2000" b="1" dirty="0">
                          <a:solidFill>
                            <a:schemeClr val="tx1"/>
                          </a:solidFill>
                          <a:effectLst/>
                          <a:latin typeface="+mn-lt"/>
                          <a:ea typeface="黑体" panose="02010609060101010101" pitchFamily="2" charset="-122"/>
                        </a:rPr>
                        <a:t>下一跳路由器</a:t>
                      </a:r>
                    </a:p>
                  </a:txBody>
                  <a:tcPr marL="68579" marR="68579" marT="0" marB="0" anchor="ctr">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75000"/>
                      </a:schemeClr>
                    </a:solidFill>
                  </a:tcPr>
                </a:tc>
                <a:extLst>
                  <a:ext uri="{0D108BD9-81ED-4DB2-BD59-A6C34878D82A}">
                    <a16:rowId xmlns:a16="http://schemas.microsoft.com/office/drawing/2014/main" val="10000"/>
                  </a:ext>
                </a:extLst>
              </a:tr>
              <a:tr h="304744">
                <a:tc>
                  <a:txBody>
                    <a:bodyPr/>
                    <a:lstStyle/>
                    <a:p>
                      <a:pPr algn="ctr">
                        <a:lnSpc>
                          <a:spcPct val="100000"/>
                        </a:lnSpc>
                        <a:spcAft>
                          <a:spcPts val="0"/>
                        </a:spcAft>
                      </a:pPr>
                      <a:r>
                        <a:rPr lang="en-US" sz="2000" b="1">
                          <a:solidFill>
                            <a:schemeClr val="tx1"/>
                          </a:solidFill>
                          <a:effectLst/>
                          <a:latin typeface="+mn-lt"/>
                          <a:ea typeface="黑体" panose="02010609060101010101" pitchFamily="2" charset="-122"/>
                        </a:rPr>
                        <a:t>Net2</a:t>
                      </a:r>
                      <a:endParaRPr lang="zh-CN" sz="2000" b="1">
                        <a:solidFill>
                          <a:schemeClr val="tx1"/>
                        </a:solidFill>
                        <a:effectLst/>
                        <a:latin typeface="+mn-lt"/>
                        <a:ea typeface="黑体" panose="02010609060101010101" pitchFamily="2" charset="-122"/>
                      </a:endParaRPr>
                    </a:p>
                  </a:txBody>
                  <a:tcPr marL="68579" marR="68579" marT="0" marB="0" anchor="ctr">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lnSpc>
                          <a:spcPct val="100000"/>
                        </a:lnSpc>
                        <a:spcAft>
                          <a:spcPts val="0"/>
                        </a:spcAft>
                      </a:pPr>
                      <a:r>
                        <a:rPr lang="en-US" sz="2000" b="1">
                          <a:solidFill>
                            <a:schemeClr val="tx1"/>
                          </a:solidFill>
                          <a:effectLst/>
                          <a:latin typeface="+mn-lt"/>
                          <a:ea typeface="黑体" panose="02010609060101010101" pitchFamily="2" charset="-122"/>
                        </a:rPr>
                        <a:t>3</a:t>
                      </a:r>
                      <a:endParaRPr lang="zh-CN" sz="2000" b="1">
                        <a:solidFill>
                          <a:schemeClr val="tx1"/>
                        </a:solidFill>
                        <a:effectLst/>
                        <a:latin typeface="+mn-lt"/>
                        <a:ea typeface="黑体" panose="02010609060101010101" pitchFamily="2" charset="-122"/>
                      </a:endParaRPr>
                    </a:p>
                  </a:txBody>
                  <a:tcPr marL="68579" marR="68579"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lnSpc>
                          <a:spcPct val="100000"/>
                        </a:lnSpc>
                        <a:spcAft>
                          <a:spcPts val="0"/>
                        </a:spcAft>
                      </a:pPr>
                      <a:r>
                        <a:rPr lang="en-US" sz="2000" b="1">
                          <a:solidFill>
                            <a:schemeClr val="tx1"/>
                          </a:solidFill>
                          <a:effectLst/>
                          <a:latin typeface="+mn-lt"/>
                          <a:ea typeface="黑体" panose="02010609060101010101" pitchFamily="2" charset="-122"/>
                        </a:rPr>
                        <a:t>R</a:t>
                      </a:r>
                      <a:r>
                        <a:rPr lang="en-US" sz="2000" b="1" baseline="-25000">
                          <a:solidFill>
                            <a:schemeClr val="tx1"/>
                          </a:solidFill>
                          <a:effectLst/>
                          <a:latin typeface="+mn-lt"/>
                          <a:ea typeface="黑体" panose="02010609060101010101" pitchFamily="2" charset="-122"/>
                        </a:rPr>
                        <a:t>4</a:t>
                      </a:r>
                      <a:endParaRPr lang="zh-CN" sz="2000" b="1">
                        <a:solidFill>
                          <a:schemeClr val="tx1"/>
                        </a:solidFill>
                        <a:effectLst/>
                        <a:latin typeface="+mn-lt"/>
                        <a:ea typeface="黑体" panose="02010609060101010101" pitchFamily="2" charset="-122"/>
                      </a:endParaRPr>
                    </a:p>
                  </a:txBody>
                  <a:tcPr marL="68579" marR="68579" marT="0" marB="0" anchor="ctr">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1"/>
                  </a:ext>
                </a:extLst>
              </a:tr>
              <a:tr h="304744">
                <a:tc>
                  <a:txBody>
                    <a:bodyPr/>
                    <a:lstStyle/>
                    <a:p>
                      <a:pPr algn="ctr">
                        <a:lnSpc>
                          <a:spcPct val="100000"/>
                        </a:lnSpc>
                        <a:spcAft>
                          <a:spcPts val="0"/>
                        </a:spcAft>
                      </a:pPr>
                      <a:r>
                        <a:rPr lang="en-US" sz="2000" b="1">
                          <a:solidFill>
                            <a:schemeClr val="tx1"/>
                          </a:solidFill>
                          <a:effectLst/>
                          <a:latin typeface="+mn-lt"/>
                          <a:ea typeface="黑体" panose="02010609060101010101" pitchFamily="2" charset="-122"/>
                        </a:rPr>
                        <a:t>Net3</a:t>
                      </a:r>
                      <a:endParaRPr lang="zh-CN" sz="2000" b="1">
                        <a:solidFill>
                          <a:schemeClr val="tx1"/>
                        </a:solidFill>
                        <a:effectLst/>
                        <a:latin typeface="+mn-lt"/>
                        <a:ea typeface="黑体" panose="02010609060101010101" pitchFamily="2" charset="-122"/>
                      </a:endParaRPr>
                    </a:p>
                  </a:txBody>
                  <a:tcPr marL="68579" marR="68579" marT="0" marB="0" anchor="ctr">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lnSpc>
                          <a:spcPct val="100000"/>
                        </a:lnSpc>
                        <a:spcAft>
                          <a:spcPts val="0"/>
                        </a:spcAft>
                      </a:pPr>
                      <a:r>
                        <a:rPr lang="en-US" sz="2000" b="1" dirty="0">
                          <a:solidFill>
                            <a:schemeClr val="tx1"/>
                          </a:solidFill>
                          <a:effectLst/>
                          <a:latin typeface="+mn-lt"/>
                          <a:ea typeface="黑体" panose="02010609060101010101" pitchFamily="2" charset="-122"/>
                        </a:rPr>
                        <a:t>4</a:t>
                      </a:r>
                      <a:endParaRPr lang="zh-CN" sz="2000" b="1" dirty="0">
                        <a:solidFill>
                          <a:schemeClr val="tx1"/>
                        </a:solidFill>
                        <a:effectLst/>
                        <a:latin typeface="+mn-lt"/>
                        <a:ea typeface="黑体" panose="02010609060101010101" pitchFamily="2" charset="-122"/>
                      </a:endParaRPr>
                    </a:p>
                  </a:txBody>
                  <a:tcPr marL="68579" marR="68579"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lnSpc>
                          <a:spcPct val="100000"/>
                        </a:lnSpc>
                        <a:spcAft>
                          <a:spcPts val="0"/>
                        </a:spcAft>
                      </a:pPr>
                      <a:r>
                        <a:rPr lang="en-US" sz="2000" b="1">
                          <a:solidFill>
                            <a:schemeClr val="tx1"/>
                          </a:solidFill>
                          <a:effectLst/>
                          <a:latin typeface="+mn-lt"/>
                          <a:ea typeface="黑体" panose="02010609060101010101" pitchFamily="2" charset="-122"/>
                        </a:rPr>
                        <a:t>R</a:t>
                      </a:r>
                      <a:r>
                        <a:rPr lang="en-US" sz="2000" b="1" baseline="-25000">
                          <a:solidFill>
                            <a:schemeClr val="tx1"/>
                          </a:solidFill>
                          <a:effectLst/>
                          <a:latin typeface="+mn-lt"/>
                          <a:ea typeface="黑体" panose="02010609060101010101" pitchFamily="2" charset="-122"/>
                        </a:rPr>
                        <a:t>5</a:t>
                      </a:r>
                      <a:endParaRPr lang="zh-CN" sz="2000" b="1">
                        <a:solidFill>
                          <a:schemeClr val="tx1"/>
                        </a:solidFill>
                        <a:effectLst/>
                        <a:latin typeface="+mn-lt"/>
                        <a:ea typeface="黑体" panose="02010609060101010101" pitchFamily="2" charset="-122"/>
                      </a:endParaRPr>
                    </a:p>
                  </a:txBody>
                  <a:tcPr marL="68579" marR="68579" marT="0" marB="0" anchor="ctr">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2"/>
                  </a:ext>
                </a:extLst>
              </a:tr>
              <a:tr h="304744">
                <a:tc>
                  <a:txBody>
                    <a:bodyPr/>
                    <a:lstStyle/>
                    <a:p>
                      <a:pPr algn="ctr">
                        <a:lnSpc>
                          <a:spcPct val="100000"/>
                        </a:lnSpc>
                        <a:spcAft>
                          <a:spcPts val="0"/>
                        </a:spcAft>
                      </a:pPr>
                      <a:r>
                        <a:rPr lang="en-US" sz="2000" b="1">
                          <a:solidFill>
                            <a:schemeClr val="tx1"/>
                          </a:solidFill>
                          <a:effectLst/>
                          <a:latin typeface="+mn-lt"/>
                          <a:ea typeface="黑体" panose="02010609060101010101" pitchFamily="2" charset="-122"/>
                        </a:rPr>
                        <a:t>…</a:t>
                      </a:r>
                      <a:endParaRPr lang="zh-CN" sz="2000" b="1">
                        <a:solidFill>
                          <a:schemeClr val="tx1"/>
                        </a:solidFill>
                        <a:effectLst/>
                        <a:latin typeface="+mn-lt"/>
                        <a:ea typeface="黑体" panose="02010609060101010101" pitchFamily="2" charset="-122"/>
                      </a:endParaRPr>
                    </a:p>
                  </a:txBody>
                  <a:tcPr marL="68579" marR="68579" marT="0" marB="0" anchor="ctr">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noFill/>
                  </a:tcPr>
                </a:tc>
                <a:tc>
                  <a:txBody>
                    <a:bodyPr/>
                    <a:lstStyle/>
                    <a:p>
                      <a:pPr algn="ctr">
                        <a:lnSpc>
                          <a:spcPct val="100000"/>
                        </a:lnSpc>
                        <a:spcAft>
                          <a:spcPts val="0"/>
                        </a:spcAft>
                      </a:pPr>
                      <a:r>
                        <a:rPr lang="en-US" sz="2000" b="1">
                          <a:solidFill>
                            <a:schemeClr val="tx1"/>
                          </a:solidFill>
                          <a:effectLst/>
                          <a:latin typeface="+mn-lt"/>
                          <a:ea typeface="黑体" panose="02010609060101010101" pitchFamily="2" charset="-122"/>
                        </a:rPr>
                        <a:t>…</a:t>
                      </a:r>
                      <a:endParaRPr lang="zh-CN" sz="2000" b="1">
                        <a:solidFill>
                          <a:schemeClr val="tx1"/>
                        </a:solidFill>
                        <a:effectLst/>
                        <a:latin typeface="+mn-lt"/>
                        <a:ea typeface="黑体" panose="02010609060101010101" pitchFamily="2" charset="-122"/>
                      </a:endParaRPr>
                    </a:p>
                  </a:txBody>
                  <a:tcPr marL="68579" marR="68579"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noFill/>
                  </a:tcPr>
                </a:tc>
                <a:tc>
                  <a:txBody>
                    <a:bodyPr/>
                    <a:lstStyle/>
                    <a:p>
                      <a:pPr algn="ctr">
                        <a:lnSpc>
                          <a:spcPct val="100000"/>
                        </a:lnSpc>
                        <a:spcAft>
                          <a:spcPts val="0"/>
                        </a:spcAft>
                      </a:pPr>
                      <a:r>
                        <a:rPr lang="en-US" sz="2000" b="1" dirty="0">
                          <a:solidFill>
                            <a:schemeClr val="tx1"/>
                          </a:solidFill>
                          <a:effectLst/>
                          <a:latin typeface="+mn-lt"/>
                          <a:ea typeface="黑体" panose="02010609060101010101" pitchFamily="2" charset="-122"/>
                        </a:rPr>
                        <a:t>…</a:t>
                      </a:r>
                      <a:endParaRPr lang="zh-CN" sz="2000" b="1" dirty="0">
                        <a:solidFill>
                          <a:schemeClr val="tx1"/>
                        </a:solidFill>
                        <a:effectLst/>
                        <a:latin typeface="+mn-lt"/>
                        <a:ea typeface="黑体" panose="02010609060101010101" pitchFamily="2" charset="-122"/>
                      </a:endParaRPr>
                    </a:p>
                  </a:txBody>
                  <a:tcPr marL="68579" marR="68579" marT="0" marB="0" anchor="ctr">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3"/>
                  </a:ext>
                </a:extLst>
              </a:tr>
            </a:tbl>
          </a:graphicData>
        </a:graphic>
      </p:graphicFrame>
      <p:graphicFrame>
        <p:nvGraphicFramePr>
          <p:cNvPr id="4" name="表格 3"/>
          <p:cNvGraphicFramePr>
            <a:graphicFrameLocks noGrp="1"/>
          </p:cNvGraphicFramePr>
          <p:nvPr/>
        </p:nvGraphicFramePr>
        <p:xfrm>
          <a:off x="5816600" y="2154238"/>
          <a:ext cx="3889374" cy="1346368"/>
        </p:xfrm>
        <a:graphic>
          <a:graphicData uri="http://schemas.openxmlformats.org/drawingml/2006/table">
            <a:tbl>
              <a:tblPr firstRow="1" firstCol="1" lastRow="1" lastCol="1" bandRow="1" bandCol="1">
                <a:tableStyleId>{5C22544A-7EE6-4342-B048-85BDC9FD1C3A}</a:tableStyleId>
              </a:tblPr>
              <a:tblGrid>
                <a:gridCol w="1296458">
                  <a:extLst>
                    <a:ext uri="{9D8B030D-6E8A-4147-A177-3AD203B41FA5}">
                      <a16:colId xmlns:a16="http://schemas.microsoft.com/office/drawing/2014/main" val="20000"/>
                    </a:ext>
                  </a:extLst>
                </a:gridCol>
                <a:gridCol w="867555">
                  <a:extLst>
                    <a:ext uri="{9D8B030D-6E8A-4147-A177-3AD203B41FA5}">
                      <a16:colId xmlns:a16="http://schemas.microsoft.com/office/drawing/2014/main" val="20001"/>
                    </a:ext>
                  </a:extLst>
                </a:gridCol>
                <a:gridCol w="1725361">
                  <a:extLst>
                    <a:ext uri="{9D8B030D-6E8A-4147-A177-3AD203B41FA5}">
                      <a16:colId xmlns:a16="http://schemas.microsoft.com/office/drawing/2014/main" val="20002"/>
                    </a:ext>
                  </a:extLst>
                </a:gridCol>
              </a:tblGrid>
              <a:tr h="431968">
                <a:tc>
                  <a:txBody>
                    <a:bodyPr/>
                    <a:lstStyle/>
                    <a:p>
                      <a:pPr algn="ctr">
                        <a:lnSpc>
                          <a:spcPct val="100000"/>
                        </a:lnSpc>
                        <a:spcAft>
                          <a:spcPts val="0"/>
                        </a:spcAft>
                      </a:pPr>
                      <a:r>
                        <a:rPr lang="zh-CN" sz="2000" b="1" dirty="0">
                          <a:solidFill>
                            <a:schemeClr val="tx1"/>
                          </a:solidFill>
                          <a:effectLst/>
                          <a:latin typeface="+mn-lt"/>
                          <a:ea typeface="黑体" panose="02010609060101010101" pitchFamily="2" charset="-122"/>
                        </a:rPr>
                        <a:t>目的网络</a:t>
                      </a:r>
                    </a:p>
                  </a:txBody>
                  <a:tcPr marL="68597" marR="68597" marT="0" marB="0" anchor="ctr">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75000"/>
                      </a:schemeClr>
                    </a:solidFill>
                  </a:tcPr>
                </a:tc>
                <a:tc>
                  <a:txBody>
                    <a:bodyPr/>
                    <a:lstStyle/>
                    <a:p>
                      <a:pPr algn="ctr">
                        <a:lnSpc>
                          <a:spcPct val="100000"/>
                        </a:lnSpc>
                        <a:spcAft>
                          <a:spcPts val="0"/>
                        </a:spcAft>
                      </a:pPr>
                      <a:r>
                        <a:rPr lang="zh-CN" sz="2000" b="1" dirty="0">
                          <a:solidFill>
                            <a:schemeClr val="tx1"/>
                          </a:solidFill>
                          <a:effectLst/>
                          <a:latin typeface="+mn-lt"/>
                          <a:ea typeface="黑体" panose="02010609060101010101" pitchFamily="2" charset="-122"/>
                        </a:rPr>
                        <a:t>距离</a:t>
                      </a:r>
                    </a:p>
                  </a:txBody>
                  <a:tcPr marL="68597" marR="68597"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75000"/>
                      </a:schemeClr>
                    </a:solidFill>
                  </a:tcPr>
                </a:tc>
                <a:tc>
                  <a:txBody>
                    <a:bodyPr/>
                    <a:lstStyle/>
                    <a:p>
                      <a:pPr algn="ctr">
                        <a:lnSpc>
                          <a:spcPct val="100000"/>
                        </a:lnSpc>
                        <a:spcAft>
                          <a:spcPts val="0"/>
                        </a:spcAft>
                      </a:pPr>
                      <a:r>
                        <a:rPr lang="zh-CN" sz="2000" b="1" dirty="0">
                          <a:solidFill>
                            <a:schemeClr val="tx1"/>
                          </a:solidFill>
                          <a:effectLst/>
                          <a:latin typeface="+mn-lt"/>
                          <a:ea typeface="黑体" panose="02010609060101010101" pitchFamily="2" charset="-122"/>
                        </a:rPr>
                        <a:t>下一跳路由器</a:t>
                      </a:r>
                    </a:p>
                  </a:txBody>
                  <a:tcPr marL="68597" marR="68597" marT="0" marB="0" anchor="ctr">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75000"/>
                      </a:schemeClr>
                    </a:solidFill>
                  </a:tcPr>
                </a:tc>
                <a:extLst>
                  <a:ext uri="{0D108BD9-81ED-4DB2-BD59-A6C34878D82A}">
                    <a16:rowId xmlns:a16="http://schemas.microsoft.com/office/drawing/2014/main" val="10000"/>
                  </a:ext>
                </a:extLst>
              </a:tr>
              <a:tr h="304744">
                <a:tc>
                  <a:txBody>
                    <a:bodyPr/>
                    <a:lstStyle/>
                    <a:p>
                      <a:pPr algn="ctr">
                        <a:lnSpc>
                          <a:spcPct val="100000"/>
                        </a:lnSpc>
                        <a:spcAft>
                          <a:spcPts val="0"/>
                        </a:spcAft>
                      </a:pPr>
                      <a:r>
                        <a:rPr lang="en-US" sz="2000" b="1">
                          <a:solidFill>
                            <a:schemeClr val="tx1"/>
                          </a:solidFill>
                          <a:effectLst/>
                          <a:latin typeface="+mn-lt"/>
                          <a:ea typeface="黑体" panose="02010609060101010101" pitchFamily="2" charset="-122"/>
                        </a:rPr>
                        <a:t>Net1</a:t>
                      </a:r>
                      <a:endParaRPr lang="zh-CN" sz="2000" b="1">
                        <a:solidFill>
                          <a:schemeClr val="tx1"/>
                        </a:solidFill>
                        <a:effectLst/>
                        <a:latin typeface="+mn-lt"/>
                        <a:ea typeface="黑体" panose="02010609060101010101" pitchFamily="2" charset="-122"/>
                      </a:endParaRPr>
                    </a:p>
                  </a:txBody>
                  <a:tcPr marL="68597" marR="68597" marT="0" marB="0" anchor="ctr">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lnSpc>
                          <a:spcPct val="100000"/>
                        </a:lnSpc>
                        <a:spcAft>
                          <a:spcPts val="0"/>
                        </a:spcAft>
                      </a:pPr>
                      <a:r>
                        <a:rPr lang="en-US" sz="2000" b="1">
                          <a:solidFill>
                            <a:schemeClr val="tx1"/>
                          </a:solidFill>
                          <a:effectLst/>
                          <a:latin typeface="+mn-lt"/>
                          <a:ea typeface="黑体" panose="02010609060101010101" pitchFamily="2" charset="-122"/>
                        </a:rPr>
                        <a:t>3</a:t>
                      </a:r>
                      <a:endParaRPr lang="zh-CN" sz="2000" b="1">
                        <a:solidFill>
                          <a:schemeClr val="tx1"/>
                        </a:solidFill>
                        <a:effectLst/>
                        <a:latin typeface="+mn-lt"/>
                        <a:ea typeface="黑体" panose="02010609060101010101" pitchFamily="2" charset="-122"/>
                      </a:endParaRPr>
                    </a:p>
                  </a:txBody>
                  <a:tcPr marL="68597" marR="68597"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lnSpc>
                          <a:spcPct val="100000"/>
                        </a:lnSpc>
                        <a:spcAft>
                          <a:spcPts val="0"/>
                        </a:spcAft>
                      </a:pPr>
                      <a:r>
                        <a:rPr lang="en-US" sz="2000" b="1">
                          <a:solidFill>
                            <a:schemeClr val="tx1"/>
                          </a:solidFill>
                          <a:effectLst/>
                          <a:latin typeface="+mn-lt"/>
                          <a:ea typeface="黑体" panose="02010609060101010101" pitchFamily="2" charset="-122"/>
                        </a:rPr>
                        <a:t>R</a:t>
                      </a:r>
                      <a:r>
                        <a:rPr lang="en-US" sz="2000" b="1" baseline="-25000">
                          <a:solidFill>
                            <a:schemeClr val="tx1"/>
                          </a:solidFill>
                          <a:effectLst/>
                          <a:latin typeface="+mn-lt"/>
                          <a:ea typeface="黑体" panose="02010609060101010101" pitchFamily="2" charset="-122"/>
                        </a:rPr>
                        <a:t>1</a:t>
                      </a:r>
                      <a:endParaRPr lang="zh-CN" sz="2000" b="1">
                        <a:solidFill>
                          <a:schemeClr val="tx1"/>
                        </a:solidFill>
                        <a:effectLst/>
                        <a:latin typeface="+mn-lt"/>
                        <a:ea typeface="黑体" panose="02010609060101010101" pitchFamily="2" charset="-122"/>
                      </a:endParaRPr>
                    </a:p>
                  </a:txBody>
                  <a:tcPr marL="68597" marR="68597" marT="0" marB="0" anchor="ctr">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1"/>
                  </a:ext>
                </a:extLst>
              </a:tr>
              <a:tr h="304744">
                <a:tc>
                  <a:txBody>
                    <a:bodyPr/>
                    <a:lstStyle/>
                    <a:p>
                      <a:pPr algn="ctr">
                        <a:lnSpc>
                          <a:spcPct val="100000"/>
                        </a:lnSpc>
                        <a:spcAft>
                          <a:spcPts val="0"/>
                        </a:spcAft>
                      </a:pPr>
                      <a:r>
                        <a:rPr lang="en-US" sz="2000" b="1">
                          <a:solidFill>
                            <a:schemeClr val="tx1"/>
                          </a:solidFill>
                          <a:effectLst/>
                          <a:latin typeface="+mn-lt"/>
                          <a:ea typeface="黑体" panose="02010609060101010101" pitchFamily="2" charset="-122"/>
                        </a:rPr>
                        <a:t>Net2</a:t>
                      </a:r>
                      <a:endParaRPr lang="zh-CN" sz="2000" b="1">
                        <a:solidFill>
                          <a:schemeClr val="tx1"/>
                        </a:solidFill>
                        <a:effectLst/>
                        <a:latin typeface="+mn-lt"/>
                        <a:ea typeface="黑体" panose="02010609060101010101" pitchFamily="2" charset="-122"/>
                      </a:endParaRPr>
                    </a:p>
                  </a:txBody>
                  <a:tcPr marL="68597" marR="68597" marT="0" marB="0" anchor="ctr">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lnSpc>
                          <a:spcPct val="100000"/>
                        </a:lnSpc>
                        <a:spcAft>
                          <a:spcPts val="0"/>
                        </a:spcAft>
                      </a:pPr>
                      <a:r>
                        <a:rPr lang="en-US" sz="2000" b="1">
                          <a:solidFill>
                            <a:schemeClr val="tx1"/>
                          </a:solidFill>
                          <a:effectLst/>
                          <a:latin typeface="+mn-lt"/>
                          <a:ea typeface="黑体" panose="02010609060101010101" pitchFamily="2" charset="-122"/>
                        </a:rPr>
                        <a:t>4</a:t>
                      </a:r>
                      <a:endParaRPr lang="zh-CN" sz="2000" b="1">
                        <a:solidFill>
                          <a:schemeClr val="tx1"/>
                        </a:solidFill>
                        <a:effectLst/>
                        <a:latin typeface="+mn-lt"/>
                        <a:ea typeface="黑体" panose="02010609060101010101" pitchFamily="2" charset="-122"/>
                      </a:endParaRPr>
                    </a:p>
                  </a:txBody>
                  <a:tcPr marL="68597" marR="68597"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lnSpc>
                          <a:spcPct val="100000"/>
                        </a:lnSpc>
                        <a:spcAft>
                          <a:spcPts val="0"/>
                        </a:spcAft>
                      </a:pPr>
                      <a:r>
                        <a:rPr lang="en-US" sz="2000" b="1">
                          <a:solidFill>
                            <a:schemeClr val="tx1"/>
                          </a:solidFill>
                          <a:effectLst/>
                          <a:latin typeface="+mn-lt"/>
                          <a:ea typeface="黑体" panose="02010609060101010101" pitchFamily="2" charset="-122"/>
                        </a:rPr>
                        <a:t>R</a:t>
                      </a:r>
                      <a:r>
                        <a:rPr lang="en-US" sz="2000" b="1" baseline="-25000">
                          <a:solidFill>
                            <a:schemeClr val="tx1"/>
                          </a:solidFill>
                          <a:effectLst/>
                          <a:latin typeface="+mn-lt"/>
                          <a:ea typeface="黑体" panose="02010609060101010101" pitchFamily="2" charset="-122"/>
                        </a:rPr>
                        <a:t>2</a:t>
                      </a:r>
                      <a:endParaRPr lang="zh-CN" sz="2000" b="1">
                        <a:solidFill>
                          <a:schemeClr val="tx1"/>
                        </a:solidFill>
                        <a:effectLst/>
                        <a:latin typeface="+mn-lt"/>
                        <a:ea typeface="黑体" panose="02010609060101010101" pitchFamily="2" charset="-122"/>
                      </a:endParaRPr>
                    </a:p>
                  </a:txBody>
                  <a:tcPr marL="68597" marR="68597" marT="0" marB="0" anchor="ctr">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2"/>
                  </a:ext>
                </a:extLst>
              </a:tr>
              <a:tr h="304744">
                <a:tc>
                  <a:txBody>
                    <a:bodyPr/>
                    <a:lstStyle/>
                    <a:p>
                      <a:pPr algn="ctr">
                        <a:lnSpc>
                          <a:spcPct val="100000"/>
                        </a:lnSpc>
                        <a:spcAft>
                          <a:spcPts val="0"/>
                        </a:spcAft>
                      </a:pPr>
                      <a:r>
                        <a:rPr lang="en-US" sz="2000" b="1">
                          <a:solidFill>
                            <a:schemeClr val="tx1"/>
                          </a:solidFill>
                          <a:effectLst/>
                          <a:latin typeface="+mn-lt"/>
                          <a:ea typeface="黑体" panose="02010609060101010101" pitchFamily="2" charset="-122"/>
                        </a:rPr>
                        <a:t>Net3</a:t>
                      </a:r>
                      <a:endParaRPr lang="zh-CN" sz="2000" b="1">
                        <a:solidFill>
                          <a:schemeClr val="tx1"/>
                        </a:solidFill>
                        <a:effectLst/>
                        <a:latin typeface="+mn-lt"/>
                        <a:ea typeface="黑体" panose="02010609060101010101" pitchFamily="2" charset="-122"/>
                      </a:endParaRPr>
                    </a:p>
                  </a:txBody>
                  <a:tcPr marL="68597" marR="68597" marT="0" marB="0" anchor="ctr">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noFill/>
                  </a:tcPr>
                </a:tc>
                <a:tc>
                  <a:txBody>
                    <a:bodyPr/>
                    <a:lstStyle/>
                    <a:p>
                      <a:pPr algn="ctr">
                        <a:lnSpc>
                          <a:spcPct val="100000"/>
                        </a:lnSpc>
                        <a:spcAft>
                          <a:spcPts val="0"/>
                        </a:spcAft>
                      </a:pPr>
                      <a:r>
                        <a:rPr lang="en-US" sz="2000" b="1" dirty="0">
                          <a:solidFill>
                            <a:schemeClr val="tx1"/>
                          </a:solidFill>
                          <a:effectLst/>
                          <a:latin typeface="+mn-lt"/>
                          <a:ea typeface="黑体" panose="02010609060101010101" pitchFamily="2" charset="-122"/>
                        </a:rPr>
                        <a:t>1</a:t>
                      </a:r>
                      <a:endParaRPr lang="zh-CN" sz="2000" b="1" dirty="0">
                        <a:solidFill>
                          <a:schemeClr val="tx1"/>
                        </a:solidFill>
                        <a:effectLst/>
                        <a:latin typeface="+mn-lt"/>
                        <a:ea typeface="黑体" panose="02010609060101010101" pitchFamily="2" charset="-122"/>
                      </a:endParaRPr>
                    </a:p>
                  </a:txBody>
                  <a:tcPr marL="68597" marR="68597"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noFill/>
                  </a:tcPr>
                </a:tc>
                <a:tc>
                  <a:txBody>
                    <a:bodyPr/>
                    <a:lstStyle/>
                    <a:p>
                      <a:pPr algn="ctr">
                        <a:lnSpc>
                          <a:spcPct val="100000"/>
                        </a:lnSpc>
                        <a:spcAft>
                          <a:spcPts val="0"/>
                        </a:spcAft>
                      </a:pPr>
                      <a:r>
                        <a:rPr lang="zh-CN" sz="2000" b="1" dirty="0">
                          <a:solidFill>
                            <a:schemeClr val="tx1"/>
                          </a:solidFill>
                          <a:effectLst/>
                          <a:latin typeface="+mn-lt"/>
                          <a:ea typeface="黑体" panose="02010609060101010101" pitchFamily="2" charset="-122"/>
                        </a:rPr>
                        <a:t>直接交付</a:t>
                      </a:r>
                    </a:p>
                  </a:txBody>
                  <a:tcPr marL="68597" marR="68597" marT="0" marB="0" anchor="ctr">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3"/>
                  </a:ext>
                </a:extLst>
              </a:tr>
            </a:tbl>
          </a:graphicData>
        </a:graphic>
      </p:graphicFrame>
      <p:graphicFrame>
        <p:nvGraphicFramePr>
          <p:cNvPr id="5" name="表格 4"/>
          <p:cNvGraphicFramePr>
            <a:graphicFrameLocks noGrp="1"/>
          </p:cNvGraphicFramePr>
          <p:nvPr/>
        </p:nvGraphicFramePr>
        <p:xfrm>
          <a:off x="5816600" y="4530725"/>
          <a:ext cx="3889374" cy="1346368"/>
        </p:xfrm>
        <a:graphic>
          <a:graphicData uri="http://schemas.openxmlformats.org/drawingml/2006/table">
            <a:tbl>
              <a:tblPr firstRow="1" firstCol="1" lastRow="1" lastCol="1" bandRow="1" bandCol="1">
                <a:tableStyleId>{5C22544A-7EE6-4342-B048-85BDC9FD1C3A}</a:tableStyleId>
              </a:tblPr>
              <a:tblGrid>
                <a:gridCol w="1296458">
                  <a:extLst>
                    <a:ext uri="{9D8B030D-6E8A-4147-A177-3AD203B41FA5}">
                      <a16:colId xmlns:a16="http://schemas.microsoft.com/office/drawing/2014/main" val="20000"/>
                    </a:ext>
                  </a:extLst>
                </a:gridCol>
                <a:gridCol w="867554">
                  <a:extLst>
                    <a:ext uri="{9D8B030D-6E8A-4147-A177-3AD203B41FA5}">
                      <a16:colId xmlns:a16="http://schemas.microsoft.com/office/drawing/2014/main" val="20001"/>
                    </a:ext>
                  </a:extLst>
                </a:gridCol>
                <a:gridCol w="1725362">
                  <a:extLst>
                    <a:ext uri="{9D8B030D-6E8A-4147-A177-3AD203B41FA5}">
                      <a16:colId xmlns:a16="http://schemas.microsoft.com/office/drawing/2014/main" val="20002"/>
                    </a:ext>
                  </a:extLst>
                </a:gridCol>
              </a:tblGrid>
              <a:tr h="431968">
                <a:tc>
                  <a:txBody>
                    <a:bodyPr/>
                    <a:lstStyle/>
                    <a:p>
                      <a:pPr algn="ctr">
                        <a:lnSpc>
                          <a:spcPct val="100000"/>
                        </a:lnSpc>
                        <a:spcAft>
                          <a:spcPts val="0"/>
                        </a:spcAft>
                      </a:pPr>
                      <a:r>
                        <a:rPr lang="zh-CN" sz="2000" b="1" dirty="0">
                          <a:solidFill>
                            <a:schemeClr val="tx1"/>
                          </a:solidFill>
                          <a:effectLst/>
                          <a:latin typeface="+mn-lt"/>
                          <a:ea typeface="黑体" panose="02010609060101010101" pitchFamily="2" charset="-122"/>
                        </a:rPr>
                        <a:t>目的网络</a:t>
                      </a:r>
                    </a:p>
                  </a:txBody>
                  <a:tcPr marL="68597" marR="68597" marT="0" marB="0" anchor="ctr">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66FF66"/>
                    </a:solidFill>
                  </a:tcPr>
                </a:tc>
                <a:tc>
                  <a:txBody>
                    <a:bodyPr/>
                    <a:lstStyle/>
                    <a:p>
                      <a:pPr algn="ctr">
                        <a:lnSpc>
                          <a:spcPct val="100000"/>
                        </a:lnSpc>
                        <a:spcAft>
                          <a:spcPts val="0"/>
                        </a:spcAft>
                      </a:pPr>
                      <a:r>
                        <a:rPr lang="zh-CN" sz="2000" b="1">
                          <a:solidFill>
                            <a:schemeClr val="tx1"/>
                          </a:solidFill>
                          <a:effectLst/>
                          <a:latin typeface="+mn-lt"/>
                          <a:ea typeface="黑体" panose="02010609060101010101" pitchFamily="2" charset="-122"/>
                        </a:rPr>
                        <a:t>距离</a:t>
                      </a:r>
                    </a:p>
                  </a:txBody>
                  <a:tcPr marL="68597" marR="68597"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66FF66"/>
                    </a:solidFill>
                  </a:tcPr>
                </a:tc>
                <a:tc>
                  <a:txBody>
                    <a:bodyPr/>
                    <a:lstStyle/>
                    <a:p>
                      <a:pPr algn="ctr">
                        <a:lnSpc>
                          <a:spcPct val="100000"/>
                        </a:lnSpc>
                        <a:spcAft>
                          <a:spcPts val="0"/>
                        </a:spcAft>
                      </a:pPr>
                      <a:r>
                        <a:rPr lang="zh-CN" sz="2000" b="1" dirty="0">
                          <a:solidFill>
                            <a:schemeClr val="tx1"/>
                          </a:solidFill>
                          <a:effectLst/>
                          <a:latin typeface="+mn-lt"/>
                          <a:ea typeface="黑体" panose="02010609060101010101" pitchFamily="2" charset="-122"/>
                        </a:rPr>
                        <a:t>下一跳路由器</a:t>
                      </a:r>
                    </a:p>
                  </a:txBody>
                  <a:tcPr marL="68597" marR="68597" marT="0" marB="0" anchor="ctr">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66FF66"/>
                    </a:solidFill>
                  </a:tcPr>
                </a:tc>
                <a:extLst>
                  <a:ext uri="{0D108BD9-81ED-4DB2-BD59-A6C34878D82A}">
                    <a16:rowId xmlns:a16="http://schemas.microsoft.com/office/drawing/2014/main" val="10000"/>
                  </a:ext>
                </a:extLst>
              </a:tr>
              <a:tr h="304744">
                <a:tc>
                  <a:txBody>
                    <a:bodyPr/>
                    <a:lstStyle/>
                    <a:p>
                      <a:pPr algn="ctr">
                        <a:lnSpc>
                          <a:spcPct val="100000"/>
                        </a:lnSpc>
                        <a:spcAft>
                          <a:spcPts val="0"/>
                        </a:spcAft>
                      </a:pPr>
                      <a:r>
                        <a:rPr lang="en-US" sz="2000" b="1" dirty="0">
                          <a:solidFill>
                            <a:schemeClr val="tx1"/>
                          </a:solidFill>
                          <a:effectLst/>
                          <a:latin typeface="+mn-lt"/>
                          <a:ea typeface="黑体" panose="02010609060101010101" pitchFamily="2" charset="-122"/>
                        </a:rPr>
                        <a:t>Net1</a:t>
                      </a:r>
                      <a:endParaRPr lang="zh-CN" sz="2000" b="1" dirty="0">
                        <a:solidFill>
                          <a:schemeClr val="tx1"/>
                        </a:solidFill>
                        <a:effectLst/>
                        <a:latin typeface="+mn-lt"/>
                        <a:ea typeface="黑体" panose="02010609060101010101" pitchFamily="2" charset="-122"/>
                      </a:endParaRPr>
                    </a:p>
                  </a:txBody>
                  <a:tcPr marL="68597" marR="68597" marT="0" marB="0" anchor="ctr">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lnSpc>
                          <a:spcPct val="100000"/>
                        </a:lnSpc>
                        <a:spcAft>
                          <a:spcPts val="0"/>
                        </a:spcAft>
                      </a:pPr>
                      <a:r>
                        <a:rPr lang="en-US" sz="2000" b="1">
                          <a:solidFill>
                            <a:schemeClr val="tx1"/>
                          </a:solidFill>
                          <a:effectLst/>
                          <a:latin typeface="+mn-lt"/>
                          <a:ea typeface="黑体" panose="02010609060101010101" pitchFamily="2" charset="-122"/>
                        </a:rPr>
                        <a:t>4</a:t>
                      </a:r>
                      <a:endParaRPr lang="zh-CN" sz="2000" b="1">
                        <a:solidFill>
                          <a:schemeClr val="tx1"/>
                        </a:solidFill>
                        <a:effectLst/>
                        <a:latin typeface="+mn-lt"/>
                        <a:ea typeface="黑体" panose="02010609060101010101" pitchFamily="2" charset="-122"/>
                      </a:endParaRPr>
                    </a:p>
                  </a:txBody>
                  <a:tcPr marL="68597" marR="68597"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lnSpc>
                          <a:spcPct val="100000"/>
                        </a:lnSpc>
                        <a:spcAft>
                          <a:spcPts val="0"/>
                        </a:spcAft>
                      </a:pPr>
                      <a:r>
                        <a:rPr lang="en-US" sz="2000" b="1" dirty="0">
                          <a:solidFill>
                            <a:schemeClr val="tx1"/>
                          </a:solidFill>
                          <a:effectLst/>
                          <a:latin typeface="+mn-lt"/>
                          <a:ea typeface="黑体" panose="02010609060101010101" pitchFamily="2" charset="-122"/>
                        </a:rPr>
                        <a:t>R</a:t>
                      </a:r>
                      <a:r>
                        <a:rPr lang="en-US" sz="2000" b="1" baseline="-25000" dirty="0">
                          <a:solidFill>
                            <a:schemeClr val="tx1"/>
                          </a:solidFill>
                          <a:effectLst/>
                          <a:latin typeface="+mn-lt"/>
                          <a:ea typeface="黑体" panose="02010609060101010101" pitchFamily="2" charset="-122"/>
                        </a:rPr>
                        <a:t>4</a:t>
                      </a:r>
                      <a:endParaRPr lang="zh-CN" sz="2000" b="1" dirty="0">
                        <a:solidFill>
                          <a:schemeClr val="tx1"/>
                        </a:solidFill>
                        <a:effectLst/>
                        <a:latin typeface="+mn-lt"/>
                        <a:ea typeface="黑体" panose="02010609060101010101" pitchFamily="2" charset="-122"/>
                      </a:endParaRPr>
                    </a:p>
                  </a:txBody>
                  <a:tcPr marL="68597" marR="68597" marT="0" marB="0" anchor="ctr">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1"/>
                  </a:ext>
                </a:extLst>
              </a:tr>
              <a:tr h="304744">
                <a:tc>
                  <a:txBody>
                    <a:bodyPr/>
                    <a:lstStyle/>
                    <a:p>
                      <a:pPr algn="ctr">
                        <a:lnSpc>
                          <a:spcPct val="100000"/>
                        </a:lnSpc>
                        <a:spcAft>
                          <a:spcPts val="0"/>
                        </a:spcAft>
                      </a:pPr>
                      <a:r>
                        <a:rPr lang="en-US" sz="2000" b="1" dirty="0">
                          <a:solidFill>
                            <a:schemeClr val="tx1"/>
                          </a:solidFill>
                          <a:effectLst/>
                          <a:latin typeface="+mn-lt"/>
                          <a:ea typeface="黑体" panose="02010609060101010101" pitchFamily="2" charset="-122"/>
                        </a:rPr>
                        <a:t>Net2</a:t>
                      </a:r>
                      <a:endParaRPr lang="zh-CN" sz="2000" b="1" dirty="0">
                        <a:solidFill>
                          <a:schemeClr val="tx1"/>
                        </a:solidFill>
                        <a:effectLst/>
                        <a:latin typeface="+mn-lt"/>
                        <a:ea typeface="黑体" panose="02010609060101010101" pitchFamily="2" charset="-122"/>
                      </a:endParaRPr>
                    </a:p>
                  </a:txBody>
                  <a:tcPr marL="68597" marR="68597" marT="0" marB="0" anchor="ctr">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lnSpc>
                          <a:spcPct val="100000"/>
                        </a:lnSpc>
                        <a:spcAft>
                          <a:spcPts val="0"/>
                        </a:spcAft>
                      </a:pPr>
                      <a:r>
                        <a:rPr lang="en-US" sz="2000" b="1">
                          <a:solidFill>
                            <a:schemeClr val="tx1"/>
                          </a:solidFill>
                          <a:effectLst/>
                          <a:latin typeface="+mn-lt"/>
                          <a:ea typeface="黑体" panose="02010609060101010101" pitchFamily="2" charset="-122"/>
                        </a:rPr>
                        <a:t>5</a:t>
                      </a:r>
                      <a:endParaRPr lang="zh-CN" sz="2000" b="1">
                        <a:solidFill>
                          <a:schemeClr val="tx1"/>
                        </a:solidFill>
                        <a:effectLst/>
                        <a:latin typeface="+mn-lt"/>
                        <a:ea typeface="黑体" panose="02010609060101010101" pitchFamily="2" charset="-122"/>
                      </a:endParaRPr>
                    </a:p>
                  </a:txBody>
                  <a:tcPr marL="68597" marR="68597"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lnSpc>
                          <a:spcPct val="100000"/>
                        </a:lnSpc>
                        <a:spcAft>
                          <a:spcPts val="0"/>
                        </a:spcAft>
                      </a:pPr>
                      <a:r>
                        <a:rPr lang="en-US" sz="2000" b="1">
                          <a:solidFill>
                            <a:schemeClr val="tx1"/>
                          </a:solidFill>
                          <a:effectLst/>
                          <a:latin typeface="+mn-lt"/>
                          <a:ea typeface="黑体" panose="02010609060101010101" pitchFamily="2" charset="-122"/>
                        </a:rPr>
                        <a:t>R</a:t>
                      </a:r>
                      <a:r>
                        <a:rPr lang="en-US" sz="2000" b="1" baseline="-25000">
                          <a:solidFill>
                            <a:schemeClr val="tx1"/>
                          </a:solidFill>
                          <a:effectLst/>
                          <a:latin typeface="+mn-lt"/>
                          <a:ea typeface="黑体" panose="02010609060101010101" pitchFamily="2" charset="-122"/>
                        </a:rPr>
                        <a:t>4</a:t>
                      </a:r>
                      <a:endParaRPr lang="zh-CN" sz="2000" b="1">
                        <a:solidFill>
                          <a:schemeClr val="tx1"/>
                        </a:solidFill>
                        <a:effectLst/>
                        <a:latin typeface="+mn-lt"/>
                        <a:ea typeface="黑体" panose="02010609060101010101" pitchFamily="2" charset="-122"/>
                      </a:endParaRPr>
                    </a:p>
                  </a:txBody>
                  <a:tcPr marL="68597" marR="68597" marT="0" marB="0" anchor="ctr">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2"/>
                  </a:ext>
                </a:extLst>
              </a:tr>
              <a:tr h="304744">
                <a:tc>
                  <a:txBody>
                    <a:bodyPr/>
                    <a:lstStyle/>
                    <a:p>
                      <a:pPr algn="ctr">
                        <a:lnSpc>
                          <a:spcPct val="100000"/>
                        </a:lnSpc>
                        <a:spcAft>
                          <a:spcPts val="0"/>
                        </a:spcAft>
                      </a:pPr>
                      <a:r>
                        <a:rPr lang="en-US" sz="2000" b="1">
                          <a:solidFill>
                            <a:schemeClr val="tx1"/>
                          </a:solidFill>
                          <a:effectLst/>
                          <a:latin typeface="+mn-lt"/>
                          <a:ea typeface="黑体" panose="02010609060101010101" pitchFamily="2" charset="-122"/>
                        </a:rPr>
                        <a:t>Net3</a:t>
                      </a:r>
                      <a:endParaRPr lang="zh-CN" sz="2000" b="1">
                        <a:solidFill>
                          <a:schemeClr val="tx1"/>
                        </a:solidFill>
                        <a:effectLst/>
                        <a:latin typeface="+mn-lt"/>
                        <a:ea typeface="黑体" panose="02010609060101010101" pitchFamily="2" charset="-122"/>
                      </a:endParaRPr>
                    </a:p>
                  </a:txBody>
                  <a:tcPr marL="68597" marR="68597" marT="0" marB="0" anchor="ctr">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noFill/>
                  </a:tcPr>
                </a:tc>
                <a:tc>
                  <a:txBody>
                    <a:bodyPr/>
                    <a:lstStyle/>
                    <a:p>
                      <a:pPr algn="ctr">
                        <a:lnSpc>
                          <a:spcPct val="100000"/>
                        </a:lnSpc>
                        <a:spcAft>
                          <a:spcPts val="0"/>
                        </a:spcAft>
                      </a:pPr>
                      <a:r>
                        <a:rPr lang="en-US" sz="2000" b="1" dirty="0">
                          <a:solidFill>
                            <a:schemeClr val="tx1"/>
                          </a:solidFill>
                          <a:effectLst/>
                          <a:latin typeface="+mn-lt"/>
                          <a:ea typeface="黑体" panose="02010609060101010101" pitchFamily="2" charset="-122"/>
                        </a:rPr>
                        <a:t>2</a:t>
                      </a:r>
                      <a:endParaRPr lang="zh-CN" sz="2000" b="1" dirty="0">
                        <a:solidFill>
                          <a:schemeClr val="tx1"/>
                        </a:solidFill>
                        <a:effectLst/>
                        <a:latin typeface="+mn-lt"/>
                        <a:ea typeface="黑体" panose="02010609060101010101" pitchFamily="2" charset="-122"/>
                      </a:endParaRPr>
                    </a:p>
                  </a:txBody>
                  <a:tcPr marL="68597" marR="68597"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noFill/>
                  </a:tcPr>
                </a:tc>
                <a:tc>
                  <a:txBody>
                    <a:bodyPr/>
                    <a:lstStyle/>
                    <a:p>
                      <a:pPr algn="ctr">
                        <a:lnSpc>
                          <a:spcPct val="100000"/>
                        </a:lnSpc>
                        <a:spcAft>
                          <a:spcPts val="0"/>
                        </a:spcAft>
                      </a:pPr>
                      <a:r>
                        <a:rPr lang="en-US" sz="2000" b="1" dirty="0">
                          <a:solidFill>
                            <a:schemeClr val="tx1"/>
                          </a:solidFill>
                          <a:effectLst/>
                          <a:latin typeface="+mn-lt"/>
                          <a:ea typeface="黑体" panose="02010609060101010101" pitchFamily="2" charset="-122"/>
                        </a:rPr>
                        <a:t>R</a:t>
                      </a:r>
                      <a:r>
                        <a:rPr lang="en-US" sz="2000" b="1" baseline="-25000" dirty="0">
                          <a:solidFill>
                            <a:schemeClr val="tx1"/>
                          </a:solidFill>
                          <a:effectLst/>
                          <a:latin typeface="+mn-lt"/>
                          <a:ea typeface="黑体" panose="02010609060101010101" pitchFamily="2" charset="-122"/>
                        </a:rPr>
                        <a:t>4</a:t>
                      </a:r>
                      <a:endParaRPr lang="zh-CN" sz="2000" b="1" dirty="0">
                        <a:solidFill>
                          <a:schemeClr val="tx1"/>
                        </a:solidFill>
                        <a:effectLst/>
                        <a:latin typeface="+mn-lt"/>
                        <a:ea typeface="黑体" panose="02010609060101010101" pitchFamily="2" charset="-122"/>
                      </a:endParaRPr>
                    </a:p>
                  </a:txBody>
                  <a:tcPr marL="68597" marR="68597" marT="0" marB="0" anchor="ctr">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3"/>
                  </a:ext>
                </a:extLst>
              </a:tr>
            </a:tbl>
          </a:graphicData>
        </a:graphic>
      </p:graphicFrame>
      <p:graphicFrame>
        <p:nvGraphicFramePr>
          <p:cNvPr id="6" name="表格 5"/>
          <p:cNvGraphicFramePr>
            <a:graphicFrameLocks noGrp="1"/>
          </p:cNvGraphicFramePr>
          <p:nvPr/>
        </p:nvGraphicFramePr>
        <p:xfrm>
          <a:off x="704850" y="4586288"/>
          <a:ext cx="3816349" cy="1651183"/>
        </p:xfrm>
        <a:graphic>
          <a:graphicData uri="http://schemas.openxmlformats.org/drawingml/2006/table">
            <a:tbl>
              <a:tblPr firstRow="1" firstCol="1" lastRow="1" lastCol="1" bandRow="1" bandCol="1">
                <a:tableStyleId>{5C22544A-7EE6-4342-B048-85BDC9FD1C3A}</a:tableStyleId>
              </a:tblPr>
              <a:tblGrid>
                <a:gridCol w="1272116">
                  <a:extLst>
                    <a:ext uri="{9D8B030D-6E8A-4147-A177-3AD203B41FA5}">
                      <a16:colId xmlns:a16="http://schemas.microsoft.com/office/drawing/2014/main" val="20000"/>
                    </a:ext>
                  </a:extLst>
                </a:gridCol>
                <a:gridCol w="851266">
                  <a:extLst>
                    <a:ext uri="{9D8B030D-6E8A-4147-A177-3AD203B41FA5}">
                      <a16:colId xmlns:a16="http://schemas.microsoft.com/office/drawing/2014/main" val="20001"/>
                    </a:ext>
                  </a:extLst>
                </a:gridCol>
                <a:gridCol w="1692967">
                  <a:extLst>
                    <a:ext uri="{9D8B030D-6E8A-4147-A177-3AD203B41FA5}">
                      <a16:colId xmlns:a16="http://schemas.microsoft.com/office/drawing/2014/main" val="20002"/>
                    </a:ext>
                  </a:extLst>
                </a:gridCol>
              </a:tblGrid>
              <a:tr h="431983">
                <a:tc>
                  <a:txBody>
                    <a:bodyPr/>
                    <a:lstStyle/>
                    <a:p>
                      <a:pPr algn="ctr">
                        <a:lnSpc>
                          <a:spcPct val="100000"/>
                        </a:lnSpc>
                        <a:spcAft>
                          <a:spcPts val="0"/>
                        </a:spcAft>
                      </a:pPr>
                      <a:r>
                        <a:rPr lang="zh-CN" sz="2000" b="1" dirty="0">
                          <a:solidFill>
                            <a:schemeClr val="tx1"/>
                          </a:solidFill>
                          <a:effectLst/>
                          <a:latin typeface="+mn-lt"/>
                          <a:ea typeface="黑体" panose="02010609060101010101" pitchFamily="2" charset="-122"/>
                        </a:rPr>
                        <a:t>目的网络</a:t>
                      </a:r>
                    </a:p>
                  </a:txBody>
                  <a:tcPr marL="68579" marR="68579" marT="0" marB="0" anchor="ctr">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algn="ctr">
                        <a:lnSpc>
                          <a:spcPct val="100000"/>
                        </a:lnSpc>
                        <a:spcAft>
                          <a:spcPts val="0"/>
                        </a:spcAft>
                      </a:pPr>
                      <a:r>
                        <a:rPr lang="zh-CN" sz="2000" b="1">
                          <a:solidFill>
                            <a:schemeClr val="tx1"/>
                          </a:solidFill>
                          <a:effectLst/>
                          <a:latin typeface="+mn-lt"/>
                          <a:ea typeface="黑体" panose="02010609060101010101" pitchFamily="2" charset="-122"/>
                        </a:rPr>
                        <a:t>距离</a:t>
                      </a:r>
                    </a:p>
                  </a:txBody>
                  <a:tcPr marL="68579" marR="68579"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algn="ctr">
                        <a:lnSpc>
                          <a:spcPct val="100000"/>
                        </a:lnSpc>
                        <a:spcAft>
                          <a:spcPts val="0"/>
                        </a:spcAft>
                      </a:pPr>
                      <a:r>
                        <a:rPr lang="zh-CN" sz="2000" b="1" dirty="0">
                          <a:solidFill>
                            <a:schemeClr val="tx1"/>
                          </a:solidFill>
                          <a:effectLst/>
                          <a:latin typeface="+mn-lt"/>
                          <a:ea typeface="黑体" panose="02010609060101010101" pitchFamily="2" charset="-122"/>
                        </a:rPr>
                        <a:t>下一跳路由器</a:t>
                      </a:r>
                    </a:p>
                  </a:txBody>
                  <a:tcPr marL="68579" marR="68579" marT="0" marB="0" anchor="ctr">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extLst>
                  <a:ext uri="{0D108BD9-81ED-4DB2-BD59-A6C34878D82A}">
                    <a16:rowId xmlns:a16="http://schemas.microsoft.com/office/drawing/2014/main" val="10000"/>
                  </a:ext>
                </a:extLst>
              </a:tr>
              <a:tr h="304754">
                <a:tc>
                  <a:txBody>
                    <a:bodyPr/>
                    <a:lstStyle/>
                    <a:p>
                      <a:pPr algn="ctr">
                        <a:lnSpc>
                          <a:spcPct val="100000"/>
                        </a:lnSpc>
                        <a:spcAft>
                          <a:spcPts val="0"/>
                        </a:spcAft>
                      </a:pPr>
                      <a:r>
                        <a:rPr lang="en-US" sz="2000" b="1" dirty="0">
                          <a:solidFill>
                            <a:schemeClr val="tx1"/>
                          </a:solidFill>
                          <a:effectLst/>
                          <a:latin typeface="+mn-lt"/>
                          <a:ea typeface="黑体" panose="02010609060101010101" pitchFamily="2" charset="-122"/>
                        </a:rPr>
                        <a:t>Net1</a:t>
                      </a:r>
                      <a:endParaRPr lang="zh-CN" sz="2000" b="1" dirty="0">
                        <a:solidFill>
                          <a:schemeClr val="tx1"/>
                        </a:solidFill>
                        <a:effectLst/>
                        <a:latin typeface="+mn-lt"/>
                        <a:ea typeface="黑体" panose="02010609060101010101" pitchFamily="2" charset="-122"/>
                      </a:endParaRPr>
                    </a:p>
                  </a:txBody>
                  <a:tcPr marL="68579" marR="68579" marT="0" marB="0" anchor="ctr">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lnSpc>
                          <a:spcPct val="100000"/>
                        </a:lnSpc>
                        <a:spcAft>
                          <a:spcPts val="0"/>
                        </a:spcAft>
                      </a:pPr>
                      <a:r>
                        <a:rPr lang="en-US" sz="2000" b="1">
                          <a:solidFill>
                            <a:schemeClr val="tx1"/>
                          </a:solidFill>
                          <a:effectLst/>
                          <a:latin typeface="+mn-lt"/>
                          <a:ea typeface="黑体" panose="02010609060101010101" pitchFamily="2" charset="-122"/>
                        </a:rPr>
                        <a:t>4</a:t>
                      </a:r>
                      <a:endParaRPr lang="zh-CN" sz="2000" b="1">
                        <a:solidFill>
                          <a:schemeClr val="tx1"/>
                        </a:solidFill>
                        <a:effectLst/>
                        <a:latin typeface="+mn-lt"/>
                        <a:ea typeface="黑体" panose="02010609060101010101" pitchFamily="2" charset="-122"/>
                      </a:endParaRPr>
                    </a:p>
                  </a:txBody>
                  <a:tcPr marL="68579" marR="68579"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lnSpc>
                          <a:spcPct val="100000"/>
                        </a:lnSpc>
                        <a:spcAft>
                          <a:spcPts val="0"/>
                        </a:spcAft>
                      </a:pPr>
                      <a:r>
                        <a:rPr lang="en-US" sz="2000" b="1">
                          <a:solidFill>
                            <a:schemeClr val="tx1"/>
                          </a:solidFill>
                          <a:effectLst/>
                          <a:latin typeface="+mn-lt"/>
                          <a:ea typeface="黑体" panose="02010609060101010101" pitchFamily="2" charset="-122"/>
                        </a:rPr>
                        <a:t>R</a:t>
                      </a:r>
                      <a:r>
                        <a:rPr lang="en-US" sz="2000" b="1" baseline="-25000">
                          <a:solidFill>
                            <a:schemeClr val="tx1"/>
                          </a:solidFill>
                          <a:effectLst/>
                          <a:latin typeface="+mn-lt"/>
                          <a:ea typeface="黑体" panose="02010609060101010101" pitchFamily="2" charset="-122"/>
                        </a:rPr>
                        <a:t>4</a:t>
                      </a:r>
                      <a:endParaRPr lang="zh-CN" sz="2000" b="1">
                        <a:solidFill>
                          <a:schemeClr val="tx1"/>
                        </a:solidFill>
                        <a:effectLst/>
                        <a:latin typeface="+mn-lt"/>
                        <a:ea typeface="黑体" panose="02010609060101010101" pitchFamily="2" charset="-122"/>
                      </a:endParaRPr>
                    </a:p>
                  </a:txBody>
                  <a:tcPr marL="68579" marR="68579" marT="0" marB="0" anchor="ctr">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1"/>
                  </a:ext>
                </a:extLst>
              </a:tr>
              <a:tr h="304754">
                <a:tc>
                  <a:txBody>
                    <a:bodyPr/>
                    <a:lstStyle/>
                    <a:p>
                      <a:pPr algn="ctr">
                        <a:lnSpc>
                          <a:spcPct val="100000"/>
                        </a:lnSpc>
                        <a:spcAft>
                          <a:spcPts val="0"/>
                        </a:spcAft>
                      </a:pPr>
                      <a:r>
                        <a:rPr lang="en-US" sz="2000" b="1">
                          <a:solidFill>
                            <a:schemeClr val="tx1"/>
                          </a:solidFill>
                          <a:effectLst/>
                          <a:latin typeface="+mn-lt"/>
                          <a:ea typeface="黑体" panose="02010609060101010101" pitchFamily="2" charset="-122"/>
                        </a:rPr>
                        <a:t>Net2</a:t>
                      </a:r>
                      <a:endParaRPr lang="zh-CN" sz="2000" b="1">
                        <a:solidFill>
                          <a:schemeClr val="tx1"/>
                        </a:solidFill>
                        <a:effectLst/>
                        <a:latin typeface="+mn-lt"/>
                        <a:ea typeface="黑体" panose="02010609060101010101" pitchFamily="2" charset="-122"/>
                      </a:endParaRPr>
                    </a:p>
                  </a:txBody>
                  <a:tcPr marL="68579" marR="68579" marT="0" marB="0" anchor="ctr">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lnSpc>
                          <a:spcPct val="100000"/>
                        </a:lnSpc>
                        <a:spcAft>
                          <a:spcPts val="0"/>
                        </a:spcAft>
                      </a:pPr>
                      <a:r>
                        <a:rPr lang="en-US" sz="2000" b="1">
                          <a:solidFill>
                            <a:schemeClr val="tx1"/>
                          </a:solidFill>
                          <a:effectLst/>
                          <a:latin typeface="+mn-lt"/>
                          <a:ea typeface="黑体" panose="02010609060101010101" pitchFamily="2" charset="-122"/>
                        </a:rPr>
                        <a:t>5</a:t>
                      </a:r>
                      <a:endParaRPr lang="zh-CN" sz="2000" b="1">
                        <a:solidFill>
                          <a:schemeClr val="tx1"/>
                        </a:solidFill>
                        <a:effectLst/>
                        <a:latin typeface="+mn-lt"/>
                        <a:ea typeface="黑体" panose="02010609060101010101" pitchFamily="2" charset="-122"/>
                      </a:endParaRPr>
                    </a:p>
                  </a:txBody>
                  <a:tcPr marL="68579" marR="68579"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lnSpc>
                          <a:spcPct val="100000"/>
                        </a:lnSpc>
                        <a:spcAft>
                          <a:spcPts val="0"/>
                        </a:spcAft>
                      </a:pPr>
                      <a:r>
                        <a:rPr lang="en-US" sz="2000" b="1" dirty="0">
                          <a:solidFill>
                            <a:schemeClr val="tx1"/>
                          </a:solidFill>
                          <a:effectLst/>
                          <a:latin typeface="+mn-lt"/>
                          <a:ea typeface="黑体" panose="02010609060101010101" pitchFamily="2" charset="-122"/>
                        </a:rPr>
                        <a:t>R</a:t>
                      </a:r>
                      <a:r>
                        <a:rPr lang="en-US" sz="2000" b="1" baseline="-25000" dirty="0">
                          <a:solidFill>
                            <a:schemeClr val="tx1"/>
                          </a:solidFill>
                          <a:effectLst/>
                          <a:latin typeface="+mn-lt"/>
                          <a:ea typeface="黑体" panose="02010609060101010101" pitchFamily="2" charset="-122"/>
                        </a:rPr>
                        <a:t>4</a:t>
                      </a:r>
                      <a:endParaRPr lang="zh-CN" sz="2000" b="1" dirty="0">
                        <a:solidFill>
                          <a:schemeClr val="tx1"/>
                        </a:solidFill>
                        <a:effectLst/>
                        <a:latin typeface="+mn-lt"/>
                        <a:ea typeface="黑体" panose="02010609060101010101" pitchFamily="2" charset="-122"/>
                      </a:endParaRPr>
                    </a:p>
                  </a:txBody>
                  <a:tcPr marL="68579" marR="68579" marT="0" marB="0" anchor="ctr">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2"/>
                  </a:ext>
                </a:extLst>
              </a:tr>
              <a:tr h="304754">
                <a:tc>
                  <a:txBody>
                    <a:bodyPr/>
                    <a:lstStyle/>
                    <a:p>
                      <a:pPr algn="ctr">
                        <a:lnSpc>
                          <a:spcPct val="100000"/>
                        </a:lnSpc>
                        <a:spcAft>
                          <a:spcPts val="0"/>
                        </a:spcAft>
                      </a:pPr>
                      <a:r>
                        <a:rPr lang="en-US" sz="2000" b="1">
                          <a:solidFill>
                            <a:schemeClr val="tx1"/>
                          </a:solidFill>
                          <a:effectLst/>
                          <a:latin typeface="+mn-lt"/>
                          <a:ea typeface="黑体" panose="02010609060101010101" pitchFamily="2" charset="-122"/>
                        </a:rPr>
                        <a:t>Net3</a:t>
                      </a:r>
                      <a:endParaRPr lang="zh-CN" sz="2000" b="1">
                        <a:solidFill>
                          <a:schemeClr val="tx1"/>
                        </a:solidFill>
                        <a:effectLst/>
                        <a:latin typeface="+mn-lt"/>
                        <a:ea typeface="黑体" panose="02010609060101010101" pitchFamily="2" charset="-122"/>
                      </a:endParaRPr>
                    </a:p>
                  </a:txBody>
                  <a:tcPr marL="68579" marR="68579" marT="0" marB="0" anchor="ctr">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lnSpc>
                          <a:spcPct val="100000"/>
                        </a:lnSpc>
                        <a:spcAft>
                          <a:spcPts val="0"/>
                        </a:spcAft>
                      </a:pPr>
                      <a:r>
                        <a:rPr lang="en-US" sz="2000" b="1">
                          <a:solidFill>
                            <a:schemeClr val="tx1"/>
                          </a:solidFill>
                          <a:effectLst/>
                          <a:latin typeface="+mn-lt"/>
                          <a:ea typeface="黑体" panose="02010609060101010101" pitchFamily="2" charset="-122"/>
                        </a:rPr>
                        <a:t>2</a:t>
                      </a:r>
                      <a:endParaRPr lang="zh-CN" sz="2000" b="1">
                        <a:solidFill>
                          <a:schemeClr val="tx1"/>
                        </a:solidFill>
                        <a:effectLst/>
                        <a:latin typeface="+mn-lt"/>
                        <a:ea typeface="黑体" panose="02010609060101010101" pitchFamily="2" charset="-122"/>
                      </a:endParaRPr>
                    </a:p>
                  </a:txBody>
                  <a:tcPr marL="68579" marR="68579"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lnSpc>
                          <a:spcPct val="100000"/>
                        </a:lnSpc>
                        <a:spcAft>
                          <a:spcPts val="0"/>
                        </a:spcAft>
                      </a:pPr>
                      <a:r>
                        <a:rPr lang="en-US" sz="2000" b="1" dirty="0">
                          <a:solidFill>
                            <a:schemeClr val="tx1"/>
                          </a:solidFill>
                          <a:effectLst/>
                          <a:latin typeface="+mn-lt"/>
                          <a:ea typeface="黑体" panose="02010609060101010101" pitchFamily="2" charset="-122"/>
                        </a:rPr>
                        <a:t>R</a:t>
                      </a:r>
                      <a:r>
                        <a:rPr lang="en-US" sz="2000" b="1" baseline="-25000" dirty="0">
                          <a:solidFill>
                            <a:schemeClr val="tx1"/>
                          </a:solidFill>
                          <a:effectLst/>
                          <a:latin typeface="+mn-lt"/>
                          <a:ea typeface="黑体" panose="02010609060101010101" pitchFamily="2" charset="-122"/>
                        </a:rPr>
                        <a:t>4</a:t>
                      </a:r>
                      <a:endParaRPr lang="zh-CN" sz="2000" b="1" dirty="0">
                        <a:solidFill>
                          <a:schemeClr val="tx1"/>
                        </a:solidFill>
                        <a:effectLst/>
                        <a:latin typeface="+mn-lt"/>
                        <a:ea typeface="黑体" panose="02010609060101010101" pitchFamily="2" charset="-122"/>
                      </a:endParaRPr>
                    </a:p>
                  </a:txBody>
                  <a:tcPr marL="68579" marR="68579" marT="0" marB="0" anchor="ctr">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3"/>
                  </a:ext>
                </a:extLst>
              </a:tr>
              <a:tr h="304754">
                <a:tc>
                  <a:txBody>
                    <a:bodyPr/>
                    <a:lstStyle/>
                    <a:p>
                      <a:pPr algn="ctr">
                        <a:lnSpc>
                          <a:spcPct val="100000"/>
                        </a:lnSpc>
                        <a:spcAft>
                          <a:spcPts val="0"/>
                        </a:spcAft>
                      </a:pPr>
                      <a:r>
                        <a:rPr lang="en-US" sz="2000" b="1">
                          <a:solidFill>
                            <a:schemeClr val="tx1"/>
                          </a:solidFill>
                          <a:effectLst/>
                          <a:latin typeface="+mn-lt"/>
                          <a:ea typeface="黑体" panose="02010609060101010101" pitchFamily="2" charset="-122"/>
                        </a:rPr>
                        <a:t>…</a:t>
                      </a:r>
                      <a:endParaRPr lang="zh-CN" sz="2000" b="1">
                        <a:solidFill>
                          <a:schemeClr val="tx1"/>
                        </a:solidFill>
                        <a:effectLst/>
                        <a:latin typeface="+mn-lt"/>
                        <a:ea typeface="黑体" panose="02010609060101010101" pitchFamily="2" charset="-122"/>
                      </a:endParaRPr>
                    </a:p>
                  </a:txBody>
                  <a:tcPr marL="68579" marR="68579" marT="0" marB="0" anchor="ctr">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noFill/>
                  </a:tcPr>
                </a:tc>
                <a:tc>
                  <a:txBody>
                    <a:bodyPr/>
                    <a:lstStyle/>
                    <a:p>
                      <a:pPr algn="ctr">
                        <a:lnSpc>
                          <a:spcPct val="100000"/>
                        </a:lnSpc>
                        <a:spcAft>
                          <a:spcPts val="0"/>
                        </a:spcAft>
                      </a:pPr>
                      <a:r>
                        <a:rPr lang="en-US" sz="2000" b="1">
                          <a:solidFill>
                            <a:schemeClr val="tx1"/>
                          </a:solidFill>
                          <a:effectLst/>
                          <a:latin typeface="+mn-lt"/>
                          <a:ea typeface="黑体" panose="02010609060101010101" pitchFamily="2" charset="-122"/>
                        </a:rPr>
                        <a:t>…</a:t>
                      </a:r>
                      <a:endParaRPr lang="zh-CN" sz="2000" b="1">
                        <a:solidFill>
                          <a:schemeClr val="tx1"/>
                        </a:solidFill>
                        <a:effectLst/>
                        <a:latin typeface="+mn-lt"/>
                        <a:ea typeface="黑体" panose="02010609060101010101" pitchFamily="2" charset="-122"/>
                      </a:endParaRPr>
                    </a:p>
                  </a:txBody>
                  <a:tcPr marL="68579" marR="68579"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noFill/>
                  </a:tcPr>
                </a:tc>
                <a:tc>
                  <a:txBody>
                    <a:bodyPr/>
                    <a:lstStyle/>
                    <a:p>
                      <a:pPr algn="ctr">
                        <a:lnSpc>
                          <a:spcPct val="100000"/>
                        </a:lnSpc>
                        <a:spcAft>
                          <a:spcPts val="0"/>
                        </a:spcAft>
                      </a:pPr>
                      <a:r>
                        <a:rPr lang="en-US" sz="2000" b="1" dirty="0">
                          <a:solidFill>
                            <a:schemeClr val="tx1"/>
                          </a:solidFill>
                          <a:effectLst/>
                          <a:latin typeface="+mn-lt"/>
                          <a:ea typeface="黑体" panose="02010609060101010101" pitchFamily="2" charset="-122"/>
                        </a:rPr>
                        <a:t>…</a:t>
                      </a:r>
                      <a:endParaRPr lang="zh-CN" sz="2000" b="1" dirty="0">
                        <a:solidFill>
                          <a:schemeClr val="tx1"/>
                        </a:solidFill>
                        <a:effectLst/>
                        <a:latin typeface="+mn-lt"/>
                        <a:ea typeface="黑体" panose="02010609060101010101" pitchFamily="2" charset="-122"/>
                      </a:endParaRPr>
                    </a:p>
                  </a:txBody>
                  <a:tcPr marL="68579" marR="68579" marT="0" marB="0" anchor="ctr">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4"/>
                  </a:ext>
                </a:extLst>
              </a:tr>
            </a:tbl>
          </a:graphicData>
        </a:graphic>
      </p:graphicFrame>
      <p:sp>
        <p:nvSpPr>
          <p:cNvPr id="1014878" name="矩形 6"/>
          <p:cNvSpPr>
            <a:spLocks noChangeArrowheads="1"/>
          </p:cNvSpPr>
          <p:nvPr/>
        </p:nvSpPr>
        <p:spPr bwMode="auto">
          <a:xfrm>
            <a:off x="776288" y="1773238"/>
            <a:ext cx="3744912" cy="368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gn="ctr" eaLnBrk="0" hangingPunct="0"/>
            <a:r>
              <a:rPr lang="zh-CN" altLang="zh-CN" b="1">
                <a:ea typeface="黑体" panose="02010609060101010101" pitchFamily="49" charset="-122"/>
              </a:rPr>
              <a:t>表</a:t>
            </a:r>
            <a:r>
              <a:rPr lang="en-US" altLang="zh-CN" b="1">
                <a:ea typeface="黑体" panose="02010609060101010101" pitchFamily="49" charset="-122"/>
              </a:rPr>
              <a:t>4-9(a)  </a:t>
            </a:r>
            <a:r>
              <a:rPr lang="zh-CN" altLang="zh-CN" b="1">
                <a:ea typeface="黑体" panose="02010609060101010101" pitchFamily="49" charset="-122"/>
              </a:rPr>
              <a:t>路由器</a:t>
            </a:r>
            <a:r>
              <a:rPr lang="en-US" altLang="zh-CN" b="1">
                <a:ea typeface="黑体" panose="02010609060101010101" pitchFamily="49" charset="-122"/>
              </a:rPr>
              <a:t>R</a:t>
            </a:r>
            <a:r>
              <a:rPr lang="en-US" altLang="zh-CN" b="1" baseline="-25000">
                <a:ea typeface="黑体" panose="02010609060101010101" pitchFamily="49" charset="-122"/>
              </a:rPr>
              <a:t>6</a:t>
            </a:r>
            <a:r>
              <a:rPr lang="zh-CN" altLang="zh-CN" b="1">
                <a:ea typeface="黑体" panose="02010609060101010101" pitchFamily="49" charset="-122"/>
              </a:rPr>
              <a:t>的路由表</a:t>
            </a:r>
            <a:endParaRPr lang="zh-CN" altLang="en-US" b="1">
              <a:ea typeface="黑体" panose="02010609060101010101" pitchFamily="49" charset="-122"/>
            </a:endParaRPr>
          </a:p>
        </p:txBody>
      </p:sp>
      <p:sp>
        <p:nvSpPr>
          <p:cNvPr id="1014879" name="矩形 7"/>
          <p:cNvSpPr>
            <a:spLocks noChangeArrowheads="1"/>
          </p:cNvSpPr>
          <p:nvPr/>
        </p:nvSpPr>
        <p:spPr bwMode="auto">
          <a:xfrm>
            <a:off x="5961063" y="1773238"/>
            <a:ext cx="3638550" cy="368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algn="ctr" eaLnBrk="0" hangingPunct="0"/>
            <a:r>
              <a:rPr lang="zh-CN" altLang="zh-CN" b="1">
                <a:ea typeface="黑体" panose="02010609060101010101" pitchFamily="49" charset="-122"/>
              </a:rPr>
              <a:t>表</a:t>
            </a:r>
            <a:r>
              <a:rPr lang="en-US" altLang="zh-CN" b="1">
                <a:ea typeface="黑体" panose="02010609060101010101" pitchFamily="49" charset="-122"/>
              </a:rPr>
              <a:t>4-9(b)  R</a:t>
            </a:r>
            <a:r>
              <a:rPr lang="en-US" altLang="zh-CN" b="1" baseline="-25000">
                <a:ea typeface="黑体" panose="02010609060101010101" pitchFamily="49" charset="-122"/>
              </a:rPr>
              <a:t>4</a:t>
            </a:r>
            <a:r>
              <a:rPr lang="zh-CN" altLang="zh-CN" b="1">
                <a:ea typeface="黑体" panose="02010609060101010101" pitchFamily="49" charset="-122"/>
              </a:rPr>
              <a:t>发来的路由更新信息</a:t>
            </a:r>
            <a:endParaRPr lang="zh-CN" altLang="en-US" b="1">
              <a:ea typeface="黑体" panose="02010609060101010101" pitchFamily="49" charset="-122"/>
            </a:endParaRPr>
          </a:p>
        </p:txBody>
      </p:sp>
      <p:sp>
        <p:nvSpPr>
          <p:cNvPr id="1014880" name="矩形 8"/>
          <p:cNvSpPr>
            <a:spLocks noChangeArrowheads="1"/>
          </p:cNvSpPr>
          <p:nvPr/>
        </p:nvSpPr>
        <p:spPr bwMode="auto">
          <a:xfrm>
            <a:off x="631825" y="4216400"/>
            <a:ext cx="4105275"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gn="ctr" eaLnBrk="0" hangingPunct="0"/>
            <a:r>
              <a:rPr lang="zh-CN" altLang="zh-CN" b="1">
                <a:ea typeface="黑体" panose="02010609060101010101" pitchFamily="49" charset="-122"/>
              </a:rPr>
              <a:t>表</a:t>
            </a:r>
            <a:r>
              <a:rPr lang="en-US" altLang="zh-CN" b="1">
                <a:ea typeface="黑体" panose="02010609060101010101" pitchFamily="49" charset="-122"/>
              </a:rPr>
              <a:t>4-9(d)  </a:t>
            </a:r>
            <a:r>
              <a:rPr lang="zh-CN" altLang="zh-CN" b="1">
                <a:ea typeface="黑体" panose="02010609060101010101" pitchFamily="49" charset="-122"/>
              </a:rPr>
              <a:t>路由器</a:t>
            </a:r>
            <a:r>
              <a:rPr lang="en-US" altLang="zh-CN" b="1">
                <a:ea typeface="黑体" panose="02010609060101010101" pitchFamily="49" charset="-122"/>
              </a:rPr>
              <a:t>R</a:t>
            </a:r>
            <a:r>
              <a:rPr lang="en-US" altLang="zh-CN" b="1" baseline="-25000">
                <a:ea typeface="黑体" panose="02010609060101010101" pitchFamily="49" charset="-122"/>
              </a:rPr>
              <a:t>6</a:t>
            </a:r>
            <a:r>
              <a:rPr lang="zh-CN" altLang="zh-CN" b="1">
                <a:ea typeface="黑体" panose="02010609060101010101" pitchFamily="49" charset="-122"/>
              </a:rPr>
              <a:t>更新后的路由表</a:t>
            </a:r>
            <a:endParaRPr lang="zh-CN" altLang="en-US" b="1">
              <a:ea typeface="黑体" panose="02010609060101010101" pitchFamily="49" charset="-122"/>
            </a:endParaRPr>
          </a:p>
        </p:txBody>
      </p:sp>
      <p:sp>
        <p:nvSpPr>
          <p:cNvPr id="1014881" name="矩形 9"/>
          <p:cNvSpPr>
            <a:spLocks noChangeArrowheads="1"/>
          </p:cNvSpPr>
          <p:nvPr/>
        </p:nvSpPr>
        <p:spPr bwMode="auto">
          <a:xfrm>
            <a:off x="5961063" y="4140200"/>
            <a:ext cx="3529012" cy="368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gn="ctr" eaLnBrk="0" hangingPunct="0"/>
            <a:r>
              <a:rPr lang="zh-CN" altLang="zh-CN" b="1">
                <a:ea typeface="黑体" panose="02010609060101010101" pitchFamily="49" charset="-122"/>
              </a:rPr>
              <a:t>表</a:t>
            </a:r>
            <a:r>
              <a:rPr lang="en-US" altLang="zh-CN" b="1">
                <a:ea typeface="黑体" panose="02010609060101010101" pitchFamily="49" charset="-122"/>
              </a:rPr>
              <a:t>4-9(c)  </a:t>
            </a:r>
            <a:r>
              <a:rPr lang="zh-CN" altLang="zh-CN" b="1">
                <a:ea typeface="黑体" panose="02010609060101010101" pitchFamily="49" charset="-122"/>
              </a:rPr>
              <a:t>修改后的表</a:t>
            </a:r>
            <a:r>
              <a:rPr lang="en-US" altLang="zh-CN" b="1">
                <a:ea typeface="黑体" panose="02010609060101010101" pitchFamily="49" charset="-122"/>
              </a:rPr>
              <a:t>4-9(b)</a:t>
            </a:r>
            <a:endParaRPr lang="zh-CN" altLang="en-US" b="1">
              <a:ea typeface="黑体" panose="02010609060101010101" pitchFamily="49" charset="-122"/>
            </a:endParaRPr>
          </a:p>
        </p:txBody>
      </p:sp>
      <p:sp>
        <p:nvSpPr>
          <p:cNvPr id="1014882" name="下箭头 10"/>
          <p:cNvSpPr>
            <a:spLocks noChangeArrowheads="1"/>
          </p:cNvSpPr>
          <p:nvPr/>
        </p:nvSpPr>
        <p:spPr bwMode="auto">
          <a:xfrm>
            <a:off x="7400925" y="3573463"/>
            <a:ext cx="323850" cy="566737"/>
          </a:xfrm>
          <a:prstGeom prst="downArrow">
            <a:avLst>
              <a:gd name="adj1" fmla="val 50000"/>
              <a:gd name="adj2" fmla="val 50021"/>
            </a:avLst>
          </a:prstGeom>
          <a:solidFill>
            <a:srgbClr val="66FF66"/>
          </a:solidFill>
          <a:ln w="9525">
            <a:solidFill>
              <a:schemeClr val="tx1"/>
            </a:solidFill>
            <a:round/>
            <a:headEnd/>
            <a:tailEnd/>
          </a:ln>
        </p:spPr>
        <p:txBody>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endParaRPr lang="zh-CN" altLang="en-US">
              <a:ea typeface="宋体" panose="02010600030101010101" pitchFamily="2" charset="-122"/>
            </a:endParaRPr>
          </a:p>
        </p:txBody>
      </p:sp>
      <p:sp>
        <p:nvSpPr>
          <p:cNvPr id="1014883" name="TextBox 11"/>
          <p:cNvSpPr txBox="1">
            <a:spLocks noChangeArrowheads="1"/>
          </p:cNvSpPr>
          <p:nvPr/>
        </p:nvSpPr>
        <p:spPr bwMode="auto">
          <a:xfrm>
            <a:off x="7724775" y="3644900"/>
            <a:ext cx="1006475"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zh-CN" altLang="en-US" b="1">
                <a:ea typeface="宋体" panose="02010600030101010101" pitchFamily="2" charset="-122"/>
              </a:rPr>
              <a:t>距离加</a:t>
            </a:r>
            <a:r>
              <a:rPr lang="en-US" altLang="zh-CN" b="1">
                <a:ea typeface="宋体" panose="02010600030101010101" pitchFamily="2" charset="-122"/>
              </a:rPr>
              <a:t>1</a:t>
            </a:r>
            <a:endParaRPr lang="zh-CN" altLang="en-US" b="1">
              <a:ea typeface="宋体" panose="02010600030101010101" pitchFamily="2" charset="-122"/>
            </a:endParaRPr>
          </a:p>
        </p:txBody>
      </p:sp>
      <p:sp>
        <p:nvSpPr>
          <p:cNvPr id="1014884" name="椭圆 14"/>
          <p:cNvSpPr>
            <a:spLocks noChangeArrowheads="1"/>
          </p:cNvSpPr>
          <p:nvPr/>
        </p:nvSpPr>
        <p:spPr bwMode="auto">
          <a:xfrm>
            <a:off x="4592638" y="3500438"/>
            <a:ext cx="1081087" cy="936625"/>
          </a:xfrm>
          <a:prstGeom prst="ellipse">
            <a:avLst/>
          </a:prstGeom>
          <a:solidFill>
            <a:schemeClr val="bg2"/>
          </a:solidFill>
          <a:ln w="9525">
            <a:solidFill>
              <a:schemeClr val="tx1"/>
            </a:solidFill>
            <a:round/>
            <a:headEnd/>
            <a:tailEnd/>
          </a:ln>
        </p:spPr>
        <p:txBody>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algn="ctr"/>
            <a:r>
              <a:rPr lang="zh-CN" altLang="en-US" sz="2000" b="1">
                <a:solidFill>
                  <a:srgbClr val="0000CC"/>
                </a:solidFill>
                <a:ea typeface="黑体" panose="02010609060101010101" pitchFamily="49" charset="-122"/>
              </a:rPr>
              <a:t>计算更新</a:t>
            </a:r>
          </a:p>
        </p:txBody>
      </p:sp>
      <p:sp>
        <p:nvSpPr>
          <p:cNvPr id="1014885" name="直角上箭头 15"/>
          <p:cNvSpPr>
            <a:spLocks noChangeArrowheads="1"/>
          </p:cNvSpPr>
          <p:nvPr/>
        </p:nvSpPr>
        <p:spPr bwMode="auto">
          <a:xfrm flipH="1">
            <a:off x="4953000" y="4437063"/>
            <a:ext cx="684213" cy="576262"/>
          </a:xfrm>
          <a:custGeom>
            <a:avLst/>
            <a:gdLst>
              <a:gd name="T0" fmla="*/ 0 w 684076"/>
              <a:gd name="T1" fmla="*/ 432048 h 576064"/>
              <a:gd name="T2" fmla="*/ 398094 w 684076"/>
              <a:gd name="T3" fmla="*/ 432048 h 576064"/>
              <a:gd name="T4" fmla="*/ 398094 w 684076"/>
              <a:gd name="T5" fmla="*/ 243951 h 576064"/>
              <a:gd name="T6" fmla="*/ 256129 w 684076"/>
              <a:gd name="T7" fmla="*/ 243951 h 576064"/>
              <a:gd name="T8" fmla="*/ 470102 w 684076"/>
              <a:gd name="T9" fmla="*/ 0 h 576064"/>
              <a:gd name="T10" fmla="*/ 684076 w 684076"/>
              <a:gd name="T11" fmla="*/ 243951 h 576064"/>
              <a:gd name="T12" fmla="*/ 542110 w 684076"/>
              <a:gd name="T13" fmla="*/ 243951 h 576064"/>
              <a:gd name="T14" fmla="*/ 542110 w 684076"/>
              <a:gd name="T15" fmla="*/ 576064 h 576064"/>
              <a:gd name="T16" fmla="*/ 0 w 684076"/>
              <a:gd name="T17" fmla="*/ 576064 h 57606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684076" h="576064">
                <a:moveTo>
                  <a:pt x="0" y="432048"/>
                </a:moveTo>
                <a:lnTo>
                  <a:pt x="398094" y="432048"/>
                </a:lnTo>
                <a:lnTo>
                  <a:pt x="398094" y="243951"/>
                </a:lnTo>
                <a:lnTo>
                  <a:pt x="256129" y="243951"/>
                </a:lnTo>
                <a:lnTo>
                  <a:pt x="470102" y="0"/>
                </a:lnTo>
                <a:lnTo>
                  <a:pt x="684076" y="243951"/>
                </a:lnTo>
                <a:lnTo>
                  <a:pt x="542110" y="243951"/>
                </a:lnTo>
                <a:lnTo>
                  <a:pt x="542110" y="576064"/>
                </a:lnTo>
                <a:lnTo>
                  <a:pt x="0" y="576064"/>
                </a:lnTo>
                <a:close/>
              </a:path>
            </a:pathLst>
          </a:custGeom>
          <a:solidFill>
            <a:srgbClr val="66FF66"/>
          </a:solidFill>
          <a:ln w="9525">
            <a:solidFill>
              <a:schemeClr val="tx1"/>
            </a:solidFill>
            <a:round/>
            <a:headEnd/>
            <a:tailEnd/>
          </a:ln>
        </p:spPr>
        <p:txBody>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endParaRPr lang="zh-CN" altLang="en-US">
              <a:ea typeface="宋体" panose="02010600030101010101" pitchFamily="2" charset="-122"/>
            </a:endParaRPr>
          </a:p>
        </p:txBody>
      </p:sp>
      <p:sp>
        <p:nvSpPr>
          <p:cNvPr id="1014886" name="直角上箭头 16"/>
          <p:cNvSpPr>
            <a:spLocks noChangeArrowheads="1"/>
          </p:cNvSpPr>
          <p:nvPr/>
        </p:nvSpPr>
        <p:spPr bwMode="auto">
          <a:xfrm flipV="1">
            <a:off x="4665663" y="2924175"/>
            <a:ext cx="682625" cy="576263"/>
          </a:xfrm>
          <a:custGeom>
            <a:avLst/>
            <a:gdLst>
              <a:gd name="T0" fmla="*/ 0 w 684076"/>
              <a:gd name="T1" fmla="*/ 432048 h 576064"/>
              <a:gd name="T2" fmla="*/ 398094 w 684076"/>
              <a:gd name="T3" fmla="*/ 432048 h 576064"/>
              <a:gd name="T4" fmla="*/ 398094 w 684076"/>
              <a:gd name="T5" fmla="*/ 243951 h 576064"/>
              <a:gd name="T6" fmla="*/ 256129 w 684076"/>
              <a:gd name="T7" fmla="*/ 243951 h 576064"/>
              <a:gd name="T8" fmla="*/ 470102 w 684076"/>
              <a:gd name="T9" fmla="*/ 0 h 576064"/>
              <a:gd name="T10" fmla="*/ 684076 w 684076"/>
              <a:gd name="T11" fmla="*/ 243951 h 576064"/>
              <a:gd name="T12" fmla="*/ 542110 w 684076"/>
              <a:gd name="T13" fmla="*/ 243951 h 576064"/>
              <a:gd name="T14" fmla="*/ 542110 w 684076"/>
              <a:gd name="T15" fmla="*/ 576064 h 576064"/>
              <a:gd name="T16" fmla="*/ 0 w 684076"/>
              <a:gd name="T17" fmla="*/ 576064 h 57606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684076" h="576064">
                <a:moveTo>
                  <a:pt x="0" y="432048"/>
                </a:moveTo>
                <a:lnTo>
                  <a:pt x="398094" y="432048"/>
                </a:lnTo>
                <a:lnTo>
                  <a:pt x="398094" y="243951"/>
                </a:lnTo>
                <a:lnTo>
                  <a:pt x="256129" y="243951"/>
                </a:lnTo>
                <a:lnTo>
                  <a:pt x="470102" y="0"/>
                </a:lnTo>
                <a:lnTo>
                  <a:pt x="684076" y="243951"/>
                </a:lnTo>
                <a:lnTo>
                  <a:pt x="542110" y="243951"/>
                </a:lnTo>
                <a:lnTo>
                  <a:pt x="542110" y="576064"/>
                </a:lnTo>
                <a:lnTo>
                  <a:pt x="0" y="576064"/>
                </a:lnTo>
                <a:close/>
              </a:path>
            </a:pathLst>
          </a:custGeom>
          <a:solidFill>
            <a:srgbClr val="66FF66"/>
          </a:solidFill>
          <a:ln w="9525">
            <a:solidFill>
              <a:schemeClr val="tx1"/>
            </a:solidFill>
            <a:round/>
            <a:headEnd/>
            <a:tailEnd/>
          </a:ln>
        </p:spPr>
        <p:txBody>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endParaRPr lang="zh-CN" altLang="en-US">
              <a:ea typeface="宋体" panose="02010600030101010101" pitchFamily="2" charset="-122"/>
            </a:endParaRPr>
          </a:p>
        </p:txBody>
      </p:sp>
      <p:sp>
        <p:nvSpPr>
          <p:cNvPr id="1014887" name="直角上箭头 17"/>
          <p:cNvSpPr>
            <a:spLocks noChangeArrowheads="1"/>
          </p:cNvSpPr>
          <p:nvPr/>
        </p:nvSpPr>
        <p:spPr bwMode="auto">
          <a:xfrm flipH="1" flipV="1">
            <a:off x="2576513" y="3824288"/>
            <a:ext cx="1944687" cy="468312"/>
          </a:xfrm>
          <a:custGeom>
            <a:avLst/>
            <a:gdLst>
              <a:gd name="T0" fmla="*/ 0 w 1944216"/>
              <a:gd name="T1" fmla="*/ 351039 h 468052"/>
              <a:gd name="T2" fmla="*/ 1711856 w 1944216"/>
              <a:gd name="T3" fmla="*/ 351039 h 468052"/>
              <a:gd name="T4" fmla="*/ 1711856 w 1944216"/>
              <a:gd name="T5" fmla="*/ 198210 h 468052"/>
              <a:gd name="T6" fmla="*/ 1596509 w 1944216"/>
              <a:gd name="T7" fmla="*/ 198210 h 468052"/>
              <a:gd name="T8" fmla="*/ 1770362 w 1944216"/>
              <a:gd name="T9" fmla="*/ 0 h 468052"/>
              <a:gd name="T10" fmla="*/ 1944216 w 1944216"/>
              <a:gd name="T11" fmla="*/ 198210 h 468052"/>
              <a:gd name="T12" fmla="*/ 1828869 w 1944216"/>
              <a:gd name="T13" fmla="*/ 198210 h 468052"/>
              <a:gd name="T14" fmla="*/ 1828869 w 1944216"/>
              <a:gd name="T15" fmla="*/ 468052 h 468052"/>
              <a:gd name="T16" fmla="*/ 0 w 1944216"/>
              <a:gd name="T17" fmla="*/ 468052 h 46805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944216" h="468052">
                <a:moveTo>
                  <a:pt x="0" y="351039"/>
                </a:moveTo>
                <a:lnTo>
                  <a:pt x="1711856" y="351039"/>
                </a:lnTo>
                <a:lnTo>
                  <a:pt x="1711856" y="198210"/>
                </a:lnTo>
                <a:lnTo>
                  <a:pt x="1596509" y="198210"/>
                </a:lnTo>
                <a:lnTo>
                  <a:pt x="1770362" y="0"/>
                </a:lnTo>
                <a:lnTo>
                  <a:pt x="1944216" y="198210"/>
                </a:lnTo>
                <a:lnTo>
                  <a:pt x="1828869" y="198210"/>
                </a:lnTo>
                <a:lnTo>
                  <a:pt x="1828869" y="468052"/>
                </a:lnTo>
                <a:lnTo>
                  <a:pt x="0" y="468052"/>
                </a:lnTo>
                <a:close/>
              </a:path>
            </a:pathLst>
          </a:custGeom>
          <a:solidFill>
            <a:srgbClr val="66FF66"/>
          </a:solidFill>
          <a:ln w="9525">
            <a:solidFill>
              <a:schemeClr val="tx1"/>
            </a:solidFill>
            <a:round/>
            <a:headEnd/>
            <a:tailEnd/>
          </a:ln>
        </p:spPr>
        <p:txBody>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endParaRPr lang="zh-CN" altLang="en-US">
              <a:ea typeface="宋体" panose="02010600030101010101" pitchFamily="2" charset="-122"/>
            </a:endParaRPr>
          </a:p>
        </p:txBody>
      </p:sp>
      <p:sp>
        <p:nvSpPr>
          <p:cNvPr id="1014888" name="灯片编号占位符 18"/>
          <p:cNvSpPr>
            <a:spLocks noGrp="1" noChangeArrowheads="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p>
            <a:fld id="{FB6616B8-E016-44F7-8DF6-01FEE485BB84}" type="slidenum">
              <a:rPr lang="zh-CN" altLang="en-US" smtClean="0"/>
              <a:pPr/>
              <a:t>21</a:t>
            </a:fld>
            <a:endParaRPr lang="en-US" altLang="zh-CN" smtClean="0"/>
          </a:p>
        </p:txBody>
      </p:sp>
      <p:sp>
        <p:nvSpPr>
          <p:cNvPr id="1014889" name="页脚占位符 19"/>
          <p:cNvSpPr>
            <a:spLocks noGrp="1" noChangeArrowheads="1"/>
          </p:cNvSpPr>
          <p:nvPr>
            <p:ph type="ftr"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p>
            <a:r>
              <a:rPr lang="en-US" altLang="zh-CN" smtClean="0"/>
              <a:t>ppt课件</a:t>
            </a:r>
          </a:p>
        </p:txBody>
      </p:sp>
    </p:spTree>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15809" name="Rectangle 2"/>
          <p:cNvSpPr>
            <a:spLocks noGrp="1" noChangeArrowheads="1"/>
          </p:cNvSpPr>
          <p:nvPr>
            <p:ph type="title"/>
          </p:nvPr>
        </p:nvSpPr>
        <p:spPr/>
        <p:txBody>
          <a:bodyPr/>
          <a:lstStyle/>
          <a:p>
            <a:pPr algn="ctr"/>
            <a:r>
              <a:rPr lang="en-US" altLang="zh-CN" smtClean="0">
                <a:ea typeface="黑体" panose="02010609060101010101" pitchFamily="49" charset="-122"/>
              </a:rPr>
              <a:t>【</a:t>
            </a:r>
            <a:r>
              <a:rPr lang="zh-CN" altLang="en-US" smtClean="0">
                <a:ea typeface="黑体" panose="02010609060101010101" pitchFamily="49" charset="-122"/>
              </a:rPr>
              <a:t>例</a:t>
            </a:r>
            <a:r>
              <a:rPr lang="en-US" altLang="zh-CN" smtClean="0">
                <a:ea typeface="黑体" panose="02010609060101010101" pitchFamily="49" charset="-122"/>
              </a:rPr>
              <a:t>】</a:t>
            </a:r>
            <a:r>
              <a:rPr lang="zh-CN" altLang="en-US" smtClean="0">
                <a:ea typeface="黑体" panose="02010609060101010101" pitchFamily="49" charset="-122"/>
              </a:rPr>
              <a:t>路由表更新</a:t>
            </a:r>
          </a:p>
        </p:txBody>
      </p:sp>
      <p:grpSp>
        <p:nvGrpSpPr>
          <p:cNvPr id="1015810" name="Group 20"/>
          <p:cNvGrpSpPr>
            <a:grpSpLocks/>
          </p:cNvGrpSpPr>
          <p:nvPr/>
        </p:nvGrpSpPr>
        <p:grpSpPr bwMode="auto">
          <a:xfrm>
            <a:off x="677863" y="1379538"/>
            <a:ext cx="8812212" cy="4352925"/>
            <a:chOff x="249" y="720"/>
            <a:chExt cx="5551" cy="2742"/>
          </a:xfrm>
        </p:grpSpPr>
        <p:sp>
          <p:nvSpPr>
            <p:cNvPr id="8" name="Rectangle 6"/>
            <p:cNvSpPr>
              <a:spLocks noChangeArrowheads="1"/>
            </p:cNvSpPr>
            <p:nvPr/>
          </p:nvSpPr>
          <p:spPr bwMode="auto">
            <a:xfrm>
              <a:off x="585" y="1008"/>
              <a:ext cx="768" cy="1008"/>
            </a:xfrm>
            <a:prstGeom prst="rect">
              <a:avLst/>
            </a:prstGeom>
            <a:solidFill>
              <a:srgbClr val="DDDDDD"/>
            </a:solidFill>
            <a:ln w="9525">
              <a:solidFill>
                <a:srgbClr val="000000"/>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fontAlgn="auto">
                <a:spcBef>
                  <a:spcPts val="0"/>
                </a:spcBef>
                <a:spcAft>
                  <a:spcPts val="0"/>
                </a:spcAft>
                <a:defRPr/>
              </a:pPr>
              <a:r>
                <a:rPr lang="en-US" altLang="zh-CN" sz="2000" b="1" kern="0">
                  <a:solidFill>
                    <a:sysClr val="windowText" lastClr="000000"/>
                  </a:solidFill>
                  <a:latin typeface="+mn-lt"/>
                  <a:ea typeface="黑体" panose="02010609060101010101" pitchFamily="2" charset="-122"/>
                </a:rPr>
                <a:t>Net2	4</a:t>
              </a:r>
            </a:p>
            <a:p>
              <a:pPr algn="ctr" fontAlgn="auto">
                <a:spcBef>
                  <a:spcPts val="0"/>
                </a:spcBef>
                <a:spcAft>
                  <a:spcPts val="0"/>
                </a:spcAft>
                <a:defRPr/>
              </a:pPr>
              <a:r>
                <a:rPr lang="en-US" altLang="zh-CN" sz="2000" b="1" kern="0">
                  <a:solidFill>
                    <a:sysClr val="windowText" lastClr="000000"/>
                  </a:solidFill>
                  <a:latin typeface="+mn-lt"/>
                  <a:ea typeface="黑体" panose="02010609060101010101" pitchFamily="2" charset="-122"/>
                </a:rPr>
                <a:t>Net3	8</a:t>
              </a:r>
            </a:p>
            <a:p>
              <a:pPr algn="ctr" fontAlgn="auto">
                <a:spcBef>
                  <a:spcPts val="0"/>
                </a:spcBef>
                <a:spcAft>
                  <a:spcPts val="0"/>
                </a:spcAft>
                <a:defRPr/>
              </a:pPr>
              <a:r>
                <a:rPr lang="en-US" altLang="zh-CN" sz="2000" b="1" kern="0">
                  <a:solidFill>
                    <a:sysClr val="windowText" lastClr="000000"/>
                  </a:solidFill>
                  <a:latin typeface="+mn-lt"/>
                  <a:ea typeface="黑体" panose="02010609060101010101" pitchFamily="2" charset="-122"/>
                </a:rPr>
                <a:t>Net6	4</a:t>
              </a:r>
            </a:p>
            <a:p>
              <a:pPr algn="ctr" fontAlgn="auto">
                <a:spcBef>
                  <a:spcPts val="0"/>
                </a:spcBef>
                <a:spcAft>
                  <a:spcPts val="0"/>
                </a:spcAft>
                <a:defRPr/>
              </a:pPr>
              <a:r>
                <a:rPr lang="en-US" altLang="zh-CN" sz="2000" b="1" kern="0">
                  <a:solidFill>
                    <a:sysClr val="windowText" lastClr="000000"/>
                  </a:solidFill>
                  <a:latin typeface="+mn-lt"/>
                  <a:ea typeface="黑体" panose="02010609060101010101" pitchFamily="2" charset="-122"/>
                </a:rPr>
                <a:t>Net8	3</a:t>
              </a:r>
            </a:p>
            <a:p>
              <a:pPr algn="ctr" fontAlgn="auto">
                <a:spcBef>
                  <a:spcPts val="0"/>
                </a:spcBef>
                <a:spcAft>
                  <a:spcPts val="0"/>
                </a:spcAft>
                <a:defRPr/>
              </a:pPr>
              <a:r>
                <a:rPr lang="en-US" altLang="zh-CN" sz="2000" b="1" kern="0">
                  <a:solidFill>
                    <a:sysClr val="windowText" lastClr="000000"/>
                  </a:solidFill>
                  <a:latin typeface="+mn-lt"/>
                  <a:ea typeface="黑体" panose="02010609060101010101" pitchFamily="2" charset="-122"/>
                </a:rPr>
                <a:t>Net9	5</a:t>
              </a:r>
            </a:p>
          </p:txBody>
        </p:sp>
        <p:sp>
          <p:nvSpPr>
            <p:cNvPr id="9" name="Rectangle 7"/>
            <p:cNvSpPr>
              <a:spLocks noChangeArrowheads="1"/>
            </p:cNvSpPr>
            <p:nvPr/>
          </p:nvSpPr>
          <p:spPr bwMode="auto">
            <a:xfrm>
              <a:off x="2025" y="1200"/>
              <a:ext cx="768" cy="1008"/>
            </a:xfrm>
            <a:prstGeom prst="rect">
              <a:avLst/>
            </a:prstGeom>
            <a:solidFill>
              <a:srgbClr val="DDDDDD"/>
            </a:solidFill>
            <a:ln w="9525">
              <a:solidFill>
                <a:srgbClr val="000000"/>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fontAlgn="auto">
                <a:spcBef>
                  <a:spcPts val="0"/>
                </a:spcBef>
                <a:spcAft>
                  <a:spcPts val="0"/>
                </a:spcAft>
                <a:defRPr/>
              </a:pPr>
              <a:r>
                <a:rPr lang="en-US" altLang="zh-CN" sz="2000" b="1" kern="0">
                  <a:solidFill>
                    <a:sysClr val="windowText" lastClr="000000"/>
                  </a:solidFill>
                  <a:latin typeface="+mn-lt"/>
                  <a:ea typeface="黑体" panose="02010609060101010101" pitchFamily="2" charset="-122"/>
                </a:rPr>
                <a:t>Net2	5</a:t>
              </a:r>
            </a:p>
            <a:p>
              <a:pPr algn="ctr" fontAlgn="auto">
                <a:spcBef>
                  <a:spcPts val="0"/>
                </a:spcBef>
                <a:spcAft>
                  <a:spcPts val="0"/>
                </a:spcAft>
                <a:defRPr/>
              </a:pPr>
              <a:r>
                <a:rPr lang="en-US" altLang="zh-CN" sz="2000" b="1" kern="0">
                  <a:solidFill>
                    <a:sysClr val="windowText" lastClr="000000"/>
                  </a:solidFill>
                  <a:latin typeface="+mn-lt"/>
                  <a:ea typeface="黑体" panose="02010609060101010101" pitchFamily="2" charset="-122"/>
                </a:rPr>
                <a:t>Net3	9</a:t>
              </a:r>
            </a:p>
            <a:p>
              <a:pPr algn="ctr" fontAlgn="auto">
                <a:spcBef>
                  <a:spcPts val="0"/>
                </a:spcBef>
                <a:spcAft>
                  <a:spcPts val="0"/>
                </a:spcAft>
                <a:defRPr/>
              </a:pPr>
              <a:r>
                <a:rPr lang="en-US" altLang="zh-CN" sz="2000" b="1" kern="0">
                  <a:solidFill>
                    <a:sysClr val="windowText" lastClr="000000"/>
                  </a:solidFill>
                  <a:latin typeface="+mn-lt"/>
                  <a:ea typeface="黑体" panose="02010609060101010101" pitchFamily="2" charset="-122"/>
                </a:rPr>
                <a:t>Net6	5</a:t>
              </a:r>
            </a:p>
            <a:p>
              <a:pPr algn="ctr" fontAlgn="auto">
                <a:spcBef>
                  <a:spcPts val="0"/>
                </a:spcBef>
                <a:spcAft>
                  <a:spcPts val="0"/>
                </a:spcAft>
                <a:defRPr/>
              </a:pPr>
              <a:r>
                <a:rPr lang="en-US" altLang="zh-CN" sz="2000" b="1" kern="0">
                  <a:solidFill>
                    <a:sysClr val="windowText" lastClr="000000"/>
                  </a:solidFill>
                  <a:latin typeface="+mn-lt"/>
                  <a:ea typeface="黑体" panose="02010609060101010101" pitchFamily="2" charset="-122"/>
                </a:rPr>
                <a:t>Net8	4</a:t>
              </a:r>
            </a:p>
            <a:p>
              <a:pPr algn="ctr" fontAlgn="auto">
                <a:spcBef>
                  <a:spcPts val="0"/>
                </a:spcBef>
                <a:spcAft>
                  <a:spcPts val="0"/>
                </a:spcAft>
                <a:defRPr/>
              </a:pPr>
              <a:r>
                <a:rPr lang="en-US" altLang="zh-CN" sz="2000" b="1" kern="0">
                  <a:solidFill>
                    <a:sysClr val="windowText" lastClr="000000"/>
                  </a:solidFill>
                  <a:latin typeface="+mn-lt"/>
                  <a:ea typeface="黑体" panose="02010609060101010101" pitchFamily="2" charset="-122"/>
                </a:rPr>
                <a:t>Net9	6</a:t>
              </a:r>
            </a:p>
          </p:txBody>
        </p:sp>
        <p:sp>
          <p:nvSpPr>
            <p:cNvPr id="10" name="Rectangle 8"/>
            <p:cNvSpPr>
              <a:spLocks noChangeArrowheads="1"/>
            </p:cNvSpPr>
            <p:nvPr/>
          </p:nvSpPr>
          <p:spPr bwMode="auto">
            <a:xfrm>
              <a:off x="249" y="2448"/>
              <a:ext cx="1344" cy="1008"/>
            </a:xfrm>
            <a:prstGeom prst="rect">
              <a:avLst/>
            </a:prstGeom>
            <a:solidFill>
              <a:srgbClr val="66FFFF"/>
            </a:solidFill>
            <a:ln w="9525">
              <a:solidFill>
                <a:srgbClr val="000000"/>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fontAlgn="auto">
                <a:spcBef>
                  <a:spcPts val="0"/>
                </a:spcBef>
                <a:spcAft>
                  <a:spcPts val="0"/>
                </a:spcAft>
                <a:defRPr/>
              </a:pPr>
              <a:r>
                <a:rPr lang="en-US" altLang="zh-CN" sz="2000" b="1" kern="0" dirty="0">
                  <a:solidFill>
                    <a:sysClr val="windowText" lastClr="000000"/>
                  </a:solidFill>
                  <a:latin typeface="+mn-lt"/>
                  <a:ea typeface="黑体" panose="02010609060101010101" pitchFamily="2" charset="-122"/>
                </a:rPr>
                <a:t>Net1	7	A</a:t>
              </a:r>
            </a:p>
            <a:p>
              <a:pPr algn="ctr" fontAlgn="auto">
                <a:spcBef>
                  <a:spcPts val="0"/>
                </a:spcBef>
                <a:spcAft>
                  <a:spcPts val="0"/>
                </a:spcAft>
                <a:defRPr/>
              </a:pPr>
              <a:r>
                <a:rPr lang="en-US" altLang="zh-CN" sz="2000" b="1" kern="0" dirty="0">
                  <a:solidFill>
                    <a:sysClr val="windowText" lastClr="000000"/>
                  </a:solidFill>
                  <a:latin typeface="+mn-lt"/>
                  <a:ea typeface="黑体" panose="02010609060101010101" pitchFamily="2" charset="-122"/>
                </a:rPr>
                <a:t>Net2	2	C</a:t>
              </a:r>
            </a:p>
            <a:p>
              <a:pPr algn="ctr" fontAlgn="auto">
                <a:spcBef>
                  <a:spcPts val="0"/>
                </a:spcBef>
                <a:spcAft>
                  <a:spcPts val="0"/>
                </a:spcAft>
                <a:defRPr/>
              </a:pPr>
              <a:r>
                <a:rPr lang="en-US" altLang="zh-CN" sz="2000" b="1" kern="0" dirty="0">
                  <a:solidFill>
                    <a:sysClr val="windowText" lastClr="000000"/>
                  </a:solidFill>
                  <a:latin typeface="+mn-lt"/>
                  <a:ea typeface="黑体" panose="02010609060101010101" pitchFamily="2" charset="-122"/>
                </a:rPr>
                <a:t>Net6	8	F</a:t>
              </a:r>
            </a:p>
            <a:p>
              <a:pPr algn="ctr" fontAlgn="auto">
                <a:spcBef>
                  <a:spcPts val="0"/>
                </a:spcBef>
                <a:spcAft>
                  <a:spcPts val="0"/>
                </a:spcAft>
                <a:defRPr/>
              </a:pPr>
              <a:r>
                <a:rPr lang="en-US" altLang="zh-CN" sz="2000" b="1" kern="0" dirty="0">
                  <a:solidFill>
                    <a:sysClr val="windowText" lastClr="000000"/>
                  </a:solidFill>
                  <a:latin typeface="+mn-lt"/>
                  <a:ea typeface="黑体" panose="02010609060101010101" pitchFamily="2" charset="-122"/>
                </a:rPr>
                <a:t>Net8	4	E</a:t>
              </a:r>
            </a:p>
            <a:p>
              <a:pPr algn="ctr" fontAlgn="auto">
                <a:spcBef>
                  <a:spcPts val="0"/>
                </a:spcBef>
                <a:spcAft>
                  <a:spcPts val="0"/>
                </a:spcAft>
                <a:defRPr/>
              </a:pPr>
              <a:r>
                <a:rPr lang="en-US" altLang="zh-CN" sz="2000" b="1" kern="0" dirty="0">
                  <a:solidFill>
                    <a:sysClr val="windowText" lastClr="000000"/>
                  </a:solidFill>
                  <a:latin typeface="+mn-lt"/>
                  <a:ea typeface="黑体" panose="02010609060101010101" pitchFamily="2" charset="-122"/>
                </a:rPr>
                <a:t>Net9	4	F</a:t>
              </a:r>
            </a:p>
          </p:txBody>
        </p:sp>
        <p:sp>
          <p:nvSpPr>
            <p:cNvPr id="11" name="Text Box 9"/>
            <p:cNvSpPr txBox="1">
              <a:spLocks noChangeArrowheads="1"/>
            </p:cNvSpPr>
            <p:nvPr/>
          </p:nvSpPr>
          <p:spPr bwMode="auto">
            <a:xfrm>
              <a:off x="441" y="772"/>
              <a:ext cx="1316" cy="25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fontAlgn="auto">
                <a:spcBef>
                  <a:spcPts val="0"/>
                </a:spcBef>
                <a:spcAft>
                  <a:spcPts val="0"/>
                </a:spcAft>
                <a:defRPr/>
              </a:pPr>
              <a:r>
                <a:rPr lang="zh-CN" altLang="en-US" sz="2000" b="1" kern="0">
                  <a:solidFill>
                    <a:sysClr val="windowText" lastClr="000000"/>
                  </a:solidFill>
                  <a:latin typeface="+mn-lt"/>
                  <a:ea typeface="黑体" panose="02010609060101010101" pitchFamily="2" charset="-122"/>
                </a:rPr>
                <a:t>从</a:t>
              </a:r>
              <a:r>
                <a:rPr lang="en-US" altLang="zh-CN" sz="2000" b="1" kern="0">
                  <a:solidFill>
                    <a:sysClr val="windowText" lastClr="000000"/>
                  </a:solidFill>
                  <a:latin typeface="+mn-lt"/>
                  <a:ea typeface="黑体" panose="02010609060101010101" pitchFamily="2" charset="-122"/>
                </a:rPr>
                <a:t>C</a:t>
              </a:r>
              <a:r>
                <a:rPr lang="zh-CN" altLang="en-US" sz="2000" b="1" kern="0">
                  <a:solidFill>
                    <a:sysClr val="windowText" lastClr="000000"/>
                  </a:solidFill>
                  <a:latin typeface="+mn-lt"/>
                  <a:ea typeface="黑体" panose="02010609060101010101" pitchFamily="2" charset="-122"/>
                </a:rPr>
                <a:t>来的</a:t>
              </a:r>
              <a:r>
                <a:rPr lang="en-US" altLang="zh-CN" sz="2000" b="1" kern="0">
                  <a:solidFill>
                    <a:sysClr val="windowText" lastClr="000000"/>
                  </a:solidFill>
                  <a:latin typeface="+mn-lt"/>
                  <a:ea typeface="黑体" panose="02010609060101010101" pitchFamily="2" charset="-122"/>
                </a:rPr>
                <a:t>RIP</a:t>
              </a:r>
              <a:r>
                <a:rPr lang="zh-CN" altLang="en-US" sz="2000" b="1" kern="0">
                  <a:solidFill>
                    <a:sysClr val="windowText" lastClr="000000"/>
                  </a:solidFill>
                  <a:latin typeface="+mn-lt"/>
                  <a:ea typeface="黑体" panose="02010609060101010101" pitchFamily="2" charset="-122"/>
                </a:rPr>
                <a:t>报文</a:t>
              </a:r>
            </a:p>
          </p:txBody>
        </p:sp>
        <p:sp>
          <p:nvSpPr>
            <p:cNvPr id="12" name="Text Box 10"/>
            <p:cNvSpPr txBox="1">
              <a:spLocks noChangeArrowheads="1"/>
            </p:cNvSpPr>
            <p:nvPr/>
          </p:nvSpPr>
          <p:spPr bwMode="auto">
            <a:xfrm>
              <a:off x="1822" y="768"/>
              <a:ext cx="1316" cy="44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fontAlgn="auto">
                <a:spcBef>
                  <a:spcPts val="0"/>
                </a:spcBef>
                <a:spcAft>
                  <a:spcPts val="0"/>
                </a:spcAft>
                <a:defRPr/>
              </a:pPr>
              <a:r>
                <a:rPr lang="zh-CN" altLang="en-US" sz="2000" b="1" kern="0">
                  <a:solidFill>
                    <a:sysClr val="windowText" lastClr="000000"/>
                  </a:solidFill>
                  <a:latin typeface="+mn-lt"/>
                  <a:ea typeface="黑体" panose="02010609060101010101" pitchFamily="2" charset="-122"/>
                </a:rPr>
                <a:t>增加跳数以后</a:t>
              </a:r>
            </a:p>
            <a:p>
              <a:pPr fontAlgn="auto">
                <a:spcBef>
                  <a:spcPts val="0"/>
                </a:spcBef>
                <a:spcAft>
                  <a:spcPts val="0"/>
                </a:spcAft>
                <a:defRPr/>
              </a:pPr>
              <a:r>
                <a:rPr lang="zh-CN" altLang="en-US" sz="2000" b="1" kern="0">
                  <a:solidFill>
                    <a:sysClr val="windowText" lastClr="000000"/>
                  </a:solidFill>
                  <a:latin typeface="+mn-lt"/>
                  <a:ea typeface="黑体" panose="02010609060101010101" pitchFamily="2" charset="-122"/>
                </a:rPr>
                <a:t>从</a:t>
              </a:r>
              <a:r>
                <a:rPr lang="en-US" altLang="zh-CN" sz="2000" b="1" kern="0">
                  <a:solidFill>
                    <a:sysClr val="windowText" lastClr="000000"/>
                  </a:solidFill>
                  <a:latin typeface="+mn-lt"/>
                  <a:ea typeface="黑体" panose="02010609060101010101" pitchFamily="2" charset="-122"/>
                </a:rPr>
                <a:t>C</a:t>
              </a:r>
              <a:r>
                <a:rPr lang="zh-CN" altLang="en-US" sz="2000" b="1" kern="0">
                  <a:solidFill>
                    <a:sysClr val="windowText" lastClr="000000"/>
                  </a:solidFill>
                  <a:latin typeface="+mn-lt"/>
                  <a:ea typeface="黑体" panose="02010609060101010101" pitchFamily="2" charset="-122"/>
                </a:rPr>
                <a:t>来的</a:t>
              </a:r>
              <a:r>
                <a:rPr lang="en-US" altLang="zh-CN" sz="2000" b="1" kern="0">
                  <a:solidFill>
                    <a:sysClr val="windowText" lastClr="000000"/>
                  </a:solidFill>
                  <a:latin typeface="+mn-lt"/>
                  <a:ea typeface="黑体" panose="02010609060101010101" pitchFamily="2" charset="-122"/>
                </a:rPr>
                <a:t>RIP</a:t>
              </a:r>
              <a:r>
                <a:rPr lang="zh-CN" altLang="en-US" sz="2000" b="1" kern="0">
                  <a:solidFill>
                    <a:sysClr val="windowText" lastClr="000000"/>
                  </a:solidFill>
                  <a:latin typeface="+mn-lt"/>
                  <a:ea typeface="黑体" panose="02010609060101010101" pitchFamily="2" charset="-122"/>
                </a:rPr>
                <a:t>报文</a:t>
              </a:r>
            </a:p>
          </p:txBody>
        </p:sp>
        <p:sp>
          <p:nvSpPr>
            <p:cNvPr id="13" name="Text Box 11"/>
            <p:cNvSpPr txBox="1">
              <a:spLocks noChangeArrowheads="1"/>
            </p:cNvSpPr>
            <p:nvPr/>
          </p:nvSpPr>
          <p:spPr bwMode="auto">
            <a:xfrm>
              <a:off x="549" y="2198"/>
              <a:ext cx="896" cy="29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fontAlgn="auto">
                <a:spcBef>
                  <a:spcPts val="0"/>
                </a:spcBef>
                <a:spcAft>
                  <a:spcPts val="0"/>
                </a:spcAft>
                <a:defRPr/>
              </a:pPr>
              <a:r>
                <a:rPr lang="zh-CN" altLang="en-US" sz="2400" b="1" kern="0" dirty="0">
                  <a:solidFill>
                    <a:srgbClr val="A50021"/>
                  </a:solidFill>
                  <a:latin typeface="+mn-lt"/>
                  <a:ea typeface="黑体" panose="02010609060101010101" pitchFamily="2" charset="-122"/>
                </a:rPr>
                <a:t>旧路由表</a:t>
              </a:r>
            </a:p>
          </p:txBody>
        </p:sp>
        <p:sp>
          <p:nvSpPr>
            <p:cNvPr id="14" name="Rectangle 12"/>
            <p:cNvSpPr>
              <a:spLocks noChangeArrowheads="1"/>
            </p:cNvSpPr>
            <p:nvPr/>
          </p:nvSpPr>
          <p:spPr bwMode="auto">
            <a:xfrm>
              <a:off x="1881" y="2544"/>
              <a:ext cx="1104" cy="384"/>
            </a:xfrm>
            <a:prstGeom prst="rect">
              <a:avLst/>
            </a:prstGeom>
            <a:solidFill>
              <a:schemeClr val="bg2"/>
            </a:solidFill>
            <a:ln w="9525">
              <a:solidFill>
                <a:srgbClr val="000000"/>
              </a:solidFill>
              <a:miter lim="800000"/>
            </a:ln>
            <a:effectLst>
              <a:outerShdw dist="107763" dir="2700000" algn="ctr" rotWithShape="0">
                <a:srgbClr val="1C1C1C"/>
              </a:outerShdw>
            </a:effectLst>
          </p:spPr>
          <p:txBody>
            <a:bodyPr wrap="none" anchor="ctr"/>
            <a:lstStyle/>
            <a:p>
              <a:pPr algn="ctr" fontAlgn="auto">
                <a:spcBef>
                  <a:spcPts val="0"/>
                </a:spcBef>
                <a:spcAft>
                  <a:spcPts val="0"/>
                </a:spcAft>
                <a:defRPr/>
              </a:pPr>
              <a:r>
                <a:rPr lang="zh-CN" altLang="en-US" sz="2400" b="1" kern="0">
                  <a:solidFill>
                    <a:srgbClr val="0000CC"/>
                  </a:solidFill>
                  <a:latin typeface="+mn-lt"/>
                  <a:ea typeface="黑体" panose="02010609060101010101" pitchFamily="2" charset="-122"/>
                </a:rPr>
                <a:t>更新算法</a:t>
              </a:r>
            </a:p>
          </p:txBody>
        </p:sp>
        <p:sp>
          <p:nvSpPr>
            <p:cNvPr id="15" name="Rectangle 13"/>
            <p:cNvSpPr>
              <a:spLocks noChangeArrowheads="1"/>
            </p:cNvSpPr>
            <p:nvPr/>
          </p:nvSpPr>
          <p:spPr bwMode="auto">
            <a:xfrm>
              <a:off x="3321" y="2310"/>
              <a:ext cx="1344" cy="1152"/>
            </a:xfrm>
            <a:prstGeom prst="rect">
              <a:avLst/>
            </a:prstGeom>
            <a:solidFill>
              <a:srgbClr val="FFFF66"/>
            </a:solidFill>
            <a:ln w="9525">
              <a:solidFill>
                <a:srgbClr val="000000"/>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fontAlgn="auto">
                <a:spcBef>
                  <a:spcPts val="0"/>
                </a:spcBef>
                <a:spcAft>
                  <a:spcPts val="0"/>
                </a:spcAft>
                <a:defRPr/>
              </a:pPr>
              <a:r>
                <a:rPr lang="en-US" altLang="zh-CN" sz="2000" b="1" kern="0" dirty="0">
                  <a:solidFill>
                    <a:sysClr val="windowText" lastClr="000000"/>
                  </a:solidFill>
                  <a:latin typeface="+mn-lt"/>
                  <a:ea typeface="黑体" panose="02010609060101010101" pitchFamily="2" charset="-122"/>
                </a:rPr>
                <a:t>Net1	7	A</a:t>
              </a:r>
            </a:p>
            <a:p>
              <a:pPr algn="ctr" fontAlgn="auto">
                <a:spcBef>
                  <a:spcPts val="0"/>
                </a:spcBef>
                <a:spcAft>
                  <a:spcPts val="0"/>
                </a:spcAft>
                <a:defRPr/>
              </a:pPr>
              <a:r>
                <a:rPr lang="en-US" altLang="zh-CN" sz="2000" b="1" kern="0" dirty="0">
                  <a:solidFill>
                    <a:sysClr val="windowText" lastClr="000000"/>
                  </a:solidFill>
                  <a:latin typeface="+mn-lt"/>
                  <a:ea typeface="黑体" panose="02010609060101010101" pitchFamily="2" charset="-122"/>
                </a:rPr>
                <a:t>Net2	5	C</a:t>
              </a:r>
            </a:p>
            <a:p>
              <a:pPr algn="ctr" fontAlgn="auto">
                <a:spcBef>
                  <a:spcPts val="0"/>
                </a:spcBef>
                <a:spcAft>
                  <a:spcPts val="0"/>
                </a:spcAft>
                <a:defRPr/>
              </a:pPr>
              <a:r>
                <a:rPr lang="en-US" altLang="zh-CN" sz="2000" b="1" kern="0" dirty="0">
                  <a:solidFill>
                    <a:sysClr val="windowText" lastClr="000000"/>
                  </a:solidFill>
                  <a:latin typeface="+mn-lt"/>
                  <a:ea typeface="黑体" panose="02010609060101010101" pitchFamily="2" charset="-122"/>
                </a:rPr>
                <a:t>Net3	9	C</a:t>
              </a:r>
            </a:p>
            <a:p>
              <a:pPr algn="ctr" fontAlgn="auto">
                <a:spcBef>
                  <a:spcPts val="0"/>
                </a:spcBef>
                <a:spcAft>
                  <a:spcPts val="0"/>
                </a:spcAft>
                <a:defRPr/>
              </a:pPr>
              <a:r>
                <a:rPr lang="en-US" altLang="zh-CN" sz="2000" b="1" kern="0" dirty="0">
                  <a:solidFill>
                    <a:sysClr val="windowText" lastClr="000000"/>
                  </a:solidFill>
                  <a:latin typeface="+mn-lt"/>
                  <a:ea typeface="黑体" panose="02010609060101010101" pitchFamily="2" charset="-122"/>
                </a:rPr>
                <a:t>Net6	5	C</a:t>
              </a:r>
            </a:p>
            <a:p>
              <a:pPr algn="ctr" fontAlgn="auto">
                <a:spcBef>
                  <a:spcPts val="0"/>
                </a:spcBef>
                <a:spcAft>
                  <a:spcPts val="0"/>
                </a:spcAft>
                <a:defRPr/>
              </a:pPr>
              <a:r>
                <a:rPr lang="en-US" altLang="zh-CN" sz="2000" b="1" kern="0" dirty="0">
                  <a:solidFill>
                    <a:sysClr val="windowText" lastClr="000000"/>
                  </a:solidFill>
                  <a:latin typeface="+mn-lt"/>
                  <a:ea typeface="黑体" panose="02010609060101010101" pitchFamily="2" charset="-122"/>
                </a:rPr>
                <a:t>Net8	4	E</a:t>
              </a:r>
            </a:p>
            <a:p>
              <a:pPr algn="ctr" fontAlgn="auto">
                <a:spcBef>
                  <a:spcPts val="0"/>
                </a:spcBef>
                <a:spcAft>
                  <a:spcPts val="0"/>
                </a:spcAft>
                <a:defRPr/>
              </a:pPr>
              <a:r>
                <a:rPr lang="en-US" altLang="zh-CN" sz="2000" b="1" kern="0" dirty="0">
                  <a:solidFill>
                    <a:sysClr val="windowText" lastClr="000000"/>
                  </a:solidFill>
                  <a:latin typeface="+mn-lt"/>
                  <a:ea typeface="黑体" panose="02010609060101010101" pitchFamily="2" charset="-122"/>
                </a:rPr>
                <a:t>Net9	4	F</a:t>
              </a:r>
            </a:p>
          </p:txBody>
        </p:sp>
        <p:sp>
          <p:nvSpPr>
            <p:cNvPr id="16" name="Text Box 14"/>
            <p:cNvSpPr txBox="1">
              <a:spLocks noChangeArrowheads="1"/>
            </p:cNvSpPr>
            <p:nvPr/>
          </p:nvSpPr>
          <p:spPr bwMode="auto">
            <a:xfrm>
              <a:off x="3621" y="2060"/>
              <a:ext cx="896" cy="29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fontAlgn="auto">
                <a:spcBef>
                  <a:spcPts val="0"/>
                </a:spcBef>
                <a:spcAft>
                  <a:spcPts val="0"/>
                </a:spcAft>
                <a:defRPr/>
              </a:pPr>
              <a:r>
                <a:rPr lang="zh-CN" altLang="en-US" sz="2400" b="1" kern="0" dirty="0">
                  <a:solidFill>
                    <a:srgbClr val="A50021"/>
                  </a:solidFill>
                  <a:latin typeface="+mn-lt"/>
                  <a:ea typeface="黑体" panose="02010609060101010101" pitchFamily="2" charset="-122"/>
                </a:rPr>
                <a:t>新路由表</a:t>
              </a:r>
            </a:p>
          </p:txBody>
        </p:sp>
        <p:sp>
          <p:nvSpPr>
            <p:cNvPr id="17" name="AutoShape 15"/>
            <p:cNvSpPr>
              <a:spLocks noChangeArrowheads="1"/>
            </p:cNvSpPr>
            <p:nvPr/>
          </p:nvSpPr>
          <p:spPr bwMode="auto">
            <a:xfrm>
              <a:off x="1641" y="2688"/>
              <a:ext cx="192" cy="144"/>
            </a:xfrm>
            <a:prstGeom prst="rightArrow">
              <a:avLst>
                <a:gd name="adj1" fmla="val 50000"/>
                <a:gd name="adj2" fmla="val 33333"/>
              </a:avLst>
            </a:prstGeom>
            <a:solidFill>
              <a:srgbClr val="000000"/>
            </a:solidFill>
            <a:ln w="9525">
              <a:solidFill>
                <a:srgbClr val="000000"/>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auto">
                <a:spcBef>
                  <a:spcPts val="0"/>
                </a:spcBef>
                <a:spcAft>
                  <a:spcPts val="0"/>
                </a:spcAft>
                <a:defRPr/>
              </a:pPr>
              <a:endParaRPr lang="zh-CN" altLang="en-US" b="1" kern="0">
                <a:solidFill>
                  <a:sysClr val="windowText" lastClr="000000"/>
                </a:solidFill>
                <a:latin typeface="+mn-lt"/>
                <a:ea typeface="黑体" panose="02010609060101010101" pitchFamily="2" charset="-122"/>
              </a:endParaRPr>
            </a:p>
          </p:txBody>
        </p:sp>
        <p:sp>
          <p:nvSpPr>
            <p:cNvPr id="18" name="AutoShape 16"/>
            <p:cNvSpPr>
              <a:spLocks noChangeArrowheads="1"/>
            </p:cNvSpPr>
            <p:nvPr/>
          </p:nvSpPr>
          <p:spPr bwMode="auto">
            <a:xfrm>
              <a:off x="3081" y="2688"/>
              <a:ext cx="192" cy="144"/>
            </a:xfrm>
            <a:prstGeom prst="rightArrow">
              <a:avLst>
                <a:gd name="adj1" fmla="val 50000"/>
                <a:gd name="adj2" fmla="val 33333"/>
              </a:avLst>
            </a:prstGeom>
            <a:solidFill>
              <a:srgbClr val="000000"/>
            </a:solidFill>
            <a:ln w="9525">
              <a:solidFill>
                <a:srgbClr val="000000"/>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auto">
                <a:spcBef>
                  <a:spcPts val="0"/>
                </a:spcBef>
                <a:spcAft>
                  <a:spcPts val="0"/>
                </a:spcAft>
                <a:defRPr/>
              </a:pPr>
              <a:endParaRPr lang="zh-CN" altLang="en-US" b="1" kern="0">
                <a:solidFill>
                  <a:sysClr val="windowText" lastClr="000000"/>
                </a:solidFill>
                <a:latin typeface="+mn-lt"/>
                <a:ea typeface="黑体" panose="02010609060101010101" pitchFamily="2" charset="-122"/>
              </a:endParaRPr>
            </a:p>
          </p:txBody>
        </p:sp>
        <p:sp>
          <p:nvSpPr>
            <p:cNvPr id="19" name="AutoShape 17"/>
            <p:cNvSpPr>
              <a:spLocks noChangeArrowheads="1"/>
            </p:cNvSpPr>
            <p:nvPr/>
          </p:nvSpPr>
          <p:spPr bwMode="auto">
            <a:xfrm>
              <a:off x="2361" y="2304"/>
              <a:ext cx="144" cy="192"/>
            </a:xfrm>
            <a:prstGeom prst="downArrow">
              <a:avLst>
                <a:gd name="adj1" fmla="val 50000"/>
                <a:gd name="adj2" fmla="val 33333"/>
              </a:avLst>
            </a:prstGeom>
            <a:solidFill>
              <a:srgbClr val="000000"/>
            </a:solidFill>
            <a:ln w="9525">
              <a:solidFill>
                <a:srgbClr val="000000"/>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auto">
                <a:spcBef>
                  <a:spcPts val="0"/>
                </a:spcBef>
                <a:spcAft>
                  <a:spcPts val="0"/>
                </a:spcAft>
                <a:defRPr/>
              </a:pPr>
              <a:endParaRPr lang="zh-CN" altLang="en-US" b="1" kern="0">
                <a:solidFill>
                  <a:sysClr val="windowText" lastClr="000000"/>
                </a:solidFill>
                <a:latin typeface="+mn-lt"/>
                <a:ea typeface="黑体" panose="02010609060101010101" pitchFamily="2" charset="-122"/>
              </a:endParaRPr>
            </a:p>
          </p:txBody>
        </p:sp>
        <p:sp>
          <p:nvSpPr>
            <p:cNvPr id="20" name="AutoShape 18"/>
            <p:cNvSpPr>
              <a:spLocks noChangeArrowheads="1"/>
            </p:cNvSpPr>
            <p:nvPr/>
          </p:nvSpPr>
          <p:spPr bwMode="auto">
            <a:xfrm>
              <a:off x="1497" y="1584"/>
              <a:ext cx="384" cy="144"/>
            </a:xfrm>
            <a:prstGeom prst="rightArrow">
              <a:avLst>
                <a:gd name="adj1" fmla="val 50000"/>
                <a:gd name="adj2" fmla="val 66667"/>
              </a:avLst>
            </a:prstGeom>
            <a:solidFill>
              <a:srgbClr val="000000"/>
            </a:solidFill>
            <a:ln w="9525">
              <a:solidFill>
                <a:srgbClr val="000000"/>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auto">
                <a:spcBef>
                  <a:spcPts val="0"/>
                </a:spcBef>
                <a:spcAft>
                  <a:spcPts val="0"/>
                </a:spcAft>
                <a:defRPr/>
              </a:pPr>
              <a:endParaRPr lang="zh-CN" altLang="en-US" b="1" kern="0">
                <a:solidFill>
                  <a:sysClr val="windowText" lastClr="000000"/>
                </a:solidFill>
                <a:latin typeface="+mn-lt"/>
                <a:ea typeface="黑体" panose="02010609060101010101" pitchFamily="2" charset="-122"/>
              </a:endParaRPr>
            </a:p>
          </p:txBody>
        </p:sp>
        <p:sp>
          <p:nvSpPr>
            <p:cNvPr id="21" name="Rectangle 19"/>
            <p:cNvSpPr>
              <a:spLocks noChangeArrowheads="1"/>
            </p:cNvSpPr>
            <p:nvPr/>
          </p:nvSpPr>
          <p:spPr bwMode="auto">
            <a:xfrm>
              <a:off x="3304" y="720"/>
              <a:ext cx="2496" cy="1296"/>
            </a:xfrm>
            <a:prstGeom prst="rect">
              <a:avLst/>
            </a:prstGeom>
            <a:solidFill>
              <a:srgbClr val="66FF66"/>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pPr fontAlgn="auto">
                <a:spcBef>
                  <a:spcPct val="20000"/>
                </a:spcBef>
                <a:spcAft>
                  <a:spcPts val="0"/>
                </a:spcAft>
                <a:defRPr/>
              </a:pPr>
              <a:r>
                <a:rPr lang="en-US" altLang="zh-CN" b="1" kern="0" dirty="0">
                  <a:solidFill>
                    <a:sysClr val="windowText" lastClr="000000"/>
                  </a:solidFill>
                  <a:latin typeface="+mn-lt"/>
                  <a:ea typeface="黑体" panose="02010609060101010101" pitchFamily="2" charset="-122"/>
                </a:rPr>
                <a:t>Net1:</a:t>
              </a:r>
              <a:r>
                <a:rPr lang="zh-CN" altLang="en-US" b="1" kern="0" dirty="0">
                  <a:solidFill>
                    <a:sysClr val="windowText" lastClr="000000"/>
                  </a:solidFill>
                  <a:latin typeface="+mn-lt"/>
                  <a:ea typeface="黑体" panose="02010609060101010101" pitchFamily="2" charset="-122"/>
                </a:rPr>
                <a:t>没有新信息，不变</a:t>
              </a:r>
            </a:p>
            <a:p>
              <a:pPr fontAlgn="auto">
                <a:spcBef>
                  <a:spcPct val="20000"/>
                </a:spcBef>
                <a:spcAft>
                  <a:spcPts val="0"/>
                </a:spcAft>
                <a:defRPr/>
              </a:pPr>
              <a:r>
                <a:rPr lang="en-US" altLang="zh-CN" b="1" kern="0" dirty="0">
                  <a:solidFill>
                    <a:sysClr val="windowText" lastClr="000000"/>
                  </a:solidFill>
                  <a:latin typeface="+mn-lt"/>
                  <a:ea typeface="黑体" panose="02010609060101010101" pitchFamily="2" charset="-122"/>
                </a:rPr>
                <a:t>Net2:</a:t>
              </a:r>
              <a:r>
                <a:rPr lang="zh-CN" altLang="en-US" b="1" kern="0" dirty="0">
                  <a:solidFill>
                    <a:sysClr val="windowText" lastClr="000000"/>
                  </a:solidFill>
                  <a:latin typeface="+mn-lt"/>
                  <a:ea typeface="黑体" panose="02010609060101010101" pitchFamily="2" charset="-122"/>
                </a:rPr>
                <a:t>相同的下一跳，替换</a:t>
              </a:r>
            </a:p>
            <a:p>
              <a:pPr fontAlgn="auto">
                <a:spcBef>
                  <a:spcPct val="20000"/>
                </a:spcBef>
                <a:spcAft>
                  <a:spcPts val="0"/>
                </a:spcAft>
                <a:defRPr/>
              </a:pPr>
              <a:r>
                <a:rPr lang="en-US" altLang="zh-CN" b="1" kern="0" dirty="0">
                  <a:solidFill>
                    <a:sysClr val="windowText" lastClr="000000"/>
                  </a:solidFill>
                  <a:latin typeface="+mn-lt"/>
                  <a:ea typeface="黑体" panose="02010609060101010101" pitchFamily="2" charset="-122"/>
                </a:rPr>
                <a:t>Net3:</a:t>
              </a:r>
              <a:r>
                <a:rPr lang="zh-CN" altLang="en-US" b="1" kern="0" dirty="0">
                  <a:solidFill>
                    <a:sysClr val="windowText" lastClr="000000"/>
                  </a:solidFill>
                  <a:latin typeface="+mn-lt"/>
                  <a:ea typeface="黑体" panose="02010609060101010101" pitchFamily="2" charset="-122"/>
                </a:rPr>
                <a:t>一条新路由，增加</a:t>
              </a:r>
            </a:p>
            <a:p>
              <a:pPr fontAlgn="auto">
                <a:spcBef>
                  <a:spcPct val="20000"/>
                </a:spcBef>
                <a:spcAft>
                  <a:spcPts val="0"/>
                </a:spcAft>
                <a:defRPr/>
              </a:pPr>
              <a:r>
                <a:rPr lang="en-US" altLang="zh-CN" b="1" kern="0" dirty="0">
                  <a:solidFill>
                    <a:sysClr val="windowText" lastClr="000000"/>
                  </a:solidFill>
                  <a:latin typeface="+mn-lt"/>
                  <a:ea typeface="黑体" panose="02010609060101010101" pitchFamily="2" charset="-122"/>
                </a:rPr>
                <a:t>Net6:</a:t>
              </a:r>
              <a:r>
                <a:rPr lang="zh-CN" altLang="en-US" b="1" kern="0" dirty="0">
                  <a:solidFill>
                    <a:sysClr val="windowText" lastClr="000000"/>
                  </a:solidFill>
                  <a:latin typeface="+mn-lt"/>
                  <a:ea typeface="黑体" panose="02010609060101010101" pitchFamily="2" charset="-122"/>
                </a:rPr>
                <a:t>不同的下一跳，新跳数小，替换</a:t>
              </a:r>
            </a:p>
            <a:p>
              <a:pPr fontAlgn="auto">
                <a:spcBef>
                  <a:spcPct val="20000"/>
                </a:spcBef>
                <a:spcAft>
                  <a:spcPts val="0"/>
                </a:spcAft>
                <a:defRPr/>
              </a:pPr>
              <a:r>
                <a:rPr lang="en-US" altLang="zh-CN" b="1" kern="0" dirty="0">
                  <a:solidFill>
                    <a:sysClr val="windowText" lastClr="000000"/>
                  </a:solidFill>
                  <a:latin typeface="+mn-lt"/>
                  <a:ea typeface="黑体" panose="02010609060101010101" pitchFamily="2" charset="-122"/>
                </a:rPr>
                <a:t>Net8:</a:t>
              </a:r>
              <a:r>
                <a:rPr lang="zh-CN" altLang="en-US" b="1" kern="0" dirty="0">
                  <a:solidFill>
                    <a:sysClr val="windowText" lastClr="000000"/>
                  </a:solidFill>
                  <a:latin typeface="+mn-lt"/>
                  <a:ea typeface="黑体" panose="02010609060101010101" pitchFamily="2" charset="-122"/>
                </a:rPr>
                <a:t>不同的下一跳，跳数相同，不变</a:t>
              </a:r>
            </a:p>
            <a:p>
              <a:pPr fontAlgn="auto">
                <a:spcBef>
                  <a:spcPct val="20000"/>
                </a:spcBef>
                <a:spcAft>
                  <a:spcPts val="0"/>
                </a:spcAft>
                <a:defRPr/>
              </a:pPr>
              <a:r>
                <a:rPr lang="en-US" altLang="zh-CN" b="1" kern="0" dirty="0">
                  <a:solidFill>
                    <a:sysClr val="windowText" lastClr="000000"/>
                  </a:solidFill>
                  <a:latin typeface="+mn-lt"/>
                  <a:ea typeface="黑体" panose="02010609060101010101" pitchFamily="2" charset="-122"/>
                </a:rPr>
                <a:t>Net9:</a:t>
              </a:r>
              <a:r>
                <a:rPr lang="zh-CN" altLang="en-US" b="1" kern="0" dirty="0">
                  <a:solidFill>
                    <a:sysClr val="windowText" lastClr="000000"/>
                  </a:solidFill>
                  <a:latin typeface="+mn-lt"/>
                  <a:ea typeface="黑体" panose="02010609060101010101" pitchFamily="2" charset="-122"/>
                </a:rPr>
                <a:t>不同的下一跳，新跳数大，不变</a:t>
              </a:r>
            </a:p>
          </p:txBody>
        </p:sp>
      </p:grpSp>
      <p:sp>
        <p:nvSpPr>
          <p:cNvPr id="1015825" name="灯片编号占位符 3"/>
          <p:cNvSpPr>
            <a:spLocks noGrp="1" noChangeArrowheads="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BB7AC260-F7AE-4F49-8CB2-1C81CF89851D}" type="slidenum">
              <a:rPr lang="zh-CN" altLang="en-US" smtClean="0"/>
              <a:pPr eaLnBrk="1" hangingPunct="1"/>
              <a:t>22</a:t>
            </a:fld>
            <a:endParaRPr lang="en-US" altLang="zh-CN" smtClean="0"/>
          </a:p>
        </p:txBody>
      </p:sp>
      <p:sp>
        <p:nvSpPr>
          <p:cNvPr id="1015826" name="页脚占位符 4"/>
          <p:cNvSpPr>
            <a:spLocks noGrp="1" noChangeArrowheads="1"/>
          </p:cNvSpPr>
          <p:nvPr>
            <p:ph type="ftr"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zh-CN" smtClean="0"/>
              <a:t>ppt课件</a:t>
            </a:r>
          </a:p>
        </p:txBody>
      </p:sp>
    </p:spTree>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17857" name="AutoShape 54"/>
          <p:cNvSpPr>
            <a:spLocks noChangeArrowheads="1"/>
          </p:cNvSpPr>
          <p:nvPr/>
        </p:nvSpPr>
        <p:spPr bwMode="auto">
          <a:xfrm rot="5400000">
            <a:off x="962025" y="4841875"/>
            <a:ext cx="241300" cy="501650"/>
          </a:xfrm>
          <a:prstGeom prst="downArrow">
            <a:avLst>
              <a:gd name="adj1" fmla="val 50000"/>
              <a:gd name="adj2" fmla="val 47970"/>
            </a:avLst>
          </a:prstGeom>
          <a:solidFill>
            <a:srgbClr val="FFC000"/>
          </a:solidFill>
          <a:ln w="9525">
            <a:solidFill>
              <a:srgbClr val="000099"/>
            </a:solidFill>
            <a:miter lim="800000"/>
            <a:headEnd/>
            <a:tailEnd/>
          </a:ln>
        </p:spPr>
        <p:txBody>
          <a:bodyPr vert="eaVert" wrap="none" anchor="ctr"/>
          <a:lstStyle/>
          <a:p>
            <a:pPr eaLnBrk="0" hangingPunct="0"/>
            <a:endParaRPr lang="zh-CN" altLang="en-US" b="1">
              <a:solidFill>
                <a:srgbClr val="000099"/>
              </a:solidFill>
              <a:ea typeface="黑体" panose="02010609060101010101" pitchFamily="49" charset="-122"/>
            </a:endParaRPr>
          </a:p>
        </p:txBody>
      </p:sp>
      <p:sp>
        <p:nvSpPr>
          <p:cNvPr id="1017858" name="Line 2"/>
          <p:cNvSpPr>
            <a:spLocks noChangeShapeType="1"/>
          </p:cNvSpPr>
          <p:nvPr/>
        </p:nvSpPr>
        <p:spPr bwMode="auto">
          <a:xfrm>
            <a:off x="4818063" y="1300163"/>
            <a:ext cx="3932237" cy="0"/>
          </a:xfrm>
          <a:prstGeom prst="line">
            <a:avLst/>
          </a:prstGeom>
          <a:noFill/>
          <a:ln w="19050">
            <a:solidFill>
              <a:srgbClr val="0000CC"/>
            </a:solidFill>
            <a:round/>
            <a:headEnd type="triangle" w="sm" len="med"/>
            <a:tailEnd type="triangle" w="sm" len="med"/>
          </a:ln>
          <a:extLst>
            <a:ext uri="{909E8E84-426E-40DD-AFC4-6F175D3DCCD1}">
              <a14:hiddenFill xmlns:a14="http://schemas.microsoft.com/office/drawing/2010/main">
                <a:noFill/>
              </a14:hiddenFill>
            </a:ext>
          </a:extLst>
        </p:spPr>
        <p:txBody>
          <a:bodyPr wrap="none" anchor="ctr"/>
          <a:lstStyle/>
          <a:p>
            <a:pPr eaLnBrk="0" hangingPunct="0"/>
            <a:endParaRPr lang="zh-CN" altLang="en-US" b="1">
              <a:solidFill>
                <a:srgbClr val="000099"/>
              </a:solidFill>
              <a:ea typeface="黑体" panose="02010609060101010101" pitchFamily="49" charset="-122"/>
            </a:endParaRPr>
          </a:p>
        </p:txBody>
      </p:sp>
      <p:sp>
        <p:nvSpPr>
          <p:cNvPr id="1017859" name="Text Box 3"/>
          <p:cNvSpPr txBox="1">
            <a:spLocks noChangeArrowheads="1"/>
          </p:cNvSpPr>
          <p:nvPr/>
        </p:nvSpPr>
        <p:spPr bwMode="auto">
          <a:xfrm>
            <a:off x="6397625" y="1116013"/>
            <a:ext cx="984250" cy="400050"/>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en-US" altLang="zh-CN" sz="2000" b="1">
                <a:solidFill>
                  <a:srgbClr val="000099"/>
                </a:solidFill>
                <a:ea typeface="黑体" panose="02010609060101010101" pitchFamily="49" charset="-122"/>
              </a:rPr>
              <a:t> 4 </a:t>
            </a:r>
            <a:r>
              <a:rPr lang="zh-CN" altLang="en-US" sz="2000" b="1">
                <a:solidFill>
                  <a:srgbClr val="000099"/>
                </a:solidFill>
                <a:ea typeface="黑体" panose="02010609060101010101" pitchFamily="49" charset="-122"/>
              </a:rPr>
              <a:t>字节</a:t>
            </a:r>
          </a:p>
        </p:txBody>
      </p:sp>
      <p:sp>
        <p:nvSpPr>
          <p:cNvPr id="1017860" name="Rectangle 4"/>
          <p:cNvSpPr>
            <a:spLocks noChangeArrowheads="1"/>
          </p:cNvSpPr>
          <p:nvPr/>
        </p:nvSpPr>
        <p:spPr bwMode="auto">
          <a:xfrm>
            <a:off x="1312863" y="4775200"/>
            <a:ext cx="6261100" cy="647700"/>
          </a:xfrm>
          <a:prstGeom prst="rect">
            <a:avLst/>
          </a:prstGeom>
          <a:solidFill>
            <a:srgbClr val="FF66FF"/>
          </a:solidFill>
          <a:ln w="9525">
            <a:solidFill>
              <a:schemeClr val="tx1"/>
            </a:solidFill>
            <a:miter lim="800000"/>
            <a:headEnd/>
            <a:tailEnd/>
          </a:ln>
        </p:spPr>
        <p:txBody>
          <a:bodyPr wrap="none" anchor="ctr"/>
          <a:lstStyle/>
          <a:p>
            <a:pPr eaLnBrk="0" hangingPunct="0"/>
            <a:endParaRPr lang="zh-CN" altLang="en-US" b="1">
              <a:solidFill>
                <a:srgbClr val="000099"/>
              </a:solidFill>
              <a:ea typeface="黑体" panose="02010609060101010101" pitchFamily="49" charset="-122"/>
            </a:endParaRPr>
          </a:p>
        </p:txBody>
      </p:sp>
      <p:sp>
        <p:nvSpPr>
          <p:cNvPr id="1017861" name="Line 5"/>
          <p:cNvSpPr>
            <a:spLocks noChangeShapeType="1"/>
          </p:cNvSpPr>
          <p:nvPr/>
        </p:nvSpPr>
        <p:spPr bwMode="auto">
          <a:xfrm flipV="1">
            <a:off x="3440113" y="4541838"/>
            <a:ext cx="4125912" cy="0"/>
          </a:xfrm>
          <a:prstGeom prst="line">
            <a:avLst/>
          </a:prstGeom>
          <a:noFill/>
          <a:ln w="19050">
            <a:solidFill>
              <a:srgbClr val="333399"/>
            </a:solidFill>
            <a:round/>
            <a:headEnd type="triangle" w="sm" len="med"/>
            <a:tailEnd type="triangle" w="sm" len="med"/>
          </a:ln>
          <a:extLst>
            <a:ext uri="{909E8E84-426E-40DD-AFC4-6F175D3DCCD1}">
              <a14:hiddenFill xmlns:a14="http://schemas.microsoft.com/office/drawing/2010/main">
                <a:noFill/>
              </a14:hiddenFill>
            </a:ext>
          </a:extLst>
        </p:spPr>
        <p:txBody>
          <a:bodyPr wrap="none" anchor="ctr"/>
          <a:lstStyle/>
          <a:p>
            <a:pPr eaLnBrk="0" hangingPunct="0"/>
            <a:endParaRPr lang="zh-CN" altLang="en-US" b="1">
              <a:solidFill>
                <a:srgbClr val="000099"/>
              </a:solidFill>
              <a:ea typeface="黑体" panose="02010609060101010101" pitchFamily="49" charset="-122"/>
            </a:endParaRPr>
          </a:p>
        </p:txBody>
      </p:sp>
      <p:sp>
        <p:nvSpPr>
          <p:cNvPr id="1017862" name="Text Box 6"/>
          <p:cNvSpPr txBox="1">
            <a:spLocks noChangeArrowheads="1"/>
          </p:cNvSpPr>
          <p:nvPr/>
        </p:nvSpPr>
        <p:spPr bwMode="auto">
          <a:xfrm>
            <a:off x="4826000" y="4351338"/>
            <a:ext cx="1219200" cy="400050"/>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en-US" altLang="zh-CN" sz="2000" b="1">
                <a:solidFill>
                  <a:srgbClr val="000099"/>
                </a:solidFill>
                <a:ea typeface="黑体" panose="02010609060101010101" pitchFamily="49" charset="-122"/>
              </a:rPr>
              <a:t>RIP </a:t>
            </a:r>
            <a:r>
              <a:rPr lang="zh-CN" altLang="en-US" sz="2000" b="1">
                <a:solidFill>
                  <a:srgbClr val="000099"/>
                </a:solidFill>
                <a:ea typeface="黑体" panose="02010609060101010101" pitchFamily="49" charset="-122"/>
              </a:rPr>
              <a:t>报文</a:t>
            </a:r>
          </a:p>
        </p:txBody>
      </p:sp>
      <p:sp>
        <p:nvSpPr>
          <p:cNvPr id="1017863" name="Rectangle 7"/>
          <p:cNvSpPr>
            <a:spLocks noGrp="1" noChangeArrowheads="1"/>
          </p:cNvSpPr>
          <p:nvPr>
            <p:ph type="title"/>
          </p:nvPr>
        </p:nvSpPr>
        <p:spPr/>
        <p:txBody>
          <a:bodyPr/>
          <a:lstStyle/>
          <a:p>
            <a:r>
              <a:rPr lang="en-US" altLang="zh-CN" smtClean="0">
                <a:ea typeface="黑体" panose="02010609060101010101" pitchFamily="49" charset="-122"/>
              </a:rPr>
              <a:t>3. RIP2 </a:t>
            </a:r>
            <a:r>
              <a:rPr lang="zh-CN" altLang="en-US" smtClean="0">
                <a:ea typeface="黑体" panose="02010609060101010101" pitchFamily="49" charset="-122"/>
              </a:rPr>
              <a:t>协议的报文格式 </a:t>
            </a:r>
          </a:p>
        </p:txBody>
      </p:sp>
      <p:sp>
        <p:nvSpPr>
          <p:cNvPr id="1017864" name="Freeform 8"/>
          <p:cNvSpPr>
            <a:spLocks noChangeArrowheads="1"/>
          </p:cNvSpPr>
          <p:nvPr/>
        </p:nvSpPr>
        <p:spPr bwMode="auto">
          <a:xfrm>
            <a:off x="4197350" y="3497263"/>
            <a:ext cx="4643438" cy="209550"/>
          </a:xfrm>
          <a:custGeom>
            <a:avLst/>
            <a:gdLst>
              <a:gd name="T0" fmla="*/ 306 w 2328"/>
              <a:gd name="T1" fmla="*/ 6 h 204"/>
              <a:gd name="T2" fmla="*/ 2328 w 2328"/>
              <a:gd name="T3" fmla="*/ 0 h 204"/>
              <a:gd name="T4" fmla="*/ 1716 w 2328"/>
              <a:gd name="T5" fmla="*/ 204 h 204"/>
              <a:gd name="T6" fmla="*/ 0 w 2328"/>
              <a:gd name="T7" fmla="*/ 204 h 204"/>
              <a:gd name="T8" fmla="*/ 306 w 2328"/>
              <a:gd name="T9" fmla="*/ 6 h 204"/>
            </a:gdLst>
            <a:ahLst/>
            <a:cxnLst>
              <a:cxn ang="0">
                <a:pos x="T0" y="T1"/>
              </a:cxn>
              <a:cxn ang="0">
                <a:pos x="T2" y="T3"/>
              </a:cxn>
              <a:cxn ang="0">
                <a:pos x="T4" y="T5"/>
              </a:cxn>
              <a:cxn ang="0">
                <a:pos x="T6" y="T7"/>
              </a:cxn>
              <a:cxn ang="0">
                <a:pos x="T8" y="T9"/>
              </a:cxn>
            </a:cxnLst>
            <a:rect l="0" t="0" r="r" b="b"/>
            <a:pathLst>
              <a:path w="2328" h="204">
                <a:moveTo>
                  <a:pt x="306" y="6"/>
                </a:moveTo>
                <a:lnTo>
                  <a:pt x="2328" y="0"/>
                </a:lnTo>
                <a:lnTo>
                  <a:pt x="1716" y="204"/>
                </a:lnTo>
                <a:lnTo>
                  <a:pt x="0" y="204"/>
                </a:lnTo>
                <a:lnTo>
                  <a:pt x="306" y="6"/>
                </a:lnTo>
                <a:close/>
              </a:path>
            </a:pathLst>
          </a:custGeom>
          <a:gradFill rotWithShape="1">
            <a:gsLst>
              <a:gs pos="0">
                <a:srgbClr val="CCFFFF"/>
              </a:gs>
              <a:gs pos="100000">
                <a:srgbClr val="CCECFF"/>
              </a:gs>
            </a:gsLst>
            <a:lin ang="1620000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黑体" panose="02010609060101010101" pitchFamily="49" charset="-122"/>
            </a:endParaRPr>
          </a:p>
        </p:txBody>
      </p:sp>
      <p:sp>
        <p:nvSpPr>
          <p:cNvPr id="1017865" name="Rectangle 9"/>
          <p:cNvSpPr>
            <a:spLocks noChangeArrowheads="1"/>
          </p:cNvSpPr>
          <p:nvPr/>
        </p:nvSpPr>
        <p:spPr bwMode="auto">
          <a:xfrm>
            <a:off x="4808538" y="1470025"/>
            <a:ext cx="3975100" cy="2027238"/>
          </a:xfrm>
          <a:prstGeom prst="rect">
            <a:avLst/>
          </a:prstGeom>
          <a:solidFill>
            <a:srgbClr val="CCECFF"/>
          </a:solidFill>
          <a:ln w="9525">
            <a:solidFill>
              <a:schemeClr val="tx1"/>
            </a:solidFill>
            <a:miter lim="800000"/>
            <a:headEnd/>
            <a:tailEnd/>
          </a:ln>
          <a:effectLst>
            <a:outerShdw dist="17961" dir="2700000" algn="ctr" rotWithShape="0">
              <a:schemeClr val="bg2"/>
            </a:outerShdw>
          </a:effectLst>
        </p:spPr>
        <p:txBody>
          <a:bodyPr wrap="none" anchor="ctr"/>
          <a:lstStyle/>
          <a:p>
            <a:pPr eaLnBrk="0" hangingPunct="0"/>
            <a:endParaRPr lang="zh-CN" altLang="en-US" b="1">
              <a:solidFill>
                <a:srgbClr val="000099"/>
              </a:solidFill>
              <a:ea typeface="黑体" panose="02010609060101010101" pitchFamily="49" charset="-122"/>
            </a:endParaRPr>
          </a:p>
        </p:txBody>
      </p:sp>
      <p:sp>
        <p:nvSpPr>
          <p:cNvPr id="1017866" name="Line 10"/>
          <p:cNvSpPr>
            <a:spLocks noChangeShapeType="1"/>
          </p:cNvSpPr>
          <p:nvPr/>
        </p:nvSpPr>
        <p:spPr bwMode="auto">
          <a:xfrm>
            <a:off x="2601913" y="5662613"/>
            <a:ext cx="4957762" cy="0"/>
          </a:xfrm>
          <a:prstGeom prst="line">
            <a:avLst/>
          </a:prstGeom>
          <a:noFill/>
          <a:ln w="19050">
            <a:solidFill>
              <a:srgbClr val="333399"/>
            </a:solidFill>
            <a:round/>
            <a:headEnd type="triangle" w="sm" len="med"/>
            <a:tailEnd type="triangle" w="sm" len="med"/>
          </a:ln>
          <a:extLst>
            <a:ext uri="{909E8E84-426E-40DD-AFC4-6F175D3DCCD1}">
              <a14:hiddenFill xmlns:a14="http://schemas.microsoft.com/office/drawing/2010/main">
                <a:noFill/>
              </a14:hiddenFill>
            </a:ext>
          </a:extLst>
        </p:spPr>
        <p:txBody>
          <a:bodyPr wrap="none" anchor="ctr"/>
          <a:lstStyle/>
          <a:p>
            <a:pPr eaLnBrk="0" hangingPunct="0"/>
            <a:endParaRPr lang="zh-CN" altLang="en-US" b="1">
              <a:solidFill>
                <a:srgbClr val="000099"/>
              </a:solidFill>
              <a:ea typeface="黑体" panose="02010609060101010101" pitchFamily="49" charset="-122"/>
            </a:endParaRPr>
          </a:p>
        </p:txBody>
      </p:sp>
      <p:sp>
        <p:nvSpPr>
          <p:cNvPr id="1017867" name="Text Box 11"/>
          <p:cNvSpPr txBox="1">
            <a:spLocks noChangeArrowheads="1"/>
          </p:cNvSpPr>
          <p:nvPr/>
        </p:nvSpPr>
        <p:spPr bwMode="auto">
          <a:xfrm>
            <a:off x="7720013" y="4049713"/>
            <a:ext cx="2144712" cy="1323975"/>
          </a:xfrm>
          <a:prstGeom prst="rect">
            <a:avLst/>
          </a:prstGeom>
          <a:solidFill>
            <a:srgbClr val="FFFF99"/>
          </a:solidFill>
          <a:ln w="9525">
            <a:solidFill>
              <a:srgbClr val="333399"/>
            </a:solidFill>
            <a:miter lim="800000"/>
            <a:headEnd/>
            <a:tailEnd/>
          </a:ln>
        </p:spPr>
        <p:txBody>
          <a:bodyPr>
            <a:spAutoFit/>
          </a:bodyPr>
          <a:lstStyle/>
          <a:p>
            <a:pPr algn="ctr" eaLnBrk="0" hangingPunct="0"/>
            <a:r>
              <a:rPr lang="zh-CN" altLang="en-US" sz="2000" b="1">
                <a:solidFill>
                  <a:srgbClr val="000099"/>
                </a:solidFill>
                <a:ea typeface="黑体" panose="02010609060101010101" pitchFamily="49" charset="-122"/>
              </a:rPr>
              <a:t>路由信息</a:t>
            </a:r>
          </a:p>
          <a:p>
            <a:pPr algn="ctr" eaLnBrk="0" hangingPunct="0"/>
            <a:r>
              <a:rPr lang="zh-CN" altLang="en-US" sz="2000" b="1">
                <a:solidFill>
                  <a:srgbClr val="000099"/>
                </a:solidFill>
                <a:ea typeface="黑体" panose="02010609060101010101" pitchFamily="49" charset="-122"/>
              </a:rPr>
              <a:t>（</a:t>
            </a:r>
            <a:r>
              <a:rPr lang="en-US" altLang="zh-CN" sz="2000" b="1">
                <a:solidFill>
                  <a:srgbClr val="000099"/>
                </a:solidFill>
                <a:ea typeface="黑体" panose="02010609060101010101" pitchFamily="49" charset="-122"/>
              </a:rPr>
              <a:t>20 </a:t>
            </a:r>
            <a:r>
              <a:rPr lang="zh-CN" altLang="en-US" sz="2000" b="1">
                <a:solidFill>
                  <a:srgbClr val="000099"/>
                </a:solidFill>
                <a:ea typeface="黑体" panose="02010609060101010101" pitchFamily="49" charset="-122"/>
              </a:rPr>
              <a:t>字节</a:t>
            </a:r>
            <a:r>
              <a:rPr lang="en-US" altLang="zh-CN" sz="2000" b="1">
                <a:solidFill>
                  <a:srgbClr val="000099"/>
                </a:solidFill>
                <a:ea typeface="黑体" panose="02010609060101010101" pitchFamily="49" charset="-122"/>
              </a:rPr>
              <a:t>/</a:t>
            </a:r>
            <a:r>
              <a:rPr lang="zh-CN" altLang="en-US" sz="2000" b="1">
                <a:solidFill>
                  <a:srgbClr val="000099"/>
                </a:solidFill>
                <a:ea typeface="黑体" panose="02010609060101010101" pitchFamily="49" charset="-122"/>
              </a:rPr>
              <a:t>路由）</a:t>
            </a:r>
          </a:p>
          <a:p>
            <a:pPr algn="ctr" eaLnBrk="0" hangingPunct="0"/>
            <a:r>
              <a:rPr lang="zh-CN" altLang="en-US" sz="2000" b="1">
                <a:solidFill>
                  <a:srgbClr val="000099"/>
                </a:solidFill>
                <a:ea typeface="黑体" panose="02010609060101010101" pitchFamily="49" charset="-122"/>
              </a:rPr>
              <a:t>可重复出现</a:t>
            </a:r>
          </a:p>
          <a:p>
            <a:pPr algn="ctr" eaLnBrk="0" hangingPunct="0"/>
            <a:r>
              <a:rPr lang="zh-CN" altLang="en-US" sz="2000" b="1">
                <a:solidFill>
                  <a:srgbClr val="000099"/>
                </a:solidFill>
                <a:ea typeface="黑体" panose="02010609060101010101" pitchFamily="49" charset="-122"/>
              </a:rPr>
              <a:t>最多 </a:t>
            </a:r>
            <a:r>
              <a:rPr lang="en-US" altLang="zh-CN" sz="2000" b="1">
                <a:solidFill>
                  <a:srgbClr val="000099"/>
                </a:solidFill>
                <a:ea typeface="黑体" panose="02010609060101010101" pitchFamily="49" charset="-122"/>
              </a:rPr>
              <a:t>25 </a:t>
            </a:r>
            <a:r>
              <a:rPr lang="zh-CN" altLang="en-US" sz="2000" b="1">
                <a:solidFill>
                  <a:srgbClr val="000099"/>
                </a:solidFill>
                <a:ea typeface="黑体" panose="02010609060101010101" pitchFamily="49" charset="-122"/>
              </a:rPr>
              <a:t>个</a:t>
            </a:r>
          </a:p>
        </p:txBody>
      </p:sp>
      <p:sp>
        <p:nvSpPr>
          <p:cNvPr id="1017868" name="Rectangle 12"/>
          <p:cNvSpPr>
            <a:spLocks noChangeArrowheads="1"/>
          </p:cNvSpPr>
          <p:nvPr/>
        </p:nvSpPr>
        <p:spPr bwMode="auto">
          <a:xfrm>
            <a:off x="3398838" y="3733800"/>
            <a:ext cx="4160837" cy="620713"/>
          </a:xfrm>
          <a:prstGeom prst="rect">
            <a:avLst/>
          </a:prstGeom>
          <a:solidFill>
            <a:srgbClr val="CCECFF"/>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eaLnBrk="0" hangingPunct="0"/>
            <a:endParaRPr lang="zh-CN" altLang="en-US" b="1">
              <a:solidFill>
                <a:srgbClr val="000099"/>
              </a:solidFill>
              <a:ea typeface="黑体" panose="02010609060101010101" pitchFamily="49" charset="-122"/>
            </a:endParaRPr>
          </a:p>
        </p:txBody>
      </p:sp>
      <p:sp>
        <p:nvSpPr>
          <p:cNvPr id="1017869" name="Freeform 13"/>
          <p:cNvSpPr>
            <a:spLocks noChangeArrowheads="1"/>
          </p:cNvSpPr>
          <p:nvPr/>
        </p:nvSpPr>
        <p:spPr bwMode="auto">
          <a:xfrm>
            <a:off x="433388" y="2757488"/>
            <a:ext cx="3905250" cy="976312"/>
          </a:xfrm>
          <a:custGeom>
            <a:avLst/>
            <a:gdLst>
              <a:gd name="T0" fmla="*/ 0 w 1992"/>
              <a:gd name="T1" fmla="*/ 12 h 612"/>
              <a:gd name="T2" fmla="*/ 1992 w 1992"/>
              <a:gd name="T3" fmla="*/ 0 h 612"/>
              <a:gd name="T4" fmla="*/ 1890 w 1992"/>
              <a:gd name="T5" fmla="*/ 606 h 612"/>
              <a:gd name="T6" fmla="*/ 1506 w 1992"/>
              <a:gd name="T7" fmla="*/ 612 h 612"/>
              <a:gd name="T8" fmla="*/ 0 w 1992"/>
              <a:gd name="T9" fmla="*/ 12 h 612"/>
            </a:gdLst>
            <a:ahLst/>
            <a:cxnLst>
              <a:cxn ang="0">
                <a:pos x="T0" y="T1"/>
              </a:cxn>
              <a:cxn ang="0">
                <a:pos x="T2" y="T3"/>
              </a:cxn>
              <a:cxn ang="0">
                <a:pos x="T4" y="T5"/>
              </a:cxn>
              <a:cxn ang="0">
                <a:pos x="T6" y="T7"/>
              </a:cxn>
              <a:cxn ang="0">
                <a:pos x="T8" y="T9"/>
              </a:cxn>
            </a:cxnLst>
            <a:rect l="0" t="0" r="r" b="b"/>
            <a:pathLst>
              <a:path w="1992" h="612">
                <a:moveTo>
                  <a:pt x="0" y="12"/>
                </a:moveTo>
                <a:lnTo>
                  <a:pt x="1992" y="0"/>
                </a:lnTo>
                <a:lnTo>
                  <a:pt x="1890" y="606"/>
                </a:lnTo>
                <a:lnTo>
                  <a:pt x="1506" y="612"/>
                </a:lnTo>
                <a:lnTo>
                  <a:pt x="0" y="12"/>
                </a:lnTo>
                <a:close/>
              </a:path>
            </a:pathLst>
          </a:custGeom>
          <a:gradFill rotWithShape="1">
            <a:gsLst>
              <a:gs pos="0">
                <a:srgbClr val="66FF66"/>
              </a:gs>
              <a:gs pos="100000">
                <a:srgbClr val="CCECFF"/>
              </a:gs>
            </a:gsLst>
            <a:lin ang="1620000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黑体" panose="02010609060101010101" pitchFamily="49" charset="-122"/>
            </a:endParaRPr>
          </a:p>
        </p:txBody>
      </p:sp>
      <p:sp>
        <p:nvSpPr>
          <p:cNvPr id="1017870" name="Rectangle 14"/>
          <p:cNvSpPr>
            <a:spLocks noChangeArrowheads="1"/>
          </p:cNvSpPr>
          <p:nvPr/>
        </p:nvSpPr>
        <p:spPr bwMode="auto">
          <a:xfrm>
            <a:off x="3398838" y="3721100"/>
            <a:ext cx="4175125" cy="646113"/>
          </a:xfrm>
          <a:prstGeom prst="rect">
            <a:avLst/>
          </a:prstGeom>
          <a:noFill/>
          <a:ln w="1905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pPr eaLnBrk="0" hangingPunct="0"/>
            <a:endParaRPr lang="zh-CN" altLang="en-US" b="1">
              <a:solidFill>
                <a:srgbClr val="000099"/>
              </a:solidFill>
              <a:ea typeface="黑体" panose="02010609060101010101" pitchFamily="49" charset="-122"/>
            </a:endParaRPr>
          </a:p>
        </p:txBody>
      </p:sp>
      <p:sp>
        <p:nvSpPr>
          <p:cNvPr id="1017871" name="Line 15"/>
          <p:cNvSpPr>
            <a:spLocks noChangeShapeType="1"/>
          </p:cNvSpPr>
          <p:nvPr/>
        </p:nvSpPr>
        <p:spPr bwMode="auto">
          <a:xfrm>
            <a:off x="1312863" y="5383213"/>
            <a:ext cx="0" cy="68580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b="1">
              <a:solidFill>
                <a:srgbClr val="000099"/>
              </a:solidFill>
              <a:ea typeface="黑体" panose="02010609060101010101" pitchFamily="49" charset="-122"/>
            </a:endParaRPr>
          </a:p>
        </p:txBody>
      </p:sp>
      <p:sp>
        <p:nvSpPr>
          <p:cNvPr id="1017872" name="Rectangle 16"/>
          <p:cNvSpPr>
            <a:spLocks noChangeArrowheads="1"/>
          </p:cNvSpPr>
          <p:nvPr/>
        </p:nvSpPr>
        <p:spPr bwMode="auto">
          <a:xfrm>
            <a:off x="4443413" y="5576888"/>
            <a:ext cx="1550987" cy="279400"/>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eaLnBrk="0" hangingPunct="0"/>
            <a:endParaRPr lang="zh-CN" altLang="en-US" b="1">
              <a:solidFill>
                <a:srgbClr val="000099"/>
              </a:solidFill>
              <a:ea typeface="黑体" panose="02010609060101010101" pitchFamily="49" charset="-122"/>
            </a:endParaRPr>
          </a:p>
        </p:txBody>
      </p:sp>
      <p:sp>
        <p:nvSpPr>
          <p:cNvPr id="1017873" name="Line 17"/>
          <p:cNvSpPr>
            <a:spLocks noChangeShapeType="1"/>
          </p:cNvSpPr>
          <p:nvPr/>
        </p:nvSpPr>
        <p:spPr bwMode="auto">
          <a:xfrm>
            <a:off x="1312863" y="5981700"/>
            <a:ext cx="6261100" cy="0"/>
          </a:xfrm>
          <a:prstGeom prst="line">
            <a:avLst/>
          </a:prstGeom>
          <a:noFill/>
          <a:ln w="19050">
            <a:solidFill>
              <a:srgbClr val="333399"/>
            </a:solidFill>
            <a:round/>
            <a:headEnd type="triangle" w="sm" len="med"/>
            <a:tailEnd type="triangle" w="sm" len="med"/>
          </a:ln>
          <a:extLst>
            <a:ext uri="{909E8E84-426E-40DD-AFC4-6F175D3DCCD1}">
              <a14:hiddenFill xmlns:a14="http://schemas.microsoft.com/office/drawing/2010/main">
                <a:noFill/>
              </a14:hiddenFill>
            </a:ext>
          </a:extLst>
        </p:spPr>
        <p:txBody>
          <a:bodyPr wrap="none" anchor="ctr"/>
          <a:lstStyle/>
          <a:p>
            <a:pPr eaLnBrk="0" hangingPunct="0"/>
            <a:endParaRPr lang="zh-CN" altLang="en-US" b="1">
              <a:solidFill>
                <a:srgbClr val="000099"/>
              </a:solidFill>
              <a:ea typeface="黑体" panose="02010609060101010101" pitchFamily="49" charset="-122"/>
            </a:endParaRPr>
          </a:p>
        </p:txBody>
      </p:sp>
      <p:sp>
        <p:nvSpPr>
          <p:cNvPr id="1017874" name="Text Box 18"/>
          <p:cNvSpPr txBox="1">
            <a:spLocks noChangeArrowheads="1"/>
          </p:cNvSpPr>
          <p:nvPr/>
        </p:nvSpPr>
        <p:spPr bwMode="auto">
          <a:xfrm>
            <a:off x="2792413" y="5837238"/>
            <a:ext cx="1266825" cy="400050"/>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en-US" altLang="zh-CN" sz="2000" b="1">
                <a:solidFill>
                  <a:srgbClr val="000099"/>
                </a:solidFill>
                <a:ea typeface="黑体" panose="02010609060101010101" pitchFamily="49" charset="-122"/>
              </a:rPr>
              <a:t>IP </a:t>
            </a:r>
            <a:r>
              <a:rPr lang="zh-CN" altLang="en-US" sz="2000" b="1">
                <a:solidFill>
                  <a:srgbClr val="000099"/>
                </a:solidFill>
                <a:ea typeface="黑体" panose="02010609060101010101" pitchFamily="49" charset="-122"/>
              </a:rPr>
              <a:t>数据报</a:t>
            </a:r>
          </a:p>
        </p:txBody>
      </p:sp>
      <p:sp>
        <p:nvSpPr>
          <p:cNvPr id="1017875" name="Line 19"/>
          <p:cNvSpPr>
            <a:spLocks noChangeShapeType="1"/>
          </p:cNvSpPr>
          <p:nvPr/>
        </p:nvSpPr>
        <p:spPr bwMode="auto">
          <a:xfrm>
            <a:off x="4819650" y="1858963"/>
            <a:ext cx="3976688"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b="1">
              <a:solidFill>
                <a:srgbClr val="000099"/>
              </a:solidFill>
              <a:ea typeface="黑体" panose="02010609060101010101" pitchFamily="49" charset="-122"/>
            </a:endParaRPr>
          </a:p>
        </p:txBody>
      </p:sp>
      <p:sp>
        <p:nvSpPr>
          <p:cNvPr id="1017876" name="Line 20"/>
          <p:cNvSpPr>
            <a:spLocks noChangeShapeType="1"/>
          </p:cNvSpPr>
          <p:nvPr/>
        </p:nvSpPr>
        <p:spPr bwMode="auto">
          <a:xfrm>
            <a:off x="4819650" y="2282825"/>
            <a:ext cx="3976688"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b="1">
              <a:solidFill>
                <a:srgbClr val="000099"/>
              </a:solidFill>
              <a:ea typeface="黑体" panose="02010609060101010101" pitchFamily="49" charset="-122"/>
            </a:endParaRPr>
          </a:p>
        </p:txBody>
      </p:sp>
      <p:sp>
        <p:nvSpPr>
          <p:cNvPr id="1017877" name="Line 21"/>
          <p:cNvSpPr>
            <a:spLocks noChangeShapeType="1"/>
          </p:cNvSpPr>
          <p:nvPr/>
        </p:nvSpPr>
        <p:spPr bwMode="auto">
          <a:xfrm>
            <a:off x="4819650" y="2686050"/>
            <a:ext cx="3976688"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b="1">
              <a:solidFill>
                <a:srgbClr val="000099"/>
              </a:solidFill>
              <a:ea typeface="黑体" panose="02010609060101010101" pitchFamily="49" charset="-122"/>
            </a:endParaRPr>
          </a:p>
        </p:txBody>
      </p:sp>
      <p:sp>
        <p:nvSpPr>
          <p:cNvPr id="1017878" name="Line 22"/>
          <p:cNvSpPr>
            <a:spLocks noChangeShapeType="1"/>
          </p:cNvSpPr>
          <p:nvPr/>
        </p:nvSpPr>
        <p:spPr bwMode="auto">
          <a:xfrm>
            <a:off x="4819650" y="3070225"/>
            <a:ext cx="3976688"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b="1">
              <a:solidFill>
                <a:srgbClr val="000099"/>
              </a:solidFill>
              <a:ea typeface="黑体" panose="02010609060101010101" pitchFamily="49" charset="-122"/>
            </a:endParaRPr>
          </a:p>
        </p:txBody>
      </p:sp>
      <p:sp>
        <p:nvSpPr>
          <p:cNvPr id="1017879" name="Line 23"/>
          <p:cNvSpPr>
            <a:spLocks noChangeShapeType="1"/>
          </p:cNvSpPr>
          <p:nvPr/>
        </p:nvSpPr>
        <p:spPr bwMode="auto">
          <a:xfrm rot="5400000" flipH="1">
            <a:off x="6611144" y="1680369"/>
            <a:ext cx="395288"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b="1">
              <a:solidFill>
                <a:srgbClr val="000099"/>
              </a:solidFill>
              <a:ea typeface="黑体" panose="02010609060101010101" pitchFamily="49" charset="-122"/>
            </a:endParaRPr>
          </a:p>
        </p:txBody>
      </p:sp>
      <p:sp>
        <p:nvSpPr>
          <p:cNvPr id="1017880" name="Text Box 24"/>
          <p:cNvSpPr txBox="1">
            <a:spLocks noChangeArrowheads="1"/>
          </p:cNvSpPr>
          <p:nvPr/>
        </p:nvSpPr>
        <p:spPr bwMode="auto">
          <a:xfrm>
            <a:off x="7269163" y="1406525"/>
            <a:ext cx="1211262"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zh-CN" altLang="en-US" sz="2000" b="1">
                <a:solidFill>
                  <a:srgbClr val="000099"/>
                </a:solidFill>
                <a:ea typeface="黑体" panose="02010609060101010101" pitchFamily="49" charset="-122"/>
              </a:rPr>
              <a:t>路由标记</a:t>
            </a:r>
          </a:p>
        </p:txBody>
      </p:sp>
      <p:sp>
        <p:nvSpPr>
          <p:cNvPr id="1017881" name="Text Box 25"/>
          <p:cNvSpPr txBox="1">
            <a:spLocks noChangeArrowheads="1"/>
          </p:cNvSpPr>
          <p:nvPr/>
        </p:nvSpPr>
        <p:spPr bwMode="auto">
          <a:xfrm>
            <a:off x="6196013" y="1827213"/>
            <a:ext cx="1211262"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zh-CN" altLang="en-US" sz="2000" b="1">
                <a:solidFill>
                  <a:srgbClr val="000099"/>
                </a:solidFill>
                <a:ea typeface="黑体" panose="02010609060101010101" pitchFamily="49" charset="-122"/>
              </a:rPr>
              <a:t>网络地址</a:t>
            </a:r>
          </a:p>
        </p:txBody>
      </p:sp>
      <p:sp>
        <p:nvSpPr>
          <p:cNvPr id="1017882" name="Text Box 26"/>
          <p:cNvSpPr txBox="1">
            <a:spLocks noChangeArrowheads="1"/>
          </p:cNvSpPr>
          <p:nvPr/>
        </p:nvSpPr>
        <p:spPr bwMode="auto">
          <a:xfrm>
            <a:off x="5008563" y="1425575"/>
            <a:ext cx="1724025"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zh-CN" altLang="en-US" sz="2000" b="1">
                <a:solidFill>
                  <a:srgbClr val="000099"/>
                </a:solidFill>
                <a:ea typeface="黑体" panose="02010609060101010101" pitchFamily="49" charset="-122"/>
              </a:rPr>
              <a:t>地址族标识符</a:t>
            </a:r>
          </a:p>
        </p:txBody>
      </p:sp>
      <p:sp>
        <p:nvSpPr>
          <p:cNvPr id="1017883" name="Text Box 27"/>
          <p:cNvSpPr txBox="1">
            <a:spLocks noChangeArrowheads="1"/>
          </p:cNvSpPr>
          <p:nvPr/>
        </p:nvSpPr>
        <p:spPr bwMode="auto">
          <a:xfrm>
            <a:off x="6137275" y="3073400"/>
            <a:ext cx="1454150"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zh-CN" altLang="en-US" sz="2000" b="1">
                <a:solidFill>
                  <a:srgbClr val="000099"/>
                </a:solidFill>
                <a:ea typeface="黑体" panose="02010609060101010101" pitchFamily="49" charset="-122"/>
              </a:rPr>
              <a:t>距离 </a:t>
            </a:r>
            <a:r>
              <a:rPr lang="en-US" altLang="zh-CN" sz="2000" b="1">
                <a:solidFill>
                  <a:srgbClr val="000099"/>
                </a:solidFill>
                <a:ea typeface="黑体" panose="02010609060101010101" pitchFamily="49" charset="-122"/>
              </a:rPr>
              <a:t>(1-16)</a:t>
            </a:r>
          </a:p>
        </p:txBody>
      </p:sp>
      <p:sp>
        <p:nvSpPr>
          <p:cNvPr id="1017884" name="Rectangle 28"/>
          <p:cNvSpPr>
            <a:spLocks noChangeArrowheads="1"/>
          </p:cNvSpPr>
          <p:nvPr/>
        </p:nvSpPr>
        <p:spPr bwMode="auto">
          <a:xfrm>
            <a:off x="3398838" y="4787900"/>
            <a:ext cx="4160837" cy="622300"/>
          </a:xfrm>
          <a:prstGeom prst="rect">
            <a:avLst/>
          </a:prstGeom>
          <a:solidFill>
            <a:srgbClr val="CCECFF"/>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eaLnBrk="0" hangingPunct="0"/>
            <a:endParaRPr lang="zh-CN" altLang="en-US" b="1">
              <a:solidFill>
                <a:srgbClr val="000099"/>
              </a:solidFill>
              <a:ea typeface="黑体" panose="02010609060101010101" pitchFamily="49" charset="-122"/>
            </a:endParaRPr>
          </a:p>
        </p:txBody>
      </p:sp>
      <p:sp>
        <p:nvSpPr>
          <p:cNvPr id="1017885" name="Line 29"/>
          <p:cNvSpPr>
            <a:spLocks noChangeShapeType="1"/>
          </p:cNvSpPr>
          <p:nvPr/>
        </p:nvSpPr>
        <p:spPr bwMode="auto">
          <a:xfrm>
            <a:off x="2617788" y="4775200"/>
            <a:ext cx="0" cy="6477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b="1">
              <a:solidFill>
                <a:srgbClr val="000099"/>
              </a:solidFill>
              <a:ea typeface="黑体" panose="02010609060101010101" pitchFamily="49" charset="-122"/>
            </a:endParaRPr>
          </a:p>
        </p:txBody>
      </p:sp>
      <p:sp>
        <p:nvSpPr>
          <p:cNvPr id="1017886" name="Text Box 30"/>
          <p:cNvSpPr txBox="1">
            <a:spLocks noChangeArrowheads="1"/>
          </p:cNvSpPr>
          <p:nvPr/>
        </p:nvSpPr>
        <p:spPr bwMode="auto">
          <a:xfrm>
            <a:off x="1585913" y="4805363"/>
            <a:ext cx="700087" cy="646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lnSpc>
                <a:spcPct val="90000"/>
              </a:lnSpc>
            </a:pPr>
            <a:r>
              <a:rPr lang="en-US" altLang="zh-CN" sz="2000" b="1">
                <a:solidFill>
                  <a:srgbClr val="000099"/>
                </a:solidFill>
                <a:ea typeface="黑体" panose="02010609060101010101" pitchFamily="49" charset="-122"/>
              </a:rPr>
              <a:t>  IP </a:t>
            </a:r>
          </a:p>
          <a:p>
            <a:pPr eaLnBrk="0" hangingPunct="0">
              <a:lnSpc>
                <a:spcPct val="90000"/>
              </a:lnSpc>
            </a:pPr>
            <a:r>
              <a:rPr lang="zh-CN" altLang="en-US" sz="2000" b="1">
                <a:solidFill>
                  <a:srgbClr val="000099"/>
                </a:solidFill>
                <a:ea typeface="黑体" panose="02010609060101010101" pitchFamily="49" charset="-122"/>
              </a:rPr>
              <a:t>首部</a:t>
            </a:r>
          </a:p>
        </p:txBody>
      </p:sp>
      <p:sp>
        <p:nvSpPr>
          <p:cNvPr id="1017887" name="AutoShape 32"/>
          <p:cNvSpPr>
            <a:spLocks noChangeArrowheads="1"/>
          </p:cNvSpPr>
          <p:nvPr/>
        </p:nvSpPr>
        <p:spPr bwMode="auto">
          <a:xfrm>
            <a:off x="5226050" y="4613275"/>
            <a:ext cx="209550" cy="396875"/>
          </a:xfrm>
          <a:prstGeom prst="downArrow">
            <a:avLst>
              <a:gd name="adj1" fmla="val 50000"/>
              <a:gd name="adj2" fmla="val 48024"/>
            </a:avLst>
          </a:prstGeom>
          <a:solidFill>
            <a:schemeClr val="accent1"/>
          </a:solidFill>
          <a:ln w="9525">
            <a:solidFill>
              <a:srgbClr val="333399"/>
            </a:solidFill>
            <a:miter lim="800000"/>
            <a:headEnd/>
            <a:tailEnd/>
          </a:ln>
        </p:spPr>
        <p:txBody>
          <a:bodyPr vert="eaVert" wrap="none" anchor="ctr"/>
          <a:lstStyle/>
          <a:p>
            <a:pPr eaLnBrk="0" hangingPunct="0"/>
            <a:endParaRPr lang="zh-CN" altLang="en-US" b="1">
              <a:solidFill>
                <a:srgbClr val="000099"/>
              </a:solidFill>
              <a:ea typeface="黑体" panose="02010609060101010101" pitchFamily="49" charset="-122"/>
            </a:endParaRPr>
          </a:p>
        </p:txBody>
      </p:sp>
      <p:sp>
        <p:nvSpPr>
          <p:cNvPr id="1017888" name="Text Box 33"/>
          <p:cNvSpPr txBox="1">
            <a:spLocks noChangeArrowheads="1"/>
          </p:cNvSpPr>
          <p:nvPr/>
        </p:nvSpPr>
        <p:spPr bwMode="auto">
          <a:xfrm>
            <a:off x="2674938" y="4805363"/>
            <a:ext cx="795337" cy="646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lnSpc>
                <a:spcPct val="90000"/>
              </a:lnSpc>
            </a:pPr>
            <a:r>
              <a:rPr lang="en-US" altLang="zh-CN" sz="2000" b="1">
                <a:solidFill>
                  <a:srgbClr val="000099"/>
                </a:solidFill>
                <a:ea typeface="黑体" panose="02010609060101010101" pitchFamily="49" charset="-122"/>
              </a:rPr>
              <a:t>UDP </a:t>
            </a:r>
          </a:p>
          <a:p>
            <a:pPr eaLnBrk="0" hangingPunct="0">
              <a:lnSpc>
                <a:spcPct val="90000"/>
              </a:lnSpc>
            </a:pPr>
            <a:r>
              <a:rPr lang="zh-CN" altLang="en-US" sz="2000" b="1">
                <a:solidFill>
                  <a:srgbClr val="000099"/>
                </a:solidFill>
                <a:ea typeface="黑体" panose="02010609060101010101" pitchFamily="49" charset="-122"/>
              </a:rPr>
              <a:t>首部</a:t>
            </a:r>
          </a:p>
        </p:txBody>
      </p:sp>
      <p:sp>
        <p:nvSpPr>
          <p:cNvPr id="1017889" name="Line 34"/>
          <p:cNvSpPr>
            <a:spLocks noChangeShapeType="1"/>
          </p:cNvSpPr>
          <p:nvPr/>
        </p:nvSpPr>
        <p:spPr bwMode="auto">
          <a:xfrm>
            <a:off x="3398838" y="4787900"/>
            <a:ext cx="0" cy="646113"/>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b="1">
              <a:solidFill>
                <a:srgbClr val="000099"/>
              </a:solidFill>
              <a:ea typeface="黑体" panose="02010609060101010101" pitchFamily="49" charset="-122"/>
            </a:endParaRPr>
          </a:p>
        </p:txBody>
      </p:sp>
      <p:sp>
        <p:nvSpPr>
          <p:cNvPr id="1017890" name="AutoShape 35"/>
          <p:cNvSpPr>
            <a:spLocks/>
          </p:cNvSpPr>
          <p:nvPr/>
        </p:nvSpPr>
        <p:spPr bwMode="auto">
          <a:xfrm>
            <a:off x="8840788" y="1487488"/>
            <a:ext cx="266700" cy="1976437"/>
          </a:xfrm>
          <a:prstGeom prst="rightBrace">
            <a:avLst>
              <a:gd name="adj1" fmla="val 66902"/>
              <a:gd name="adj2" fmla="val 50000"/>
            </a:avLst>
          </a:prstGeom>
          <a:noFill/>
          <a:ln w="19050">
            <a:solidFill>
              <a:srgbClr val="333399"/>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pPr eaLnBrk="0" hangingPunct="0"/>
            <a:endParaRPr lang="zh-CN" altLang="en-US" b="1">
              <a:solidFill>
                <a:srgbClr val="000099"/>
              </a:solidFill>
              <a:ea typeface="黑体" panose="02010609060101010101" pitchFamily="49" charset="-122"/>
            </a:endParaRPr>
          </a:p>
        </p:txBody>
      </p:sp>
      <p:sp>
        <p:nvSpPr>
          <p:cNvPr id="1017891" name="Line 36"/>
          <p:cNvSpPr>
            <a:spLocks noChangeShapeType="1"/>
          </p:cNvSpPr>
          <p:nvPr/>
        </p:nvSpPr>
        <p:spPr bwMode="auto">
          <a:xfrm>
            <a:off x="4135438" y="3717925"/>
            <a:ext cx="0" cy="646113"/>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b="1">
              <a:solidFill>
                <a:srgbClr val="000099"/>
              </a:solidFill>
              <a:ea typeface="黑体" panose="02010609060101010101" pitchFamily="49" charset="-122"/>
            </a:endParaRPr>
          </a:p>
        </p:txBody>
      </p:sp>
      <p:sp>
        <p:nvSpPr>
          <p:cNvPr id="1017892" name="Line 37"/>
          <p:cNvSpPr>
            <a:spLocks noChangeShapeType="1"/>
          </p:cNvSpPr>
          <p:nvPr/>
        </p:nvSpPr>
        <p:spPr bwMode="auto">
          <a:xfrm>
            <a:off x="3398838" y="4354513"/>
            <a:ext cx="0" cy="322262"/>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b="1">
              <a:solidFill>
                <a:srgbClr val="000099"/>
              </a:solidFill>
              <a:ea typeface="黑体" panose="02010609060101010101" pitchFamily="49" charset="-122"/>
            </a:endParaRPr>
          </a:p>
        </p:txBody>
      </p:sp>
      <p:sp>
        <p:nvSpPr>
          <p:cNvPr id="1017893" name="Line 38"/>
          <p:cNvSpPr>
            <a:spLocks noChangeShapeType="1"/>
          </p:cNvSpPr>
          <p:nvPr/>
        </p:nvSpPr>
        <p:spPr bwMode="auto">
          <a:xfrm>
            <a:off x="7575550" y="4324350"/>
            <a:ext cx="0" cy="322263"/>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b="1">
              <a:solidFill>
                <a:srgbClr val="000099"/>
              </a:solidFill>
              <a:ea typeface="黑体" panose="02010609060101010101" pitchFamily="49" charset="-122"/>
            </a:endParaRPr>
          </a:p>
        </p:txBody>
      </p:sp>
      <p:sp>
        <p:nvSpPr>
          <p:cNvPr id="1017894" name="Text Box 40"/>
          <p:cNvSpPr txBox="1">
            <a:spLocks noChangeArrowheads="1"/>
          </p:cNvSpPr>
          <p:nvPr/>
        </p:nvSpPr>
        <p:spPr bwMode="auto">
          <a:xfrm>
            <a:off x="5068888" y="3860800"/>
            <a:ext cx="1211262"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zh-CN" altLang="en-US" sz="2000" b="1">
                <a:solidFill>
                  <a:srgbClr val="000099"/>
                </a:solidFill>
                <a:ea typeface="黑体" panose="02010609060101010101" pitchFamily="49" charset="-122"/>
              </a:rPr>
              <a:t>路由部分</a:t>
            </a:r>
          </a:p>
        </p:txBody>
      </p:sp>
      <p:sp>
        <p:nvSpPr>
          <p:cNvPr id="1017895" name="Line 47"/>
          <p:cNvSpPr>
            <a:spLocks noChangeShapeType="1"/>
          </p:cNvSpPr>
          <p:nvPr/>
        </p:nvSpPr>
        <p:spPr bwMode="auto">
          <a:xfrm>
            <a:off x="442913" y="2165350"/>
            <a:ext cx="3930650" cy="0"/>
          </a:xfrm>
          <a:prstGeom prst="line">
            <a:avLst/>
          </a:prstGeom>
          <a:noFill/>
          <a:ln w="19050">
            <a:solidFill>
              <a:srgbClr val="0000CC"/>
            </a:solidFill>
            <a:round/>
            <a:headEnd type="triangle" w="sm" len="med"/>
            <a:tailEnd type="triangle" w="sm" len="med"/>
          </a:ln>
          <a:extLst>
            <a:ext uri="{909E8E84-426E-40DD-AFC4-6F175D3DCCD1}">
              <a14:hiddenFill xmlns:a14="http://schemas.microsoft.com/office/drawing/2010/main">
                <a:noFill/>
              </a14:hiddenFill>
            </a:ext>
          </a:extLst>
        </p:spPr>
        <p:txBody>
          <a:bodyPr wrap="none" anchor="ctr"/>
          <a:lstStyle/>
          <a:p>
            <a:pPr eaLnBrk="0" hangingPunct="0"/>
            <a:endParaRPr lang="zh-CN" altLang="en-US" b="1">
              <a:solidFill>
                <a:srgbClr val="000099"/>
              </a:solidFill>
              <a:ea typeface="黑体" panose="02010609060101010101" pitchFamily="49" charset="-122"/>
            </a:endParaRPr>
          </a:p>
        </p:txBody>
      </p:sp>
      <p:sp>
        <p:nvSpPr>
          <p:cNvPr id="1017896" name="Text Box 48"/>
          <p:cNvSpPr txBox="1">
            <a:spLocks noChangeArrowheads="1"/>
          </p:cNvSpPr>
          <p:nvPr/>
        </p:nvSpPr>
        <p:spPr bwMode="auto">
          <a:xfrm>
            <a:off x="2020888" y="1981200"/>
            <a:ext cx="984250" cy="400050"/>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en-US" altLang="zh-CN" sz="2000" b="1">
                <a:solidFill>
                  <a:srgbClr val="000099"/>
                </a:solidFill>
                <a:ea typeface="黑体" panose="02010609060101010101" pitchFamily="49" charset="-122"/>
              </a:rPr>
              <a:t> 4 </a:t>
            </a:r>
            <a:r>
              <a:rPr lang="zh-CN" altLang="en-US" sz="2000" b="1">
                <a:solidFill>
                  <a:srgbClr val="000099"/>
                </a:solidFill>
                <a:ea typeface="黑体" panose="02010609060101010101" pitchFamily="49" charset="-122"/>
              </a:rPr>
              <a:t>字节</a:t>
            </a:r>
          </a:p>
        </p:txBody>
      </p:sp>
      <p:sp>
        <p:nvSpPr>
          <p:cNvPr id="1017897" name="Text Box 49"/>
          <p:cNvSpPr txBox="1">
            <a:spLocks noChangeArrowheads="1"/>
          </p:cNvSpPr>
          <p:nvPr/>
        </p:nvSpPr>
        <p:spPr bwMode="auto">
          <a:xfrm>
            <a:off x="6196013" y="2259013"/>
            <a:ext cx="1211262"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zh-CN" altLang="en-US" sz="2000" b="1">
                <a:solidFill>
                  <a:srgbClr val="000099"/>
                </a:solidFill>
                <a:ea typeface="黑体" panose="02010609060101010101" pitchFamily="49" charset="-122"/>
              </a:rPr>
              <a:t>子网掩码</a:t>
            </a:r>
          </a:p>
        </p:txBody>
      </p:sp>
      <p:sp>
        <p:nvSpPr>
          <p:cNvPr id="1017898" name="Text Box 50"/>
          <p:cNvSpPr txBox="1">
            <a:spLocks noChangeArrowheads="1"/>
          </p:cNvSpPr>
          <p:nvPr/>
        </p:nvSpPr>
        <p:spPr bwMode="auto">
          <a:xfrm>
            <a:off x="5768975" y="2641600"/>
            <a:ext cx="2236788"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zh-CN" altLang="en-US" sz="2000" b="1">
                <a:solidFill>
                  <a:srgbClr val="000099"/>
                </a:solidFill>
                <a:ea typeface="黑体" panose="02010609060101010101" pitchFamily="49" charset="-122"/>
              </a:rPr>
              <a:t>下一跳路由器地址</a:t>
            </a:r>
          </a:p>
        </p:txBody>
      </p:sp>
      <p:sp>
        <p:nvSpPr>
          <p:cNvPr id="1017899" name="Text Box 51"/>
          <p:cNvSpPr txBox="1">
            <a:spLocks noChangeArrowheads="1"/>
          </p:cNvSpPr>
          <p:nvPr/>
        </p:nvSpPr>
        <p:spPr bwMode="auto">
          <a:xfrm>
            <a:off x="4168775" y="5476875"/>
            <a:ext cx="2084388" cy="400050"/>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en-US" altLang="zh-CN" sz="2000" b="1">
                <a:solidFill>
                  <a:srgbClr val="000099"/>
                </a:solidFill>
                <a:ea typeface="黑体" panose="02010609060101010101" pitchFamily="49" charset="-122"/>
              </a:rPr>
              <a:t>UDP </a:t>
            </a:r>
            <a:r>
              <a:rPr lang="zh-CN" altLang="en-US" sz="2000" b="1">
                <a:solidFill>
                  <a:srgbClr val="000099"/>
                </a:solidFill>
                <a:ea typeface="黑体" panose="02010609060101010101" pitchFamily="49" charset="-122"/>
              </a:rPr>
              <a:t>用户数据报</a:t>
            </a:r>
          </a:p>
        </p:txBody>
      </p:sp>
      <p:sp>
        <p:nvSpPr>
          <p:cNvPr id="1017900" name="Line 52"/>
          <p:cNvSpPr>
            <a:spLocks noChangeShapeType="1"/>
          </p:cNvSpPr>
          <p:nvPr/>
        </p:nvSpPr>
        <p:spPr bwMode="auto">
          <a:xfrm>
            <a:off x="2620963" y="5383213"/>
            <a:ext cx="0" cy="333375"/>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b="1">
              <a:solidFill>
                <a:srgbClr val="000099"/>
              </a:solidFill>
              <a:ea typeface="黑体" panose="02010609060101010101" pitchFamily="49" charset="-122"/>
            </a:endParaRPr>
          </a:p>
        </p:txBody>
      </p:sp>
      <p:sp>
        <p:nvSpPr>
          <p:cNvPr id="1017901" name="Freeform 53"/>
          <p:cNvSpPr>
            <a:spLocks noChangeArrowheads="1"/>
          </p:cNvSpPr>
          <p:nvPr/>
        </p:nvSpPr>
        <p:spPr bwMode="auto">
          <a:xfrm>
            <a:off x="9063038" y="2474913"/>
            <a:ext cx="623887" cy="1585912"/>
          </a:xfrm>
          <a:custGeom>
            <a:avLst/>
            <a:gdLst>
              <a:gd name="T0" fmla="*/ 46 w 363"/>
              <a:gd name="T1" fmla="*/ 0 h 1088"/>
              <a:gd name="T2" fmla="*/ 363 w 363"/>
              <a:gd name="T3" fmla="*/ 0 h 1088"/>
              <a:gd name="T4" fmla="*/ 0 w 363"/>
              <a:gd name="T5" fmla="*/ 1088 h 1088"/>
            </a:gdLst>
            <a:ahLst/>
            <a:cxnLst>
              <a:cxn ang="0">
                <a:pos x="T0" y="T1"/>
              </a:cxn>
              <a:cxn ang="0">
                <a:pos x="T2" y="T3"/>
              </a:cxn>
              <a:cxn ang="0">
                <a:pos x="T4" y="T5"/>
              </a:cxn>
            </a:cxnLst>
            <a:rect l="0" t="0" r="r" b="b"/>
            <a:pathLst>
              <a:path w="363" h="1088">
                <a:moveTo>
                  <a:pt x="46" y="0"/>
                </a:moveTo>
                <a:lnTo>
                  <a:pt x="363" y="0"/>
                </a:lnTo>
                <a:lnTo>
                  <a:pt x="0" y="1088"/>
                </a:lnTo>
              </a:path>
            </a:pathLst>
          </a:custGeom>
          <a:noFill/>
          <a:ln w="28575">
            <a:solidFill>
              <a:srgbClr val="333399"/>
            </a:solidFill>
            <a:round/>
            <a:headEnd/>
            <a:tailEnd/>
          </a:ln>
          <a:extLst>
            <a:ext uri="{909E8E84-426E-40DD-AFC4-6F175D3DCCD1}">
              <a14:hiddenFill xmlns:a14="http://schemas.microsoft.com/office/drawing/2010/main">
                <a:solidFill>
                  <a:srgbClr val="FFFFFF"/>
                </a:solidFill>
              </a14:hiddenFill>
            </a:ext>
          </a:extLst>
        </p:spPr>
        <p:txBody>
          <a:bodyPr/>
          <a:lstStyle/>
          <a:p>
            <a:pPr eaLnBrk="0" hangingPunct="0"/>
            <a:endParaRPr lang="zh-CN" altLang="en-US" b="1">
              <a:solidFill>
                <a:srgbClr val="000099"/>
              </a:solidFill>
              <a:ea typeface="黑体" panose="02010609060101010101" pitchFamily="49" charset="-122"/>
            </a:endParaRPr>
          </a:p>
        </p:txBody>
      </p:sp>
      <p:sp>
        <p:nvSpPr>
          <p:cNvPr id="1017902" name="矩形 1"/>
          <p:cNvSpPr>
            <a:spLocks noChangeArrowheads="1"/>
          </p:cNvSpPr>
          <p:nvPr/>
        </p:nvSpPr>
        <p:spPr bwMode="auto">
          <a:xfrm>
            <a:off x="3398838" y="3733800"/>
            <a:ext cx="736600" cy="617538"/>
          </a:xfrm>
          <a:prstGeom prst="rect">
            <a:avLst/>
          </a:prstGeom>
          <a:solidFill>
            <a:srgbClr val="66FF66"/>
          </a:solidFill>
          <a:ln w="9525">
            <a:solidFill>
              <a:schemeClr val="tx1"/>
            </a:solidFill>
            <a:round/>
            <a:headEnd/>
            <a:tailEnd/>
          </a:ln>
        </p:spPr>
        <p:txBody>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endParaRPr lang="zh-CN" altLang="en-US">
              <a:ea typeface="宋体" panose="02010600030101010101" pitchFamily="2" charset="-122"/>
            </a:endParaRPr>
          </a:p>
        </p:txBody>
      </p:sp>
      <p:sp>
        <p:nvSpPr>
          <p:cNvPr id="1017903" name="Text Box 39"/>
          <p:cNvSpPr txBox="1">
            <a:spLocks noChangeArrowheads="1"/>
          </p:cNvSpPr>
          <p:nvPr/>
        </p:nvSpPr>
        <p:spPr bwMode="auto">
          <a:xfrm>
            <a:off x="3440113" y="3841750"/>
            <a:ext cx="698500"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zh-CN" altLang="en-US" sz="2000" b="1">
                <a:solidFill>
                  <a:srgbClr val="000099"/>
                </a:solidFill>
                <a:ea typeface="黑体" panose="02010609060101010101" pitchFamily="49" charset="-122"/>
              </a:rPr>
              <a:t>首部</a:t>
            </a:r>
          </a:p>
        </p:txBody>
      </p:sp>
      <p:sp>
        <p:nvSpPr>
          <p:cNvPr id="1017904" name="Line 15"/>
          <p:cNvSpPr>
            <a:spLocks noChangeShapeType="1"/>
          </p:cNvSpPr>
          <p:nvPr/>
        </p:nvSpPr>
        <p:spPr bwMode="auto">
          <a:xfrm>
            <a:off x="7575550" y="5383213"/>
            <a:ext cx="0" cy="68580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b="1">
              <a:solidFill>
                <a:srgbClr val="000099"/>
              </a:solidFill>
              <a:ea typeface="黑体" panose="02010609060101010101" pitchFamily="49" charset="-122"/>
            </a:endParaRPr>
          </a:p>
        </p:txBody>
      </p:sp>
      <p:sp>
        <p:nvSpPr>
          <p:cNvPr id="1017905" name="Rectangle 41"/>
          <p:cNvSpPr>
            <a:spLocks noChangeArrowheads="1"/>
          </p:cNvSpPr>
          <p:nvPr/>
        </p:nvSpPr>
        <p:spPr bwMode="auto">
          <a:xfrm>
            <a:off x="420688" y="2355850"/>
            <a:ext cx="3932237" cy="401638"/>
          </a:xfrm>
          <a:prstGeom prst="rect">
            <a:avLst/>
          </a:prstGeom>
          <a:solidFill>
            <a:srgbClr val="CCECFF"/>
          </a:solidFill>
          <a:ln w="9525">
            <a:solidFill>
              <a:schemeClr val="tx1"/>
            </a:solidFill>
            <a:miter lim="800000"/>
            <a:headEnd/>
            <a:tailEnd/>
          </a:ln>
          <a:effectLst>
            <a:outerShdw dist="17961" dir="2700000" algn="ctr" rotWithShape="0">
              <a:schemeClr val="bg2"/>
            </a:outerShdw>
          </a:effectLst>
        </p:spPr>
        <p:txBody>
          <a:bodyPr wrap="none" anchor="ctr"/>
          <a:lstStyle/>
          <a:p>
            <a:pPr eaLnBrk="0" hangingPunct="0"/>
            <a:endParaRPr lang="zh-CN" altLang="en-US" b="1">
              <a:solidFill>
                <a:srgbClr val="000099"/>
              </a:solidFill>
              <a:ea typeface="黑体" panose="02010609060101010101" pitchFamily="49" charset="-122"/>
            </a:endParaRPr>
          </a:p>
        </p:txBody>
      </p:sp>
      <p:sp>
        <p:nvSpPr>
          <p:cNvPr id="1017906" name="Line 42"/>
          <p:cNvSpPr>
            <a:spLocks noChangeShapeType="1"/>
          </p:cNvSpPr>
          <p:nvPr/>
        </p:nvSpPr>
        <p:spPr bwMode="auto">
          <a:xfrm rot="-5400000">
            <a:off x="1200150" y="2559050"/>
            <a:ext cx="406400"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b="1">
              <a:solidFill>
                <a:srgbClr val="000099"/>
              </a:solidFill>
              <a:ea typeface="黑体" panose="02010609060101010101" pitchFamily="49" charset="-122"/>
            </a:endParaRPr>
          </a:p>
        </p:txBody>
      </p:sp>
      <p:sp>
        <p:nvSpPr>
          <p:cNvPr id="1017907" name="Line 43"/>
          <p:cNvSpPr>
            <a:spLocks noChangeShapeType="1"/>
          </p:cNvSpPr>
          <p:nvPr/>
        </p:nvSpPr>
        <p:spPr bwMode="auto">
          <a:xfrm rot="-5400000">
            <a:off x="2182019" y="2559844"/>
            <a:ext cx="407988"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b="1">
              <a:solidFill>
                <a:srgbClr val="000099"/>
              </a:solidFill>
              <a:ea typeface="黑体" panose="02010609060101010101" pitchFamily="49" charset="-122"/>
            </a:endParaRPr>
          </a:p>
        </p:txBody>
      </p:sp>
      <p:sp>
        <p:nvSpPr>
          <p:cNvPr id="1017908" name="Text Box 44"/>
          <p:cNvSpPr txBox="1">
            <a:spLocks noChangeArrowheads="1"/>
          </p:cNvSpPr>
          <p:nvPr/>
        </p:nvSpPr>
        <p:spPr bwMode="auto">
          <a:xfrm>
            <a:off x="2890838" y="2314575"/>
            <a:ext cx="914400"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zh-CN" altLang="en-US" sz="2000" b="1">
                <a:solidFill>
                  <a:srgbClr val="000099"/>
                </a:solidFill>
                <a:ea typeface="黑体" panose="02010609060101010101" pitchFamily="49" charset="-122"/>
              </a:rPr>
              <a:t>必为 </a:t>
            </a:r>
            <a:r>
              <a:rPr lang="en-US" altLang="zh-CN" sz="2000" b="1">
                <a:solidFill>
                  <a:srgbClr val="000099"/>
                </a:solidFill>
                <a:ea typeface="黑体" panose="02010609060101010101" pitchFamily="49" charset="-122"/>
              </a:rPr>
              <a:t>0</a:t>
            </a:r>
          </a:p>
        </p:txBody>
      </p:sp>
      <p:sp>
        <p:nvSpPr>
          <p:cNvPr id="1017909" name="Text Box 45"/>
          <p:cNvSpPr txBox="1">
            <a:spLocks noChangeArrowheads="1"/>
          </p:cNvSpPr>
          <p:nvPr/>
        </p:nvSpPr>
        <p:spPr bwMode="auto">
          <a:xfrm>
            <a:off x="1538288" y="2308225"/>
            <a:ext cx="698500"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zh-CN" altLang="en-US" sz="2000" b="1">
                <a:solidFill>
                  <a:srgbClr val="000099"/>
                </a:solidFill>
                <a:ea typeface="黑体" panose="02010609060101010101" pitchFamily="49" charset="-122"/>
              </a:rPr>
              <a:t>版本</a:t>
            </a:r>
          </a:p>
        </p:txBody>
      </p:sp>
      <p:sp>
        <p:nvSpPr>
          <p:cNvPr id="1017910" name="Text Box 46"/>
          <p:cNvSpPr txBox="1">
            <a:spLocks noChangeArrowheads="1"/>
          </p:cNvSpPr>
          <p:nvPr/>
        </p:nvSpPr>
        <p:spPr bwMode="auto">
          <a:xfrm>
            <a:off x="538163" y="2297113"/>
            <a:ext cx="696912"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zh-CN" altLang="en-US" sz="2000" b="1">
                <a:solidFill>
                  <a:srgbClr val="000099"/>
                </a:solidFill>
                <a:ea typeface="黑体" panose="02010609060101010101" pitchFamily="49" charset="-122"/>
              </a:rPr>
              <a:t>命令</a:t>
            </a:r>
          </a:p>
        </p:txBody>
      </p:sp>
      <p:sp>
        <p:nvSpPr>
          <p:cNvPr id="1017911" name="灯片编号占位符 4"/>
          <p:cNvSpPr>
            <a:spLocks noGrp="1" noChangeArrowheads="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48AB9820-038E-4DD6-B43A-C8707D507198}" type="slidenum">
              <a:rPr lang="zh-CN" altLang="en-US" smtClean="0"/>
              <a:pPr eaLnBrk="1" hangingPunct="1"/>
              <a:t>23</a:t>
            </a:fld>
            <a:endParaRPr lang="en-US" altLang="zh-CN" smtClean="0"/>
          </a:p>
        </p:txBody>
      </p:sp>
      <p:sp>
        <p:nvSpPr>
          <p:cNvPr id="1017912" name="页脚占位符 5"/>
          <p:cNvSpPr>
            <a:spLocks noGrp="1" noChangeArrowheads="1"/>
          </p:cNvSpPr>
          <p:nvPr>
            <p:ph type="ftr"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zh-CN" smtClean="0"/>
              <a:t>ppt课件</a:t>
            </a:r>
          </a:p>
        </p:txBody>
      </p:sp>
    </p:spTree>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19905" name="Rectangle 2"/>
          <p:cNvSpPr>
            <a:spLocks noGrp="1" noChangeArrowheads="1"/>
          </p:cNvSpPr>
          <p:nvPr>
            <p:ph type="title"/>
          </p:nvPr>
        </p:nvSpPr>
        <p:spPr>
          <a:xfrm>
            <a:off x="495300" y="188913"/>
            <a:ext cx="9066213" cy="792162"/>
          </a:xfrm>
        </p:spPr>
        <p:txBody>
          <a:bodyPr/>
          <a:lstStyle/>
          <a:p>
            <a:pPr algn="ctr"/>
            <a:r>
              <a:rPr lang="en-US" altLang="zh-CN" smtClean="0">
                <a:ea typeface="黑体" panose="02010609060101010101" pitchFamily="49" charset="-122"/>
              </a:rPr>
              <a:t>RIP2 </a:t>
            </a:r>
            <a:r>
              <a:rPr lang="zh-CN" altLang="en-US" smtClean="0">
                <a:ea typeface="黑体" panose="02010609060101010101" pitchFamily="49" charset="-122"/>
              </a:rPr>
              <a:t>报文</a:t>
            </a:r>
          </a:p>
        </p:txBody>
      </p:sp>
      <p:sp>
        <p:nvSpPr>
          <p:cNvPr id="572419" name="Rectangle 3"/>
          <p:cNvSpPr>
            <a:spLocks noGrp="1" noChangeArrowheads="1"/>
          </p:cNvSpPr>
          <p:nvPr>
            <p:ph idx="1"/>
          </p:nvPr>
        </p:nvSpPr>
        <p:spPr>
          <a:xfrm>
            <a:off x="495300" y="1196975"/>
            <a:ext cx="9066213" cy="4933950"/>
          </a:xfrm>
        </p:spPr>
        <p:txBody>
          <a:bodyPr/>
          <a:lstStyle/>
          <a:p>
            <a:r>
              <a:rPr lang="en-US" altLang="zh-CN" dirty="0" smtClean="0">
                <a:ea typeface="黑体" panose="02010609060101010101" pitchFamily="49" charset="-122"/>
              </a:rPr>
              <a:t>RIP2 </a:t>
            </a:r>
            <a:r>
              <a:rPr lang="zh-CN" altLang="en-US" dirty="0" smtClean="0">
                <a:ea typeface="黑体" panose="02010609060101010101" pitchFamily="49" charset="-122"/>
              </a:rPr>
              <a:t>报文由</a:t>
            </a:r>
            <a:r>
              <a:rPr lang="zh-CN" altLang="en-US" dirty="0" smtClean="0">
                <a:solidFill>
                  <a:srgbClr val="0000FF"/>
                </a:solidFill>
                <a:ea typeface="黑体" panose="02010609060101010101" pitchFamily="49" charset="-122"/>
              </a:rPr>
              <a:t>首部</a:t>
            </a:r>
            <a:r>
              <a:rPr lang="zh-CN" altLang="en-US" dirty="0" smtClean="0">
                <a:ea typeface="黑体" panose="02010609060101010101" pitchFamily="49" charset="-122"/>
              </a:rPr>
              <a:t>和</a:t>
            </a:r>
            <a:r>
              <a:rPr lang="zh-CN" altLang="en-US" dirty="0" smtClean="0">
                <a:solidFill>
                  <a:srgbClr val="0000FF"/>
                </a:solidFill>
                <a:ea typeface="黑体" panose="02010609060101010101" pitchFamily="49" charset="-122"/>
              </a:rPr>
              <a:t>路由部分</a:t>
            </a:r>
            <a:r>
              <a:rPr lang="zh-CN" altLang="en-US" dirty="0" smtClean="0">
                <a:ea typeface="黑体" panose="02010609060101010101" pitchFamily="49" charset="-122"/>
              </a:rPr>
              <a:t>组成。</a:t>
            </a:r>
            <a:endParaRPr lang="en-US" altLang="zh-CN" dirty="0" smtClean="0">
              <a:ea typeface="黑体" panose="02010609060101010101" pitchFamily="49" charset="-122"/>
            </a:endParaRPr>
          </a:p>
          <a:p>
            <a:r>
              <a:rPr lang="en-US" altLang="zh-CN" dirty="0" smtClean="0">
                <a:ea typeface="黑体" panose="02010609060101010101" pitchFamily="49" charset="-122"/>
              </a:rPr>
              <a:t>RIP2 </a:t>
            </a:r>
            <a:r>
              <a:rPr lang="zh-CN" altLang="en-US" dirty="0" smtClean="0">
                <a:ea typeface="黑体" panose="02010609060101010101" pitchFamily="49" charset="-122"/>
              </a:rPr>
              <a:t>报文中的路由部分由若干个</a:t>
            </a:r>
            <a:r>
              <a:rPr lang="zh-CN" altLang="en-US" dirty="0" smtClean="0">
                <a:solidFill>
                  <a:srgbClr val="0000FF"/>
                </a:solidFill>
                <a:ea typeface="黑体" panose="02010609060101010101" pitchFamily="49" charset="-122"/>
              </a:rPr>
              <a:t>路由信息</a:t>
            </a:r>
            <a:r>
              <a:rPr lang="zh-CN" altLang="en-US" dirty="0" smtClean="0">
                <a:ea typeface="黑体" panose="02010609060101010101" pitchFamily="49" charset="-122"/>
              </a:rPr>
              <a:t>组成。每个路由信息需要</a:t>
            </a:r>
            <a:r>
              <a:rPr lang="zh-CN" altLang="en-US" dirty="0" smtClean="0">
                <a:solidFill>
                  <a:srgbClr val="0000FF"/>
                </a:solidFill>
                <a:ea typeface="黑体" panose="02010609060101010101" pitchFamily="49" charset="-122"/>
              </a:rPr>
              <a:t>用 </a:t>
            </a:r>
            <a:r>
              <a:rPr lang="en-US" altLang="zh-CN" dirty="0" smtClean="0">
                <a:solidFill>
                  <a:srgbClr val="0000FF"/>
                </a:solidFill>
                <a:ea typeface="黑体" panose="02010609060101010101" pitchFamily="49" charset="-122"/>
              </a:rPr>
              <a:t>20 </a:t>
            </a:r>
            <a:r>
              <a:rPr lang="zh-CN" altLang="en-US" dirty="0" smtClean="0">
                <a:solidFill>
                  <a:srgbClr val="0000FF"/>
                </a:solidFill>
                <a:ea typeface="黑体" panose="02010609060101010101" pitchFamily="49" charset="-122"/>
              </a:rPr>
              <a:t>个字节</a:t>
            </a:r>
            <a:r>
              <a:rPr lang="zh-CN" altLang="en-US" dirty="0" smtClean="0">
                <a:ea typeface="黑体" panose="02010609060101010101" pitchFamily="49" charset="-122"/>
              </a:rPr>
              <a:t>。地址族标识符（又称为地址类别）字段用来标志所使用的地址协议。</a:t>
            </a:r>
          </a:p>
          <a:p>
            <a:r>
              <a:rPr lang="zh-CN" altLang="en-US" dirty="0" smtClean="0">
                <a:ea typeface="黑体" panose="02010609060101010101" pitchFamily="49" charset="-122"/>
              </a:rPr>
              <a:t>路由标记填入自治系统的号码，这是考虑使</a:t>
            </a:r>
            <a:r>
              <a:rPr lang="en-US" altLang="zh-CN" dirty="0" smtClean="0">
                <a:ea typeface="黑体" panose="02010609060101010101" pitchFamily="49" charset="-122"/>
              </a:rPr>
              <a:t>RIP </a:t>
            </a:r>
            <a:r>
              <a:rPr lang="zh-CN" altLang="en-US" dirty="0" smtClean="0">
                <a:ea typeface="黑体" panose="02010609060101010101" pitchFamily="49" charset="-122"/>
              </a:rPr>
              <a:t>有可能收到本自治系统以外的路由选择信息。</a:t>
            </a:r>
            <a:endParaRPr lang="en-US" altLang="zh-CN" dirty="0" smtClean="0">
              <a:ea typeface="黑体" panose="02010609060101010101" pitchFamily="49" charset="-122"/>
            </a:endParaRPr>
          </a:p>
          <a:p>
            <a:r>
              <a:rPr lang="zh-CN" altLang="en-US" dirty="0" smtClean="0">
                <a:ea typeface="黑体" panose="02010609060101010101" pitchFamily="49" charset="-122"/>
              </a:rPr>
              <a:t>再后面指出某个网络地址、该网络的子网掩码、下一跳路由器地址以及到此网络的距离。 </a:t>
            </a:r>
            <a:endParaRPr lang="en-US" altLang="zh-CN" dirty="0" smtClean="0">
              <a:ea typeface="黑体" panose="02010609060101010101" pitchFamily="49" charset="-122"/>
            </a:endParaRPr>
          </a:p>
        </p:txBody>
      </p:sp>
      <p:sp>
        <p:nvSpPr>
          <p:cNvPr id="1019907" name="灯片编号占位符 3"/>
          <p:cNvSpPr>
            <a:spLocks noGrp="1" noChangeArrowheads="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7F979848-6297-4DDF-8433-105E8E62997F}" type="slidenum">
              <a:rPr lang="zh-CN" altLang="en-US" smtClean="0"/>
              <a:pPr eaLnBrk="1" hangingPunct="1"/>
              <a:t>24</a:t>
            </a:fld>
            <a:endParaRPr lang="en-US" altLang="zh-CN" smtClean="0"/>
          </a:p>
        </p:txBody>
      </p:sp>
      <p:sp>
        <p:nvSpPr>
          <p:cNvPr id="1019908" name="页脚占位符 4"/>
          <p:cNvSpPr>
            <a:spLocks noGrp="1" noChangeArrowheads="1"/>
          </p:cNvSpPr>
          <p:nvPr>
            <p:ph type="ftr"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zh-CN" smtClean="0"/>
              <a:t>ppt课件</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72419">
                                            <p:txEl>
                                              <p:pRg st="2" end="2"/>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572419">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72419" grpId="0" build="p"/>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1953" name="Rectangle 2"/>
          <p:cNvSpPr>
            <a:spLocks noGrp="1" noChangeArrowheads="1"/>
          </p:cNvSpPr>
          <p:nvPr>
            <p:ph type="title"/>
          </p:nvPr>
        </p:nvSpPr>
        <p:spPr>
          <a:xfrm>
            <a:off x="495300" y="188913"/>
            <a:ext cx="9066213" cy="792162"/>
          </a:xfrm>
        </p:spPr>
        <p:txBody>
          <a:bodyPr/>
          <a:lstStyle/>
          <a:p>
            <a:pPr algn="ctr"/>
            <a:r>
              <a:rPr lang="en-US" altLang="zh-CN" smtClean="0">
                <a:ea typeface="黑体" panose="02010609060101010101" pitchFamily="49" charset="-122"/>
              </a:rPr>
              <a:t>RIP2 </a:t>
            </a:r>
            <a:r>
              <a:rPr lang="zh-CN" altLang="en-US" smtClean="0">
                <a:ea typeface="黑体" panose="02010609060101010101" pitchFamily="49" charset="-122"/>
              </a:rPr>
              <a:t>报文</a:t>
            </a:r>
          </a:p>
        </p:txBody>
      </p:sp>
      <p:sp>
        <p:nvSpPr>
          <p:cNvPr id="1021954" name="Rectangle 3"/>
          <p:cNvSpPr>
            <a:spLocks noGrp="1" noChangeArrowheads="1"/>
          </p:cNvSpPr>
          <p:nvPr>
            <p:ph idx="1"/>
          </p:nvPr>
        </p:nvSpPr>
        <p:spPr>
          <a:xfrm>
            <a:off x="495300" y="1196975"/>
            <a:ext cx="9066213" cy="4933950"/>
          </a:xfrm>
        </p:spPr>
        <p:txBody>
          <a:bodyPr/>
          <a:lstStyle/>
          <a:p>
            <a:r>
              <a:rPr lang="zh-CN" altLang="zh-CN" dirty="0" smtClean="0">
                <a:ea typeface="黑体" panose="02010609060101010101" pitchFamily="49" charset="-122"/>
              </a:rPr>
              <a:t>一个</a:t>
            </a:r>
            <a:r>
              <a:rPr lang="en-US" altLang="zh-CN" dirty="0" smtClean="0">
                <a:ea typeface="黑体" panose="02010609060101010101" pitchFamily="49" charset="-122"/>
              </a:rPr>
              <a:t> RIP </a:t>
            </a:r>
            <a:r>
              <a:rPr lang="zh-CN" altLang="zh-CN" dirty="0" smtClean="0">
                <a:ea typeface="黑体" panose="02010609060101010101" pitchFamily="49" charset="-122"/>
              </a:rPr>
              <a:t>报文</a:t>
            </a:r>
            <a:r>
              <a:rPr lang="zh-CN" altLang="zh-CN" dirty="0" smtClean="0">
                <a:solidFill>
                  <a:srgbClr val="0000FF"/>
                </a:solidFill>
                <a:ea typeface="黑体" panose="02010609060101010101" pitchFamily="49" charset="-122"/>
              </a:rPr>
              <a:t>最多</a:t>
            </a:r>
            <a:r>
              <a:rPr lang="zh-CN" altLang="zh-CN" dirty="0" smtClean="0">
                <a:ea typeface="黑体" panose="02010609060101010101" pitchFamily="49" charset="-122"/>
              </a:rPr>
              <a:t>可</a:t>
            </a:r>
            <a:r>
              <a:rPr lang="zh-CN" altLang="zh-CN" dirty="0" smtClean="0">
                <a:solidFill>
                  <a:srgbClr val="0000FF"/>
                </a:solidFill>
                <a:ea typeface="黑体" panose="02010609060101010101" pitchFamily="49" charset="-122"/>
              </a:rPr>
              <a:t>包括</a:t>
            </a:r>
            <a:r>
              <a:rPr lang="en-US" altLang="zh-CN" dirty="0" smtClean="0">
                <a:solidFill>
                  <a:srgbClr val="0000FF"/>
                </a:solidFill>
                <a:ea typeface="黑体" panose="02010609060101010101" pitchFamily="49" charset="-122"/>
              </a:rPr>
              <a:t> 25 </a:t>
            </a:r>
            <a:r>
              <a:rPr lang="zh-CN" altLang="zh-CN" dirty="0" smtClean="0">
                <a:solidFill>
                  <a:srgbClr val="0000FF"/>
                </a:solidFill>
                <a:ea typeface="黑体" panose="02010609060101010101" pitchFamily="49" charset="-122"/>
              </a:rPr>
              <a:t>个路由</a:t>
            </a:r>
            <a:r>
              <a:rPr lang="zh-CN" altLang="zh-CN" dirty="0" smtClean="0">
                <a:ea typeface="黑体" panose="02010609060101010101" pitchFamily="49" charset="-122"/>
              </a:rPr>
              <a:t>，因而</a:t>
            </a:r>
            <a:r>
              <a:rPr lang="en-US" altLang="zh-CN" dirty="0" smtClean="0">
                <a:ea typeface="黑体" panose="02010609060101010101" pitchFamily="49" charset="-122"/>
              </a:rPr>
              <a:t> RIP </a:t>
            </a:r>
            <a:r>
              <a:rPr lang="zh-CN" altLang="zh-CN" dirty="0" smtClean="0">
                <a:ea typeface="黑体" panose="02010609060101010101" pitchFamily="49" charset="-122"/>
              </a:rPr>
              <a:t>报文的最大长度是</a:t>
            </a:r>
            <a:r>
              <a:rPr lang="en-US" altLang="zh-CN" dirty="0" smtClean="0">
                <a:ea typeface="黑体" panose="02010609060101010101" pitchFamily="49" charset="-122"/>
              </a:rPr>
              <a:t>4  </a:t>
            </a:r>
            <a:r>
              <a:rPr lang="en-US" altLang="zh-CN" dirty="0" smtClean="0">
                <a:ea typeface="黑体" panose="02010609060101010101" pitchFamily="49" charset="-122"/>
                <a:sym typeface="Symbol" panose="05050102010706020507" pitchFamily="18" charset="2"/>
              </a:rPr>
              <a:t></a:t>
            </a:r>
            <a:r>
              <a:rPr lang="en-US" altLang="zh-CN" dirty="0" smtClean="0">
                <a:ea typeface="黑体" panose="02010609060101010101" pitchFamily="49" charset="-122"/>
              </a:rPr>
              <a:t> 20 </a:t>
            </a:r>
            <a:r>
              <a:rPr lang="en-US" altLang="zh-CN" dirty="0" smtClean="0">
                <a:ea typeface="黑体" panose="02010609060101010101" pitchFamily="49" charset="-122"/>
                <a:sym typeface="Symbol" panose="05050102010706020507" pitchFamily="18" charset="2"/>
              </a:rPr>
              <a:t></a:t>
            </a:r>
            <a:r>
              <a:rPr lang="en-US" altLang="zh-CN" dirty="0" smtClean="0">
                <a:ea typeface="黑体" panose="02010609060101010101" pitchFamily="49" charset="-122"/>
              </a:rPr>
              <a:t> 25 </a:t>
            </a:r>
            <a:r>
              <a:rPr lang="en-US" altLang="zh-CN" dirty="0" smtClean="0">
                <a:ea typeface="黑体" panose="02010609060101010101" pitchFamily="49" charset="-122"/>
                <a:sym typeface="Symbol" panose="05050102010706020507" pitchFamily="18" charset="2"/>
              </a:rPr>
              <a:t></a:t>
            </a:r>
            <a:r>
              <a:rPr lang="en-US" altLang="zh-CN" dirty="0" smtClean="0">
                <a:ea typeface="黑体" panose="02010609060101010101" pitchFamily="49" charset="-122"/>
              </a:rPr>
              <a:t> 504 </a:t>
            </a:r>
            <a:r>
              <a:rPr lang="zh-CN" altLang="zh-CN" dirty="0" smtClean="0">
                <a:ea typeface="黑体" panose="02010609060101010101" pitchFamily="49" charset="-122"/>
              </a:rPr>
              <a:t>字节。如超过，必须再用一个</a:t>
            </a:r>
            <a:r>
              <a:rPr lang="en-US" altLang="zh-CN" dirty="0" smtClean="0">
                <a:ea typeface="黑体" panose="02010609060101010101" pitchFamily="49" charset="-122"/>
              </a:rPr>
              <a:t> RIP </a:t>
            </a:r>
            <a:r>
              <a:rPr lang="zh-CN" altLang="zh-CN" dirty="0" smtClean="0">
                <a:ea typeface="黑体" panose="02010609060101010101" pitchFamily="49" charset="-122"/>
              </a:rPr>
              <a:t>报文来传送。</a:t>
            </a:r>
            <a:endParaRPr lang="en-US" altLang="zh-CN" dirty="0" smtClean="0">
              <a:ea typeface="黑体" panose="02010609060101010101" pitchFamily="49" charset="-122"/>
            </a:endParaRPr>
          </a:p>
          <a:p>
            <a:r>
              <a:rPr lang="en-US" altLang="zh-CN" dirty="0" smtClean="0">
                <a:solidFill>
                  <a:srgbClr val="FF0000"/>
                </a:solidFill>
                <a:ea typeface="黑体" panose="02010609060101010101" pitchFamily="49" charset="-122"/>
              </a:rPr>
              <a:t>RIP2 </a:t>
            </a:r>
            <a:r>
              <a:rPr lang="zh-CN" altLang="zh-CN" dirty="0" smtClean="0">
                <a:solidFill>
                  <a:srgbClr val="FF0000"/>
                </a:solidFill>
                <a:ea typeface="黑体" panose="02010609060101010101" pitchFamily="49" charset="-122"/>
              </a:rPr>
              <a:t>具有简单的鉴别功能。</a:t>
            </a:r>
            <a:endParaRPr lang="en-US" altLang="zh-CN" dirty="0" smtClean="0">
              <a:solidFill>
                <a:srgbClr val="FF0000"/>
              </a:solidFill>
              <a:ea typeface="黑体" panose="02010609060101010101" pitchFamily="49" charset="-122"/>
            </a:endParaRPr>
          </a:p>
          <a:p>
            <a:pPr lvl="1"/>
            <a:r>
              <a:rPr lang="zh-CN" altLang="zh-CN" dirty="0" smtClean="0">
                <a:ea typeface="黑体" panose="02010609060101010101" pitchFamily="49" charset="-122"/>
              </a:rPr>
              <a:t>若使用鉴别功能，则将原来写入第一个路由信息（</a:t>
            </a:r>
            <a:r>
              <a:rPr lang="en-US" altLang="zh-CN" dirty="0" smtClean="0">
                <a:ea typeface="黑体" panose="02010609060101010101" pitchFamily="49" charset="-122"/>
              </a:rPr>
              <a:t>20</a:t>
            </a:r>
            <a:r>
              <a:rPr lang="zh-CN" altLang="zh-CN" dirty="0" smtClean="0">
                <a:ea typeface="黑体" panose="02010609060101010101" pitchFamily="49" charset="-122"/>
              </a:rPr>
              <a:t>字节）的位置用作鉴别。</a:t>
            </a:r>
            <a:endParaRPr lang="en-US" altLang="zh-CN" dirty="0" smtClean="0">
              <a:ea typeface="黑体" panose="02010609060101010101" pitchFamily="49" charset="-122"/>
            </a:endParaRPr>
          </a:p>
          <a:p>
            <a:pPr lvl="1"/>
            <a:r>
              <a:rPr lang="zh-CN" altLang="zh-CN" dirty="0" smtClean="0">
                <a:ea typeface="黑体" panose="02010609060101010101" pitchFamily="49" charset="-122"/>
              </a:rPr>
              <a:t>在鉴别数据之后才写入路由信息，但这时最多只能再放入</a:t>
            </a:r>
            <a:r>
              <a:rPr lang="en-US" altLang="zh-CN" dirty="0" smtClean="0">
                <a:ea typeface="黑体" panose="02010609060101010101" pitchFamily="49" charset="-122"/>
              </a:rPr>
              <a:t> 24 </a:t>
            </a:r>
            <a:r>
              <a:rPr lang="zh-CN" altLang="zh-CN" dirty="0" smtClean="0">
                <a:ea typeface="黑体" panose="02010609060101010101" pitchFamily="49" charset="-122"/>
              </a:rPr>
              <a:t>个路由信息。</a:t>
            </a:r>
          </a:p>
          <a:p>
            <a:endParaRPr lang="zh-CN" altLang="en-US" dirty="0" smtClean="0">
              <a:ea typeface="黑体" panose="02010609060101010101" pitchFamily="49" charset="-122"/>
            </a:endParaRPr>
          </a:p>
        </p:txBody>
      </p:sp>
      <p:sp>
        <p:nvSpPr>
          <p:cNvPr id="1021955" name="灯片编号占位符 3"/>
          <p:cNvSpPr>
            <a:spLocks noGrp="1" noChangeArrowheads="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41142671-C929-4301-B73F-3281C0890823}" type="slidenum">
              <a:rPr lang="zh-CN" altLang="en-US" smtClean="0"/>
              <a:pPr eaLnBrk="1" hangingPunct="1"/>
              <a:t>25</a:t>
            </a:fld>
            <a:endParaRPr lang="en-US" altLang="zh-CN" smtClean="0"/>
          </a:p>
        </p:txBody>
      </p:sp>
      <p:sp>
        <p:nvSpPr>
          <p:cNvPr id="1021956" name="页脚占位符 4"/>
          <p:cNvSpPr>
            <a:spLocks noGrp="1" noChangeArrowheads="1"/>
          </p:cNvSpPr>
          <p:nvPr>
            <p:ph type="ftr"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zh-CN" smtClean="0"/>
              <a:t>ppt课件</a:t>
            </a:r>
          </a:p>
        </p:txBody>
      </p:sp>
    </p:spTree>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001" name="标题 1"/>
          <p:cNvSpPr>
            <a:spLocks noGrp="1" noChangeArrowheads="1"/>
          </p:cNvSpPr>
          <p:nvPr>
            <p:ph type="title"/>
          </p:nvPr>
        </p:nvSpPr>
        <p:spPr>
          <a:xfrm>
            <a:off x="495300" y="188913"/>
            <a:ext cx="9066213" cy="792162"/>
          </a:xfrm>
        </p:spPr>
        <p:txBody>
          <a:bodyPr/>
          <a:lstStyle/>
          <a:p>
            <a:pPr algn="ctr"/>
            <a:r>
              <a:rPr lang="zh-CN" altLang="zh-CN" sz="4000" smtClean="0">
                <a:ea typeface="黑体" panose="02010609060101010101" pitchFamily="49" charset="-122"/>
              </a:rPr>
              <a:t>好消息传播得快，坏消息传播得慢</a:t>
            </a:r>
            <a:endParaRPr lang="zh-CN" altLang="en-US" sz="4000" smtClean="0">
              <a:ea typeface="黑体" panose="02010609060101010101" pitchFamily="49" charset="-122"/>
            </a:endParaRPr>
          </a:p>
        </p:txBody>
      </p:sp>
      <p:sp>
        <p:nvSpPr>
          <p:cNvPr id="1024002" name="内容占位符 2"/>
          <p:cNvSpPr>
            <a:spLocks noGrp="1" noChangeArrowheads="1"/>
          </p:cNvSpPr>
          <p:nvPr>
            <p:ph idx="1"/>
          </p:nvPr>
        </p:nvSpPr>
        <p:spPr>
          <a:xfrm>
            <a:off x="495300" y="1196975"/>
            <a:ext cx="9066213" cy="4933950"/>
          </a:xfrm>
        </p:spPr>
        <p:txBody>
          <a:bodyPr/>
          <a:lstStyle/>
          <a:p>
            <a:r>
              <a:rPr lang="en-US" altLang="zh-CN" smtClean="0">
                <a:solidFill>
                  <a:srgbClr val="FF0000"/>
                </a:solidFill>
                <a:ea typeface="黑体" panose="02010609060101010101" pitchFamily="49" charset="-122"/>
              </a:rPr>
              <a:t>RIP</a:t>
            </a:r>
            <a:r>
              <a:rPr lang="zh-CN" altLang="zh-CN" smtClean="0">
                <a:solidFill>
                  <a:srgbClr val="FF0000"/>
                </a:solidFill>
                <a:ea typeface="黑体" panose="02010609060101010101" pitchFamily="49" charset="-122"/>
              </a:rPr>
              <a:t>协议特点：</a:t>
            </a:r>
            <a:r>
              <a:rPr lang="zh-CN" altLang="zh-CN" smtClean="0">
                <a:ea typeface="黑体" panose="02010609060101010101" pitchFamily="49" charset="-122"/>
              </a:rPr>
              <a:t>好消息传播得快，坏消息传播得慢。</a:t>
            </a:r>
            <a:endParaRPr lang="en-US" altLang="zh-CN" smtClean="0">
              <a:ea typeface="黑体" panose="02010609060101010101" pitchFamily="49" charset="-122"/>
            </a:endParaRPr>
          </a:p>
          <a:p>
            <a:r>
              <a:rPr lang="en-US" altLang="zh-CN" smtClean="0">
                <a:solidFill>
                  <a:srgbClr val="FF0000"/>
                </a:solidFill>
                <a:ea typeface="黑体" panose="02010609060101010101" pitchFamily="49" charset="-122"/>
              </a:rPr>
              <a:t>RIP</a:t>
            </a:r>
            <a:r>
              <a:rPr lang="zh-CN" altLang="zh-CN" smtClean="0">
                <a:solidFill>
                  <a:srgbClr val="FF0000"/>
                </a:solidFill>
                <a:ea typeface="黑体" panose="02010609060101010101" pitchFamily="49" charset="-122"/>
              </a:rPr>
              <a:t>存在的一个问题</a:t>
            </a:r>
            <a:r>
              <a:rPr lang="zh-CN" altLang="en-US" smtClean="0">
                <a:solidFill>
                  <a:srgbClr val="FF0000"/>
                </a:solidFill>
                <a:ea typeface="黑体" panose="02010609060101010101" pitchFamily="49" charset="-122"/>
              </a:rPr>
              <a:t>：</a:t>
            </a:r>
            <a:r>
              <a:rPr lang="zh-CN" altLang="zh-CN" smtClean="0">
                <a:ea typeface="黑体" panose="02010609060101010101" pitchFamily="49" charset="-122"/>
              </a:rPr>
              <a:t>当网络出现故障时，要经过比较长的时间</a:t>
            </a:r>
            <a:r>
              <a:rPr lang="en-US" altLang="zh-CN" smtClean="0">
                <a:ea typeface="黑体" panose="02010609060101010101" pitchFamily="49" charset="-122"/>
              </a:rPr>
              <a:t> (</a:t>
            </a:r>
            <a:r>
              <a:rPr lang="zh-CN" altLang="zh-CN" smtClean="0">
                <a:ea typeface="黑体" panose="02010609060101010101" pitchFamily="49" charset="-122"/>
              </a:rPr>
              <a:t>例如数分钟</a:t>
            </a:r>
            <a:r>
              <a:rPr lang="en-US" altLang="zh-CN" smtClean="0">
                <a:ea typeface="黑体" panose="02010609060101010101" pitchFamily="49" charset="-122"/>
              </a:rPr>
              <a:t>) </a:t>
            </a:r>
            <a:r>
              <a:rPr lang="zh-CN" altLang="zh-CN" smtClean="0">
                <a:ea typeface="黑体" panose="02010609060101010101" pitchFamily="49" charset="-122"/>
              </a:rPr>
              <a:t>才能将此信息传送到所有的路由器。</a:t>
            </a:r>
            <a:endParaRPr lang="zh-CN" altLang="en-US" smtClean="0">
              <a:ea typeface="黑体" panose="02010609060101010101" pitchFamily="49" charset="-122"/>
            </a:endParaRPr>
          </a:p>
        </p:txBody>
      </p:sp>
      <p:sp>
        <p:nvSpPr>
          <p:cNvPr id="1024003" name="灯片编号占位符 5"/>
          <p:cNvSpPr>
            <a:spLocks noGrp="1" noChangeArrowheads="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84A3C07F-FBFB-457F-96F1-4A7FABFB849E}" type="slidenum">
              <a:rPr lang="zh-CN" altLang="en-US" smtClean="0"/>
              <a:pPr eaLnBrk="1" hangingPunct="1"/>
              <a:t>26</a:t>
            </a:fld>
            <a:endParaRPr lang="en-US" altLang="zh-CN" smtClean="0"/>
          </a:p>
        </p:txBody>
      </p:sp>
      <p:sp>
        <p:nvSpPr>
          <p:cNvPr id="1024004" name="页脚占位符 6"/>
          <p:cNvSpPr>
            <a:spLocks noGrp="1" noChangeArrowheads="1"/>
          </p:cNvSpPr>
          <p:nvPr>
            <p:ph type="ftr"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zh-CN" smtClean="0"/>
              <a:t>ppt课件</a:t>
            </a:r>
          </a:p>
        </p:txBody>
      </p:sp>
    </p:spTree>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5025" name="Line 2"/>
          <p:cNvSpPr>
            <a:spLocks noChangeShapeType="1"/>
          </p:cNvSpPr>
          <p:nvPr/>
        </p:nvSpPr>
        <p:spPr bwMode="auto">
          <a:xfrm>
            <a:off x="1785938" y="1063625"/>
            <a:ext cx="7010400" cy="0"/>
          </a:xfrm>
          <a:prstGeom prst="line">
            <a:avLst/>
          </a:prstGeom>
          <a:noFill/>
          <a:ln w="28575">
            <a:solidFill>
              <a:schemeClr val="tx2"/>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CC"/>
              </a:solidFill>
              <a:ea typeface="黑体" panose="02010609060101010101" pitchFamily="49" charset="-122"/>
            </a:endParaRPr>
          </a:p>
        </p:txBody>
      </p:sp>
      <p:pic>
        <p:nvPicPr>
          <p:cNvPr id="1025026" name="Picture 3"/>
          <p:cNvPicPr>
            <a:picLocks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2813050" y="908050"/>
            <a:ext cx="790575" cy="3381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025027" name="Text Box 4"/>
          <p:cNvSpPr txBox="1">
            <a:spLocks noChangeArrowheads="1"/>
          </p:cNvSpPr>
          <p:nvPr/>
        </p:nvSpPr>
        <p:spPr bwMode="auto">
          <a:xfrm>
            <a:off x="6945313" y="1157288"/>
            <a:ext cx="465137"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en-US" altLang="zh-CN" sz="2000" b="1">
                <a:solidFill>
                  <a:srgbClr val="0000CC"/>
                </a:solidFill>
                <a:ea typeface="黑体" panose="02010609060101010101" pitchFamily="49" charset="-122"/>
              </a:rPr>
              <a:t>R</a:t>
            </a:r>
            <a:r>
              <a:rPr lang="en-US" altLang="zh-CN" sz="2000" b="1" baseline="-25000">
                <a:solidFill>
                  <a:srgbClr val="0000CC"/>
                </a:solidFill>
                <a:ea typeface="黑体" panose="02010609060101010101" pitchFamily="49" charset="-122"/>
              </a:rPr>
              <a:t>2</a:t>
            </a:r>
            <a:endParaRPr lang="en-US" altLang="zh-CN" sz="2000" b="1">
              <a:solidFill>
                <a:srgbClr val="0000CC"/>
              </a:solidFill>
              <a:ea typeface="黑体" panose="02010609060101010101" pitchFamily="49" charset="-122"/>
            </a:endParaRPr>
          </a:p>
        </p:txBody>
      </p:sp>
      <p:sp>
        <p:nvSpPr>
          <p:cNvPr id="1025028" name="Text Box 5"/>
          <p:cNvSpPr txBox="1">
            <a:spLocks noChangeArrowheads="1"/>
          </p:cNvSpPr>
          <p:nvPr/>
        </p:nvSpPr>
        <p:spPr bwMode="auto">
          <a:xfrm>
            <a:off x="3048000" y="1157288"/>
            <a:ext cx="465138"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en-US" altLang="zh-CN" sz="2000" b="1">
                <a:solidFill>
                  <a:srgbClr val="0000CC"/>
                </a:solidFill>
                <a:ea typeface="黑体" panose="02010609060101010101" pitchFamily="49" charset="-122"/>
              </a:rPr>
              <a:t>R</a:t>
            </a:r>
            <a:r>
              <a:rPr lang="en-US" altLang="zh-CN" sz="2000" b="1" baseline="-25000">
                <a:solidFill>
                  <a:srgbClr val="0000CC"/>
                </a:solidFill>
                <a:ea typeface="黑体" panose="02010609060101010101" pitchFamily="49" charset="-122"/>
              </a:rPr>
              <a:t>1</a:t>
            </a:r>
            <a:endParaRPr lang="en-US" altLang="zh-CN" sz="2000" b="1">
              <a:solidFill>
                <a:srgbClr val="0000CC"/>
              </a:solidFill>
              <a:ea typeface="黑体" panose="02010609060101010101" pitchFamily="49" charset="-122"/>
            </a:endParaRPr>
          </a:p>
        </p:txBody>
      </p:sp>
      <p:pic>
        <p:nvPicPr>
          <p:cNvPr id="1025029" name="Picture 6"/>
          <p:cNvPicPr>
            <a:picLocks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6708775" y="908050"/>
            <a:ext cx="790575" cy="3381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1025030" name="Group 7"/>
          <p:cNvGrpSpPr>
            <a:grpSpLocks/>
          </p:cNvGrpSpPr>
          <p:nvPr/>
        </p:nvGrpSpPr>
        <p:grpSpPr bwMode="auto">
          <a:xfrm>
            <a:off x="768350" y="631825"/>
            <a:ext cx="1277938" cy="858838"/>
            <a:chOff x="4830" y="1752"/>
            <a:chExt cx="667" cy="477"/>
          </a:xfrm>
        </p:grpSpPr>
        <p:grpSp>
          <p:nvGrpSpPr>
            <p:cNvPr id="1025031" name="Group 8"/>
            <p:cNvGrpSpPr>
              <a:grpSpLocks/>
            </p:cNvGrpSpPr>
            <p:nvPr/>
          </p:nvGrpSpPr>
          <p:grpSpPr bwMode="auto">
            <a:xfrm>
              <a:off x="4830" y="1752"/>
              <a:ext cx="667" cy="477"/>
              <a:chOff x="2949" y="196"/>
              <a:chExt cx="941" cy="598"/>
            </a:xfrm>
          </p:grpSpPr>
          <p:sp>
            <p:nvSpPr>
              <p:cNvPr id="1025032" name="Oval 9"/>
              <p:cNvSpPr>
                <a:spLocks noChangeArrowheads="1"/>
              </p:cNvSpPr>
              <p:nvPr/>
            </p:nvSpPr>
            <p:spPr bwMode="auto">
              <a:xfrm>
                <a:off x="3168" y="196"/>
                <a:ext cx="407" cy="162"/>
              </a:xfrm>
              <a:prstGeom prst="ellipse">
                <a:avLst/>
              </a:prstGeom>
              <a:solidFill>
                <a:srgbClr val="EAEAEA"/>
              </a:solidFill>
              <a:ln w="12700">
                <a:solidFill>
                  <a:schemeClr val="tx1"/>
                </a:solidFill>
                <a:round/>
                <a:headEnd/>
                <a:tailEnd/>
              </a:ln>
            </p:spPr>
            <p:txBody>
              <a:bodyPr wrap="none" anchor="ctr"/>
              <a:lstStyle/>
              <a:p>
                <a:pPr eaLnBrk="0" hangingPunct="0"/>
                <a:endParaRPr lang="zh-CN" altLang="en-US" b="1">
                  <a:solidFill>
                    <a:srgbClr val="0000CC"/>
                  </a:solidFill>
                  <a:ea typeface="黑体" panose="02010609060101010101" pitchFamily="49" charset="-122"/>
                </a:endParaRPr>
              </a:p>
            </p:txBody>
          </p:sp>
          <p:sp>
            <p:nvSpPr>
              <p:cNvPr id="1025033" name="Oval 10"/>
              <p:cNvSpPr>
                <a:spLocks noChangeArrowheads="1"/>
              </p:cNvSpPr>
              <p:nvPr/>
            </p:nvSpPr>
            <p:spPr bwMode="auto">
              <a:xfrm rot="900000">
                <a:off x="3512" y="252"/>
                <a:ext cx="275" cy="131"/>
              </a:xfrm>
              <a:prstGeom prst="ellipse">
                <a:avLst/>
              </a:prstGeom>
              <a:solidFill>
                <a:srgbClr val="EAEAEA"/>
              </a:solidFill>
              <a:ln w="12700">
                <a:solidFill>
                  <a:schemeClr val="tx1"/>
                </a:solidFill>
                <a:round/>
                <a:headEnd/>
                <a:tailEnd/>
              </a:ln>
            </p:spPr>
            <p:txBody>
              <a:bodyPr wrap="none" anchor="ctr"/>
              <a:lstStyle/>
              <a:p>
                <a:pPr eaLnBrk="0" hangingPunct="0"/>
                <a:endParaRPr lang="zh-CN" altLang="en-US" b="1">
                  <a:solidFill>
                    <a:srgbClr val="0000CC"/>
                  </a:solidFill>
                  <a:ea typeface="黑体" panose="02010609060101010101" pitchFamily="49" charset="-122"/>
                </a:endParaRPr>
              </a:p>
            </p:txBody>
          </p:sp>
          <p:sp>
            <p:nvSpPr>
              <p:cNvPr id="1025034" name="Oval 11"/>
              <p:cNvSpPr>
                <a:spLocks noChangeArrowheads="1"/>
              </p:cNvSpPr>
              <p:nvPr/>
            </p:nvSpPr>
            <p:spPr bwMode="auto">
              <a:xfrm rot="1500000">
                <a:off x="3650" y="385"/>
                <a:ext cx="240" cy="153"/>
              </a:xfrm>
              <a:prstGeom prst="ellipse">
                <a:avLst/>
              </a:prstGeom>
              <a:solidFill>
                <a:srgbClr val="EAEAEA"/>
              </a:solidFill>
              <a:ln w="12700">
                <a:solidFill>
                  <a:schemeClr val="tx1"/>
                </a:solidFill>
                <a:round/>
                <a:headEnd/>
                <a:tailEnd/>
              </a:ln>
            </p:spPr>
            <p:txBody>
              <a:bodyPr wrap="none" anchor="ctr"/>
              <a:lstStyle/>
              <a:p>
                <a:pPr eaLnBrk="0" hangingPunct="0"/>
                <a:endParaRPr lang="zh-CN" altLang="en-US" b="1">
                  <a:solidFill>
                    <a:srgbClr val="0000CC"/>
                  </a:solidFill>
                  <a:ea typeface="黑体" panose="02010609060101010101" pitchFamily="49" charset="-122"/>
                </a:endParaRPr>
              </a:p>
            </p:txBody>
          </p:sp>
          <p:sp>
            <p:nvSpPr>
              <p:cNvPr id="1025035" name="Oval 12"/>
              <p:cNvSpPr>
                <a:spLocks noChangeArrowheads="1"/>
              </p:cNvSpPr>
              <p:nvPr/>
            </p:nvSpPr>
            <p:spPr bwMode="auto">
              <a:xfrm rot="-1560000">
                <a:off x="3573" y="537"/>
                <a:ext cx="291" cy="189"/>
              </a:xfrm>
              <a:prstGeom prst="ellipse">
                <a:avLst/>
              </a:prstGeom>
              <a:solidFill>
                <a:srgbClr val="EAEAEA"/>
              </a:solidFill>
              <a:ln w="12700">
                <a:solidFill>
                  <a:schemeClr val="tx1"/>
                </a:solidFill>
                <a:round/>
                <a:headEnd/>
                <a:tailEnd/>
              </a:ln>
            </p:spPr>
            <p:txBody>
              <a:bodyPr wrap="none" anchor="ctr"/>
              <a:lstStyle/>
              <a:p>
                <a:pPr eaLnBrk="0" hangingPunct="0"/>
                <a:endParaRPr lang="zh-CN" altLang="en-US" b="1">
                  <a:solidFill>
                    <a:srgbClr val="0000CC"/>
                  </a:solidFill>
                  <a:ea typeface="黑体" panose="02010609060101010101" pitchFamily="49" charset="-122"/>
                </a:endParaRPr>
              </a:p>
            </p:txBody>
          </p:sp>
          <p:sp>
            <p:nvSpPr>
              <p:cNvPr id="1025036" name="Oval 13"/>
              <p:cNvSpPr>
                <a:spLocks noChangeArrowheads="1"/>
              </p:cNvSpPr>
              <p:nvPr/>
            </p:nvSpPr>
            <p:spPr bwMode="auto">
              <a:xfrm>
                <a:off x="3216" y="555"/>
                <a:ext cx="471" cy="239"/>
              </a:xfrm>
              <a:prstGeom prst="ellipse">
                <a:avLst/>
              </a:prstGeom>
              <a:solidFill>
                <a:srgbClr val="EAEAEA"/>
              </a:solidFill>
              <a:ln w="12700">
                <a:solidFill>
                  <a:schemeClr val="tx1"/>
                </a:solidFill>
                <a:round/>
                <a:headEnd/>
                <a:tailEnd/>
              </a:ln>
            </p:spPr>
            <p:txBody>
              <a:bodyPr wrap="none" anchor="ctr"/>
              <a:lstStyle/>
              <a:p>
                <a:pPr eaLnBrk="0" hangingPunct="0"/>
                <a:endParaRPr lang="zh-CN" altLang="en-US" b="1">
                  <a:solidFill>
                    <a:srgbClr val="0000CC"/>
                  </a:solidFill>
                  <a:ea typeface="黑体" panose="02010609060101010101" pitchFamily="49" charset="-122"/>
                </a:endParaRPr>
              </a:p>
            </p:txBody>
          </p:sp>
          <p:sp>
            <p:nvSpPr>
              <p:cNvPr id="1025037" name="Oval 14"/>
              <p:cNvSpPr>
                <a:spLocks noChangeArrowheads="1"/>
              </p:cNvSpPr>
              <p:nvPr/>
            </p:nvSpPr>
            <p:spPr bwMode="auto">
              <a:xfrm rot="1080000">
                <a:off x="3023" y="555"/>
                <a:ext cx="265" cy="156"/>
              </a:xfrm>
              <a:prstGeom prst="ellipse">
                <a:avLst/>
              </a:prstGeom>
              <a:solidFill>
                <a:srgbClr val="EAEAEA"/>
              </a:solidFill>
              <a:ln w="12700">
                <a:solidFill>
                  <a:schemeClr val="tx1"/>
                </a:solidFill>
                <a:round/>
                <a:headEnd/>
                <a:tailEnd/>
              </a:ln>
            </p:spPr>
            <p:txBody>
              <a:bodyPr wrap="none" anchor="ctr"/>
              <a:lstStyle/>
              <a:p>
                <a:pPr eaLnBrk="0" hangingPunct="0"/>
                <a:endParaRPr lang="zh-CN" altLang="en-US" b="1">
                  <a:solidFill>
                    <a:srgbClr val="0000CC"/>
                  </a:solidFill>
                  <a:ea typeface="黑体" panose="02010609060101010101" pitchFamily="49" charset="-122"/>
                </a:endParaRPr>
              </a:p>
            </p:txBody>
          </p:sp>
          <p:sp>
            <p:nvSpPr>
              <p:cNvPr id="1025038" name="Oval 15"/>
              <p:cNvSpPr>
                <a:spLocks noChangeArrowheads="1"/>
              </p:cNvSpPr>
              <p:nvPr/>
            </p:nvSpPr>
            <p:spPr bwMode="auto">
              <a:xfrm>
                <a:off x="2949" y="432"/>
                <a:ext cx="217" cy="156"/>
              </a:xfrm>
              <a:prstGeom prst="ellipse">
                <a:avLst/>
              </a:prstGeom>
              <a:solidFill>
                <a:srgbClr val="EAEAEA"/>
              </a:solidFill>
              <a:ln w="12700">
                <a:solidFill>
                  <a:schemeClr val="tx1"/>
                </a:solidFill>
                <a:round/>
                <a:headEnd/>
                <a:tailEnd/>
              </a:ln>
            </p:spPr>
            <p:txBody>
              <a:bodyPr wrap="none" anchor="ctr"/>
              <a:lstStyle/>
              <a:p>
                <a:pPr eaLnBrk="0" hangingPunct="0"/>
                <a:endParaRPr lang="zh-CN" altLang="en-US" b="1">
                  <a:solidFill>
                    <a:srgbClr val="0000CC"/>
                  </a:solidFill>
                  <a:ea typeface="黑体" panose="02010609060101010101" pitchFamily="49" charset="-122"/>
                </a:endParaRPr>
              </a:p>
            </p:txBody>
          </p:sp>
          <p:sp>
            <p:nvSpPr>
              <p:cNvPr id="1025039" name="Oval 16"/>
              <p:cNvSpPr>
                <a:spLocks noChangeArrowheads="1"/>
              </p:cNvSpPr>
              <p:nvPr/>
            </p:nvSpPr>
            <p:spPr bwMode="auto">
              <a:xfrm rot="-1860000">
                <a:off x="2984" y="310"/>
                <a:ext cx="295" cy="156"/>
              </a:xfrm>
              <a:prstGeom prst="ellipse">
                <a:avLst/>
              </a:prstGeom>
              <a:solidFill>
                <a:srgbClr val="EAEAEA"/>
              </a:solidFill>
              <a:ln w="12700">
                <a:solidFill>
                  <a:schemeClr val="tx1"/>
                </a:solidFill>
                <a:round/>
                <a:headEnd/>
                <a:tailEnd/>
              </a:ln>
            </p:spPr>
            <p:txBody>
              <a:bodyPr wrap="none" anchor="ctr"/>
              <a:lstStyle/>
              <a:p>
                <a:pPr eaLnBrk="0" hangingPunct="0"/>
                <a:endParaRPr lang="zh-CN" altLang="en-US" b="1">
                  <a:solidFill>
                    <a:srgbClr val="0000CC"/>
                  </a:solidFill>
                  <a:ea typeface="黑体" panose="02010609060101010101" pitchFamily="49" charset="-122"/>
                </a:endParaRPr>
              </a:p>
            </p:txBody>
          </p:sp>
          <p:sp>
            <p:nvSpPr>
              <p:cNvPr id="1025040" name="Freeform 17"/>
              <p:cNvSpPr>
                <a:spLocks noChangeArrowheads="1"/>
              </p:cNvSpPr>
              <p:nvPr/>
            </p:nvSpPr>
            <p:spPr bwMode="auto">
              <a:xfrm>
                <a:off x="3051" y="300"/>
                <a:ext cx="738" cy="407"/>
              </a:xfrm>
              <a:custGeom>
                <a:avLst/>
                <a:gdLst>
                  <a:gd name="T0" fmla="*/ 108 w 738"/>
                  <a:gd name="T1" fmla="*/ 82 h 407"/>
                  <a:gd name="T2" fmla="*/ 145 w 738"/>
                  <a:gd name="T3" fmla="*/ 77 h 407"/>
                  <a:gd name="T4" fmla="*/ 183 w 738"/>
                  <a:gd name="T5" fmla="*/ 72 h 407"/>
                  <a:gd name="T6" fmla="*/ 215 w 738"/>
                  <a:gd name="T7" fmla="*/ 67 h 407"/>
                  <a:gd name="T8" fmla="*/ 237 w 738"/>
                  <a:gd name="T9" fmla="*/ 46 h 407"/>
                  <a:gd name="T10" fmla="*/ 204 w 738"/>
                  <a:gd name="T11" fmla="*/ 41 h 407"/>
                  <a:gd name="T12" fmla="*/ 172 w 738"/>
                  <a:gd name="T13" fmla="*/ 46 h 407"/>
                  <a:gd name="T14" fmla="*/ 156 w 738"/>
                  <a:gd name="T15" fmla="*/ 46 h 407"/>
                  <a:gd name="T16" fmla="*/ 188 w 738"/>
                  <a:gd name="T17" fmla="*/ 26 h 407"/>
                  <a:gd name="T18" fmla="*/ 226 w 738"/>
                  <a:gd name="T19" fmla="*/ 15 h 407"/>
                  <a:gd name="T20" fmla="*/ 258 w 738"/>
                  <a:gd name="T21" fmla="*/ 10 h 407"/>
                  <a:gd name="T22" fmla="*/ 290 w 738"/>
                  <a:gd name="T23" fmla="*/ 5 h 407"/>
                  <a:gd name="T24" fmla="*/ 323 w 738"/>
                  <a:gd name="T25" fmla="*/ 0 h 407"/>
                  <a:gd name="T26" fmla="*/ 355 w 738"/>
                  <a:gd name="T27" fmla="*/ 0 h 407"/>
                  <a:gd name="T28" fmla="*/ 387 w 738"/>
                  <a:gd name="T29" fmla="*/ 0 h 407"/>
                  <a:gd name="T30" fmla="*/ 463 w 738"/>
                  <a:gd name="T31" fmla="*/ 0 h 407"/>
                  <a:gd name="T32" fmla="*/ 506 w 738"/>
                  <a:gd name="T33" fmla="*/ 0 h 407"/>
                  <a:gd name="T34" fmla="*/ 543 w 738"/>
                  <a:gd name="T35" fmla="*/ 15 h 407"/>
                  <a:gd name="T36" fmla="*/ 570 w 738"/>
                  <a:gd name="T37" fmla="*/ 36 h 407"/>
                  <a:gd name="T38" fmla="*/ 603 w 738"/>
                  <a:gd name="T39" fmla="*/ 51 h 407"/>
                  <a:gd name="T40" fmla="*/ 635 w 738"/>
                  <a:gd name="T41" fmla="*/ 57 h 407"/>
                  <a:gd name="T42" fmla="*/ 667 w 738"/>
                  <a:gd name="T43" fmla="*/ 77 h 407"/>
                  <a:gd name="T44" fmla="*/ 694 w 738"/>
                  <a:gd name="T45" fmla="*/ 98 h 407"/>
                  <a:gd name="T46" fmla="*/ 715 w 738"/>
                  <a:gd name="T47" fmla="*/ 128 h 407"/>
                  <a:gd name="T48" fmla="*/ 721 w 738"/>
                  <a:gd name="T49" fmla="*/ 164 h 407"/>
                  <a:gd name="T50" fmla="*/ 726 w 738"/>
                  <a:gd name="T51" fmla="*/ 195 h 407"/>
                  <a:gd name="T52" fmla="*/ 726 w 738"/>
                  <a:gd name="T53" fmla="*/ 226 h 407"/>
                  <a:gd name="T54" fmla="*/ 726 w 738"/>
                  <a:gd name="T55" fmla="*/ 257 h 407"/>
                  <a:gd name="T56" fmla="*/ 737 w 738"/>
                  <a:gd name="T57" fmla="*/ 288 h 407"/>
                  <a:gd name="T58" fmla="*/ 737 w 738"/>
                  <a:gd name="T59" fmla="*/ 319 h 407"/>
                  <a:gd name="T60" fmla="*/ 715 w 738"/>
                  <a:gd name="T61" fmla="*/ 349 h 407"/>
                  <a:gd name="T62" fmla="*/ 678 w 738"/>
                  <a:gd name="T63" fmla="*/ 365 h 407"/>
                  <a:gd name="T64" fmla="*/ 646 w 738"/>
                  <a:gd name="T65" fmla="*/ 380 h 407"/>
                  <a:gd name="T66" fmla="*/ 613 w 738"/>
                  <a:gd name="T67" fmla="*/ 396 h 407"/>
                  <a:gd name="T68" fmla="*/ 581 w 738"/>
                  <a:gd name="T69" fmla="*/ 401 h 407"/>
                  <a:gd name="T70" fmla="*/ 538 w 738"/>
                  <a:gd name="T71" fmla="*/ 406 h 407"/>
                  <a:gd name="T72" fmla="*/ 500 w 738"/>
                  <a:gd name="T73" fmla="*/ 406 h 407"/>
                  <a:gd name="T74" fmla="*/ 468 w 738"/>
                  <a:gd name="T75" fmla="*/ 406 h 407"/>
                  <a:gd name="T76" fmla="*/ 436 w 738"/>
                  <a:gd name="T77" fmla="*/ 406 h 407"/>
                  <a:gd name="T78" fmla="*/ 403 w 738"/>
                  <a:gd name="T79" fmla="*/ 406 h 407"/>
                  <a:gd name="T80" fmla="*/ 371 w 738"/>
                  <a:gd name="T81" fmla="*/ 406 h 407"/>
                  <a:gd name="T82" fmla="*/ 339 w 738"/>
                  <a:gd name="T83" fmla="*/ 406 h 407"/>
                  <a:gd name="T84" fmla="*/ 307 w 738"/>
                  <a:gd name="T85" fmla="*/ 406 h 407"/>
                  <a:gd name="T86" fmla="*/ 269 w 738"/>
                  <a:gd name="T87" fmla="*/ 406 h 407"/>
                  <a:gd name="T88" fmla="*/ 237 w 738"/>
                  <a:gd name="T89" fmla="*/ 406 h 407"/>
                  <a:gd name="T90" fmla="*/ 204 w 738"/>
                  <a:gd name="T91" fmla="*/ 406 h 407"/>
                  <a:gd name="T92" fmla="*/ 172 w 738"/>
                  <a:gd name="T93" fmla="*/ 391 h 407"/>
                  <a:gd name="T94" fmla="*/ 140 w 738"/>
                  <a:gd name="T95" fmla="*/ 380 h 407"/>
                  <a:gd name="T96" fmla="*/ 108 w 738"/>
                  <a:gd name="T97" fmla="*/ 365 h 407"/>
                  <a:gd name="T98" fmla="*/ 81 w 738"/>
                  <a:gd name="T99" fmla="*/ 339 h 407"/>
                  <a:gd name="T100" fmla="*/ 59 w 738"/>
                  <a:gd name="T101" fmla="*/ 319 h 407"/>
                  <a:gd name="T102" fmla="*/ 38 w 738"/>
                  <a:gd name="T103" fmla="*/ 288 h 407"/>
                  <a:gd name="T104" fmla="*/ 16 w 738"/>
                  <a:gd name="T105" fmla="*/ 252 h 407"/>
                  <a:gd name="T106" fmla="*/ 0 w 738"/>
                  <a:gd name="T107" fmla="*/ 216 h 407"/>
                  <a:gd name="T108" fmla="*/ 0 w 738"/>
                  <a:gd name="T109" fmla="*/ 185 h 407"/>
                  <a:gd name="T110" fmla="*/ 5 w 738"/>
                  <a:gd name="T111" fmla="*/ 149 h 407"/>
                  <a:gd name="T112" fmla="*/ 27 w 738"/>
                  <a:gd name="T113" fmla="*/ 123 h 407"/>
                  <a:gd name="T114" fmla="*/ 54 w 738"/>
                  <a:gd name="T115" fmla="*/ 108 h 407"/>
                  <a:gd name="T116" fmla="*/ 86 w 738"/>
                  <a:gd name="T117" fmla="*/ 98 h 407"/>
                  <a:gd name="T118" fmla="*/ 113 w 738"/>
                  <a:gd name="T119" fmla="*/ 82 h 407"/>
                  <a:gd name="T120" fmla="*/ 129 w 738"/>
                  <a:gd name="T121" fmla="*/ 98 h 40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Lst>
                <a:rect l="0" t="0" r="r" b="b"/>
                <a:pathLst>
                  <a:path w="738" h="407">
                    <a:moveTo>
                      <a:pt x="91" y="82"/>
                    </a:moveTo>
                    <a:lnTo>
                      <a:pt x="108" y="82"/>
                    </a:lnTo>
                    <a:lnTo>
                      <a:pt x="124" y="82"/>
                    </a:lnTo>
                    <a:lnTo>
                      <a:pt x="145" y="77"/>
                    </a:lnTo>
                    <a:lnTo>
                      <a:pt x="161" y="77"/>
                    </a:lnTo>
                    <a:lnTo>
                      <a:pt x="183" y="72"/>
                    </a:lnTo>
                    <a:lnTo>
                      <a:pt x="199" y="72"/>
                    </a:lnTo>
                    <a:lnTo>
                      <a:pt x="215" y="67"/>
                    </a:lnTo>
                    <a:lnTo>
                      <a:pt x="231" y="62"/>
                    </a:lnTo>
                    <a:lnTo>
                      <a:pt x="237" y="46"/>
                    </a:lnTo>
                    <a:lnTo>
                      <a:pt x="221" y="41"/>
                    </a:lnTo>
                    <a:lnTo>
                      <a:pt x="204" y="41"/>
                    </a:lnTo>
                    <a:lnTo>
                      <a:pt x="188" y="46"/>
                    </a:lnTo>
                    <a:lnTo>
                      <a:pt x="172" y="46"/>
                    </a:lnTo>
                    <a:lnTo>
                      <a:pt x="156" y="62"/>
                    </a:lnTo>
                    <a:lnTo>
                      <a:pt x="156" y="46"/>
                    </a:lnTo>
                    <a:lnTo>
                      <a:pt x="172" y="36"/>
                    </a:lnTo>
                    <a:lnTo>
                      <a:pt x="188" y="26"/>
                    </a:lnTo>
                    <a:lnTo>
                      <a:pt x="210" y="21"/>
                    </a:lnTo>
                    <a:lnTo>
                      <a:pt x="226" y="15"/>
                    </a:lnTo>
                    <a:lnTo>
                      <a:pt x="242" y="15"/>
                    </a:lnTo>
                    <a:lnTo>
                      <a:pt x="258" y="10"/>
                    </a:lnTo>
                    <a:lnTo>
                      <a:pt x="274" y="10"/>
                    </a:lnTo>
                    <a:lnTo>
                      <a:pt x="290" y="5"/>
                    </a:lnTo>
                    <a:lnTo>
                      <a:pt x="307" y="5"/>
                    </a:lnTo>
                    <a:lnTo>
                      <a:pt x="323" y="0"/>
                    </a:lnTo>
                    <a:lnTo>
                      <a:pt x="339" y="0"/>
                    </a:lnTo>
                    <a:lnTo>
                      <a:pt x="355" y="0"/>
                    </a:lnTo>
                    <a:lnTo>
                      <a:pt x="371" y="0"/>
                    </a:lnTo>
                    <a:lnTo>
                      <a:pt x="387" y="0"/>
                    </a:lnTo>
                    <a:lnTo>
                      <a:pt x="420" y="0"/>
                    </a:lnTo>
                    <a:lnTo>
                      <a:pt x="463" y="0"/>
                    </a:lnTo>
                    <a:lnTo>
                      <a:pt x="484" y="0"/>
                    </a:lnTo>
                    <a:lnTo>
                      <a:pt x="506" y="0"/>
                    </a:lnTo>
                    <a:lnTo>
                      <a:pt x="527" y="5"/>
                    </a:lnTo>
                    <a:lnTo>
                      <a:pt x="543" y="15"/>
                    </a:lnTo>
                    <a:lnTo>
                      <a:pt x="554" y="31"/>
                    </a:lnTo>
                    <a:lnTo>
                      <a:pt x="570" y="36"/>
                    </a:lnTo>
                    <a:lnTo>
                      <a:pt x="586" y="46"/>
                    </a:lnTo>
                    <a:lnTo>
                      <a:pt x="603" y="51"/>
                    </a:lnTo>
                    <a:lnTo>
                      <a:pt x="619" y="51"/>
                    </a:lnTo>
                    <a:lnTo>
                      <a:pt x="635" y="57"/>
                    </a:lnTo>
                    <a:lnTo>
                      <a:pt x="651" y="67"/>
                    </a:lnTo>
                    <a:lnTo>
                      <a:pt x="667" y="77"/>
                    </a:lnTo>
                    <a:lnTo>
                      <a:pt x="678" y="93"/>
                    </a:lnTo>
                    <a:lnTo>
                      <a:pt x="694" y="98"/>
                    </a:lnTo>
                    <a:lnTo>
                      <a:pt x="699" y="113"/>
                    </a:lnTo>
                    <a:lnTo>
                      <a:pt x="715" y="128"/>
                    </a:lnTo>
                    <a:lnTo>
                      <a:pt x="721" y="149"/>
                    </a:lnTo>
                    <a:lnTo>
                      <a:pt x="721" y="164"/>
                    </a:lnTo>
                    <a:lnTo>
                      <a:pt x="726" y="180"/>
                    </a:lnTo>
                    <a:lnTo>
                      <a:pt x="726" y="195"/>
                    </a:lnTo>
                    <a:lnTo>
                      <a:pt x="726" y="211"/>
                    </a:lnTo>
                    <a:lnTo>
                      <a:pt x="726" y="226"/>
                    </a:lnTo>
                    <a:lnTo>
                      <a:pt x="726" y="242"/>
                    </a:lnTo>
                    <a:lnTo>
                      <a:pt x="726" y="257"/>
                    </a:lnTo>
                    <a:lnTo>
                      <a:pt x="737" y="272"/>
                    </a:lnTo>
                    <a:lnTo>
                      <a:pt x="737" y="288"/>
                    </a:lnTo>
                    <a:lnTo>
                      <a:pt x="737" y="303"/>
                    </a:lnTo>
                    <a:lnTo>
                      <a:pt x="737" y="319"/>
                    </a:lnTo>
                    <a:lnTo>
                      <a:pt x="732" y="334"/>
                    </a:lnTo>
                    <a:lnTo>
                      <a:pt x="715" y="349"/>
                    </a:lnTo>
                    <a:lnTo>
                      <a:pt x="694" y="360"/>
                    </a:lnTo>
                    <a:lnTo>
                      <a:pt x="678" y="365"/>
                    </a:lnTo>
                    <a:lnTo>
                      <a:pt x="662" y="375"/>
                    </a:lnTo>
                    <a:lnTo>
                      <a:pt x="646" y="380"/>
                    </a:lnTo>
                    <a:lnTo>
                      <a:pt x="629" y="385"/>
                    </a:lnTo>
                    <a:lnTo>
                      <a:pt x="613" y="396"/>
                    </a:lnTo>
                    <a:lnTo>
                      <a:pt x="597" y="401"/>
                    </a:lnTo>
                    <a:lnTo>
                      <a:pt x="581" y="401"/>
                    </a:lnTo>
                    <a:lnTo>
                      <a:pt x="559" y="406"/>
                    </a:lnTo>
                    <a:lnTo>
                      <a:pt x="538" y="406"/>
                    </a:lnTo>
                    <a:lnTo>
                      <a:pt x="522" y="406"/>
                    </a:lnTo>
                    <a:lnTo>
                      <a:pt x="500" y="406"/>
                    </a:lnTo>
                    <a:lnTo>
                      <a:pt x="484" y="406"/>
                    </a:lnTo>
                    <a:lnTo>
                      <a:pt x="468" y="406"/>
                    </a:lnTo>
                    <a:lnTo>
                      <a:pt x="452" y="406"/>
                    </a:lnTo>
                    <a:lnTo>
                      <a:pt x="436" y="406"/>
                    </a:lnTo>
                    <a:lnTo>
                      <a:pt x="420" y="406"/>
                    </a:lnTo>
                    <a:lnTo>
                      <a:pt x="403" y="406"/>
                    </a:lnTo>
                    <a:lnTo>
                      <a:pt x="387" y="406"/>
                    </a:lnTo>
                    <a:lnTo>
                      <a:pt x="371" y="406"/>
                    </a:lnTo>
                    <a:lnTo>
                      <a:pt x="355" y="406"/>
                    </a:lnTo>
                    <a:lnTo>
                      <a:pt x="339" y="406"/>
                    </a:lnTo>
                    <a:lnTo>
                      <a:pt x="323" y="406"/>
                    </a:lnTo>
                    <a:lnTo>
                      <a:pt x="307" y="406"/>
                    </a:lnTo>
                    <a:lnTo>
                      <a:pt x="285" y="406"/>
                    </a:lnTo>
                    <a:lnTo>
                      <a:pt x="269" y="406"/>
                    </a:lnTo>
                    <a:lnTo>
                      <a:pt x="253" y="406"/>
                    </a:lnTo>
                    <a:lnTo>
                      <a:pt x="237" y="406"/>
                    </a:lnTo>
                    <a:lnTo>
                      <a:pt x="221" y="406"/>
                    </a:lnTo>
                    <a:lnTo>
                      <a:pt x="204" y="406"/>
                    </a:lnTo>
                    <a:lnTo>
                      <a:pt x="188" y="396"/>
                    </a:lnTo>
                    <a:lnTo>
                      <a:pt x="172" y="391"/>
                    </a:lnTo>
                    <a:lnTo>
                      <a:pt x="156" y="385"/>
                    </a:lnTo>
                    <a:lnTo>
                      <a:pt x="140" y="380"/>
                    </a:lnTo>
                    <a:lnTo>
                      <a:pt x="124" y="375"/>
                    </a:lnTo>
                    <a:lnTo>
                      <a:pt x="108" y="365"/>
                    </a:lnTo>
                    <a:lnTo>
                      <a:pt x="91" y="355"/>
                    </a:lnTo>
                    <a:lnTo>
                      <a:pt x="81" y="339"/>
                    </a:lnTo>
                    <a:lnTo>
                      <a:pt x="65" y="334"/>
                    </a:lnTo>
                    <a:lnTo>
                      <a:pt x="59" y="319"/>
                    </a:lnTo>
                    <a:lnTo>
                      <a:pt x="43" y="303"/>
                    </a:lnTo>
                    <a:lnTo>
                      <a:pt x="38" y="288"/>
                    </a:lnTo>
                    <a:lnTo>
                      <a:pt x="22" y="272"/>
                    </a:lnTo>
                    <a:lnTo>
                      <a:pt x="16" y="252"/>
                    </a:lnTo>
                    <a:lnTo>
                      <a:pt x="5" y="231"/>
                    </a:lnTo>
                    <a:lnTo>
                      <a:pt x="0" y="216"/>
                    </a:lnTo>
                    <a:lnTo>
                      <a:pt x="0" y="200"/>
                    </a:lnTo>
                    <a:lnTo>
                      <a:pt x="0" y="185"/>
                    </a:lnTo>
                    <a:lnTo>
                      <a:pt x="0" y="170"/>
                    </a:lnTo>
                    <a:lnTo>
                      <a:pt x="5" y="149"/>
                    </a:lnTo>
                    <a:lnTo>
                      <a:pt x="11" y="134"/>
                    </a:lnTo>
                    <a:lnTo>
                      <a:pt x="27" y="123"/>
                    </a:lnTo>
                    <a:lnTo>
                      <a:pt x="38" y="108"/>
                    </a:lnTo>
                    <a:lnTo>
                      <a:pt x="54" y="108"/>
                    </a:lnTo>
                    <a:lnTo>
                      <a:pt x="70" y="103"/>
                    </a:lnTo>
                    <a:lnTo>
                      <a:pt x="86" y="98"/>
                    </a:lnTo>
                    <a:lnTo>
                      <a:pt x="102" y="98"/>
                    </a:lnTo>
                    <a:lnTo>
                      <a:pt x="113" y="82"/>
                    </a:lnTo>
                    <a:lnTo>
                      <a:pt x="113" y="67"/>
                    </a:lnTo>
                    <a:lnTo>
                      <a:pt x="129" y="98"/>
                    </a:lnTo>
                  </a:path>
                </a:pathLst>
              </a:custGeom>
              <a:solidFill>
                <a:srgbClr val="EAEAEA"/>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CC"/>
                  </a:solidFill>
                  <a:ea typeface="黑体" panose="02010609060101010101" pitchFamily="49" charset="-122"/>
                </a:endParaRPr>
              </a:p>
            </p:txBody>
          </p:sp>
          <p:sp>
            <p:nvSpPr>
              <p:cNvPr id="1025041" name="Freeform 18"/>
              <p:cNvSpPr>
                <a:spLocks noChangeArrowheads="1"/>
              </p:cNvSpPr>
              <p:nvPr/>
            </p:nvSpPr>
            <p:spPr bwMode="auto">
              <a:xfrm>
                <a:off x="3193" y="270"/>
                <a:ext cx="117" cy="118"/>
              </a:xfrm>
              <a:custGeom>
                <a:avLst/>
                <a:gdLst>
                  <a:gd name="T0" fmla="*/ 5 w 117"/>
                  <a:gd name="T1" fmla="*/ 66 h 118"/>
                  <a:gd name="T2" fmla="*/ 0 w 117"/>
                  <a:gd name="T3" fmla="*/ 51 h 118"/>
                  <a:gd name="T4" fmla="*/ 0 w 117"/>
                  <a:gd name="T5" fmla="*/ 36 h 118"/>
                  <a:gd name="T6" fmla="*/ 16 w 117"/>
                  <a:gd name="T7" fmla="*/ 25 h 118"/>
                  <a:gd name="T8" fmla="*/ 32 w 117"/>
                  <a:gd name="T9" fmla="*/ 15 h 118"/>
                  <a:gd name="T10" fmla="*/ 47 w 117"/>
                  <a:gd name="T11" fmla="*/ 0 h 118"/>
                  <a:gd name="T12" fmla="*/ 63 w 117"/>
                  <a:gd name="T13" fmla="*/ 0 h 118"/>
                  <a:gd name="T14" fmla="*/ 79 w 117"/>
                  <a:gd name="T15" fmla="*/ 0 h 118"/>
                  <a:gd name="T16" fmla="*/ 84 w 117"/>
                  <a:gd name="T17" fmla="*/ 15 h 118"/>
                  <a:gd name="T18" fmla="*/ 95 w 117"/>
                  <a:gd name="T19" fmla="*/ 31 h 118"/>
                  <a:gd name="T20" fmla="*/ 105 w 117"/>
                  <a:gd name="T21" fmla="*/ 46 h 118"/>
                  <a:gd name="T22" fmla="*/ 111 w 117"/>
                  <a:gd name="T23" fmla="*/ 61 h 118"/>
                  <a:gd name="T24" fmla="*/ 116 w 117"/>
                  <a:gd name="T25" fmla="*/ 76 h 118"/>
                  <a:gd name="T26" fmla="*/ 116 w 117"/>
                  <a:gd name="T27" fmla="*/ 92 h 118"/>
                  <a:gd name="T28" fmla="*/ 116 w 117"/>
                  <a:gd name="T29" fmla="*/ 107 h 118"/>
                  <a:gd name="T30" fmla="*/ 100 w 117"/>
                  <a:gd name="T31" fmla="*/ 117 h 118"/>
                  <a:gd name="T32" fmla="*/ 84 w 117"/>
                  <a:gd name="T33" fmla="*/ 117 h 118"/>
                  <a:gd name="T34" fmla="*/ 69 w 117"/>
                  <a:gd name="T35" fmla="*/ 117 h 118"/>
                  <a:gd name="T36" fmla="*/ 53 w 117"/>
                  <a:gd name="T37" fmla="*/ 117 h 118"/>
                  <a:gd name="T38" fmla="*/ 37 w 117"/>
                  <a:gd name="T39" fmla="*/ 112 h 118"/>
                  <a:gd name="T40" fmla="*/ 21 w 117"/>
                  <a:gd name="T41" fmla="*/ 102 h 118"/>
                  <a:gd name="T42" fmla="*/ 11 w 117"/>
                  <a:gd name="T43" fmla="*/ 86 h 118"/>
                  <a:gd name="T44" fmla="*/ 5 w 117"/>
                  <a:gd name="T45" fmla="*/ 71 h 118"/>
                  <a:gd name="T46" fmla="*/ 5 w 117"/>
                  <a:gd name="T47" fmla="*/ 66 h 1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117" h="118">
                    <a:moveTo>
                      <a:pt x="5" y="66"/>
                    </a:moveTo>
                    <a:lnTo>
                      <a:pt x="0" y="51"/>
                    </a:lnTo>
                    <a:lnTo>
                      <a:pt x="0" y="36"/>
                    </a:lnTo>
                    <a:lnTo>
                      <a:pt x="16" y="25"/>
                    </a:lnTo>
                    <a:lnTo>
                      <a:pt x="32" y="15"/>
                    </a:lnTo>
                    <a:lnTo>
                      <a:pt x="47" y="0"/>
                    </a:lnTo>
                    <a:lnTo>
                      <a:pt x="63" y="0"/>
                    </a:lnTo>
                    <a:lnTo>
                      <a:pt x="79" y="0"/>
                    </a:lnTo>
                    <a:lnTo>
                      <a:pt x="84" y="15"/>
                    </a:lnTo>
                    <a:lnTo>
                      <a:pt x="95" y="31"/>
                    </a:lnTo>
                    <a:lnTo>
                      <a:pt x="105" y="46"/>
                    </a:lnTo>
                    <a:lnTo>
                      <a:pt x="111" y="61"/>
                    </a:lnTo>
                    <a:lnTo>
                      <a:pt x="116" y="76"/>
                    </a:lnTo>
                    <a:lnTo>
                      <a:pt x="116" y="92"/>
                    </a:lnTo>
                    <a:lnTo>
                      <a:pt x="116" y="107"/>
                    </a:lnTo>
                    <a:lnTo>
                      <a:pt x="100" y="117"/>
                    </a:lnTo>
                    <a:lnTo>
                      <a:pt x="84" y="117"/>
                    </a:lnTo>
                    <a:lnTo>
                      <a:pt x="69" y="117"/>
                    </a:lnTo>
                    <a:lnTo>
                      <a:pt x="53" y="117"/>
                    </a:lnTo>
                    <a:lnTo>
                      <a:pt x="37" y="112"/>
                    </a:lnTo>
                    <a:lnTo>
                      <a:pt x="21" y="102"/>
                    </a:lnTo>
                    <a:lnTo>
                      <a:pt x="11" y="86"/>
                    </a:lnTo>
                    <a:lnTo>
                      <a:pt x="5" y="71"/>
                    </a:lnTo>
                    <a:lnTo>
                      <a:pt x="5" y="66"/>
                    </a:lnTo>
                  </a:path>
                </a:pathLst>
              </a:custGeom>
              <a:solidFill>
                <a:srgbClr val="EAEAEA"/>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CC"/>
                  </a:solidFill>
                  <a:ea typeface="黑体" panose="02010609060101010101" pitchFamily="49" charset="-122"/>
                </a:endParaRPr>
              </a:p>
            </p:txBody>
          </p:sp>
          <p:sp>
            <p:nvSpPr>
              <p:cNvPr id="1025042" name="Freeform 19"/>
              <p:cNvSpPr>
                <a:spLocks noChangeArrowheads="1"/>
              </p:cNvSpPr>
              <p:nvPr/>
            </p:nvSpPr>
            <p:spPr bwMode="auto">
              <a:xfrm>
                <a:off x="3469" y="239"/>
                <a:ext cx="82" cy="87"/>
              </a:xfrm>
              <a:custGeom>
                <a:avLst/>
                <a:gdLst>
                  <a:gd name="T0" fmla="*/ 0 w 82"/>
                  <a:gd name="T1" fmla="*/ 0 h 87"/>
                  <a:gd name="T2" fmla="*/ 16 w 82"/>
                  <a:gd name="T3" fmla="*/ 10 h 87"/>
                  <a:gd name="T4" fmla="*/ 32 w 82"/>
                  <a:gd name="T5" fmla="*/ 20 h 87"/>
                  <a:gd name="T6" fmla="*/ 49 w 82"/>
                  <a:gd name="T7" fmla="*/ 20 h 87"/>
                  <a:gd name="T8" fmla="*/ 65 w 82"/>
                  <a:gd name="T9" fmla="*/ 30 h 87"/>
                  <a:gd name="T10" fmla="*/ 76 w 82"/>
                  <a:gd name="T11" fmla="*/ 46 h 87"/>
                  <a:gd name="T12" fmla="*/ 81 w 82"/>
                  <a:gd name="T13" fmla="*/ 61 h 87"/>
                  <a:gd name="T14" fmla="*/ 81 w 82"/>
                  <a:gd name="T15" fmla="*/ 76 h 87"/>
                  <a:gd name="T16" fmla="*/ 65 w 82"/>
                  <a:gd name="T17" fmla="*/ 86 h 87"/>
                  <a:gd name="T18" fmla="*/ 49 w 82"/>
                  <a:gd name="T19" fmla="*/ 86 h 87"/>
                  <a:gd name="T20" fmla="*/ 27 w 82"/>
                  <a:gd name="T21" fmla="*/ 81 h 87"/>
                  <a:gd name="T22" fmla="*/ 11 w 82"/>
                  <a:gd name="T23" fmla="*/ 71 h 87"/>
                  <a:gd name="T24" fmla="*/ 5 w 82"/>
                  <a:gd name="T25" fmla="*/ 56 h 87"/>
                  <a:gd name="T26" fmla="*/ 0 w 82"/>
                  <a:gd name="T27" fmla="*/ 40 h 87"/>
                  <a:gd name="T28" fmla="*/ 0 w 82"/>
                  <a:gd name="T29" fmla="*/ 25 h 87"/>
                  <a:gd name="T30" fmla="*/ 11 w 82"/>
                  <a:gd name="T31" fmla="*/ 10 h 87"/>
                  <a:gd name="T32" fmla="*/ 0 w 82"/>
                  <a:gd name="T33" fmla="*/ 0 h 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82" h="87">
                    <a:moveTo>
                      <a:pt x="0" y="0"/>
                    </a:moveTo>
                    <a:lnTo>
                      <a:pt x="16" y="10"/>
                    </a:lnTo>
                    <a:lnTo>
                      <a:pt x="32" y="20"/>
                    </a:lnTo>
                    <a:lnTo>
                      <a:pt x="49" y="20"/>
                    </a:lnTo>
                    <a:lnTo>
                      <a:pt x="65" y="30"/>
                    </a:lnTo>
                    <a:lnTo>
                      <a:pt x="76" y="46"/>
                    </a:lnTo>
                    <a:lnTo>
                      <a:pt x="81" y="61"/>
                    </a:lnTo>
                    <a:lnTo>
                      <a:pt x="81" y="76"/>
                    </a:lnTo>
                    <a:lnTo>
                      <a:pt x="65" y="86"/>
                    </a:lnTo>
                    <a:lnTo>
                      <a:pt x="49" y="86"/>
                    </a:lnTo>
                    <a:lnTo>
                      <a:pt x="27" y="81"/>
                    </a:lnTo>
                    <a:lnTo>
                      <a:pt x="11" y="71"/>
                    </a:lnTo>
                    <a:lnTo>
                      <a:pt x="5" y="56"/>
                    </a:lnTo>
                    <a:lnTo>
                      <a:pt x="0" y="40"/>
                    </a:lnTo>
                    <a:lnTo>
                      <a:pt x="0" y="25"/>
                    </a:lnTo>
                    <a:lnTo>
                      <a:pt x="11" y="10"/>
                    </a:lnTo>
                    <a:lnTo>
                      <a:pt x="0" y="0"/>
                    </a:lnTo>
                  </a:path>
                </a:pathLst>
              </a:custGeom>
              <a:solidFill>
                <a:srgbClr val="EAEAEA"/>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CC"/>
                  </a:solidFill>
                  <a:ea typeface="黑体" panose="02010609060101010101" pitchFamily="49" charset="-122"/>
                </a:endParaRPr>
              </a:p>
            </p:txBody>
          </p:sp>
        </p:grpSp>
        <p:sp>
          <p:nvSpPr>
            <p:cNvPr id="1025043" name="Text Box 20"/>
            <p:cNvSpPr txBox="1">
              <a:spLocks noChangeArrowheads="1"/>
            </p:cNvSpPr>
            <p:nvPr/>
          </p:nvSpPr>
          <p:spPr bwMode="auto">
            <a:xfrm>
              <a:off x="4967" y="1856"/>
              <a:ext cx="342" cy="222"/>
            </a:xfrm>
            <a:prstGeom prst="rect">
              <a:avLst/>
            </a:prstGeom>
            <a:solidFill>
              <a:srgbClr val="EAEAEA"/>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zh-CN" altLang="en-US" sz="2000" b="1">
                  <a:solidFill>
                    <a:srgbClr val="0000CC"/>
                  </a:solidFill>
                  <a:ea typeface="黑体" panose="02010609060101010101" pitchFamily="49" charset="-122"/>
                </a:rPr>
                <a:t>网 </a:t>
              </a:r>
              <a:r>
                <a:rPr lang="en-US" altLang="zh-CN" sz="2000" b="1">
                  <a:solidFill>
                    <a:srgbClr val="0000CC"/>
                  </a:solidFill>
                  <a:ea typeface="黑体" panose="02010609060101010101" pitchFamily="49" charset="-122"/>
                </a:rPr>
                <a:t>1</a:t>
              </a:r>
            </a:p>
          </p:txBody>
        </p:sp>
      </p:grpSp>
      <p:grpSp>
        <p:nvGrpSpPr>
          <p:cNvPr id="1025044" name="Group 21"/>
          <p:cNvGrpSpPr>
            <a:grpSpLocks/>
          </p:cNvGrpSpPr>
          <p:nvPr/>
        </p:nvGrpSpPr>
        <p:grpSpPr bwMode="auto">
          <a:xfrm>
            <a:off x="8356600" y="631825"/>
            <a:ext cx="1277938" cy="858838"/>
            <a:chOff x="4830" y="1752"/>
            <a:chExt cx="667" cy="477"/>
          </a:xfrm>
        </p:grpSpPr>
        <p:grpSp>
          <p:nvGrpSpPr>
            <p:cNvPr id="1025045" name="Group 22"/>
            <p:cNvGrpSpPr>
              <a:grpSpLocks/>
            </p:cNvGrpSpPr>
            <p:nvPr/>
          </p:nvGrpSpPr>
          <p:grpSpPr bwMode="auto">
            <a:xfrm>
              <a:off x="4830" y="1752"/>
              <a:ext cx="667" cy="477"/>
              <a:chOff x="2949" y="196"/>
              <a:chExt cx="941" cy="598"/>
            </a:xfrm>
          </p:grpSpPr>
          <p:sp>
            <p:nvSpPr>
              <p:cNvPr id="1025046" name="Oval 23"/>
              <p:cNvSpPr>
                <a:spLocks noChangeArrowheads="1"/>
              </p:cNvSpPr>
              <p:nvPr/>
            </p:nvSpPr>
            <p:spPr bwMode="auto">
              <a:xfrm>
                <a:off x="3168" y="196"/>
                <a:ext cx="407" cy="162"/>
              </a:xfrm>
              <a:prstGeom prst="ellipse">
                <a:avLst/>
              </a:prstGeom>
              <a:solidFill>
                <a:srgbClr val="EAEAEA"/>
              </a:solidFill>
              <a:ln w="12700">
                <a:solidFill>
                  <a:schemeClr val="tx1"/>
                </a:solidFill>
                <a:round/>
                <a:headEnd/>
                <a:tailEnd/>
              </a:ln>
            </p:spPr>
            <p:txBody>
              <a:bodyPr wrap="none" anchor="ctr"/>
              <a:lstStyle/>
              <a:p>
                <a:pPr eaLnBrk="0" hangingPunct="0"/>
                <a:endParaRPr lang="zh-CN" altLang="en-US" b="1">
                  <a:solidFill>
                    <a:srgbClr val="0000CC"/>
                  </a:solidFill>
                  <a:ea typeface="黑体" panose="02010609060101010101" pitchFamily="49" charset="-122"/>
                </a:endParaRPr>
              </a:p>
            </p:txBody>
          </p:sp>
          <p:sp>
            <p:nvSpPr>
              <p:cNvPr id="1025047" name="Oval 24"/>
              <p:cNvSpPr>
                <a:spLocks noChangeArrowheads="1"/>
              </p:cNvSpPr>
              <p:nvPr/>
            </p:nvSpPr>
            <p:spPr bwMode="auto">
              <a:xfrm rot="900000">
                <a:off x="3512" y="252"/>
                <a:ext cx="275" cy="131"/>
              </a:xfrm>
              <a:prstGeom prst="ellipse">
                <a:avLst/>
              </a:prstGeom>
              <a:solidFill>
                <a:srgbClr val="EAEAEA"/>
              </a:solidFill>
              <a:ln w="12700">
                <a:solidFill>
                  <a:schemeClr val="tx1"/>
                </a:solidFill>
                <a:round/>
                <a:headEnd/>
                <a:tailEnd/>
              </a:ln>
            </p:spPr>
            <p:txBody>
              <a:bodyPr wrap="none" anchor="ctr"/>
              <a:lstStyle/>
              <a:p>
                <a:pPr eaLnBrk="0" hangingPunct="0"/>
                <a:endParaRPr lang="zh-CN" altLang="en-US" b="1">
                  <a:solidFill>
                    <a:srgbClr val="0000CC"/>
                  </a:solidFill>
                  <a:ea typeface="黑体" panose="02010609060101010101" pitchFamily="49" charset="-122"/>
                </a:endParaRPr>
              </a:p>
            </p:txBody>
          </p:sp>
          <p:sp>
            <p:nvSpPr>
              <p:cNvPr id="1025048" name="Oval 25"/>
              <p:cNvSpPr>
                <a:spLocks noChangeArrowheads="1"/>
              </p:cNvSpPr>
              <p:nvPr/>
            </p:nvSpPr>
            <p:spPr bwMode="auto">
              <a:xfrm rot="1500000">
                <a:off x="3650" y="385"/>
                <a:ext cx="240" cy="153"/>
              </a:xfrm>
              <a:prstGeom prst="ellipse">
                <a:avLst/>
              </a:prstGeom>
              <a:solidFill>
                <a:srgbClr val="EAEAEA"/>
              </a:solidFill>
              <a:ln w="12700">
                <a:solidFill>
                  <a:schemeClr val="tx1"/>
                </a:solidFill>
                <a:round/>
                <a:headEnd/>
                <a:tailEnd/>
              </a:ln>
            </p:spPr>
            <p:txBody>
              <a:bodyPr wrap="none" anchor="ctr"/>
              <a:lstStyle/>
              <a:p>
                <a:pPr eaLnBrk="0" hangingPunct="0"/>
                <a:endParaRPr lang="zh-CN" altLang="en-US" b="1">
                  <a:solidFill>
                    <a:srgbClr val="0000CC"/>
                  </a:solidFill>
                  <a:ea typeface="黑体" panose="02010609060101010101" pitchFamily="49" charset="-122"/>
                </a:endParaRPr>
              </a:p>
            </p:txBody>
          </p:sp>
          <p:sp>
            <p:nvSpPr>
              <p:cNvPr id="1025049" name="Oval 26"/>
              <p:cNvSpPr>
                <a:spLocks noChangeArrowheads="1"/>
              </p:cNvSpPr>
              <p:nvPr/>
            </p:nvSpPr>
            <p:spPr bwMode="auto">
              <a:xfrm rot="-1560000">
                <a:off x="3573" y="537"/>
                <a:ext cx="291" cy="189"/>
              </a:xfrm>
              <a:prstGeom prst="ellipse">
                <a:avLst/>
              </a:prstGeom>
              <a:solidFill>
                <a:srgbClr val="EAEAEA"/>
              </a:solidFill>
              <a:ln w="12700">
                <a:solidFill>
                  <a:schemeClr val="tx1"/>
                </a:solidFill>
                <a:round/>
                <a:headEnd/>
                <a:tailEnd/>
              </a:ln>
            </p:spPr>
            <p:txBody>
              <a:bodyPr wrap="none" anchor="ctr"/>
              <a:lstStyle/>
              <a:p>
                <a:pPr eaLnBrk="0" hangingPunct="0"/>
                <a:endParaRPr lang="zh-CN" altLang="en-US" b="1">
                  <a:solidFill>
                    <a:srgbClr val="0000CC"/>
                  </a:solidFill>
                  <a:ea typeface="黑体" panose="02010609060101010101" pitchFamily="49" charset="-122"/>
                </a:endParaRPr>
              </a:p>
            </p:txBody>
          </p:sp>
          <p:sp>
            <p:nvSpPr>
              <p:cNvPr id="1025050" name="Oval 27"/>
              <p:cNvSpPr>
                <a:spLocks noChangeArrowheads="1"/>
              </p:cNvSpPr>
              <p:nvPr/>
            </p:nvSpPr>
            <p:spPr bwMode="auto">
              <a:xfrm>
                <a:off x="3216" y="555"/>
                <a:ext cx="471" cy="239"/>
              </a:xfrm>
              <a:prstGeom prst="ellipse">
                <a:avLst/>
              </a:prstGeom>
              <a:solidFill>
                <a:srgbClr val="EAEAEA"/>
              </a:solidFill>
              <a:ln w="12700">
                <a:solidFill>
                  <a:schemeClr val="tx1"/>
                </a:solidFill>
                <a:round/>
                <a:headEnd/>
                <a:tailEnd/>
              </a:ln>
            </p:spPr>
            <p:txBody>
              <a:bodyPr wrap="none" anchor="ctr"/>
              <a:lstStyle/>
              <a:p>
                <a:pPr eaLnBrk="0" hangingPunct="0"/>
                <a:endParaRPr lang="zh-CN" altLang="en-US" b="1">
                  <a:solidFill>
                    <a:srgbClr val="0000CC"/>
                  </a:solidFill>
                  <a:ea typeface="黑体" panose="02010609060101010101" pitchFamily="49" charset="-122"/>
                </a:endParaRPr>
              </a:p>
            </p:txBody>
          </p:sp>
          <p:sp>
            <p:nvSpPr>
              <p:cNvPr id="1025051" name="Oval 28"/>
              <p:cNvSpPr>
                <a:spLocks noChangeArrowheads="1"/>
              </p:cNvSpPr>
              <p:nvPr/>
            </p:nvSpPr>
            <p:spPr bwMode="auto">
              <a:xfrm rot="1080000">
                <a:off x="3023" y="555"/>
                <a:ext cx="265" cy="156"/>
              </a:xfrm>
              <a:prstGeom prst="ellipse">
                <a:avLst/>
              </a:prstGeom>
              <a:solidFill>
                <a:srgbClr val="EAEAEA"/>
              </a:solidFill>
              <a:ln w="12700">
                <a:solidFill>
                  <a:schemeClr val="tx1"/>
                </a:solidFill>
                <a:round/>
                <a:headEnd/>
                <a:tailEnd/>
              </a:ln>
            </p:spPr>
            <p:txBody>
              <a:bodyPr wrap="none" anchor="ctr"/>
              <a:lstStyle/>
              <a:p>
                <a:pPr eaLnBrk="0" hangingPunct="0"/>
                <a:endParaRPr lang="zh-CN" altLang="en-US" b="1">
                  <a:solidFill>
                    <a:srgbClr val="0000CC"/>
                  </a:solidFill>
                  <a:ea typeface="黑体" panose="02010609060101010101" pitchFamily="49" charset="-122"/>
                </a:endParaRPr>
              </a:p>
            </p:txBody>
          </p:sp>
          <p:sp>
            <p:nvSpPr>
              <p:cNvPr id="1025052" name="Oval 29"/>
              <p:cNvSpPr>
                <a:spLocks noChangeArrowheads="1"/>
              </p:cNvSpPr>
              <p:nvPr/>
            </p:nvSpPr>
            <p:spPr bwMode="auto">
              <a:xfrm>
                <a:off x="2949" y="432"/>
                <a:ext cx="217" cy="156"/>
              </a:xfrm>
              <a:prstGeom prst="ellipse">
                <a:avLst/>
              </a:prstGeom>
              <a:solidFill>
                <a:srgbClr val="EAEAEA"/>
              </a:solidFill>
              <a:ln w="12700">
                <a:solidFill>
                  <a:schemeClr val="tx1"/>
                </a:solidFill>
                <a:round/>
                <a:headEnd/>
                <a:tailEnd/>
              </a:ln>
            </p:spPr>
            <p:txBody>
              <a:bodyPr wrap="none" anchor="ctr"/>
              <a:lstStyle/>
              <a:p>
                <a:pPr eaLnBrk="0" hangingPunct="0"/>
                <a:endParaRPr lang="zh-CN" altLang="en-US" b="1">
                  <a:solidFill>
                    <a:srgbClr val="0000CC"/>
                  </a:solidFill>
                  <a:ea typeface="黑体" panose="02010609060101010101" pitchFamily="49" charset="-122"/>
                </a:endParaRPr>
              </a:p>
            </p:txBody>
          </p:sp>
          <p:sp>
            <p:nvSpPr>
              <p:cNvPr id="1025053" name="Oval 30"/>
              <p:cNvSpPr>
                <a:spLocks noChangeArrowheads="1"/>
              </p:cNvSpPr>
              <p:nvPr/>
            </p:nvSpPr>
            <p:spPr bwMode="auto">
              <a:xfrm rot="-1860000">
                <a:off x="2984" y="310"/>
                <a:ext cx="295" cy="156"/>
              </a:xfrm>
              <a:prstGeom prst="ellipse">
                <a:avLst/>
              </a:prstGeom>
              <a:solidFill>
                <a:srgbClr val="EAEAEA"/>
              </a:solidFill>
              <a:ln w="12700">
                <a:solidFill>
                  <a:schemeClr val="tx1"/>
                </a:solidFill>
                <a:round/>
                <a:headEnd/>
                <a:tailEnd/>
              </a:ln>
            </p:spPr>
            <p:txBody>
              <a:bodyPr wrap="none" anchor="ctr"/>
              <a:lstStyle/>
              <a:p>
                <a:pPr eaLnBrk="0" hangingPunct="0"/>
                <a:endParaRPr lang="zh-CN" altLang="en-US" b="1">
                  <a:solidFill>
                    <a:srgbClr val="0000CC"/>
                  </a:solidFill>
                  <a:ea typeface="黑体" panose="02010609060101010101" pitchFamily="49" charset="-122"/>
                </a:endParaRPr>
              </a:p>
            </p:txBody>
          </p:sp>
          <p:sp>
            <p:nvSpPr>
              <p:cNvPr id="1025054" name="Freeform 31"/>
              <p:cNvSpPr>
                <a:spLocks noChangeArrowheads="1"/>
              </p:cNvSpPr>
              <p:nvPr/>
            </p:nvSpPr>
            <p:spPr bwMode="auto">
              <a:xfrm>
                <a:off x="3051" y="300"/>
                <a:ext cx="738" cy="407"/>
              </a:xfrm>
              <a:custGeom>
                <a:avLst/>
                <a:gdLst>
                  <a:gd name="T0" fmla="*/ 108 w 738"/>
                  <a:gd name="T1" fmla="*/ 82 h 407"/>
                  <a:gd name="T2" fmla="*/ 145 w 738"/>
                  <a:gd name="T3" fmla="*/ 77 h 407"/>
                  <a:gd name="T4" fmla="*/ 183 w 738"/>
                  <a:gd name="T5" fmla="*/ 72 h 407"/>
                  <a:gd name="T6" fmla="*/ 215 w 738"/>
                  <a:gd name="T7" fmla="*/ 67 h 407"/>
                  <a:gd name="T8" fmla="*/ 237 w 738"/>
                  <a:gd name="T9" fmla="*/ 46 h 407"/>
                  <a:gd name="T10" fmla="*/ 204 w 738"/>
                  <a:gd name="T11" fmla="*/ 41 h 407"/>
                  <a:gd name="T12" fmla="*/ 172 w 738"/>
                  <a:gd name="T13" fmla="*/ 46 h 407"/>
                  <a:gd name="T14" fmla="*/ 156 w 738"/>
                  <a:gd name="T15" fmla="*/ 46 h 407"/>
                  <a:gd name="T16" fmla="*/ 188 w 738"/>
                  <a:gd name="T17" fmla="*/ 26 h 407"/>
                  <a:gd name="T18" fmla="*/ 226 w 738"/>
                  <a:gd name="T19" fmla="*/ 15 h 407"/>
                  <a:gd name="T20" fmla="*/ 258 w 738"/>
                  <a:gd name="T21" fmla="*/ 10 h 407"/>
                  <a:gd name="T22" fmla="*/ 290 w 738"/>
                  <a:gd name="T23" fmla="*/ 5 h 407"/>
                  <a:gd name="T24" fmla="*/ 323 w 738"/>
                  <a:gd name="T25" fmla="*/ 0 h 407"/>
                  <a:gd name="T26" fmla="*/ 355 w 738"/>
                  <a:gd name="T27" fmla="*/ 0 h 407"/>
                  <a:gd name="T28" fmla="*/ 387 w 738"/>
                  <a:gd name="T29" fmla="*/ 0 h 407"/>
                  <a:gd name="T30" fmla="*/ 463 w 738"/>
                  <a:gd name="T31" fmla="*/ 0 h 407"/>
                  <a:gd name="T32" fmla="*/ 506 w 738"/>
                  <a:gd name="T33" fmla="*/ 0 h 407"/>
                  <a:gd name="T34" fmla="*/ 543 w 738"/>
                  <a:gd name="T35" fmla="*/ 15 h 407"/>
                  <a:gd name="T36" fmla="*/ 570 w 738"/>
                  <a:gd name="T37" fmla="*/ 36 h 407"/>
                  <a:gd name="T38" fmla="*/ 603 w 738"/>
                  <a:gd name="T39" fmla="*/ 51 h 407"/>
                  <a:gd name="T40" fmla="*/ 635 w 738"/>
                  <a:gd name="T41" fmla="*/ 57 h 407"/>
                  <a:gd name="T42" fmla="*/ 667 w 738"/>
                  <a:gd name="T43" fmla="*/ 77 h 407"/>
                  <a:gd name="T44" fmla="*/ 694 w 738"/>
                  <a:gd name="T45" fmla="*/ 98 h 407"/>
                  <a:gd name="T46" fmla="*/ 715 w 738"/>
                  <a:gd name="T47" fmla="*/ 128 h 407"/>
                  <a:gd name="T48" fmla="*/ 721 w 738"/>
                  <a:gd name="T49" fmla="*/ 164 h 407"/>
                  <a:gd name="T50" fmla="*/ 726 w 738"/>
                  <a:gd name="T51" fmla="*/ 195 h 407"/>
                  <a:gd name="T52" fmla="*/ 726 w 738"/>
                  <a:gd name="T53" fmla="*/ 226 h 407"/>
                  <a:gd name="T54" fmla="*/ 726 w 738"/>
                  <a:gd name="T55" fmla="*/ 257 h 407"/>
                  <a:gd name="T56" fmla="*/ 737 w 738"/>
                  <a:gd name="T57" fmla="*/ 288 h 407"/>
                  <a:gd name="T58" fmla="*/ 737 w 738"/>
                  <a:gd name="T59" fmla="*/ 319 h 407"/>
                  <a:gd name="T60" fmla="*/ 715 w 738"/>
                  <a:gd name="T61" fmla="*/ 349 h 407"/>
                  <a:gd name="T62" fmla="*/ 678 w 738"/>
                  <a:gd name="T63" fmla="*/ 365 h 407"/>
                  <a:gd name="T64" fmla="*/ 646 w 738"/>
                  <a:gd name="T65" fmla="*/ 380 h 407"/>
                  <a:gd name="T66" fmla="*/ 613 w 738"/>
                  <a:gd name="T67" fmla="*/ 396 h 407"/>
                  <a:gd name="T68" fmla="*/ 581 w 738"/>
                  <a:gd name="T69" fmla="*/ 401 h 407"/>
                  <a:gd name="T70" fmla="*/ 538 w 738"/>
                  <a:gd name="T71" fmla="*/ 406 h 407"/>
                  <a:gd name="T72" fmla="*/ 500 w 738"/>
                  <a:gd name="T73" fmla="*/ 406 h 407"/>
                  <a:gd name="T74" fmla="*/ 468 w 738"/>
                  <a:gd name="T75" fmla="*/ 406 h 407"/>
                  <a:gd name="T76" fmla="*/ 436 w 738"/>
                  <a:gd name="T77" fmla="*/ 406 h 407"/>
                  <a:gd name="T78" fmla="*/ 403 w 738"/>
                  <a:gd name="T79" fmla="*/ 406 h 407"/>
                  <a:gd name="T80" fmla="*/ 371 w 738"/>
                  <a:gd name="T81" fmla="*/ 406 h 407"/>
                  <a:gd name="T82" fmla="*/ 339 w 738"/>
                  <a:gd name="T83" fmla="*/ 406 h 407"/>
                  <a:gd name="T84" fmla="*/ 307 w 738"/>
                  <a:gd name="T85" fmla="*/ 406 h 407"/>
                  <a:gd name="T86" fmla="*/ 269 w 738"/>
                  <a:gd name="T87" fmla="*/ 406 h 407"/>
                  <a:gd name="T88" fmla="*/ 237 w 738"/>
                  <a:gd name="T89" fmla="*/ 406 h 407"/>
                  <a:gd name="T90" fmla="*/ 204 w 738"/>
                  <a:gd name="T91" fmla="*/ 406 h 407"/>
                  <a:gd name="T92" fmla="*/ 172 w 738"/>
                  <a:gd name="T93" fmla="*/ 391 h 407"/>
                  <a:gd name="T94" fmla="*/ 140 w 738"/>
                  <a:gd name="T95" fmla="*/ 380 h 407"/>
                  <a:gd name="T96" fmla="*/ 108 w 738"/>
                  <a:gd name="T97" fmla="*/ 365 h 407"/>
                  <a:gd name="T98" fmla="*/ 81 w 738"/>
                  <a:gd name="T99" fmla="*/ 339 h 407"/>
                  <a:gd name="T100" fmla="*/ 59 w 738"/>
                  <a:gd name="T101" fmla="*/ 319 h 407"/>
                  <a:gd name="T102" fmla="*/ 38 w 738"/>
                  <a:gd name="T103" fmla="*/ 288 h 407"/>
                  <a:gd name="T104" fmla="*/ 16 w 738"/>
                  <a:gd name="T105" fmla="*/ 252 h 407"/>
                  <a:gd name="T106" fmla="*/ 0 w 738"/>
                  <a:gd name="T107" fmla="*/ 216 h 407"/>
                  <a:gd name="T108" fmla="*/ 0 w 738"/>
                  <a:gd name="T109" fmla="*/ 185 h 407"/>
                  <a:gd name="T110" fmla="*/ 5 w 738"/>
                  <a:gd name="T111" fmla="*/ 149 h 407"/>
                  <a:gd name="T112" fmla="*/ 27 w 738"/>
                  <a:gd name="T113" fmla="*/ 123 h 407"/>
                  <a:gd name="T114" fmla="*/ 54 w 738"/>
                  <a:gd name="T115" fmla="*/ 108 h 407"/>
                  <a:gd name="T116" fmla="*/ 86 w 738"/>
                  <a:gd name="T117" fmla="*/ 98 h 407"/>
                  <a:gd name="T118" fmla="*/ 113 w 738"/>
                  <a:gd name="T119" fmla="*/ 82 h 407"/>
                  <a:gd name="T120" fmla="*/ 129 w 738"/>
                  <a:gd name="T121" fmla="*/ 98 h 40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Lst>
                <a:rect l="0" t="0" r="r" b="b"/>
                <a:pathLst>
                  <a:path w="738" h="407">
                    <a:moveTo>
                      <a:pt x="91" y="82"/>
                    </a:moveTo>
                    <a:lnTo>
                      <a:pt x="108" y="82"/>
                    </a:lnTo>
                    <a:lnTo>
                      <a:pt x="124" y="82"/>
                    </a:lnTo>
                    <a:lnTo>
                      <a:pt x="145" y="77"/>
                    </a:lnTo>
                    <a:lnTo>
                      <a:pt x="161" y="77"/>
                    </a:lnTo>
                    <a:lnTo>
                      <a:pt x="183" y="72"/>
                    </a:lnTo>
                    <a:lnTo>
                      <a:pt x="199" y="72"/>
                    </a:lnTo>
                    <a:lnTo>
                      <a:pt x="215" y="67"/>
                    </a:lnTo>
                    <a:lnTo>
                      <a:pt x="231" y="62"/>
                    </a:lnTo>
                    <a:lnTo>
                      <a:pt x="237" y="46"/>
                    </a:lnTo>
                    <a:lnTo>
                      <a:pt x="221" y="41"/>
                    </a:lnTo>
                    <a:lnTo>
                      <a:pt x="204" y="41"/>
                    </a:lnTo>
                    <a:lnTo>
                      <a:pt x="188" y="46"/>
                    </a:lnTo>
                    <a:lnTo>
                      <a:pt x="172" y="46"/>
                    </a:lnTo>
                    <a:lnTo>
                      <a:pt x="156" y="62"/>
                    </a:lnTo>
                    <a:lnTo>
                      <a:pt x="156" y="46"/>
                    </a:lnTo>
                    <a:lnTo>
                      <a:pt x="172" y="36"/>
                    </a:lnTo>
                    <a:lnTo>
                      <a:pt x="188" y="26"/>
                    </a:lnTo>
                    <a:lnTo>
                      <a:pt x="210" y="21"/>
                    </a:lnTo>
                    <a:lnTo>
                      <a:pt x="226" y="15"/>
                    </a:lnTo>
                    <a:lnTo>
                      <a:pt x="242" y="15"/>
                    </a:lnTo>
                    <a:lnTo>
                      <a:pt x="258" y="10"/>
                    </a:lnTo>
                    <a:lnTo>
                      <a:pt x="274" y="10"/>
                    </a:lnTo>
                    <a:lnTo>
                      <a:pt x="290" y="5"/>
                    </a:lnTo>
                    <a:lnTo>
                      <a:pt x="307" y="5"/>
                    </a:lnTo>
                    <a:lnTo>
                      <a:pt x="323" y="0"/>
                    </a:lnTo>
                    <a:lnTo>
                      <a:pt x="339" y="0"/>
                    </a:lnTo>
                    <a:lnTo>
                      <a:pt x="355" y="0"/>
                    </a:lnTo>
                    <a:lnTo>
                      <a:pt x="371" y="0"/>
                    </a:lnTo>
                    <a:lnTo>
                      <a:pt x="387" y="0"/>
                    </a:lnTo>
                    <a:lnTo>
                      <a:pt x="420" y="0"/>
                    </a:lnTo>
                    <a:lnTo>
                      <a:pt x="463" y="0"/>
                    </a:lnTo>
                    <a:lnTo>
                      <a:pt x="484" y="0"/>
                    </a:lnTo>
                    <a:lnTo>
                      <a:pt x="506" y="0"/>
                    </a:lnTo>
                    <a:lnTo>
                      <a:pt x="527" y="5"/>
                    </a:lnTo>
                    <a:lnTo>
                      <a:pt x="543" y="15"/>
                    </a:lnTo>
                    <a:lnTo>
                      <a:pt x="554" y="31"/>
                    </a:lnTo>
                    <a:lnTo>
                      <a:pt x="570" y="36"/>
                    </a:lnTo>
                    <a:lnTo>
                      <a:pt x="586" y="46"/>
                    </a:lnTo>
                    <a:lnTo>
                      <a:pt x="603" y="51"/>
                    </a:lnTo>
                    <a:lnTo>
                      <a:pt x="619" y="51"/>
                    </a:lnTo>
                    <a:lnTo>
                      <a:pt x="635" y="57"/>
                    </a:lnTo>
                    <a:lnTo>
                      <a:pt x="651" y="67"/>
                    </a:lnTo>
                    <a:lnTo>
                      <a:pt x="667" y="77"/>
                    </a:lnTo>
                    <a:lnTo>
                      <a:pt x="678" y="93"/>
                    </a:lnTo>
                    <a:lnTo>
                      <a:pt x="694" y="98"/>
                    </a:lnTo>
                    <a:lnTo>
                      <a:pt x="699" y="113"/>
                    </a:lnTo>
                    <a:lnTo>
                      <a:pt x="715" y="128"/>
                    </a:lnTo>
                    <a:lnTo>
                      <a:pt x="721" y="149"/>
                    </a:lnTo>
                    <a:lnTo>
                      <a:pt x="721" y="164"/>
                    </a:lnTo>
                    <a:lnTo>
                      <a:pt x="726" y="180"/>
                    </a:lnTo>
                    <a:lnTo>
                      <a:pt x="726" y="195"/>
                    </a:lnTo>
                    <a:lnTo>
                      <a:pt x="726" y="211"/>
                    </a:lnTo>
                    <a:lnTo>
                      <a:pt x="726" y="226"/>
                    </a:lnTo>
                    <a:lnTo>
                      <a:pt x="726" y="242"/>
                    </a:lnTo>
                    <a:lnTo>
                      <a:pt x="726" y="257"/>
                    </a:lnTo>
                    <a:lnTo>
                      <a:pt x="737" y="272"/>
                    </a:lnTo>
                    <a:lnTo>
                      <a:pt x="737" y="288"/>
                    </a:lnTo>
                    <a:lnTo>
                      <a:pt x="737" y="303"/>
                    </a:lnTo>
                    <a:lnTo>
                      <a:pt x="737" y="319"/>
                    </a:lnTo>
                    <a:lnTo>
                      <a:pt x="732" y="334"/>
                    </a:lnTo>
                    <a:lnTo>
                      <a:pt x="715" y="349"/>
                    </a:lnTo>
                    <a:lnTo>
                      <a:pt x="694" y="360"/>
                    </a:lnTo>
                    <a:lnTo>
                      <a:pt x="678" y="365"/>
                    </a:lnTo>
                    <a:lnTo>
                      <a:pt x="662" y="375"/>
                    </a:lnTo>
                    <a:lnTo>
                      <a:pt x="646" y="380"/>
                    </a:lnTo>
                    <a:lnTo>
                      <a:pt x="629" y="385"/>
                    </a:lnTo>
                    <a:lnTo>
                      <a:pt x="613" y="396"/>
                    </a:lnTo>
                    <a:lnTo>
                      <a:pt x="597" y="401"/>
                    </a:lnTo>
                    <a:lnTo>
                      <a:pt x="581" y="401"/>
                    </a:lnTo>
                    <a:lnTo>
                      <a:pt x="559" y="406"/>
                    </a:lnTo>
                    <a:lnTo>
                      <a:pt x="538" y="406"/>
                    </a:lnTo>
                    <a:lnTo>
                      <a:pt x="522" y="406"/>
                    </a:lnTo>
                    <a:lnTo>
                      <a:pt x="500" y="406"/>
                    </a:lnTo>
                    <a:lnTo>
                      <a:pt x="484" y="406"/>
                    </a:lnTo>
                    <a:lnTo>
                      <a:pt x="468" y="406"/>
                    </a:lnTo>
                    <a:lnTo>
                      <a:pt x="452" y="406"/>
                    </a:lnTo>
                    <a:lnTo>
                      <a:pt x="436" y="406"/>
                    </a:lnTo>
                    <a:lnTo>
                      <a:pt x="420" y="406"/>
                    </a:lnTo>
                    <a:lnTo>
                      <a:pt x="403" y="406"/>
                    </a:lnTo>
                    <a:lnTo>
                      <a:pt x="387" y="406"/>
                    </a:lnTo>
                    <a:lnTo>
                      <a:pt x="371" y="406"/>
                    </a:lnTo>
                    <a:lnTo>
                      <a:pt x="355" y="406"/>
                    </a:lnTo>
                    <a:lnTo>
                      <a:pt x="339" y="406"/>
                    </a:lnTo>
                    <a:lnTo>
                      <a:pt x="323" y="406"/>
                    </a:lnTo>
                    <a:lnTo>
                      <a:pt x="307" y="406"/>
                    </a:lnTo>
                    <a:lnTo>
                      <a:pt x="285" y="406"/>
                    </a:lnTo>
                    <a:lnTo>
                      <a:pt x="269" y="406"/>
                    </a:lnTo>
                    <a:lnTo>
                      <a:pt x="253" y="406"/>
                    </a:lnTo>
                    <a:lnTo>
                      <a:pt x="237" y="406"/>
                    </a:lnTo>
                    <a:lnTo>
                      <a:pt x="221" y="406"/>
                    </a:lnTo>
                    <a:lnTo>
                      <a:pt x="204" y="406"/>
                    </a:lnTo>
                    <a:lnTo>
                      <a:pt x="188" y="396"/>
                    </a:lnTo>
                    <a:lnTo>
                      <a:pt x="172" y="391"/>
                    </a:lnTo>
                    <a:lnTo>
                      <a:pt x="156" y="385"/>
                    </a:lnTo>
                    <a:lnTo>
                      <a:pt x="140" y="380"/>
                    </a:lnTo>
                    <a:lnTo>
                      <a:pt x="124" y="375"/>
                    </a:lnTo>
                    <a:lnTo>
                      <a:pt x="108" y="365"/>
                    </a:lnTo>
                    <a:lnTo>
                      <a:pt x="91" y="355"/>
                    </a:lnTo>
                    <a:lnTo>
                      <a:pt x="81" y="339"/>
                    </a:lnTo>
                    <a:lnTo>
                      <a:pt x="65" y="334"/>
                    </a:lnTo>
                    <a:lnTo>
                      <a:pt x="59" y="319"/>
                    </a:lnTo>
                    <a:lnTo>
                      <a:pt x="43" y="303"/>
                    </a:lnTo>
                    <a:lnTo>
                      <a:pt x="38" y="288"/>
                    </a:lnTo>
                    <a:lnTo>
                      <a:pt x="22" y="272"/>
                    </a:lnTo>
                    <a:lnTo>
                      <a:pt x="16" y="252"/>
                    </a:lnTo>
                    <a:lnTo>
                      <a:pt x="5" y="231"/>
                    </a:lnTo>
                    <a:lnTo>
                      <a:pt x="0" y="216"/>
                    </a:lnTo>
                    <a:lnTo>
                      <a:pt x="0" y="200"/>
                    </a:lnTo>
                    <a:lnTo>
                      <a:pt x="0" y="185"/>
                    </a:lnTo>
                    <a:lnTo>
                      <a:pt x="0" y="170"/>
                    </a:lnTo>
                    <a:lnTo>
                      <a:pt x="5" y="149"/>
                    </a:lnTo>
                    <a:lnTo>
                      <a:pt x="11" y="134"/>
                    </a:lnTo>
                    <a:lnTo>
                      <a:pt x="27" y="123"/>
                    </a:lnTo>
                    <a:lnTo>
                      <a:pt x="38" y="108"/>
                    </a:lnTo>
                    <a:lnTo>
                      <a:pt x="54" y="108"/>
                    </a:lnTo>
                    <a:lnTo>
                      <a:pt x="70" y="103"/>
                    </a:lnTo>
                    <a:lnTo>
                      <a:pt x="86" y="98"/>
                    </a:lnTo>
                    <a:lnTo>
                      <a:pt x="102" y="98"/>
                    </a:lnTo>
                    <a:lnTo>
                      <a:pt x="113" y="82"/>
                    </a:lnTo>
                    <a:lnTo>
                      <a:pt x="113" y="67"/>
                    </a:lnTo>
                    <a:lnTo>
                      <a:pt x="129" y="98"/>
                    </a:lnTo>
                  </a:path>
                </a:pathLst>
              </a:custGeom>
              <a:solidFill>
                <a:srgbClr val="EAEAEA"/>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CC"/>
                  </a:solidFill>
                  <a:ea typeface="黑体" panose="02010609060101010101" pitchFamily="49" charset="-122"/>
                </a:endParaRPr>
              </a:p>
            </p:txBody>
          </p:sp>
          <p:sp>
            <p:nvSpPr>
              <p:cNvPr id="1025055" name="Freeform 32"/>
              <p:cNvSpPr>
                <a:spLocks noChangeArrowheads="1"/>
              </p:cNvSpPr>
              <p:nvPr/>
            </p:nvSpPr>
            <p:spPr bwMode="auto">
              <a:xfrm>
                <a:off x="3193" y="270"/>
                <a:ext cx="117" cy="118"/>
              </a:xfrm>
              <a:custGeom>
                <a:avLst/>
                <a:gdLst>
                  <a:gd name="T0" fmla="*/ 5 w 117"/>
                  <a:gd name="T1" fmla="*/ 66 h 118"/>
                  <a:gd name="T2" fmla="*/ 0 w 117"/>
                  <a:gd name="T3" fmla="*/ 51 h 118"/>
                  <a:gd name="T4" fmla="*/ 0 w 117"/>
                  <a:gd name="T5" fmla="*/ 36 h 118"/>
                  <a:gd name="T6" fmla="*/ 16 w 117"/>
                  <a:gd name="T7" fmla="*/ 25 h 118"/>
                  <a:gd name="T8" fmla="*/ 32 w 117"/>
                  <a:gd name="T9" fmla="*/ 15 h 118"/>
                  <a:gd name="T10" fmla="*/ 47 w 117"/>
                  <a:gd name="T11" fmla="*/ 0 h 118"/>
                  <a:gd name="T12" fmla="*/ 63 w 117"/>
                  <a:gd name="T13" fmla="*/ 0 h 118"/>
                  <a:gd name="T14" fmla="*/ 79 w 117"/>
                  <a:gd name="T15" fmla="*/ 0 h 118"/>
                  <a:gd name="T16" fmla="*/ 84 w 117"/>
                  <a:gd name="T17" fmla="*/ 15 h 118"/>
                  <a:gd name="T18" fmla="*/ 95 w 117"/>
                  <a:gd name="T19" fmla="*/ 31 h 118"/>
                  <a:gd name="T20" fmla="*/ 105 w 117"/>
                  <a:gd name="T21" fmla="*/ 46 h 118"/>
                  <a:gd name="T22" fmla="*/ 111 w 117"/>
                  <a:gd name="T23" fmla="*/ 61 h 118"/>
                  <a:gd name="T24" fmla="*/ 116 w 117"/>
                  <a:gd name="T25" fmla="*/ 76 h 118"/>
                  <a:gd name="T26" fmla="*/ 116 w 117"/>
                  <a:gd name="T27" fmla="*/ 92 h 118"/>
                  <a:gd name="T28" fmla="*/ 116 w 117"/>
                  <a:gd name="T29" fmla="*/ 107 h 118"/>
                  <a:gd name="T30" fmla="*/ 100 w 117"/>
                  <a:gd name="T31" fmla="*/ 117 h 118"/>
                  <a:gd name="T32" fmla="*/ 84 w 117"/>
                  <a:gd name="T33" fmla="*/ 117 h 118"/>
                  <a:gd name="T34" fmla="*/ 69 w 117"/>
                  <a:gd name="T35" fmla="*/ 117 h 118"/>
                  <a:gd name="T36" fmla="*/ 53 w 117"/>
                  <a:gd name="T37" fmla="*/ 117 h 118"/>
                  <a:gd name="T38" fmla="*/ 37 w 117"/>
                  <a:gd name="T39" fmla="*/ 112 h 118"/>
                  <a:gd name="T40" fmla="*/ 21 w 117"/>
                  <a:gd name="T41" fmla="*/ 102 h 118"/>
                  <a:gd name="T42" fmla="*/ 11 w 117"/>
                  <a:gd name="T43" fmla="*/ 86 h 118"/>
                  <a:gd name="T44" fmla="*/ 5 w 117"/>
                  <a:gd name="T45" fmla="*/ 71 h 118"/>
                  <a:gd name="T46" fmla="*/ 5 w 117"/>
                  <a:gd name="T47" fmla="*/ 66 h 1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117" h="118">
                    <a:moveTo>
                      <a:pt x="5" y="66"/>
                    </a:moveTo>
                    <a:lnTo>
                      <a:pt x="0" y="51"/>
                    </a:lnTo>
                    <a:lnTo>
                      <a:pt x="0" y="36"/>
                    </a:lnTo>
                    <a:lnTo>
                      <a:pt x="16" y="25"/>
                    </a:lnTo>
                    <a:lnTo>
                      <a:pt x="32" y="15"/>
                    </a:lnTo>
                    <a:lnTo>
                      <a:pt x="47" y="0"/>
                    </a:lnTo>
                    <a:lnTo>
                      <a:pt x="63" y="0"/>
                    </a:lnTo>
                    <a:lnTo>
                      <a:pt x="79" y="0"/>
                    </a:lnTo>
                    <a:lnTo>
                      <a:pt x="84" y="15"/>
                    </a:lnTo>
                    <a:lnTo>
                      <a:pt x="95" y="31"/>
                    </a:lnTo>
                    <a:lnTo>
                      <a:pt x="105" y="46"/>
                    </a:lnTo>
                    <a:lnTo>
                      <a:pt x="111" y="61"/>
                    </a:lnTo>
                    <a:lnTo>
                      <a:pt x="116" y="76"/>
                    </a:lnTo>
                    <a:lnTo>
                      <a:pt x="116" y="92"/>
                    </a:lnTo>
                    <a:lnTo>
                      <a:pt x="116" y="107"/>
                    </a:lnTo>
                    <a:lnTo>
                      <a:pt x="100" y="117"/>
                    </a:lnTo>
                    <a:lnTo>
                      <a:pt x="84" y="117"/>
                    </a:lnTo>
                    <a:lnTo>
                      <a:pt x="69" y="117"/>
                    </a:lnTo>
                    <a:lnTo>
                      <a:pt x="53" y="117"/>
                    </a:lnTo>
                    <a:lnTo>
                      <a:pt x="37" y="112"/>
                    </a:lnTo>
                    <a:lnTo>
                      <a:pt x="21" y="102"/>
                    </a:lnTo>
                    <a:lnTo>
                      <a:pt x="11" y="86"/>
                    </a:lnTo>
                    <a:lnTo>
                      <a:pt x="5" y="71"/>
                    </a:lnTo>
                    <a:lnTo>
                      <a:pt x="5" y="66"/>
                    </a:lnTo>
                  </a:path>
                </a:pathLst>
              </a:custGeom>
              <a:solidFill>
                <a:srgbClr val="EAEAEA"/>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CC"/>
                  </a:solidFill>
                  <a:ea typeface="黑体" panose="02010609060101010101" pitchFamily="49" charset="-122"/>
                </a:endParaRPr>
              </a:p>
            </p:txBody>
          </p:sp>
          <p:sp>
            <p:nvSpPr>
              <p:cNvPr id="1025056" name="Freeform 33"/>
              <p:cNvSpPr>
                <a:spLocks noChangeArrowheads="1"/>
              </p:cNvSpPr>
              <p:nvPr/>
            </p:nvSpPr>
            <p:spPr bwMode="auto">
              <a:xfrm>
                <a:off x="3469" y="239"/>
                <a:ext cx="82" cy="87"/>
              </a:xfrm>
              <a:custGeom>
                <a:avLst/>
                <a:gdLst>
                  <a:gd name="T0" fmla="*/ 0 w 82"/>
                  <a:gd name="T1" fmla="*/ 0 h 87"/>
                  <a:gd name="T2" fmla="*/ 16 w 82"/>
                  <a:gd name="T3" fmla="*/ 10 h 87"/>
                  <a:gd name="T4" fmla="*/ 32 w 82"/>
                  <a:gd name="T5" fmla="*/ 20 h 87"/>
                  <a:gd name="T6" fmla="*/ 49 w 82"/>
                  <a:gd name="T7" fmla="*/ 20 h 87"/>
                  <a:gd name="T8" fmla="*/ 65 w 82"/>
                  <a:gd name="T9" fmla="*/ 30 h 87"/>
                  <a:gd name="T10" fmla="*/ 76 w 82"/>
                  <a:gd name="T11" fmla="*/ 46 h 87"/>
                  <a:gd name="T12" fmla="*/ 81 w 82"/>
                  <a:gd name="T13" fmla="*/ 61 h 87"/>
                  <a:gd name="T14" fmla="*/ 81 w 82"/>
                  <a:gd name="T15" fmla="*/ 76 h 87"/>
                  <a:gd name="T16" fmla="*/ 65 w 82"/>
                  <a:gd name="T17" fmla="*/ 86 h 87"/>
                  <a:gd name="T18" fmla="*/ 49 w 82"/>
                  <a:gd name="T19" fmla="*/ 86 h 87"/>
                  <a:gd name="T20" fmla="*/ 27 w 82"/>
                  <a:gd name="T21" fmla="*/ 81 h 87"/>
                  <a:gd name="T22" fmla="*/ 11 w 82"/>
                  <a:gd name="T23" fmla="*/ 71 h 87"/>
                  <a:gd name="T24" fmla="*/ 5 w 82"/>
                  <a:gd name="T25" fmla="*/ 56 h 87"/>
                  <a:gd name="T26" fmla="*/ 0 w 82"/>
                  <a:gd name="T27" fmla="*/ 40 h 87"/>
                  <a:gd name="T28" fmla="*/ 0 w 82"/>
                  <a:gd name="T29" fmla="*/ 25 h 87"/>
                  <a:gd name="T30" fmla="*/ 11 w 82"/>
                  <a:gd name="T31" fmla="*/ 10 h 87"/>
                  <a:gd name="T32" fmla="*/ 0 w 82"/>
                  <a:gd name="T33" fmla="*/ 0 h 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82" h="87">
                    <a:moveTo>
                      <a:pt x="0" y="0"/>
                    </a:moveTo>
                    <a:lnTo>
                      <a:pt x="16" y="10"/>
                    </a:lnTo>
                    <a:lnTo>
                      <a:pt x="32" y="20"/>
                    </a:lnTo>
                    <a:lnTo>
                      <a:pt x="49" y="20"/>
                    </a:lnTo>
                    <a:lnTo>
                      <a:pt x="65" y="30"/>
                    </a:lnTo>
                    <a:lnTo>
                      <a:pt x="76" y="46"/>
                    </a:lnTo>
                    <a:lnTo>
                      <a:pt x="81" y="61"/>
                    </a:lnTo>
                    <a:lnTo>
                      <a:pt x="81" y="76"/>
                    </a:lnTo>
                    <a:lnTo>
                      <a:pt x="65" y="86"/>
                    </a:lnTo>
                    <a:lnTo>
                      <a:pt x="49" y="86"/>
                    </a:lnTo>
                    <a:lnTo>
                      <a:pt x="27" y="81"/>
                    </a:lnTo>
                    <a:lnTo>
                      <a:pt x="11" y="71"/>
                    </a:lnTo>
                    <a:lnTo>
                      <a:pt x="5" y="56"/>
                    </a:lnTo>
                    <a:lnTo>
                      <a:pt x="0" y="40"/>
                    </a:lnTo>
                    <a:lnTo>
                      <a:pt x="0" y="25"/>
                    </a:lnTo>
                    <a:lnTo>
                      <a:pt x="11" y="10"/>
                    </a:lnTo>
                    <a:lnTo>
                      <a:pt x="0" y="0"/>
                    </a:lnTo>
                  </a:path>
                </a:pathLst>
              </a:custGeom>
              <a:solidFill>
                <a:srgbClr val="EAEAEA"/>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CC"/>
                  </a:solidFill>
                  <a:ea typeface="黑体" panose="02010609060101010101" pitchFamily="49" charset="-122"/>
                </a:endParaRPr>
              </a:p>
            </p:txBody>
          </p:sp>
        </p:grpSp>
        <p:sp>
          <p:nvSpPr>
            <p:cNvPr id="1025057" name="Text Box 34"/>
            <p:cNvSpPr txBox="1">
              <a:spLocks noChangeArrowheads="1"/>
            </p:cNvSpPr>
            <p:nvPr/>
          </p:nvSpPr>
          <p:spPr bwMode="auto">
            <a:xfrm>
              <a:off x="4967" y="1856"/>
              <a:ext cx="342" cy="222"/>
            </a:xfrm>
            <a:prstGeom prst="rect">
              <a:avLst/>
            </a:prstGeom>
            <a:solidFill>
              <a:srgbClr val="EAEAEA"/>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zh-CN" altLang="en-US" sz="2000" b="1">
                  <a:solidFill>
                    <a:srgbClr val="0000CC"/>
                  </a:solidFill>
                  <a:ea typeface="黑体" panose="02010609060101010101" pitchFamily="49" charset="-122"/>
                </a:rPr>
                <a:t>网 </a:t>
              </a:r>
              <a:r>
                <a:rPr lang="en-US" altLang="zh-CN" sz="2000" b="1">
                  <a:solidFill>
                    <a:srgbClr val="0000CC"/>
                  </a:solidFill>
                  <a:ea typeface="黑体" panose="02010609060101010101" pitchFamily="49" charset="-122"/>
                </a:rPr>
                <a:t>3</a:t>
              </a:r>
            </a:p>
          </p:txBody>
        </p:sp>
      </p:grpSp>
      <p:grpSp>
        <p:nvGrpSpPr>
          <p:cNvPr id="1025058" name="Group 35"/>
          <p:cNvGrpSpPr>
            <a:grpSpLocks/>
          </p:cNvGrpSpPr>
          <p:nvPr/>
        </p:nvGrpSpPr>
        <p:grpSpPr bwMode="auto">
          <a:xfrm>
            <a:off x="4532313" y="631825"/>
            <a:ext cx="1276350" cy="858838"/>
            <a:chOff x="4830" y="1752"/>
            <a:chExt cx="667" cy="477"/>
          </a:xfrm>
        </p:grpSpPr>
        <p:grpSp>
          <p:nvGrpSpPr>
            <p:cNvPr id="1025059" name="Group 36"/>
            <p:cNvGrpSpPr>
              <a:grpSpLocks/>
            </p:cNvGrpSpPr>
            <p:nvPr/>
          </p:nvGrpSpPr>
          <p:grpSpPr bwMode="auto">
            <a:xfrm>
              <a:off x="4830" y="1752"/>
              <a:ext cx="667" cy="477"/>
              <a:chOff x="2949" y="196"/>
              <a:chExt cx="941" cy="598"/>
            </a:xfrm>
          </p:grpSpPr>
          <p:sp>
            <p:nvSpPr>
              <p:cNvPr id="1025060" name="Oval 37"/>
              <p:cNvSpPr>
                <a:spLocks noChangeArrowheads="1"/>
              </p:cNvSpPr>
              <p:nvPr/>
            </p:nvSpPr>
            <p:spPr bwMode="auto">
              <a:xfrm>
                <a:off x="3168" y="196"/>
                <a:ext cx="407" cy="162"/>
              </a:xfrm>
              <a:prstGeom prst="ellipse">
                <a:avLst/>
              </a:prstGeom>
              <a:solidFill>
                <a:srgbClr val="EAEAEA"/>
              </a:solidFill>
              <a:ln w="12700">
                <a:solidFill>
                  <a:schemeClr val="tx1"/>
                </a:solidFill>
                <a:round/>
                <a:headEnd/>
                <a:tailEnd/>
              </a:ln>
            </p:spPr>
            <p:txBody>
              <a:bodyPr wrap="none" anchor="ctr"/>
              <a:lstStyle/>
              <a:p>
                <a:pPr eaLnBrk="0" hangingPunct="0"/>
                <a:endParaRPr lang="zh-CN" altLang="en-US" b="1">
                  <a:solidFill>
                    <a:srgbClr val="0000CC"/>
                  </a:solidFill>
                  <a:ea typeface="黑体" panose="02010609060101010101" pitchFamily="49" charset="-122"/>
                </a:endParaRPr>
              </a:p>
            </p:txBody>
          </p:sp>
          <p:sp>
            <p:nvSpPr>
              <p:cNvPr id="1025061" name="Oval 38"/>
              <p:cNvSpPr>
                <a:spLocks noChangeArrowheads="1"/>
              </p:cNvSpPr>
              <p:nvPr/>
            </p:nvSpPr>
            <p:spPr bwMode="auto">
              <a:xfrm rot="900000">
                <a:off x="3512" y="252"/>
                <a:ext cx="275" cy="131"/>
              </a:xfrm>
              <a:prstGeom prst="ellipse">
                <a:avLst/>
              </a:prstGeom>
              <a:solidFill>
                <a:srgbClr val="EAEAEA"/>
              </a:solidFill>
              <a:ln w="12700">
                <a:solidFill>
                  <a:schemeClr val="tx1"/>
                </a:solidFill>
                <a:round/>
                <a:headEnd/>
                <a:tailEnd/>
              </a:ln>
            </p:spPr>
            <p:txBody>
              <a:bodyPr wrap="none" anchor="ctr"/>
              <a:lstStyle/>
              <a:p>
                <a:pPr eaLnBrk="0" hangingPunct="0"/>
                <a:endParaRPr lang="zh-CN" altLang="en-US" b="1">
                  <a:solidFill>
                    <a:srgbClr val="0000CC"/>
                  </a:solidFill>
                  <a:ea typeface="黑体" panose="02010609060101010101" pitchFamily="49" charset="-122"/>
                </a:endParaRPr>
              </a:p>
            </p:txBody>
          </p:sp>
          <p:sp>
            <p:nvSpPr>
              <p:cNvPr id="1025062" name="Oval 39"/>
              <p:cNvSpPr>
                <a:spLocks noChangeArrowheads="1"/>
              </p:cNvSpPr>
              <p:nvPr/>
            </p:nvSpPr>
            <p:spPr bwMode="auto">
              <a:xfrm rot="1500000">
                <a:off x="3650" y="385"/>
                <a:ext cx="240" cy="153"/>
              </a:xfrm>
              <a:prstGeom prst="ellipse">
                <a:avLst/>
              </a:prstGeom>
              <a:solidFill>
                <a:srgbClr val="EAEAEA"/>
              </a:solidFill>
              <a:ln w="12700">
                <a:solidFill>
                  <a:schemeClr val="tx1"/>
                </a:solidFill>
                <a:round/>
                <a:headEnd/>
                <a:tailEnd/>
              </a:ln>
            </p:spPr>
            <p:txBody>
              <a:bodyPr wrap="none" anchor="ctr"/>
              <a:lstStyle/>
              <a:p>
                <a:pPr eaLnBrk="0" hangingPunct="0"/>
                <a:endParaRPr lang="zh-CN" altLang="en-US" b="1">
                  <a:solidFill>
                    <a:srgbClr val="0000CC"/>
                  </a:solidFill>
                  <a:ea typeface="黑体" panose="02010609060101010101" pitchFamily="49" charset="-122"/>
                </a:endParaRPr>
              </a:p>
            </p:txBody>
          </p:sp>
          <p:sp>
            <p:nvSpPr>
              <p:cNvPr id="1025063" name="Oval 40"/>
              <p:cNvSpPr>
                <a:spLocks noChangeArrowheads="1"/>
              </p:cNvSpPr>
              <p:nvPr/>
            </p:nvSpPr>
            <p:spPr bwMode="auto">
              <a:xfrm rot="-1560000">
                <a:off x="3573" y="537"/>
                <a:ext cx="291" cy="189"/>
              </a:xfrm>
              <a:prstGeom prst="ellipse">
                <a:avLst/>
              </a:prstGeom>
              <a:solidFill>
                <a:srgbClr val="EAEAEA"/>
              </a:solidFill>
              <a:ln w="12700">
                <a:solidFill>
                  <a:schemeClr val="tx1"/>
                </a:solidFill>
                <a:round/>
                <a:headEnd/>
                <a:tailEnd/>
              </a:ln>
            </p:spPr>
            <p:txBody>
              <a:bodyPr wrap="none" anchor="ctr"/>
              <a:lstStyle/>
              <a:p>
                <a:pPr eaLnBrk="0" hangingPunct="0"/>
                <a:endParaRPr lang="zh-CN" altLang="en-US" b="1">
                  <a:solidFill>
                    <a:srgbClr val="0000CC"/>
                  </a:solidFill>
                  <a:ea typeface="黑体" panose="02010609060101010101" pitchFamily="49" charset="-122"/>
                </a:endParaRPr>
              </a:p>
            </p:txBody>
          </p:sp>
          <p:sp>
            <p:nvSpPr>
              <p:cNvPr id="1025064" name="Oval 41"/>
              <p:cNvSpPr>
                <a:spLocks noChangeArrowheads="1"/>
              </p:cNvSpPr>
              <p:nvPr/>
            </p:nvSpPr>
            <p:spPr bwMode="auto">
              <a:xfrm>
                <a:off x="3216" y="555"/>
                <a:ext cx="471" cy="239"/>
              </a:xfrm>
              <a:prstGeom prst="ellipse">
                <a:avLst/>
              </a:prstGeom>
              <a:solidFill>
                <a:srgbClr val="EAEAEA"/>
              </a:solidFill>
              <a:ln w="12700">
                <a:solidFill>
                  <a:schemeClr val="tx1"/>
                </a:solidFill>
                <a:round/>
                <a:headEnd/>
                <a:tailEnd/>
              </a:ln>
            </p:spPr>
            <p:txBody>
              <a:bodyPr wrap="none" anchor="ctr"/>
              <a:lstStyle/>
              <a:p>
                <a:pPr eaLnBrk="0" hangingPunct="0"/>
                <a:endParaRPr lang="zh-CN" altLang="en-US" b="1">
                  <a:solidFill>
                    <a:srgbClr val="0000CC"/>
                  </a:solidFill>
                  <a:ea typeface="黑体" panose="02010609060101010101" pitchFamily="49" charset="-122"/>
                </a:endParaRPr>
              </a:p>
            </p:txBody>
          </p:sp>
          <p:sp>
            <p:nvSpPr>
              <p:cNvPr id="1025065" name="Oval 42"/>
              <p:cNvSpPr>
                <a:spLocks noChangeArrowheads="1"/>
              </p:cNvSpPr>
              <p:nvPr/>
            </p:nvSpPr>
            <p:spPr bwMode="auto">
              <a:xfrm rot="1080000">
                <a:off x="3023" y="555"/>
                <a:ext cx="265" cy="156"/>
              </a:xfrm>
              <a:prstGeom prst="ellipse">
                <a:avLst/>
              </a:prstGeom>
              <a:solidFill>
                <a:srgbClr val="EAEAEA"/>
              </a:solidFill>
              <a:ln w="12700">
                <a:solidFill>
                  <a:schemeClr val="tx1"/>
                </a:solidFill>
                <a:round/>
                <a:headEnd/>
                <a:tailEnd/>
              </a:ln>
            </p:spPr>
            <p:txBody>
              <a:bodyPr wrap="none" anchor="ctr"/>
              <a:lstStyle/>
              <a:p>
                <a:pPr eaLnBrk="0" hangingPunct="0"/>
                <a:endParaRPr lang="zh-CN" altLang="en-US" b="1">
                  <a:solidFill>
                    <a:srgbClr val="0000CC"/>
                  </a:solidFill>
                  <a:ea typeface="黑体" panose="02010609060101010101" pitchFamily="49" charset="-122"/>
                </a:endParaRPr>
              </a:p>
            </p:txBody>
          </p:sp>
          <p:sp>
            <p:nvSpPr>
              <p:cNvPr id="1025066" name="Oval 43"/>
              <p:cNvSpPr>
                <a:spLocks noChangeArrowheads="1"/>
              </p:cNvSpPr>
              <p:nvPr/>
            </p:nvSpPr>
            <p:spPr bwMode="auto">
              <a:xfrm>
                <a:off x="2949" y="432"/>
                <a:ext cx="217" cy="156"/>
              </a:xfrm>
              <a:prstGeom prst="ellipse">
                <a:avLst/>
              </a:prstGeom>
              <a:solidFill>
                <a:srgbClr val="EAEAEA"/>
              </a:solidFill>
              <a:ln w="12700">
                <a:solidFill>
                  <a:schemeClr val="tx1"/>
                </a:solidFill>
                <a:round/>
                <a:headEnd/>
                <a:tailEnd/>
              </a:ln>
            </p:spPr>
            <p:txBody>
              <a:bodyPr wrap="none" anchor="ctr"/>
              <a:lstStyle/>
              <a:p>
                <a:pPr eaLnBrk="0" hangingPunct="0"/>
                <a:endParaRPr lang="zh-CN" altLang="en-US" b="1">
                  <a:solidFill>
                    <a:srgbClr val="0000CC"/>
                  </a:solidFill>
                  <a:ea typeface="黑体" panose="02010609060101010101" pitchFamily="49" charset="-122"/>
                </a:endParaRPr>
              </a:p>
            </p:txBody>
          </p:sp>
          <p:sp>
            <p:nvSpPr>
              <p:cNvPr id="1025067" name="Oval 44"/>
              <p:cNvSpPr>
                <a:spLocks noChangeArrowheads="1"/>
              </p:cNvSpPr>
              <p:nvPr/>
            </p:nvSpPr>
            <p:spPr bwMode="auto">
              <a:xfrm rot="-1860000">
                <a:off x="2984" y="310"/>
                <a:ext cx="295" cy="156"/>
              </a:xfrm>
              <a:prstGeom prst="ellipse">
                <a:avLst/>
              </a:prstGeom>
              <a:solidFill>
                <a:srgbClr val="EAEAEA"/>
              </a:solidFill>
              <a:ln w="12700">
                <a:solidFill>
                  <a:schemeClr val="tx1"/>
                </a:solidFill>
                <a:round/>
                <a:headEnd/>
                <a:tailEnd/>
              </a:ln>
            </p:spPr>
            <p:txBody>
              <a:bodyPr wrap="none" anchor="ctr"/>
              <a:lstStyle/>
              <a:p>
                <a:pPr eaLnBrk="0" hangingPunct="0"/>
                <a:endParaRPr lang="zh-CN" altLang="en-US" b="1">
                  <a:solidFill>
                    <a:srgbClr val="0000CC"/>
                  </a:solidFill>
                  <a:ea typeface="黑体" panose="02010609060101010101" pitchFamily="49" charset="-122"/>
                </a:endParaRPr>
              </a:p>
            </p:txBody>
          </p:sp>
          <p:sp>
            <p:nvSpPr>
              <p:cNvPr id="1025068" name="Freeform 45"/>
              <p:cNvSpPr>
                <a:spLocks noChangeArrowheads="1"/>
              </p:cNvSpPr>
              <p:nvPr/>
            </p:nvSpPr>
            <p:spPr bwMode="auto">
              <a:xfrm>
                <a:off x="3051" y="300"/>
                <a:ext cx="738" cy="407"/>
              </a:xfrm>
              <a:custGeom>
                <a:avLst/>
                <a:gdLst>
                  <a:gd name="T0" fmla="*/ 108 w 738"/>
                  <a:gd name="T1" fmla="*/ 82 h 407"/>
                  <a:gd name="T2" fmla="*/ 145 w 738"/>
                  <a:gd name="T3" fmla="*/ 77 h 407"/>
                  <a:gd name="T4" fmla="*/ 183 w 738"/>
                  <a:gd name="T5" fmla="*/ 72 h 407"/>
                  <a:gd name="T6" fmla="*/ 215 w 738"/>
                  <a:gd name="T7" fmla="*/ 67 h 407"/>
                  <a:gd name="T8" fmla="*/ 237 w 738"/>
                  <a:gd name="T9" fmla="*/ 46 h 407"/>
                  <a:gd name="T10" fmla="*/ 204 w 738"/>
                  <a:gd name="T11" fmla="*/ 41 h 407"/>
                  <a:gd name="T12" fmla="*/ 172 w 738"/>
                  <a:gd name="T13" fmla="*/ 46 h 407"/>
                  <a:gd name="T14" fmla="*/ 156 w 738"/>
                  <a:gd name="T15" fmla="*/ 46 h 407"/>
                  <a:gd name="T16" fmla="*/ 188 w 738"/>
                  <a:gd name="T17" fmla="*/ 26 h 407"/>
                  <a:gd name="T18" fmla="*/ 226 w 738"/>
                  <a:gd name="T19" fmla="*/ 15 h 407"/>
                  <a:gd name="T20" fmla="*/ 258 w 738"/>
                  <a:gd name="T21" fmla="*/ 10 h 407"/>
                  <a:gd name="T22" fmla="*/ 290 w 738"/>
                  <a:gd name="T23" fmla="*/ 5 h 407"/>
                  <a:gd name="T24" fmla="*/ 323 w 738"/>
                  <a:gd name="T25" fmla="*/ 0 h 407"/>
                  <a:gd name="T26" fmla="*/ 355 w 738"/>
                  <a:gd name="T27" fmla="*/ 0 h 407"/>
                  <a:gd name="T28" fmla="*/ 387 w 738"/>
                  <a:gd name="T29" fmla="*/ 0 h 407"/>
                  <a:gd name="T30" fmla="*/ 463 w 738"/>
                  <a:gd name="T31" fmla="*/ 0 h 407"/>
                  <a:gd name="T32" fmla="*/ 506 w 738"/>
                  <a:gd name="T33" fmla="*/ 0 h 407"/>
                  <a:gd name="T34" fmla="*/ 543 w 738"/>
                  <a:gd name="T35" fmla="*/ 15 h 407"/>
                  <a:gd name="T36" fmla="*/ 570 w 738"/>
                  <a:gd name="T37" fmla="*/ 36 h 407"/>
                  <a:gd name="T38" fmla="*/ 603 w 738"/>
                  <a:gd name="T39" fmla="*/ 51 h 407"/>
                  <a:gd name="T40" fmla="*/ 635 w 738"/>
                  <a:gd name="T41" fmla="*/ 57 h 407"/>
                  <a:gd name="T42" fmla="*/ 667 w 738"/>
                  <a:gd name="T43" fmla="*/ 77 h 407"/>
                  <a:gd name="T44" fmla="*/ 694 w 738"/>
                  <a:gd name="T45" fmla="*/ 98 h 407"/>
                  <a:gd name="T46" fmla="*/ 715 w 738"/>
                  <a:gd name="T47" fmla="*/ 128 h 407"/>
                  <a:gd name="T48" fmla="*/ 721 w 738"/>
                  <a:gd name="T49" fmla="*/ 164 h 407"/>
                  <a:gd name="T50" fmla="*/ 726 w 738"/>
                  <a:gd name="T51" fmla="*/ 195 h 407"/>
                  <a:gd name="T52" fmla="*/ 726 w 738"/>
                  <a:gd name="T53" fmla="*/ 226 h 407"/>
                  <a:gd name="T54" fmla="*/ 726 w 738"/>
                  <a:gd name="T55" fmla="*/ 257 h 407"/>
                  <a:gd name="T56" fmla="*/ 737 w 738"/>
                  <a:gd name="T57" fmla="*/ 288 h 407"/>
                  <a:gd name="T58" fmla="*/ 737 w 738"/>
                  <a:gd name="T59" fmla="*/ 319 h 407"/>
                  <a:gd name="T60" fmla="*/ 715 w 738"/>
                  <a:gd name="T61" fmla="*/ 349 h 407"/>
                  <a:gd name="T62" fmla="*/ 678 w 738"/>
                  <a:gd name="T63" fmla="*/ 365 h 407"/>
                  <a:gd name="T64" fmla="*/ 646 w 738"/>
                  <a:gd name="T65" fmla="*/ 380 h 407"/>
                  <a:gd name="T66" fmla="*/ 613 w 738"/>
                  <a:gd name="T67" fmla="*/ 396 h 407"/>
                  <a:gd name="T68" fmla="*/ 581 w 738"/>
                  <a:gd name="T69" fmla="*/ 401 h 407"/>
                  <a:gd name="T70" fmla="*/ 538 w 738"/>
                  <a:gd name="T71" fmla="*/ 406 h 407"/>
                  <a:gd name="T72" fmla="*/ 500 w 738"/>
                  <a:gd name="T73" fmla="*/ 406 h 407"/>
                  <a:gd name="T74" fmla="*/ 468 w 738"/>
                  <a:gd name="T75" fmla="*/ 406 h 407"/>
                  <a:gd name="T76" fmla="*/ 436 w 738"/>
                  <a:gd name="T77" fmla="*/ 406 h 407"/>
                  <a:gd name="T78" fmla="*/ 403 w 738"/>
                  <a:gd name="T79" fmla="*/ 406 h 407"/>
                  <a:gd name="T80" fmla="*/ 371 w 738"/>
                  <a:gd name="T81" fmla="*/ 406 h 407"/>
                  <a:gd name="T82" fmla="*/ 339 w 738"/>
                  <a:gd name="T83" fmla="*/ 406 h 407"/>
                  <a:gd name="T84" fmla="*/ 307 w 738"/>
                  <a:gd name="T85" fmla="*/ 406 h 407"/>
                  <a:gd name="T86" fmla="*/ 269 w 738"/>
                  <a:gd name="T87" fmla="*/ 406 h 407"/>
                  <a:gd name="T88" fmla="*/ 237 w 738"/>
                  <a:gd name="T89" fmla="*/ 406 h 407"/>
                  <a:gd name="T90" fmla="*/ 204 w 738"/>
                  <a:gd name="T91" fmla="*/ 406 h 407"/>
                  <a:gd name="T92" fmla="*/ 172 w 738"/>
                  <a:gd name="T93" fmla="*/ 391 h 407"/>
                  <a:gd name="T94" fmla="*/ 140 w 738"/>
                  <a:gd name="T95" fmla="*/ 380 h 407"/>
                  <a:gd name="T96" fmla="*/ 108 w 738"/>
                  <a:gd name="T97" fmla="*/ 365 h 407"/>
                  <a:gd name="T98" fmla="*/ 81 w 738"/>
                  <a:gd name="T99" fmla="*/ 339 h 407"/>
                  <a:gd name="T100" fmla="*/ 59 w 738"/>
                  <a:gd name="T101" fmla="*/ 319 h 407"/>
                  <a:gd name="T102" fmla="*/ 38 w 738"/>
                  <a:gd name="T103" fmla="*/ 288 h 407"/>
                  <a:gd name="T104" fmla="*/ 16 w 738"/>
                  <a:gd name="T105" fmla="*/ 252 h 407"/>
                  <a:gd name="T106" fmla="*/ 0 w 738"/>
                  <a:gd name="T107" fmla="*/ 216 h 407"/>
                  <a:gd name="T108" fmla="*/ 0 w 738"/>
                  <a:gd name="T109" fmla="*/ 185 h 407"/>
                  <a:gd name="T110" fmla="*/ 5 w 738"/>
                  <a:gd name="T111" fmla="*/ 149 h 407"/>
                  <a:gd name="T112" fmla="*/ 27 w 738"/>
                  <a:gd name="T113" fmla="*/ 123 h 407"/>
                  <a:gd name="T114" fmla="*/ 54 w 738"/>
                  <a:gd name="T115" fmla="*/ 108 h 407"/>
                  <a:gd name="T116" fmla="*/ 86 w 738"/>
                  <a:gd name="T117" fmla="*/ 98 h 407"/>
                  <a:gd name="T118" fmla="*/ 113 w 738"/>
                  <a:gd name="T119" fmla="*/ 82 h 407"/>
                  <a:gd name="T120" fmla="*/ 129 w 738"/>
                  <a:gd name="T121" fmla="*/ 98 h 40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Lst>
                <a:rect l="0" t="0" r="r" b="b"/>
                <a:pathLst>
                  <a:path w="738" h="407">
                    <a:moveTo>
                      <a:pt x="91" y="82"/>
                    </a:moveTo>
                    <a:lnTo>
                      <a:pt x="108" y="82"/>
                    </a:lnTo>
                    <a:lnTo>
                      <a:pt x="124" y="82"/>
                    </a:lnTo>
                    <a:lnTo>
                      <a:pt x="145" y="77"/>
                    </a:lnTo>
                    <a:lnTo>
                      <a:pt x="161" y="77"/>
                    </a:lnTo>
                    <a:lnTo>
                      <a:pt x="183" y="72"/>
                    </a:lnTo>
                    <a:lnTo>
                      <a:pt x="199" y="72"/>
                    </a:lnTo>
                    <a:lnTo>
                      <a:pt x="215" y="67"/>
                    </a:lnTo>
                    <a:lnTo>
                      <a:pt x="231" y="62"/>
                    </a:lnTo>
                    <a:lnTo>
                      <a:pt x="237" y="46"/>
                    </a:lnTo>
                    <a:lnTo>
                      <a:pt x="221" y="41"/>
                    </a:lnTo>
                    <a:lnTo>
                      <a:pt x="204" y="41"/>
                    </a:lnTo>
                    <a:lnTo>
                      <a:pt x="188" y="46"/>
                    </a:lnTo>
                    <a:lnTo>
                      <a:pt x="172" y="46"/>
                    </a:lnTo>
                    <a:lnTo>
                      <a:pt x="156" y="62"/>
                    </a:lnTo>
                    <a:lnTo>
                      <a:pt x="156" y="46"/>
                    </a:lnTo>
                    <a:lnTo>
                      <a:pt x="172" y="36"/>
                    </a:lnTo>
                    <a:lnTo>
                      <a:pt x="188" y="26"/>
                    </a:lnTo>
                    <a:lnTo>
                      <a:pt x="210" y="21"/>
                    </a:lnTo>
                    <a:lnTo>
                      <a:pt x="226" y="15"/>
                    </a:lnTo>
                    <a:lnTo>
                      <a:pt x="242" y="15"/>
                    </a:lnTo>
                    <a:lnTo>
                      <a:pt x="258" y="10"/>
                    </a:lnTo>
                    <a:lnTo>
                      <a:pt x="274" y="10"/>
                    </a:lnTo>
                    <a:lnTo>
                      <a:pt x="290" y="5"/>
                    </a:lnTo>
                    <a:lnTo>
                      <a:pt x="307" y="5"/>
                    </a:lnTo>
                    <a:lnTo>
                      <a:pt x="323" y="0"/>
                    </a:lnTo>
                    <a:lnTo>
                      <a:pt x="339" y="0"/>
                    </a:lnTo>
                    <a:lnTo>
                      <a:pt x="355" y="0"/>
                    </a:lnTo>
                    <a:lnTo>
                      <a:pt x="371" y="0"/>
                    </a:lnTo>
                    <a:lnTo>
                      <a:pt x="387" y="0"/>
                    </a:lnTo>
                    <a:lnTo>
                      <a:pt x="420" y="0"/>
                    </a:lnTo>
                    <a:lnTo>
                      <a:pt x="463" y="0"/>
                    </a:lnTo>
                    <a:lnTo>
                      <a:pt x="484" y="0"/>
                    </a:lnTo>
                    <a:lnTo>
                      <a:pt x="506" y="0"/>
                    </a:lnTo>
                    <a:lnTo>
                      <a:pt x="527" y="5"/>
                    </a:lnTo>
                    <a:lnTo>
                      <a:pt x="543" y="15"/>
                    </a:lnTo>
                    <a:lnTo>
                      <a:pt x="554" y="31"/>
                    </a:lnTo>
                    <a:lnTo>
                      <a:pt x="570" y="36"/>
                    </a:lnTo>
                    <a:lnTo>
                      <a:pt x="586" y="46"/>
                    </a:lnTo>
                    <a:lnTo>
                      <a:pt x="603" y="51"/>
                    </a:lnTo>
                    <a:lnTo>
                      <a:pt x="619" y="51"/>
                    </a:lnTo>
                    <a:lnTo>
                      <a:pt x="635" y="57"/>
                    </a:lnTo>
                    <a:lnTo>
                      <a:pt x="651" y="67"/>
                    </a:lnTo>
                    <a:lnTo>
                      <a:pt x="667" y="77"/>
                    </a:lnTo>
                    <a:lnTo>
                      <a:pt x="678" y="93"/>
                    </a:lnTo>
                    <a:lnTo>
                      <a:pt x="694" y="98"/>
                    </a:lnTo>
                    <a:lnTo>
                      <a:pt x="699" y="113"/>
                    </a:lnTo>
                    <a:lnTo>
                      <a:pt x="715" y="128"/>
                    </a:lnTo>
                    <a:lnTo>
                      <a:pt x="721" y="149"/>
                    </a:lnTo>
                    <a:lnTo>
                      <a:pt x="721" y="164"/>
                    </a:lnTo>
                    <a:lnTo>
                      <a:pt x="726" y="180"/>
                    </a:lnTo>
                    <a:lnTo>
                      <a:pt x="726" y="195"/>
                    </a:lnTo>
                    <a:lnTo>
                      <a:pt x="726" y="211"/>
                    </a:lnTo>
                    <a:lnTo>
                      <a:pt x="726" y="226"/>
                    </a:lnTo>
                    <a:lnTo>
                      <a:pt x="726" y="242"/>
                    </a:lnTo>
                    <a:lnTo>
                      <a:pt x="726" y="257"/>
                    </a:lnTo>
                    <a:lnTo>
                      <a:pt x="737" y="272"/>
                    </a:lnTo>
                    <a:lnTo>
                      <a:pt x="737" y="288"/>
                    </a:lnTo>
                    <a:lnTo>
                      <a:pt x="737" y="303"/>
                    </a:lnTo>
                    <a:lnTo>
                      <a:pt x="737" y="319"/>
                    </a:lnTo>
                    <a:lnTo>
                      <a:pt x="732" y="334"/>
                    </a:lnTo>
                    <a:lnTo>
                      <a:pt x="715" y="349"/>
                    </a:lnTo>
                    <a:lnTo>
                      <a:pt x="694" y="360"/>
                    </a:lnTo>
                    <a:lnTo>
                      <a:pt x="678" y="365"/>
                    </a:lnTo>
                    <a:lnTo>
                      <a:pt x="662" y="375"/>
                    </a:lnTo>
                    <a:lnTo>
                      <a:pt x="646" y="380"/>
                    </a:lnTo>
                    <a:lnTo>
                      <a:pt x="629" y="385"/>
                    </a:lnTo>
                    <a:lnTo>
                      <a:pt x="613" y="396"/>
                    </a:lnTo>
                    <a:lnTo>
                      <a:pt x="597" y="401"/>
                    </a:lnTo>
                    <a:lnTo>
                      <a:pt x="581" y="401"/>
                    </a:lnTo>
                    <a:lnTo>
                      <a:pt x="559" y="406"/>
                    </a:lnTo>
                    <a:lnTo>
                      <a:pt x="538" y="406"/>
                    </a:lnTo>
                    <a:lnTo>
                      <a:pt x="522" y="406"/>
                    </a:lnTo>
                    <a:lnTo>
                      <a:pt x="500" y="406"/>
                    </a:lnTo>
                    <a:lnTo>
                      <a:pt x="484" y="406"/>
                    </a:lnTo>
                    <a:lnTo>
                      <a:pt x="468" y="406"/>
                    </a:lnTo>
                    <a:lnTo>
                      <a:pt x="452" y="406"/>
                    </a:lnTo>
                    <a:lnTo>
                      <a:pt x="436" y="406"/>
                    </a:lnTo>
                    <a:lnTo>
                      <a:pt x="420" y="406"/>
                    </a:lnTo>
                    <a:lnTo>
                      <a:pt x="403" y="406"/>
                    </a:lnTo>
                    <a:lnTo>
                      <a:pt x="387" y="406"/>
                    </a:lnTo>
                    <a:lnTo>
                      <a:pt x="371" y="406"/>
                    </a:lnTo>
                    <a:lnTo>
                      <a:pt x="355" y="406"/>
                    </a:lnTo>
                    <a:lnTo>
                      <a:pt x="339" y="406"/>
                    </a:lnTo>
                    <a:lnTo>
                      <a:pt x="323" y="406"/>
                    </a:lnTo>
                    <a:lnTo>
                      <a:pt x="307" y="406"/>
                    </a:lnTo>
                    <a:lnTo>
                      <a:pt x="285" y="406"/>
                    </a:lnTo>
                    <a:lnTo>
                      <a:pt x="269" y="406"/>
                    </a:lnTo>
                    <a:lnTo>
                      <a:pt x="253" y="406"/>
                    </a:lnTo>
                    <a:lnTo>
                      <a:pt x="237" y="406"/>
                    </a:lnTo>
                    <a:lnTo>
                      <a:pt x="221" y="406"/>
                    </a:lnTo>
                    <a:lnTo>
                      <a:pt x="204" y="406"/>
                    </a:lnTo>
                    <a:lnTo>
                      <a:pt x="188" y="396"/>
                    </a:lnTo>
                    <a:lnTo>
                      <a:pt x="172" y="391"/>
                    </a:lnTo>
                    <a:lnTo>
                      <a:pt x="156" y="385"/>
                    </a:lnTo>
                    <a:lnTo>
                      <a:pt x="140" y="380"/>
                    </a:lnTo>
                    <a:lnTo>
                      <a:pt x="124" y="375"/>
                    </a:lnTo>
                    <a:lnTo>
                      <a:pt x="108" y="365"/>
                    </a:lnTo>
                    <a:lnTo>
                      <a:pt x="91" y="355"/>
                    </a:lnTo>
                    <a:lnTo>
                      <a:pt x="81" y="339"/>
                    </a:lnTo>
                    <a:lnTo>
                      <a:pt x="65" y="334"/>
                    </a:lnTo>
                    <a:lnTo>
                      <a:pt x="59" y="319"/>
                    </a:lnTo>
                    <a:lnTo>
                      <a:pt x="43" y="303"/>
                    </a:lnTo>
                    <a:lnTo>
                      <a:pt x="38" y="288"/>
                    </a:lnTo>
                    <a:lnTo>
                      <a:pt x="22" y="272"/>
                    </a:lnTo>
                    <a:lnTo>
                      <a:pt x="16" y="252"/>
                    </a:lnTo>
                    <a:lnTo>
                      <a:pt x="5" y="231"/>
                    </a:lnTo>
                    <a:lnTo>
                      <a:pt x="0" y="216"/>
                    </a:lnTo>
                    <a:lnTo>
                      <a:pt x="0" y="200"/>
                    </a:lnTo>
                    <a:lnTo>
                      <a:pt x="0" y="185"/>
                    </a:lnTo>
                    <a:lnTo>
                      <a:pt x="0" y="170"/>
                    </a:lnTo>
                    <a:lnTo>
                      <a:pt x="5" y="149"/>
                    </a:lnTo>
                    <a:lnTo>
                      <a:pt x="11" y="134"/>
                    </a:lnTo>
                    <a:lnTo>
                      <a:pt x="27" y="123"/>
                    </a:lnTo>
                    <a:lnTo>
                      <a:pt x="38" y="108"/>
                    </a:lnTo>
                    <a:lnTo>
                      <a:pt x="54" y="108"/>
                    </a:lnTo>
                    <a:lnTo>
                      <a:pt x="70" y="103"/>
                    </a:lnTo>
                    <a:lnTo>
                      <a:pt x="86" y="98"/>
                    </a:lnTo>
                    <a:lnTo>
                      <a:pt x="102" y="98"/>
                    </a:lnTo>
                    <a:lnTo>
                      <a:pt x="113" y="82"/>
                    </a:lnTo>
                    <a:lnTo>
                      <a:pt x="113" y="67"/>
                    </a:lnTo>
                    <a:lnTo>
                      <a:pt x="129" y="98"/>
                    </a:lnTo>
                  </a:path>
                </a:pathLst>
              </a:custGeom>
              <a:solidFill>
                <a:srgbClr val="EAEAEA"/>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CC"/>
                  </a:solidFill>
                  <a:ea typeface="黑体" panose="02010609060101010101" pitchFamily="49" charset="-122"/>
                </a:endParaRPr>
              </a:p>
            </p:txBody>
          </p:sp>
          <p:sp>
            <p:nvSpPr>
              <p:cNvPr id="1025069" name="Freeform 46"/>
              <p:cNvSpPr>
                <a:spLocks noChangeArrowheads="1"/>
              </p:cNvSpPr>
              <p:nvPr/>
            </p:nvSpPr>
            <p:spPr bwMode="auto">
              <a:xfrm>
                <a:off x="3193" y="270"/>
                <a:ext cx="117" cy="118"/>
              </a:xfrm>
              <a:custGeom>
                <a:avLst/>
                <a:gdLst>
                  <a:gd name="T0" fmla="*/ 5 w 117"/>
                  <a:gd name="T1" fmla="*/ 66 h 118"/>
                  <a:gd name="T2" fmla="*/ 0 w 117"/>
                  <a:gd name="T3" fmla="*/ 51 h 118"/>
                  <a:gd name="T4" fmla="*/ 0 w 117"/>
                  <a:gd name="T5" fmla="*/ 36 h 118"/>
                  <a:gd name="T6" fmla="*/ 16 w 117"/>
                  <a:gd name="T7" fmla="*/ 25 h 118"/>
                  <a:gd name="T8" fmla="*/ 32 w 117"/>
                  <a:gd name="T9" fmla="*/ 15 h 118"/>
                  <a:gd name="T10" fmla="*/ 47 w 117"/>
                  <a:gd name="T11" fmla="*/ 0 h 118"/>
                  <a:gd name="T12" fmla="*/ 63 w 117"/>
                  <a:gd name="T13" fmla="*/ 0 h 118"/>
                  <a:gd name="T14" fmla="*/ 79 w 117"/>
                  <a:gd name="T15" fmla="*/ 0 h 118"/>
                  <a:gd name="T16" fmla="*/ 84 w 117"/>
                  <a:gd name="T17" fmla="*/ 15 h 118"/>
                  <a:gd name="T18" fmla="*/ 95 w 117"/>
                  <a:gd name="T19" fmla="*/ 31 h 118"/>
                  <a:gd name="T20" fmla="*/ 105 w 117"/>
                  <a:gd name="T21" fmla="*/ 46 h 118"/>
                  <a:gd name="T22" fmla="*/ 111 w 117"/>
                  <a:gd name="T23" fmla="*/ 61 h 118"/>
                  <a:gd name="T24" fmla="*/ 116 w 117"/>
                  <a:gd name="T25" fmla="*/ 76 h 118"/>
                  <a:gd name="T26" fmla="*/ 116 w 117"/>
                  <a:gd name="T27" fmla="*/ 92 h 118"/>
                  <a:gd name="T28" fmla="*/ 116 w 117"/>
                  <a:gd name="T29" fmla="*/ 107 h 118"/>
                  <a:gd name="T30" fmla="*/ 100 w 117"/>
                  <a:gd name="T31" fmla="*/ 117 h 118"/>
                  <a:gd name="T32" fmla="*/ 84 w 117"/>
                  <a:gd name="T33" fmla="*/ 117 h 118"/>
                  <a:gd name="T34" fmla="*/ 69 w 117"/>
                  <a:gd name="T35" fmla="*/ 117 h 118"/>
                  <a:gd name="T36" fmla="*/ 53 w 117"/>
                  <a:gd name="T37" fmla="*/ 117 h 118"/>
                  <a:gd name="T38" fmla="*/ 37 w 117"/>
                  <a:gd name="T39" fmla="*/ 112 h 118"/>
                  <a:gd name="T40" fmla="*/ 21 w 117"/>
                  <a:gd name="T41" fmla="*/ 102 h 118"/>
                  <a:gd name="T42" fmla="*/ 11 w 117"/>
                  <a:gd name="T43" fmla="*/ 86 h 118"/>
                  <a:gd name="T44" fmla="*/ 5 w 117"/>
                  <a:gd name="T45" fmla="*/ 71 h 118"/>
                  <a:gd name="T46" fmla="*/ 5 w 117"/>
                  <a:gd name="T47" fmla="*/ 66 h 1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117" h="118">
                    <a:moveTo>
                      <a:pt x="5" y="66"/>
                    </a:moveTo>
                    <a:lnTo>
                      <a:pt x="0" y="51"/>
                    </a:lnTo>
                    <a:lnTo>
                      <a:pt x="0" y="36"/>
                    </a:lnTo>
                    <a:lnTo>
                      <a:pt x="16" y="25"/>
                    </a:lnTo>
                    <a:lnTo>
                      <a:pt x="32" y="15"/>
                    </a:lnTo>
                    <a:lnTo>
                      <a:pt x="47" y="0"/>
                    </a:lnTo>
                    <a:lnTo>
                      <a:pt x="63" y="0"/>
                    </a:lnTo>
                    <a:lnTo>
                      <a:pt x="79" y="0"/>
                    </a:lnTo>
                    <a:lnTo>
                      <a:pt x="84" y="15"/>
                    </a:lnTo>
                    <a:lnTo>
                      <a:pt x="95" y="31"/>
                    </a:lnTo>
                    <a:lnTo>
                      <a:pt x="105" y="46"/>
                    </a:lnTo>
                    <a:lnTo>
                      <a:pt x="111" y="61"/>
                    </a:lnTo>
                    <a:lnTo>
                      <a:pt x="116" y="76"/>
                    </a:lnTo>
                    <a:lnTo>
                      <a:pt x="116" y="92"/>
                    </a:lnTo>
                    <a:lnTo>
                      <a:pt x="116" y="107"/>
                    </a:lnTo>
                    <a:lnTo>
                      <a:pt x="100" y="117"/>
                    </a:lnTo>
                    <a:lnTo>
                      <a:pt x="84" y="117"/>
                    </a:lnTo>
                    <a:lnTo>
                      <a:pt x="69" y="117"/>
                    </a:lnTo>
                    <a:lnTo>
                      <a:pt x="53" y="117"/>
                    </a:lnTo>
                    <a:lnTo>
                      <a:pt x="37" y="112"/>
                    </a:lnTo>
                    <a:lnTo>
                      <a:pt x="21" y="102"/>
                    </a:lnTo>
                    <a:lnTo>
                      <a:pt x="11" y="86"/>
                    </a:lnTo>
                    <a:lnTo>
                      <a:pt x="5" y="71"/>
                    </a:lnTo>
                    <a:lnTo>
                      <a:pt x="5" y="66"/>
                    </a:lnTo>
                  </a:path>
                </a:pathLst>
              </a:custGeom>
              <a:solidFill>
                <a:srgbClr val="EAEAEA"/>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CC"/>
                  </a:solidFill>
                  <a:ea typeface="黑体" panose="02010609060101010101" pitchFamily="49" charset="-122"/>
                </a:endParaRPr>
              </a:p>
            </p:txBody>
          </p:sp>
          <p:sp>
            <p:nvSpPr>
              <p:cNvPr id="1025070" name="Freeform 47"/>
              <p:cNvSpPr>
                <a:spLocks noChangeArrowheads="1"/>
              </p:cNvSpPr>
              <p:nvPr/>
            </p:nvSpPr>
            <p:spPr bwMode="auto">
              <a:xfrm>
                <a:off x="3469" y="239"/>
                <a:ext cx="82" cy="87"/>
              </a:xfrm>
              <a:custGeom>
                <a:avLst/>
                <a:gdLst>
                  <a:gd name="T0" fmla="*/ 0 w 82"/>
                  <a:gd name="T1" fmla="*/ 0 h 87"/>
                  <a:gd name="T2" fmla="*/ 16 w 82"/>
                  <a:gd name="T3" fmla="*/ 10 h 87"/>
                  <a:gd name="T4" fmla="*/ 32 w 82"/>
                  <a:gd name="T5" fmla="*/ 20 h 87"/>
                  <a:gd name="T6" fmla="*/ 49 w 82"/>
                  <a:gd name="T7" fmla="*/ 20 h 87"/>
                  <a:gd name="T8" fmla="*/ 65 w 82"/>
                  <a:gd name="T9" fmla="*/ 30 h 87"/>
                  <a:gd name="T10" fmla="*/ 76 w 82"/>
                  <a:gd name="T11" fmla="*/ 46 h 87"/>
                  <a:gd name="T12" fmla="*/ 81 w 82"/>
                  <a:gd name="T13" fmla="*/ 61 h 87"/>
                  <a:gd name="T14" fmla="*/ 81 w 82"/>
                  <a:gd name="T15" fmla="*/ 76 h 87"/>
                  <a:gd name="T16" fmla="*/ 65 w 82"/>
                  <a:gd name="T17" fmla="*/ 86 h 87"/>
                  <a:gd name="T18" fmla="*/ 49 w 82"/>
                  <a:gd name="T19" fmla="*/ 86 h 87"/>
                  <a:gd name="T20" fmla="*/ 27 w 82"/>
                  <a:gd name="T21" fmla="*/ 81 h 87"/>
                  <a:gd name="T22" fmla="*/ 11 w 82"/>
                  <a:gd name="T23" fmla="*/ 71 h 87"/>
                  <a:gd name="T24" fmla="*/ 5 w 82"/>
                  <a:gd name="T25" fmla="*/ 56 h 87"/>
                  <a:gd name="T26" fmla="*/ 0 w 82"/>
                  <a:gd name="T27" fmla="*/ 40 h 87"/>
                  <a:gd name="T28" fmla="*/ 0 w 82"/>
                  <a:gd name="T29" fmla="*/ 25 h 87"/>
                  <a:gd name="T30" fmla="*/ 11 w 82"/>
                  <a:gd name="T31" fmla="*/ 10 h 87"/>
                  <a:gd name="T32" fmla="*/ 0 w 82"/>
                  <a:gd name="T33" fmla="*/ 0 h 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82" h="87">
                    <a:moveTo>
                      <a:pt x="0" y="0"/>
                    </a:moveTo>
                    <a:lnTo>
                      <a:pt x="16" y="10"/>
                    </a:lnTo>
                    <a:lnTo>
                      <a:pt x="32" y="20"/>
                    </a:lnTo>
                    <a:lnTo>
                      <a:pt x="49" y="20"/>
                    </a:lnTo>
                    <a:lnTo>
                      <a:pt x="65" y="30"/>
                    </a:lnTo>
                    <a:lnTo>
                      <a:pt x="76" y="46"/>
                    </a:lnTo>
                    <a:lnTo>
                      <a:pt x="81" y="61"/>
                    </a:lnTo>
                    <a:lnTo>
                      <a:pt x="81" y="76"/>
                    </a:lnTo>
                    <a:lnTo>
                      <a:pt x="65" y="86"/>
                    </a:lnTo>
                    <a:lnTo>
                      <a:pt x="49" y="86"/>
                    </a:lnTo>
                    <a:lnTo>
                      <a:pt x="27" y="81"/>
                    </a:lnTo>
                    <a:lnTo>
                      <a:pt x="11" y="71"/>
                    </a:lnTo>
                    <a:lnTo>
                      <a:pt x="5" y="56"/>
                    </a:lnTo>
                    <a:lnTo>
                      <a:pt x="0" y="40"/>
                    </a:lnTo>
                    <a:lnTo>
                      <a:pt x="0" y="25"/>
                    </a:lnTo>
                    <a:lnTo>
                      <a:pt x="11" y="10"/>
                    </a:lnTo>
                    <a:lnTo>
                      <a:pt x="0" y="0"/>
                    </a:lnTo>
                  </a:path>
                </a:pathLst>
              </a:custGeom>
              <a:solidFill>
                <a:srgbClr val="EAEAEA"/>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CC"/>
                  </a:solidFill>
                  <a:ea typeface="黑体" panose="02010609060101010101" pitchFamily="49" charset="-122"/>
                </a:endParaRPr>
              </a:p>
            </p:txBody>
          </p:sp>
        </p:grpSp>
        <p:sp>
          <p:nvSpPr>
            <p:cNvPr id="1025071" name="Text Box 48"/>
            <p:cNvSpPr txBox="1">
              <a:spLocks noChangeArrowheads="1"/>
            </p:cNvSpPr>
            <p:nvPr/>
          </p:nvSpPr>
          <p:spPr bwMode="auto">
            <a:xfrm>
              <a:off x="4967" y="1856"/>
              <a:ext cx="342" cy="222"/>
            </a:xfrm>
            <a:prstGeom prst="rect">
              <a:avLst/>
            </a:prstGeom>
            <a:solidFill>
              <a:srgbClr val="EAEAEA"/>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zh-CN" altLang="en-US" sz="2000" b="1">
                  <a:solidFill>
                    <a:srgbClr val="0000CC"/>
                  </a:solidFill>
                  <a:ea typeface="黑体" panose="02010609060101010101" pitchFamily="49" charset="-122"/>
                </a:rPr>
                <a:t>网 </a:t>
              </a:r>
              <a:r>
                <a:rPr lang="en-US" altLang="zh-CN" sz="2000" b="1">
                  <a:solidFill>
                    <a:srgbClr val="0000CC"/>
                  </a:solidFill>
                  <a:ea typeface="黑体" panose="02010609060101010101" pitchFamily="49" charset="-122"/>
                </a:rPr>
                <a:t>2</a:t>
              </a:r>
            </a:p>
          </p:txBody>
        </p:sp>
      </p:grpSp>
      <p:sp>
        <p:nvSpPr>
          <p:cNvPr id="1025072" name="Text Box 49"/>
          <p:cNvSpPr txBox="1">
            <a:spLocks noChangeArrowheads="1"/>
          </p:cNvSpPr>
          <p:nvPr/>
        </p:nvSpPr>
        <p:spPr bwMode="auto">
          <a:xfrm>
            <a:off x="266700" y="304800"/>
            <a:ext cx="441325" cy="1323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zh-CN" altLang="en-US" sz="2000" b="1">
                <a:solidFill>
                  <a:srgbClr val="0000CC"/>
                </a:solidFill>
                <a:ea typeface="黑体" panose="02010609060101010101" pitchFamily="49" charset="-122"/>
              </a:rPr>
              <a:t>正</a:t>
            </a:r>
          </a:p>
          <a:p>
            <a:pPr eaLnBrk="0" hangingPunct="0"/>
            <a:r>
              <a:rPr lang="zh-CN" altLang="en-US" sz="2000" b="1">
                <a:solidFill>
                  <a:srgbClr val="0000CC"/>
                </a:solidFill>
                <a:ea typeface="黑体" panose="02010609060101010101" pitchFamily="49" charset="-122"/>
              </a:rPr>
              <a:t>常</a:t>
            </a:r>
          </a:p>
          <a:p>
            <a:pPr eaLnBrk="0" hangingPunct="0"/>
            <a:r>
              <a:rPr lang="zh-CN" altLang="en-US" sz="2000" b="1">
                <a:solidFill>
                  <a:srgbClr val="0000CC"/>
                </a:solidFill>
                <a:ea typeface="黑体" panose="02010609060101010101" pitchFamily="49" charset="-122"/>
              </a:rPr>
              <a:t>情</a:t>
            </a:r>
          </a:p>
          <a:p>
            <a:pPr eaLnBrk="0" hangingPunct="0"/>
            <a:r>
              <a:rPr lang="zh-CN" altLang="en-US" sz="2000" b="1">
                <a:solidFill>
                  <a:srgbClr val="0000CC"/>
                </a:solidFill>
                <a:ea typeface="黑体" panose="02010609060101010101" pitchFamily="49" charset="-122"/>
              </a:rPr>
              <a:t>况</a:t>
            </a:r>
          </a:p>
        </p:txBody>
      </p:sp>
      <p:grpSp>
        <p:nvGrpSpPr>
          <p:cNvPr id="1025073" name="Group 50"/>
          <p:cNvGrpSpPr>
            <a:grpSpLocks/>
          </p:cNvGrpSpPr>
          <p:nvPr/>
        </p:nvGrpSpPr>
        <p:grpSpPr bwMode="auto">
          <a:xfrm>
            <a:off x="2436813" y="498475"/>
            <a:ext cx="1593850" cy="312738"/>
            <a:chOff x="1491" y="212"/>
            <a:chExt cx="853" cy="240"/>
          </a:xfrm>
        </p:grpSpPr>
        <p:sp>
          <p:nvSpPr>
            <p:cNvPr id="1025074" name="AutoShape 51"/>
            <p:cNvSpPr>
              <a:spLocks noChangeArrowheads="1"/>
            </p:cNvSpPr>
            <p:nvPr/>
          </p:nvSpPr>
          <p:spPr bwMode="auto">
            <a:xfrm>
              <a:off x="2089" y="271"/>
              <a:ext cx="255" cy="122"/>
            </a:xfrm>
            <a:prstGeom prst="rightArrow">
              <a:avLst>
                <a:gd name="adj1" fmla="val 50000"/>
                <a:gd name="adj2" fmla="val 52244"/>
              </a:avLst>
            </a:prstGeom>
            <a:solidFill>
              <a:srgbClr val="CCECFF"/>
            </a:solidFill>
            <a:ln w="9525">
              <a:solidFill>
                <a:schemeClr val="tx1"/>
              </a:solidFill>
              <a:miter lim="800000"/>
              <a:headEnd/>
              <a:tailEnd/>
            </a:ln>
          </p:spPr>
          <p:txBody>
            <a:bodyPr wrap="none" anchor="ctr"/>
            <a:lstStyle/>
            <a:p>
              <a:pPr eaLnBrk="0" hangingPunct="0"/>
              <a:endParaRPr lang="zh-CN" altLang="en-US" b="1">
                <a:solidFill>
                  <a:srgbClr val="0000CC"/>
                </a:solidFill>
                <a:ea typeface="黑体" panose="02010609060101010101" pitchFamily="49" charset="-122"/>
              </a:endParaRPr>
            </a:p>
          </p:txBody>
        </p:sp>
        <p:sp>
          <p:nvSpPr>
            <p:cNvPr id="1025075" name="Rectangle 52"/>
            <p:cNvSpPr>
              <a:spLocks noChangeArrowheads="1"/>
            </p:cNvSpPr>
            <p:nvPr/>
          </p:nvSpPr>
          <p:spPr bwMode="auto">
            <a:xfrm>
              <a:off x="1491" y="212"/>
              <a:ext cx="632" cy="240"/>
            </a:xfrm>
            <a:prstGeom prst="rect">
              <a:avLst/>
            </a:prstGeom>
            <a:solidFill>
              <a:srgbClr val="CCECFF"/>
            </a:solidFill>
            <a:ln w="9525">
              <a:solidFill>
                <a:schemeClr val="tx1"/>
              </a:solidFill>
              <a:miter lim="800000"/>
              <a:headEnd/>
              <a:tailEnd/>
            </a:ln>
          </p:spPr>
          <p:txBody>
            <a:bodyPr wrap="none" anchor="ctr"/>
            <a:lstStyle/>
            <a:p>
              <a:pPr eaLnBrk="0" hangingPunct="0"/>
              <a:endParaRPr lang="zh-CN" altLang="en-US" b="1">
                <a:solidFill>
                  <a:srgbClr val="0000CC"/>
                </a:solidFill>
                <a:ea typeface="黑体" panose="02010609060101010101" pitchFamily="49" charset="-122"/>
              </a:endParaRPr>
            </a:p>
          </p:txBody>
        </p:sp>
      </p:grpSp>
      <p:sp>
        <p:nvSpPr>
          <p:cNvPr id="1025076" name="Text Box 53"/>
          <p:cNvSpPr txBox="1">
            <a:spLocks noChangeArrowheads="1"/>
          </p:cNvSpPr>
          <p:nvPr/>
        </p:nvSpPr>
        <p:spPr bwMode="auto">
          <a:xfrm>
            <a:off x="2457450" y="573088"/>
            <a:ext cx="893763" cy="2460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lnSpc>
                <a:spcPct val="50000"/>
              </a:lnSpc>
            </a:pPr>
            <a:r>
              <a:rPr lang="en-US" altLang="zh-CN" sz="2000" b="1">
                <a:solidFill>
                  <a:srgbClr val="0000CC"/>
                </a:solidFill>
                <a:ea typeface="黑体" panose="02010609060101010101" pitchFamily="49" charset="-122"/>
              </a:rPr>
              <a:t>1  1  </a:t>
            </a:r>
            <a:r>
              <a:rPr lang="en-US" altLang="zh-CN" sz="2000" b="1">
                <a:solidFill>
                  <a:srgbClr val="0000CC"/>
                </a:solidFill>
                <a:ea typeface="黑体" panose="02010609060101010101" pitchFamily="49" charset="-122"/>
                <a:sym typeface="Symbol" panose="05050102010706020507" pitchFamily="18" charset="2"/>
              </a:rPr>
              <a:t></a:t>
            </a:r>
            <a:endParaRPr lang="en-US" altLang="zh-CN" sz="2000" b="1" baseline="-25000">
              <a:solidFill>
                <a:srgbClr val="0000CC"/>
              </a:solidFill>
              <a:ea typeface="黑体" panose="02010609060101010101" pitchFamily="49" charset="-122"/>
              <a:sym typeface="Symbol" panose="05050102010706020507" pitchFamily="18" charset="2"/>
            </a:endParaRPr>
          </a:p>
        </p:txBody>
      </p:sp>
      <p:grpSp>
        <p:nvGrpSpPr>
          <p:cNvPr id="1025077" name="Group 54"/>
          <p:cNvGrpSpPr>
            <a:grpSpLocks/>
          </p:cNvGrpSpPr>
          <p:nvPr/>
        </p:nvGrpSpPr>
        <p:grpSpPr bwMode="auto">
          <a:xfrm flipH="1">
            <a:off x="6045200" y="520700"/>
            <a:ext cx="1593850" cy="312738"/>
            <a:chOff x="1491" y="212"/>
            <a:chExt cx="853" cy="240"/>
          </a:xfrm>
        </p:grpSpPr>
        <p:sp>
          <p:nvSpPr>
            <p:cNvPr id="1025078" name="AutoShape 55"/>
            <p:cNvSpPr>
              <a:spLocks noChangeArrowheads="1"/>
            </p:cNvSpPr>
            <p:nvPr/>
          </p:nvSpPr>
          <p:spPr bwMode="auto">
            <a:xfrm>
              <a:off x="2089" y="271"/>
              <a:ext cx="255" cy="122"/>
            </a:xfrm>
            <a:prstGeom prst="rightArrow">
              <a:avLst>
                <a:gd name="adj1" fmla="val 50000"/>
                <a:gd name="adj2" fmla="val 52244"/>
              </a:avLst>
            </a:prstGeom>
            <a:solidFill>
              <a:srgbClr val="FFFF99"/>
            </a:solidFill>
            <a:ln w="9525">
              <a:solidFill>
                <a:schemeClr val="tx1"/>
              </a:solidFill>
              <a:miter lim="800000"/>
              <a:headEnd/>
              <a:tailEnd/>
            </a:ln>
          </p:spPr>
          <p:txBody>
            <a:bodyPr wrap="none" anchor="ctr"/>
            <a:lstStyle/>
            <a:p>
              <a:pPr eaLnBrk="0" hangingPunct="0"/>
              <a:endParaRPr lang="zh-CN" altLang="en-US" b="1">
                <a:solidFill>
                  <a:srgbClr val="0000CC"/>
                </a:solidFill>
                <a:ea typeface="黑体" panose="02010609060101010101" pitchFamily="49" charset="-122"/>
              </a:endParaRPr>
            </a:p>
          </p:txBody>
        </p:sp>
        <p:sp>
          <p:nvSpPr>
            <p:cNvPr id="1025079" name="Rectangle 56"/>
            <p:cNvSpPr>
              <a:spLocks noChangeArrowheads="1"/>
            </p:cNvSpPr>
            <p:nvPr/>
          </p:nvSpPr>
          <p:spPr bwMode="auto">
            <a:xfrm>
              <a:off x="1491" y="212"/>
              <a:ext cx="632" cy="240"/>
            </a:xfrm>
            <a:prstGeom prst="rect">
              <a:avLst/>
            </a:prstGeom>
            <a:solidFill>
              <a:srgbClr val="FFFF99"/>
            </a:solidFill>
            <a:ln w="9525">
              <a:solidFill>
                <a:schemeClr val="tx1"/>
              </a:solidFill>
              <a:miter lim="800000"/>
              <a:headEnd/>
              <a:tailEnd/>
            </a:ln>
          </p:spPr>
          <p:txBody>
            <a:bodyPr wrap="none" anchor="ctr"/>
            <a:lstStyle/>
            <a:p>
              <a:pPr eaLnBrk="0" hangingPunct="0"/>
              <a:endParaRPr lang="zh-CN" altLang="en-US" b="1">
                <a:solidFill>
                  <a:srgbClr val="0000CC"/>
                </a:solidFill>
                <a:ea typeface="黑体" panose="02010609060101010101" pitchFamily="49" charset="-122"/>
              </a:endParaRPr>
            </a:p>
          </p:txBody>
        </p:sp>
      </p:grpSp>
      <p:sp>
        <p:nvSpPr>
          <p:cNvPr id="1025080" name="Text Box 57"/>
          <p:cNvSpPr txBox="1">
            <a:spLocks noChangeArrowheads="1"/>
          </p:cNvSpPr>
          <p:nvPr/>
        </p:nvSpPr>
        <p:spPr bwMode="auto">
          <a:xfrm>
            <a:off x="6467475" y="615950"/>
            <a:ext cx="1033463" cy="2460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lnSpc>
                <a:spcPct val="50000"/>
              </a:lnSpc>
            </a:pPr>
            <a:r>
              <a:rPr lang="en-US" altLang="zh-CN" sz="2000" b="1">
                <a:solidFill>
                  <a:srgbClr val="0000CC"/>
                </a:solidFill>
                <a:ea typeface="黑体" panose="02010609060101010101" pitchFamily="49" charset="-122"/>
              </a:rPr>
              <a:t>1  2  </a:t>
            </a:r>
            <a:r>
              <a:rPr lang="en-US" altLang="zh-CN" sz="2000" b="1">
                <a:solidFill>
                  <a:srgbClr val="0000CC"/>
                </a:solidFill>
                <a:ea typeface="黑体" panose="02010609060101010101" pitchFamily="49" charset="-122"/>
                <a:sym typeface="Symbol" panose="05050102010706020507" pitchFamily="18" charset="2"/>
              </a:rPr>
              <a:t>R</a:t>
            </a:r>
            <a:r>
              <a:rPr lang="en-US" altLang="zh-CN" sz="2000" b="1" baseline="-25000">
                <a:solidFill>
                  <a:srgbClr val="0000CC"/>
                </a:solidFill>
                <a:ea typeface="黑体" panose="02010609060101010101" pitchFamily="49" charset="-122"/>
                <a:sym typeface="Symbol" panose="05050102010706020507" pitchFamily="18" charset="2"/>
              </a:rPr>
              <a:t>1</a:t>
            </a:r>
          </a:p>
        </p:txBody>
      </p:sp>
      <p:sp>
        <p:nvSpPr>
          <p:cNvPr id="574522" name="Text Box 58"/>
          <p:cNvSpPr txBox="1">
            <a:spLocks noChangeArrowheads="1"/>
          </p:cNvSpPr>
          <p:nvPr/>
        </p:nvSpPr>
        <p:spPr bwMode="auto">
          <a:xfrm>
            <a:off x="1057275" y="3028950"/>
            <a:ext cx="6772275"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en-US" altLang="zh-CN" sz="2400" b="1">
                <a:solidFill>
                  <a:srgbClr val="0000CC"/>
                </a:solidFill>
                <a:ea typeface="黑体" panose="02010609060101010101" pitchFamily="49" charset="-122"/>
              </a:rPr>
              <a:t>R</a:t>
            </a:r>
            <a:r>
              <a:rPr lang="en-US" altLang="zh-CN" sz="2400" b="1" baseline="-25000">
                <a:solidFill>
                  <a:srgbClr val="0000CC"/>
                </a:solidFill>
                <a:ea typeface="黑体" panose="02010609060101010101" pitchFamily="49" charset="-122"/>
              </a:rPr>
              <a:t>1</a:t>
            </a:r>
            <a:r>
              <a:rPr lang="en-US" altLang="zh-CN" sz="2400" b="1">
                <a:solidFill>
                  <a:srgbClr val="0000CC"/>
                </a:solidFill>
                <a:ea typeface="黑体" panose="02010609060101010101" pitchFamily="49" charset="-122"/>
              </a:rPr>
              <a:t> </a:t>
            </a:r>
            <a:r>
              <a:rPr lang="zh-CN" altLang="en-US" sz="2400" b="1">
                <a:solidFill>
                  <a:srgbClr val="0000CC"/>
                </a:solidFill>
                <a:ea typeface="黑体" panose="02010609060101010101" pitchFamily="49" charset="-122"/>
              </a:rPr>
              <a:t>说：“我到网 </a:t>
            </a:r>
            <a:r>
              <a:rPr lang="en-US" altLang="zh-CN" sz="2400" b="1">
                <a:solidFill>
                  <a:srgbClr val="0000CC"/>
                </a:solidFill>
                <a:ea typeface="黑体" panose="02010609060101010101" pitchFamily="49" charset="-122"/>
              </a:rPr>
              <a:t>1 </a:t>
            </a:r>
            <a:r>
              <a:rPr lang="zh-CN" altLang="en-US" sz="2400" b="1">
                <a:solidFill>
                  <a:srgbClr val="0000CC"/>
                </a:solidFill>
                <a:ea typeface="黑体" panose="02010609060101010101" pitchFamily="49" charset="-122"/>
              </a:rPr>
              <a:t>的距离是 </a:t>
            </a:r>
            <a:r>
              <a:rPr lang="en-US" altLang="zh-CN" sz="2400" b="1">
                <a:solidFill>
                  <a:srgbClr val="0000CC"/>
                </a:solidFill>
                <a:ea typeface="黑体" panose="02010609060101010101" pitchFamily="49" charset="-122"/>
              </a:rPr>
              <a:t>1</a:t>
            </a:r>
            <a:r>
              <a:rPr lang="zh-CN" altLang="en-US" sz="2400" b="1">
                <a:solidFill>
                  <a:srgbClr val="0000CC"/>
                </a:solidFill>
                <a:ea typeface="黑体" panose="02010609060101010101" pitchFamily="49" charset="-122"/>
              </a:rPr>
              <a:t>，是直接交付。”</a:t>
            </a:r>
          </a:p>
        </p:txBody>
      </p:sp>
      <p:sp>
        <p:nvSpPr>
          <p:cNvPr id="574523" name="AutoShape 59"/>
          <p:cNvSpPr>
            <a:spLocks noChangeArrowheads="1"/>
          </p:cNvSpPr>
          <p:nvPr/>
        </p:nvSpPr>
        <p:spPr bwMode="auto">
          <a:xfrm>
            <a:off x="266700" y="1700213"/>
            <a:ext cx="3576638" cy="504825"/>
          </a:xfrm>
          <a:prstGeom prst="wedgeRoundRectCallout">
            <a:avLst>
              <a:gd name="adj1" fmla="val 16199"/>
              <a:gd name="adj2" fmla="val -235005"/>
              <a:gd name="adj3" fmla="val 16667"/>
            </a:avLst>
          </a:prstGeom>
          <a:solidFill>
            <a:srgbClr val="FFFF99"/>
          </a:solidFill>
          <a:ln w="9525">
            <a:solidFill>
              <a:schemeClr val="tx1"/>
            </a:solidFill>
            <a:miter lim="800000"/>
            <a:headEnd/>
            <a:tailEnd/>
          </a:ln>
        </p:spPr>
        <p:txBody>
          <a:bodyPr/>
          <a:lstStyle/>
          <a:p>
            <a:pPr algn="ctr" eaLnBrk="0" hangingPunct="0"/>
            <a:r>
              <a:rPr lang="en-US" altLang="zh-CN" sz="2000" b="1">
                <a:solidFill>
                  <a:srgbClr val="0000CC"/>
                </a:solidFill>
                <a:ea typeface="黑体" panose="02010609060101010101" pitchFamily="49" charset="-122"/>
              </a:rPr>
              <a:t>“1”</a:t>
            </a:r>
            <a:r>
              <a:rPr lang="zh-CN" altLang="en-US" sz="2000" b="1">
                <a:solidFill>
                  <a:srgbClr val="0000CC"/>
                </a:solidFill>
                <a:ea typeface="黑体" panose="02010609060101010101" pitchFamily="49" charset="-122"/>
              </a:rPr>
              <a:t>表示“从本路由器到网</a:t>
            </a:r>
            <a:r>
              <a:rPr lang="zh-CN" altLang="en-US" sz="1600" b="1">
                <a:solidFill>
                  <a:srgbClr val="0000CC"/>
                </a:solidFill>
                <a:ea typeface="黑体" panose="02010609060101010101" pitchFamily="49" charset="-122"/>
              </a:rPr>
              <a:t> </a:t>
            </a:r>
            <a:r>
              <a:rPr lang="en-US" altLang="zh-CN" sz="2000" b="1">
                <a:solidFill>
                  <a:srgbClr val="0000CC"/>
                </a:solidFill>
                <a:ea typeface="黑体" panose="02010609060101010101" pitchFamily="49" charset="-122"/>
              </a:rPr>
              <a:t>1”</a:t>
            </a:r>
          </a:p>
        </p:txBody>
      </p:sp>
      <p:sp>
        <p:nvSpPr>
          <p:cNvPr id="574524" name="AutoShape 60"/>
          <p:cNvSpPr>
            <a:spLocks noChangeArrowheads="1"/>
          </p:cNvSpPr>
          <p:nvPr/>
        </p:nvSpPr>
        <p:spPr bwMode="auto">
          <a:xfrm>
            <a:off x="4070350" y="2373313"/>
            <a:ext cx="3106738" cy="504825"/>
          </a:xfrm>
          <a:prstGeom prst="wedgeRoundRectCallout">
            <a:avLst>
              <a:gd name="adj1" fmla="val -85060"/>
              <a:gd name="adj2" fmla="val -368463"/>
              <a:gd name="adj3" fmla="val 16667"/>
            </a:avLst>
          </a:prstGeom>
          <a:solidFill>
            <a:srgbClr val="FFFF99"/>
          </a:solidFill>
          <a:ln w="9525">
            <a:solidFill>
              <a:schemeClr val="tx1"/>
            </a:solidFill>
            <a:miter lim="800000"/>
            <a:headEnd/>
            <a:tailEnd/>
          </a:ln>
        </p:spPr>
        <p:txBody>
          <a:bodyPr/>
          <a:lstStyle/>
          <a:p>
            <a:pPr algn="ctr" eaLnBrk="0" hangingPunct="0"/>
            <a:r>
              <a:rPr lang="en-US" altLang="zh-CN" sz="2000" b="1">
                <a:solidFill>
                  <a:srgbClr val="0000CC"/>
                </a:solidFill>
                <a:ea typeface="黑体" panose="02010609060101010101" pitchFamily="49" charset="-122"/>
              </a:rPr>
              <a:t>“1”</a:t>
            </a:r>
            <a:r>
              <a:rPr lang="zh-CN" altLang="en-US" sz="2000" b="1">
                <a:solidFill>
                  <a:srgbClr val="0000CC"/>
                </a:solidFill>
                <a:ea typeface="黑体" panose="02010609060101010101" pitchFamily="49" charset="-122"/>
              </a:rPr>
              <a:t>表示“距离是</a:t>
            </a:r>
            <a:r>
              <a:rPr lang="zh-CN" altLang="en-US" sz="1600" b="1">
                <a:solidFill>
                  <a:srgbClr val="0000CC"/>
                </a:solidFill>
                <a:ea typeface="黑体" panose="02010609060101010101" pitchFamily="49" charset="-122"/>
              </a:rPr>
              <a:t> </a:t>
            </a:r>
            <a:r>
              <a:rPr lang="en-US" altLang="zh-CN" sz="2000" b="1">
                <a:solidFill>
                  <a:srgbClr val="0000CC"/>
                </a:solidFill>
                <a:ea typeface="黑体" panose="02010609060101010101" pitchFamily="49" charset="-122"/>
              </a:rPr>
              <a:t>1”</a:t>
            </a:r>
          </a:p>
        </p:txBody>
      </p:sp>
      <p:sp>
        <p:nvSpPr>
          <p:cNvPr id="574525" name="AutoShape 61"/>
          <p:cNvSpPr>
            <a:spLocks noChangeArrowheads="1"/>
          </p:cNvSpPr>
          <p:nvPr/>
        </p:nvSpPr>
        <p:spPr bwMode="auto">
          <a:xfrm>
            <a:off x="5622925" y="1671638"/>
            <a:ext cx="2930525" cy="461962"/>
          </a:xfrm>
          <a:prstGeom prst="wedgeRoundRectCallout">
            <a:avLst>
              <a:gd name="adj1" fmla="val -129949"/>
              <a:gd name="adj2" fmla="val -268426"/>
              <a:gd name="adj3" fmla="val 16667"/>
            </a:avLst>
          </a:prstGeom>
          <a:solidFill>
            <a:srgbClr val="FFFF99"/>
          </a:solidFill>
          <a:ln w="9525">
            <a:solidFill>
              <a:schemeClr val="tx1"/>
            </a:solidFill>
            <a:miter lim="800000"/>
            <a:headEnd/>
            <a:tailEnd/>
          </a:ln>
        </p:spPr>
        <p:txBody>
          <a:bodyPr/>
          <a:lstStyle/>
          <a:p>
            <a:pPr algn="ctr" eaLnBrk="0" hangingPunct="0"/>
            <a:r>
              <a:rPr lang="en-US" altLang="zh-CN" sz="2000" b="1">
                <a:solidFill>
                  <a:srgbClr val="0000CC"/>
                </a:solidFill>
                <a:ea typeface="黑体" panose="02010609060101010101" pitchFamily="49" charset="-122"/>
              </a:rPr>
              <a:t>“</a:t>
            </a:r>
            <a:r>
              <a:rPr lang="en-US" altLang="zh-CN" sz="2000" b="1">
                <a:solidFill>
                  <a:srgbClr val="0000CC"/>
                </a:solidFill>
                <a:ea typeface="黑体" panose="02010609060101010101" pitchFamily="49" charset="-122"/>
                <a:sym typeface="Symbol" panose="05050102010706020507" pitchFamily="18" charset="2"/>
              </a:rPr>
              <a:t></a:t>
            </a:r>
            <a:r>
              <a:rPr lang="en-US" altLang="zh-CN" sz="2000" b="1">
                <a:solidFill>
                  <a:srgbClr val="0000CC"/>
                </a:solidFill>
                <a:ea typeface="黑体" panose="02010609060101010101" pitchFamily="49" charset="-122"/>
              </a:rPr>
              <a:t>”</a:t>
            </a:r>
            <a:r>
              <a:rPr lang="zh-CN" altLang="en-US" sz="2000" b="1">
                <a:solidFill>
                  <a:srgbClr val="0000CC"/>
                </a:solidFill>
                <a:ea typeface="黑体" panose="02010609060101010101" pitchFamily="49" charset="-122"/>
              </a:rPr>
              <a:t>表示“直接交付”</a:t>
            </a:r>
          </a:p>
        </p:txBody>
      </p:sp>
      <p:sp>
        <p:nvSpPr>
          <p:cNvPr id="1025085" name="灯片编号占位符 3"/>
          <p:cNvSpPr>
            <a:spLocks noGrp="1" noChangeArrowheads="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p>
            <a:fld id="{09F8F830-138C-4610-85C9-C3392F519F33}" type="slidenum">
              <a:rPr lang="zh-CN" altLang="en-US" smtClean="0"/>
              <a:pPr/>
              <a:t>27</a:t>
            </a:fld>
            <a:endParaRPr lang="en-US" altLang="zh-CN" smtClean="0"/>
          </a:p>
        </p:txBody>
      </p:sp>
      <p:sp>
        <p:nvSpPr>
          <p:cNvPr id="1025086" name="页脚占位符 4"/>
          <p:cNvSpPr>
            <a:spLocks noGrp="1" noChangeArrowheads="1"/>
          </p:cNvSpPr>
          <p:nvPr>
            <p:ph type="ftr"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p>
            <a:r>
              <a:rPr lang="en-US" altLang="zh-CN" smtClean="0"/>
              <a:t>ppt课件</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1" presetClass="entr" presetSubtype="0" fill="hold" grpId="0" nodeType="afterEffect">
                                  <p:stCondLst>
                                    <p:cond delay="0"/>
                                  </p:stCondLst>
                                  <p:childTnLst>
                                    <p:set>
                                      <p:cBhvr>
                                        <p:cTn id="6" dur="1" fill="hold">
                                          <p:stCondLst>
                                            <p:cond delay="0"/>
                                          </p:stCondLst>
                                        </p:cTn>
                                        <p:tgtEl>
                                          <p:spTgt spid="574522"/>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574523"/>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574524"/>
                                        </p:tgtEl>
                                        <p:attrNameLst>
                                          <p:attrName>style.visibility</p:attrName>
                                        </p:attrNameLst>
                                      </p:cBhvr>
                                      <p:to>
                                        <p:strVal val="visible"/>
                                      </p:to>
                                    </p:set>
                                  </p:childTnLst>
                                </p:cTn>
                              </p:par>
                            </p:childTnLst>
                          </p:cTn>
                        </p:par>
                      </p:childTnLst>
                    </p:cTn>
                  </p:par>
                  <p:par>
                    <p:cTn id="15" fill="hold" nodeType="clickPar">
                      <p:stCondLst>
                        <p:cond delay="indefinite"/>
                      </p:stCondLst>
                      <p:childTnLst>
                        <p:par>
                          <p:cTn id="16" fill="hold" nodeType="withGroup">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57452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74522" grpId="0"/>
      <p:bldP spid="574523" grpId="0" animBg="1"/>
      <p:bldP spid="574524" grpId="0" animBg="1"/>
      <p:bldP spid="574525" grpId="0" animBg="1"/>
    </p:bld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7073" name="Line 2"/>
          <p:cNvSpPr>
            <a:spLocks noChangeShapeType="1"/>
          </p:cNvSpPr>
          <p:nvPr/>
        </p:nvSpPr>
        <p:spPr bwMode="auto">
          <a:xfrm>
            <a:off x="1785938" y="1063625"/>
            <a:ext cx="7010400" cy="0"/>
          </a:xfrm>
          <a:prstGeom prst="line">
            <a:avLst/>
          </a:prstGeom>
          <a:noFill/>
          <a:ln w="28575">
            <a:solidFill>
              <a:schemeClr val="tx2"/>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CC"/>
              </a:solidFill>
              <a:ea typeface="黑体" panose="02010609060101010101" pitchFamily="49" charset="-122"/>
            </a:endParaRPr>
          </a:p>
        </p:txBody>
      </p:sp>
      <p:pic>
        <p:nvPicPr>
          <p:cNvPr id="1027074" name="Picture 3"/>
          <p:cNvPicPr>
            <a:picLocks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2813050" y="908050"/>
            <a:ext cx="790575" cy="3381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027075" name="Text Box 4"/>
          <p:cNvSpPr txBox="1">
            <a:spLocks noChangeArrowheads="1"/>
          </p:cNvSpPr>
          <p:nvPr/>
        </p:nvSpPr>
        <p:spPr bwMode="auto">
          <a:xfrm>
            <a:off x="7105650" y="1157288"/>
            <a:ext cx="465138"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en-US" altLang="zh-CN" sz="2000" b="1">
                <a:solidFill>
                  <a:srgbClr val="0000CC"/>
                </a:solidFill>
                <a:ea typeface="黑体" panose="02010609060101010101" pitchFamily="49" charset="-122"/>
              </a:rPr>
              <a:t>R</a:t>
            </a:r>
            <a:r>
              <a:rPr lang="en-US" altLang="zh-CN" sz="2000" b="1" baseline="-25000">
                <a:solidFill>
                  <a:srgbClr val="0000CC"/>
                </a:solidFill>
                <a:ea typeface="黑体" panose="02010609060101010101" pitchFamily="49" charset="-122"/>
              </a:rPr>
              <a:t>2</a:t>
            </a:r>
            <a:endParaRPr lang="en-US" altLang="zh-CN" sz="2000" b="1">
              <a:solidFill>
                <a:srgbClr val="0000CC"/>
              </a:solidFill>
              <a:ea typeface="黑体" panose="02010609060101010101" pitchFamily="49" charset="-122"/>
            </a:endParaRPr>
          </a:p>
        </p:txBody>
      </p:sp>
      <p:sp>
        <p:nvSpPr>
          <p:cNvPr id="1027076" name="Text Box 5"/>
          <p:cNvSpPr txBox="1">
            <a:spLocks noChangeArrowheads="1"/>
          </p:cNvSpPr>
          <p:nvPr/>
        </p:nvSpPr>
        <p:spPr bwMode="auto">
          <a:xfrm>
            <a:off x="3048000" y="1157288"/>
            <a:ext cx="465138"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en-US" altLang="zh-CN" sz="2000" b="1">
                <a:solidFill>
                  <a:srgbClr val="0000CC"/>
                </a:solidFill>
                <a:ea typeface="黑体" panose="02010609060101010101" pitchFamily="49" charset="-122"/>
              </a:rPr>
              <a:t>R</a:t>
            </a:r>
            <a:r>
              <a:rPr lang="en-US" altLang="zh-CN" sz="2000" b="1" baseline="-25000">
                <a:solidFill>
                  <a:srgbClr val="0000CC"/>
                </a:solidFill>
                <a:ea typeface="黑体" panose="02010609060101010101" pitchFamily="49" charset="-122"/>
              </a:rPr>
              <a:t>1</a:t>
            </a:r>
            <a:endParaRPr lang="en-US" altLang="zh-CN" sz="2000" b="1">
              <a:solidFill>
                <a:srgbClr val="0000CC"/>
              </a:solidFill>
              <a:ea typeface="黑体" panose="02010609060101010101" pitchFamily="49" charset="-122"/>
            </a:endParaRPr>
          </a:p>
        </p:txBody>
      </p:sp>
      <p:pic>
        <p:nvPicPr>
          <p:cNvPr id="1027077" name="Picture 6"/>
          <p:cNvPicPr>
            <a:picLocks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6708775" y="908050"/>
            <a:ext cx="790575" cy="3381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1027078" name="Group 7"/>
          <p:cNvGrpSpPr>
            <a:grpSpLocks/>
          </p:cNvGrpSpPr>
          <p:nvPr/>
        </p:nvGrpSpPr>
        <p:grpSpPr bwMode="auto">
          <a:xfrm>
            <a:off x="768350" y="631825"/>
            <a:ext cx="1277938" cy="858838"/>
            <a:chOff x="4830" y="1752"/>
            <a:chExt cx="667" cy="477"/>
          </a:xfrm>
        </p:grpSpPr>
        <p:grpSp>
          <p:nvGrpSpPr>
            <p:cNvPr id="1027079" name="Group 8"/>
            <p:cNvGrpSpPr>
              <a:grpSpLocks/>
            </p:cNvGrpSpPr>
            <p:nvPr/>
          </p:nvGrpSpPr>
          <p:grpSpPr bwMode="auto">
            <a:xfrm>
              <a:off x="4830" y="1752"/>
              <a:ext cx="667" cy="477"/>
              <a:chOff x="2949" y="196"/>
              <a:chExt cx="941" cy="598"/>
            </a:xfrm>
          </p:grpSpPr>
          <p:sp>
            <p:nvSpPr>
              <p:cNvPr id="1027080" name="Oval 9"/>
              <p:cNvSpPr>
                <a:spLocks noChangeArrowheads="1"/>
              </p:cNvSpPr>
              <p:nvPr/>
            </p:nvSpPr>
            <p:spPr bwMode="auto">
              <a:xfrm>
                <a:off x="3168" y="196"/>
                <a:ext cx="407" cy="162"/>
              </a:xfrm>
              <a:prstGeom prst="ellipse">
                <a:avLst/>
              </a:prstGeom>
              <a:solidFill>
                <a:srgbClr val="EAEAEA"/>
              </a:solidFill>
              <a:ln w="12700">
                <a:solidFill>
                  <a:schemeClr val="tx1"/>
                </a:solidFill>
                <a:round/>
                <a:headEnd/>
                <a:tailEnd/>
              </a:ln>
            </p:spPr>
            <p:txBody>
              <a:bodyPr wrap="none" anchor="ctr"/>
              <a:lstStyle/>
              <a:p>
                <a:pPr eaLnBrk="0" hangingPunct="0"/>
                <a:endParaRPr lang="zh-CN" altLang="en-US" b="1">
                  <a:solidFill>
                    <a:srgbClr val="0000CC"/>
                  </a:solidFill>
                  <a:ea typeface="黑体" panose="02010609060101010101" pitchFamily="49" charset="-122"/>
                </a:endParaRPr>
              </a:p>
            </p:txBody>
          </p:sp>
          <p:sp>
            <p:nvSpPr>
              <p:cNvPr id="1027081" name="Oval 10"/>
              <p:cNvSpPr>
                <a:spLocks noChangeArrowheads="1"/>
              </p:cNvSpPr>
              <p:nvPr/>
            </p:nvSpPr>
            <p:spPr bwMode="auto">
              <a:xfrm rot="900000">
                <a:off x="3512" y="252"/>
                <a:ext cx="275" cy="131"/>
              </a:xfrm>
              <a:prstGeom prst="ellipse">
                <a:avLst/>
              </a:prstGeom>
              <a:solidFill>
                <a:srgbClr val="EAEAEA"/>
              </a:solidFill>
              <a:ln w="12700">
                <a:solidFill>
                  <a:schemeClr val="tx1"/>
                </a:solidFill>
                <a:round/>
                <a:headEnd/>
                <a:tailEnd/>
              </a:ln>
            </p:spPr>
            <p:txBody>
              <a:bodyPr wrap="none" anchor="ctr"/>
              <a:lstStyle/>
              <a:p>
                <a:pPr eaLnBrk="0" hangingPunct="0"/>
                <a:endParaRPr lang="zh-CN" altLang="en-US" b="1">
                  <a:solidFill>
                    <a:srgbClr val="0000CC"/>
                  </a:solidFill>
                  <a:ea typeface="黑体" panose="02010609060101010101" pitchFamily="49" charset="-122"/>
                </a:endParaRPr>
              </a:p>
            </p:txBody>
          </p:sp>
          <p:sp>
            <p:nvSpPr>
              <p:cNvPr id="1027082" name="Oval 11"/>
              <p:cNvSpPr>
                <a:spLocks noChangeArrowheads="1"/>
              </p:cNvSpPr>
              <p:nvPr/>
            </p:nvSpPr>
            <p:spPr bwMode="auto">
              <a:xfrm rot="1500000">
                <a:off x="3650" y="385"/>
                <a:ext cx="240" cy="153"/>
              </a:xfrm>
              <a:prstGeom prst="ellipse">
                <a:avLst/>
              </a:prstGeom>
              <a:solidFill>
                <a:srgbClr val="EAEAEA"/>
              </a:solidFill>
              <a:ln w="12700">
                <a:solidFill>
                  <a:schemeClr val="tx1"/>
                </a:solidFill>
                <a:round/>
                <a:headEnd/>
                <a:tailEnd/>
              </a:ln>
            </p:spPr>
            <p:txBody>
              <a:bodyPr wrap="none" anchor="ctr"/>
              <a:lstStyle/>
              <a:p>
                <a:pPr eaLnBrk="0" hangingPunct="0"/>
                <a:endParaRPr lang="zh-CN" altLang="en-US" b="1">
                  <a:solidFill>
                    <a:srgbClr val="0000CC"/>
                  </a:solidFill>
                  <a:ea typeface="黑体" panose="02010609060101010101" pitchFamily="49" charset="-122"/>
                </a:endParaRPr>
              </a:p>
            </p:txBody>
          </p:sp>
          <p:sp>
            <p:nvSpPr>
              <p:cNvPr id="1027083" name="Oval 12"/>
              <p:cNvSpPr>
                <a:spLocks noChangeArrowheads="1"/>
              </p:cNvSpPr>
              <p:nvPr/>
            </p:nvSpPr>
            <p:spPr bwMode="auto">
              <a:xfrm rot="-1560000">
                <a:off x="3573" y="537"/>
                <a:ext cx="291" cy="189"/>
              </a:xfrm>
              <a:prstGeom prst="ellipse">
                <a:avLst/>
              </a:prstGeom>
              <a:solidFill>
                <a:srgbClr val="EAEAEA"/>
              </a:solidFill>
              <a:ln w="12700">
                <a:solidFill>
                  <a:schemeClr val="tx1"/>
                </a:solidFill>
                <a:round/>
                <a:headEnd/>
                <a:tailEnd/>
              </a:ln>
            </p:spPr>
            <p:txBody>
              <a:bodyPr wrap="none" anchor="ctr"/>
              <a:lstStyle/>
              <a:p>
                <a:pPr eaLnBrk="0" hangingPunct="0"/>
                <a:endParaRPr lang="zh-CN" altLang="en-US" b="1">
                  <a:solidFill>
                    <a:srgbClr val="0000CC"/>
                  </a:solidFill>
                  <a:ea typeface="黑体" panose="02010609060101010101" pitchFamily="49" charset="-122"/>
                </a:endParaRPr>
              </a:p>
            </p:txBody>
          </p:sp>
          <p:sp>
            <p:nvSpPr>
              <p:cNvPr id="1027084" name="Oval 13"/>
              <p:cNvSpPr>
                <a:spLocks noChangeArrowheads="1"/>
              </p:cNvSpPr>
              <p:nvPr/>
            </p:nvSpPr>
            <p:spPr bwMode="auto">
              <a:xfrm>
                <a:off x="3216" y="555"/>
                <a:ext cx="471" cy="239"/>
              </a:xfrm>
              <a:prstGeom prst="ellipse">
                <a:avLst/>
              </a:prstGeom>
              <a:solidFill>
                <a:srgbClr val="EAEAEA"/>
              </a:solidFill>
              <a:ln w="12700">
                <a:solidFill>
                  <a:schemeClr val="tx1"/>
                </a:solidFill>
                <a:round/>
                <a:headEnd/>
                <a:tailEnd/>
              </a:ln>
            </p:spPr>
            <p:txBody>
              <a:bodyPr wrap="none" anchor="ctr"/>
              <a:lstStyle/>
              <a:p>
                <a:pPr eaLnBrk="0" hangingPunct="0"/>
                <a:endParaRPr lang="zh-CN" altLang="en-US" b="1">
                  <a:solidFill>
                    <a:srgbClr val="0000CC"/>
                  </a:solidFill>
                  <a:ea typeface="黑体" panose="02010609060101010101" pitchFamily="49" charset="-122"/>
                </a:endParaRPr>
              </a:p>
            </p:txBody>
          </p:sp>
          <p:sp>
            <p:nvSpPr>
              <p:cNvPr id="1027085" name="Oval 14"/>
              <p:cNvSpPr>
                <a:spLocks noChangeArrowheads="1"/>
              </p:cNvSpPr>
              <p:nvPr/>
            </p:nvSpPr>
            <p:spPr bwMode="auto">
              <a:xfrm rot="1080000">
                <a:off x="3023" y="555"/>
                <a:ext cx="265" cy="156"/>
              </a:xfrm>
              <a:prstGeom prst="ellipse">
                <a:avLst/>
              </a:prstGeom>
              <a:solidFill>
                <a:srgbClr val="EAEAEA"/>
              </a:solidFill>
              <a:ln w="12700">
                <a:solidFill>
                  <a:schemeClr val="tx1"/>
                </a:solidFill>
                <a:round/>
                <a:headEnd/>
                <a:tailEnd/>
              </a:ln>
            </p:spPr>
            <p:txBody>
              <a:bodyPr wrap="none" anchor="ctr"/>
              <a:lstStyle/>
              <a:p>
                <a:pPr eaLnBrk="0" hangingPunct="0"/>
                <a:endParaRPr lang="zh-CN" altLang="en-US" b="1">
                  <a:solidFill>
                    <a:srgbClr val="0000CC"/>
                  </a:solidFill>
                  <a:ea typeface="黑体" panose="02010609060101010101" pitchFamily="49" charset="-122"/>
                </a:endParaRPr>
              </a:p>
            </p:txBody>
          </p:sp>
          <p:sp>
            <p:nvSpPr>
              <p:cNvPr id="1027086" name="Oval 15"/>
              <p:cNvSpPr>
                <a:spLocks noChangeArrowheads="1"/>
              </p:cNvSpPr>
              <p:nvPr/>
            </p:nvSpPr>
            <p:spPr bwMode="auto">
              <a:xfrm>
                <a:off x="2949" y="432"/>
                <a:ext cx="217" cy="156"/>
              </a:xfrm>
              <a:prstGeom prst="ellipse">
                <a:avLst/>
              </a:prstGeom>
              <a:solidFill>
                <a:srgbClr val="EAEAEA"/>
              </a:solidFill>
              <a:ln w="12700">
                <a:solidFill>
                  <a:schemeClr val="tx1"/>
                </a:solidFill>
                <a:round/>
                <a:headEnd/>
                <a:tailEnd/>
              </a:ln>
            </p:spPr>
            <p:txBody>
              <a:bodyPr wrap="none" anchor="ctr"/>
              <a:lstStyle/>
              <a:p>
                <a:pPr eaLnBrk="0" hangingPunct="0"/>
                <a:endParaRPr lang="zh-CN" altLang="en-US" b="1">
                  <a:solidFill>
                    <a:srgbClr val="0000CC"/>
                  </a:solidFill>
                  <a:ea typeface="黑体" panose="02010609060101010101" pitchFamily="49" charset="-122"/>
                </a:endParaRPr>
              </a:p>
            </p:txBody>
          </p:sp>
          <p:sp>
            <p:nvSpPr>
              <p:cNvPr id="1027087" name="Oval 16"/>
              <p:cNvSpPr>
                <a:spLocks noChangeArrowheads="1"/>
              </p:cNvSpPr>
              <p:nvPr/>
            </p:nvSpPr>
            <p:spPr bwMode="auto">
              <a:xfrm rot="-1860000">
                <a:off x="2984" y="310"/>
                <a:ext cx="295" cy="156"/>
              </a:xfrm>
              <a:prstGeom prst="ellipse">
                <a:avLst/>
              </a:prstGeom>
              <a:solidFill>
                <a:srgbClr val="EAEAEA"/>
              </a:solidFill>
              <a:ln w="12700">
                <a:solidFill>
                  <a:schemeClr val="tx1"/>
                </a:solidFill>
                <a:round/>
                <a:headEnd/>
                <a:tailEnd/>
              </a:ln>
            </p:spPr>
            <p:txBody>
              <a:bodyPr wrap="none" anchor="ctr"/>
              <a:lstStyle/>
              <a:p>
                <a:pPr eaLnBrk="0" hangingPunct="0"/>
                <a:endParaRPr lang="zh-CN" altLang="en-US" b="1">
                  <a:solidFill>
                    <a:srgbClr val="0000CC"/>
                  </a:solidFill>
                  <a:ea typeface="黑体" panose="02010609060101010101" pitchFamily="49" charset="-122"/>
                </a:endParaRPr>
              </a:p>
            </p:txBody>
          </p:sp>
          <p:sp>
            <p:nvSpPr>
              <p:cNvPr id="1027088" name="Freeform 17"/>
              <p:cNvSpPr>
                <a:spLocks noChangeArrowheads="1"/>
              </p:cNvSpPr>
              <p:nvPr/>
            </p:nvSpPr>
            <p:spPr bwMode="auto">
              <a:xfrm>
                <a:off x="3051" y="300"/>
                <a:ext cx="738" cy="407"/>
              </a:xfrm>
              <a:custGeom>
                <a:avLst/>
                <a:gdLst>
                  <a:gd name="T0" fmla="*/ 108 w 738"/>
                  <a:gd name="T1" fmla="*/ 82 h 407"/>
                  <a:gd name="T2" fmla="*/ 145 w 738"/>
                  <a:gd name="T3" fmla="*/ 77 h 407"/>
                  <a:gd name="T4" fmla="*/ 183 w 738"/>
                  <a:gd name="T5" fmla="*/ 72 h 407"/>
                  <a:gd name="T6" fmla="*/ 215 w 738"/>
                  <a:gd name="T7" fmla="*/ 67 h 407"/>
                  <a:gd name="T8" fmla="*/ 237 w 738"/>
                  <a:gd name="T9" fmla="*/ 46 h 407"/>
                  <a:gd name="T10" fmla="*/ 204 w 738"/>
                  <a:gd name="T11" fmla="*/ 41 h 407"/>
                  <a:gd name="T12" fmla="*/ 172 w 738"/>
                  <a:gd name="T13" fmla="*/ 46 h 407"/>
                  <a:gd name="T14" fmla="*/ 156 w 738"/>
                  <a:gd name="T15" fmla="*/ 46 h 407"/>
                  <a:gd name="T16" fmla="*/ 188 w 738"/>
                  <a:gd name="T17" fmla="*/ 26 h 407"/>
                  <a:gd name="T18" fmla="*/ 226 w 738"/>
                  <a:gd name="T19" fmla="*/ 15 h 407"/>
                  <a:gd name="T20" fmla="*/ 258 w 738"/>
                  <a:gd name="T21" fmla="*/ 10 h 407"/>
                  <a:gd name="T22" fmla="*/ 290 w 738"/>
                  <a:gd name="T23" fmla="*/ 5 h 407"/>
                  <a:gd name="T24" fmla="*/ 323 w 738"/>
                  <a:gd name="T25" fmla="*/ 0 h 407"/>
                  <a:gd name="T26" fmla="*/ 355 w 738"/>
                  <a:gd name="T27" fmla="*/ 0 h 407"/>
                  <a:gd name="T28" fmla="*/ 387 w 738"/>
                  <a:gd name="T29" fmla="*/ 0 h 407"/>
                  <a:gd name="T30" fmla="*/ 463 w 738"/>
                  <a:gd name="T31" fmla="*/ 0 h 407"/>
                  <a:gd name="T32" fmla="*/ 506 w 738"/>
                  <a:gd name="T33" fmla="*/ 0 h 407"/>
                  <a:gd name="T34" fmla="*/ 543 w 738"/>
                  <a:gd name="T35" fmla="*/ 15 h 407"/>
                  <a:gd name="T36" fmla="*/ 570 w 738"/>
                  <a:gd name="T37" fmla="*/ 36 h 407"/>
                  <a:gd name="T38" fmla="*/ 603 w 738"/>
                  <a:gd name="T39" fmla="*/ 51 h 407"/>
                  <a:gd name="T40" fmla="*/ 635 w 738"/>
                  <a:gd name="T41" fmla="*/ 57 h 407"/>
                  <a:gd name="T42" fmla="*/ 667 w 738"/>
                  <a:gd name="T43" fmla="*/ 77 h 407"/>
                  <a:gd name="T44" fmla="*/ 694 w 738"/>
                  <a:gd name="T45" fmla="*/ 98 h 407"/>
                  <a:gd name="T46" fmla="*/ 715 w 738"/>
                  <a:gd name="T47" fmla="*/ 128 h 407"/>
                  <a:gd name="T48" fmla="*/ 721 w 738"/>
                  <a:gd name="T49" fmla="*/ 164 h 407"/>
                  <a:gd name="T50" fmla="*/ 726 w 738"/>
                  <a:gd name="T51" fmla="*/ 195 h 407"/>
                  <a:gd name="T52" fmla="*/ 726 w 738"/>
                  <a:gd name="T53" fmla="*/ 226 h 407"/>
                  <a:gd name="T54" fmla="*/ 726 w 738"/>
                  <a:gd name="T55" fmla="*/ 257 h 407"/>
                  <a:gd name="T56" fmla="*/ 737 w 738"/>
                  <a:gd name="T57" fmla="*/ 288 h 407"/>
                  <a:gd name="T58" fmla="*/ 737 w 738"/>
                  <a:gd name="T59" fmla="*/ 319 h 407"/>
                  <a:gd name="T60" fmla="*/ 715 w 738"/>
                  <a:gd name="T61" fmla="*/ 349 h 407"/>
                  <a:gd name="T62" fmla="*/ 678 w 738"/>
                  <a:gd name="T63" fmla="*/ 365 h 407"/>
                  <a:gd name="T64" fmla="*/ 646 w 738"/>
                  <a:gd name="T65" fmla="*/ 380 h 407"/>
                  <a:gd name="T66" fmla="*/ 613 w 738"/>
                  <a:gd name="T67" fmla="*/ 396 h 407"/>
                  <a:gd name="T68" fmla="*/ 581 w 738"/>
                  <a:gd name="T69" fmla="*/ 401 h 407"/>
                  <a:gd name="T70" fmla="*/ 538 w 738"/>
                  <a:gd name="T71" fmla="*/ 406 h 407"/>
                  <a:gd name="T72" fmla="*/ 500 w 738"/>
                  <a:gd name="T73" fmla="*/ 406 h 407"/>
                  <a:gd name="T74" fmla="*/ 468 w 738"/>
                  <a:gd name="T75" fmla="*/ 406 h 407"/>
                  <a:gd name="T76" fmla="*/ 436 w 738"/>
                  <a:gd name="T77" fmla="*/ 406 h 407"/>
                  <a:gd name="T78" fmla="*/ 403 w 738"/>
                  <a:gd name="T79" fmla="*/ 406 h 407"/>
                  <a:gd name="T80" fmla="*/ 371 w 738"/>
                  <a:gd name="T81" fmla="*/ 406 h 407"/>
                  <a:gd name="T82" fmla="*/ 339 w 738"/>
                  <a:gd name="T83" fmla="*/ 406 h 407"/>
                  <a:gd name="T84" fmla="*/ 307 w 738"/>
                  <a:gd name="T85" fmla="*/ 406 h 407"/>
                  <a:gd name="T86" fmla="*/ 269 w 738"/>
                  <a:gd name="T87" fmla="*/ 406 h 407"/>
                  <a:gd name="T88" fmla="*/ 237 w 738"/>
                  <a:gd name="T89" fmla="*/ 406 h 407"/>
                  <a:gd name="T90" fmla="*/ 204 w 738"/>
                  <a:gd name="T91" fmla="*/ 406 h 407"/>
                  <a:gd name="T92" fmla="*/ 172 w 738"/>
                  <a:gd name="T93" fmla="*/ 391 h 407"/>
                  <a:gd name="T94" fmla="*/ 140 w 738"/>
                  <a:gd name="T95" fmla="*/ 380 h 407"/>
                  <a:gd name="T96" fmla="*/ 108 w 738"/>
                  <a:gd name="T97" fmla="*/ 365 h 407"/>
                  <a:gd name="T98" fmla="*/ 81 w 738"/>
                  <a:gd name="T99" fmla="*/ 339 h 407"/>
                  <a:gd name="T100" fmla="*/ 59 w 738"/>
                  <a:gd name="T101" fmla="*/ 319 h 407"/>
                  <a:gd name="T102" fmla="*/ 38 w 738"/>
                  <a:gd name="T103" fmla="*/ 288 h 407"/>
                  <a:gd name="T104" fmla="*/ 16 w 738"/>
                  <a:gd name="T105" fmla="*/ 252 h 407"/>
                  <a:gd name="T106" fmla="*/ 0 w 738"/>
                  <a:gd name="T107" fmla="*/ 216 h 407"/>
                  <a:gd name="T108" fmla="*/ 0 w 738"/>
                  <a:gd name="T109" fmla="*/ 185 h 407"/>
                  <a:gd name="T110" fmla="*/ 5 w 738"/>
                  <a:gd name="T111" fmla="*/ 149 h 407"/>
                  <a:gd name="T112" fmla="*/ 27 w 738"/>
                  <a:gd name="T113" fmla="*/ 123 h 407"/>
                  <a:gd name="T114" fmla="*/ 54 w 738"/>
                  <a:gd name="T115" fmla="*/ 108 h 407"/>
                  <a:gd name="T116" fmla="*/ 86 w 738"/>
                  <a:gd name="T117" fmla="*/ 98 h 407"/>
                  <a:gd name="T118" fmla="*/ 113 w 738"/>
                  <a:gd name="T119" fmla="*/ 82 h 407"/>
                  <a:gd name="T120" fmla="*/ 129 w 738"/>
                  <a:gd name="T121" fmla="*/ 98 h 40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Lst>
                <a:rect l="0" t="0" r="r" b="b"/>
                <a:pathLst>
                  <a:path w="738" h="407">
                    <a:moveTo>
                      <a:pt x="91" y="82"/>
                    </a:moveTo>
                    <a:lnTo>
                      <a:pt x="108" y="82"/>
                    </a:lnTo>
                    <a:lnTo>
                      <a:pt x="124" y="82"/>
                    </a:lnTo>
                    <a:lnTo>
                      <a:pt x="145" y="77"/>
                    </a:lnTo>
                    <a:lnTo>
                      <a:pt x="161" y="77"/>
                    </a:lnTo>
                    <a:lnTo>
                      <a:pt x="183" y="72"/>
                    </a:lnTo>
                    <a:lnTo>
                      <a:pt x="199" y="72"/>
                    </a:lnTo>
                    <a:lnTo>
                      <a:pt x="215" y="67"/>
                    </a:lnTo>
                    <a:lnTo>
                      <a:pt x="231" y="62"/>
                    </a:lnTo>
                    <a:lnTo>
                      <a:pt x="237" y="46"/>
                    </a:lnTo>
                    <a:lnTo>
                      <a:pt x="221" y="41"/>
                    </a:lnTo>
                    <a:lnTo>
                      <a:pt x="204" y="41"/>
                    </a:lnTo>
                    <a:lnTo>
                      <a:pt x="188" y="46"/>
                    </a:lnTo>
                    <a:lnTo>
                      <a:pt x="172" y="46"/>
                    </a:lnTo>
                    <a:lnTo>
                      <a:pt x="156" y="62"/>
                    </a:lnTo>
                    <a:lnTo>
                      <a:pt x="156" y="46"/>
                    </a:lnTo>
                    <a:lnTo>
                      <a:pt x="172" y="36"/>
                    </a:lnTo>
                    <a:lnTo>
                      <a:pt x="188" y="26"/>
                    </a:lnTo>
                    <a:lnTo>
                      <a:pt x="210" y="21"/>
                    </a:lnTo>
                    <a:lnTo>
                      <a:pt x="226" y="15"/>
                    </a:lnTo>
                    <a:lnTo>
                      <a:pt x="242" y="15"/>
                    </a:lnTo>
                    <a:lnTo>
                      <a:pt x="258" y="10"/>
                    </a:lnTo>
                    <a:lnTo>
                      <a:pt x="274" y="10"/>
                    </a:lnTo>
                    <a:lnTo>
                      <a:pt x="290" y="5"/>
                    </a:lnTo>
                    <a:lnTo>
                      <a:pt x="307" y="5"/>
                    </a:lnTo>
                    <a:lnTo>
                      <a:pt x="323" y="0"/>
                    </a:lnTo>
                    <a:lnTo>
                      <a:pt x="339" y="0"/>
                    </a:lnTo>
                    <a:lnTo>
                      <a:pt x="355" y="0"/>
                    </a:lnTo>
                    <a:lnTo>
                      <a:pt x="371" y="0"/>
                    </a:lnTo>
                    <a:lnTo>
                      <a:pt x="387" y="0"/>
                    </a:lnTo>
                    <a:lnTo>
                      <a:pt x="420" y="0"/>
                    </a:lnTo>
                    <a:lnTo>
                      <a:pt x="463" y="0"/>
                    </a:lnTo>
                    <a:lnTo>
                      <a:pt x="484" y="0"/>
                    </a:lnTo>
                    <a:lnTo>
                      <a:pt x="506" y="0"/>
                    </a:lnTo>
                    <a:lnTo>
                      <a:pt x="527" y="5"/>
                    </a:lnTo>
                    <a:lnTo>
                      <a:pt x="543" y="15"/>
                    </a:lnTo>
                    <a:lnTo>
                      <a:pt x="554" y="31"/>
                    </a:lnTo>
                    <a:lnTo>
                      <a:pt x="570" y="36"/>
                    </a:lnTo>
                    <a:lnTo>
                      <a:pt x="586" y="46"/>
                    </a:lnTo>
                    <a:lnTo>
                      <a:pt x="603" y="51"/>
                    </a:lnTo>
                    <a:lnTo>
                      <a:pt x="619" y="51"/>
                    </a:lnTo>
                    <a:lnTo>
                      <a:pt x="635" y="57"/>
                    </a:lnTo>
                    <a:lnTo>
                      <a:pt x="651" y="67"/>
                    </a:lnTo>
                    <a:lnTo>
                      <a:pt x="667" y="77"/>
                    </a:lnTo>
                    <a:lnTo>
                      <a:pt x="678" y="93"/>
                    </a:lnTo>
                    <a:lnTo>
                      <a:pt x="694" y="98"/>
                    </a:lnTo>
                    <a:lnTo>
                      <a:pt x="699" y="113"/>
                    </a:lnTo>
                    <a:lnTo>
                      <a:pt x="715" y="128"/>
                    </a:lnTo>
                    <a:lnTo>
                      <a:pt x="721" y="149"/>
                    </a:lnTo>
                    <a:lnTo>
                      <a:pt x="721" y="164"/>
                    </a:lnTo>
                    <a:lnTo>
                      <a:pt x="726" y="180"/>
                    </a:lnTo>
                    <a:lnTo>
                      <a:pt x="726" y="195"/>
                    </a:lnTo>
                    <a:lnTo>
                      <a:pt x="726" y="211"/>
                    </a:lnTo>
                    <a:lnTo>
                      <a:pt x="726" y="226"/>
                    </a:lnTo>
                    <a:lnTo>
                      <a:pt x="726" y="242"/>
                    </a:lnTo>
                    <a:lnTo>
                      <a:pt x="726" y="257"/>
                    </a:lnTo>
                    <a:lnTo>
                      <a:pt x="737" y="272"/>
                    </a:lnTo>
                    <a:lnTo>
                      <a:pt x="737" y="288"/>
                    </a:lnTo>
                    <a:lnTo>
                      <a:pt x="737" y="303"/>
                    </a:lnTo>
                    <a:lnTo>
                      <a:pt x="737" y="319"/>
                    </a:lnTo>
                    <a:lnTo>
                      <a:pt x="732" y="334"/>
                    </a:lnTo>
                    <a:lnTo>
                      <a:pt x="715" y="349"/>
                    </a:lnTo>
                    <a:lnTo>
                      <a:pt x="694" y="360"/>
                    </a:lnTo>
                    <a:lnTo>
                      <a:pt x="678" y="365"/>
                    </a:lnTo>
                    <a:lnTo>
                      <a:pt x="662" y="375"/>
                    </a:lnTo>
                    <a:lnTo>
                      <a:pt x="646" y="380"/>
                    </a:lnTo>
                    <a:lnTo>
                      <a:pt x="629" y="385"/>
                    </a:lnTo>
                    <a:lnTo>
                      <a:pt x="613" y="396"/>
                    </a:lnTo>
                    <a:lnTo>
                      <a:pt x="597" y="401"/>
                    </a:lnTo>
                    <a:lnTo>
                      <a:pt x="581" y="401"/>
                    </a:lnTo>
                    <a:lnTo>
                      <a:pt x="559" y="406"/>
                    </a:lnTo>
                    <a:lnTo>
                      <a:pt x="538" y="406"/>
                    </a:lnTo>
                    <a:lnTo>
                      <a:pt x="522" y="406"/>
                    </a:lnTo>
                    <a:lnTo>
                      <a:pt x="500" y="406"/>
                    </a:lnTo>
                    <a:lnTo>
                      <a:pt x="484" y="406"/>
                    </a:lnTo>
                    <a:lnTo>
                      <a:pt x="468" y="406"/>
                    </a:lnTo>
                    <a:lnTo>
                      <a:pt x="452" y="406"/>
                    </a:lnTo>
                    <a:lnTo>
                      <a:pt x="436" y="406"/>
                    </a:lnTo>
                    <a:lnTo>
                      <a:pt x="420" y="406"/>
                    </a:lnTo>
                    <a:lnTo>
                      <a:pt x="403" y="406"/>
                    </a:lnTo>
                    <a:lnTo>
                      <a:pt x="387" y="406"/>
                    </a:lnTo>
                    <a:lnTo>
                      <a:pt x="371" y="406"/>
                    </a:lnTo>
                    <a:lnTo>
                      <a:pt x="355" y="406"/>
                    </a:lnTo>
                    <a:lnTo>
                      <a:pt x="339" y="406"/>
                    </a:lnTo>
                    <a:lnTo>
                      <a:pt x="323" y="406"/>
                    </a:lnTo>
                    <a:lnTo>
                      <a:pt x="307" y="406"/>
                    </a:lnTo>
                    <a:lnTo>
                      <a:pt x="285" y="406"/>
                    </a:lnTo>
                    <a:lnTo>
                      <a:pt x="269" y="406"/>
                    </a:lnTo>
                    <a:lnTo>
                      <a:pt x="253" y="406"/>
                    </a:lnTo>
                    <a:lnTo>
                      <a:pt x="237" y="406"/>
                    </a:lnTo>
                    <a:lnTo>
                      <a:pt x="221" y="406"/>
                    </a:lnTo>
                    <a:lnTo>
                      <a:pt x="204" y="406"/>
                    </a:lnTo>
                    <a:lnTo>
                      <a:pt x="188" y="396"/>
                    </a:lnTo>
                    <a:lnTo>
                      <a:pt x="172" y="391"/>
                    </a:lnTo>
                    <a:lnTo>
                      <a:pt x="156" y="385"/>
                    </a:lnTo>
                    <a:lnTo>
                      <a:pt x="140" y="380"/>
                    </a:lnTo>
                    <a:lnTo>
                      <a:pt x="124" y="375"/>
                    </a:lnTo>
                    <a:lnTo>
                      <a:pt x="108" y="365"/>
                    </a:lnTo>
                    <a:lnTo>
                      <a:pt x="91" y="355"/>
                    </a:lnTo>
                    <a:lnTo>
                      <a:pt x="81" y="339"/>
                    </a:lnTo>
                    <a:lnTo>
                      <a:pt x="65" y="334"/>
                    </a:lnTo>
                    <a:lnTo>
                      <a:pt x="59" y="319"/>
                    </a:lnTo>
                    <a:lnTo>
                      <a:pt x="43" y="303"/>
                    </a:lnTo>
                    <a:lnTo>
                      <a:pt x="38" y="288"/>
                    </a:lnTo>
                    <a:lnTo>
                      <a:pt x="22" y="272"/>
                    </a:lnTo>
                    <a:lnTo>
                      <a:pt x="16" y="252"/>
                    </a:lnTo>
                    <a:lnTo>
                      <a:pt x="5" y="231"/>
                    </a:lnTo>
                    <a:lnTo>
                      <a:pt x="0" y="216"/>
                    </a:lnTo>
                    <a:lnTo>
                      <a:pt x="0" y="200"/>
                    </a:lnTo>
                    <a:lnTo>
                      <a:pt x="0" y="185"/>
                    </a:lnTo>
                    <a:lnTo>
                      <a:pt x="0" y="170"/>
                    </a:lnTo>
                    <a:lnTo>
                      <a:pt x="5" y="149"/>
                    </a:lnTo>
                    <a:lnTo>
                      <a:pt x="11" y="134"/>
                    </a:lnTo>
                    <a:lnTo>
                      <a:pt x="27" y="123"/>
                    </a:lnTo>
                    <a:lnTo>
                      <a:pt x="38" y="108"/>
                    </a:lnTo>
                    <a:lnTo>
                      <a:pt x="54" y="108"/>
                    </a:lnTo>
                    <a:lnTo>
                      <a:pt x="70" y="103"/>
                    </a:lnTo>
                    <a:lnTo>
                      <a:pt x="86" y="98"/>
                    </a:lnTo>
                    <a:lnTo>
                      <a:pt x="102" y="98"/>
                    </a:lnTo>
                    <a:lnTo>
                      <a:pt x="113" y="82"/>
                    </a:lnTo>
                    <a:lnTo>
                      <a:pt x="113" y="67"/>
                    </a:lnTo>
                    <a:lnTo>
                      <a:pt x="129" y="98"/>
                    </a:lnTo>
                  </a:path>
                </a:pathLst>
              </a:custGeom>
              <a:solidFill>
                <a:srgbClr val="EAEAEA"/>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CC"/>
                  </a:solidFill>
                  <a:ea typeface="黑体" panose="02010609060101010101" pitchFamily="49" charset="-122"/>
                </a:endParaRPr>
              </a:p>
            </p:txBody>
          </p:sp>
          <p:sp>
            <p:nvSpPr>
              <p:cNvPr id="1027089" name="Freeform 18"/>
              <p:cNvSpPr>
                <a:spLocks noChangeArrowheads="1"/>
              </p:cNvSpPr>
              <p:nvPr/>
            </p:nvSpPr>
            <p:spPr bwMode="auto">
              <a:xfrm>
                <a:off x="3193" y="270"/>
                <a:ext cx="117" cy="118"/>
              </a:xfrm>
              <a:custGeom>
                <a:avLst/>
                <a:gdLst>
                  <a:gd name="T0" fmla="*/ 5 w 117"/>
                  <a:gd name="T1" fmla="*/ 66 h 118"/>
                  <a:gd name="T2" fmla="*/ 0 w 117"/>
                  <a:gd name="T3" fmla="*/ 51 h 118"/>
                  <a:gd name="T4" fmla="*/ 0 w 117"/>
                  <a:gd name="T5" fmla="*/ 36 h 118"/>
                  <a:gd name="T6" fmla="*/ 16 w 117"/>
                  <a:gd name="T7" fmla="*/ 25 h 118"/>
                  <a:gd name="T8" fmla="*/ 32 w 117"/>
                  <a:gd name="T9" fmla="*/ 15 h 118"/>
                  <a:gd name="T10" fmla="*/ 47 w 117"/>
                  <a:gd name="T11" fmla="*/ 0 h 118"/>
                  <a:gd name="T12" fmla="*/ 63 w 117"/>
                  <a:gd name="T13" fmla="*/ 0 h 118"/>
                  <a:gd name="T14" fmla="*/ 79 w 117"/>
                  <a:gd name="T15" fmla="*/ 0 h 118"/>
                  <a:gd name="T16" fmla="*/ 84 w 117"/>
                  <a:gd name="T17" fmla="*/ 15 h 118"/>
                  <a:gd name="T18" fmla="*/ 95 w 117"/>
                  <a:gd name="T19" fmla="*/ 31 h 118"/>
                  <a:gd name="T20" fmla="*/ 105 w 117"/>
                  <a:gd name="T21" fmla="*/ 46 h 118"/>
                  <a:gd name="T22" fmla="*/ 111 w 117"/>
                  <a:gd name="T23" fmla="*/ 61 h 118"/>
                  <a:gd name="T24" fmla="*/ 116 w 117"/>
                  <a:gd name="T25" fmla="*/ 76 h 118"/>
                  <a:gd name="T26" fmla="*/ 116 w 117"/>
                  <a:gd name="T27" fmla="*/ 92 h 118"/>
                  <a:gd name="T28" fmla="*/ 116 w 117"/>
                  <a:gd name="T29" fmla="*/ 107 h 118"/>
                  <a:gd name="T30" fmla="*/ 100 w 117"/>
                  <a:gd name="T31" fmla="*/ 117 h 118"/>
                  <a:gd name="T32" fmla="*/ 84 w 117"/>
                  <a:gd name="T33" fmla="*/ 117 h 118"/>
                  <a:gd name="T34" fmla="*/ 69 w 117"/>
                  <a:gd name="T35" fmla="*/ 117 h 118"/>
                  <a:gd name="T36" fmla="*/ 53 w 117"/>
                  <a:gd name="T37" fmla="*/ 117 h 118"/>
                  <a:gd name="T38" fmla="*/ 37 w 117"/>
                  <a:gd name="T39" fmla="*/ 112 h 118"/>
                  <a:gd name="T40" fmla="*/ 21 w 117"/>
                  <a:gd name="T41" fmla="*/ 102 h 118"/>
                  <a:gd name="T42" fmla="*/ 11 w 117"/>
                  <a:gd name="T43" fmla="*/ 86 h 118"/>
                  <a:gd name="T44" fmla="*/ 5 w 117"/>
                  <a:gd name="T45" fmla="*/ 71 h 118"/>
                  <a:gd name="T46" fmla="*/ 5 w 117"/>
                  <a:gd name="T47" fmla="*/ 66 h 1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117" h="118">
                    <a:moveTo>
                      <a:pt x="5" y="66"/>
                    </a:moveTo>
                    <a:lnTo>
                      <a:pt x="0" y="51"/>
                    </a:lnTo>
                    <a:lnTo>
                      <a:pt x="0" y="36"/>
                    </a:lnTo>
                    <a:lnTo>
                      <a:pt x="16" y="25"/>
                    </a:lnTo>
                    <a:lnTo>
                      <a:pt x="32" y="15"/>
                    </a:lnTo>
                    <a:lnTo>
                      <a:pt x="47" y="0"/>
                    </a:lnTo>
                    <a:lnTo>
                      <a:pt x="63" y="0"/>
                    </a:lnTo>
                    <a:lnTo>
                      <a:pt x="79" y="0"/>
                    </a:lnTo>
                    <a:lnTo>
                      <a:pt x="84" y="15"/>
                    </a:lnTo>
                    <a:lnTo>
                      <a:pt x="95" y="31"/>
                    </a:lnTo>
                    <a:lnTo>
                      <a:pt x="105" y="46"/>
                    </a:lnTo>
                    <a:lnTo>
                      <a:pt x="111" y="61"/>
                    </a:lnTo>
                    <a:lnTo>
                      <a:pt x="116" y="76"/>
                    </a:lnTo>
                    <a:lnTo>
                      <a:pt x="116" y="92"/>
                    </a:lnTo>
                    <a:lnTo>
                      <a:pt x="116" y="107"/>
                    </a:lnTo>
                    <a:lnTo>
                      <a:pt x="100" y="117"/>
                    </a:lnTo>
                    <a:lnTo>
                      <a:pt x="84" y="117"/>
                    </a:lnTo>
                    <a:lnTo>
                      <a:pt x="69" y="117"/>
                    </a:lnTo>
                    <a:lnTo>
                      <a:pt x="53" y="117"/>
                    </a:lnTo>
                    <a:lnTo>
                      <a:pt x="37" y="112"/>
                    </a:lnTo>
                    <a:lnTo>
                      <a:pt x="21" y="102"/>
                    </a:lnTo>
                    <a:lnTo>
                      <a:pt x="11" y="86"/>
                    </a:lnTo>
                    <a:lnTo>
                      <a:pt x="5" y="71"/>
                    </a:lnTo>
                    <a:lnTo>
                      <a:pt x="5" y="66"/>
                    </a:lnTo>
                  </a:path>
                </a:pathLst>
              </a:custGeom>
              <a:solidFill>
                <a:srgbClr val="EAEAEA"/>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CC"/>
                  </a:solidFill>
                  <a:ea typeface="黑体" panose="02010609060101010101" pitchFamily="49" charset="-122"/>
                </a:endParaRPr>
              </a:p>
            </p:txBody>
          </p:sp>
          <p:sp>
            <p:nvSpPr>
              <p:cNvPr id="1027090" name="Freeform 19"/>
              <p:cNvSpPr>
                <a:spLocks noChangeArrowheads="1"/>
              </p:cNvSpPr>
              <p:nvPr/>
            </p:nvSpPr>
            <p:spPr bwMode="auto">
              <a:xfrm>
                <a:off x="3469" y="239"/>
                <a:ext cx="82" cy="87"/>
              </a:xfrm>
              <a:custGeom>
                <a:avLst/>
                <a:gdLst>
                  <a:gd name="T0" fmla="*/ 0 w 82"/>
                  <a:gd name="T1" fmla="*/ 0 h 87"/>
                  <a:gd name="T2" fmla="*/ 16 w 82"/>
                  <a:gd name="T3" fmla="*/ 10 h 87"/>
                  <a:gd name="T4" fmla="*/ 32 w 82"/>
                  <a:gd name="T5" fmla="*/ 20 h 87"/>
                  <a:gd name="T6" fmla="*/ 49 w 82"/>
                  <a:gd name="T7" fmla="*/ 20 h 87"/>
                  <a:gd name="T8" fmla="*/ 65 w 82"/>
                  <a:gd name="T9" fmla="*/ 30 h 87"/>
                  <a:gd name="T10" fmla="*/ 76 w 82"/>
                  <a:gd name="T11" fmla="*/ 46 h 87"/>
                  <a:gd name="T12" fmla="*/ 81 w 82"/>
                  <a:gd name="T13" fmla="*/ 61 h 87"/>
                  <a:gd name="T14" fmla="*/ 81 w 82"/>
                  <a:gd name="T15" fmla="*/ 76 h 87"/>
                  <a:gd name="T16" fmla="*/ 65 w 82"/>
                  <a:gd name="T17" fmla="*/ 86 h 87"/>
                  <a:gd name="T18" fmla="*/ 49 w 82"/>
                  <a:gd name="T19" fmla="*/ 86 h 87"/>
                  <a:gd name="T20" fmla="*/ 27 w 82"/>
                  <a:gd name="T21" fmla="*/ 81 h 87"/>
                  <a:gd name="T22" fmla="*/ 11 w 82"/>
                  <a:gd name="T23" fmla="*/ 71 h 87"/>
                  <a:gd name="T24" fmla="*/ 5 w 82"/>
                  <a:gd name="T25" fmla="*/ 56 h 87"/>
                  <a:gd name="T26" fmla="*/ 0 w 82"/>
                  <a:gd name="T27" fmla="*/ 40 h 87"/>
                  <a:gd name="T28" fmla="*/ 0 w 82"/>
                  <a:gd name="T29" fmla="*/ 25 h 87"/>
                  <a:gd name="T30" fmla="*/ 11 w 82"/>
                  <a:gd name="T31" fmla="*/ 10 h 87"/>
                  <a:gd name="T32" fmla="*/ 0 w 82"/>
                  <a:gd name="T33" fmla="*/ 0 h 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82" h="87">
                    <a:moveTo>
                      <a:pt x="0" y="0"/>
                    </a:moveTo>
                    <a:lnTo>
                      <a:pt x="16" y="10"/>
                    </a:lnTo>
                    <a:lnTo>
                      <a:pt x="32" y="20"/>
                    </a:lnTo>
                    <a:lnTo>
                      <a:pt x="49" y="20"/>
                    </a:lnTo>
                    <a:lnTo>
                      <a:pt x="65" y="30"/>
                    </a:lnTo>
                    <a:lnTo>
                      <a:pt x="76" y="46"/>
                    </a:lnTo>
                    <a:lnTo>
                      <a:pt x="81" y="61"/>
                    </a:lnTo>
                    <a:lnTo>
                      <a:pt x="81" y="76"/>
                    </a:lnTo>
                    <a:lnTo>
                      <a:pt x="65" y="86"/>
                    </a:lnTo>
                    <a:lnTo>
                      <a:pt x="49" y="86"/>
                    </a:lnTo>
                    <a:lnTo>
                      <a:pt x="27" y="81"/>
                    </a:lnTo>
                    <a:lnTo>
                      <a:pt x="11" y="71"/>
                    </a:lnTo>
                    <a:lnTo>
                      <a:pt x="5" y="56"/>
                    </a:lnTo>
                    <a:lnTo>
                      <a:pt x="0" y="40"/>
                    </a:lnTo>
                    <a:lnTo>
                      <a:pt x="0" y="25"/>
                    </a:lnTo>
                    <a:lnTo>
                      <a:pt x="11" y="10"/>
                    </a:lnTo>
                    <a:lnTo>
                      <a:pt x="0" y="0"/>
                    </a:lnTo>
                  </a:path>
                </a:pathLst>
              </a:custGeom>
              <a:solidFill>
                <a:srgbClr val="EAEAEA"/>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CC"/>
                  </a:solidFill>
                  <a:ea typeface="黑体" panose="02010609060101010101" pitchFamily="49" charset="-122"/>
                </a:endParaRPr>
              </a:p>
            </p:txBody>
          </p:sp>
        </p:grpSp>
        <p:sp>
          <p:nvSpPr>
            <p:cNvPr id="1027091" name="Text Box 20"/>
            <p:cNvSpPr txBox="1">
              <a:spLocks noChangeArrowheads="1"/>
            </p:cNvSpPr>
            <p:nvPr/>
          </p:nvSpPr>
          <p:spPr bwMode="auto">
            <a:xfrm>
              <a:off x="4967" y="1856"/>
              <a:ext cx="342" cy="222"/>
            </a:xfrm>
            <a:prstGeom prst="rect">
              <a:avLst/>
            </a:prstGeom>
            <a:solidFill>
              <a:srgbClr val="EAEAEA"/>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zh-CN" altLang="en-US" sz="2000" b="1">
                  <a:solidFill>
                    <a:srgbClr val="0000CC"/>
                  </a:solidFill>
                  <a:ea typeface="黑体" panose="02010609060101010101" pitchFamily="49" charset="-122"/>
                </a:rPr>
                <a:t>网 </a:t>
              </a:r>
              <a:r>
                <a:rPr lang="en-US" altLang="zh-CN" sz="2000" b="1">
                  <a:solidFill>
                    <a:srgbClr val="0000CC"/>
                  </a:solidFill>
                  <a:ea typeface="黑体" panose="02010609060101010101" pitchFamily="49" charset="-122"/>
                </a:rPr>
                <a:t>1</a:t>
              </a:r>
            </a:p>
          </p:txBody>
        </p:sp>
      </p:grpSp>
      <p:grpSp>
        <p:nvGrpSpPr>
          <p:cNvPr id="1027092" name="Group 21"/>
          <p:cNvGrpSpPr>
            <a:grpSpLocks/>
          </p:cNvGrpSpPr>
          <p:nvPr/>
        </p:nvGrpSpPr>
        <p:grpSpPr bwMode="auto">
          <a:xfrm>
            <a:off x="8356600" y="631825"/>
            <a:ext cx="1277938" cy="858838"/>
            <a:chOff x="4830" y="1752"/>
            <a:chExt cx="667" cy="477"/>
          </a:xfrm>
        </p:grpSpPr>
        <p:grpSp>
          <p:nvGrpSpPr>
            <p:cNvPr id="1027093" name="Group 22"/>
            <p:cNvGrpSpPr>
              <a:grpSpLocks/>
            </p:cNvGrpSpPr>
            <p:nvPr/>
          </p:nvGrpSpPr>
          <p:grpSpPr bwMode="auto">
            <a:xfrm>
              <a:off x="4830" y="1752"/>
              <a:ext cx="667" cy="477"/>
              <a:chOff x="2949" y="196"/>
              <a:chExt cx="941" cy="598"/>
            </a:xfrm>
          </p:grpSpPr>
          <p:sp>
            <p:nvSpPr>
              <p:cNvPr id="1027094" name="Oval 23"/>
              <p:cNvSpPr>
                <a:spLocks noChangeArrowheads="1"/>
              </p:cNvSpPr>
              <p:nvPr/>
            </p:nvSpPr>
            <p:spPr bwMode="auto">
              <a:xfrm>
                <a:off x="3168" y="196"/>
                <a:ext cx="407" cy="162"/>
              </a:xfrm>
              <a:prstGeom prst="ellipse">
                <a:avLst/>
              </a:prstGeom>
              <a:solidFill>
                <a:srgbClr val="EAEAEA"/>
              </a:solidFill>
              <a:ln w="12700">
                <a:solidFill>
                  <a:schemeClr val="tx1"/>
                </a:solidFill>
                <a:round/>
                <a:headEnd/>
                <a:tailEnd/>
              </a:ln>
            </p:spPr>
            <p:txBody>
              <a:bodyPr wrap="none" anchor="ctr"/>
              <a:lstStyle/>
              <a:p>
                <a:pPr eaLnBrk="0" hangingPunct="0"/>
                <a:endParaRPr lang="zh-CN" altLang="en-US" b="1">
                  <a:solidFill>
                    <a:srgbClr val="0000CC"/>
                  </a:solidFill>
                  <a:ea typeface="黑体" panose="02010609060101010101" pitchFamily="49" charset="-122"/>
                </a:endParaRPr>
              </a:p>
            </p:txBody>
          </p:sp>
          <p:sp>
            <p:nvSpPr>
              <p:cNvPr id="1027095" name="Oval 24"/>
              <p:cNvSpPr>
                <a:spLocks noChangeArrowheads="1"/>
              </p:cNvSpPr>
              <p:nvPr/>
            </p:nvSpPr>
            <p:spPr bwMode="auto">
              <a:xfrm rot="900000">
                <a:off x="3512" y="252"/>
                <a:ext cx="275" cy="131"/>
              </a:xfrm>
              <a:prstGeom prst="ellipse">
                <a:avLst/>
              </a:prstGeom>
              <a:solidFill>
                <a:srgbClr val="EAEAEA"/>
              </a:solidFill>
              <a:ln w="12700">
                <a:solidFill>
                  <a:schemeClr val="tx1"/>
                </a:solidFill>
                <a:round/>
                <a:headEnd/>
                <a:tailEnd/>
              </a:ln>
            </p:spPr>
            <p:txBody>
              <a:bodyPr wrap="none" anchor="ctr"/>
              <a:lstStyle/>
              <a:p>
                <a:pPr eaLnBrk="0" hangingPunct="0"/>
                <a:endParaRPr lang="zh-CN" altLang="en-US" b="1">
                  <a:solidFill>
                    <a:srgbClr val="0000CC"/>
                  </a:solidFill>
                  <a:ea typeface="黑体" panose="02010609060101010101" pitchFamily="49" charset="-122"/>
                </a:endParaRPr>
              </a:p>
            </p:txBody>
          </p:sp>
          <p:sp>
            <p:nvSpPr>
              <p:cNvPr id="1027096" name="Oval 25"/>
              <p:cNvSpPr>
                <a:spLocks noChangeArrowheads="1"/>
              </p:cNvSpPr>
              <p:nvPr/>
            </p:nvSpPr>
            <p:spPr bwMode="auto">
              <a:xfrm rot="1500000">
                <a:off x="3650" y="385"/>
                <a:ext cx="240" cy="153"/>
              </a:xfrm>
              <a:prstGeom prst="ellipse">
                <a:avLst/>
              </a:prstGeom>
              <a:solidFill>
                <a:srgbClr val="EAEAEA"/>
              </a:solidFill>
              <a:ln w="12700">
                <a:solidFill>
                  <a:schemeClr val="tx1"/>
                </a:solidFill>
                <a:round/>
                <a:headEnd/>
                <a:tailEnd/>
              </a:ln>
            </p:spPr>
            <p:txBody>
              <a:bodyPr wrap="none" anchor="ctr"/>
              <a:lstStyle/>
              <a:p>
                <a:pPr eaLnBrk="0" hangingPunct="0"/>
                <a:endParaRPr lang="zh-CN" altLang="en-US" b="1">
                  <a:solidFill>
                    <a:srgbClr val="0000CC"/>
                  </a:solidFill>
                  <a:ea typeface="黑体" panose="02010609060101010101" pitchFamily="49" charset="-122"/>
                </a:endParaRPr>
              </a:p>
            </p:txBody>
          </p:sp>
          <p:sp>
            <p:nvSpPr>
              <p:cNvPr id="1027097" name="Oval 26"/>
              <p:cNvSpPr>
                <a:spLocks noChangeArrowheads="1"/>
              </p:cNvSpPr>
              <p:nvPr/>
            </p:nvSpPr>
            <p:spPr bwMode="auto">
              <a:xfrm rot="-1560000">
                <a:off x="3573" y="537"/>
                <a:ext cx="291" cy="189"/>
              </a:xfrm>
              <a:prstGeom prst="ellipse">
                <a:avLst/>
              </a:prstGeom>
              <a:solidFill>
                <a:srgbClr val="EAEAEA"/>
              </a:solidFill>
              <a:ln w="12700">
                <a:solidFill>
                  <a:schemeClr val="tx1"/>
                </a:solidFill>
                <a:round/>
                <a:headEnd/>
                <a:tailEnd/>
              </a:ln>
            </p:spPr>
            <p:txBody>
              <a:bodyPr wrap="none" anchor="ctr"/>
              <a:lstStyle/>
              <a:p>
                <a:pPr eaLnBrk="0" hangingPunct="0"/>
                <a:endParaRPr lang="zh-CN" altLang="en-US" b="1">
                  <a:solidFill>
                    <a:srgbClr val="0000CC"/>
                  </a:solidFill>
                  <a:ea typeface="黑体" panose="02010609060101010101" pitchFamily="49" charset="-122"/>
                </a:endParaRPr>
              </a:p>
            </p:txBody>
          </p:sp>
          <p:sp>
            <p:nvSpPr>
              <p:cNvPr id="1027098" name="Oval 27"/>
              <p:cNvSpPr>
                <a:spLocks noChangeArrowheads="1"/>
              </p:cNvSpPr>
              <p:nvPr/>
            </p:nvSpPr>
            <p:spPr bwMode="auto">
              <a:xfrm>
                <a:off x="3216" y="555"/>
                <a:ext cx="471" cy="239"/>
              </a:xfrm>
              <a:prstGeom prst="ellipse">
                <a:avLst/>
              </a:prstGeom>
              <a:solidFill>
                <a:srgbClr val="EAEAEA"/>
              </a:solidFill>
              <a:ln w="12700">
                <a:solidFill>
                  <a:schemeClr val="tx1"/>
                </a:solidFill>
                <a:round/>
                <a:headEnd/>
                <a:tailEnd/>
              </a:ln>
            </p:spPr>
            <p:txBody>
              <a:bodyPr wrap="none" anchor="ctr"/>
              <a:lstStyle/>
              <a:p>
                <a:pPr eaLnBrk="0" hangingPunct="0"/>
                <a:endParaRPr lang="zh-CN" altLang="en-US" b="1">
                  <a:solidFill>
                    <a:srgbClr val="0000CC"/>
                  </a:solidFill>
                  <a:ea typeface="黑体" panose="02010609060101010101" pitchFamily="49" charset="-122"/>
                </a:endParaRPr>
              </a:p>
            </p:txBody>
          </p:sp>
          <p:sp>
            <p:nvSpPr>
              <p:cNvPr id="1027099" name="Oval 28"/>
              <p:cNvSpPr>
                <a:spLocks noChangeArrowheads="1"/>
              </p:cNvSpPr>
              <p:nvPr/>
            </p:nvSpPr>
            <p:spPr bwMode="auto">
              <a:xfrm rot="1080000">
                <a:off x="3023" y="555"/>
                <a:ext cx="265" cy="156"/>
              </a:xfrm>
              <a:prstGeom prst="ellipse">
                <a:avLst/>
              </a:prstGeom>
              <a:solidFill>
                <a:srgbClr val="EAEAEA"/>
              </a:solidFill>
              <a:ln w="12700">
                <a:solidFill>
                  <a:schemeClr val="tx1"/>
                </a:solidFill>
                <a:round/>
                <a:headEnd/>
                <a:tailEnd/>
              </a:ln>
            </p:spPr>
            <p:txBody>
              <a:bodyPr wrap="none" anchor="ctr"/>
              <a:lstStyle/>
              <a:p>
                <a:pPr eaLnBrk="0" hangingPunct="0"/>
                <a:endParaRPr lang="zh-CN" altLang="en-US" b="1">
                  <a:solidFill>
                    <a:srgbClr val="0000CC"/>
                  </a:solidFill>
                  <a:ea typeface="黑体" panose="02010609060101010101" pitchFamily="49" charset="-122"/>
                </a:endParaRPr>
              </a:p>
            </p:txBody>
          </p:sp>
          <p:sp>
            <p:nvSpPr>
              <p:cNvPr id="1027100" name="Oval 29"/>
              <p:cNvSpPr>
                <a:spLocks noChangeArrowheads="1"/>
              </p:cNvSpPr>
              <p:nvPr/>
            </p:nvSpPr>
            <p:spPr bwMode="auto">
              <a:xfrm>
                <a:off x="2949" y="432"/>
                <a:ext cx="217" cy="156"/>
              </a:xfrm>
              <a:prstGeom prst="ellipse">
                <a:avLst/>
              </a:prstGeom>
              <a:solidFill>
                <a:srgbClr val="EAEAEA"/>
              </a:solidFill>
              <a:ln w="12700">
                <a:solidFill>
                  <a:schemeClr val="tx1"/>
                </a:solidFill>
                <a:round/>
                <a:headEnd/>
                <a:tailEnd/>
              </a:ln>
            </p:spPr>
            <p:txBody>
              <a:bodyPr wrap="none" anchor="ctr"/>
              <a:lstStyle/>
              <a:p>
                <a:pPr eaLnBrk="0" hangingPunct="0"/>
                <a:endParaRPr lang="zh-CN" altLang="en-US" b="1">
                  <a:solidFill>
                    <a:srgbClr val="0000CC"/>
                  </a:solidFill>
                  <a:ea typeface="黑体" panose="02010609060101010101" pitchFamily="49" charset="-122"/>
                </a:endParaRPr>
              </a:p>
            </p:txBody>
          </p:sp>
          <p:sp>
            <p:nvSpPr>
              <p:cNvPr id="1027101" name="Oval 30"/>
              <p:cNvSpPr>
                <a:spLocks noChangeArrowheads="1"/>
              </p:cNvSpPr>
              <p:nvPr/>
            </p:nvSpPr>
            <p:spPr bwMode="auto">
              <a:xfrm rot="-1860000">
                <a:off x="2984" y="310"/>
                <a:ext cx="295" cy="156"/>
              </a:xfrm>
              <a:prstGeom prst="ellipse">
                <a:avLst/>
              </a:prstGeom>
              <a:solidFill>
                <a:srgbClr val="EAEAEA"/>
              </a:solidFill>
              <a:ln w="12700">
                <a:solidFill>
                  <a:schemeClr val="tx1"/>
                </a:solidFill>
                <a:round/>
                <a:headEnd/>
                <a:tailEnd/>
              </a:ln>
            </p:spPr>
            <p:txBody>
              <a:bodyPr wrap="none" anchor="ctr"/>
              <a:lstStyle/>
              <a:p>
                <a:pPr eaLnBrk="0" hangingPunct="0"/>
                <a:endParaRPr lang="zh-CN" altLang="en-US" b="1">
                  <a:solidFill>
                    <a:srgbClr val="0000CC"/>
                  </a:solidFill>
                  <a:ea typeface="黑体" panose="02010609060101010101" pitchFamily="49" charset="-122"/>
                </a:endParaRPr>
              </a:p>
            </p:txBody>
          </p:sp>
          <p:sp>
            <p:nvSpPr>
              <p:cNvPr id="1027102" name="Freeform 31"/>
              <p:cNvSpPr>
                <a:spLocks noChangeArrowheads="1"/>
              </p:cNvSpPr>
              <p:nvPr/>
            </p:nvSpPr>
            <p:spPr bwMode="auto">
              <a:xfrm>
                <a:off x="3051" y="300"/>
                <a:ext cx="738" cy="407"/>
              </a:xfrm>
              <a:custGeom>
                <a:avLst/>
                <a:gdLst>
                  <a:gd name="T0" fmla="*/ 108 w 738"/>
                  <a:gd name="T1" fmla="*/ 82 h 407"/>
                  <a:gd name="T2" fmla="*/ 145 w 738"/>
                  <a:gd name="T3" fmla="*/ 77 h 407"/>
                  <a:gd name="T4" fmla="*/ 183 w 738"/>
                  <a:gd name="T5" fmla="*/ 72 h 407"/>
                  <a:gd name="T6" fmla="*/ 215 w 738"/>
                  <a:gd name="T7" fmla="*/ 67 h 407"/>
                  <a:gd name="T8" fmla="*/ 237 w 738"/>
                  <a:gd name="T9" fmla="*/ 46 h 407"/>
                  <a:gd name="T10" fmla="*/ 204 w 738"/>
                  <a:gd name="T11" fmla="*/ 41 h 407"/>
                  <a:gd name="T12" fmla="*/ 172 w 738"/>
                  <a:gd name="T13" fmla="*/ 46 h 407"/>
                  <a:gd name="T14" fmla="*/ 156 w 738"/>
                  <a:gd name="T15" fmla="*/ 46 h 407"/>
                  <a:gd name="T16" fmla="*/ 188 w 738"/>
                  <a:gd name="T17" fmla="*/ 26 h 407"/>
                  <a:gd name="T18" fmla="*/ 226 w 738"/>
                  <a:gd name="T19" fmla="*/ 15 h 407"/>
                  <a:gd name="T20" fmla="*/ 258 w 738"/>
                  <a:gd name="T21" fmla="*/ 10 h 407"/>
                  <a:gd name="T22" fmla="*/ 290 w 738"/>
                  <a:gd name="T23" fmla="*/ 5 h 407"/>
                  <a:gd name="T24" fmla="*/ 323 w 738"/>
                  <a:gd name="T25" fmla="*/ 0 h 407"/>
                  <a:gd name="T26" fmla="*/ 355 w 738"/>
                  <a:gd name="T27" fmla="*/ 0 h 407"/>
                  <a:gd name="T28" fmla="*/ 387 w 738"/>
                  <a:gd name="T29" fmla="*/ 0 h 407"/>
                  <a:gd name="T30" fmla="*/ 463 w 738"/>
                  <a:gd name="T31" fmla="*/ 0 h 407"/>
                  <a:gd name="T32" fmla="*/ 506 w 738"/>
                  <a:gd name="T33" fmla="*/ 0 h 407"/>
                  <a:gd name="T34" fmla="*/ 543 w 738"/>
                  <a:gd name="T35" fmla="*/ 15 h 407"/>
                  <a:gd name="T36" fmla="*/ 570 w 738"/>
                  <a:gd name="T37" fmla="*/ 36 h 407"/>
                  <a:gd name="T38" fmla="*/ 603 w 738"/>
                  <a:gd name="T39" fmla="*/ 51 h 407"/>
                  <a:gd name="T40" fmla="*/ 635 w 738"/>
                  <a:gd name="T41" fmla="*/ 57 h 407"/>
                  <a:gd name="T42" fmla="*/ 667 w 738"/>
                  <a:gd name="T43" fmla="*/ 77 h 407"/>
                  <a:gd name="T44" fmla="*/ 694 w 738"/>
                  <a:gd name="T45" fmla="*/ 98 h 407"/>
                  <a:gd name="T46" fmla="*/ 715 w 738"/>
                  <a:gd name="T47" fmla="*/ 128 h 407"/>
                  <a:gd name="T48" fmla="*/ 721 w 738"/>
                  <a:gd name="T49" fmla="*/ 164 h 407"/>
                  <a:gd name="T50" fmla="*/ 726 w 738"/>
                  <a:gd name="T51" fmla="*/ 195 h 407"/>
                  <a:gd name="T52" fmla="*/ 726 w 738"/>
                  <a:gd name="T53" fmla="*/ 226 h 407"/>
                  <a:gd name="T54" fmla="*/ 726 w 738"/>
                  <a:gd name="T55" fmla="*/ 257 h 407"/>
                  <a:gd name="T56" fmla="*/ 737 w 738"/>
                  <a:gd name="T57" fmla="*/ 288 h 407"/>
                  <a:gd name="T58" fmla="*/ 737 w 738"/>
                  <a:gd name="T59" fmla="*/ 319 h 407"/>
                  <a:gd name="T60" fmla="*/ 715 w 738"/>
                  <a:gd name="T61" fmla="*/ 349 h 407"/>
                  <a:gd name="T62" fmla="*/ 678 w 738"/>
                  <a:gd name="T63" fmla="*/ 365 h 407"/>
                  <a:gd name="T64" fmla="*/ 646 w 738"/>
                  <a:gd name="T65" fmla="*/ 380 h 407"/>
                  <a:gd name="T66" fmla="*/ 613 w 738"/>
                  <a:gd name="T67" fmla="*/ 396 h 407"/>
                  <a:gd name="T68" fmla="*/ 581 w 738"/>
                  <a:gd name="T69" fmla="*/ 401 h 407"/>
                  <a:gd name="T70" fmla="*/ 538 w 738"/>
                  <a:gd name="T71" fmla="*/ 406 h 407"/>
                  <a:gd name="T72" fmla="*/ 500 w 738"/>
                  <a:gd name="T73" fmla="*/ 406 h 407"/>
                  <a:gd name="T74" fmla="*/ 468 w 738"/>
                  <a:gd name="T75" fmla="*/ 406 h 407"/>
                  <a:gd name="T76" fmla="*/ 436 w 738"/>
                  <a:gd name="T77" fmla="*/ 406 h 407"/>
                  <a:gd name="T78" fmla="*/ 403 w 738"/>
                  <a:gd name="T79" fmla="*/ 406 h 407"/>
                  <a:gd name="T80" fmla="*/ 371 w 738"/>
                  <a:gd name="T81" fmla="*/ 406 h 407"/>
                  <a:gd name="T82" fmla="*/ 339 w 738"/>
                  <a:gd name="T83" fmla="*/ 406 h 407"/>
                  <a:gd name="T84" fmla="*/ 307 w 738"/>
                  <a:gd name="T85" fmla="*/ 406 h 407"/>
                  <a:gd name="T86" fmla="*/ 269 w 738"/>
                  <a:gd name="T87" fmla="*/ 406 h 407"/>
                  <a:gd name="T88" fmla="*/ 237 w 738"/>
                  <a:gd name="T89" fmla="*/ 406 h 407"/>
                  <a:gd name="T90" fmla="*/ 204 w 738"/>
                  <a:gd name="T91" fmla="*/ 406 h 407"/>
                  <a:gd name="T92" fmla="*/ 172 w 738"/>
                  <a:gd name="T93" fmla="*/ 391 h 407"/>
                  <a:gd name="T94" fmla="*/ 140 w 738"/>
                  <a:gd name="T95" fmla="*/ 380 h 407"/>
                  <a:gd name="T96" fmla="*/ 108 w 738"/>
                  <a:gd name="T97" fmla="*/ 365 h 407"/>
                  <a:gd name="T98" fmla="*/ 81 w 738"/>
                  <a:gd name="T99" fmla="*/ 339 h 407"/>
                  <a:gd name="T100" fmla="*/ 59 w 738"/>
                  <a:gd name="T101" fmla="*/ 319 h 407"/>
                  <a:gd name="T102" fmla="*/ 38 w 738"/>
                  <a:gd name="T103" fmla="*/ 288 h 407"/>
                  <a:gd name="T104" fmla="*/ 16 w 738"/>
                  <a:gd name="T105" fmla="*/ 252 h 407"/>
                  <a:gd name="T106" fmla="*/ 0 w 738"/>
                  <a:gd name="T107" fmla="*/ 216 h 407"/>
                  <a:gd name="T108" fmla="*/ 0 w 738"/>
                  <a:gd name="T109" fmla="*/ 185 h 407"/>
                  <a:gd name="T110" fmla="*/ 5 w 738"/>
                  <a:gd name="T111" fmla="*/ 149 h 407"/>
                  <a:gd name="T112" fmla="*/ 27 w 738"/>
                  <a:gd name="T113" fmla="*/ 123 h 407"/>
                  <a:gd name="T114" fmla="*/ 54 w 738"/>
                  <a:gd name="T115" fmla="*/ 108 h 407"/>
                  <a:gd name="T116" fmla="*/ 86 w 738"/>
                  <a:gd name="T117" fmla="*/ 98 h 407"/>
                  <a:gd name="T118" fmla="*/ 113 w 738"/>
                  <a:gd name="T119" fmla="*/ 82 h 407"/>
                  <a:gd name="T120" fmla="*/ 129 w 738"/>
                  <a:gd name="T121" fmla="*/ 98 h 40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Lst>
                <a:rect l="0" t="0" r="r" b="b"/>
                <a:pathLst>
                  <a:path w="738" h="407">
                    <a:moveTo>
                      <a:pt x="91" y="82"/>
                    </a:moveTo>
                    <a:lnTo>
                      <a:pt x="108" y="82"/>
                    </a:lnTo>
                    <a:lnTo>
                      <a:pt x="124" y="82"/>
                    </a:lnTo>
                    <a:lnTo>
                      <a:pt x="145" y="77"/>
                    </a:lnTo>
                    <a:lnTo>
                      <a:pt x="161" y="77"/>
                    </a:lnTo>
                    <a:lnTo>
                      <a:pt x="183" y="72"/>
                    </a:lnTo>
                    <a:lnTo>
                      <a:pt x="199" y="72"/>
                    </a:lnTo>
                    <a:lnTo>
                      <a:pt x="215" y="67"/>
                    </a:lnTo>
                    <a:lnTo>
                      <a:pt x="231" y="62"/>
                    </a:lnTo>
                    <a:lnTo>
                      <a:pt x="237" y="46"/>
                    </a:lnTo>
                    <a:lnTo>
                      <a:pt x="221" y="41"/>
                    </a:lnTo>
                    <a:lnTo>
                      <a:pt x="204" y="41"/>
                    </a:lnTo>
                    <a:lnTo>
                      <a:pt x="188" y="46"/>
                    </a:lnTo>
                    <a:lnTo>
                      <a:pt x="172" y="46"/>
                    </a:lnTo>
                    <a:lnTo>
                      <a:pt x="156" y="62"/>
                    </a:lnTo>
                    <a:lnTo>
                      <a:pt x="156" y="46"/>
                    </a:lnTo>
                    <a:lnTo>
                      <a:pt x="172" y="36"/>
                    </a:lnTo>
                    <a:lnTo>
                      <a:pt x="188" y="26"/>
                    </a:lnTo>
                    <a:lnTo>
                      <a:pt x="210" y="21"/>
                    </a:lnTo>
                    <a:lnTo>
                      <a:pt x="226" y="15"/>
                    </a:lnTo>
                    <a:lnTo>
                      <a:pt x="242" y="15"/>
                    </a:lnTo>
                    <a:lnTo>
                      <a:pt x="258" y="10"/>
                    </a:lnTo>
                    <a:lnTo>
                      <a:pt x="274" y="10"/>
                    </a:lnTo>
                    <a:lnTo>
                      <a:pt x="290" y="5"/>
                    </a:lnTo>
                    <a:lnTo>
                      <a:pt x="307" y="5"/>
                    </a:lnTo>
                    <a:lnTo>
                      <a:pt x="323" y="0"/>
                    </a:lnTo>
                    <a:lnTo>
                      <a:pt x="339" y="0"/>
                    </a:lnTo>
                    <a:lnTo>
                      <a:pt x="355" y="0"/>
                    </a:lnTo>
                    <a:lnTo>
                      <a:pt x="371" y="0"/>
                    </a:lnTo>
                    <a:lnTo>
                      <a:pt x="387" y="0"/>
                    </a:lnTo>
                    <a:lnTo>
                      <a:pt x="420" y="0"/>
                    </a:lnTo>
                    <a:lnTo>
                      <a:pt x="463" y="0"/>
                    </a:lnTo>
                    <a:lnTo>
                      <a:pt x="484" y="0"/>
                    </a:lnTo>
                    <a:lnTo>
                      <a:pt x="506" y="0"/>
                    </a:lnTo>
                    <a:lnTo>
                      <a:pt x="527" y="5"/>
                    </a:lnTo>
                    <a:lnTo>
                      <a:pt x="543" y="15"/>
                    </a:lnTo>
                    <a:lnTo>
                      <a:pt x="554" y="31"/>
                    </a:lnTo>
                    <a:lnTo>
                      <a:pt x="570" y="36"/>
                    </a:lnTo>
                    <a:lnTo>
                      <a:pt x="586" y="46"/>
                    </a:lnTo>
                    <a:lnTo>
                      <a:pt x="603" y="51"/>
                    </a:lnTo>
                    <a:lnTo>
                      <a:pt x="619" y="51"/>
                    </a:lnTo>
                    <a:lnTo>
                      <a:pt x="635" y="57"/>
                    </a:lnTo>
                    <a:lnTo>
                      <a:pt x="651" y="67"/>
                    </a:lnTo>
                    <a:lnTo>
                      <a:pt x="667" y="77"/>
                    </a:lnTo>
                    <a:lnTo>
                      <a:pt x="678" y="93"/>
                    </a:lnTo>
                    <a:lnTo>
                      <a:pt x="694" y="98"/>
                    </a:lnTo>
                    <a:lnTo>
                      <a:pt x="699" y="113"/>
                    </a:lnTo>
                    <a:lnTo>
                      <a:pt x="715" y="128"/>
                    </a:lnTo>
                    <a:lnTo>
                      <a:pt x="721" y="149"/>
                    </a:lnTo>
                    <a:lnTo>
                      <a:pt x="721" y="164"/>
                    </a:lnTo>
                    <a:lnTo>
                      <a:pt x="726" y="180"/>
                    </a:lnTo>
                    <a:lnTo>
                      <a:pt x="726" y="195"/>
                    </a:lnTo>
                    <a:lnTo>
                      <a:pt x="726" y="211"/>
                    </a:lnTo>
                    <a:lnTo>
                      <a:pt x="726" y="226"/>
                    </a:lnTo>
                    <a:lnTo>
                      <a:pt x="726" y="242"/>
                    </a:lnTo>
                    <a:lnTo>
                      <a:pt x="726" y="257"/>
                    </a:lnTo>
                    <a:lnTo>
                      <a:pt x="737" y="272"/>
                    </a:lnTo>
                    <a:lnTo>
                      <a:pt x="737" y="288"/>
                    </a:lnTo>
                    <a:lnTo>
                      <a:pt x="737" y="303"/>
                    </a:lnTo>
                    <a:lnTo>
                      <a:pt x="737" y="319"/>
                    </a:lnTo>
                    <a:lnTo>
                      <a:pt x="732" y="334"/>
                    </a:lnTo>
                    <a:lnTo>
                      <a:pt x="715" y="349"/>
                    </a:lnTo>
                    <a:lnTo>
                      <a:pt x="694" y="360"/>
                    </a:lnTo>
                    <a:lnTo>
                      <a:pt x="678" y="365"/>
                    </a:lnTo>
                    <a:lnTo>
                      <a:pt x="662" y="375"/>
                    </a:lnTo>
                    <a:lnTo>
                      <a:pt x="646" y="380"/>
                    </a:lnTo>
                    <a:lnTo>
                      <a:pt x="629" y="385"/>
                    </a:lnTo>
                    <a:lnTo>
                      <a:pt x="613" y="396"/>
                    </a:lnTo>
                    <a:lnTo>
                      <a:pt x="597" y="401"/>
                    </a:lnTo>
                    <a:lnTo>
                      <a:pt x="581" y="401"/>
                    </a:lnTo>
                    <a:lnTo>
                      <a:pt x="559" y="406"/>
                    </a:lnTo>
                    <a:lnTo>
                      <a:pt x="538" y="406"/>
                    </a:lnTo>
                    <a:lnTo>
                      <a:pt x="522" y="406"/>
                    </a:lnTo>
                    <a:lnTo>
                      <a:pt x="500" y="406"/>
                    </a:lnTo>
                    <a:lnTo>
                      <a:pt x="484" y="406"/>
                    </a:lnTo>
                    <a:lnTo>
                      <a:pt x="468" y="406"/>
                    </a:lnTo>
                    <a:lnTo>
                      <a:pt x="452" y="406"/>
                    </a:lnTo>
                    <a:lnTo>
                      <a:pt x="436" y="406"/>
                    </a:lnTo>
                    <a:lnTo>
                      <a:pt x="420" y="406"/>
                    </a:lnTo>
                    <a:lnTo>
                      <a:pt x="403" y="406"/>
                    </a:lnTo>
                    <a:lnTo>
                      <a:pt x="387" y="406"/>
                    </a:lnTo>
                    <a:lnTo>
                      <a:pt x="371" y="406"/>
                    </a:lnTo>
                    <a:lnTo>
                      <a:pt x="355" y="406"/>
                    </a:lnTo>
                    <a:lnTo>
                      <a:pt x="339" y="406"/>
                    </a:lnTo>
                    <a:lnTo>
                      <a:pt x="323" y="406"/>
                    </a:lnTo>
                    <a:lnTo>
                      <a:pt x="307" y="406"/>
                    </a:lnTo>
                    <a:lnTo>
                      <a:pt x="285" y="406"/>
                    </a:lnTo>
                    <a:lnTo>
                      <a:pt x="269" y="406"/>
                    </a:lnTo>
                    <a:lnTo>
                      <a:pt x="253" y="406"/>
                    </a:lnTo>
                    <a:lnTo>
                      <a:pt x="237" y="406"/>
                    </a:lnTo>
                    <a:lnTo>
                      <a:pt x="221" y="406"/>
                    </a:lnTo>
                    <a:lnTo>
                      <a:pt x="204" y="406"/>
                    </a:lnTo>
                    <a:lnTo>
                      <a:pt x="188" y="396"/>
                    </a:lnTo>
                    <a:lnTo>
                      <a:pt x="172" y="391"/>
                    </a:lnTo>
                    <a:lnTo>
                      <a:pt x="156" y="385"/>
                    </a:lnTo>
                    <a:lnTo>
                      <a:pt x="140" y="380"/>
                    </a:lnTo>
                    <a:lnTo>
                      <a:pt x="124" y="375"/>
                    </a:lnTo>
                    <a:lnTo>
                      <a:pt x="108" y="365"/>
                    </a:lnTo>
                    <a:lnTo>
                      <a:pt x="91" y="355"/>
                    </a:lnTo>
                    <a:lnTo>
                      <a:pt x="81" y="339"/>
                    </a:lnTo>
                    <a:lnTo>
                      <a:pt x="65" y="334"/>
                    </a:lnTo>
                    <a:lnTo>
                      <a:pt x="59" y="319"/>
                    </a:lnTo>
                    <a:lnTo>
                      <a:pt x="43" y="303"/>
                    </a:lnTo>
                    <a:lnTo>
                      <a:pt x="38" y="288"/>
                    </a:lnTo>
                    <a:lnTo>
                      <a:pt x="22" y="272"/>
                    </a:lnTo>
                    <a:lnTo>
                      <a:pt x="16" y="252"/>
                    </a:lnTo>
                    <a:lnTo>
                      <a:pt x="5" y="231"/>
                    </a:lnTo>
                    <a:lnTo>
                      <a:pt x="0" y="216"/>
                    </a:lnTo>
                    <a:lnTo>
                      <a:pt x="0" y="200"/>
                    </a:lnTo>
                    <a:lnTo>
                      <a:pt x="0" y="185"/>
                    </a:lnTo>
                    <a:lnTo>
                      <a:pt x="0" y="170"/>
                    </a:lnTo>
                    <a:lnTo>
                      <a:pt x="5" y="149"/>
                    </a:lnTo>
                    <a:lnTo>
                      <a:pt x="11" y="134"/>
                    </a:lnTo>
                    <a:lnTo>
                      <a:pt x="27" y="123"/>
                    </a:lnTo>
                    <a:lnTo>
                      <a:pt x="38" y="108"/>
                    </a:lnTo>
                    <a:lnTo>
                      <a:pt x="54" y="108"/>
                    </a:lnTo>
                    <a:lnTo>
                      <a:pt x="70" y="103"/>
                    </a:lnTo>
                    <a:lnTo>
                      <a:pt x="86" y="98"/>
                    </a:lnTo>
                    <a:lnTo>
                      <a:pt x="102" y="98"/>
                    </a:lnTo>
                    <a:lnTo>
                      <a:pt x="113" y="82"/>
                    </a:lnTo>
                    <a:lnTo>
                      <a:pt x="113" y="67"/>
                    </a:lnTo>
                    <a:lnTo>
                      <a:pt x="129" y="98"/>
                    </a:lnTo>
                  </a:path>
                </a:pathLst>
              </a:custGeom>
              <a:solidFill>
                <a:srgbClr val="EAEAEA"/>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CC"/>
                  </a:solidFill>
                  <a:ea typeface="黑体" panose="02010609060101010101" pitchFamily="49" charset="-122"/>
                </a:endParaRPr>
              </a:p>
            </p:txBody>
          </p:sp>
          <p:sp>
            <p:nvSpPr>
              <p:cNvPr id="1027103" name="Freeform 32"/>
              <p:cNvSpPr>
                <a:spLocks noChangeArrowheads="1"/>
              </p:cNvSpPr>
              <p:nvPr/>
            </p:nvSpPr>
            <p:spPr bwMode="auto">
              <a:xfrm>
                <a:off x="3193" y="270"/>
                <a:ext cx="117" cy="118"/>
              </a:xfrm>
              <a:custGeom>
                <a:avLst/>
                <a:gdLst>
                  <a:gd name="T0" fmla="*/ 5 w 117"/>
                  <a:gd name="T1" fmla="*/ 66 h 118"/>
                  <a:gd name="T2" fmla="*/ 0 w 117"/>
                  <a:gd name="T3" fmla="*/ 51 h 118"/>
                  <a:gd name="T4" fmla="*/ 0 w 117"/>
                  <a:gd name="T5" fmla="*/ 36 h 118"/>
                  <a:gd name="T6" fmla="*/ 16 w 117"/>
                  <a:gd name="T7" fmla="*/ 25 h 118"/>
                  <a:gd name="T8" fmla="*/ 32 w 117"/>
                  <a:gd name="T9" fmla="*/ 15 h 118"/>
                  <a:gd name="T10" fmla="*/ 47 w 117"/>
                  <a:gd name="T11" fmla="*/ 0 h 118"/>
                  <a:gd name="T12" fmla="*/ 63 w 117"/>
                  <a:gd name="T13" fmla="*/ 0 h 118"/>
                  <a:gd name="T14" fmla="*/ 79 w 117"/>
                  <a:gd name="T15" fmla="*/ 0 h 118"/>
                  <a:gd name="T16" fmla="*/ 84 w 117"/>
                  <a:gd name="T17" fmla="*/ 15 h 118"/>
                  <a:gd name="T18" fmla="*/ 95 w 117"/>
                  <a:gd name="T19" fmla="*/ 31 h 118"/>
                  <a:gd name="T20" fmla="*/ 105 w 117"/>
                  <a:gd name="T21" fmla="*/ 46 h 118"/>
                  <a:gd name="T22" fmla="*/ 111 w 117"/>
                  <a:gd name="T23" fmla="*/ 61 h 118"/>
                  <a:gd name="T24" fmla="*/ 116 w 117"/>
                  <a:gd name="T25" fmla="*/ 76 h 118"/>
                  <a:gd name="T26" fmla="*/ 116 w 117"/>
                  <a:gd name="T27" fmla="*/ 92 h 118"/>
                  <a:gd name="T28" fmla="*/ 116 w 117"/>
                  <a:gd name="T29" fmla="*/ 107 h 118"/>
                  <a:gd name="T30" fmla="*/ 100 w 117"/>
                  <a:gd name="T31" fmla="*/ 117 h 118"/>
                  <a:gd name="T32" fmla="*/ 84 w 117"/>
                  <a:gd name="T33" fmla="*/ 117 h 118"/>
                  <a:gd name="T34" fmla="*/ 69 w 117"/>
                  <a:gd name="T35" fmla="*/ 117 h 118"/>
                  <a:gd name="T36" fmla="*/ 53 w 117"/>
                  <a:gd name="T37" fmla="*/ 117 h 118"/>
                  <a:gd name="T38" fmla="*/ 37 w 117"/>
                  <a:gd name="T39" fmla="*/ 112 h 118"/>
                  <a:gd name="T40" fmla="*/ 21 w 117"/>
                  <a:gd name="T41" fmla="*/ 102 h 118"/>
                  <a:gd name="T42" fmla="*/ 11 w 117"/>
                  <a:gd name="T43" fmla="*/ 86 h 118"/>
                  <a:gd name="T44" fmla="*/ 5 w 117"/>
                  <a:gd name="T45" fmla="*/ 71 h 118"/>
                  <a:gd name="T46" fmla="*/ 5 w 117"/>
                  <a:gd name="T47" fmla="*/ 66 h 1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117" h="118">
                    <a:moveTo>
                      <a:pt x="5" y="66"/>
                    </a:moveTo>
                    <a:lnTo>
                      <a:pt x="0" y="51"/>
                    </a:lnTo>
                    <a:lnTo>
                      <a:pt x="0" y="36"/>
                    </a:lnTo>
                    <a:lnTo>
                      <a:pt x="16" y="25"/>
                    </a:lnTo>
                    <a:lnTo>
                      <a:pt x="32" y="15"/>
                    </a:lnTo>
                    <a:lnTo>
                      <a:pt x="47" y="0"/>
                    </a:lnTo>
                    <a:lnTo>
                      <a:pt x="63" y="0"/>
                    </a:lnTo>
                    <a:lnTo>
                      <a:pt x="79" y="0"/>
                    </a:lnTo>
                    <a:lnTo>
                      <a:pt x="84" y="15"/>
                    </a:lnTo>
                    <a:lnTo>
                      <a:pt x="95" y="31"/>
                    </a:lnTo>
                    <a:lnTo>
                      <a:pt x="105" y="46"/>
                    </a:lnTo>
                    <a:lnTo>
                      <a:pt x="111" y="61"/>
                    </a:lnTo>
                    <a:lnTo>
                      <a:pt x="116" y="76"/>
                    </a:lnTo>
                    <a:lnTo>
                      <a:pt x="116" y="92"/>
                    </a:lnTo>
                    <a:lnTo>
                      <a:pt x="116" y="107"/>
                    </a:lnTo>
                    <a:lnTo>
                      <a:pt x="100" y="117"/>
                    </a:lnTo>
                    <a:lnTo>
                      <a:pt x="84" y="117"/>
                    </a:lnTo>
                    <a:lnTo>
                      <a:pt x="69" y="117"/>
                    </a:lnTo>
                    <a:lnTo>
                      <a:pt x="53" y="117"/>
                    </a:lnTo>
                    <a:lnTo>
                      <a:pt x="37" y="112"/>
                    </a:lnTo>
                    <a:lnTo>
                      <a:pt x="21" y="102"/>
                    </a:lnTo>
                    <a:lnTo>
                      <a:pt x="11" y="86"/>
                    </a:lnTo>
                    <a:lnTo>
                      <a:pt x="5" y="71"/>
                    </a:lnTo>
                    <a:lnTo>
                      <a:pt x="5" y="66"/>
                    </a:lnTo>
                  </a:path>
                </a:pathLst>
              </a:custGeom>
              <a:solidFill>
                <a:srgbClr val="EAEAEA"/>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CC"/>
                  </a:solidFill>
                  <a:ea typeface="黑体" panose="02010609060101010101" pitchFamily="49" charset="-122"/>
                </a:endParaRPr>
              </a:p>
            </p:txBody>
          </p:sp>
          <p:sp>
            <p:nvSpPr>
              <p:cNvPr id="1027104" name="Freeform 33"/>
              <p:cNvSpPr>
                <a:spLocks noChangeArrowheads="1"/>
              </p:cNvSpPr>
              <p:nvPr/>
            </p:nvSpPr>
            <p:spPr bwMode="auto">
              <a:xfrm>
                <a:off x="3469" y="239"/>
                <a:ext cx="82" cy="87"/>
              </a:xfrm>
              <a:custGeom>
                <a:avLst/>
                <a:gdLst>
                  <a:gd name="T0" fmla="*/ 0 w 82"/>
                  <a:gd name="T1" fmla="*/ 0 h 87"/>
                  <a:gd name="T2" fmla="*/ 16 w 82"/>
                  <a:gd name="T3" fmla="*/ 10 h 87"/>
                  <a:gd name="T4" fmla="*/ 32 w 82"/>
                  <a:gd name="T5" fmla="*/ 20 h 87"/>
                  <a:gd name="T6" fmla="*/ 49 w 82"/>
                  <a:gd name="T7" fmla="*/ 20 h 87"/>
                  <a:gd name="T8" fmla="*/ 65 w 82"/>
                  <a:gd name="T9" fmla="*/ 30 h 87"/>
                  <a:gd name="T10" fmla="*/ 76 w 82"/>
                  <a:gd name="T11" fmla="*/ 46 h 87"/>
                  <a:gd name="T12" fmla="*/ 81 w 82"/>
                  <a:gd name="T13" fmla="*/ 61 h 87"/>
                  <a:gd name="T14" fmla="*/ 81 w 82"/>
                  <a:gd name="T15" fmla="*/ 76 h 87"/>
                  <a:gd name="T16" fmla="*/ 65 w 82"/>
                  <a:gd name="T17" fmla="*/ 86 h 87"/>
                  <a:gd name="T18" fmla="*/ 49 w 82"/>
                  <a:gd name="T19" fmla="*/ 86 h 87"/>
                  <a:gd name="T20" fmla="*/ 27 w 82"/>
                  <a:gd name="T21" fmla="*/ 81 h 87"/>
                  <a:gd name="T22" fmla="*/ 11 w 82"/>
                  <a:gd name="T23" fmla="*/ 71 h 87"/>
                  <a:gd name="T24" fmla="*/ 5 w 82"/>
                  <a:gd name="T25" fmla="*/ 56 h 87"/>
                  <a:gd name="T26" fmla="*/ 0 w 82"/>
                  <a:gd name="T27" fmla="*/ 40 h 87"/>
                  <a:gd name="T28" fmla="*/ 0 w 82"/>
                  <a:gd name="T29" fmla="*/ 25 h 87"/>
                  <a:gd name="T30" fmla="*/ 11 w 82"/>
                  <a:gd name="T31" fmla="*/ 10 h 87"/>
                  <a:gd name="T32" fmla="*/ 0 w 82"/>
                  <a:gd name="T33" fmla="*/ 0 h 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82" h="87">
                    <a:moveTo>
                      <a:pt x="0" y="0"/>
                    </a:moveTo>
                    <a:lnTo>
                      <a:pt x="16" y="10"/>
                    </a:lnTo>
                    <a:lnTo>
                      <a:pt x="32" y="20"/>
                    </a:lnTo>
                    <a:lnTo>
                      <a:pt x="49" y="20"/>
                    </a:lnTo>
                    <a:lnTo>
                      <a:pt x="65" y="30"/>
                    </a:lnTo>
                    <a:lnTo>
                      <a:pt x="76" y="46"/>
                    </a:lnTo>
                    <a:lnTo>
                      <a:pt x="81" y="61"/>
                    </a:lnTo>
                    <a:lnTo>
                      <a:pt x="81" y="76"/>
                    </a:lnTo>
                    <a:lnTo>
                      <a:pt x="65" y="86"/>
                    </a:lnTo>
                    <a:lnTo>
                      <a:pt x="49" y="86"/>
                    </a:lnTo>
                    <a:lnTo>
                      <a:pt x="27" y="81"/>
                    </a:lnTo>
                    <a:lnTo>
                      <a:pt x="11" y="71"/>
                    </a:lnTo>
                    <a:lnTo>
                      <a:pt x="5" y="56"/>
                    </a:lnTo>
                    <a:lnTo>
                      <a:pt x="0" y="40"/>
                    </a:lnTo>
                    <a:lnTo>
                      <a:pt x="0" y="25"/>
                    </a:lnTo>
                    <a:lnTo>
                      <a:pt x="11" y="10"/>
                    </a:lnTo>
                    <a:lnTo>
                      <a:pt x="0" y="0"/>
                    </a:lnTo>
                  </a:path>
                </a:pathLst>
              </a:custGeom>
              <a:solidFill>
                <a:srgbClr val="EAEAEA"/>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CC"/>
                  </a:solidFill>
                  <a:ea typeface="黑体" panose="02010609060101010101" pitchFamily="49" charset="-122"/>
                </a:endParaRPr>
              </a:p>
            </p:txBody>
          </p:sp>
        </p:grpSp>
        <p:sp>
          <p:nvSpPr>
            <p:cNvPr id="1027105" name="Text Box 34"/>
            <p:cNvSpPr txBox="1">
              <a:spLocks noChangeArrowheads="1"/>
            </p:cNvSpPr>
            <p:nvPr/>
          </p:nvSpPr>
          <p:spPr bwMode="auto">
            <a:xfrm>
              <a:off x="4967" y="1856"/>
              <a:ext cx="342" cy="222"/>
            </a:xfrm>
            <a:prstGeom prst="rect">
              <a:avLst/>
            </a:prstGeom>
            <a:solidFill>
              <a:srgbClr val="EAEAEA"/>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zh-CN" altLang="en-US" sz="2000" b="1">
                  <a:solidFill>
                    <a:srgbClr val="0000CC"/>
                  </a:solidFill>
                  <a:ea typeface="黑体" panose="02010609060101010101" pitchFamily="49" charset="-122"/>
                </a:rPr>
                <a:t>网 </a:t>
              </a:r>
              <a:r>
                <a:rPr lang="en-US" altLang="zh-CN" sz="2000" b="1">
                  <a:solidFill>
                    <a:srgbClr val="0000CC"/>
                  </a:solidFill>
                  <a:ea typeface="黑体" panose="02010609060101010101" pitchFamily="49" charset="-122"/>
                </a:rPr>
                <a:t>3</a:t>
              </a:r>
            </a:p>
          </p:txBody>
        </p:sp>
      </p:grpSp>
      <p:grpSp>
        <p:nvGrpSpPr>
          <p:cNvPr id="1027106" name="Group 35"/>
          <p:cNvGrpSpPr>
            <a:grpSpLocks/>
          </p:cNvGrpSpPr>
          <p:nvPr/>
        </p:nvGrpSpPr>
        <p:grpSpPr bwMode="auto">
          <a:xfrm>
            <a:off x="4532313" y="631825"/>
            <a:ext cx="1276350" cy="858838"/>
            <a:chOff x="4830" y="1752"/>
            <a:chExt cx="667" cy="477"/>
          </a:xfrm>
        </p:grpSpPr>
        <p:grpSp>
          <p:nvGrpSpPr>
            <p:cNvPr id="1027107" name="Group 36"/>
            <p:cNvGrpSpPr>
              <a:grpSpLocks/>
            </p:cNvGrpSpPr>
            <p:nvPr/>
          </p:nvGrpSpPr>
          <p:grpSpPr bwMode="auto">
            <a:xfrm>
              <a:off x="4830" y="1752"/>
              <a:ext cx="667" cy="477"/>
              <a:chOff x="2949" y="196"/>
              <a:chExt cx="941" cy="598"/>
            </a:xfrm>
          </p:grpSpPr>
          <p:sp>
            <p:nvSpPr>
              <p:cNvPr id="1027108" name="Oval 37"/>
              <p:cNvSpPr>
                <a:spLocks noChangeArrowheads="1"/>
              </p:cNvSpPr>
              <p:nvPr/>
            </p:nvSpPr>
            <p:spPr bwMode="auto">
              <a:xfrm>
                <a:off x="3168" y="196"/>
                <a:ext cx="407" cy="162"/>
              </a:xfrm>
              <a:prstGeom prst="ellipse">
                <a:avLst/>
              </a:prstGeom>
              <a:solidFill>
                <a:srgbClr val="EAEAEA"/>
              </a:solidFill>
              <a:ln w="12700">
                <a:solidFill>
                  <a:schemeClr val="tx1"/>
                </a:solidFill>
                <a:round/>
                <a:headEnd/>
                <a:tailEnd/>
              </a:ln>
            </p:spPr>
            <p:txBody>
              <a:bodyPr wrap="none" anchor="ctr"/>
              <a:lstStyle/>
              <a:p>
                <a:pPr eaLnBrk="0" hangingPunct="0"/>
                <a:endParaRPr lang="zh-CN" altLang="en-US" b="1">
                  <a:solidFill>
                    <a:srgbClr val="0000CC"/>
                  </a:solidFill>
                  <a:ea typeface="黑体" panose="02010609060101010101" pitchFamily="49" charset="-122"/>
                </a:endParaRPr>
              </a:p>
            </p:txBody>
          </p:sp>
          <p:sp>
            <p:nvSpPr>
              <p:cNvPr id="1027109" name="Oval 38"/>
              <p:cNvSpPr>
                <a:spLocks noChangeArrowheads="1"/>
              </p:cNvSpPr>
              <p:nvPr/>
            </p:nvSpPr>
            <p:spPr bwMode="auto">
              <a:xfrm rot="900000">
                <a:off x="3512" y="252"/>
                <a:ext cx="275" cy="131"/>
              </a:xfrm>
              <a:prstGeom prst="ellipse">
                <a:avLst/>
              </a:prstGeom>
              <a:solidFill>
                <a:srgbClr val="EAEAEA"/>
              </a:solidFill>
              <a:ln w="12700">
                <a:solidFill>
                  <a:schemeClr val="tx1"/>
                </a:solidFill>
                <a:round/>
                <a:headEnd/>
                <a:tailEnd/>
              </a:ln>
            </p:spPr>
            <p:txBody>
              <a:bodyPr wrap="none" anchor="ctr"/>
              <a:lstStyle/>
              <a:p>
                <a:pPr eaLnBrk="0" hangingPunct="0"/>
                <a:endParaRPr lang="zh-CN" altLang="en-US" b="1">
                  <a:solidFill>
                    <a:srgbClr val="0000CC"/>
                  </a:solidFill>
                  <a:ea typeface="黑体" panose="02010609060101010101" pitchFamily="49" charset="-122"/>
                </a:endParaRPr>
              </a:p>
            </p:txBody>
          </p:sp>
          <p:sp>
            <p:nvSpPr>
              <p:cNvPr id="1027110" name="Oval 39"/>
              <p:cNvSpPr>
                <a:spLocks noChangeArrowheads="1"/>
              </p:cNvSpPr>
              <p:nvPr/>
            </p:nvSpPr>
            <p:spPr bwMode="auto">
              <a:xfrm rot="1500000">
                <a:off x="3650" y="385"/>
                <a:ext cx="240" cy="153"/>
              </a:xfrm>
              <a:prstGeom prst="ellipse">
                <a:avLst/>
              </a:prstGeom>
              <a:solidFill>
                <a:srgbClr val="EAEAEA"/>
              </a:solidFill>
              <a:ln w="12700">
                <a:solidFill>
                  <a:schemeClr val="tx1"/>
                </a:solidFill>
                <a:round/>
                <a:headEnd/>
                <a:tailEnd/>
              </a:ln>
            </p:spPr>
            <p:txBody>
              <a:bodyPr wrap="none" anchor="ctr"/>
              <a:lstStyle/>
              <a:p>
                <a:pPr eaLnBrk="0" hangingPunct="0"/>
                <a:endParaRPr lang="zh-CN" altLang="en-US" b="1">
                  <a:solidFill>
                    <a:srgbClr val="0000CC"/>
                  </a:solidFill>
                  <a:ea typeface="黑体" panose="02010609060101010101" pitchFamily="49" charset="-122"/>
                </a:endParaRPr>
              </a:p>
            </p:txBody>
          </p:sp>
          <p:sp>
            <p:nvSpPr>
              <p:cNvPr id="1027111" name="Oval 40"/>
              <p:cNvSpPr>
                <a:spLocks noChangeArrowheads="1"/>
              </p:cNvSpPr>
              <p:nvPr/>
            </p:nvSpPr>
            <p:spPr bwMode="auto">
              <a:xfrm rot="-1560000">
                <a:off x="3573" y="537"/>
                <a:ext cx="291" cy="189"/>
              </a:xfrm>
              <a:prstGeom prst="ellipse">
                <a:avLst/>
              </a:prstGeom>
              <a:solidFill>
                <a:srgbClr val="EAEAEA"/>
              </a:solidFill>
              <a:ln w="12700">
                <a:solidFill>
                  <a:schemeClr val="tx1"/>
                </a:solidFill>
                <a:round/>
                <a:headEnd/>
                <a:tailEnd/>
              </a:ln>
            </p:spPr>
            <p:txBody>
              <a:bodyPr wrap="none" anchor="ctr"/>
              <a:lstStyle/>
              <a:p>
                <a:pPr eaLnBrk="0" hangingPunct="0"/>
                <a:endParaRPr lang="zh-CN" altLang="en-US" b="1">
                  <a:solidFill>
                    <a:srgbClr val="0000CC"/>
                  </a:solidFill>
                  <a:ea typeface="黑体" panose="02010609060101010101" pitchFamily="49" charset="-122"/>
                </a:endParaRPr>
              </a:p>
            </p:txBody>
          </p:sp>
          <p:sp>
            <p:nvSpPr>
              <p:cNvPr id="1027112" name="Oval 41"/>
              <p:cNvSpPr>
                <a:spLocks noChangeArrowheads="1"/>
              </p:cNvSpPr>
              <p:nvPr/>
            </p:nvSpPr>
            <p:spPr bwMode="auto">
              <a:xfrm>
                <a:off x="3216" y="555"/>
                <a:ext cx="471" cy="239"/>
              </a:xfrm>
              <a:prstGeom prst="ellipse">
                <a:avLst/>
              </a:prstGeom>
              <a:solidFill>
                <a:srgbClr val="EAEAEA"/>
              </a:solidFill>
              <a:ln w="12700">
                <a:solidFill>
                  <a:schemeClr val="tx1"/>
                </a:solidFill>
                <a:round/>
                <a:headEnd/>
                <a:tailEnd/>
              </a:ln>
            </p:spPr>
            <p:txBody>
              <a:bodyPr wrap="none" anchor="ctr"/>
              <a:lstStyle/>
              <a:p>
                <a:pPr eaLnBrk="0" hangingPunct="0"/>
                <a:endParaRPr lang="zh-CN" altLang="en-US" b="1">
                  <a:solidFill>
                    <a:srgbClr val="0000CC"/>
                  </a:solidFill>
                  <a:ea typeface="黑体" panose="02010609060101010101" pitchFamily="49" charset="-122"/>
                </a:endParaRPr>
              </a:p>
            </p:txBody>
          </p:sp>
          <p:sp>
            <p:nvSpPr>
              <p:cNvPr id="1027113" name="Oval 42"/>
              <p:cNvSpPr>
                <a:spLocks noChangeArrowheads="1"/>
              </p:cNvSpPr>
              <p:nvPr/>
            </p:nvSpPr>
            <p:spPr bwMode="auto">
              <a:xfrm rot="1080000">
                <a:off x="3023" y="555"/>
                <a:ext cx="265" cy="156"/>
              </a:xfrm>
              <a:prstGeom prst="ellipse">
                <a:avLst/>
              </a:prstGeom>
              <a:solidFill>
                <a:srgbClr val="EAEAEA"/>
              </a:solidFill>
              <a:ln w="12700">
                <a:solidFill>
                  <a:schemeClr val="tx1"/>
                </a:solidFill>
                <a:round/>
                <a:headEnd/>
                <a:tailEnd/>
              </a:ln>
            </p:spPr>
            <p:txBody>
              <a:bodyPr wrap="none" anchor="ctr"/>
              <a:lstStyle/>
              <a:p>
                <a:pPr eaLnBrk="0" hangingPunct="0"/>
                <a:endParaRPr lang="zh-CN" altLang="en-US" b="1">
                  <a:solidFill>
                    <a:srgbClr val="0000CC"/>
                  </a:solidFill>
                  <a:ea typeface="黑体" panose="02010609060101010101" pitchFamily="49" charset="-122"/>
                </a:endParaRPr>
              </a:p>
            </p:txBody>
          </p:sp>
          <p:sp>
            <p:nvSpPr>
              <p:cNvPr id="1027114" name="Oval 43"/>
              <p:cNvSpPr>
                <a:spLocks noChangeArrowheads="1"/>
              </p:cNvSpPr>
              <p:nvPr/>
            </p:nvSpPr>
            <p:spPr bwMode="auto">
              <a:xfrm>
                <a:off x="2949" y="432"/>
                <a:ext cx="217" cy="156"/>
              </a:xfrm>
              <a:prstGeom prst="ellipse">
                <a:avLst/>
              </a:prstGeom>
              <a:solidFill>
                <a:srgbClr val="EAEAEA"/>
              </a:solidFill>
              <a:ln w="12700">
                <a:solidFill>
                  <a:schemeClr val="tx1"/>
                </a:solidFill>
                <a:round/>
                <a:headEnd/>
                <a:tailEnd/>
              </a:ln>
            </p:spPr>
            <p:txBody>
              <a:bodyPr wrap="none" anchor="ctr"/>
              <a:lstStyle/>
              <a:p>
                <a:pPr eaLnBrk="0" hangingPunct="0"/>
                <a:endParaRPr lang="zh-CN" altLang="en-US" b="1">
                  <a:solidFill>
                    <a:srgbClr val="0000CC"/>
                  </a:solidFill>
                  <a:ea typeface="黑体" panose="02010609060101010101" pitchFamily="49" charset="-122"/>
                </a:endParaRPr>
              </a:p>
            </p:txBody>
          </p:sp>
          <p:sp>
            <p:nvSpPr>
              <p:cNvPr id="1027115" name="Oval 44"/>
              <p:cNvSpPr>
                <a:spLocks noChangeArrowheads="1"/>
              </p:cNvSpPr>
              <p:nvPr/>
            </p:nvSpPr>
            <p:spPr bwMode="auto">
              <a:xfrm rot="-1860000">
                <a:off x="2984" y="310"/>
                <a:ext cx="295" cy="156"/>
              </a:xfrm>
              <a:prstGeom prst="ellipse">
                <a:avLst/>
              </a:prstGeom>
              <a:solidFill>
                <a:srgbClr val="EAEAEA"/>
              </a:solidFill>
              <a:ln w="12700">
                <a:solidFill>
                  <a:schemeClr val="tx1"/>
                </a:solidFill>
                <a:round/>
                <a:headEnd/>
                <a:tailEnd/>
              </a:ln>
            </p:spPr>
            <p:txBody>
              <a:bodyPr wrap="none" anchor="ctr"/>
              <a:lstStyle/>
              <a:p>
                <a:pPr eaLnBrk="0" hangingPunct="0"/>
                <a:endParaRPr lang="zh-CN" altLang="en-US" b="1">
                  <a:solidFill>
                    <a:srgbClr val="0000CC"/>
                  </a:solidFill>
                  <a:ea typeface="黑体" panose="02010609060101010101" pitchFamily="49" charset="-122"/>
                </a:endParaRPr>
              </a:p>
            </p:txBody>
          </p:sp>
          <p:sp>
            <p:nvSpPr>
              <p:cNvPr id="1027116" name="Freeform 45"/>
              <p:cNvSpPr>
                <a:spLocks noChangeArrowheads="1"/>
              </p:cNvSpPr>
              <p:nvPr/>
            </p:nvSpPr>
            <p:spPr bwMode="auto">
              <a:xfrm>
                <a:off x="3051" y="300"/>
                <a:ext cx="738" cy="407"/>
              </a:xfrm>
              <a:custGeom>
                <a:avLst/>
                <a:gdLst>
                  <a:gd name="T0" fmla="*/ 108 w 738"/>
                  <a:gd name="T1" fmla="*/ 82 h 407"/>
                  <a:gd name="T2" fmla="*/ 145 w 738"/>
                  <a:gd name="T3" fmla="*/ 77 h 407"/>
                  <a:gd name="T4" fmla="*/ 183 w 738"/>
                  <a:gd name="T5" fmla="*/ 72 h 407"/>
                  <a:gd name="T6" fmla="*/ 215 w 738"/>
                  <a:gd name="T7" fmla="*/ 67 h 407"/>
                  <a:gd name="T8" fmla="*/ 237 w 738"/>
                  <a:gd name="T9" fmla="*/ 46 h 407"/>
                  <a:gd name="T10" fmla="*/ 204 w 738"/>
                  <a:gd name="T11" fmla="*/ 41 h 407"/>
                  <a:gd name="T12" fmla="*/ 172 w 738"/>
                  <a:gd name="T13" fmla="*/ 46 h 407"/>
                  <a:gd name="T14" fmla="*/ 156 w 738"/>
                  <a:gd name="T15" fmla="*/ 46 h 407"/>
                  <a:gd name="T16" fmla="*/ 188 w 738"/>
                  <a:gd name="T17" fmla="*/ 26 h 407"/>
                  <a:gd name="T18" fmla="*/ 226 w 738"/>
                  <a:gd name="T19" fmla="*/ 15 h 407"/>
                  <a:gd name="T20" fmla="*/ 258 w 738"/>
                  <a:gd name="T21" fmla="*/ 10 h 407"/>
                  <a:gd name="T22" fmla="*/ 290 w 738"/>
                  <a:gd name="T23" fmla="*/ 5 h 407"/>
                  <a:gd name="T24" fmla="*/ 323 w 738"/>
                  <a:gd name="T25" fmla="*/ 0 h 407"/>
                  <a:gd name="T26" fmla="*/ 355 w 738"/>
                  <a:gd name="T27" fmla="*/ 0 h 407"/>
                  <a:gd name="T28" fmla="*/ 387 w 738"/>
                  <a:gd name="T29" fmla="*/ 0 h 407"/>
                  <a:gd name="T30" fmla="*/ 463 w 738"/>
                  <a:gd name="T31" fmla="*/ 0 h 407"/>
                  <a:gd name="T32" fmla="*/ 506 w 738"/>
                  <a:gd name="T33" fmla="*/ 0 h 407"/>
                  <a:gd name="T34" fmla="*/ 543 w 738"/>
                  <a:gd name="T35" fmla="*/ 15 h 407"/>
                  <a:gd name="T36" fmla="*/ 570 w 738"/>
                  <a:gd name="T37" fmla="*/ 36 h 407"/>
                  <a:gd name="T38" fmla="*/ 603 w 738"/>
                  <a:gd name="T39" fmla="*/ 51 h 407"/>
                  <a:gd name="T40" fmla="*/ 635 w 738"/>
                  <a:gd name="T41" fmla="*/ 57 h 407"/>
                  <a:gd name="T42" fmla="*/ 667 w 738"/>
                  <a:gd name="T43" fmla="*/ 77 h 407"/>
                  <a:gd name="T44" fmla="*/ 694 w 738"/>
                  <a:gd name="T45" fmla="*/ 98 h 407"/>
                  <a:gd name="T46" fmla="*/ 715 w 738"/>
                  <a:gd name="T47" fmla="*/ 128 h 407"/>
                  <a:gd name="T48" fmla="*/ 721 w 738"/>
                  <a:gd name="T49" fmla="*/ 164 h 407"/>
                  <a:gd name="T50" fmla="*/ 726 w 738"/>
                  <a:gd name="T51" fmla="*/ 195 h 407"/>
                  <a:gd name="T52" fmla="*/ 726 w 738"/>
                  <a:gd name="T53" fmla="*/ 226 h 407"/>
                  <a:gd name="T54" fmla="*/ 726 w 738"/>
                  <a:gd name="T55" fmla="*/ 257 h 407"/>
                  <a:gd name="T56" fmla="*/ 737 w 738"/>
                  <a:gd name="T57" fmla="*/ 288 h 407"/>
                  <a:gd name="T58" fmla="*/ 737 w 738"/>
                  <a:gd name="T59" fmla="*/ 319 h 407"/>
                  <a:gd name="T60" fmla="*/ 715 w 738"/>
                  <a:gd name="T61" fmla="*/ 349 h 407"/>
                  <a:gd name="T62" fmla="*/ 678 w 738"/>
                  <a:gd name="T63" fmla="*/ 365 h 407"/>
                  <a:gd name="T64" fmla="*/ 646 w 738"/>
                  <a:gd name="T65" fmla="*/ 380 h 407"/>
                  <a:gd name="T66" fmla="*/ 613 w 738"/>
                  <a:gd name="T67" fmla="*/ 396 h 407"/>
                  <a:gd name="T68" fmla="*/ 581 w 738"/>
                  <a:gd name="T69" fmla="*/ 401 h 407"/>
                  <a:gd name="T70" fmla="*/ 538 w 738"/>
                  <a:gd name="T71" fmla="*/ 406 h 407"/>
                  <a:gd name="T72" fmla="*/ 500 w 738"/>
                  <a:gd name="T73" fmla="*/ 406 h 407"/>
                  <a:gd name="T74" fmla="*/ 468 w 738"/>
                  <a:gd name="T75" fmla="*/ 406 h 407"/>
                  <a:gd name="T76" fmla="*/ 436 w 738"/>
                  <a:gd name="T77" fmla="*/ 406 h 407"/>
                  <a:gd name="T78" fmla="*/ 403 w 738"/>
                  <a:gd name="T79" fmla="*/ 406 h 407"/>
                  <a:gd name="T80" fmla="*/ 371 w 738"/>
                  <a:gd name="T81" fmla="*/ 406 h 407"/>
                  <a:gd name="T82" fmla="*/ 339 w 738"/>
                  <a:gd name="T83" fmla="*/ 406 h 407"/>
                  <a:gd name="T84" fmla="*/ 307 w 738"/>
                  <a:gd name="T85" fmla="*/ 406 h 407"/>
                  <a:gd name="T86" fmla="*/ 269 w 738"/>
                  <a:gd name="T87" fmla="*/ 406 h 407"/>
                  <a:gd name="T88" fmla="*/ 237 w 738"/>
                  <a:gd name="T89" fmla="*/ 406 h 407"/>
                  <a:gd name="T90" fmla="*/ 204 w 738"/>
                  <a:gd name="T91" fmla="*/ 406 h 407"/>
                  <a:gd name="T92" fmla="*/ 172 w 738"/>
                  <a:gd name="T93" fmla="*/ 391 h 407"/>
                  <a:gd name="T94" fmla="*/ 140 w 738"/>
                  <a:gd name="T95" fmla="*/ 380 h 407"/>
                  <a:gd name="T96" fmla="*/ 108 w 738"/>
                  <a:gd name="T97" fmla="*/ 365 h 407"/>
                  <a:gd name="T98" fmla="*/ 81 w 738"/>
                  <a:gd name="T99" fmla="*/ 339 h 407"/>
                  <a:gd name="T100" fmla="*/ 59 w 738"/>
                  <a:gd name="T101" fmla="*/ 319 h 407"/>
                  <a:gd name="T102" fmla="*/ 38 w 738"/>
                  <a:gd name="T103" fmla="*/ 288 h 407"/>
                  <a:gd name="T104" fmla="*/ 16 w 738"/>
                  <a:gd name="T105" fmla="*/ 252 h 407"/>
                  <a:gd name="T106" fmla="*/ 0 w 738"/>
                  <a:gd name="T107" fmla="*/ 216 h 407"/>
                  <a:gd name="T108" fmla="*/ 0 w 738"/>
                  <a:gd name="T109" fmla="*/ 185 h 407"/>
                  <a:gd name="T110" fmla="*/ 5 w 738"/>
                  <a:gd name="T111" fmla="*/ 149 h 407"/>
                  <a:gd name="T112" fmla="*/ 27 w 738"/>
                  <a:gd name="T113" fmla="*/ 123 h 407"/>
                  <a:gd name="T114" fmla="*/ 54 w 738"/>
                  <a:gd name="T115" fmla="*/ 108 h 407"/>
                  <a:gd name="T116" fmla="*/ 86 w 738"/>
                  <a:gd name="T117" fmla="*/ 98 h 407"/>
                  <a:gd name="T118" fmla="*/ 113 w 738"/>
                  <a:gd name="T119" fmla="*/ 82 h 407"/>
                  <a:gd name="T120" fmla="*/ 129 w 738"/>
                  <a:gd name="T121" fmla="*/ 98 h 40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Lst>
                <a:rect l="0" t="0" r="r" b="b"/>
                <a:pathLst>
                  <a:path w="738" h="407">
                    <a:moveTo>
                      <a:pt x="91" y="82"/>
                    </a:moveTo>
                    <a:lnTo>
                      <a:pt x="108" y="82"/>
                    </a:lnTo>
                    <a:lnTo>
                      <a:pt x="124" y="82"/>
                    </a:lnTo>
                    <a:lnTo>
                      <a:pt x="145" y="77"/>
                    </a:lnTo>
                    <a:lnTo>
                      <a:pt x="161" y="77"/>
                    </a:lnTo>
                    <a:lnTo>
                      <a:pt x="183" y="72"/>
                    </a:lnTo>
                    <a:lnTo>
                      <a:pt x="199" y="72"/>
                    </a:lnTo>
                    <a:lnTo>
                      <a:pt x="215" y="67"/>
                    </a:lnTo>
                    <a:lnTo>
                      <a:pt x="231" y="62"/>
                    </a:lnTo>
                    <a:lnTo>
                      <a:pt x="237" y="46"/>
                    </a:lnTo>
                    <a:lnTo>
                      <a:pt x="221" y="41"/>
                    </a:lnTo>
                    <a:lnTo>
                      <a:pt x="204" y="41"/>
                    </a:lnTo>
                    <a:lnTo>
                      <a:pt x="188" y="46"/>
                    </a:lnTo>
                    <a:lnTo>
                      <a:pt x="172" y="46"/>
                    </a:lnTo>
                    <a:lnTo>
                      <a:pt x="156" y="62"/>
                    </a:lnTo>
                    <a:lnTo>
                      <a:pt x="156" y="46"/>
                    </a:lnTo>
                    <a:lnTo>
                      <a:pt x="172" y="36"/>
                    </a:lnTo>
                    <a:lnTo>
                      <a:pt x="188" y="26"/>
                    </a:lnTo>
                    <a:lnTo>
                      <a:pt x="210" y="21"/>
                    </a:lnTo>
                    <a:lnTo>
                      <a:pt x="226" y="15"/>
                    </a:lnTo>
                    <a:lnTo>
                      <a:pt x="242" y="15"/>
                    </a:lnTo>
                    <a:lnTo>
                      <a:pt x="258" y="10"/>
                    </a:lnTo>
                    <a:lnTo>
                      <a:pt x="274" y="10"/>
                    </a:lnTo>
                    <a:lnTo>
                      <a:pt x="290" y="5"/>
                    </a:lnTo>
                    <a:lnTo>
                      <a:pt x="307" y="5"/>
                    </a:lnTo>
                    <a:lnTo>
                      <a:pt x="323" y="0"/>
                    </a:lnTo>
                    <a:lnTo>
                      <a:pt x="339" y="0"/>
                    </a:lnTo>
                    <a:lnTo>
                      <a:pt x="355" y="0"/>
                    </a:lnTo>
                    <a:lnTo>
                      <a:pt x="371" y="0"/>
                    </a:lnTo>
                    <a:lnTo>
                      <a:pt x="387" y="0"/>
                    </a:lnTo>
                    <a:lnTo>
                      <a:pt x="420" y="0"/>
                    </a:lnTo>
                    <a:lnTo>
                      <a:pt x="463" y="0"/>
                    </a:lnTo>
                    <a:lnTo>
                      <a:pt x="484" y="0"/>
                    </a:lnTo>
                    <a:lnTo>
                      <a:pt x="506" y="0"/>
                    </a:lnTo>
                    <a:lnTo>
                      <a:pt x="527" y="5"/>
                    </a:lnTo>
                    <a:lnTo>
                      <a:pt x="543" y="15"/>
                    </a:lnTo>
                    <a:lnTo>
                      <a:pt x="554" y="31"/>
                    </a:lnTo>
                    <a:lnTo>
                      <a:pt x="570" y="36"/>
                    </a:lnTo>
                    <a:lnTo>
                      <a:pt x="586" y="46"/>
                    </a:lnTo>
                    <a:lnTo>
                      <a:pt x="603" y="51"/>
                    </a:lnTo>
                    <a:lnTo>
                      <a:pt x="619" y="51"/>
                    </a:lnTo>
                    <a:lnTo>
                      <a:pt x="635" y="57"/>
                    </a:lnTo>
                    <a:lnTo>
                      <a:pt x="651" y="67"/>
                    </a:lnTo>
                    <a:lnTo>
                      <a:pt x="667" y="77"/>
                    </a:lnTo>
                    <a:lnTo>
                      <a:pt x="678" y="93"/>
                    </a:lnTo>
                    <a:lnTo>
                      <a:pt x="694" y="98"/>
                    </a:lnTo>
                    <a:lnTo>
                      <a:pt x="699" y="113"/>
                    </a:lnTo>
                    <a:lnTo>
                      <a:pt x="715" y="128"/>
                    </a:lnTo>
                    <a:lnTo>
                      <a:pt x="721" y="149"/>
                    </a:lnTo>
                    <a:lnTo>
                      <a:pt x="721" y="164"/>
                    </a:lnTo>
                    <a:lnTo>
                      <a:pt x="726" y="180"/>
                    </a:lnTo>
                    <a:lnTo>
                      <a:pt x="726" y="195"/>
                    </a:lnTo>
                    <a:lnTo>
                      <a:pt x="726" y="211"/>
                    </a:lnTo>
                    <a:lnTo>
                      <a:pt x="726" y="226"/>
                    </a:lnTo>
                    <a:lnTo>
                      <a:pt x="726" y="242"/>
                    </a:lnTo>
                    <a:lnTo>
                      <a:pt x="726" y="257"/>
                    </a:lnTo>
                    <a:lnTo>
                      <a:pt x="737" y="272"/>
                    </a:lnTo>
                    <a:lnTo>
                      <a:pt x="737" y="288"/>
                    </a:lnTo>
                    <a:lnTo>
                      <a:pt x="737" y="303"/>
                    </a:lnTo>
                    <a:lnTo>
                      <a:pt x="737" y="319"/>
                    </a:lnTo>
                    <a:lnTo>
                      <a:pt x="732" y="334"/>
                    </a:lnTo>
                    <a:lnTo>
                      <a:pt x="715" y="349"/>
                    </a:lnTo>
                    <a:lnTo>
                      <a:pt x="694" y="360"/>
                    </a:lnTo>
                    <a:lnTo>
                      <a:pt x="678" y="365"/>
                    </a:lnTo>
                    <a:lnTo>
                      <a:pt x="662" y="375"/>
                    </a:lnTo>
                    <a:lnTo>
                      <a:pt x="646" y="380"/>
                    </a:lnTo>
                    <a:lnTo>
                      <a:pt x="629" y="385"/>
                    </a:lnTo>
                    <a:lnTo>
                      <a:pt x="613" y="396"/>
                    </a:lnTo>
                    <a:lnTo>
                      <a:pt x="597" y="401"/>
                    </a:lnTo>
                    <a:lnTo>
                      <a:pt x="581" y="401"/>
                    </a:lnTo>
                    <a:lnTo>
                      <a:pt x="559" y="406"/>
                    </a:lnTo>
                    <a:lnTo>
                      <a:pt x="538" y="406"/>
                    </a:lnTo>
                    <a:lnTo>
                      <a:pt x="522" y="406"/>
                    </a:lnTo>
                    <a:lnTo>
                      <a:pt x="500" y="406"/>
                    </a:lnTo>
                    <a:lnTo>
                      <a:pt x="484" y="406"/>
                    </a:lnTo>
                    <a:lnTo>
                      <a:pt x="468" y="406"/>
                    </a:lnTo>
                    <a:lnTo>
                      <a:pt x="452" y="406"/>
                    </a:lnTo>
                    <a:lnTo>
                      <a:pt x="436" y="406"/>
                    </a:lnTo>
                    <a:lnTo>
                      <a:pt x="420" y="406"/>
                    </a:lnTo>
                    <a:lnTo>
                      <a:pt x="403" y="406"/>
                    </a:lnTo>
                    <a:lnTo>
                      <a:pt x="387" y="406"/>
                    </a:lnTo>
                    <a:lnTo>
                      <a:pt x="371" y="406"/>
                    </a:lnTo>
                    <a:lnTo>
                      <a:pt x="355" y="406"/>
                    </a:lnTo>
                    <a:lnTo>
                      <a:pt x="339" y="406"/>
                    </a:lnTo>
                    <a:lnTo>
                      <a:pt x="323" y="406"/>
                    </a:lnTo>
                    <a:lnTo>
                      <a:pt x="307" y="406"/>
                    </a:lnTo>
                    <a:lnTo>
                      <a:pt x="285" y="406"/>
                    </a:lnTo>
                    <a:lnTo>
                      <a:pt x="269" y="406"/>
                    </a:lnTo>
                    <a:lnTo>
                      <a:pt x="253" y="406"/>
                    </a:lnTo>
                    <a:lnTo>
                      <a:pt x="237" y="406"/>
                    </a:lnTo>
                    <a:lnTo>
                      <a:pt x="221" y="406"/>
                    </a:lnTo>
                    <a:lnTo>
                      <a:pt x="204" y="406"/>
                    </a:lnTo>
                    <a:lnTo>
                      <a:pt x="188" y="396"/>
                    </a:lnTo>
                    <a:lnTo>
                      <a:pt x="172" y="391"/>
                    </a:lnTo>
                    <a:lnTo>
                      <a:pt x="156" y="385"/>
                    </a:lnTo>
                    <a:lnTo>
                      <a:pt x="140" y="380"/>
                    </a:lnTo>
                    <a:lnTo>
                      <a:pt x="124" y="375"/>
                    </a:lnTo>
                    <a:lnTo>
                      <a:pt x="108" y="365"/>
                    </a:lnTo>
                    <a:lnTo>
                      <a:pt x="91" y="355"/>
                    </a:lnTo>
                    <a:lnTo>
                      <a:pt x="81" y="339"/>
                    </a:lnTo>
                    <a:lnTo>
                      <a:pt x="65" y="334"/>
                    </a:lnTo>
                    <a:lnTo>
                      <a:pt x="59" y="319"/>
                    </a:lnTo>
                    <a:lnTo>
                      <a:pt x="43" y="303"/>
                    </a:lnTo>
                    <a:lnTo>
                      <a:pt x="38" y="288"/>
                    </a:lnTo>
                    <a:lnTo>
                      <a:pt x="22" y="272"/>
                    </a:lnTo>
                    <a:lnTo>
                      <a:pt x="16" y="252"/>
                    </a:lnTo>
                    <a:lnTo>
                      <a:pt x="5" y="231"/>
                    </a:lnTo>
                    <a:lnTo>
                      <a:pt x="0" y="216"/>
                    </a:lnTo>
                    <a:lnTo>
                      <a:pt x="0" y="200"/>
                    </a:lnTo>
                    <a:lnTo>
                      <a:pt x="0" y="185"/>
                    </a:lnTo>
                    <a:lnTo>
                      <a:pt x="0" y="170"/>
                    </a:lnTo>
                    <a:lnTo>
                      <a:pt x="5" y="149"/>
                    </a:lnTo>
                    <a:lnTo>
                      <a:pt x="11" y="134"/>
                    </a:lnTo>
                    <a:lnTo>
                      <a:pt x="27" y="123"/>
                    </a:lnTo>
                    <a:lnTo>
                      <a:pt x="38" y="108"/>
                    </a:lnTo>
                    <a:lnTo>
                      <a:pt x="54" y="108"/>
                    </a:lnTo>
                    <a:lnTo>
                      <a:pt x="70" y="103"/>
                    </a:lnTo>
                    <a:lnTo>
                      <a:pt x="86" y="98"/>
                    </a:lnTo>
                    <a:lnTo>
                      <a:pt x="102" y="98"/>
                    </a:lnTo>
                    <a:lnTo>
                      <a:pt x="113" y="82"/>
                    </a:lnTo>
                    <a:lnTo>
                      <a:pt x="113" y="67"/>
                    </a:lnTo>
                    <a:lnTo>
                      <a:pt x="129" y="98"/>
                    </a:lnTo>
                  </a:path>
                </a:pathLst>
              </a:custGeom>
              <a:solidFill>
                <a:srgbClr val="EAEAEA"/>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CC"/>
                  </a:solidFill>
                  <a:ea typeface="黑体" panose="02010609060101010101" pitchFamily="49" charset="-122"/>
                </a:endParaRPr>
              </a:p>
            </p:txBody>
          </p:sp>
          <p:sp>
            <p:nvSpPr>
              <p:cNvPr id="1027117" name="Freeform 46"/>
              <p:cNvSpPr>
                <a:spLocks noChangeArrowheads="1"/>
              </p:cNvSpPr>
              <p:nvPr/>
            </p:nvSpPr>
            <p:spPr bwMode="auto">
              <a:xfrm>
                <a:off x="3193" y="270"/>
                <a:ext cx="117" cy="118"/>
              </a:xfrm>
              <a:custGeom>
                <a:avLst/>
                <a:gdLst>
                  <a:gd name="T0" fmla="*/ 5 w 117"/>
                  <a:gd name="T1" fmla="*/ 66 h 118"/>
                  <a:gd name="T2" fmla="*/ 0 w 117"/>
                  <a:gd name="T3" fmla="*/ 51 h 118"/>
                  <a:gd name="T4" fmla="*/ 0 w 117"/>
                  <a:gd name="T5" fmla="*/ 36 h 118"/>
                  <a:gd name="T6" fmla="*/ 16 w 117"/>
                  <a:gd name="T7" fmla="*/ 25 h 118"/>
                  <a:gd name="T8" fmla="*/ 32 w 117"/>
                  <a:gd name="T9" fmla="*/ 15 h 118"/>
                  <a:gd name="T10" fmla="*/ 47 w 117"/>
                  <a:gd name="T11" fmla="*/ 0 h 118"/>
                  <a:gd name="T12" fmla="*/ 63 w 117"/>
                  <a:gd name="T13" fmla="*/ 0 h 118"/>
                  <a:gd name="T14" fmla="*/ 79 w 117"/>
                  <a:gd name="T15" fmla="*/ 0 h 118"/>
                  <a:gd name="T16" fmla="*/ 84 w 117"/>
                  <a:gd name="T17" fmla="*/ 15 h 118"/>
                  <a:gd name="T18" fmla="*/ 95 w 117"/>
                  <a:gd name="T19" fmla="*/ 31 h 118"/>
                  <a:gd name="T20" fmla="*/ 105 w 117"/>
                  <a:gd name="T21" fmla="*/ 46 h 118"/>
                  <a:gd name="T22" fmla="*/ 111 w 117"/>
                  <a:gd name="T23" fmla="*/ 61 h 118"/>
                  <a:gd name="T24" fmla="*/ 116 w 117"/>
                  <a:gd name="T25" fmla="*/ 76 h 118"/>
                  <a:gd name="T26" fmla="*/ 116 w 117"/>
                  <a:gd name="T27" fmla="*/ 92 h 118"/>
                  <a:gd name="T28" fmla="*/ 116 w 117"/>
                  <a:gd name="T29" fmla="*/ 107 h 118"/>
                  <a:gd name="T30" fmla="*/ 100 w 117"/>
                  <a:gd name="T31" fmla="*/ 117 h 118"/>
                  <a:gd name="T32" fmla="*/ 84 w 117"/>
                  <a:gd name="T33" fmla="*/ 117 h 118"/>
                  <a:gd name="T34" fmla="*/ 69 w 117"/>
                  <a:gd name="T35" fmla="*/ 117 h 118"/>
                  <a:gd name="T36" fmla="*/ 53 w 117"/>
                  <a:gd name="T37" fmla="*/ 117 h 118"/>
                  <a:gd name="T38" fmla="*/ 37 w 117"/>
                  <a:gd name="T39" fmla="*/ 112 h 118"/>
                  <a:gd name="T40" fmla="*/ 21 w 117"/>
                  <a:gd name="T41" fmla="*/ 102 h 118"/>
                  <a:gd name="T42" fmla="*/ 11 w 117"/>
                  <a:gd name="T43" fmla="*/ 86 h 118"/>
                  <a:gd name="T44" fmla="*/ 5 w 117"/>
                  <a:gd name="T45" fmla="*/ 71 h 118"/>
                  <a:gd name="T46" fmla="*/ 5 w 117"/>
                  <a:gd name="T47" fmla="*/ 66 h 1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117" h="118">
                    <a:moveTo>
                      <a:pt x="5" y="66"/>
                    </a:moveTo>
                    <a:lnTo>
                      <a:pt x="0" y="51"/>
                    </a:lnTo>
                    <a:lnTo>
                      <a:pt x="0" y="36"/>
                    </a:lnTo>
                    <a:lnTo>
                      <a:pt x="16" y="25"/>
                    </a:lnTo>
                    <a:lnTo>
                      <a:pt x="32" y="15"/>
                    </a:lnTo>
                    <a:lnTo>
                      <a:pt x="47" y="0"/>
                    </a:lnTo>
                    <a:lnTo>
                      <a:pt x="63" y="0"/>
                    </a:lnTo>
                    <a:lnTo>
                      <a:pt x="79" y="0"/>
                    </a:lnTo>
                    <a:lnTo>
                      <a:pt x="84" y="15"/>
                    </a:lnTo>
                    <a:lnTo>
                      <a:pt x="95" y="31"/>
                    </a:lnTo>
                    <a:lnTo>
                      <a:pt x="105" y="46"/>
                    </a:lnTo>
                    <a:lnTo>
                      <a:pt x="111" y="61"/>
                    </a:lnTo>
                    <a:lnTo>
                      <a:pt x="116" y="76"/>
                    </a:lnTo>
                    <a:lnTo>
                      <a:pt x="116" y="92"/>
                    </a:lnTo>
                    <a:lnTo>
                      <a:pt x="116" y="107"/>
                    </a:lnTo>
                    <a:lnTo>
                      <a:pt x="100" y="117"/>
                    </a:lnTo>
                    <a:lnTo>
                      <a:pt x="84" y="117"/>
                    </a:lnTo>
                    <a:lnTo>
                      <a:pt x="69" y="117"/>
                    </a:lnTo>
                    <a:lnTo>
                      <a:pt x="53" y="117"/>
                    </a:lnTo>
                    <a:lnTo>
                      <a:pt x="37" y="112"/>
                    </a:lnTo>
                    <a:lnTo>
                      <a:pt x="21" y="102"/>
                    </a:lnTo>
                    <a:lnTo>
                      <a:pt x="11" y="86"/>
                    </a:lnTo>
                    <a:lnTo>
                      <a:pt x="5" y="71"/>
                    </a:lnTo>
                    <a:lnTo>
                      <a:pt x="5" y="66"/>
                    </a:lnTo>
                  </a:path>
                </a:pathLst>
              </a:custGeom>
              <a:solidFill>
                <a:srgbClr val="EAEAEA"/>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CC"/>
                  </a:solidFill>
                  <a:ea typeface="黑体" panose="02010609060101010101" pitchFamily="49" charset="-122"/>
                </a:endParaRPr>
              </a:p>
            </p:txBody>
          </p:sp>
          <p:sp>
            <p:nvSpPr>
              <p:cNvPr id="1027118" name="Freeform 47"/>
              <p:cNvSpPr>
                <a:spLocks noChangeArrowheads="1"/>
              </p:cNvSpPr>
              <p:nvPr/>
            </p:nvSpPr>
            <p:spPr bwMode="auto">
              <a:xfrm>
                <a:off x="3469" y="239"/>
                <a:ext cx="82" cy="87"/>
              </a:xfrm>
              <a:custGeom>
                <a:avLst/>
                <a:gdLst>
                  <a:gd name="T0" fmla="*/ 0 w 82"/>
                  <a:gd name="T1" fmla="*/ 0 h 87"/>
                  <a:gd name="T2" fmla="*/ 16 w 82"/>
                  <a:gd name="T3" fmla="*/ 10 h 87"/>
                  <a:gd name="T4" fmla="*/ 32 w 82"/>
                  <a:gd name="T5" fmla="*/ 20 h 87"/>
                  <a:gd name="T6" fmla="*/ 49 w 82"/>
                  <a:gd name="T7" fmla="*/ 20 h 87"/>
                  <a:gd name="T8" fmla="*/ 65 w 82"/>
                  <a:gd name="T9" fmla="*/ 30 h 87"/>
                  <a:gd name="T10" fmla="*/ 76 w 82"/>
                  <a:gd name="T11" fmla="*/ 46 h 87"/>
                  <a:gd name="T12" fmla="*/ 81 w 82"/>
                  <a:gd name="T13" fmla="*/ 61 h 87"/>
                  <a:gd name="T14" fmla="*/ 81 w 82"/>
                  <a:gd name="T15" fmla="*/ 76 h 87"/>
                  <a:gd name="T16" fmla="*/ 65 w 82"/>
                  <a:gd name="T17" fmla="*/ 86 h 87"/>
                  <a:gd name="T18" fmla="*/ 49 w 82"/>
                  <a:gd name="T19" fmla="*/ 86 h 87"/>
                  <a:gd name="T20" fmla="*/ 27 w 82"/>
                  <a:gd name="T21" fmla="*/ 81 h 87"/>
                  <a:gd name="T22" fmla="*/ 11 w 82"/>
                  <a:gd name="T23" fmla="*/ 71 h 87"/>
                  <a:gd name="T24" fmla="*/ 5 w 82"/>
                  <a:gd name="T25" fmla="*/ 56 h 87"/>
                  <a:gd name="T26" fmla="*/ 0 w 82"/>
                  <a:gd name="T27" fmla="*/ 40 h 87"/>
                  <a:gd name="T28" fmla="*/ 0 w 82"/>
                  <a:gd name="T29" fmla="*/ 25 h 87"/>
                  <a:gd name="T30" fmla="*/ 11 w 82"/>
                  <a:gd name="T31" fmla="*/ 10 h 87"/>
                  <a:gd name="T32" fmla="*/ 0 w 82"/>
                  <a:gd name="T33" fmla="*/ 0 h 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82" h="87">
                    <a:moveTo>
                      <a:pt x="0" y="0"/>
                    </a:moveTo>
                    <a:lnTo>
                      <a:pt x="16" y="10"/>
                    </a:lnTo>
                    <a:lnTo>
                      <a:pt x="32" y="20"/>
                    </a:lnTo>
                    <a:lnTo>
                      <a:pt x="49" y="20"/>
                    </a:lnTo>
                    <a:lnTo>
                      <a:pt x="65" y="30"/>
                    </a:lnTo>
                    <a:lnTo>
                      <a:pt x="76" y="46"/>
                    </a:lnTo>
                    <a:lnTo>
                      <a:pt x="81" y="61"/>
                    </a:lnTo>
                    <a:lnTo>
                      <a:pt x="81" y="76"/>
                    </a:lnTo>
                    <a:lnTo>
                      <a:pt x="65" y="86"/>
                    </a:lnTo>
                    <a:lnTo>
                      <a:pt x="49" y="86"/>
                    </a:lnTo>
                    <a:lnTo>
                      <a:pt x="27" y="81"/>
                    </a:lnTo>
                    <a:lnTo>
                      <a:pt x="11" y="71"/>
                    </a:lnTo>
                    <a:lnTo>
                      <a:pt x="5" y="56"/>
                    </a:lnTo>
                    <a:lnTo>
                      <a:pt x="0" y="40"/>
                    </a:lnTo>
                    <a:lnTo>
                      <a:pt x="0" y="25"/>
                    </a:lnTo>
                    <a:lnTo>
                      <a:pt x="11" y="10"/>
                    </a:lnTo>
                    <a:lnTo>
                      <a:pt x="0" y="0"/>
                    </a:lnTo>
                  </a:path>
                </a:pathLst>
              </a:custGeom>
              <a:solidFill>
                <a:srgbClr val="EAEAEA"/>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CC"/>
                  </a:solidFill>
                  <a:ea typeface="黑体" panose="02010609060101010101" pitchFamily="49" charset="-122"/>
                </a:endParaRPr>
              </a:p>
            </p:txBody>
          </p:sp>
        </p:grpSp>
        <p:sp>
          <p:nvSpPr>
            <p:cNvPr id="1027119" name="Text Box 48"/>
            <p:cNvSpPr txBox="1">
              <a:spLocks noChangeArrowheads="1"/>
            </p:cNvSpPr>
            <p:nvPr/>
          </p:nvSpPr>
          <p:spPr bwMode="auto">
            <a:xfrm>
              <a:off x="4967" y="1856"/>
              <a:ext cx="342" cy="222"/>
            </a:xfrm>
            <a:prstGeom prst="rect">
              <a:avLst/>
            </a:prstGeom>
            <a:solidFill>
              <a:srgbClr val="EAEAEA"/>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zh-CN" altLang="en-US" sz="2000" b="1">
                  <a:solidFill>
                    <a:srgbClr val="0000CC"/>
                  </a:solidFill>
                  <a:ea typeface="黑体" panose="02010609060101010101" pitchFamily="49" charset="-122"/>
                </a:rPr>
                <a:t>网 </a:t>
              </a:r>
              <a:r>
                <a:rPr lang="en-US" altLang="zh-CN" sz="2000" b="1">
                  <a:solidFill>
                    <a:srgbClr val="0000CC"/>
                  </a:solidFill>
                  <a:ea typeface="黑体" panose="02010609060101010101" pitchFamily="49" charset="-122"/>
                </a:rPr>
                <a:t>2</a:t>
              </a:r>
            </a:p>
          </p:txBody>
        </p:sp>
      </p:grpSp>
      <p:sp>
        <p:nvSpPr>
          <p:cNvPr id="1027120" name="Text Box 49"/>
          <p:cNvSpPr txBox="1">
            <a:spLocks noChangeArrowheads="1"/>
          </p:cNvSpPr>
          <p:nvPr/>
        </p:nvSpPr>
        <p:spPr bwMode="auto">
          <a:xfrm>
            <a:off x="266700" y="304800"/>
            <a:ext cx="441325" cy="1323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zh-CN" altLang="en-US" sz="2000" b="1">
                <a:solidFill>
                  <a:srgbClr val="0000CC"/>
                </a:solidFill>
                <a:ea typeface="黑体" panose="02010609060101010101" pitchFamily="49" charset="-122"/>
              </a:rPr>
              <a:t>正</a:t>
            </a:r>
          </a:p>
          <a:p>
            <a:pPr eaLnBrk="0" hangingPunct="0"/>
            <a:r>
              <a:rPr lang="zh-CN" altLang="en-US" sz="2000" b="1">
                <a:solidFill>
                  <a:srgbClr val="0000CC"/>
                </a:solidFill>
                <a:ea typeface="黑体" panose="02010609060101010101" pitchFamily="49" charset="-122"/>
              </a:rPr>
              <a:t>常</a:t>
            </a:r>
          </a:p>
          <a:p>
            <a:pPr eaLnBrk="0" hangingPunct="0"/>
            <a:r>
              <a:rPr lang="zh-CN" altLang="en-US" sz="2000" b="1">
                <a:solidFill>
                  <a:srgbClr val="0000CC"/>
                </a:solidFill>
                <a:ea typeface="黑体" panose="02010609060101010101" pitchFamily="49" charset="-122"/>
              </a:rPr>
              <a:t>情</a:t>
            </a:r>
          </a:p>
          <a:p>
            <a:pPr eaLnBrk="0" hangingPunct="0"/>
            <a:r>
              <a:rPr lang="zh-CN" altLang="en-US" sz="2000" b="1">
                <a:solidFill>
                  <a:srgbClr val="0000CC"/>
                </a:solidFill>
                <a:ea typeface="黑体" panose="02010609060101010101" pitchFamily="49" charset="-122"/>
              </a:rPr>
              <a:t>况</a:t>
            </a:r>
          </a:p>
        </p:txBody>
      </p:sp>
      <p:grpSp>
        <p:nvGrpSpPr>
          <p:cNvPr id="1027121" name="Group 50"/>
          <p:cNvGrpSpPr>
            <a:grpSpLocks/>
          </p:cNvGrpSpPr>
          <p:nvPr/>
        </p:nvGrpSpPr>
        <p:grpSpPr bwMode="auto">
          <a:xfrm>
            <a:off x="2436813" y="498475"/>
            <a:ext cx="1593850" cy="312738"/>
            <a:chOff x="1491" y="212"/>
            <a:chExt cx="853" cy="240"/>
          </a:xfrm>
        </p:grpSpPr>
        <p:sp>
          <p:nvSpPr>
            <p:cNvPr id="1027122" name="AutoShape 51"/>
            <p:cNvSpPr>
              <a:spLocks noChangeArrowheads="1"/>
            </p:cNvSpPr>
            <p:nvPr/>
          </p:nvSpPr>
          <p:spPr bwMode="auto">
            <a:xfrm>
              <a:off x="2089" y="271"/>
              <a:ext cx="255" cy="122"/>
            </a:xfrm>
            <a:prstGeom prst="rightArrow">
              <a:avLst>
                <a:gd name="adj1" fmla="val 50000"/>
                <a:gd name="adj2" fmla="val 52244"/>
              </a:avLst>
            </a:prstGeom>
            <a:solidFill>
              <a:srgbClr val="CCECFF"/>
            </a:solidFill>
            <a:ln w="9525">
              <a:solidFill>
                <a:schemeClr val="tx1"/>
              </a:solidFill>
              <a:miter lim="800000"/>
              <a:headEnd/>
              <a:tailEnd/>
            </a:ln>
          </p:spPr>
          <p:txBody>
            <a:bodyPr wrap="none" anchor="ctr"/>
            <a:lstStyle/>
            <a:p>
              <a:pPr eaLnBrk="0" hangingPunct="0"/>
              <a:endParaRPr lang="zh-CN" altLang="en-US" b="1">
                <a:solidFill>
                  <a:srgbClr val="0000CC"/>
                </a:solidFill>
                <a:ea typeface="黑体" panose="02010609060101010101" pitchFamily="49" charset="-122"/>
              </a:endParaRPr>
            </a:p>
          </p:txBody>
        </p:sp>
        <p:sp>
          <p:nvSpPr>
            <p:cNvPr id="1027123" name="Rectangle 52"/>
            <p:cNvSpPr>
              <a:spLocks noChangeArrowheads="1"/>
            </p:cNvSpPr>
            <p:nvPr/>
          </p:nvSpPr>
          <p:spPr bwMode="auto">
            <a:xfrm>
              <a:off x="1491" y="212"/>
              <a:ext cx="632" cy="240"/>
            </a:xfrm>
            <a:prstGeom prst="rect">
              <a:avLst/>
            </a:prstGeom>
            <a:solidFill>
              <a:srgbClr val="CCECFF"/>
            </a:solidFill>
            <a:ln w="9525">
              <a:solidFill>
                <a:schemeClr val="tx1"/>
              </a:solidFill>
              <a:miter lim="800000"/>
              <a:headEnd/>
              <a:tailEnd/>
            </a:ln>
          </p:spPr>
          <p:txBody>
            <a:bodyPr wrap="none" anchor="ctr"/>
            <a:lstStyle/>
            <a:p>
              <a:pPr eaLnBrk="0" hangingPunct="0"/>
              <a:endParaRPr lang="zh-CN" altLang="en-US" b="1">
                <a:solidFill>
                  <a:srgbClr val="0000CC"/>
                </a:solidFill>
                <a:ea typeface="黑体" panose="02010609060101010101" pitchFamily="49" charset="-122"/>
              </a:endParaRPr>
            </a:p>
          </p:txBody>
        </p:sp>
      </p:grpSp>
      <p:sp>
        <p:nvSpPr>
          <p:cNvPr id="1027124" name="Text Box 53"/>
          <p:cNvSpPr txBox="1">
            <a:spLocks noChangeArrowheads="1"/>
          </p:cNvSpPr>
          <p:nvPr/>
        </p:nvSpPr>
        <p:spPr bwMode="auto">
          <a:xfrm>
            <a:off x="2457450" y="573088"/>
            <a:ext cx="893763" cy="2460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lnSpc>
                <a:spcPct val="50000"/>
              </a:lnSpc>
            </a:pPr>
            <a:r>
              <a:rPr lang="en-US" altLang="zh-CN" sz="2000" b="1">
                <a:solidFill>
                  <a:srgbClr val="0000CC"/>
                </a:solidFill>
                <a:ea typeface="黑体" panose="02010609060101010101" pitchFamily="49" charset="-122"/>
              </a:rPr>
              <a:t>1  1  </a:t>
            </a:r>
            <a:r>
              <a:rPr lang="en-US" altLang="zh-CN" sz="2000" b="1">
                <a:solidFill>
                  <a:srgbClr val="0000CC"/>
                </a:solidFill>
                <a:ea typeface="黑体" panose="02010609060101010101" pitchFamily="49" charset="-122"/>
                <a:sym typeface="Symbol" panose="05050102010706020507" pitchFamily="18" charset="2"/>
              </a:rPr>
              <a:t></a:t>
            </a:r>
            <a:endParaRPr lang="en-US" altLang="zh-CN" sz="2000" b="1" baseline="-25000">
              <a:solidFill>
                <a:srgbClr val="0000CC"/>
              </a:solidFill>
              <a:ea typeface="黑体" panose="02010609060101010101" pitchFamily="49" charset="-122"/>
              <a:sym typeface="Symbol" panose="05050102010706020507" pitchFamily="18" charset="2"/>
            </a:endParaRPr>
          </a:p>
        </p:txBody>
      </p:sp>
      <p:grpSp>
        <p:nvGrpSpPr>
          <p:cNvPr id="1027125" name="Group 54"/>
          <p:cNvGrpSpPr>
            <a:grpSpLocks/>
          </p:cNvGrpSpPr>
          <p:nvPr/>
        </p:nvGrpSpPr>
        <p:grpSpPr bwMode="auto">
          <a:xfrm flipH="1">
            <a:off x="6045200" y="520700"/>
            <a:ext cx="1593850" cy="312738"/>
            <a:chOff x="1491" y="212"/>
            <a:chExt cx="853" cy="240"/>
          </a:xfrm>
        </p:grpSpPr>
        <p:sp>
          <p:nvSpPr>
            <p:cNvPr id="1027126" name="AutoShape 55"/>
            <p:cNvSpPr>
              <a:spLocks noChangeArrowheads="1"/>
            </p:cNvSpPr>
            <p:nvPr/>
          </p:nvSpPr>
          <p:spPr bwMode="auto">
            <a:xfrm>
              <a:off x="2089" y="271"/>
              <a:ext cx="255" cy="122"/>
            </a:xfrm>
            <a:prstGeom prst="rightArrow">
              <a:avLst>
                <a:gd name="adj1" fmla="val 50000"/>
                <a:gd name="adj2" fmla="val 52244"/>
              </a:avLst>
            </a:prstGeom>
            <a:solidFill>
              <a:srgbClr val="66FF66"/>
            </a:solidFill>
            <a:ln w="9525">
              <a:solidFill>
                <a:schemeClr val="tx1"/>
              </a:solidFill>
              <a:miter lim="800000"/>
              <a:headEnd/>
              <a:tailEnd/>
            </a:ln>
          </p:spPr>
          <p:txBody>
            <a:bodyPr wrap="none" anchor="ctr"/>
            <a:lstStyle/>
            <a:p>
              <a:pPr eaLnBrk="0" hangingPunct="0"/>
              <a:endParaRPr lang="zh-CN" altLang="en-US" b="1">
                <a:solidFill>
                  <a:srgbClr val="0000CC"/>
                </a:solidFill>
                <a:ea typeface="黑体" panose="02010609060101010101" pitchFamily="49" charset="-122"/>
              </a:endParaRPr>
            </a:p>
          </p:txBody>
        </p:sp>
        <p:sp>
          <p:nvSpPr>
            <p:cNvPr id="1027127" name="Rectangle 56"/>
            <p:cNvSpPr>
              <a:spLocks noChangeArrowheads="1"/>
            </p:cNvSpPr>
            <p:nvPr/>
          </p:nvSpPr>
          <p:spPr bwMode="auto">
            <a:xfrm>
              <a:off x="1491" y="212"/>
              <a:ext cx="632" cy="240"/>
            </a:xfrm>
            <a:prstGeom prst="rect">
              <a:avLst/>
            </a:prstGeom>
            <a:solidFill>
              <a:srgbClr val="66FF66"/>
            </a:solidFill>
            <a:ln w="9525">
              <a:solidFill>
                <a:schemeClr val="tx1"/>
              </a:solidFill>
              <a:miter lim="800000"/>
              <a:headEnd/>
              <a:tailEnd/>
            </a:ln>
          </p:spPr>
          <p:txBody>
            <a:bodyPr wrap="none" anchor="ctr"/>
            <a:lstStyle/>
            <a:p>
              <a:pPr eaLnBrk="0" hangingPunct="0"/>
              <a:endParaRPr lang="zh-CN" altLang="en-US" b="1">
                <a:solidFill>
                  <a:srgbClr val="0000CC"/>
                </a:solidFill>
                <a:ea typeface="黑体" panose="02010609060101010101" pitchFamily="49" charset="-122"/>
              </a:endParaRPr>
            </a:p>
          </p:txBody>
        </p:sp>
      </p:grpSp>
      <p:sp>
        <p:nvSpPr>
          <p:cNvPr id="1027128" name="Text Box 57"/>
          <p:cNvSpPr txBox="1">
            <a:spLocks noChangeArrowheads="1"/>
          </p:cNvSpPr>
          <p:nvPr/>
        </p:nvSpPr>
        <p:spPr bwMode="auto">
          <a:xfrm>
            <a:off x="6467475" y="615950"/>
            <a:ext cx="1033463" cy="2460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lnSpc>
                <a:spcPct val="50000"/>
              </a:lnSpc>
            </a:pPr>
            <a:r>
              <a:rPr lang="en-US" altLang="zh-CN" sz="2000" b="1">
                <a:solidFill>
                  <a:srgbClr val="0000CC"/>
                </a:solidFill>
                <a:ea typeface="黑体" panose="02010609060101010101" pitchFamily="49" charset="-122"/>
              </a:rPr>
              <a:t>1  2  </a:t>
            </a:r>
            <a:r>
              <a:rPr lang="en-US" altLang="zh-CN" sz="2000" b="1">
                <a:solidFill>
                  <a:srgbClr val="0000CC"/>
                </a:solidFill>
                <a:ea typeface="黑体" panose="02010609060101010101" pitchFamily="49" charset="-122"/>
                <a:sym typeface="Symbol" panose="05050102010706020507" pitchFamily="18" charset="2"/>
              </a:rPr>
              <a:t>R</a:t>
            </a:r>
            <a:r>
              <a:rPr lang="en-US" altLang="zh-CN" sz="2000" b="1" baseline="-25000">
                <a:solidFill>
                  <a:srgbClr val="0000CC"/>
                </a:solidFill>
                <a:ea typeface="黑体" panose="02010609060101010101" pitchFamily="49" charset="-122"/>
                <a:sym typeface="Symbol" panose="05050102010706020507" pitchFamily="18" charset="2"/>
              </a:rPr>
              <a:t>1</a:t>
            </a:r>
          </a:p>
        </p:txBody>
      </p:sp>
      <p:sp>
        <p:nvSpPr>
          <p:cNvPr id="575546" name="Text Box 58"/>
          <p:cNvSpPr txBox="1">
            <a:spLocks noChangeArrowheads="1"/>
          </p:cNvSpPr>
          <p:nvPr/>
        </p:nvSpPr>
        <p:spPr bwMode="auto">
          <a:xfrm>
            <a:off x="1304925" y="3460750"/>
            <a:ext cx="6691313"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en-US" altLang="zh-CN" sz="2400" b="1">
                <a:solidFill>
                  <a:srgbClr val="0000CC"/>
                </a:solidFill>
                <a:ea typeface="黑体" panose="02010609060101010101" pitchFamily="49" charset="-122"/>
              </a:rPr>
              <a:t>R2 </a:t>
            </a:r>
            <a:r>
              <a:rPr lang="zh-CN" altLang="en-US" sz="2400" b="1">
                <a:solidFill>
                  <a:srgbClr val="0000CC"/>
                </a:solidFill>
                <a:ea typeface="黑体" panose="02010609060101010101" pitchFamily="49" charset="-122"/>
              </a:rPr>
              <a:t>说：“我到网 </a:t>
            </a:r>
            <a:r>
              <a:rPr lang="en-US" altLang="zh-CN" sz="2400" b="1">
                <a:solidFill>
                  <a:srgbClr val="0000CC"/>
                </a:solidFill>
                <a:ea typeface="黑体" panose="02010609060101010101" pitchFamily="49" charset="-122"/>
              </a:rPr>
              <a:t>1 </a:t>
            </a:r>
            <a:r>
              <a:rPr lang="zh-CN" altLang="en-US" sz="2400" b="1">
                <a:solidFill>
                  <a:srgbClr val="0000CC"/>
                </a:solidFill>
                <a:ea typeface="黑体" panose="02010609060101010101" pitchFamily="49" charset="-122"/>
              </a:rPr>
              <a:t>的距离是 </a:t>
            </a:r>
            <a:r>
              <a:rPr lang="en-US" altLang="zh-CN" sz="2400" b="1">
                <a:solidFill>
                  <a:srgbClr val="0000CC"/>
                </a:solidFill>
                <a:ea typeface="黑体" panose="02010609060101010101" pitchFamily="49" charset="-122"/>
              </a:rPr>
              <a:t>2</a:t>
            </a:r>
            <a:r>
              <a:rPr lang="zh-CN" altLang="en-US" sz="2400" b="1">
                <a:solidFill>
                  <a:srgbClr val="0000CC"/>
                </a:solidFill>
                <a:ea typeface="黑体" panose="02010609060101010101" pitchFamily="49" charset="-122"/>
              </a:rPr>
              <a:t>，是经过 </a:t>
            </a:r>
            <a:r>
              <a:rPr lang="en-US" altLang="zh-CN" sz="2400" b="1">
                <a:solidFill>
                  <a:srgbClr val="0000CC"/>
                </a:solidFill>
                <a:ea typeface="黑体" panose="02010609060101010101" pitchFamily="49" charset="-122"/>
              </a:rPr>
              <a:t>R1</a:t>
            </a:r>
            <a:r>
              <a:rPr lang="zh-CN" altLang="en-US" sz="2400" b="1">
                <a:solidFill>
                  <a:srgbClr val="0000CC"/>
                </a:solidFill>
                <a:ea typeface="黑体" panose="02010609060101010101" pitchFamily="49" charset="-122"/>
              </a:rPr>
              <a:t>。”</a:t>
            </a:r>
          </a:p>
        </p:txBody>
      </p:sp>
      <p:sp>
        <p:nvSpPr>
          <p:cNvPr id="575547" name="AutoShape 59"/>
          <p:cNvSpPr>
            <a:spLocks noChangeArrowheads="1"/>
          </p:cNvSpPr>
          <p:nvPr/>
        </p:nvSpPr>
        <p:spPr bwMode="auto">
          <a:xfrm>
            <a:off x="2144713" y="1557338"/>
            <a:ext cx="3805237" cy="503237"/>
          </a:xfrm>
          <a:prstGeom prst="wedgeRoundRectCallout">
            <a:avLst>
              <a:gd name="adj1" fmla="val 66495"/>
              <a:gd name="adj2" fmla="val -218426"/>
              <a:gd name="adj3" fmla="val 16667"/>
            </a:avLst>
          </a:prstGeom>
          <a:solidFill>
            <a:srgbClr val="FFFF99"/>
          </a:solidFill>
          <a:ln w="9525">
            <a:solidFill>
              <a:schemeClr val="tx1"/>
            </a:solidFill>
            <a:miter lim="800000"/>
            <a:headEnd/>
            <a:tailEnd/>
          </a:ln>
        </p:spPr>
        <p:txBody>
          <a:bodyPr anchor="ctr"/>
          <a:lstStyle/>
          <a:p>
            <a:pPr algn="ctr" eaLnBrk="0" hangingPunct="0"/>
            <a:r>
              <a:rPr lang="en-US" altLang="zh-CN" sz="2000" b="1">
                <a:solidFill>
                  <a:srgbClr val="0000CC"/>
                </a:solidFill>
                <a:ea typeface="黑体" panose="02010609060101010101" pitchFamily="49" charset="-122"/>
              </a:rPr>
              <a:t>“1”</a:t>
            </a:r>
            <a:r>
              <a:rPr lang="zh-CN" altLang="en-US" sz="2000" b="1">
                <a:solidFill>
                  <a:srgbClr val="0000CC"/>
                </a:solidFill>
                <a:ea typeface="黑体" panose="02010609060101010101" pitchFamily="49" charset="-122"/>
              </a:rPr>
              <a:t>表示“从本路由器到网</a:t>
            </a:r>
            <a:r>
              <a:rPr lang="zh-CN" altLang="en-US" sz="1600" b="1">
                <a:solidFill>
                  <a:srgbClr val="0000CC"/>
                </a:solidFill>
                <a:ea typeface="黑体" panose="02010609060101010101" pitchFamily="49" charset="-122"/>
              </a:rPr>
              <a:t> </a:t>
            </a:r>
            <a:r>
              <a:rPr lang="en-US" altLang="zh-CN" sz="2000" b="1">
                <a:solidFill>
                  <a:srgbClr val="0000CC"/>
                </a:solidFill>
                <a:ea typeface="黑体" panose="02010609060101010101" pitchFamily="49" charset="-122"/>
              </a:rPr>
              <a:t>1”</a:t>
            </a:r>
          </a:p>
        </p:txBody>
      </p:sp>
      <p:sp>
        <p:nvSpPr>
          <p:cNvPr id="575548" name="AutoShape 60"/>
          <p:cNvSpPr>
            <a:spLocks noChangeArrowheads="1"/>
          </p:cNvSpPr>
          <p:nvPr/>
        </p:nvSpPr>
        <p:spPr bwMode="auto">
          <a:xfrm>
            <a:off x="4251325" y="2708275"/>
            <a:ext cx="3663950" cy="576263"/>
          </a:xfrm>
          <a:prstGeom prst="wedgeRoundRectCallout">
            <a:avLst>
              <a:gd name="adj1" fmla="val 22347"/>
              <a:gd name="adj2" fmla="val -405370"/>
              <a:gd name="adj3" fmla="val 16667"/>
            </a:avLst>
          </a:prstGeom>
          <a:solidFill>
            <a:srgbClr val="FFFF99"/>
          </a:solidFill>
          <a:ln w="9525">
            <a:solidFill>
              <a:schemeClr val="tx1"/>
            </a:solidFill>
            <a:miter lim="800000"/>
            <a:headEnd/>
            <a:tailEnd/>
          </a:ln>
        </p:spPr>
        <p:txBody>
          <a:bodyPr anchor="ctr"/>
          <a:lstStyle/>
          <a:p>
            <a:pPr algn="ctr" eaLnBrk="0" hangingPunct="0"/>
            <a:r>
              <a:rPr lang="en-US" altLang="zh-CN" sz="2000" b="1">
                <a:solidFill>
                  <a:srgbClr val="0000CC"/>
                </a:solidFill>
                <a:ea typeface="黑体" panose="02010609060101010101" pitchFamily="49" charset="-122"/>
              </a:rPr>
              <a:t>“2”</a:t>
            </a:r>
            <a:r>
              <a:rPr lang="zh-CN" altLang="en-US" sz="2000" b="1">
                <a:solidFill>
                  <a:srgbClr val="0000CC"/>
                </a:solidFill>
                <a:ea typeface="黑体" panose="02010609060101010101" pitchFamily="49" charset="-122"/>
              </a:rPr>
              <a:t>表示“距离是</a:t>
            </a:r>
            <a:r>
              <a:rPr lang="zh-CN" altLang="en-US" sz="1600" b="1">
                <a:solidFill>
                  <a:srgbClr val="0000CC"/>
                </a:solidFill>
                <a:ea typeface="黑体" panose="02010609060101010101" pitchFamily="49" charset="-122"/>
              </a:rPr>
              <a:t> </a:t>
            </a:r>
            <a:r>
              <a:rPr lang="en-US" altLang="zh-CN" sz="2000" b="1">
                <a:solidFill>
                  <a:srgbClr val="0000CC"/>
                </a:solidFill>
                <a:ea typeface="黑体" panose="02010609060101010101" pitchFamily="49" charset="-122"/>
              </a:rPr>
              <a:t>2”</a:t>
            </a:r>
          </a:p>
        </p:txBody>
      </p:sp>
      <p:sp>
        <p:nvSpPr>
          <p:cNvPr id="575549" name="AutoShape 61"/>
          <p:cNvSpPr>
            <a:spLocks noChangeArrowheads="1"/>
          </p:cNvSpPr>
          <p:nvPr/>
        </p:nvSpPr>
        <p:spPr bwMode="auto">
          <a:xfrm>
            <a:off x="7443788" y="1546225"/>
            <a:ext cx="2405062" cy="514350"/>
          </a:xfrm>
          <a:prstGeom prst="wedgeRoundRectCallout">
            <a:avLst>
              <a:gd name="adj1" fmla="val -52259"/>
              <a:gd name="adj2" fmla="val -199282"/>
              <a:gd name="adj3" fmla="val 16667"/>
            </a:avLst>
          </a:prstGeom>
          <a:solidFill>
            <a:srgbClr val="FFFF99"/>
          </a:solidFill>
          <a:ln w="9525">
            <a:solidFill>
              <a:schemeClr val="tx1"/>
            </a:solidFill>
            <a:miter lim="800000"/>
            <a:headEnd/>
            <a:tailEnd/>
          </a:ln>
        </p:spPr>
        <p:txBody>
          <a:bodyPr anchor="ctr"/>
          <a:lstStyle/>
          <a:p>
            <a:pPr algn="ctr" eaLnBrk="0" hangingPunct="0"/>
            <a:r>
              <a:rPr lang="en-US" altLang="zh-CN" sz="2000" b="1">
                <a:solidFill>
                  <a:srgbClr val="0000CC"/>
                </a:solidFill>
                <a:ea typeface="黑体" panose="02010609060101010101" pitchFamily="49" charset="-122"/>
              </a:rPr>
              <a:t>“</a:t>
            </a:r>
            <a:r>
              <a:rPr lang="en-US" altLang="zh-CN" sz="2000" b="1">
                <a:solidFill>
                  <a:srgbClr val="0000CC"/>
                </a:solidFill>
                <a:ea typeface="黑体" panose="02010609060101010101" pitchFamily="49" charset="-122"/>
                <a:sym typeface="Symbol" panose="05050102010706020507" pitchFamily="18" charset="2"/>
              </a:rPr>
              <a:t>R</a:t>
            </a:r>
            <a:r>
              <a:rPr lang="en-US" altLang="zh-CN" sz="2000" b="1" baseline="-25000">
                <a:solidFill>
                  <a:srgbClr val="0000CC"/>
                </a:solidFill>
                <a:ea typeface="黑体" panose="02010609060101010101" pitchFamily="49" charset="-122"/>
                <a:sym typeface="Symbol" panose="05050102010706020507" pitchFamily="18" charset="2"/>
              </a:rPr>
              <a:t>1</a:t>
            </a:r>
            <a:r>
              <a:rPr lang="en-US" altLang="zh-CN" sz="2000" b="1">
                <a:solidFill>
                  <a:srgbClr val="0000CC"/>
                </a:solidFill>
                <a:ea typeface="黑体" panose="02010609060101010101" pitchFamily="49" charset="-122"/>
              </a:rPr>
              <a:t>”</a:t>
            </a:r>
            <a:r>
              <a:rPr lang="zh-CN" altLang="en-US" sz="2000" b="1">
                <a:solidFill>
                  <a:srgbClr val="0000CC"/>
                </a:solidFill>
                <a:ea typeface="黑体" panose="02010609060101010101" pitchFamily="49" charset="-122"/>
              </a:rPr>
              <a:t>表示经过 </a:t>
            </a:r>
            <a:r>
              <a:rPr lang="en-US" altLang="zh-CN" sz="2000" b="1">
                <a:solidFill>
                  <a:srgbClr val="0000CC"/>
                </a:solidFill>
                <a:ea typeface="黑体" panose="02010609060101010101" pitchFamily="49" charset="-122"/>
              </a:rPr>
              <a:t>R</a:t>
            </a:r>
            <a:r>
              <a:rPr lang="en-US" altLang="zh-CN" sz="2000" b="1" baseline="-25000">
                <a:solidFill>
                  <a:srgbClr val="0000CC"/>
                </a:solidFill>
                <a:ea typeface="黑体" panose="02010609060101010101" pitchFamily="49" charset="-122"/>
              </a:rPr>
              <a:t>1</a:t>
            </a:r>
          </a:p>
        </p:txBody>
      </p:sp>
      <p:sp>
        <p:nvSpPr>
          <p:cNvPr id="1027133" name="灯片编号占位符 3"/>
          <p:cNvSpPr>
            <a:spLocks noGrp="1" noChangeArrowheads="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p>
            <a:fld id="{FDD7FCBA-B31F-4428-969A-2473B2D6BD53}" type="slidenum">
              <a:rPr lang="zh-CN" altLang="en-US" smtClean="0"/>
              <a:pPr/>
              <a:t>28</a:t>
            </a:fld>
            <a:endParaRPr lang="en-US" altLang="zh-CN" smtClean="0"/>
          </a:p>
        </p:txBody>
      </p:sp>
      <p:sp>
        <p:nvSpPr>
          <p:cNvPr id="1027134" name="页脚占位符 4"/>
          <p:cNvSpPr>
            <a:spLocks noGrp="1" noChangeArrowheads="1"/>
          </p:cNvSpPr>
          <p:nvPr>
            <p:ph type="ftr"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p>
            <a:r>
              <a:rPr lang="en-US" altLang="zh-CN" smtClean="0"/>
              <a:t>ppt课件</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1" presetClass="entr" presetSubtype="0" fill="hold" grpId="0" nodeType="afterEffect">
                                  <p:stCondLst>
                                    <p:cond delay="0"/>
                                  </p:stCondLst>
                                  <p:childTnLst>
                                    <p:set>
                                      <p:cBhvr>
                                        <p:cTn id="6" dur="1" fill="hold">
                                          <p:stCondLst>
                                            <p:cond delay="0"/>
                                          </p:stCondLst>
                                        </p:cTn>
                                        <p:tgtEl>
                                          <p:spTgt spid="575546"/>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575547"/>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575548"/>
                                        </p:tgtEl>
                                        <p:attrNameLst>
                                          <p:attrName>style.visibility</p:attrName>
                                        </p:attrNameLst>
                                      </p:cBhvr>
                                      <p:to>
                                        <p:strVal val="visible"/>
                                      </p:to>
                                    </p:set>
                                  </p:childTnLst>
                                </p:cTn>
                              </p:par>
                            </p:childTnLst>
                          </p:cTn>
                        </p:par>
                      </p:childTnLst>
                    </p:cTn>
                  </p:par>
                  <p:par>
                    <p:cTn id="15" fill="hold" nodeType="clickPar">
                      <p:stCondLst>
                        <p:cond delay="indefinite"/>
                      </p:stCondLst>
                      <p:childTnLst>
                        <p:par>
                          <p:cTn id="16" fill="hold" nodeType="withGroup">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57554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75546" grpId="0"/>
      <p:bldP spid="575547" grpId="0" animBg="1"/>
      <p:bldP spid="575548" grpId="0" animBg="1"/>
      <p:bldP spid="575549" grpId="0" animBg="1"/>
    </p:bld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9121" name="Line 2"/>
          <p:cNvSpPr>
            <a:spLocks noChangeShapeType="1"/>
          </p:cNvSpPr>
          <p:nvPr/>
        </p:nvSpPr>
        <p:spPr bwMode="auto">
          <a:xfrm>
            <a:off x="1785938" y="1063625"/>
            <a:ext cx="7010400"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CC"/>
              </a:solidFill>
              <a:ea typeface="黑体" panose="02010609060101010101" pitchFamily="49" charset="-122"/>
            </a:endParaRPr>
          </a:p>
        </p:txBody>
      </p:sp>
      <p:pic>
        <p:nvPicPr>
          <p:cNvPr id="1029122" name="Picture 3"/>
          <p:cNvPicPr>
            <a:picLocks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2813050" y="908050"/>
            <a:ext cx="790575" cy="3381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029123" name="Text Box 4"/>
          <p:cNvSpPr txBox="1">
            <a:spLocks noChangeArrowheads="1"/>
          </p:cNvSpPr>
          <p:nvPr/>
        </p:nvSpPr>
        <p:spPr bwMode="auto">
          <a:xfrm>
            <a:off x="6945313" y="1157288"/>
            <a:ext cx="465137"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en-US" altLang="zh-CN" sz="2000" b="1">
                <a:solidFill>
                  <a:srgbClr val="0000CC"/>
                </a:solidFill>
                <a:ea typeface="黑体" panose="02010609060101010101" pitchFamily="49" charset="-122"/>
              </a:rPr>
              <a:t>R</a:t>
            </a:r>
            <a:r>
              <a:rPr lang="en-US" altLang="zh-CN" sz="2000" b="1" baseline="-25000">
                <a:solidFill>
                  <a:srgbClr val="0000CC"/>
                </a:solidFill>
                <a:ea typeface="黑体" panose="02010609060101010101" pitchFamily="49" charset="-122"/>
              </a:rPr>
              <a:t>2</a:t>
            </a:r>
            <a:endParaRPr lang="en-US" altLang="zh-CN" sz="2000" b="1">
              <a:solidFill>
                <a:srgbClr val="0000CC"/>
              </a:solidFill>
              <a:ea typeface="黑体" panose="02010609060101010101" pitchFamily="49" charset="-122"/>
            </a:endParaRPr>
          </a:p>
        </p:txBody>
      </p:sp>
      <p:sp>
        <p:nvSpPr>
          <p:cNvPr id="1029124" name="Text Box 5"/>
          <p:cNvSpPr txBox="1">
            <a:spLocks noChangeArrowheads="1"/>
          </p:cNvSpPr>
          <p:nvPr/>
        </p:nvSpPr>
        <p:spPr bwMode="auto">
          <a:xfrm>
            <a:off x="3048000" y="1157288"/>
            <a:ext cx="465138"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en-US" altLang="zh-CN" sz="2000" b="1">
                <a:solidFill>
                  <a:srgbClr val="0000CC"/>
                </a:solidFill>
                <a:ea typeface="黑体" panose="02010609060101010101" pitchFamily="49" charset="-122"/>
              </a:rPr>
              <a:t>R</a:t>
            </a:r>
            <a:r>
              <a:rPr lang="en-US" altLang="zh-CN" sz="2000" b="1" baseline="-25000">
                <a:solidFill>
                  <a:srgbClr val="0000CC"/>
                </a:solidFill>
                <a:ea typeface="黑体" panose="02010609060101010101" pitchFamily="49" charset="-122"/>
              </a:rPr>
              <a:t>1</a:t>
            </a:r>
            <a:endParaRPr lang="en-US" altLang="zh-CN" sz="2000" b="1">
              <a:solidFill>
                <a:srgbClr val="0000CC"/>
              </a:solidFill>
              <a:ea typeface="黑体" panose="02010609060101010101" pitchFamily="49" charset="-122"/>
            </a:endParaRPr>
          </a:p>
        </p:txBody>
      </p:sp>
      <p:pic>
        <p:nvPicPr>
          <p:cNvPr id="1029125" name="Picture 6"/>
          <p:cNvPicPr>
            <a:picLocks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6708775" y="908050"/>
            <a:ext cx="790575" cy="3381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1029126" name="Group 7"/>
          <p:cNvGrpSpPr>
            <a:grpSpLocks/>
          </p:cNvGrpSpPr>
          <p:nvPr/>
        </p:nvGrpSpPr>
        <p:grpSpPr bwMode="auto">
          <a:xfrm>
            <a:off x="768350" y="631825"/>
            <a:ext cx="1277938" cy="858838"/>
            <a:chOff x="4830" y="1752"/>
            <a:chExt cx="667" cy="477"/>
          </a:xfrm>
        </p:grpSpPr>
        <p:grpSp>
          <p:nvGrpSpPr>
            <p:cNvPr id="1029127" name="Group 8"/>
            <p:cNvGrpSpPr>
              <a:grpSpLocks/>
            </p:cNvGrpSpPr>
            <p:nvPr/>
          </p:nvGrpSpPr>
          <p:grpSpPr bwMode="auto">
            <a:xfrm>
              <a:off x="4830" y="1752"/>
              <a:ext cx="667" cy="477"/>
              <a:chOff x="2949" y="196"/>
              <a:chExt cx="941" cy="598"/>
            </a:xfrm>
          </p:grpSpPr>
          <p:sp>
            <p:nvSpPr>
              <p:cNvPr id="1029128" name="Oval 9"/>
              <p:cNvSpPr>
                <a:spLocks noChangeArrowheads="1"/>
              </p:cNvSpPr>
              <p:nvPr/>
            </p:nvSpPr>
            <p:spPr bwMode="auto">
              <a:xfrm>
                <a:off x="3168" y="196"/>
                <a:ext cx="407" cy="162"/>
              </a:xfrm>
              <a:prstGeom prst="ellipse">
                <a:avLst/>
              </a:prstGeom>
              <a:solidFill>
                <a:srgbClr val="EAEAEA"/>
              </a:solidFill>
              <a:ln w="12700">
                <a:solidFill>
                  <a:schemeClr val="tx1"/>
                </a:solidFill>
                <a:round/>
                <a:headEnd/>
                <a:tailEnd/>
              </a:ln>
            </p:spPr>
            <p:txBody>
              <a:bodyPr wrap="none" anchor="ctr"/>
              <a:lstStyle/>
              <a:p>
                <a:pPr eaLnBrk="0" hangingPunct="0"/>
                <a:endParaRPr lang="zh-CN" altLang="en-US" b="1">
                  <a:solidFill>
                    <a:srgbClr val="0000CC"/>
                  </a:solidFill>
                  <a:ea typeface="黑体" panose="02010609060101010101" pitchFamily="49" charset="-122"/>
                </a:endParaRPr>
              </a:p>
            </p:txBody>
          </p:sp>
          <p:sp>
            <p:nvSpPr>
              <p:cNvPr id="1029129" name="Oval 10"/>
              <p:cNvSpPr>
                <a:spLocks noChangeArrowheads="1"/>
              </p:cNvSpPr>
              <p:nvPr/>
            </p:nvSpPr>
            <p:spPr bwMode="auto">
              <a:xfrm rot="900000">
                <a:off x="3512" y="252"/>
                <a:ext cx="275" cy="131"/>
              </a:xfrm>
              <a:prstGeom prst="ellipse">
                <a:avLst/>
              </a:prstGeom>
              <a:solidFill>
                <a:srgbClr val="EAEAEA"/>
              </a:solidFill>
              <a:ln w="12700">
                <a:solidFill>
                  <a:schemeClr val="tx1"/>
                </a:solidFill>
                <a:round/>
                <a:headEnd/>
                <a:tailEnd/>
              </a:ln>
            </p:spPr>
            <p:txBody>
              <a:bodyPr wrap="none" anchor="ctr"/>
              <a:lstStyle/>
              <a:p>
                <a:pPr eaLnBrk="0" hangingPunct="0"/>
                <a:endParaRPr lang="zh-CN" altLang="en-US" b="1">
                  <a:solidFill>
                    <a:srgbClr val="0000CC"/>
                  </a:solidFill>
                  <a:ea typeface="黑体" panose="02010609060101010101" pitchFamily="49" charset="-122"/>
                </a:endParaRPr>
              </a:p>
            </p:txBody>
          </p:sp>
          <p:sp>
            <p:nvSpPr>
              <p:cNvPr id="1029130" name="Oval 11"/>
              <p:cNvSpPr>
                <a:spLocks noChangeArrowheads="1"/>
              </p:cNvSpPr>
              <p:nvPr/>
            </p:nvSpPr>
            <p:spPr bwMode="auto">
              <a:xfrm rot="1500000">
                <a:off x="3650" y="385"/>
                <a:ext cx="240" cy="153"/>
              </a:xfrm>
              <a:prstGeom prst="ellipse">
                <a:avLst/>
              </a:prstGeom>
              <a:solidFill>
                <a:srgbClr val="EAEAEA"/>
              </a:solidFill>
              <a:ln w="12700">
                <a:solidFill>
                  <a:schemeClr val="tx1"/>
                </a:solidFill>
                <a:round/>
                <a:headEnd/>
                <a:tailEnd/>
              </a:ln>
            </p:spPr>
            <p:txBody>
              <a:bodyPr wrap="none" anchor="ctr"/>
              <a:lstStyle/>
              <a:p>
                <a:pPr eaLnBrk="0" hangingPunct="0"/>
                <a:endParaRPr lang="zh-CN" altLang="en-US" b="1">
                  <a:solidFill>
                    <a:srgbClr val="0000CC"/>
                  </a:solidFill>
                  <a:ea typeface="黑体" panose="02010609060101010101" pitchFamily="49" charset="-122"/>
                </a:endParaRPr>
              </a:p>
            </p:txBody>
          </p:sp>
          <p:sp>
            <p:nvSpPr>
              <p:cNvPr id="1029131" name="Oval 12"/>
              <p:cNvSpPr>
                <a:spLocks noChangeArrowheads="1"/>
              </p:cNvSpPr>
              <p:nvPr/>
            </p:nvSpPr>
            <p:spPr bwMode="auto">
              <a:xfrm rot="-1560000">
                <a:off x="3573" y="537"/>
                <a:ext cx="291" cy="189"/>
              </a:xfrm>
              <a:prstGeom prst="ellipse">
                <a:avLst/>
              </a:prstGeom>
              <a:solidFill>
                <a:srgbClr val="EAEAEA"/>
              </a:solidFill>
              <a:ln w="12700">
                <a:solidFill>
                  <a:schemeClr val="tx1"/>
                </a:solidFill>
                <a:round/>
                <a:headEnd/>
                <a:tailEnd/>
              </a:ln>
            </p:spPr>
            <p:txBody>
              <a:bodyPr wrap="none" anchor="ctr"/>
              <a:lstStyle/>
              <a:p>
                <a:pPr eaLnBrk="0" hangingPunct="0"/>
                <a:endParaRPr lang="zh-CN" altLang="en-US" b="1">
                  <a:solidFill>
                    <a:srgbClr val="0000CC"/>
                  </a:solidFill>
                  <a:ea typeface="黑体" panose="02010609060101010101" pitchFamily="49" charset="-122"/>
                </a:endParaRPr>
              </a:p>
            </p:txBody>
          </p:sp>
          <p:sp>
            <p:nvSpPr>
              <p:cNvPr id="1029132" name="Oval 13"/>
              <p:cNvSpPr>
                <a:spLocks noChangeArrowheads="1"/>
              </p:cNvSpPr>
              <p:nvPr/>
            </p:nvSpPr>
            <p:spPr bwMode="auto">
              <a:xfrm>
                <a:off x="3216" y="555"/>
                <a:ext cx="471" cy="239"/>
              </a:xfrm>
              <a:prstGeom prst="ellipse">
                <a:avLst/>
              </a:prstGeom>
              <a:solidFill>
                <a:srgbClr val="EAEAEA"/>
              </a:solidFill>
              <a:ln w="12700">
                <a:solidFill>
                  <a:schemeClr val="tx1"/>
                </a:solidFill>
                <a:round/>
                <a:headEnd/>
                <a:tailEnd/>
              </a:ln>
            </p:spPr>
            <p:txBody>
              <a:bodyPr wrap="none" anchor="ctr"/>
              <a:lstStyle/>
              <a:p>
                <a:pPr eaLnBrk="0" hangingPunct="0"/>
                <a:endParaRPr lang="zh-CN" altLang="en-US" b="1">
                  <a:solidFill>
                    <a:srgbClr val="0000CC"/>
                  </a:solidFill>
                  <a:ea typeface="黑体" panose="02010609060101010101" pitchFamily="49" charset="-122"/>
                </a:endParaRPr>
              </a:p>
            </p:txBody>
          </p:sp>
          <p:sp>
            <p:nvSpPr>
              <p:cNvPr id="1029133" name="Oval 14"/>
              <p:cNvSpPr>
                <a:spLocks noChangeArrowheads="1"/>
              </p:cNvSpPr>
              <p:nvPr/>
            </p:nvSpPr>
            <p:spPr bwMode="auto">
              <a:xfrm rot="1080000">
                <a:off x="3023" y="555"/>
                <a:ext cx="265" cy="156"/>
              </a:xfrm>
              <a:prstGeom prst="ellipse">
                <a:avLst/>
              </a:prstGeom>
              <a:solidFill>
                <a:srgbClr val="EAEAEA"/>
              </a:solidFill>
              <a:ln w="12700">
                <a:solidFill>
                  <a:schemeClr val="tx1"/>
                </a:solidFill>
                <a:round/>
                <a:headEnd/>
                <a:tailEnd/>
              </a:ln>
            </p:spPr>
            <p:txBody>
              <a:bodyPr wrap="none" anchor="ctr"/>
              <a:lstStyle/>
              <a:p>
                <a:pPr eaLnBrk="0" hangingPunct="0"/>
                <a:endParaRPr lang="zh-CN" altLang="en-US" b="1">
                  <a:solidFill>
                    <a:srgbClr val="0000CC"/>
                  </a:solidFill>
                  <a:ea typeface="黑体" panose="02010609060101010101" pitchFamily="49" charset="-122"/>
                </a:endParaRPr>
              </a:p>
            </p:txBody>
          </p:sp>
          <p:sp>
            <p:nvSpPr>
              <p:cNvPr id="1029134" name="Oval 15"/>
              <p:cNvSpPr>
                <a:spLocks noChangeArrowheads="1"/>
              </p:cNvSpPr>
              <p:nvPr/>
            </p:nvSpPr>
            <p:spPr bwMode="auto">
              <a:xfrm>
                <a:off x="2949" y="432"/>
                <a:ext cx="217" cy="156"/>
              </a:xfrm>
              <a:prstGeom prst="ellipse">
                <a:avLst/>
              </a:prstGeom>
              <a:solidFill>
                <a:srgbClr val="EAEAEA"/>
              </a:solidFill>
              <a:ln w="12700">
                <a:solidFill>
                  <a:schemeClr val="tx1"/>
                </a:solidFill>
                <a:round/>
                <a:headEnd/>
                <a:tailEnd/>
              </a:ln>
            </p:spPr>
            <p:txBody>
              <a:bodyPr wrap="none" anchor="ctr"/>
              <a:lstStyle/>
              <a:p>
                <a:pPr eaLnBrk="0" hangingPunct="0"/>
                <a:endParaRPr lang="zh-CN" altLang="en-US" b="1">
                  <a:solidFill>
                    <a:srgbClr val="0000CC"/>
                  </a:solidFill>
                  <a:ea typeface="黑体" panose="02010609060101010101" pitchFamily="49" charset="-122"/>
                </a:endParaRPr>
              </a:p>
            </p:txBody>
          </p:sp>
          <p:sp>
            <p:nvSpPr>
              <p:cNvPr id="1029135" name="Oval 16"/>
              <p:cNvSpPr>
                <a:spLocks noChangeArrowheads="1"/>
              </p:cNvSpPr>
              <p:nvPr/>
            </p:nvSpPr>
            <p:spPr bwMode="auto">
              <a:xfrm rot="-1860000">
                <a:off x="2984" y="310"/>
                <a:ext cx="295" cy="156"/>
              </a:xfrm>
              <a:prstGeom prst="ellipse">
                <a:avLst/>
              </a:prstGeom>
              <a:solidFill>
                <a:srgbClr val="EAEAEA"/>
              </a:solidFill>
              <a:ln w="12700">
                <a:solidFill>
                  <a:schemeClr val="tx1"/>
                </a:solidFill>
                <a:round/>
                <a:headEnd/>
                <a:tailEnd/>
              </a:ln>
            </p:spPr>
            <p:txBody>
              <a:bodyPr wrap="none" anchor="ctr"/>
              <a:lstStyle/>
              <a:p>
                <a:pPr eaLnBrk="0" hangingPunct="0"/>
                <a:endParaRPr lang="zh-CN" altLang="en-US" b="1">
                  <a:solidFill>
                    <a:srgbClr val="0000CC"/>
                  </a:solidFill>
                  <a:ea typeface="黑体" panose="02010609060101010101" pitchFamily="49" charset="-122"/>
                </a:endParaRPr>
              </a:p>
            </p:txBody>
          </p:sp>
          <p:sp>
            <p:nvSpPr>
              <p:cNvPr id="1029136" name="Freeform 17"/>
              <p:cNvSpPr>
                <a:spLocks noChangeArrowheads="1"/>
              </p:cNvSpPr>
              <p:nvPr/>
            </p:nvSpPr>
            <p:spPr bwMode="auto">
              <a:xfrm>
                <a:off x="3051" y="300"/>
                <a:ext cx="738" cy="407"/>
              </a:xfrm>
              <a:custGeom>
                <a:avLst/>
                <a:gdLst>
                  <a:gd name="T0" fmla="*/ 108 w 738"/>
                  <a:gd name="T1" fmla="*/ 82 h 407"/>
                  <a:gd name="T2" fmla="*/ 145 w 738"/>
                  <a:gd name="T3" fmla="*/ 77 h 407"/>
                  <a:gd name="T4" fmla="*/ 183 w 738"/>
                  <a:gd name="T5" fmla="*/ 72 h 407"/>
                  <a:gd name="T6" fmla="*/ 215 w 738"/>
                  <a:gd name="T7" fmla="*/ 67 h 407"/>
                  <a:gd name="T8" fmla="*/ 237 w 738"/>
                  <a:gd name="T9" fmla="*/ 46 h 407"/>
                  <a:gd name="T10" fmla="*/ 204 w 738"/>
                  <a:gd name="T11" fmla="*/ 41 h 407"/>
                  <a:gd name="T12" fmla="*/ 172 w 738"/>
                  <a:gd name="T13" fmla="*/ 46 h 407"/>
                  <a:gd name="T14" fmla="*/ 156 w 738"/>
                  <a:gd name="T15" fmla="*/ 46 h 407"/>
                  <a:gd name="T16" fmla="*/ 188 w 738"/>
                  <a:gd name="T17" fmla="*/ 26 h 407"/>
                  <a:gd name="T18" fmla="*/ 226 w 738"/>
                  <a:gd name="T19" fmla="*/ 15 h 407"/>
                  <a:gd name="T20" fmla="*/ 258 w 738"/>
                  <a:gd name="T21" fmla="*/ 10 h 407"/>
                  <a:gd name="T22" fmla="*/ 290 w 738"/>
                  <a:gd name="T23" fmla="*/ 5 h 407"/>
                  <a:gd name="T24" fmla="*/ 323 w 738"/>
                  <a:gd name="T25" fmla="*/ 0 h 407"/>
                  <a:gd name="T26" fmla="*/ 355 w 738"/>
                  <a:gd name="T27" fmla="*/ 0 h 407"/>
                  <a:gd name="T28" fmla="*/ 387 w 738"/>
                  <a:gd name="T29" fmla="*/ 0 h 407"/>
                  <a:gd name="T30" fmla="*/ 463 w 738"/>
                  <a:gd name="T31" fmla="*/ 0 h 407"/>
                  <a:gd name="T32" fmla="*/ 506 w 738"/>
                  <a:gd name="T33" fmla="*/ 0 h 407"/>
                  <a:gd name="T34" fmla="*/ 543 w 738"/>
                  <a:gd name="T35" fmla="*/ 15 h 407"/>
                  <a:gd name="T36" fmla="*/ 570 w 738"/>
                  <a:gd name="T37" fmla="*/ 36 h 407"/>
                  <a:gd name="T38" fmla="*/ 603 w 738"/>
                  <a:gd name="T39" fmla="*/ 51 h 407"/>
                  <a:gd name="T40" fmla="*/ 635 w 738"/>
                  <a:gd name="T41" fmla="*/ 57 h 407"/>
                  <a:gd name="T42" fmla="*/ 667 w 738"/>
                  <a:gd name="T43" fmla="*/ 77 h 407"/>
                  <a:gd name="T44" fmla="*/ 694 w 738"/>
                  <a:gd name="T45" fmla="*/ 98 h 407"/>
                  <a:gd name="T46" fmla="*/ 715 w 738"/>
                  <a:gd name="T47" fmla="*/ 128 h 407"/>
                  <a:gd name="T48" fmla="*/ 721 w 738"/>
                  <a:gd name="T49" fmla="*/ 164 h 407"/>
                  <a:gd name="T50" fmla="*/ 726 w 738"/>
                  <a:gd name="T51" fmla="*/ 195 h 407"/>
                  <a:gd name="T52" fmla="*/ 726 w 738"/>
                  <a:gd name="T53" fmla="*/ 226 h 407"/>
                  <a:gd name="T54" fmla="*/ 726 w 738"/>
                  <a:gd name="T55" fmla="*/ 257 h 407"/>
                  <a:gd name="T56" fmla="*/ 737 w 738"/>
                  <a:gd name="T57" fmla="*/ 288 h 407"/>
                  <a:gd name="T58" fmla="*/ 737 w 738"/>
                  <a:gd name="T59" fmla="*/ 319 h 407"/>
                  <a:gd name="T60" fmla="*/ 715 w 738"/>
                  <a:gd name="T61" fmla="*/ 349 h 407"/>
                  <a:gd name="T62" fmla="*/ 678 w 738"/>
                  <a:gd name="T63" fmla="*/ 365 h 407"/>
                  <a:gd name="T64" fmla="*/ 646 w 738"/>
                  <a:gd name="T65" fmla="*/ 380 h 407"/>
                  <a:gd name="T66" fmla="*/ 613 w 738"/>
                  <a:gd name="T67" fmla="*/ 396 h 407"/>
                  <a:gd name="T68" fmla="*/ 581 w 738"/>
                  <a:gd name="T69" fmla="*/ 401 h 407"/>
                  <a:gd name="T70" fmla="*/ 538 w 738"/>
                  <a:gd name="T71" fmla="*/ 406 h 407"/>
                  <a:gd name="T72" fmla="*/ 500 w 738"/>
                  <a:gd name="T73" fmla="*/ 406 h 407"/>
                  <a:gd name="T74" fmla="*/ 468 w 738"/>
                  <a:gd name="T75" fmla="*/ 406 h 407"/>
                  <a:gd name="T76" fmla="*/ 436 w 738"/>
                  <a:gd name="T77" fmla="*/ 406 h 407"/>
                  <a:gd name="T78" fmla="*/ 403 w 738"/>
                  <a:gd name="T79" fmla="*/ 406 h 407"/>
                  <a:gd name="T80" fmla="*/ 371 w 738"/>
                  <a:gd name="T81" fmla="*/ 406 h 407"/>
                  <a:gd name="T82" fmla="*/ 339 w 738"/>
                  <a:gd name="T83" fmla="*/ 406 h 407"/>
                  <a:gd name="T84" fmla="*/ 307 w 738"/>
                  <a:gd name="T85" fmla="*/ 406 h 407"/>
                  <a:gd name="T86" fmla="*/ 269 w 738"/>
                  <a:gd name="T87" fmla="*/ 406 h 407"/>
                  <a:gd name="T88" fmla="*/ 237 w 738"/>
                  <a:gd name="T89" fmla="*/ 406 h 407"/>
                  <a:gd name="T90" fmla="*/ 204 w 738"/>
                  <a:gd name="T91" fmla="*/ 406 h 407"/>
                  <a:gd name="T92" fmla="*/ 172 w 738"/>
                  <a:gd name="T93" fmla="*/ 391 h 407"/>
                  <a:gd name="T94" fmla="*/ 140 w 738"/>
                  <a:gd name="T95" fmla="*/ 380 h 407"/>
                  <a:gd name="T96" fmla="*/ 108 w 738"/>
                  <a:gd name="T97" fmla="*/ 365 h 407"/>
                  <a:gd name="T98" fmla="*/ 81 w 738"/>
                  <a:gd name="T99" fmla="*/ 339 h 407"/>
                  <a:gd name="T100" fmla="*/ 59 w 738"/>
                  <a:gd name="T101" fmla="*/ 319 h 407"/>
                  <a:gd name="T102" fmla="*/ 38 w 738"/>
                  <a:gd name="T103" fmla="*/ 288 h 407"/>
                  <a:gd name="T104" fmla="*/ 16 w 738"/>
                  <a:gd name="T105" fmla="*/ 252 h 407"/>
                  <a:gd name="T106" fmla="*/ 0 w 738"/>
                  <a:gd name="T107" fmla="*/ 216 h 407"/>
                  <a:gd name="T108" fmla="*/ 0 w 738"/>
                  <a:gd name="T109" fmla="*/ 185 h 407"/>
                  <a:gd name="T110" fmla="*/ 5 w 738"/>
                  <a:gd name="T111" fmla="*/ 149 h 407"/>
                  <a:gd name="T112" fmla="*/ 27 w 738"/>
                  <a:gd name="T113" fmla="*/ 123 h 407"/>
                  <a:gd name="T114" fmla="*/ 54 w 738"/>
                  <a:gd name="T115" fmla="*/ 108 h 407"/>
                  <a:gd name="T116" fmla="*/ 86 w 738"/>
                  <a:gd name="T117" fmla="*/ 98 h 407"/>
                  <a:gd name="T118" fmla="*/ 113 w 738"/>
                  <a:gd name="T119" fmla="*/ 82 h 407"/>
                  <a:gd name="T120" fmla="*/ 129 w 738"/>
                  <a:gd name="T121" fmla="*/ 98 h 40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Lst>
                <a:rect l="0" t="0" r="r" b="b"/>
                <a:pathLst>
                  <a:path w="738" h="407">
                    <a:moveTo>
                      <a:pt x="91" y="82"/>
                    </a:moveTo>
                    <a:lnTo>
                      <a:pt x="108" y="82"/>
                    </a:lnTo>
                    <a:lnTo>
                      <a:pt x="124" y="82"/>
                    </a:lnTo>
                    <a:lnTo>
                      <a:pt x="145" y="77"/>
                    </a:lnTo>
                    <a:lnTo>
                      <a:pt x="161" y="77"/>
                    </a:lnTo>
                    <a:lnTo>
                      <a:pt x="183" y="72"/>
                    </a:lnTo>
                    <a:lnTo>
                      <a:pt x="199" y="72"/>
                    </a:lnTo>
                    <a:lnTo>
                      <a:pt x="215" y="67"/>
                    </a:lnTo>
                    <a:lnTo>
                      <a:pt x="231" y="62"/>
                    </a:lnTo>
                    <a:lnTo>
                      <a:pt x="237" y="46"/>
                    </a:lnTo>
                    <a:lnTo>
                      <a:pt x="221" y="41"/>
                    </a:lnTo>
                    <a:lnTo>
                      <a:pt x="204" y="41"/>
                    </a:lnTo>
                    <a:lnTo>
                      <a:pt x="188" y="46"/>
                    </a:lnTo>
                    <a:lnTo>
                      <a:pt x="172" y="46"/>
                    </a:lnTo>
                    <a:lnTo>
                      <a:pt x="156" y="62"/>
                    </a:lnTo>
                    <a:lnTo>
                      <a:pt x="156" y="46"/>
                    </a:lnTo>
                    <a:lnTo>
                      <a:pt x="172" y="36"/>
                    </a:lnTo>
                    <a:lnTo>
                      <a:pt x="188" y="26"/>
                    </a:lnTo>
                    <a:lnTo>
                      <a:pt x="210" y="21"/>
                    </a:lnTo>
                    <a:lnTo>
                      <a:pt x="226" y="15"/>
                    </a:lnTo>
                    <a:lnTo>
                      <a:pt x="242" y="15"/>
                    </a:lnTo>
                    <a:lnTo>
                      <a:pt x="258" y="10"/>
                    </a:lnTo>
                    <a:lnTo>
                      <a:pt x="274" y="10"/>
                    </a:lnTo>
                    <a:lnTo>
                      <a:pt x="290" y="5"/>
                    </a:lnTo>
                    <a:lnTo>
                      <a:pt x="307" y="5"/>
                    </a:lnTo>
                    <a:lnTo>
                      <a:pt x="323" y="0"/>
                    </a:lnTo>
                    <a:lnTo>
                      <a:pt x="339" y="0"/>
                    </a:lnTo>
                    <a:lnTo>
                      <a:pt x="355" y="0"/>
                    </a:lnTo>
                    <a:lnTo>
                      <a:pt x="371" y="0"/>
                    </a:lnTo>
                    <a:lnTo>
                      <a:pt x="387" y="0"/>
                    </a:lnTo>
                    <a:lnTo>
                      <a:pt x="420" y="0"/>
                    </a:lnTo>
                    <a:lnTo>
                      <a:pt x="463" y="0"/>
                    </a:lnTo>
                    <a:lnTo>
                      <a:pt x="484" y="0"/>
                    </a:lnTo>
                    <a:lnTo>
                      <a:pt x="506" y="0"/>
                    </a:lnTo>
                    <a:lnTo>
                      <a:pt x="527" y="5"/>
                    </a:lnTo>
                    <a:lnTo>
                      <a:pt x="543" y="15"/>
                    </a:lnTo>
                    <a:lnTo>
                      <a:pt x="554" y="31"/>
                    </a:lnTo>
                    <a:lnTo>
                      <a:pt x="570" y="36"/>
                    </a:lnTo>
                    <a:lnTo>
                      <a:pt x="586" y="46"/>
                    </a:lnTo>
                    <a:lnTo>
                      <a:pt x="603" y="51"/>
                    </a:lnTo>
                    <a:lnTo>
                      <a:pt x="619" y="51"/>
                    </a:lnTo>
                    <a:lnTo>
                      <a:pt x="635" y="57"/>
                    </a:lnTo>
                    <a:lnTo>
                      <a:pt x="651" y="67"/>
                    </a:lnTo>
                    <a:lnTo>
                      <a:pt x="667" y="77"/>
                    </a:lnTo>
                    <a:lnTo>
                      <a:pt x="678" y="93"/>
                    </a:lnTo>
                    <a:lnTo>
                      <a:pt x="694" y="98"/>
                    </a:lnTo>
                    <a:lnTo>
                      <a:pt x="699" y="113"/>
                    </a:lnTo>
                    <a:lnTo>
                      <a:pt x="715" y="128"/>
                    </a:lnTo>
                    <a:lnTo>
                      <a:pt x="721" y="149"/>
                    </a:lnTo>
                    <a:lnTo>
                      <a:pt x="721" y="164"/>
                    </a:lnTo>
                    <a:lnTo>
                      <a:pt x="726" y="180"/>
                    </a:lnTo>
                    <a:lnTo>
                      <a:pt x="726" y="195"/>
                    </a:lnTo>
                    <a:lnTo>
                      <a:pt x="726" y="211"/>
                    </a:lnTo>
                    <a:lnTo>
                      <a:pt x="726" y="226"/>
                    </a:lnTo>
                    <a:lnTo>
                      <a:pt x="726" y="242"/>
                    </a:lnTo>
                    <a:lnTo>
                      <a:pt x="726" y="257"/>
                    </a:lnTo>
                    <a:lnTo>
                      <a:pt x="737" y="272"/>
                    </a:lnTo>
                    <a:lnTo>
                      <a:pt x="737" y="288"/>
                    </a:lnTo>
                    <a:lnTo>
                      <a:pt x="737" y="303"/>
                    </a:lnTo>
                    <a:lnTo>
                      <a:pt x="737" y="319"/>
                    </a:lnTo>
                    <a:lnTo>
                      <a:pt x="732" y="334"/>
                    </a:lnTo>
                    <a:lnTo>
                      <a:pt x="715" y="349"/>
                    </a:lnTo>
                    <a:lnTo>
                      <a:pt x="694" y="360"/>
                    </a:lnTo>
                    <a:lnTo>
                      <a:pt x="678" y="365"/>
                    </a:lnTo>
                    <a:lnTo>
                      <a:pt x="662" y="375"/>
                    </a:lnTo>
                    <a:lnTo>
                      <a:pt x="646" y="380"/>
                    </a:lnTo>
                    <a:lnTo>
                      <a:pt x="629" y="385"/>
                    </a:lnTo>
                    <a:lnTo>
                      <a:pt x="613" y="396"/>
                    </a:lnTo>
                    <a:lnTo>
                      <a:pt x="597" y="401"/>
                    </a:lnTo>
                    <a:lnTo>
                      <a:pt x="581" y="401"/>
                    </a:lnTo>
                    <a:lnTo>
                      <a:pt x="559" y="406"/>
                    </a:lnTo>
                    <a:lnTo>
                      <a:pt x="538" y="406"/>
                    </a:lnTo>
                    <a:lnTo>
                      <a:pt x="522" y="406"/>
                    </a:lnTo>
                    <a:lnTo>
                      <a:pt x="500" y="406"/>
                    </a:lnTo>
                    <a:lnTo>
                      <a:pt x="484" y="406"/>
                    </a:lnTo>
                    <a:lnTo>
                      <a:pt x="468" y="406"/>
                    </a:lnTo>
                    <a:lnTo>
                      <a:pt x="452" y="406"/>
                    </a:lnTo>
                    <a:lnTo>
                      <a:pt x="436" y="406"/>
                    </a:lnTo>
                    <a:lnTo>
                      <a:pt x="420" y="406"/>
                    </a:lnTo>
                    <a:lnTo>
                      <a:pt x="403" y="406"/>
                    </a:lnTo>
                    <a:lnTo>
                      <a:pt x="387" y="406"/>
                    </a:lnTo>
                    <a:lnTo>
                      <a:pt x="371" y="406"/>
                    </a:lnTo>
                    <a:lnTo>
                      <a:pt x="355" y="406"/>
                    </a:lnTo>
                    <a:lnTo>
                      <a:pt x="339" y="406"/>
                    </a:lnTo>
                    <a:lnTo>
                      <a:pt x="323" y="406"/>
                    </a:lnTo>
                    <a:lnTo>
                      <a:pt x="307" y="406"/>
                    </a:lnTo>
                    <a:lnTo>
                      <a:pt x="285" y="406"/>
                    </a:lnTo>
                    <a:lnTo>
                      <a:pt x="269" y="406"/>
                    </a:lnTo>
                    <a:lnTo>
                      <a:pt x="253" y="406"/>
                    </a:lnTo>
                    <a:lnTo>
                      <a:pt x="237" y="406"/>
                    </a:lnTo>
                    <a:lnTo>
                      <a:pt x="221" y="406"/>
                    </a:lnTo>
                    <a:lnTo>
                      <a:pt x="204" y="406"/>
                    </a:lnTo>
                    <a:lnTo>
                      <a:pt x="188" y="396"/>
                    </a:lnTo>
                    <a:lnTo>
                      <a:pt x="172" y="391"/>
                    </a:lnTo>
                    <a:lnTo>
                      <a:pt x="156" y="385"/>
                    </a:lnTo>
                    <a:lnTo>
                      <a:pt x="140" y="380"/>
                    </a:lnTo>
                    <a:lnTo>
                      <a:pt x="124" y="375"/>
                    </a:lnTo>
                    <a:lnTo>
                      <a:pt x="108" y="365"/>
                    </a:lnTo>
                    <a:lnTo>
                      <a:pt x="91" y="355"/>
                    </a:lnTo>
                    <a:lnTo>
                      <a:pt x="81" y="339"/>
                    </a:lnTo>
                    <a:lnTo>
                      <a:pt x="65" y="334"/>
                    </a:lnTo>
                    <a:lnTo>
                      <a:pt x="59" y="319"/>
                    </a:lnTo>
                    <a:lnTo>
                      <a:pt x="43" y="303"/>
                    </a:lnTo>
                    <a:lnTo>
                      <a:pt x="38" y="288"/>
                    </a:lnTo>
                    <a:lnTo>
                      <a:pt x="22" y="272"/>
                    </a:lnTo>
                    <a:lnTo>
                      <a:pt x="16" y="252"/>
                    </a:lnTo>
                    <a:lnTo>
                      <a:pt x="5" y="231"/>
                    </a:lnTo>
                    <a:lnTo>
                      <a:pt x="0" y="216"/>
                    </a:lnTo>
                    <a:lnTo>
                      <a:pt x="0" y="200"/>
                    </a:lnTo>
                    <a:lnTo>
                      <a:pt x="0" y="185"/>
                    </a:lnTo>
                    <a:lnTo>
                      <a:pt x="0" y="170"/>
                    </a:lnTo>
                    <a:lnTo>
                      <a:pt x="5" y="149"/>
                    </a:lnTo>
                    <a:lnTo>
                      <a:pt x="11" y="134"/>
                    </a:lnTo>
                    <a:lnTo>
                      <a:pt x="27" y="123"/>
                    </a:lnTo>
                    <a:lnTo>
                      <a:pt x="38" y="108"/>
                    </a:lnTo>
                    <a:lnTo>
                      <a:pt x="54" y="108"/>
                    </a:lnTo>
                    <a:lnTo>
                      <a:pt x="70" y="103"/>
                    </a:lnTo>
                    <a:lnTo>
                      <a:pt x="86" y="98"/>
                    </a:lnTo>
                    <a:lnTo>
                      <a:pt x="102" y="98"/>
                    </a:lnTo>
                    <a:lnTo>
                      <a:pt x="113" y="82"/>
                    </a:lnTo>
                    <a:lnTo>
                      <a:pt x="113" y="67"/>
                    </a:lnTo>
                    <a:lnTo>
                      <a:pt x="129" y="98"/>
                    </a:lnTo>
                  </a:path>
                </a:pathLst>
              </a:custGeom>
              <a:solidFill>
                <a:srgbClr val="EAEAEA"/>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CC"/>
                  </a:solidFill>
                  <a:ea typeface="黑体" panose="02010609060101010101" pitchFamily="49" charset="-122"/>
                </a:endParaRPr>
              </a:p>
            </p:txBody>
          </p:sp>
          <p:sp>
            <p:nvSpPr>
              <p:cNvPr id="1029137" name="Freeform 18"/>
              <p:cNvSpPr>
                <a:spLocks noChangeArrowheads="1"/>
              </p:cNvSpPr>
              <p:nvPr/>
            </p:nvSpPr>
            <p:spPr bwMode="auto">
              <a:xfrm>
                <a:off x="3193" y="270"/>
                <a:ext cx="117" cy="118"/>
              </a:xfrm>
              <a:custGeom>
                <a:avLst/>
                <a:gdLst>
                  <a:gd name="T0" fmla="*/ 5 w 117"/>
                  <a:gd name="T1" fmla="*/ 66 h 118"/>
                  <a:gd name="T2" fmla="*/ 0 w 117"/>
                  <a:gd name="T3" fmla="*/ 51 h 118"/>
                  <a:gd name="T4" fmla="*/ 0 w 117"/>
                  <a:gd name="T5" fmla="*/ 36 h 118"/>
                  <a:gd name="T6" fmla="*/ 16 w 117"/>
                  <a:gd name="T7" fmla="*/ 25 h 118"/>
                  <a:gd name="T8" fmla="*/ 32 w 117"/>
                  <a:gd name="T9" fmla="*/ 15 h 118"/>
                  <a:gd name="T10" fmla="*/ 47 w 117"/>
                  <a:gd name="T11" fmla="*/ 0 h 118"/>
                  <a:gd name="T12" fmla="*/ 63 w 117"/>
                  <a:gd name="T13" fmla="*/ 0 h 118"/>
                  <a:gd name="T14" fmla="*/ 79 w 117"/>
                  <a:gd name="T15" fmla="*/ 0 h 118"/>
                  <a:gd name="T16" fmla="*/ 84 w 117"/>
                  <a:gd name="T17" fmla="*/ 15 h 118"/>
                  <a:gd name="T18" fmla="*/ 95 w 117"/>
                  <a:gd name="T19" fmla="*/ 31 h 118"/>
                  <a:gd name="T20" fmla="*/ 105 w 117"/>
                  <a:gd name="T21" fmla="*/ 46 h 118"/>
                  <a:gd name="T22" fmla="*/ 111 w 117"/>
                  <a:gd name="T23" fmla="*/ 61 h 118"/>
                  <a:gd name="T24" fmla="*/ 116 w 117"/>
                  <a:gd name="T25" fmla="*/ 76 h 118"/>
                  <a:gd name="T26" fmla="*/ 116 w 117"/>
                  <a:gd name="T27" fmla="*/ 92 h 118"/>
                  <a:gd name="T28" fmla="*/ 116 w 117"/>
                  <a:gd name="T29" fmla="*/ 107 h 118"/>
                  <a:gd name="T30" fmla="*/ 100 w 117"/>
                  <a:gd name="T31" fmla="*/ 117 h 118"/>
                  <a:gd name="T32" fmla="*/ 84 w 117"/>
                  <a:gd name="T33" fmla="*/ 117 h 118"/>
                  <a:gd name="T34" fmla="*/ 69 w 117"/>
                  <a:gd name="T35" fmla="*/ 117 h 118"/>
                  <a:gd name="T36" fmla="*/ 53 w 117"/>
                  <a:gd name="T37" fmla="*/ 117 h 118"/>
                  <a:gd name="T38" fmla="*/ 37 w 117"/>
                  <a:gd name="T39" fmla="*/ 112 h 118"/>
                  <a:gd name="T40" fmla="*/ 21 w 117"/>
                  <a:gd name="T41" fmla="*/ 102 h 118"/>
                  <a:gd name="T42" fmla="*/ 11 w 117"/>
                  <a:gd name="T43" fmla="*/ 86 h 118"/>
                  <a:gd name="T44" fmla="*/ 5 w 117"/>
                  <a:gd name="T45" fmla="*/ 71 h 118"/>
                  <a:gd name="T46" fmla="*/ 5 w 117"/>
                  <a:gd name="T47" fmla="*/ 66 h 1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117" h="118">
                    <a:moveTo>
                      <a:pt x="5" y="66"/>
                    </a:moveTo>
                    <a:lnTo>
                      <a:pt x="0" y="51"/>
                    </a:lnTo>
                    <a:lnTo>
                      <a:pt x="0" y="36"/>
                    </a:lnTo>
                    <a:lnTo>
                      <a:pt x="16" y="25"/>
                    </a:lnTo>
                    <a:lnTo>
                      <a:pt x="32" y="15"/>
                    </a:lnTo>
                    <a:lnTo>
                      <a:pt x="47" y="0"/>
                    </a:lnTo>
                    <a:lnTo>
                      <a:pt x="63" y="0"/>
                    </a:lnTo>
                    <a:lnTo>
                      <a:pt x="79" y="0"/>
                    </a:lnTo>
                    <a:lnTo>
                      <a:pt x="84" y="15"/>
                    </a:lnTo>
                    <a:lnTo>
                      <a:pt x="95" y="31"/>
                    </a:lnTo>
                    <a:lnTo>
                      <a:pt x="105" y="46"/>
                    </a:lnTo>
                    <a:lnTo>
                      <a:pt x="111" y="61"/>
                    </a:lnTo>
                    <a:lnTo>
                      <a:pt x="116" y="76"/>
                    </a:lnTo>
                    <a:lnTo>
                      <a:pt x="116" y="92"/>
                    </a:lnTo>
                    <a:lnTo>
                      <a:pt x="116" y="107"/>
                    </a:lnTo>
                    <a:lnTo>
                      <a:pt x="100" y="117"/>
                    </a:lnTo>
                    <a:lnTo>
                      <a:pt x="84" y="117"/>
                    </a:lnTo>
                    <a:lnTo>
                      <a:pt x="69" y="117"/>
                    </a:lnTo>
                    <a:lnTo>
                      <a:pt x="53" y="117"/>
                    </a:lnTo>
                    <a:lnTo>
                      <a:pt x="37" y="112"/>
                    </a:lnTo>
                    <a:lnTo>
                      <a:pt x="21" y="102"/>
                    </a:lnTo>
                    <a:lnTo>
                      <a:pt x="11" y="86"/>
                    </a:lnTo>
                    <a:lnTo>
                      <a:pt x="5" y="71"/>
                    </a:lnTo>
                    <a:lnTo>
                      <a:pt x="5" y="66"/>
                    </a:lnTo>
                  </a:path>
                </a:pathLst>
              </a:custGeom>
              <a:solidFill>
                <a:srgbClr val="EAEAEA"/>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CC"/>
                  </a:solidFill>
                  <a:ea typeface="黑体" panose="02010609060101010101" pitchFamily="49" charset="-122"/>
                </a:endParaRPr>
              </a:p>
            </p:txBody>
          </p:sp>
          <p:sp>
            <p:nvSpPr>
              <p:cNvPr id="1029138" name="Freeform 19"/>
              <p:cNvSpPr>
                <a:spLocks noChangeArrowheads="1"/>
              </p:cNvSpPr>
              <p:nvPr/>
            </p:nvSpPr>
            <p:spPr bwMode="auto">
              <a:xfrm>
                <a:off x="3469" y="239"/>
                <a:ext cx="82" cy="87"/>
              </a:xfrm>
              <a:custGeom>
                <a:avLst/>
                <a:gdLst>
                  <a:gd name="T0" fmla="*/ 0 w 82"/>
                  <a:gd name="T1" fmla="*/ 0 h 87"/>
                  <a:gd name="T2" fmla="*/ 16 w 82"/>
                  <a:gd name="T3" fmla="*/ 10 h 87"/>
                  <a:gd name="T4" fmla="*/ 32 w 82"/>
                  <a:gd name="T5" fmla="*/ 20 h 87"/>
                  <a:gd name="T6" fmla="*/ 49 w 82"/>
                  <a:gd name="T7" fmla="*/ 20 h 87"/>
                  <a:gd name="T8" fmla="*/ 65 w 82"/>
                  <a:gd name="T9" fmla="*/ 30 h 87"/>
                  <a:gd name="T10" fmla="*/ 76 w 82"/>
                  <a:gd name="T11" fmla="*/ 46 h 87"/>
                  <a:gd name="T12" fmla="*/ 81 w 82"/>
                  <a:gd name="T13" fmla="*/ 61 h 87"/>
                  <a:gd name="T14" fmla="*/ 81 w 82"/>
                  <a:gd name="T15" fmla="*/ 76 h 87"/>
                  <a:gd name="T16" fmla="*/ 65 w 82"/>
                  <a:gd name="T17" fmla="*/ 86 h 87"/>
                  <a:gd name="T18" fmla="*/ 49 w 82"/>
                  <a:gd name="T19" fmla="*/ 86 h 87"/>
                  <a:gd name="T20" fmla="*/ 27 w 82"/>
                  <a:gd name="T21" fmla="*/ 81 h 87"/>
                  <a:gd name="T22" fmla="*/ 11 w 82"/>
                  <a:gd name="T23" fmla="*/ 71 h 87"/>
                  <a:gd name="T24" fmla="*/ 5 w 82"/>
                  <a:gd name="T25" fmla="*/ 56 h 87"/>
                  <a:gd name="T26" fmla="*/ 0 w 82"/>
                  <a:gd name="T27" fmla="*/ 40 h 87"/>
                  <a:gd name="T28" fmla="*/ 0 w 82"/>
                  <a:gd name="T29" fmla="*/ 25 h 87"/>
                  <a:gd name="T30" fmla="*/ 11 w 82"/>
                  <a:gd name="T31" fmla="*/ 10 h 87"/>
                  <a:gd name="T32" fmla="*/ 0 w 82"/>
                  <a:gd name="T33" fmla="*/ 0 h 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82" h="87">
                    <a:moveTo>
                      <a:pt x="0" y="0"/>
                    </a:moveTo>
                    <a:lnTo>
                      <a:pt x="16" y="10"/>
                    </a:lnTo>
                    <a:lnTo>
                      <a:pt x="32" y="20"/>
                    </a:lnTo>
                    <a:lnTo>
                      <a:pt x="49" y="20"/>
                    </a:lnTo>
                    <a:lnTo>
                      <a:pt x="65" y="30"/>
                    </a:lnTo>
                    <a:lnTo>
                      <a:pt x="76" y="46"/>
                    </a:lnTo>
                    <a:lnTo>
                      <a:pt x="81" y="61"/>
                    </a:lnTo>
                    <a:lnTo>
                      <a:pt x="81" y="76"/>
                    </a:lnTo>
                    <a:lnTo>
                      <a:pt x="65" y="86"/>
                    </a:lnTo>
                    <a:lnTo>
                      <a:pt x="49" y="86"/>
                    </a:lnTo>
                    <a:lnTo>
                      <a:pt x="27" y="81"/>
                    </a:lnTo>
                    <a:lnTo>
                      <a:pt x="11" y="71"/>
                    </a:lnTo>
                    <a:lnTo>
                      <a:pt x="5" y="56"/>
                    </a:lnTo>
                    <a:lnTo>
                      <a:pt x="0" y="40"/>
                    </a:lnTo>
                    <a:lnTo>
                      <a:pt x="0" y="25"/>
                    </a:lnTo>
                    <a:lnTo>
                      <a:pt x="11" y="10"/>
                    </a:lnTo>
                    <a:lnTo>
                      <a:pt x="0" y="0"/>
                    </a:lnTo>
                  </a:path>
                </a:pathLst>
              </a:custGeom>
              <a:solidFill>
                <a:srgbClr val="EAEAEA"/>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CC"/>
                  </a:solidFill>
                  <a:ea typeface="黑体" panose="02010609060101010101" pitchFamily="49" charset="-122"/>
                </a:endParaRPr>
              </a:p>
            </p:txBody>
          </p:sp>
        </p:grpSp>
        <p:sp>
          <p:nvSpPr>
            <p:cNvPr id="1029139" name="Text Box 20"/>
            <p:cNvSpPr txBox="1">
              <a:spLocks noChangeArrowheads="1"/>
            </p:cNvSpPr>
            <p:nvPr/>
          </p:nvSpPr>
          <p:spPr bwMode="auto">
            <a:xfrm>
              <a:off x="4967" y="1856"/>
              <a:ext cx="342" cy="222"/>
            </a:xfrm>
            <a:prstGeom prst="rect">
              <a:avLst/>
            </a:prstGeom>
            <a:solidFill>
              <a:srgbClr val="EAEAEA"/>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zh-CN" altLang="en-US" sz="2000" b="1">
                  <a:solidFill>
                    <a:srgbClr val="0000CC"/>
                  </a:solidFill>
                  <a:ea typeface="黑体" panose="02010609060101010101" pitchFamily="49" charset="-122"/>
                </a:rPr>
                <a:t>网 </a:t>
              </a:r>
              <a:r>
                <a:rPr lang="en-US" altLang="zh-CN" sz="2000" b="1">
                  <a:solidFill>
                    <a:srgbClr val="0000CC"/>
                  </a:solidFill>
                  <a:ea typeface="黑体" panose="02010609060101010101" pitchFamily="49" charset="-122"/>
                </a:rPr>
                <a:t>1</a:t>
              </a:r>
            </a:p>
          </p:txBody>
        </p:sp>
      </p:grpSp>
      <p:grpSp>
        <p:nvGrpSpPr>
          <p:cNvPr id="1029140" name="Group 21"/>
          <p:cNvGrpSpPr>
            <a:grpSpLocks/>
          </p:cNvGrpSpPr>
          <p:nvPr/>
        </p:nvGrpSpPr>
        <p:grpSpPr bwMode="auto">
          <a:xfrm>
            <a:off x="8356600" y="631825"/>
            <a:ext cx="1277938" cy="858838"/>
            <a:chOff x="4830" y="1752"/>
            <a:chExt cx="667" cy="477"/>
          </a:xfrm>
        </p:grpSpPr>
        <p:grpSp>
          <p:nvGrpSpPr>
            <p:cNvPr id="1029141" name="Group 22"/>
            <p:cNvGrpSpPr>
              <a:grpSpLocks/>
            </p:cNvGrpSpPr>
            <p:nvPr/>
          </p:nvGrpSpPr>
          <p:grpSpPr bwMode="auto">
            <a:xfrm>
              <a:off x="4830" y="1752"/>
              <a:ext cx="667" cy="477"/>
              <a:chOff x="2949" y="196"/>
              <a:chExt cx="941" cy="598"/>
            </a:xfrm>
          </p:grpSpPr>
          <p:sp>
            <p:nvSpPr>
              <p:cNvPr id="1029142" name="Oval 23"/>
              <p:cNvSpPr>
                <a:spLocks noChangeArrowheads="1"/>
              </p:cNvSpPr>
              <p:nvPr/>
            </p:nvSpPr>
            <p:spPr bwMode="auto">
              <a:xfrm>
                <a:off x="3168" y="196"/>
                <a:ext cx="407" cy="162"/>
              </a:xfrm>
              <a:prstGeom prst="ellipse">
                <a:avLst/>
              </a:prstGeom>
              <a:solidFill>
                <a:srgbClr val="EAEAEA"/>
              </a:solidFill>
              <a:ln w="12700">
                <a:solidFill>
                  <a:schemeClr val="tx1"/>
                </a:solidFill>
                <a:round/>
                <a:headEnd/>
                <a:tailEnd/>
              </a:ln>
            </p:spPr>
            <p:txBody>
              <a:bodyPr wrap="none" anchor="ctr"/>
              <a:lstStyle/>
              <a:p>
                <a:pPr eaLnBrk="0" hangingPunct="0"/>
                <a:endParaRPr lang="zh-CN" altLang="en-US" b="1">
                  <a:solidFill>
                    <a:srgbClr val="0000CC"/>
                  </a:solidFill>
                  <a:ea typeface="黑体" panose="02010609060101010101" pitchFamily="49" charset="-122"/>
                </a:endParaRPr>
              </a:p>
            </p:txBody>
          </p:sp>
          <p:sp>
            <p:nvSpPr>
              <p:cNvPr id="1029143" name="Oval 24"/>
              <p:cNvSpPr>
                <a:spLocks noChangeArrowheads="1"/>
              </p:cNvSpPr>
              <p:nvPr/>
            </p:nvSpPr>
            <p:spPr bwMode="auto">
              <a:xfrm rot="900000">
                <a:off x="3512" y="252"/>
                <a:ext cx="275" cy="131"/>
              </a:xfrm>
              <a:prstGeom prst="ellipse">
                <a:avLst/>
              </a:prstGeom>
              <a:solidFill>
                <a:srgbClr val="EAEAEA"/>
              </a:solidFill>
              <a:ln w="12700">
                <a:solidFill>
                  <a:schemeClr val="tx1"/>
                </a:solidFill>
                <a:round/>
                <a:headEnd/>
                <a:tailEnd/>
              </a:ln>
            </p:spPr>
            <p:txBody>
              <a:bodyPr wrap="none" anchor="ctr"/>
              <a:lstStyle/>
              <a:p>
                <a:pPr eaLnBrk="0" hangingPunct="0"/>
                <a:endParaRPr lang="zh-CN" altLang="en-US" b="1">
                  <a:solidFill>
                    <a:srgbClr val="0000CC"/>
                  </a:solidFill>
                  <a:ea typeface="黑体" panose="02010609060101010101" pitchFamily="49" charset="-122"/>
                </a:endParaRPr>
              </a:p>
            </p:txBody>
          </p:sp>
          <p:sp>
            <p:nvSpPr>
              <p:cNvPr id="1029144" name="Oval 25"/>
              <p:cNvSpPr>
                <a:spLocks noChangeArrowheads="1"/>
              </p:cNvSpPr>
              <p:nvPr/>
            </p:nvSpPr>
            <p:spPr bwMode="auto">
              <a:xfrm rot="1500000">
                <a:off x="3650" y="385"/>
                <a:ext cx="240" cy="153"/>
              </a:xfrm>
              <a:prstGeom prst="ellipse">
                <a:avLst/>
              </a:prstGeom>
              <a:solidFill>
                <a:srgbClr val="EAEAEA"/>
              </a:solidFill>
              <a:ln w="12700">
                <a:solidFill>
                  <a:schemeClr val="tx1"/>
                </a:solidFill>
                <a:round/>
                <a:headEnd/>
                <a:tailEnd/>
              </a:ln>
            </p:spPr>
            <p:txBody>
              <a:bodyPr wrap="none" anchor="ctr"/>
              <a:lstStyle/>
              <a:p>
                <a:pPr eaLnBrk="0" hangingPunct="0"/>
                <a:endParaRPr lang="zh-CN" altLang="en-US" b="1">
                  <a:solidFill>
                    <a:srgbClr val="0000CC"/>
                  </a:solidFill>
                  <a:ea typeface="黑体" panose="02010609060101010101" pitchFamily="49" charset="-122"/>
                </a:endParaRPr>
              </a:p>
            </p:txBody>
          </p:sp>
          <p:sp>
            <p:nvSpPr>
              <p:cNvPr id="1029145" name="Oval 26"/>
              <p:cNvSpPr>
                <a:spLocks noChangeArrowheads="1"/>
              </p:cNvSpPr>
              <p:nvPr/>
            </p:nvSpPr>
            <p:spPr bwMode="auto">
              <a:xfrm rot="-1560000">
                <a:off x="3573" y="537"/>
                <a:ext cx="291" cy="189"/>
              </a:xfrm>
              <a:prstGeom prst="ellipse">
                <a:avLst/>
              </a:prstGeom>
              <a:solidFill>
                <a:srgbClr val="EAEAEA"/>
              </a:solidFill>
              <a:ln w="12700">
                <a:solidFill>
                  <a:schemeClr val="tx1"/>
                </a:solidFill>
                <a:round/>
                <a:headEnd/>
                <a:tailEnd/>
              </a:ln>
            </p:spPr>
            <p:txBody>
              <a:bodyPr wrap="none" anchor="ctr"/>
              <a:lstStyle/>
              <a:p>
                <a:pPr eaLnBrk="0" hangingPunct="0"/>
                <a:endParaRPr lang="zh-CN" altLang="en-US" b="1">
                  <a:solidFill>
                    <a:srgbClr val="0000CC"/>
                  </a:solidFill>
                  <a:ea typeface="黑体" panose="02010609060101010101" pitchFamily="49" charset="-122"/>
                </a:endParaRPr>
              </a:p>
            </p:txBody>
          </p:sp>
          <p:sp>
            <p:nvSpPr>
              <p:cNvPr id="1029146" name="Oval 27"/>
              <p:cNvSpPr>
                <a:spLocks noChangeArrowheads="1"/>
              </p:cNvSpPr>
              <p:nvPr/>
            </p:nvSpPr>
            <p:spPr bwMode="auto">
              <a:xfrm>
                <a:off x="3216" y="555"/>
                <a:ext cx="471" cy="239"/>
              </a:xfrm>
              <a:prstGeom prst="ellipse">
                <a:avLst/>
              </a:prstGeom>
              <a:solidFill>
                <a:srgbClr val="EAEAEA"/>
              </a:solidFill>
              <a:ln w="12700">
                <a:solidFill>
                  <a:schemeClr val="tx1"/>
                </a:solidFill>
                <a:round/>
                <a:headEnd/>
                <a:tailEnd/>
              </a:ln>
            </p:spPr>
            <p:txBody>
              <a:bodyPr wrap="none" anchor="ctr"/>
              <a:lstStyle/>
              <a:p>
                <a:pPr eaLnBrk="0" hangingPunct="0"/>
                <a:endParaRPr lang="zh-CN" altLang="en-US" b="1">
                  <a:solidFill>
                    <a:srgbClr val="0000CC"/>
                  </a:solidFill>
                  <a:ea typeface="黑体" panose="02010609060101010101" pitchFamily="49" charset="-122"/>
                </a:endParaRPr>
              </a:p>
            </p:txBody>
          </p:sp>
          <p:sp>
            <p:nvSpPr>
              <p:cNvPr id="1029147" name="Oval 28"/>
              <p:cNvSpPr>
                <a:spLocks noChangeArrowheads="1"/>
              </p:cNvSpPr>
              <p:nvPr/>
            </p:nvSpPr>
            <p:spPr bwMode="auto">
              <a:xfrm rot="1080000">
                <a:off x="3023" y="555"/>
                <a:ext cx="265" cy="156"/>
              </a:xfrm>
              <a:prstGeom prst="ellipse">
                <a:avLst/>
              </a:prstGeom>
              <a:solidFill>
                <a:srgbClr val="EAEAEA"/>
              </a:solidFill>
              <a:ln w="12700">
                <a:solidFill>
                  <a:schemeClr val="tx1"/>
                </a:solidFill>
                <a:round/>
                <a:headEnd/>
                <a:tailEnd/>
              </a:ln>
            </p:spPr>
            <p:txBody>
              <a:bodyPr wrap="none" anchor="ctr"/>
              <a:lstStyle/>
              <a:p>
                <a:pPr eaLnBrk="0" hangingPunct="0"/>
                <a:endParaRPr lang="zh-CN" altLang="en-US" b="1">
                  <a:solidFill>
                    <a:srgbClr val="0000CC"/>
                  </a:solidFill>
                  <a:ea typeface="黑体" panose="02010609060101010101" pitchFamily="49" charset="-122"/>
                </a:endParaRPr>
              </a:p>
            </p:txBody>
          </p:sp>
          <p:sp>
            <p:nvSpPr>
              <p:cNvPr id="1029148" name="Oval 29"/>
              <p:cNvSpPr>
                <a:spLocks noChangeArrowheads="1"/>
              </p:cNvSpPr>
              <p:nvPr/>
            </p:nvSpPr>
            <p:spPr bwMode="auto">
              <a:xfrm>
                <a:off x="2949" y="432"/>
                <a:ext cx="217" cy="156"/>
              </a:xfrm>
              <a:prstGeom prst="ellipse">
                <a:avLst/>
              </a:prstGeom>
              <a:solidFill>
                <a:srgbClr val="EAEAEA"/>
              </a:solidFill>
              <a:ln w="12700">
                <a:solidFill>
                  <a:schemeClr val="tx1"/>
                </a:solidFill>
                <a:round/>
                <a:headEnd/>
                <a:tailEnd/>
              </a:ln>
            </p:spPr>
            <p:txBody>
              <a:bodyPr wrap="none" anchor="ctr"/>
              <a:lstStyle/>
              <a:p>
                <a:pPr eaLnBrk="0" hangingPunct="0"/>
                <a:endParaRPr lang="zh-CN" altLang="en-US" b="1">
                  <a:solidFill>
                    <a:srgbClr val="0000CC"/>
                  </a:solidFill>
                  <a:ea typeface="黑体" panose="02010609060101010101" pitchFamily="49" charset="-122"/>
                </a:endParaRPr>
              </a:p>
            </p:txBody>
          </p:sp>
          <p:sp>
            <p:nvSpPr>
              <p:cNvPr id="1029149" name="Oval 30"/>
              <p:cNvSpPr>
                <a:spLocks noChangeArrowheads="1"/>
              </p:cNvSpPr>
              <p:nvPr/>
            </p:nvSpPr>
            <p:spPr bwMode="auto">
              <a:xfrm rot="-1860000">
                <a:off x="2984" y="310"/>
                <a:ext cx="295" cy="156"/>
              </a:xfrm>
              <a:prstGeom prst="ellipse">
                <a:avLst/>
              </a:prstGeom>
              <a:solidFill>
                <a:srgbClr val="EAEAEA"/>
              </a:solidFill>
              <a:ln w="12700">
                <a:solidFill>
                  <a:schemeClr val="tx1"/>
                </a:solidFill>
                <a:round/>
                <a:headEnd/>
                <a:tailEnd/>
              </a:ln>
            </p:spPr>
            <p:txBody>
              <a:bodyPr wrap="none" anchor="ctr"/>
              <a:lstStyle/>
              <a:p>
                <a:pPr eaLnBrk="0" hangingPunct="0"/>
                <a:endParaRPr lang="zh-CN" altLang="en-US" b="1">
                  <a:solidFill>
                    <a:srgbClr val="0000CC"/>
                  </a:solidFill>
                  <a:ea typeface="黑体" panose="02010609060101010101" pitchFamily="49" charset="-122"/>
                </a:endParaRPr>
              </a:p>
            </p:txBody>
          </p:sp>
          <p:sp>
            <p:nvSpPr>
              <p:cNvPr id="1029150" name="Freeform 31"/>
              <p:cNvSpPr>
                <a:spLocks noChangeArrowheads="1"/>
              </p:cNvSpPr>
              <p:nvPr/>
            </p:nvSpPr>
            <p:spPr bwMode="auto">
              <a:xfrm>
                <a:off x="3051" y="300"/>
                <a:ext cx="738" cy="407"/>
              </a:xfrm>
              <a:custGeom>
                <a:avLst/>
                <a:gdLst>
                  <a:gd name="T0" fmla="*/ 108 w 738"/>
                  <a:gd name="T1" fmla="*/ 82 h 407"/>
                  <a:gd name="T2" fmla="*/ 145 w 738"/>
                  <a:gd name="T3" fmla="*/ 77 h 407"/>
                  <a:gd name="T4" fmla="*/ 183 w 738"/>
                  <a:gd name="T5" fmla="*/ 72 h 407"/>
                  <a:gd name="T6" fmla="*/ 215 w 738"/>
                  <a:gd name="T7" fmla="*/ 67 h 407"/>
                  <a:gd name="T8" fmla="*/ 237 w 738"/>
                  <a:gd name="T9" fmla="*/ 46 h 407"/>
                  <a:gd name="T10" fmla="*/ 204 w 738"/>
                  <a:gd name="T11" fmla="*/ 41 h 407"/>
                  <a:gd name="T12" fmla="*/ 172 w 738"/>
                  <a:gd name="T13" fmla="*/ 46 h 407"/>
                  <a:gd name="T14" fmla="*/ 156 w 738"/>
                  <a:gd name="T15" fmla="*/ 46 h 407"/>
                  <a:gd name="T16" fmla="*/ 188 w 738"/>
                  <a:gd name="T17" fmla="*/ 26 h 407"/>
                  <a:gd name="T18" fmla="*/ 226 w 738"/>
                  <a:gd name="T19" fmla="*/ 15 h 407"/>
                  <a:gd name="T20" fmla="*/ 258 w 738"/>
                  <a:gd name="T21" fmla="*/ 10 h 407"/>
                  <a:gd name="T22" fmla="*/ 290 w 738"/>
                  <a:gd name="T23" fmla="*/ 5 h 407"/>
                  <a:gd name="T24" fmla="*/ 323 w 738"/>
                  <a:gd name="T25" fmla="*/ 0 h 407"/>
                  <a:gd name="T26" fmla="*/ 355 w 738"/>
                  <a:gd name="T27" fmla="*/ 0 h 407"/>
                  <a:gd name="T28" fmla="*/ 387 w 738"/>
                  <a:gd name="T29" fmla="*/ 0 h 407"/>
                  <a:gd name="T30" fmla="*/ 463 w 738"/>
                  <a:gd name="T31" fmla="*/ 0 h 407"/>
                  <a:gd name="T32" fmla="*/ 506 w 738"/>
                  <a:gd name="T33" fmla="*/ 0 h 407"/>
                  <a:gd name="T34" fmla="*/ 543 w 738"/>
                  <a:gd name="T35" fmla="*/ 15 h 407"/>
                  <a:gd name="T36" fmla="*/ 570 w 738"/>
                  <a:gd name="T37" fmla="*/ 36 h 407"/>
                  <a:gd name="T38" fmla="*/ 603 w 738"/>
                  <a:gd name="T39" fmla="*/ 51 h 407"/>
                  <a:gd name="T40" fmla="*/ 635 w 738"/>
                  <a:gd name="T41" fmla="*/ 57 h 407"/>
                  <a:gd name="T42" fmla="*/ 667 w 738"/>
                  <a:gd name="T43" fmla="*/ 77 h 407"/>
                  <a:gd name="T44" fmla="*/ 694 w 738"/>
                  <a:gd name="T45" fmla="*/ 98 h 407"/>
                  <a:gd name="T46" fmla="*/ 715 w 738"/>
                  <a:gd name="T47" fmla="*/ 128 h 407"/>
                  <a:gd name="T48" fmla="*/ 721 w 738"/>
                  <a:gd name="T49" fmla="*/ 164 h 407"/>
                  <a:gd name="T50" fmla="*/ 726 w 738"/>
                  <a:gd name="T51" fmla="*/ 195 h 407"/>
                  <a:gd name="T52" fmla="*/ 726 w 738"/>
                  <a:gd name="T53" fmla="*/ 226 h 407"/>
                  <a:gd name="T54" fmla="*/ 726 w 738"/>
                  <a:gd name="T55" fmla="*/ 257 h 407"/>
                  <a:gd name="T56" fmla="*/ 737 w 738"/>
                  <a:gd name="T57" fmla="*/ 288 h 407"/>
                  <a:gd name="T58" fmla="*/ 737 w 738"/>
                  <a:gd name="T59" fmla="*/ 319 h 407"/>
                  <a:gd name="T60" fmla="*/ 715 w 738"/>
                  <a:gd name="T61" fmla="*/ 349 h 407"/>
                  <a:gd name="T62" fmla="*/ 678 w 738"/>
                  <a:gd name="T63" fmla="*/ 365 h 407"/>
                  <a:gd name="T64" fmla="*/ 646 w 738"/>
                  <a:gd name="T65" fmla="*/ 380 h 407"/>
                  <a:gd name="T66" fmla="*/ 613 w 738"/>
                  <a:gd name="T67" fmla="*/ 396 h 407"/>
                  <a:gd name="T68" fmla="*/ 581 w 738"/>
                  <a:gd name="T69" fmla="*/ 401 h 407"/>
                  <a:gd name="T70" fmla="*/ 538 w 738"/>
                  <a:gd name="T71" fmla="*/ 406 h 407"/>
                  <a:gd name="T72" fmla="*/ 500 w 738"/>
                  <a:gd name="T73" fmla="*/ 406 h 407"/>
                  <a:gd name="T74" fmla="*/ 468 w 738"/>
                  <a:gd name="T75" fmla="*/ 406 h 407"/>
                  <a:gd name="T76" fmla="*/ 436 w 738"/>
                  <a:gd name="T77" fmla="*/ 406 h 407"/>
                  <a:gd name="T78" fmla="*/ 403 w 738"/>
                  <a:gd name="T79" fmla="*/ 406 h 407"/>
                  <a:gd name="T80" fmla="*/ 371 w 738"/>
                  <a:gd name="T81" fmla="*/ 406 h 407"/>
                  <a:gd name="T82" fmla="*/ 339 w 738"/>
                  <a:gd name="T83" fmla="*/ 406 h 407"/>
                  <a:gd name="T84" fmla="*/ 307 w 738"/>
                  <a:gd name="T85" fmla="*/ 406 h 407"/>
                  <a:gd name="T86" fmla="*/ 269 w 738"/>
                  <a:gd name="T87" fmla="*/ 406 h 407"/>
                  <a:gd name="T88" fmla="*/ 237 w 738"/>
                  <a:gd name="T89" fmla="*/ 406 h 407"/>
                  <a:gd name="T90" fmla="*/ 204 w 738"/>
                  <a:gd name="T91" fmla="*/ 406 h 407"/>
                  <a:gd name="T92" fmla="*/ 172 w 738"/>
                  <a:gd name="T93" fmla="*/ 391 h 407"/>
                  <a:gd name="T94" fmla="*/ 140 w 738"/>
                  <a:gd name="T95" fmla="*/ 380 h 407"/>
                  <a:gd name="T96" fmla="*/ 108 w 738"/>
                  <a:gd name="T97" fmla="*/ 365 h 407"/>
                  <a:gd name="T98" fmla="*/ 81 w 738"/>
                  <a:gd name="T99" fmla="*/ 339 h 407"/>
                  <a:gd name="T100" fmla="*/ 59 w 738"/>
                  <a:gd name="T101" fmla="*/ 319 h 407"/>
                  <a:gd name="T102" fmla="*/ 38 w 738"/>
                  <a:gd name="T103" fmla="*/ 288 h 407"/>
                  <a:gd name="T104" fmla="*/ 16 w 738"/>
                  <a:gd name="T105" fmla="*/ 252 h 407"/>
                  <a:gd name="T106" fmla="*/ 0 w 738"/>
                  <a:gd name="T107" fmla="*/ 216 h 407"/>
                  <a:gd name="T108" fmla="*/ 0 w 738"/>
                  <a:gd name="T109" fmla="*/ 185 h 407"/>
                  <a:gd name="T110" fmla="*/ 5 w 738"/>
                  <a:gd name="T111" fmla="*/ 149 h 407"/>
                  <a:gd name="T112" fmla="*/ 27 w 738"/>
                  <a:gd name="T113" fmla="*/ 123 h 407"/>
                  <a:gd name="T114" fmla="*/ 54 w 738"/>
                  <a:gd name="T115" fmla="*/ 108 h 407"/>
                  <a:gd name="T116" fmla="*/ 86 w 738"/>
                  <a:gd name="T117" fmla="*/ 98 h 407"/>
                  <a:gd name="T118" fmla="*/ 113 w 738"/>
                  <a:gd name="T119" fmla="*/ 82 h 407"/>
                  <a:gd name="T120" fmla="*/ 129 w 738"/>
                  <a:gd name="T121" fmla="*/ 98 h 40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Lst>
                <a:rect l="0" t="0" r="r" b="b"/>
                <a:pathLst>
                  <a:path w="738" h="407">
                    <a:moveTo>
                      <a:pt x="91" y="82"/>
                    </a:moveTo>
                    <a:lnTo>
                      <a:pt x="108" y="82"/>
                    </a:lnTo>
                    <a:lnTo>
                      <a:pt x="124" y="82"/>
                    </a:lnTo>
                    <a:lnTo>
                      <a:pt x="145" y="77"/>
                    </a:lnTo>
                    <a:lnTo>
                      <a:pt x="161" y="77"/>
                    </a:lnTo>
                    <a:lnTo>
                      <a:pt x="183" y="72"/>
                    </a:lnTo>
                    <a:lnTo>
                      <a:pt x="199" y="72"/>
                    </a:lnTo>
                    <a:lnTo>
                      <a:pt x="215" y="67"/>
                    </a:lnTo>
                    <a:lnTo>
                      <a:pt x="231" y="62"/>
                    </a:lnTo>
                    <a:lnTo>
                      <a:pt x="237" y="46"/>
                    </a:lnTo>
                    <a:lnTo>
                      <a:pt x="221" y="41"/>
                    </a:lnTo>
                    <a:lnTo>
                      <a:pt x="204" y="41"/>
                    </a:lnTo>
                    <a:lnTo>
                      <a:pt x="188" y="46"/>
                    </a:lnTo>
                    <a:lnTo>
                      <a:pt x="172" y="46"/>
                    </a:lnTo>
                    <a:lnTo>
                      <a:pt x="156" y="62"/>
                    </a:lnTo>
                    <a:lnTo>
                      <a:pt x="156" y="46"/>
                    </a:lnTo>
                    <a:lnTo>
                      <a:pt x="172" y="36"/>
                    </a:lnTo>
                    <a:lnTo>
                      <a:pt x="188" y="26"/>
                    </a:lnTo>
                    <a:lnTo>
                      <a:pt x="210" y="21"/>
                    </a:lnTo>
                    <a:lnTo>
                      <a:pt x="226" y="15"/>
                    </a:lnTo>
                    <a:lnTo>
                      <a:pt x="242" y="15"/>
                    </a:lnTo>
                    <a:lnTo>
                      <a:pt x="258" y="10"/>
                    </a:lnTo>
                    <a:lnTo>
                      <a:pt x="274" y="10"/>
                    </a:lnTo>
                    <a:lnTo>
                      <a:pt x="290" y="5"/>
                    </a:lnTo>
                    <a:lnTo>
                      <a:pt x="307" y="5"/>
                    </a:lnTo>
                    <a:lnTo>
                      <a:pt x="323" y="0"/>
                    </a:lnTo>
                    <a:lnTo>
                      <a:pt x="339" y="0"/>
                    </a:lnTo>
                    <a:lnTo>
                      <a:pt x="355" y="0"/>
                    </a:lnTo>
                    <a:lnTo>
                      <a:pt x="371" y="0"/>
                    </a:lnTo>
                    <a:lnTo>
                      <a:pt x="387" y="0"/>
                    </a:lnTo>
                    <a:lnTo>
                      <a:pt x="420" y="0"/>
                    </a:lnTo>
                    <a:lnTo>
                      <a:pt x="463" y="0"/>
                    </a:lnTo>
                    <a:lnTo>
                      <a:pt x="484" y="0"/>
                    </a:lnTo>
                    <a:lnTo>
                      <a:pt x="506" y="0"/>
                    </a:lnTo>
                    <a:lnTo>
                      <a:pt x="527" y="5"/>
                    </a:lnTo>
                    <a:lnTo>
                      <a:pt x="543" y="15"/>
                    </a:lnTo>
                    <a:lnTo>
                      <a:pt x="554" y="31"/>
                    </a:lnTo>
                    <a:lnTo>
                      <a:pt x="570" y="36"/>
                    </a:lnTo>
                    <a:lnTo>
                      <a:pt x="586" y="46"/>
                    </a:lnTo>
                    <a:lnTo>
                      <a:pt x="603" y="51"/>
                    </a:lnTo>
                    <a:lnTo>
                      <a:pt x="619" y="51"/>
                    </a:lnTo>
                    <a:lnTo>
                      <a:pt x="635" y="57"/>
                    </a:lnTo>
                    <a:lnTo>
                      <a:pt x="651" y="67"/>
                    </a:lnTo>
                    <a:lnTo>
                      <a:pt x="667" y="77"/>
                    </a:lnTo>
                    <a:lnTo>
                      <a:pt x="678" y="93"/>
                    </a:lnTo>
                    <a:lnTo>
                      <a:pt x="694" y="98"/>
                    </a:lnTo>
                    <a:lnTo>
                      <a:pt x="699" y="113"/>
                    </a:lnTo>
                    <a:lnTo>
                      <a:pt x="715" y="128"/>
                    </a:lnTo>
                    <a:lnTo>
                      <a:pt x="721" y="149"/>
                    </a:lnTo>
                    <a:lnTo>
                      <a:pt x="721" y="164"/>
                    </a:lnTo>
                    <a:lnTo>
                      <a:pt x="726" y="180"/>
                    </a:lnTo>
                    <a:lnTo>
                      <a:pt x="726" y="195"/>
                    </a:lnTo>
                    <a:lnTo>
                      <a:pt x="726" y="211"/>
                    </a:lnTo>
                    <a:lnTo>
                      <a:pt x="726" y="226"/>
                    </a:lnTo>
                    <a:lnTo>
                      <a:pt x="726" y="242"/>
                    </a:lnTo>
                    <a:lnTo>
                      <a:pt x="726" y="257"/>
                    </a:lnTo>
                    <a:lnTo>
                      <a:pt x="737" y="272"/>
                    </a:lnTo>
                    <a:lnTo>
                      <a:pt x="737" y="288"/>
                    </a:lnTo>
                    <a:lnTo>
                      <a:pt x="737" y="303"/>
                    </a:lnTo>
                    <a:lnTo>
                      <a:pt x="737" y="319"/>
                    </a:lnTo>
                    <a:lnTo>
                      <a:pt x="732" y="334"/>
                    </a:lnTo>
                    <a:lnTo>
                      <a:pt x="715" y="349"/>
                    </a:lnTo>
                    <a:lnTo>
                      <a:pt x="694" y="360"/>
                    </a:lnTo>
                    <a:lnTo>
                      <a:pt x="678" y="365"/>
                    </a:lnTo>
                    <a:lnTo>
                      <a:pt x="662" y="375"/>
                    </a:lnTo>
                    <a:lnTo>
                      <a:pt x="646" y="380"/>
                    </a:lnTo>
                    <a:lnTo>
                      <a:pt x="629" y="385"/>
                    </a:lnTo>
                    <a:lnTo>
                      <a:pt x="613" y="396"/>
                    </a:lnTo>
                    <a:lnTo>
                      <a:pt x="597" y="401"/>
                    </a:lnTo>
                    <a:lnTo>
                      <a:pt x="581" y="401"/>
                    </a:lnTo>
                    <a:lnTo>
                      <a:pt x="559" y="406"/>
                    </a:lnTo>
                    <a:lnTo>
                      <a:pt x="538" y="406"/>
                    </a:lnTo>
                    <a:lnTo>
                      <a:pt x="522" y="406"/>
                    </a:lnTo>
                    <a:lnTo>
                      <a:pt x="500" y="406"/>
                    </a:lnTo>
                    <a:lnTo>
                      <a:pt x="484" y="406"/>
                    </a:lnTo>
                    <a:lnTo>
                      <a:pt x="468" y="406"/>
                    </a:lnTo>
                    <a:lnTo>
                      <a:pt x="452" y="406"/>
                    </a:lnTo>
                    <a:lnTo>
                      <a:pt x="436" y="406"/>
                    </a:lnTo>
                    <a:lnTo>
                      <a:pt x="420" y="406"/>
                    </a:lnTo>
                    <a:lnTo>
                      <a:pt x="403" y="406"/>
                    </a:lnTo>
                    <a:lnTo>
                      <a:pt x="387" y="406"/>
                    </a:lnTo>
                    <a:lnTo>
                      <a:pt x="371" y="406"/>
                    </a:lnTo>
                    <a:lnTo>
                      <a:pt x="355" y="406"/>
                    </a:lnTo>
                    <a:lnTo>
                      <a:pt x="339" y="406"/>
                    </a:lnTo>
                    <a:lnTo>
                      <a:pt x="323" y="406"/>
                    </a:lnTo>
                    <a:lnTo>
                      <a:pt x="307" y="406"/>
                    </a:lnTo>
                    <a:lnTo>
                      <a:pt x="285" y="406"/>
                    </a:lnTo>
                    <a:lnTo>
                      <a:pt x="269" y="406"/>
                    </a:lnTo>
                    <a:lnTo>
                      <a:pt x="253" y="406"/>
                    </a:lnTo>
                    <a:lnTo>
                      <a:pt x="237" y="406"/>
                    </a:lnTo>
                    <a:lnTo>
                      <a:pt x="221" y="406"/>
                    </a:lnTo>
                    <a:lnTo>
                      <a:pt x="204" y="406"/>
                    </a:lnTo>
                    <a:lnTo>
                      <a:pt x="188" y="396"/>
                    </a:lnTo>
                    <a:lnTo>
                      <a:pt x="172" y="391"/>
                    </a:lnTo>
                    <a:lnTo>
                      <a:pt x="156" y="385"/>
                    </a:lnTo>
                    <a:lnTo>
                      <a:pt x="140" y="380"/>
                    </a:lnTo>
                    <a:lnTo>
                      <a:pt x="124" y="375"/>
                    </a:lnTo>
                    <a:lnTo>
                      <a:pt x="108" y="365"/>
                    </a:lnTo>
                    <a:lnTo>
                      <a:pt x="91" y="355"/>
                    </a:lnTo>
                    <a:lnTo>
                      <a:pt x="81" y="339"/>
                    </a:lnTo>
                    <a:lnTo>
                      <a:pt x="65" y="334"/>
                    </a:lnTo>
                    <a:lnTo>
                      <a:pt x="59" y="319"/>
                    </a:lnTo>
                    <a:lnTo>
                      <a:pt x="43" y="303"/>
                    </a:lnTo>
                    <a:lnTo>
                      <a:pt x="38" y="288"/>
                    </a:lnTo>
                    <a:lnTo>
                      <a:pt x="22" y="272"/>
                    </a:lnTo>
                    <a:lnTo>
                      <a:pt x="16" y="252"/>
                    </a:lnTo>
                    <a:lnTo>
                      <a:pt x="5" y="231"/>
                    </a:lnTo>
                    <a:lnTo>
                      <a:pt x="0" y="216"/>
                    </a:lnTo>
                    <a:lnTo>
                      <a:pt x="0" y="200"/>
                    </a:lnTo>
                    <a:lnTo>
                      <a:pt x="0" y="185"/>
                    </a:lnTo>
                    <a:lnTo>
                      <a:pt x="0" y="170"/>
                    </a:lnTo>
                    <a:lnTo>
                      <a:pt x="5" y="149"/>
                    </a:lnTo>
                    <a:lnTo>
                      <a:pt x="11" y="134"/>
                    </a:lnTo>
                    <a:lnTo>
                      <a:pt x="27" y="123"/>
                    </a:lnTo>
                    <a:lnTo>
                      <a:pt x="38" y="108"/>
                    </a:lnTo>
                    <a:lnTo>
                      <a:pt x="54" y="108"/>
                    </a:lnTo>
                    <a:lnTo>
                      <a:pt x="70" y="103"/>
                    </a:lnTo>
                    <a:lnTo>
                      <a:pt x="86" y="98"/>
                    </a:lnTo>
                    <a:lnTo>
                      <a:pt x="102" y="98"/>
                    </a:lnTo>
                    <a:lnTo>
                      <a:pt x="113" y="82"/>
                    </a:lnTo>
                    <a:lnTo>
                      <a:pt x="113" y="67"/>
                    </a:lnTo>
                    <a:lnTo>
                      <a:pt x="129" y="98"/>
                    </a:lnTo>
                  </a:path>
                </a:pathLst>
              </a:custGeom>
              <a:solidFill>
                <a:srgbClr val="EAEAEA"/>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CC"/>
                  </a:solidFill>
                  <a:ea typeface="黑体" panose="02010609060101010101" pitchFamily="49" charset="-122"/>
                </a:endParaRPr>
              </a:p>
            </p:txBody>
          </p:sp>
          <p:sp>
            <p:nvSpPr>
              <p:cNvPr id="1029151" name="Freeform 32"/>
              <p:cNvSpPr>
                <a:spLocks noChangeArrowheads="1"/>
              </p:cNvSpPr>
              <p:nvPr/>
            </p:nvSpPr>
            <p:spPr bwMode="auto">
              <a:xfrm>
                <a:off x="3193" y="270"/>
                <a:ext cx="117" cy="118"/>
              </a:xfrm>
              <a:custGeom>
                <a:avLst/>
                <a:gdLst>
                  <a:gd name="T0" fmla="*/ 5 w 117"/>
                  <a:gd name="T1" fmla="*/ 66 h 118"/>
                  <a:gd name="T2" fmla="*/ 0 w 117"/>
                  <a:gd name="T3" fmla="*/ 51 h 118"/>
                  <a:gd name="T4" fmla="*/ 0 w 117"/>
                  <a:gd name="T5" fmla="*/ 36 h 118"/>
                  <a:gd name="T6" fmla="*/ 16 w 117"/>
                  <a:gd name="T7" fmla="*/ 25 h 118"/>
                  <a:gd name="T8" fmla="*/ 32 w 117"/>
                  <a:gd name="T9" fmla="*/ 15 h 118"/>
                  <a:gd name="T10" fmla="*/ 47 w 117"/>
                  <a:gd name="T11" fmla="*/ 0 h 118"/>
                  <a:gd name="T12" fmla="*/ 63 w 117"/>
                  <a:gd name="T13" fmla="*/ 0 h 118"/>
                  <a:gd name="T14" fmla="*/ 79 w 117"/>
                  <a:gd name="T15" fmla="*/ 0 h 118"/>
                  <a:gd name="T16" fmla="*/ 84 w 117"/>
                  <a:gd name="T17" fmla="*/ 15 h 118"/>
                  <a:gd name="T18" fmla="*/ 95 w 117"/>
                  <a:gd name="T19" fmla="*/ 31 h 118"/>
                  <a:gd name="T20" fmla="*/ 105 w 117"/>
                  <a:gd name="T21" fmla="*/ 46 h 118"/>
                  <a:gd name="T22" fmla="*/ 111 w 117"/>
                  <a:gd name="T23" fmla="*/ 61 h 118"/>
                  <a:gd name="T24" fmla="*/ 116 w 117"/>
                  <a:gd name="T25" fmla="*/ 76 h 118"/>
                  <a:gd name="T26" fmla="*/ 116 w 117"/>
                  <a:gd name="T27" fmla="*/ 92 h 118"/>
                  <a:gd name="T28" fmla="*/ 116 w 117"/>
                  <a:gd name="T29" fmla="*/ 107 h 118"/>
                  <a:gd name="T30" fmla="*/ 100 w 117"/>
                  <a:gd name="T31" fmla="*/ 117 h 118"/>
                  <a:gd name="T32" fmla="*/ 84 w 117"/>
                  <a:gd name="T33" fmla="*/ 117 h 118"/>
                  <a:gd name="T34" fmla="*/ 69 w 117"/>
                  <a:gd name="T35" fmla="*/ 117 h 118"/>
                  <a:gd name="T36" fmla="*/ 53 w 117"/>
                  <a:gd name="T37" fmla="*/ 117 h 118"/>
                  <a:gd name="T38" fmla="*/ 37 w 117"/>
                  <a:gd name="T39" fmla="*/ 112 h 118"/>
                  <a:gd name="T40" fmla="*/ 21 w 117"/>
                  <a:gd name="T41" fmla="*/ 102 h 118"/>
                  <a:gd name="T42" fmla="*/ 11 w 117"/>
                  <a:gd name="T43" fmla="*/ 86 h 118"/>
                  <a:gd name="T44" fmla="*/ 5 w 117"/>
                  <a:gd name="T45" fmla="*/ 71 h 118"/>
                  <a:gd name="T46" fmla="*/ 5 w 117"/>
                  <a:gd name="T47" fmla="*/ 66 h 1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117" h="118">
                    <a:moveTo>
                      <a:pt x="5" y="66"/>
                    </a:moveTo>
                    <a:lnTo>
                      <a:pt x="0" y="51"/>
                    </a:lnTo>
                    <a:lnTo>
                      <a:pt x="0" y="36"/>
                    </a:lnTo>
                    <a:lnTo>
                      <a:pt x="16" y="25"/>
                    </a:lnTo>
                    <a:lnTo>
                      <a:pt x="32" y="15"/>
                    </a:lnTo>
                    <a:lnTo>
                      <a:pt x="47" y="0"/>
                    </a:lnTo>
                    <a:lnTo>
                      <a:pt x="63" y="0"/>
                    </a:lnTo>
                    <a:lnTo>
                      <a:pt x="79" y="0"/>
                    </a:lnTo>
                    <a:lnTo>
                      <a:pt x="84" y="15"/>
                    </a:lnTo>
                    <a:lnTo>
                      <a:pt x="95" y="31"/>
                    </a:lnTo>
                    <a:lnTo>
                      <a:pt x="105" y="46"/>
                    </a:lnTo>
                    <a:lnTo>
                      <a:pt x="111" y="61"/>
                    </a:lnTo>
                    <a:lnTo>
                      <a:pt x="116" y="76"/>
                    </a:lnTo>
                    <a:lnTo>
                      <a:pt x="116" y="92"/>
                    </a:lnTo>
                    <a:lnTo>
                      <a:pt x="116" y="107"/>
                    </a:lnTo>
                    <a:lnTo>
                      <a:pt x="100" y="117"/>
                    </a:lnTo>
                    <a:lnTo>
                      <a:pt x="84" y="117"/>
                    </a:lnTo>
                    <a:lnTo>
                      <a:pt x="69" y="117"/>
                    </a:lnTo>
                    <a:lnTo>
                      <a:pt x="53" y="117"/>
                    </a:lnTo>
                    <a:lnTo>
                      <a:pt x="37" y="112"/>
                    </a:lnTo>
                    <a:lnTo>
                      <a:pt x="21" y="102"/>
                    </a:lnTo>
                    <a:lnTo>
                      <a:pt x="11" y="86"/>
                    </a:lnTo>
                    <a:lnTo>
                      <a:pt x="5" y="71"/>
                    </a:lnTo>
                    <a:lnTo>
                      <a:pt x="5" y="66"/>
                    </a:lnTo>
                  </a:path>
                </a:pathLst>
              </a:custGeom>
              <a:solidFill>
                <a:srgbClr val="EAEAEA"/>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CC"/>
                  </a:solidFill>
                  <a:ea typeface="黑体" panose="02010609060101010101" pitchFamily="49" charset="-122"/>
                </a:endParaRPr>
              </a:p>
            </p:txBody>
          </p:sp>
          <p:sp>
            <p:nvSpPr>
              <p:cNvPr id="1029152" name="Freeform 33"/>
              <p:cNvSpPr>
                <a:spLocks noChangeArrowheads="1"/>
              </p:cNvSpPr>
              <p:nvPr/>
            </p:nvSpPr>
            <p:spPr bwMode="auto">
              <a:xfrm>
                <a:off x="3469" y="239"/>
                <a:ext cx="82" cy="87"/>
              </a:xfrm>
              <a:custGeom>
                <a:avLst/>
                <a:gdLst>
                  <a:gd name="T0" fmla="*/ 0 w 82"/>
                  <a:gd name="T1" fmla="*/ 0 h 87"/>
                  <a:gd name="T2" fmla="*/ 16 w 82"/>
                  <a:gd name="T3" fmla="*/ 10 h 87"/>
                  <a:gd name="T4" fmla="*/ 32 w 82"/>
                  <a:gd name="T5" fmla="*/ 20 h 87"/>
                  <a:gd name="T6" fmla="*/ 49 w 82"/>
                  <a:gd name="T7" fmla="*/ 20 h 87"/>
                  <a:gd name="T8" fmla="*/ 65 w 82"/>
                  <a:gd name="T9" fmla="*/ 30 h 87"/>
                  <a:gd name="T10" fmla="*/ 76 w 82"/>
                  <a:gd name="T11" fmla="*/ 46 h 87"/>
                  <a:gd name="T12" fmla="*/ 81 w 82"/>
                  <a:gd name="T13" fmla="*/ 61 h 87"/>
                  <a:gd name="T14" fmla="*/ 81 w 82"/>
                  <a:gd name="T15" fmla="*/ 76 h 87"/>
                  <a:gd name="T16" fmla="*/ 65 w 82"/>
                  <a:gd name="T17" fmla="*/ 86 h 87"/>
                  <a:gd name="T18" fmla="*/ 49 w 82"/>
                  <a:gd name="T19" fmla="*/ 86 h 87"/>
                  <a:gd name="T20" fmla="*/ 27 w 82"/>
                  <a:gd name="T21" fmla="*/ 81 h 87"/>
                  <a:gd name="T22" fmla="*/ 11 w 82"/>
                  <a:gd name="T23" fmla="*/ 71 h 87"/>
                  <a:gd name="T24" fmla="*/ 5 w 82"/>
                  <a:gd name="T25" fmla="*/ 56 h 87"/>
                  <a:gd name="T26" fmla="*/ 0 w 82"/>
                  <a:gd name="T27" fmla="*/ 40 h 87"/>
                  <a:gd name="T28" fmla="*/ 0 w 82"/>
                  <a:gd name="T29" fmla="*/ 25 h 87"/>
                  <a:gd name="T30" fmla="*/ 11 w 82"/>
                  <a:gd name="T31" fmla="*/ 10 h 87"/>
                  <a:gd name="T32" fmla="*/ 0 w 82"/>
                  <a:gd name="T33" fmla="*/ 0 h 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82" h="87">
                    <a:moveTo>
                      <a:pt x="0" y="0"/>
                    </a:moveTo>
                    <a:lnTo>
                      <a:pt x="16" y="10"/>
                    </a:lnTo>
                    <a:lnTo>
                      <a:pt x="32" y="20"/>
                    </a:lnTo>
                    <a:lnTo>
                      <a:pt x="49" y="20"/>
                    </a:lnTo>
                    <a:lnTo>
                      <a:pt x="65" y="30"/>
                    </a:lnTo>
                    <a:lnTo>
                      <a:pt x="76" y="46"/>
                    </a:lnTo>
                    <a:lnTo>
                      <a:pt x="81" y="61"/>
                    </a:lnTo>
                    <a:lnTo>
                      <a:pt x="81" y="76"/>
                    </a:lnTo>
                    <a:lnTo>
                      <a:pt x="65" y="86"/>
                    </a:lnTo>
                    <a:lnTo>
                      <a:pt x="49" y="86"/>
                    </a:lnTo>
                    <a:lnTo>
                      <a:pt x="27" y="81"/>
                    </a:lnTo>
                    <a:lnTo>
                      <a:pt x="11" y="71"/>
                    </a:lnTo>
                    <a:lnTo>
                      <a:pt x="5" y="56"/>
                    </a:lnTo>
                    <a:lnTo>
                      <a:pt x="0" y="40"/>
                    </a:lnTo>
                    <a:lnTo>
                      <a:pt x="0" y="25"/>
                    </a:lnTo>
                    <a:lnTo>
                      <a:pt x="11" y="10"/>
                    </a:lnTo>
                    <a:lnTo>
                      <a:pt x="0" y="0"/>
                    </a:lnTo>
                  </a:path>
                </a:pathLst>
              </a:custGeom>
              <a:solidFill>
                <a:srgbClr val="EAEAEA"/>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CC"/>
                  </a:solidFill>
                  <a:ea typeface="黑体" panose="02010609060101010101" pitchFamily="49" charset="-122"/>
                </a:endParaRPr>
              </a:p>
            </p:txBody>
          </p:sp>
        </p:grpSp>
        <p:sp>
          <p:nvSpPr>
            <p:cNvPr id="1029153" name="Text Box 34"/>
            <p:cNvSpPr txBox="1">
              <a:spLocks noChangeArrowheads="1"/>
            </p:cNvSpPr>
            <p:nvPr/>
          </p:nvSpPr>
          <p:spPr bwMode="auto">
            <a:xfrm>
              <a:off x="4967" y="1856"/>
              <a:ext cx="342" cy="222"/>
            </a:xfrm>
            <a:prstGeom prst="rect">
              <a:avLst/>
            </a:prstGeom>
            <a:solidFill>
              <a:srgbClr val="EAEAEA"/>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zh-CN" altLang="en-US" sz="2000" b="1">
                  <a:solidFill>
                    <a:srgbClr val="0000CC"/>
                  </a:solidFill>
                  <a:ea typeface="黑体" panose="02010609060101010101" pitchFamily="49" charset="-122"/>
                </a:rPr>
                <a:t>网 </a:t>
              </a:r>
              <a:r>
                <a:rPr lang="en-US" altLang="zh-CN" sz="2000" b="1">
                  <a:solidFill>
                    <a:srgbClr val="0000CC"/>
                  </a:solidFill>
                  <a:ea typeface="黑体" panose="02010609060101010101" pitchFamily="49" charset="-122"/>
                </a:rPr>
                <a:t>3</a:t>
              </a:r>
            </a:p>
          </p:txBody>
        </p:sp>
      </p:grpSp>
      <p:grpSp>
        <p:nvGrpSpPr>
          <p:cNvPr id="1029154" name="Group 35"/>
          <p:cNvGrpSpPr>
            <a:grpSpLocks/>
          </p:cNvGrpSpPr>
          <p:nvPr/>
        </p:nvGrpSpPr>
        <p:grpSpPr bwMode="auto">
          <a:xfrm>
            <a:off x="4532313" y="631825"/>
            <a:ext cx="1276350" cy="858838"/>
            <a:chOff x="4830" y="1752"/>
            <a:chExt cx="667" cy="477"/>
          </a:xfrm>
        </p:grpSpPr>
        <p:grpSp>
          <p:nvGrpSpPr>
            <p:cNvPr id="1029155" name="Group 36"/>
            <p:cNvGrpSpPr>
              <a:grpSpLocks/>
            </p:cNvGrpSpPr>
            <p:nvPr/>
          </p:nvGrpSpPr>
          <p:grpSpPr bwMode="auto">
            <a:xfrm>
              <a:off x="4830" y="1752"/>
              <a:ext cx="667" cy="477"/>
              <a:chOff x="2949" y="196"/>
              <a:chExt cx="941" cy="598"/>
            </a:xfrm>
          </p:grpSpPr>
          <p:sp>
            <p:nvSpPr>
              <p:cNvPr id="1029156" name="Oval 37"/>
              <p:cNvSpPr>
                <a:spLocks noChangeArrowheads="1"/>
              </p:cNvSpPr>
              <p:nvPr/>
            </p:nvSpPr>
            <p:spPr bwMode="auto">
              <a:xfrm>
                <a:off x="3168" y="196"/>
                <a:ext cx="407" cy="162"/>
              </a:xfrm>
              <a:prstGeom prst="ellipse">
                <a:avLst/>
              </a:prstGeom>
              <a:solidFill>
                <a:srgbClr val="EAEAEA"/>
              </a:solidFill>
              <a:ln w="12700">
                <a:solidFill>
                  <a:schemeClr val="tx1"/>
                </a:solidFill>
                <a:round/>
                <a:headEnd/>
                <a:tailEnd/>
              </a:ln>
            </p:spPr>
            <p:txBody>
              <a:bodyPr wrap="none" anchor="ctr"/>
              <a:lstStyle/>
              <a:p>
                <a:pPr eaLnBrk="0" hangingPunct="0"/>
                <a:endParaRPr lang="zh-CN" altLang="en-US" b="1">
                  <a:solidFill>
                    <a:srgbClr val="0000CC"/>
                  </a:solidFill>
                  <a:ea typeface="黑体" panose="02010609060101010101" pitchFamily="49" charset="-122"/>
                </a:endParaRPr>
              </a:p>
            </p:txBody>
          </p:sp>
          <p:sp>
            <p:nvSpPr>
              <p:cNvPr id="1029157" name="Oval 38"/>
              <p:cNvSpPr>
                <a:spLocks noChangeArrowheads="1"/>
              </p:cNvSpPr>
              <p:nvPr/>
            </p:nvSpPr>
            <p:spPr bwMode="auto">
              <a:xfrm rot="900000">
                <a:off x="3512" y="252"/>
                <a:ext cx="275" cy="131"/>
              </a:xfrm>
              <a:prstGeom prst="ellipse">
                <a:avLst/>
              </a:prstGeom>
              <a:solidFill>
                <a:srgbClr val="EAEAEA"/>
              </a:solidFill>
              <a:ln w="12700">
                <a:solidFill>
                  <a:schemeClr val="tx1"/>
                </a:solidFill>
                <a:round/>
                <a:headEnd/>
                <a:tailEnd/>
              </a:ln>
            </p:spPr>
            <p:txBody>
              <a:bodyPr wrap="none" anchor="ctr"/>
              <a:lstStyle/>
              <a:p>
                <a:pPr eaLnBrk="0" hangingPunct="0"/>
                <a:endParaRPr lang="zh-CN" altLang="en-US" b="1">
                  <a:solidFill>
                    <a:srgbClr val="0000CC"/>
                  </a:solidFill>
                  <a:ea typeface="黑体" panose="02010609060101010101" pitchFamily="49" charset="-122"/>
                </a:endParaRPr>
              </a:p>
            </p:txBody>
          </p:sp>
          <p:sp>
            <p:nvSpPr>
              <p:cNvPr id="1029158" name="Oval 39"/>
              <p:cNvSpPr>
                <a:spLocks noChangeArrowheads="1"/>
              </p:cNvSpPr>
              <p:nvPr/>
            </p:nvSpPr>
            <p:spPr bwMode="auto">
              <a:xfrm rot="1500000">
                <a:off x="3650" y="385"/>
                <a:ext cx="240" cy="153"/>
              </a:xfrm>
              <a:prstGeom prst="ellipse">
                <a:avLst/>
              </a:prstGeom>
              <a:solidFill>
                <a:srgbClr val="EAEAEA"/>
              </a:solidFill>
              <a:ln w="12700">
                <a:solidFill>
                  <a:schemeClr val="tx1"/>
                </a:solidFill>
                <a:round/>
                <a:headEnd/>
                <a:tailEnd/>
              </a:ln>
            </p:spPr>
            <p:txBody>
              <a:bodyPr wrap="none" anchor="ctr"/>
              <a:lstStyle/>
              <a:p>
                <a:pPr eaLnBrk="0" hangingPunct="0"/>
                <a:endParaRPr lang="zh-CN" altLang="en-US" b="1">
                  <a:solidFill>
                    <a:srgbClr val="0000CC"/>
                  </a:solidFill>
                  <a:ea typeface="黑体" panose="02010609060101010101" pitchFamily="49" charset="-122"/>
                </a:endParaRPr>
              </a:p>
            </p:txBody>
          </p:sp>
          <p:sp>
            <p:nvSpPr>
              <p:cNvPr id="1029159" name="Oval 40"/>
              <p:cNvSpPr>
                <a:spLocks noChangeArrowheads="1"/>
              </p:cNvSpPr>
              <p:nvPr/>
            </p:nvSpPr>
            <p:spPr bwMode="auto">
              <a:xfrm rot="-1560000">
                <a:off x="3573" y="537"/>
                <a:ext cx="291" cy="189"/>
              </a:xfrm>
              <a:prstGeom prst="ellipse">
                <a:avLst/>
              </a:prstGeom>
              <a:solidFill>
                <a:srgbClr val="EAEAEA"/>
              </a:solidFill>
              <a:ln w="12700">
                <a:solidFill>
                  <a:schemeClr val="tx1"/>
                </a:solidFill>
                <a:round/>
                <a:headEnd/>
                <a:tailEnd/>
              </a:ln>
            </p:spPr>
            <p:txBody>
              <a:bodyPr wrap="none" anchor="ctr"/>
              <a:lstStyle/>
              <a:p>
                <a:pPr eaLnBrk="0" hangingPunct="0"/>
                <a:endParaRPr lang="zh-CN" altLang="en-US" b="1">
                  <a:solidFill>
                    <a:srgbClr val="0000CC"/>
                  </a:solidFill>
                  <a:ea typeface="黑体" panose="02010609060101010101" pitchFamily="49" charset="-122"/>
                </a:endParaRPr>
              </a:p>
            </p:txBody>
          </p:sp>
          <p:sp>
            <p:nvSpPr>
              <p:cNvPr id="1029160" name="Oval 41"/>
              <p:cNvSpPr>
                <a:spLocks noChangeArrowheads="1"/>
              </p:cNvSpPr>
              <p:nvPr/>
            </p:nvSpPr>
            <p:spPr bwMode="auto">
              <a:xfrm>
                <a:off x="3216" y="555"/>
                <a:ext cx="471" cy="239"/>
              </a:xfrm>
              <a:prstGeom prst="ellipse">
                <a:avLst/>
              </a:prstGeom>
              <a:solidFill>
                <a:srgbClr val="EAEAEA"/>
              </a:solidFill>
              <a:ln w="12700">
                <a:solidFill>
                  <a:schemeClr val="tx1"/>
                </a:solidFill>
                <a:round/>
                <a:headEnd/>
                <a:tailEnd/>
              </a:ln>
            </p:spPr>
            <p:txBody>
              <a:bodyPr wrap="none" anchor="ctr"/>
              <a:lstStyle/>
              <a:p>
                <a:pPr eaLnBrk="0" hangingPunct="0"/>
                <a:endParaRPr lang="zh-CN" altLang="en-US" b="1">
                  <a:solidFill>
                    <a:srgbClr val="0000CC"/>
                  </a:solidFill>
                  <a:ea typeface="黑体" panose="02010609060101010101" pitchFamily="49" charset="-122"/>
                </a:endParaRPr>
              </a:p>
            </p:txBody>
          </p:sp>
          <p:sp>
            <p:nvSpPr>
              <p:cNvPr id="1029161" name="Oval 42"/>
              <p:cNvSpPr>
                <a:spLocks noChangeArrowheads="1"/>
              </p:cNvSpPr>
              <p:nvPr/>
            </p:nvSpPr>
            <p:spPr bwMode="auto">
              <a:xfrm rot="1080000">
                <a:off x="3023" y="555"/>
                <a:ext cx="265" cy="156"/>
              </a:xfrm>
              <a:prstGeom prst="ellipse">
                <a:avLst/>
              </a:prstGeom>
              <a:solidFill>
                <a:srgbClr val="EAEAEA"/>
              </a:solidFill>
              <a:ln w="12700">
                <a:solidFill>
                  <a:schemeClr val="tx1"/>
                </a:solidFill>
                <a:round/>
                <a:headEnd/>
                <a:tailEnd/>
              </a:ln>
            </p:spPr>
            <p:txBody>
              <a:bodyPr wrap="none" anchor="ctr"/>
              <a:lstStyle/>
              <a:p>
                <a:pPr eaLnBrk="0" hangingPunct="0"/>
                <a:endParaRPr lang="zh-CN" altLang="en-US" b="1">
                  <a:solidFill>
                    <a:srgbClr val="0000CC"/>
                  </a:solidFill>
                  <a:ea typeface="黑体" panose="02010609060101010101" pitchFamily="49" charset="-122"/>
                </a:endParaRPr>
              </a:p>
            </p:txBody>
          </p:sp>
          <p:sp>
            <p:nvSpPr>
              <p:cNvPr id="1029162" name="Oval 43"/>
              <p:cNvSpPr>
                <a:spLocks noChangeArrowheads="1"/>
              </p:cNvSpPr>
              <p:nvPr/>
            </p:nvSpPr>
            <p:spPr bwMode="auto">
              <a:xfrm>
                <a:off x="2949" y="432"/>
                <a:ext cx="217" cy="156"/>
              </a:xfrm>
              <a:prstGeom prst="ellipse">
                <a:avLst/>
              </a:prstGeom>
              <a:solidFill>
                <a:srgbClr val="EAEAEA"/>
              </a:solidFill>
              <a:ln w="12700">
                <a:solidFill>
                  <a:schemeClr val="tx1"/>
                </a:solidFill>
                <a:round/>
                <a:headEnd/>
                <a:tailEnd/>
              </a:ln>
            </p:spPr>
            <p:txBody>
              <a:bodyPr wrap="none" anchor="ctr"/>
              <a:lstStyle/>
              <a:p>
                <a:pPr eaLnBrk="0" hangingPunct="0"/>
                <a:endParaRPr lang="zh-CN" altLang="en-US" b="1">
                  <a:solidFill>
                    <a:srgbClr val="0000CC"/>
                  </a:solidFill>
                  <a:ea typeface="黑体" panose="02010609060101010101" pitchFamily="49" charset="-122"/>
                </a:endParaRPr>
              </a:p>
            </p:txBody>
          </p:sp>
          <p:sp>
            <p:nvSpPr>
              <p:cNvPr id="1029163" name="Oval 44"/>
              <p:cNvSpPr>
                <a:spLocks noChangeArrowheads="1"/>
              </p:cNvSpPr>
              <p:nvPr/>
            </p:nvSpPr>
            <p:spPr bwMode="auto">
              <a:xfrm rot="-1860000">
                <a:off x="2984" y="310"/>
                <a:ext cx="295" cy="156"/>
              </a:xfrm>
              <a:prstGeom prst="ellipse">
                <a:avLst/>
              </a:prstGeom>
              <a:solidFill>
                <a:srgbClr val="EAEAEA"/>
              </a:solidFill>
              <a:ln w="12700">
                <a:solidFill>
                  <a:schemeClr val="tx1"/>
                </a:solidFill>
                <a:round/>
                <a:headEnd/>
                <a:tailEnd/>
              </a:ln>
            </p:spPr>
            <p:txBody>
              <a:bodyPr wrap="none" anchor="ctr"/>
              <a:lstStyle/>
              <a:p>
                <a:pPr eaLnBrk="0" hangingPunct="0"/>
                <a:endParaRPr lang="zh-CN" altLang="en-US" b="1">
                  <a:solidFill>
                    <a:srgbClr val="0000CC"/>
                  </a:solidFill>
                  <a:ea typeface="黑体" panose="02010609060101010101" pitchFamily="49" charset="-122"/>
                </a:endParaRPr>
              </a:p>
            </p:txBody>
          </p:sp>
          <p:sp>
            <p:nvSpPr>
              <p:cNvPr id="1029164" name="Freeform 45"/>
              <p:cNvSpPr>
                <a:spLocks noChangeArrowheads="1"/>
              </p:cNvSpPr>
              <p:nvPr/>
            </p:nvSpPr>
            <p:spPr bwMode="auto">
              <a:xfrm>
                <a:off x="3051" y="300"/>
                <a:ext cx="738" cy="407"/>
              </a:xfrm>
              <a:custGeom>
                <a:avLst/>
                <a:gdLst>
                  <a:gd name="T0" fmla="*/ 108 w 738"/>
                  <a:gd name="T1" fmla="*/ 82 h 407"/>
                  <a:gd name="T2" fmla="*/ 145 w 738"/>
                  <a:gd name="T3" fmla="*/ 77 h 407"/>
                  <a:gd name="T4" fmla="*/ 183 w 738"/>
                  <a:gd name="T5" fmla="*/ 72 h 407"/>
                  <a:gd name="T6" fmla="*/ 215 w 738"/>
                  <a:gd name="T7" fmla="*/ 67 h 407"/>
                  <a:gd name="T8" fmla="*/ 237 w 738"/>
                  <a:gd name="T9" fmla="*/ 46 h 407"/>
                  <a:gd name="T10" fmla="*/ 204 w 738"/>
                  <a:gd name="T11" fmla="*/ 41 h 407"/>
                  <a:gd name="T12" fmla="*/ 172 w 738"/>
                  <a:gd name="T13" fmla="*/ 46 h 407"/>
                  <a:gd name="T14" fmla="*/ 156 w 738"/>
                  <a:gd name="T15" fmla="*/ 46 h 407"/>
                  <a:gd name="T16" fmla="*/ 188 w 738"/>
                  <a:gd name="T17" fmla="*/ 26 h 407"/>
                  <a:gd name="T18" fmla="*/ 226 w 738"/>
                  <a:gd name="T19" fmla="*/ 15 h 407"/>
                  <a:gd name="T20" fmla="*/ 258 w 738"/>
                  <a:gd name="T21" fmla="*/ 10 h 407"/>
                  <a:gd name="T22" fmla="*/ 290 w 738"/>
                  <a:gd name="T23" fmla="*/ 5 h 407"/>
                  <a:gd name="T24" fmla="*/ 323 w 738"/>
                  <a:gd name="T25" fmla="*/ 0 h 407"/>
                  <a:gd name="T26" fmla="*/ 355 w 738"/>
                  <a:gd name="T27" fmla="*/ 0 h 407"/>
                  <a:gd name="T28" fmla="*/ 387 w 738"/>
                  <a:gd name="T29" fmla="*/ 0 h 407"/>
                  <a:gd name="T30" fmla="*/ 463 w 738"/>
                  <a:gd name="T31" fmla="*/ 0 h 407"/>
                  <a:gd name="T32" fmla="*/ 506 w 738"/>
                  <a:gd name="T33" fmla="*/ 0 h 407"/>
                  <a:gd name="T34" fmla="*/ 543 w 738"/>
                  <a:gd name="T35" fmla="*/ 15 h 407"/>
                  <a:gd name="T36" fmla="*/ 570 w 738"/>
                  <a:gd name="T37" fmla="*/ 36 h 407"/>
                  <a:gd name="T38" fmla="*/ 603 w 738"/>
                  <a:gd name="T39" fmla="*/ 51 h 407"/>
                  <a:gd name="T40" fmla="*/ 635 w 738"/>
                  <a:gd name="T41" fmla="*/ 57 h 407"/>
                  <a:gd name="T42" fmla="*/ 667 w 738"/>
                  <a:gd name="T43" fmla="*/ 77 h 407"/>
                  <a:gd name="T44" fmla="*/ 694 w 738"/>
                  <a:gd name="T45" fmla="*/ 98 h 407"/>
                  <a:gd name="T46" fmla="*/ 715 w 738"/>
                  <a:gd name="T47" fmla="*/ 128 h 407"/>
                  <a:gd name="T48" fmla="*/ 721 w 738"/>
                  <a:gd name="T49" fmla="*/ 164 h 407"/>
                  <a:gd name="T50" fmla="*/ 726 w 738"/>
                  <a:gd name="T51" fmla="*/ 195 h 407"/>
                  <a:gd name="T52" fmla="*/ 726 w 738"/>
                  <a:gd name="T53" fmla="*/ 226 h 407"/>
                  <a:gd name="T54" fmla="*/ 726 w 738"/>
                  <a:gd name="T55" fmla="*/ 257 h 407"/>
                  <a:gd name="T56" fmla="*/ 737 w 738"/>
                  <a:gd name="T57" fmla="*/ 288 h 407"/>
                  <a:gd name="T58" fmla="*/ 737 w 738"/>
                  <a:gd name="T59" fmla="*/ 319 h 407"/>
                  <a:gd name="T60" fmla="*/ 715 w 738"/>
                  <a:gd name="T61" fmla="*/ 349 h 407"/>
                  <a:gd name="T62" fmla="*/ 678 w 738"/>
                  <a:gd name="T63" fmla="*/ 365 h 407"/>
                  <a:gd name="T64" fmla="*/ 646 w 738"/>
                  <a:gd name="T65" fmla="*/ 380 h 407"/>
                  <a:gd name="T66" fmla="*/ 613 w 738"/>
                  <a:gd name="T67" fmla="*/ 396 h 407"/>
                  <a:gd name="T68" fmla="*/ 581 w 738"/>
                  <a:gd name="T69" fmla="*/ 401 h 407"/>
                  <a:gd name="T70" fmla="*/ 538 w 738"/>
                  <a:gd name="T71" fmla="*/ 406 h 407"/>
                  <a:gd name="T72" fmla="*/ 500 w 738"/>
                  <a:gd name="T73" fmla="*/ 406 h 407"/>
                  <a:gd name="T74" fmla="*/ 468 w 738"/>
                  <a:gd name="T75" fmla="*/ 406 h 407"/>
                  <a:gd name="T76" fmla="*/ 436 w 738"/>
                  <a:gd name="T77" fmla="*/ 406 h 407"/>
                  <a:gd name="T78" fmla="*/ 403 w 738"/>
                  <a:gd name="T79" fmla="*/ 406 h 407"/>
                  <a:gd name="T80" fmla="*/ 371 w 738"/>
                  <a:gd name="T81" fmla="*/ 406 h 407"/>
                  <a:gd name="T82" fmla="*/ 339 w 738"/>
                  <a:gd name="T83" fmla="*/ 406 h 407"/>
                  <a:gd name="T84" fmla="*/ 307 w 738"/>
                  <a:gd name="T85" fmla="*/ 406 h 407"/>
                  <a:gd name="T86" fmla="*/ 269 w 738"/>
                  <a:gd name="T87" fmla="*/ 406 h 407"/>
                  <a:gd name="T88" fmla="*/ 237 w 738"/>
                  <a:gd name="T89" fmla="*/ 406 h 407"/>
                  <a:gd name="T90" fmla="*/ 204 w 738"/>
                  <a:gd name="T91" fmla="*/ 406 h 407"/>
                  <a:gd name="T92" fmla="*/ 172 w 738"/>
                  <a:gd name="T93" fmla="*/ 391 h 407"/>
                  <a:gd name="T94" fmla="*/ 140 w 738"/>
                  <a:gd name="T95" fmla="*/ 380 h 407"/>
                  <a:gd name="T96" fmla="*/ 108 w 738"/>
                  <a:gd name="T97" fmla="*/ 365 h 407"/>
                  <a:gd name="T98" fmla="*/ 81 w 738"/>
                  <a:gd name="T99" fmla="*/ 339 h 407"/>
                  <a:gd name="T100" fmla="*/ 59 w 738"/>
                  <a:gd name="T101" fmla="*/ 319 h 407"/>
                  <a:gd name="T102" fmla="*/ 38 w 738"/>
                  <a:gd name="T103" fmla="*/ 288 h 407"/>
                  <a:gd name="T104" fmla="*/ 16 w 738"/>
                  <a:gd name="T105" fmla="*/ 252 h 407"/>
                  <a:gd name="T106" fmla="*/ 0 w 738"/>
                  <a:gd name="T107" fmla="*/ 216 h 407"/>
                  <a:gd name="T108" fmla="*/ 0 w 738"/>
                  <a:gd name="T109" fmla="*/ 185 h 407"/>
                  <a:gd name="T110" fmla="*/ 5 w 738"/>
                  <a:gd name="T111" fmla="*/ 149 h 407"/>
                  <a:gd name="T112" fmla="*/ 27 w 738"/>
                  <a:gd name="T113" fmla="*/ 123 h 407"/>
                  <a:gd name="T114" fmla="*/ 54 w 738"/>
                  <a:gd name="T115" fmla="*/ 108 h 407"/>
                  <a:gd name="T116" fmla="*/ 86 w 738"/>
                  <a:gd name="T117" fmla="*/ 98 h 407"/>
                  <a:gd name="T118" fmla="*/ 113 w 738"/>
                  <a:gd name="T119" fmla="*/ 82 h 407"/>
                  <a:gd name="T120" fmla="*/ 129 w 738"/>
                  <a:gd name="T121" fmla="*/ 98 h 40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Lst>
                <a:rect l="0" t="0" r="r" b="b"/>
                <a:pathLst>
                  <a:path w="738" h="407">
                    <a:moveTo>
                      <a:pt x="91" y="82"/>
                    </a:moveTo>
                    <a:lnTo>
                      <a:pt x="108" y="82"/>
                    </a:lnTo>
                    <a:lnTo>
                      <a:pt x="124" y="82"/>
                    </a:lnTo>
                    <a:lnTo>
                      <a:pt x="145" y="77"/>
                    </a:lnTo>
                    <a:lnTo>
                      <a:pt x="161" y="77"/>
                    </a:lnTo>
                    <a:lnTo>
                      <a:pt x="183" y="72"/>
                    </a:lnTo>
                    <a:lnTo>
                      <a:pt x="199" y="72"/>
                    </a:lnTo>
                    <a:lnTo>
                      <a:pt x="215" y="67"/>
                    </a:lnTo>
                    <a:lnTo>
                      <a:pt x="231" y="62"/>
                    </a:lnTo>
                    <a:lnTo>
                      <a:pt x="237" y="46"/>
                    </a:lnTo>
                    <a:lnTo>
                      <a:pt x="221" y="41"/>
                    </a:lnTo>
                    <a:lnTo>
                      <a:pt x="204" y="41"/>
                    </a:lnTo>
                    <a:lnTo>
                      <a:pt x="188" y="46"/>
                    </a:lnTo>
                    <a:lnTo>
                      <a:pt x="172" y="46"/>
                    </a:lnTo>
                    <a:lnTo>
                      <a:pt x="156" y="62"/>
                    </a:lnTo>
                    <a:lnTo>
                      <a:pt x="156" y="46"/>
                    </a:lnTo>
                    <a:lnTo>
                      <a:pt x="172" y="36"/>
                    </a:lnTo>
                    <a:lnTo>
                      <a:pt x="188" y="26"/>
                    </a:lnTo>
                    <a:lnTo>
                      <a:pt x="210" y="21"/>
                    </a:lnTo>
                    <a:lnTo>
                      <a:pt x="226" y="15"/>
                    </a:lnTo>
                    <a:lnTo>
                      <a:pt x="242" y="15"/>
                    </a:lnTo>
                    <a:lnTo>
                      <a:pt x="258" y="10"/>
                    </a:lnTo>
                    <a:lnTo>
                      <a:pt x="274" y="10"/>
                    </a:lnTo>
                    <a:lnTo>
                      <a:pt x="290" y="5"/>
                    </a:lnTo>
                    <a:lnTo>
                      <a:pt x="307" y="5"/>
                    </a:lnTo>
                    <a:lnTo>
                      <a:pt x="323" y="0"/>
                    </a:lnTo>
                    <a:lnTo>
                      <a:pt x="339" y="0"/>
                    </a:lnTo>
                    <a:lnTo>
                      <a:pt x="355" y="0"/>
                    </a:lnTo>
                    <a:lnTo>
                      <a:pt x="371" y="0"/>
                    </a:lnTo>
                    <a:lnTo>
                      <a:pt x="387" y="0"/>
                    </a:lnTo>
                    <a:lnTo>
                      <a:pt x="420" y="0"/>
                    </a:lnTo>
                    <a:lnTo>
                      <a:pt x="463" y="0"/>
                    </a:lnTo>
                    <a:lnTo>
                      <a:pt x="484" y="0"/>
                    </a:lnTo>
                    <a:lnTo>
                      <a:pt x="506" y="0"/>
                    </a:lnTo>
                    <a:lnTo>
                      <a:pt x="527" y="5"/>
                    </a:lnTo>
                    <a:lnTo>
                      <a:pt x="543" y="15"/>
                    </a:lnTo>
                    <a:lnTo>
                      <a:pt x="554" y="31"/>
                    </a:lnTo>
                    <a:lnTo>
                      <a:pt x="570" y="36"/>
                    </a:lnTo>
                    <a:lnTo>
                      <a:pt x="586" y="46"/>
                    </a:lnTo>
                    <a:lnTo>
                      <a:pt x="603" y="51"/>
                    </a:lnTo>
                    <a:lnTo>
                      <a:pt x="619" y="51"/>
                    </a:lnTo>
                    <a:lnTo>
                      <a:pt x="635" y="57"/>
                    </a:lnTo>
                    <a:lnTo>
                      <a:pt x="651" y="67"/>
                    </a:lnTo>
                    <a:lnTo>
                      <a:pt x="667" y="77"/>
                    </a:lnTo>
                    <a:lnTo>
                      <a:pt x="678" y="93"/>
                    </a:lnTo>
                    <a:lnTo>
                      <a:pt x="694" y="98"/>
                    </a:lnTo>
                    <a:lnTo>
                      <a:pt x="699" y="113"/>
                    </a:lnTo>
                    <a:lnTo>
                      <a:pt x="715" y="128"/>
                    </a:lnTo>
                    <a:lnTo>
                      <a:pt x="721" y="149"/>
                    </a:lnTo>
                    <a:lnTo>
                      <a:pt x="721" y="164"/>
                    </a:lnTo>
                    <a:lnTo>
                      <a:pt x="726" y="180"/>
                    </a:lnTo>
                    <a:lnTo>
                      <a:pt x="726" y="195"/>
                    </a:lnTo>
                    <a:lnTo>
                      <a:pt x="726" y="211"/>
                    </a:lnTo>
                    <a:lnTo>
                      <a:pt x="726" y="226"/>
                    </a:lnTo>
                    <a:lnTo>
                      <a:pt x="726" y="242"/>
                    </a:lnTo>
                    <a:lnTo>
                      <a:pt x="726" y="257"/>
                    </a:lnTo>
                    <a:lnTo>
                      <a:pt x="737" y="272"/>
                    </a:lnTo>
                    <a:lnTo>
                      <a:pt x="737" y="288"/>
                    </a:lnTo>
                    <a:lnTo>
                      <a:pt x="737" y="303"/>
                    </a:lnTo>
                    <a:lnTo>
                      <a:pt x="737" y="319"/>
                    </a:lnTo>
                    <a:lnTo>
                      <a:pt x="732" y="334"/>
                    </a:lnTo>
                    <a:lnTo>
                      <a:pt x="715" y="349"/>
                    </a:lnTo>
                    <a:lnTo>
                      <a:pt x="694" y="360"/>
                    </a:lnTo>
                    <a:lnTo>
                      <a:pt x="678" y="365"/>
                    </a:lnTo>
                    <a:lnTo>
                      <a:pt x="662" y="375"/>
                    </a:lnTo>
                    <a:lnTo>
                      <a:pt x="646" y="380"/>
                    </a:lnTo>
                    <a:lnTo>
                      <a:pt x="629" y="385"/>
                    </a:lnTo>
                    <a:lnTo>
                      <a:pt x="613" y="396"/>
                    </a:lnTo>
                    <a:lnTo>
                      <a:pt x="597" y="401"/>
                    </a:lnTo>
                    <a:lnTo>
                      <a:pt x="581" y="401"/>
                    </a:lnTo>
                    <a:lnTo>
                      <a:pt x="559" y="406"/>
                    </a:lnTo>
                    <a:lnTo>
                      <a:pt x="538" y="406"/>
                    </a:lnTo>
                    <a:lnTo>
                      <a:pt x="522" y="406"/>
                    </a:lnTo>
                    <a:lnTo>
                      <a:pt x="500" y="406"/>
                    </a:lnTo>
                    <a:lnTo>
                      <a:pt x="484" y="406"/>
                    </a:lnTo>
                    <a:lnTo>
                      <a:pt x="468" y="406"/>
                    </a:lnTo>
                    <a:lnTo>
                      <a:pt x="452" y="406"/>
                    </a:lnTo>
                    <a:lnTo>
                      <a:pt x="436" y="406"/>
                    </a:lnTo>
                    <a:lnTo>
                      <a:pt x="420" y="406"/>
                    </a:lnTo>
                    <a:lnTo>
                      <a:pt x="403" y="406"/>
                    </a:lnTo>
                    <a:lnTo>
                      <a:pt x="387" y="406"/>
                    </a:lnTo>
                    <a:lnTo>
                      <a:pt x="371" y="406"/>
                    </a:lnTo>
                    <a:lnTo>
                      <a:pt x="355" y="406"/>
                    </a:lnTo>
                    <a:lnTo>
                      <a:pt x="339" y="406"/>
                    </a:lnTo>
                    <a:lnTo>
                      <a:pt x="323" y="406"/>
                    </a:lnTo>
                    <a:lnTo>
                      <a:pt x="307" y="406"/>
                    </a:lnTo>
                    <a:lnTo>
                      <a:pt x="285" y="406"/>
                    </a:lnTo>
                    <a:lnTo>
                      <a:pt x="269" y="406"/>
                    </a:lnTo>
                    <a:lnTo>
                      <a:pt x="253" y="406"/>
                    </a:lnTo>
                    <a:lnTo>
                      <a:pt x="237" y="406"/>
                    </a:lnTo>
                    <a:lnTo>
                      <a:pt x="221" y="406"/>
                    </a:lnTo>
                    <a:lnTo>
                      <a:pt x="204" y="406"/>
                    </a:lnTo>
                    <a:lnTo>
                      <a:pt x="188" y="396"/>
                    </a:lnTo>
                    <a:lnTo>
                      <a:pt x="172" y="391"/>
                    </a:lnTo>
                    <a:lnTo>
                      <a:pt x="156" y="385"/>
                    </a:lnTo>
                    <a:lnTo>
                      <a:pt x="140" y="380"/>
                    </a:lnTo>
                    <a:lnTo>
                      <a:pt x="124" y="375"/>
                    </a:lnTo>
                    <a:lnTo>
                      <a:pt x="108" y="365"/>
                    </a:lnTo>
                    <a:lnTo>
                      <a:pt x="91" y="355"/>
                    </a:lnTo>
                    <a:lnTo>
                      <a:pt x="81" y="339"/>
                    </a:lnTo>
                    <a:lnTo>
                      <a:pt x="65" y="334"/>
                    </a:lnTo>
                    <a:lnTo>
                      <a:pt x="59" y="319"/>
                    </a:lnTo>
                    <a:lnTo>
                      <a:pt x="43" y="303"/>
                    </a:lnTo>
                    <a:lnTo>
                      <a:pt x="38" y="288"/>
                    </a:lnTo>
                    <a:lnTo>
                      <a:pt x="22" y="272"/>
                    </a:lnTo>
                    <a:lnTo>
                      <a:pt x="16" y="252"/>
                    </a:lnTo>
                    <a:lnTo>
                      <a:pt x="5" y="231"/>
                    </a:lnTo>
                    <a:lnTo>
                      <a:pt x="0" y="216"/>
                    </a:lnTo>
                    <a:lnTo>
                      <a:pt x="0" y="200"/>
                    </a:lnTo>
                    <a:lnTo>
                      <a:pt x="0" y="185"/>
                    </a:lnTo>
                    <a:lnTo>
                      <a:pt x="0" y="170"/>
                    </a:lnTo>
                    <a:lnTo>
                      <a:pt x="5" y="149"/>
                    </a:lnTo>
                    <a:lnTo>
                      <a:pt x="11" y="134"/>
                    </a:lnTo>
                    <a:lnTo>
                      <a:pt x="27" y="123"/>
                    </a:lnTo>
                    <a:lnTo>
                      <a:pt x="38" y="108"/>
                    </a:lnTo>
                    <a:lnTo>
                      <a:pt x="54" y="108"/>
                    </a:lnTo>
                    <a:lnTo>
                      <a:pt x="70" y="103"/>
                    </a:lnTo>
                    <a:lnTo>
                      <a:pt x="86" y="98"/>
                    </a:lnTo>
                    <a:lnTo>
                      <a:pt x="102" y="98"/>
                    </a:lnTo>
                    <a:lnTo>
                      <a:pt x="113" y="82"/>
                    </a:lnTo>
                    <a:lnTo>
                      <a:pt x="113" y="67"/>
                    </a:lnTo>
                    <a:lnTo>
                      <a:pt x="129" y="98"/>
                    </a:lnTo>
                  </a:path>
                </a:pathLst>
              </a:custGeom>
              <a:solidFill>
                <a:srgbClr val="EAEAEA"/>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CC"/>
                  </a:solidFill>
                  <a:ea typeface="黑体" panose="02010609060101010101" pitchFamily="49" charset="-122"/>
                </a:endParaRPr>
              </a:p>
            </p:txBody>
          </p:sp>
          <p:sp>
            <p:nvSpPr>
              <p:cNvPr id="1029165" name="Freeform 46"/>
              <p:cNvSpPr>
                <a:spLocks noChangeArrowheads="1"/>
              </p:cNvSpPr>
              <p:nvPr/>
            </p:nvSpPr>
            <p:spPr bwMode="auto">
              <a:xfrm>
                <a:off x="3193" y="270"/>
                <a:ext cx="117" cy="118"/>
              </a:xfrm>
              <a:custGeom>
                <a:avLst/>
                <a:gdLst>
                  <a:gd name="T0" fmla="*/ 5 w 117"/>
                  <a:gd name="T1" fmla="*/ 66 h 118"/>
                  <a:gd name="T2" fmla="*/ 0 w 117"/>
                  <a:gd name="T3" fmla="*/ 51 h 118"/>
                  <a:gd name="T4" fmla="*/ 0 w 117"/>
                  <a:gd name="T5" fmla="*/ 36 h 118"/>
                  <a:gd name="T6" fmla="*/ 16 w 117"/>
                  <a:gd name="T7" fmla="*/ 25 h 118"/>
                  <a:gd name="T8" fmla="*/ 32 w 117"/>
                  <a:gd name="T9" fmla="*/ 15 h 118"/>
                  <a:gd name="T10" fmla="*/ 47 w 117"/>
                  <a:gd name="T11" fmla="*/ 0 h 118"/>
                  <a:gd name="T12" fmla="*/ 63 w 117"/>
                  <a:gd name="T13" fmla="*/ 0 h 118"/>
                  <a:gd name="T14" fmla="*/ 79 w 117"/>
                  <a:gd name="T15" fmla="*/ 0 h 118"/>
                  <a:gd name="T16" fmla="*/ 84 w 117"/>
                  <a:gd name="T17" fmla="*/ 15 h 118"/>
                  <a:gd name="T18" fmla="*/ 95 w 117"/>
                  <a:gd name="T19" fmla="*/ 31 h 118"/>
                  <a:gd name="T20" fmla="*/ 105 w 117"/>
                  <a:gd name="T21" fmla="*/ 46 h 118"/>
                  <a:gd name="T22" fmla="*/ 111 w 117"/>
                  <a:gd name="T23" fmla="*/ 61 h 118"/>
                  <a:gd name="T24" fmla="*/ 116 w 117"/>
                  <a:gd name="T25" fmla="*/ 76 h 118"/>
                  <a:gd name="T26" fmla="*/ 116 w 117"/>
                  <a:gd name="T27" fmla="*/ 92 h 118"/>
                  <a:gd name="T28" fmla="*/ 116 w 117"/>
                  <a:gd name="T29" fmla="*/ 107 h 118"/>
                  <a:gd name="T30" fmla="*/ 100 w 117"/>
                  <a:gd name="T31" fmla="*/ 117 h 118"/>
                  <a:gd name="T32" fmla="*/ 84 w 117"/>
                  <a:gd name="T33" fmla="*/ 117 h 118"/>
                  <a:gd name="T34" fmla="*/ 69 w 117"/>
                  <a:gd name="T35" fmla="*/ 117 h 118"/>
                  <a:gd name="T36" fmla="*/ 53 w 117"/>
                  <a:gd name="T37" fmla="*/ 117 h 118"/>
                  <a:gd name="T38" fmla="*/ 37 w 117"/>
                  <a:gd name="T39" fmla="*/ 112 h 118"/>
                  <a:gd name="T40" fmla="*/ 21 w 117"/>
                  <a:gd name="T41" fmla="*/ 102 h 118"/>
                  <a:gd name="T42" fmla="*/ 11 w 117"/>
                  <a:gd name="T43" fmla="*/ 86 h 118"/>
                  <a:gd name="T44" fmla="*/ 5 w 117"/>
                  <a:gd name="T45" fmla="*/ 71 h 118"/>
                  <a:gd name="T46" fmla="*/ 5 w 117"/>
                  <a:gd name="T47" fmla="*/ 66 h 1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117" h="118">
                    <a:moveTo>
                      <a:pt x="5" y="66"/>
                    </a:moveTo>
                    <a:lnTo>
                      <a:pt x="0" y="51"/>
                    </a:lnTo>
                    <a:lnTo>
                      <a:pt x="0" y="36"/>
                    </a:lnTo>
                    <a:lnTo>
                      <a:pt x="16" y="25"/>
                    </a:lnTo>
                    <a:lnTo>
                      <a:pt x="32" y="15"/>
                    </a:lnTo>
                    <a:lnTo>
                      <a:pt x="47" y="0"/>
                    </a:lnTo>
                    <a:lnTo>
                      <a:pt x="63" y="0"/>
                    </a:lnTo>
                    <a:lnTo>
                      <a:pt x="79" y="0"/>
                    </a:lnTo>
                    <a:lnTo>
                      <a:pt x="84" y="15"/>
                    </a:lnTo>
                    <a:lnTo>
                      <a:pt x="95" y="31"/>
                    </a:lnTo>
                    <a:lnTo>
                      <a:pt x="105" y="46"/>
                    </a:lnTo>
                    <a:lnTo>
                      <a:pt x="111" y="61"/>
                    </a:lnTo>
                    <a:lnTo>
                      <a:pt x="116" y="76"/>
                    </a:lnTo>
                    <a:lnTo>
                      <a:pt x="116" y="92"/>
                    </a:lnTo>
                    <a:lnTo>
                      <a:pt x="116" y="107"/>
                    </a:lnTo>
                    <a:lnTo>
                      <a:pt x="100" y="117"/>
                    </a:lnTo>
                    <a:lnTo>
                      <a:pt x="84" y="117"/>
                    </a:lnTo>
                    <a:lnTo>
                      <a:pt x="69" y="117"/>
                    </a:lnTo>
                    <a:lnTo>
                      <a:pt x="53" y="117"/>
                    </a:lnTo>
                    <a:lnTo>
                      <a:pt x="37" y="112"/>
                    </a:lnTo>
                    <a:lnTo>
                      <a:pt x="21" y="102"/>
                    </a:lnTo>
                    <a:lnTo>
                      <a:pt x="11" y="86"/>
                    </a:lnTo>
                    <a:lnTo>
                      <a:pt x="5" y="71"/>
                    </a:lnTo>
                    <a:lnTo>
                      <a:pt x="5" y="66"/>
                    </a:lnTo>
                  </a:path>
                </a:pathLst>
              </a:custGeom>
              <a:solidFill>
                <a:srgbClr val="EAEAEA"/>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CC"/>
                  </a:solidFill>
                  <a:ea typeface="黑体" panose="02010609060101010101" pitchFamily="49" charset="-122"/>
                </a:endParaRPr>
              </a:p>
            </p:txBody>
          </p:sp>
          <p:sp>
            <p:nvSpPr>
              <p:cNvPr id="1029166" name="Freeform 47"/>
              <p:cNvSpPr>
                <a:spLocks noChangeArrowheads="1"/>
              </p:cNvSpPr>
              <p:nvPr/>
            </p:nvSpPr>
            <p:spPr bwMode="auto">
              <a:xfrm>
                <a:off x="3469" y="239"/>
                <a:ext cx="82" cy="87"/>
              </a:xfrm>
              <a:custGeom>
                <a:avLst/>
                <a:gdLst>
                  <a:gd name="T0" fmla="*/ 0 w 82"/>
                  <a:gd name="T1" fmla="*/ 0 h 87"/>
                  <a:gd name="T2" fmla="*/ 16 w 82"/>
                  <a:gd name="T3" fmla="*/ 10 h 87"/>
                  <a:gd name="T4" fmla="*/ 32 w 82"/>
                  <a:gd name="T5" fmla="*/ 20 h 87"/>
                  <a:gd name="T6" fmla="*/ 49 w 82"/>
                  <a:gd name="T7" fmla="*/ 20 h 87"/>
                  <a:gd name="T8" fmla="*/ 65 w 82"/>
                  <a:gd name="T9" fmla="*/ 30 h 87"/>
                  <a:gd name="T10" fmla="*/ 76 w 82"/>
                  <a:gd name="T11" fmla="*/ 46 h 87"/>
                  <a:gd name="T12" fmla="*/ 81 w 82"/>
                  <a:gd name="T13" fmla="*/ 61 h 87"/>
                  <a:gd name="T14" fmla="*/ 81 w 82"/>
                  <a:gd name="T15" fmla="*/ 76 h 87"/>
                  <a:gd name="T16" fmla="*/ 65 w 82"/>
                  <a:gd name="T17" fmla="*/ 86 h 87"/>
                  <a:gd name="T18" fmla="*/ 49 w 82"/>
                  <a:gd name="T19" fmla="*/ 86 h 87"/>
                  <a:gd name="T20" fmla="*/ 27 w 82"/>
                  <a:gd name="T21" fmla="*/ 81 h 87"/>
                  <a:gd name="T22" fmla="*/ 11 w 82"/>
                  <a:gd name="T23" fmla="*/ 71 h 87"/>
                  <a:gd name="T24" fmla="*/ 5 w 82"/>
                  <a:gd name="T25" fmla="*/ 56 h 87"/>
                  <a:gd name="T26" fmla="*/ 0 w 82"/>
                  <a:gd name="T27" fmla="*/ 40 h 87"/>
                  <a:gd name="T28" fmla="*/ 0 w 82"/>
                  <a:gd name="T29" fmla="*/ 25 h 87"/>
                  <a:gd name="T30" fmla="*/ 11 w 82"/>
                  <a:gd name="T31" fmla="*/ 10 h 87"/>
                  <a:gd name="T32" fmla="*/ 0 w 82"/>
                  <a:gd name="T33" fmla="*/ 0 h 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82" h="87">
                    <a:moveTo>
                      <a:pt x="0" y="0"/>
                    </a:moveTo>
                    <a:lnTo>
                      <a:pt x="16" y="10"/>
                    </a:lnTo>
                    <a:lnTo>
                      <a:pt x="32" y="20"/>
                    </a:lnTo>
                    <a:lnTo>
                      <a:pt x="49" y="20"/>
                    </a:lnTo>
                    <a:lnTo>
                      <a:pt x="65" y="30"/>
                    </a:lnTo>
                    <a:lnTo>
                      <a:pt x="76" y="46"/>
                    </a:lnTo>
                    <a:lnTo>
                      <a:pt x="81" y="61"/>
                    </a:lnTo>
                    <a:lnTo>
                      <a:pt x="81" y="76"/>
                    </a:lnTo>
                    <a:lnTo>
                      <a:pt x="65" y="86"/>
                    </a:lnTo>
                    <a:lnTo>
                      <a:pt x="49" y="86"/>
                    </a:lnTo>
                    <a:lnTo>
                      <a:pt x="27" y="81"/>
                    </a:lnTo>
                    <a:lnTo>
                      <a:pt x="11" y="71"/>
                    </a:lnTo>
                    <a:lnTo>
                      <a:pt x="5" y="56"/>
                    </a:lnTo>
                    <a:lnTo>
                      <a:pt x="0" y="40"/>
                    </a:lnTo>
                    <a:lnTo>
                      <a:pt x="0" y="25"/>
                    </a:lnTo>
                    <a:lnTo>
                      <a:pt x="11" y="10"/>
                    </a:lnTo>
                    <a:lnTo>
                      <a:pt x="0" y="0"/>
                    </a:lnTo>
                  </a:path>
                </a:pathLst>
              </a:custGeom>
              <a:solidFill>
                <a:srgbClr val="EAEAEA"/>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CC"/>
                  </a:solidFill>
                  <a:ea typeface="黑体" panose="02010609060101010101" pitchFamily="49" charset="-122"/>
                </a:endParaRPr>
              </a:p>
            </p:txBody>
          </p:sp>
        </p:grpSp>
        <p:sp>
          <p:nvSpPr>
            <p:cNvPr id="1029167" name="Text Box 48"/>
            <p:cNvSpPr txBox="1">
              <a:spLocks noChangeArrowheads="1"/>
            </p:cNvSpPr>
            <p:nvPr/>
          </p:nvSpPr>
          <p:spPr bwMode="auto">
            <a:xfrm>
              <a:off x="4967" y="1856"/>
              <a:ext cx="342" cy="222"/>
            </a:xfrm>
            <a:prstGeom prst="rect">
              <a:avLst/>
            </a:prstGeom>
            <a:solidFill>
              <a:srgbClr val="EAEAEA"/>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zh-CN" altLang="en-US" sz="2000" b="1">
                  <a:solidFill>
                    <a:srgbClr val="0000CC"/>
                  </a:solidFill>
                  <a:ea typeface="黑体" panose="02010609060101010101" pitchFamily="49" charset="-122"/>
                </a:rPr>
                <a:t>网 </a:t>
              </a:r>
              <a:r>
                <a:rPr lang="en-US" altLang="zh-CN" sz="2000" b="1">
                  <a:solidFill>
                    <a:srgbClr val="0000CC"/>
                  </a:solidFill>
                  <a:ea typeface="黑体" panose="02010609060101010101" pitchFamily="49" charset="-122"/>
                </a:rPr>
                <a:t>2</a:t>
              </a:r>
            </a:p>
          </p:txBody>
        </p:sp>
      </p:grpSp>
      <p:grpSp>
        <p:nvGrpSpPr>
          <p:cNvPr id="576561" name="Group 49"/>
          <p:cNvGrpSpPr>
            <a:grpSpLocks/>
          </p:cNvGrpSpPr>
          <p:nvPr/>
        </p:nvGrpSpPr>
        <p:grpSpPr bwMode="auto">
          <a:xfrm>
            <a:off x="612775" y="1928813"/>
            <a:ext cx="9021763" cy="1522412"/>
            <a:chOff x="356" y="1253"/>
            <a:chExt cx="5246" cy="959"/>
          </a:xfrm>
        </p:grpSpPr>
        <p:sp>
          <p:nvSpPr>
            <p:cNvPr id="1029169" name="Line 50"/>
            <p:cNvSpPr>
              <a:spLocks noChangeShapeType="1"/>
            </p:cNvSpPr>
            <p:nvPr/>
          </p:nvSpPr>
          <p:spPr bwMode="auto">
            <a:xfrm>
              <a:off x="1038" y="1581"/>
              <a:ext cx="4077"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CC"/>
                </a:solidFill>
                <a:ea typeface="黑体" panose="02010609060101010101" pitchFamily="49" charset="-122"/>
              </a:endParaRPr>
            </a:p>
          </p:txBody>
        </p:sp>
        <p:pic>
          <p:nvPicPr>
            <p:cNvPr id="1029170" name="Picture 51"/>
            <p:cNvPicPr>
              <a:picLocks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636" y="1484"/>
              <a:ext cx="459" cy="2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029171" name="Text Box 52"/>
            <p:cNvSpPr txBox="1">
              <a:spLocks noChangeArrowheads="1"/>
            </p:cNvSpPr>
            <p:nvPr/>
          </p:nvSpPr>
          <p:spPr bwMode="auto">
            <a:xfrm>
              <a:off x="4038" y="1640"/>
              <a:ext cx="270" cy="2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en-US" altLang="zh-CN" sz="2000" b="1">
                  <a:solidFill>
                    <a:srgbClr val="0000CC"/>
                  </a:solidFill>
                  <a:ea typeface="黑体" panose="02010609060101010101" pitchFamily="49" charset="-122"/>
                </a:rPr>
                <a:t>R</a:t>
              </a:r>
              <a:r>
                <a:rPr lang="en-US" altLang="zh-CN" sz="2000" b="1" baseline="-25000">
                  <a:solidFill>
                    <a:srgbClr val="0000CC"/>
                  </a:solidFill>
                  <a:ea typeface="黑体" panose="02010609060101010101" pitchFamily="49" charset="-122"/>
                </a:rPr>
                <a:t>2</a:t>
              </a:r>
              <a:endParaRPr lang="en-US" altLang="zh-CN" sz="2000" b="1">
                <a:solidFill>
                  <a:srgbClr val="0000CC"/>
                </a:solidFill>
                <a:ea typeface="黑体" panose="02010609060101010101" pitchFamily="49" charset="-122"/>
              </a:endParaRPr>
            </a:p>
          </p:txBody>
        </p:sp>
        <p:sp>
          <p:nvSpPr>
            <p:cNvPr id="1029172" name="Text Box 53"/>
            <p:cNvSpPr txBox="1">
              <a:spLocks noChangeArrowheads="1"/>
            </p:cNvSpPr>
            <p:nvPr/>
          </p:nvSpPr>
          <p:spPr bwMode="auto">
            <a:xfrm>
              <a:off x="1772" y="1640"/>
              <a:ext cx="270" cy="2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en-US" altLang="zh-CN" sz="2000" b="1">
                  <a:solidFill>
                    <a:srgbClr val="0000CC"/>
                  </a:solidFill>
                  <a:ea typeface="黑体" panose="02010609060101010101" pitchFamily="49" charset="-122"/>
                </a:rPr>
                <a:t>R</a:t>
              </a:r>
              <a:r>
                <a:rPr lang="en-US" altLang="zh-CN" sz="2000" b="1" baseline="-25000">
                  <a:solidFill>
                    <a:srgbClr val="0000CC"/>
                  </a:solidFill>
                  <a:ea typeface="黑体" panose="02010609060101010101" pitchFamily="49" charset="-122"/>
                </a:rPr>
                <a:t>1</a:t>
              </a:r>
              <a:endParaRPr lang="en-US" altLang="zh-CN" sz="2000" b="1">
                <a:solidFill>
                  <a:srgbClr val="0000CC"/>
                </a:solidFill>
                <a:ea typeface="黑体" panose="02010609060101010101" pitchFamily="49" charset="-122"/>
              </a:endParaRPr>
            </a:p>
          </p:txBody>
        </p:sp>
        <p:pic>
          <p:nvPicPr>
            <p:cNvPr id="1029173" name="Picture 54"/>
            <p:cNvPicPr>
              <a:picLocks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3901" y="1484"/>
              <a:ext cx="460" cy="2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1029174" name="Group 55"/>
            <p:cNvGrpSpPr>
              <a:grpSpLocks/>
            </p:cNvGrpSpPr>
            <p:nvPr/>
          </p:nvGrpSpPr>
          <p:grpSpPr bwMode="auto">
            <a:xfrm>
              <a:off x="447" y="1309"/>
              <a:ext cx="743" cy="541"/>
              <a:chOff x="4830" y="1752"/>
              <a:chExt cx="667" cy="477"/>
            </a:xfrm>
          </p:grpSpPr>
          <p:grpSp>
            <p:nvGrpSpPr>
              <p:cNvPr id="1029175" name="Group 56"/>
              <p:cNvGrpSpPr>
                <a:grpSpLocks/>
              </p:cNvGrpSpPr>
              <p:nvPr/>
            </p:nvGrpSpPr>
            <p:grpSpPr bwMode="auto">
              <a:xfrm>
                <a:off x="4830" y="1752"/>
                <a:ext cx="667" cy="477"/>
                <a:chOff x="2949" y="196"/>
                <a:chExt cx="941" cy="598"/>
              </a:xfrm>
            </p:grpSpPr>
            <p:sp>
              <p:nvSpPr>
                <p:cNvPr id="1029176" name="Oval 57"/>
                <p:cNvSpPr>
                  <a:spLocks noChangeArrowheads="1"/>
                </p:cNvSpPr>
                <p:nvPr/>
              </p:nvSpPr>
              <p:spPr bwMode="auto">
                <a:xfrm>
                  <a:off x="3168" y="196"/>
                  <a:ext cx="407" cy="162"/>
                </a:xfrm>
                <a:prstGeom prst="ellipse">
                  <a:avLst/>
                </a:prstGeom>
                <a:solidFill>
                  <a:srgbClr val="EAEAEA"/>
                </a:solidFill>
                <a:ln w="12700">
                  <a:solidFill>
                    <a:schemeClr val="tx1"/>
                  </a:solidFill>
                  <a:round/>
                  <a:headEnd/>
                  <a:tailEnd/>
                </a:ln>
              </p:spPr>
              <p:txBody>
                <a:bodyPr wrap="none" anchor="ctr"/>
                <a:lstStyle/>
                <a:p>
                  <a:pPr eaLnBrk="0" hangingPunct="0"/>
                  <a:endParaRPr lang="zh-CN" altLang="en-US" b="1">
                    <a:solidFill>
                      <a:srgbClr val="0000CC"/>
                    </a:solidFill>
                    <a:ea typeface="黑体" panose="02010609060101010101" pitchFamily="49" charset="-122"/>
                  </a:endParaRPr>
                </a:p>
              </p:txBody>
            </p:sp>
            <p:sp>
              <p:nvSpPr>
                <p:cNvPr id="1029177" name="Oval 58"/>
                <p:cNvSpPr>
                  <a:spLocks noChangeArrowheads="1"/>
                </p:cNvSpPr>
                <p:nvPr/>
              </p:nvSpPr>
              <p:spPr bwMode="auto">
                <a:xfrm rot="900000">
                  <a:off x="3512" y="252"/>
                  <a:ext cx="275" cy="131"/>
                </a:xfrm>
                <a:prstGeom prst="ellipse">
                  <a:avLst/>
                </a:prstGeom>
                <a:solidFill>
                  <a:srgbClr val="EAEAEA"/>
                </a:solidFill>
                <a:ln w="12700">
                  <a:solidFill>
                    <a:schemeClr val="tx1"/>
                  </a:solidFill>
                  <a:round/>
                  <a:headEnd/>
                  <a:tailEnd/>
                </a:ln>
              </p:spPr>
              <p:txBody>
                <a:bodyPr wrap="none" anchor="ctr"/>
                <a:lstStyle/>
                <a:p>
                  <a:pPr eaLnBrk="0" hangingPunct="0"/>
                  <a:endParaRPr lang="zh-CN" altLang="en-US" b="1">
                    <a:solidFill>
                      <a:srgbClr val="0000CC"/>
                    </a:solidFill>
                    <a:ea typeface="黑体" panose="02010609060101010101" pitchFamily="49" charset="-122"/>
                  </a:endParaRPr>
                </a:p>
              </p:txBody>
            </p:sp>
            <p:sp>
              <p:nvSpPr>
                <p:cNvPr id="1029178" name="Oval 59"/>
                <p:cNvSpPr>
                  <a:spLocks noChangeArrowheads="1"/>
                </p:cNvSpPr>
                <p:nvPr/>
              </p:nvSpPr>
              <p:spPr bwMode="auto">
                <a:xfrm rot="1500000">
                  <a:off x="3650" y="385"/>
                  <a:ext cx="240" cy="153"/>
                </a:xfrm>
                <a:prstGeom prst="ellipse">
                  <a:avLst/>
                </a:prstGeom>
                <a:solidFill>
                  <a:srgbClr val="EAEAEA"/>
                </a:solidFill>
                <a:ln w="12700">
                  <a:solidFill>
                    <a:schemeClr val="tx1"/>
                  </a:solidFill>
                  <a:round/>
                  <a:headEnd/>
                  <a:tailEnd/>
                </a:ln>
              </p:spPr>
              <p:txBody>
                <a:bodyPr wrap="none" anchor="ctr"/>
                <a:lstStyle/>
                <a:p>
                  <a:pPr eaLnBrk="0" hangingPunct="0"/>
                  <a:endParaRPr lang="zh-CN" altLang="en-US" b="1">
                    <a:solidFill>
                      <a:srgbClr val="0000CC"/>
                    </a:solidFill>
                    <a:ea typeface="黑体" panose="02010609060101010101" pitchFamily="49" charset="-122"/>
                  </a:endParaRPr>
                </a:p>
              </p:txBody>
            </p:sp>
            <p:sp>
              <p:nvSpPr>
                <p:cNvPr id="1029179" name="Oval 60"/>
                <p:cNvSpPr>
                  <a:spLocks noChangeArrowheads="1"/>
                </p:cNvSpPr>
                <p:nvPr/>
              </p:nvSpPr>
              <p:spPr bwMode="auto">
                <a:xfrm rot="-1560000">
                  <a:off x="3573" y="537"/>
                  <a:ext cx="291" cy="189"/>
                </a:xfrm>
                <a:prstGeom prst="ellipse">
                  <a:avLst/>
                </a:prstGeom>
                <a:solidFill>
                  <a:srgbClr val="EAEAEA"/>
                </a:solidFill>
                <a:ln w="12700">
                  <a:solidFill>
                    <a:schemeClr val="tx1"/>
                  </a:solidFill>
                  <a:round/>
                  <a:headEnd/>
                  <a:tailEnd/>
                </a:ln>
              </p:spPr>
              <p:txBody>
                <a:bodyPr wrap="none" anchor="ctr"/>
                <a:lstStyle/>
                <a:p>
                  <a:pPr eaLnBrk="0" hangingPunct="0"/>
                  <a:endParaRPr lang="zh-CN" altLang="en-US" b="1">
                    <a:solidFill>
                      <a:srgbClr val="0000CC"/>
                    </a:solidFill>
                    <a:ea typeface="黑体" panose="02010609060101010101" pitchFamily="49" charset="-122"/>
                  </a:endParaRPr>
                </a:p>
              </p:txBody>
            </p:sp>
            <p:sp>
              <p:nvSpPr>
                <p:cNvPr id="1029180" name="Oval 61"/>
                <p:cNvSpPr>
                  <a:spLocks noChangeArrowheads="1"/>
                </p:cNvSpPr>
                <p:nvPr/>
              </p:nvSpPr>
              <p:spPr bwMode="auto">
                <a:xfrm>
                  <a:off x="3216" y="555"/>
                  <a:ext cx="471" cy="239"/>
                </a:xfrm>
                <a:prstGeom prst="ellipse">
                  <a:avLst/>
                </a:prstGeom>
                <a:solidFill>
                  <a:srgbClr val="EAEAEA"/>
                </a:solidFill>
                <a:ln w="12700">
                  <a:solidFill>
                    <a:schemeClr val="tx1"/>
                  </a:solidFill>
                  <a:round/>
                  <a:headEnd/>
                  <a:tailEnd/>
                </a:ln>
              </p:spPr>
              <p:txBody>
                <a:bodyPr wrap="none" anchor="ctr"/>
                <a:lstStyle/>
                <a:p>
                  <a:pPr eaLnBrk="0" hangingPunct="0"/>
                  <a:endParaRPr lang="zh-CN" altLang="en-US" b="1">
                    <a:solidFill>
                      <a:srgbClr val="0000CC"/>
                    </a:solidFill>
                    <a:ea typeface="黑体" panose="02010609060101010101" pitchFamily="49" charset="-122"/>
                  </a:endParaRPr>
                </a:p>
              </p:txBody>
            </p:sp>
            <p:sp>
              <p:nvSpPr>
                <p:cNvPr id="1029181" name="Oval 62"/>
                <p:cNvSpPr>
                  <a:spLocks noChangeArrowheads="1"/>
                </p:cNvSpPr>
                <p:nvPr/>
              </p:nvSpPr>
              <p:spPr bwMode="auto">
                <a:xfrm rot="1080000">
                  <a:off x="3023" y="555"/>
                  <a:ext cx="265" cy="156"/>
                </a:xfrm>
                <a:prstGeom prst="ellipse">
                  <a:avLst/>
                </a:prstGeom>
                <a:solidFill>
                  <a:srgbClr val="EAEAEA"/>
                </a:solidFill>
                <a:ln w="12700">
                  <a:solidFill>
                    <a:schemeClr val="tx1"/>
                  </a:solidFill>
                  <a:round/>
                  <a:headEnd/>
                  <a:tailEnd/>
                </a:ln>
              </p:spPr>
              <p:txBody>
                <a:bodyPr wrap="none" anchor="ctr"/>
                <a:lstStyle/>
                <a:p>
                  <a:pPr eaLnBrk="0" hangingPunct="0"/>
                  <a:endParaRPr lang="zh-CN" altLang="en-US" b="1">
                    <a:solidFill>
                      <a:srgbClr val="0000CC"/>
                    </a:solidFill>
                    <a:ea typeface="黑体" panose="02010609060101010101" pitchFamily="49" charset="-122"/>
                  </a:endParaRPr>
                </a:p>
              </p:txBody>
            </p:sp>
            <p:sp>
              <p:nvSpPr>
                <p:cNvPr id="1029182" name="Oval 63"/>
                <p:cNvSpPr>
                  <a:spLocks noChangeArrowheads="1"/>
                </p:cNvSpPr>
                <p:nvPr/>
              </p:nvSpPr>
              <p:spPr bwMode="auto">
                <a:xfrm>
                  <a:off x="2949" y="432"/>
                  <a:ext cx="217" cy="156"/>
                </a:xfrm>
                <a:prstGeom prst="ellipse">
                  <a:avLst/>
                </a:prstGeom>
                <a:solidFill>
                  <a:srgbClr val="EAEAEA"/>
                </a:solidFill>
                <a:ln w="12700">
                  <a:solidFill>
                    <a:schemeClr val="tx1"/>
                  </a:solidFill>
                  <a:round/>
                  <a:headEnd/>
                  <a:tailEnd/>
                </a:ln>
              </p:spPr>
              <p:txBody>
                <a:bodyPr wrap="none" anchor="ctr"/>
                <a:lstStyle/>
                <a:p>
                  <a:pPr eaLnBrk="0" hangingPunct="0"/>
                  <a:endParaRPr lang="zh-CN" altLang="en-US" b="1">
                    <a:solidFill>
                      <a:srgbClr val="0000CC"/>
                    </a:solidFill>
                    <a:ea typeface="黑体" panose="02010609060101010101" pitchFamily="49" charset="-122"/>
                  </a:endParaRPr>
                </a:p>
              </p:txBody>
            </p:sp>
            <p:sp>
              <p:nvSpPr>
                <p:cNvPr id="1029183" name="Oval 64"/>
                <p:cNvSpPr>
                  <a:spLocks noChangeArrowheads="1"/>
                </p:cNvSpPr>
                <p:nvPr/>
              </p:nvSpPr>
              <p:spPr bwMode="auto">
                <a:xfrm rot="-1860000">
                  <a:off x="2984" y="310"/>
                  <a:ext cx="295" cy="156"/>
                </a:xfrm>
                <a:prstGeom prst="ellipse">
                  <a:avLst/>
                </a:prstGeom>
                <a:solidFill>
                  <a:srgbClr val="EAEAEA"/>
                </a:solidFill>
                <a:ln w="12700">
                  <a:solidFill>
                    <a:schemeClr val="tx1"/>
                  </a:solidFill>
                  <a:round/>
                  <a:headEnd/>
                  <a:tailEnd/>
                </a:ln>
              </p:spPr>
              <p:txBody>
                <a:bodyPr wrap="none" anchor="ctr"/>
                <a:lstStyle/>
                <a:p>
                  <a:pPr eaLnBrk="0" hangingPunct="0"/>
                  <a:endParaRPr lang="zh-CN" altLang="en-US" b="1">
                    <a:solidFill>
                      <a:srgbClr val="0000CC"/>
                    </a:solidFill>
                    <a:ea typeface="黑体" panose="02010609060101010101" pitchFamily="49" charset="-122"/>
                  </a:endParaRPr>
                </a:p>
              </p:txBody>
            </p:sp>
            <p:sp>
              <p:nvSpPr>
                <p:cNvPr id="1029184" name="Freeform 65"/>
                <p:cNvSpPr>
                  <a:spLocks noChangeArrowheads="1"/>
                </p:cNvSpPr>
                <p:nvPr/>
              </p:nvSpPr>
              <p:spPr bwMode="auto">
                <a:xfrm>
                  <a:off x="3051" y="300"/>
                  <a:ext cx="738" cy="407"/>
                </a:xfrm>
                <a:custGeom>
                  <a:avLst/>
                  <a:gdLst>
                    <a:gd name="T0" fmla="*/ 108 w 738"/>
                    <a:gd name="T1" fmla="*/ 82 h 407"/>
                    <a:gd name="T2" fmla="*/ 145 w 738"/>
                    <a:gd name="T3" fmla="*/ 77 h 407"/>
                    <a:gd name="T4" fmla="*/ 183 w 738"/>
                    <a:gd name="T5" fmla="*/ 72 h 407"/>
                    <a:gd name="T6" fmla="*/ 215 w 738"/>
                    <a:gd name="T7" fmla="*/ 67 h 407"/>
                    <a:gd name="T8" fmla="*/ 237 w 738"/>
                    <a:gd name="T9" fmla="*/ 46 h 407"/>
                    <a:gd name="T10" fmla="*/ 204 w 738"/>
                    <a:gd name="T11" fmla="*/ 41 h 407"/>
                    <a:gd name="T12" fmla="*/ 172 w 738"/>
                    <a:gd name="T13" fmla="*/ 46 h 407"/>
                    <a:gd name="T14" fmla="*/ 156 w 738"/>
                    <a:gd name="T15" fmla="*/ 46 h 407"/>
                    <a:gd name="T16" fmla="*/ 188 w 738"/>
                    <a:gd name="T17" fmla="*/ 26 h 407"/>
                    <a:gd name="T18" fmla="*/ 226 w 738"/>
                    <a:gd name="T19" fmla="*/ 15 h 407"/>
                    <a:gd name="T20" fmla="*/ 258 w 738"/>
                    <a:gd name="T21" fmla="*/ 10 h 407"/>
                    <a:gd name="T22" fmla="*/ 290 w 738"/>
                    <a:gd name="T23" fmla="*/ 5 h 407"/>
                    <a:gd name="T24" fmla="*/ 323 w 738"/>
                    <a:gd name="T25" fmla="*/ 0 h 407"/>
                    <a:gd name="T26" fmla="*/ 355 w 738"/>
                    <a:gd name="T27" fmla="*/ 0 h 407"/>
                    <a:gd name="T28" fmla="*/ 387 w 738"/>
                    <a:gd name="T29" fmla="*/ 0 h 407"/>
                    <a:gd name="T30" fmla="*/ 463 w 738"/>
                    <a:gd name="T31" fmla="*/ 0 h 407"/>
                    <a:gd name="T32" fmla="*/ 506 w 738"/>
                    <a:gd name="T33" fmla="*/ 0 h 407"/>
                    <a:gd name="T34" fmla="*/ 543 w 738"/>
                    <a:gd name="T35" fmla="*/ 15 h 407"/>
                    <a:gd name="T36" fmla="*/ 570 w 738"/>
                    <a:gd name="T37" fmla="*/ 36 h 407"/>
                    <a:gd name="T38" fmla="*/ 603 w 738"/>
                    <a:gd name="T39" fmla="*/ 51 h 407"/>
                    <a:gd name="T40" fmla="*/ 635 w 738"/>
                    <a:gd name="T41" fmla="*/ 57 h 407"/>
                    <a:gd name="T42" fmla="*/ 667 w 738"/>
                    <a:gd name="T43" fmla="*/ 77 h 407"/>
                    <a:gd name="T44" fmla="*/ 694 w 738"/>
                    <a:gd name="T45" fmla="*/ 98 h 407"/>
                    <a:gd name="T46" fmla="*/ 715 w 738"/>
                    <a:gd name="T47" fmla="*/ 128 h 407"/>
                    <a:gd name="T48" fmla="*/ 721 w 738"/>
                    <a:gd name="T49" fmla="*/ 164 h 407"/>
                    <a:gd name="T50" fmla="*/ 726 w 738"/>
                    <a:gd name="T51" fmla="*/ 195 h 407"/>
                    <a:gd name="T52" fmla="*/ 726 w 738"/>
                    <a:gd name="T53" fmla="*/ 226 h 407"/>
                    <a:gd name="T54" fmla="*/ 726 w 738"/>
                    <a:gd name="T55" fmla="*/ 257 h 407"/>
                    <a:gd name="T56" fmla="*/ 737 w 738"/>
                    <a:gd name="T57" fmla="*/ 288 h 407"/>
                    <a:gd name="T58" fmla="*/ 737 w 738"/>
                    <a:gd name="T59" fmla="*/ 319 h 407"/>
                    <a:gd name="T60" fmla="*/ 715 w 738"/>
                    <a:gd name="T61" fmla="*/ 349 h 407"/>
                    <a:gd name="T62" fmla="*/ 678 w 738"/>
                    <a:gd name="T63" fmla="*/ 365 h 407"/>
                    <a:gd name="T64" fmla="*/ 646 w 738"/>
                    <a:gd name="T65" fmla="*/ 380 h 407"/>
                    <a:gd name="T66" fmla="*/ 613 w 738"/>
                    <a:gd name="T67" fmla="*/ 396 h 407"/>
                    <a:gd name="T68" fmla="*/ 581 w 738"/>
                    <a:gd name="T69" fmla="*/ 401 h 407"/>
                    <a:gd name="T70" fmla="*/ 538 w 738"/>
                    <a:gd name="T71" fmla="*/ 406 h 407"/>
                    <a:gd name="T72" fmla="*/ 500 w 738"/>
                    <a:gd name="T73" fmla="*/ 406 h 407"/>
                    <a:gd name="T74" fmla="*/ 468 w 738"/>
                    <a:gd name="T75" fmla="*/ 406 h 407"/>
                    <a:gd name="T76" fmla="*/ 436 w 738"/>
                    <a:gd name="T77" fmla="*/ 406 h 407"/>
                    <a:gd name="T78" fmla="*/ 403 w 738"/>
                    <a:gd name="T79" fmla="*/ 406 h 407"/>
                    <a:gd name="T80" fmla="*/ 371 w 738"/>
                    <a:gd name="T81" fmla="*/ 406 h 407"/>
                    <a:gd name="T82" fmla="*/ 339 w 738"/>
                    <a:gd name="T83" fmla="*/ 406 h 407"/>
                    <a:gd name="T84" fmla="*/ 307 w 738"/>
                    <a:gd name="T85" fmla="*/ 406 h 407"/>
                    <a:gd name="T86" fmla="*/ 269 w 738"/>
                    <a:gd name="T87" fmla="*/ 406 h 407"/>
                    <a:gd name="T88" fmla="*/ 237 w 738"/>
                    <a:gd name="T89" fmla="*/ 406 h 407"/>
                    <a:gd name="T90" fmla="*/ 204 w 738"/>
                    <a:gd name="T91" fmla="*/ 406 h 407"/>
                    <a:gd name="T92" fmla="*/ 172 w 738"/>
                    <a:gd name="T93" fmla="*/ 391 h 407"/>
                    <a:gd name="T94" fmla="*/ 140 w 738"/>
                    <a:gd name="T95" fmla="*/ 380 h 407"/>
                    <a:gd name="T96" fmla="*/ 108 w 738"/>
                    <a:gd name="T97" fmla="*/ 365 h 407"/>
                    <a:gd name="T98" fmla="*/ 81 w 738"/>
                    <a:gd name="T99" fmla="*/ 339 h 407"/>
                    <a:gd name="T100" fmla="*/ 59 w 738"/>
                    <a:gd name="T101" fmla="*/ 319 h 407"/>
                    <a:gd name="T102" fmla="*/ 38 w 738"/>
                    <a:gd name="T103" fmla="*/ 288 h 407"/>
                    <a:gd name="T104" fmla="*/ 16 w 738"/>
                    <a:gd name="T105" fmla="*/ 252 h 407"/>
                    <a:gd name="T106" fmla="*/ 0 w 738"/>
                    <a:gd name="T107" fmla="*/ 216 h 407"/>
                    <a:gd name="T108" fmla="*/ 0 w 738"/>
                    <a:gd name="T109" fmla="*/ 185 h 407"/>
                    <a:gd name="T110" fmla="*/ 5 w 738"/>
                    <a:gd name="T111" fmla="*/ 149 h 407"/>
                    <a:gd name="T112" fmla="*/ 27 w 738"/>
                    <a:gd name="T113" fmla="*/ 123 h 407"/>
                    <a:gd name="T114" fmla="*/ 54 w 738"/>
                    <a:gd name="T115" fmla="*/ 108 h 407"/>
                    <a:gd name="T116" fmla="*/ 86 w 738"/>
                    <a:gd name="T117" fmla="*/ 98 h 407"/>
                    <a:gd name="T118" fmla="*/ 113 w 738"/>
                    <a:gd name="T119" fmla="*/ 82 h 407"/>
                    <a:gd name="T120" fmla="*/ 129 w 738"/>
                    <a:gd name="T121" fmla="*/ 98 h 40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Lst>
                  <a:rect l="0" t="0" r="r" b="b"/>
                  <a:pathLst>
                    <a:path w="738" h="407">
                      <a:moveTo>
                        <a:pt x="91" y="82"/>
                      </a:moveTo>
                      <a:lnTo>
                        <a:pt x="108" y="82"/>
                      </a:lnTo>
                      <a:lnTo>
                        <a:pt x="124" y="82"/>
                      </a:lnTo>
                      <a:lnTo>
                        <a:pt x="145" y="77"/>
                      </a:lnTo>
                      <a:lnTo>
                        <a:pt x="161" y="77"/>
                      </a:lnTo>
                      <a:lnTo>
                        <a:pt x="183" y="72"/>
                      </a:lnTo>
                      <a:lnTo>
                        <a:pt x="199" y="72"/>
                      </a:lnTo>
                      <a:lnTo>
                        <a:pt x="215" y="67"/>
                      </a:lnTo>
                      <a:lnTo>
                        <a:pt x="231" y="62"/>
                      </a:lnTo>
                      <a:lnTo>
                        <a:pt x="237" y="46"/>
                      </a:lnTo>
                      <a:lnTo>
                        <a:pt x="221" y="41"/>
                      </a:lnTo>
                      <a:lnTo>
                        <a:pt x="204" y="41"/>
                      </a:lnTo>
                      <a:lnTo>
                        <a:pt x="188" y="46"/>
                      </a:lnTo>
                      <a:lnTo>
                        <a:pt x="172" y="46"/>
                      </a:lnTo>
                      <a:lnTo>
                        <a:pt x="156" y="62"/>
                      </a:lnTo>
                      <a:lnTo>
                        <a:pt x="156" y="46"/>
                      </a:lnTo>
                      <a:lnTo>
                        <a:pt x="172" y="36"/>
                      </a:lnTo>
                      <a:lnTo>
                        <a:pt x="188" y="26"/>
                      </a:lnTo>
                      <a:lnTo>
                        <a:pt x="210" y="21"/>
                      </a:lnTo>
                      <a:lnTo>
                        <a:pt x="226" y="15"/>
                      </a:lnTo>
                      <a:lnTo>
                        <a:pt x="242" y="15"/>
                      </a:lnTo>
                      <a:lnTo>
                        <a:pt x="258" y="10"/>
                      </a:lnTo>
                      <a:lnTo>
                        <a:pt x="274" y="10"/>
                      </a:lnTo>
                      <a:lnTo>
                        <a:pt x="290" y="5"/>
                      </a:lnTo>
                      <a:lnTo>
                        <a:pt x="307" y="5"/>
                      </a:lnTo>
                      <a:lnTo>
                        <a:pt x="323" y="0"/>
                      </a:lnTo>
                      <a:lnTo>
                        <a:pt x="339" y="0"/>
                      </a:lnTo>
                      <a:lnTo>
                        <a:pt x="355" y="0"/>
                      </a:lnTo>
                      <a:lnTo>
                        <a:pt x="371" y="0"/>
                      </a:lnTo>
                      <a:lnTo>
                        <a:pt x="387" y="0"/>
                      </a:lnTo>
                      <a:lnTo>
                        <a:pt x="420" y="0"/>
                      </a:lnTo>
                      <a:lnTo>
                        <a:pt x="463" y="0"/>
                      </a:lnTo>
                      <a:lnTo>
                        <a:pt x="484" y="0"/>
                      </a:lnTo>
                      <a:lnTo>
                        <a:pt x="506" y="0"/>
                      </a:lnTo>
                      <a:lnTo>
                        <a:pt x="527" y="5"/>
                      </a:lnTo>
                      <a:lnTo>
                        <a:pt x="543" y="15"/>
                      </a:lnTo>
                      <a:lnTo>
                        <a:pt x="554" y="31"/>
                      </a:lnTo>
                      <a:lnTo>
                        <a:pt x="570" y="36"/>
                      </a:lnTo>
                      <a:lnTo>
                        <a:pt x="586" y="46"/>
                      </a:lnTo>
                      <a:lnTo>
                        <a:pt x="603" y="51"/>
                      </a:lnTo>
                      <a:lnTo>
                        <a:pt x="619" y="51"/>
                      </a:lnTo>
                      <a:lnTo>
                        <a:pt x="635" y="57"/>
                      </a:lnTo>
                      <a:lnTo>
                        <a:pt x="651" y="67"/>
                      </a:lnTo>
                      <a:lnTo>
                        <a:pt x="667" y="77"/>
                      </a:lnTo>
                      <a:lnTo>
                        <a:pt x="678" y="93"/>
                      </a:lnTo>
                      <a:lnTo>
                        <a:pt x="694" y="98"/>
                      </a:lnTo>
                      <a:lnTo>
                        <a:pt x="699" y="113"/>
                      </a:lnTo>
                      <a:lnTo>
                        <a:pt x="715" y="128"/>
                      </a:lnTo>
                      <a:lnTo>
                        <a:pt x="721" y="149"/>
                      </a:lnTo>
                      <a:lnTo>
                        <a:pt x="721" y="164"/>
                      </a:lnTo>
                      <a:lnTo>
                        <a:pt x="726" y="180"/>
                      </a:lnTo>
                      <a:lnTo>
                        <a:pt x="726" y="195"/>
                      </a:lnTo>
                      <a:lnTo>
                        <a:pt x="726" y="211"/>
                      </a:lnTo>
                      <a:lnTo>
                        <a:pt x="726" y="226"/>
                      </a:lnTo>
                      <a:lnTo>
                        <a:pt x="726" y="242"/>
                      </a:lnTo>
                      <a:lnTo>
                        <a:pt x="726" y="257"/>
                      </a:lnTo>
                      <a:lnTo>
                        <a:pt x="737" y="272"/>
                      </a:lnTo>
                      <a:lnTo>
                        <a:pt x="737" y="288"/>
                      </a:lnTo>
                      <a:lnTo>
                        <a:pt x="737" y="303"/>
                      </a:lnTo>
                      <a:lnTo>
                        <a:pt x="737" y="319"/>
                      </a:lnTo>
                      <a:lnTo>
                        <a:pt x="732" y="334"/>
                      </a:lnTo>
                      <a:lnTo>
                        <a:pt x="715" y="349"/>
                      </a:lnTo>
                      <a:lnTo>
                        <a:pt x="694" y="360"/>
                      </a:lnTo>
                      <a:lnTo>
                        <a:pt x="678" y="365"/>
                      </a:lnTo>
                      <a:lnTo>
                        <a:pt x="662" y="375"/>
                      </a:lnTo>
                      <a:lnTo>
                        <a:pt x="646" y="380"/>
                      </a:lnTo>
                      <a:lnTo>
                        <a:pt x="629" y="385"/>
                      </a:lnTo>
                      <a:lnTo>
                        <a:pt x="613" y="396"/>
                      </a:lnTo>
                      <a:lnTo>
                        <a:pt x="597" y="401"/>
                      </a:lnTo>
                      <a:lnTo>
                        <a:pt x="581" y="401"/>
                      </a:lnTo>
                      <a:lnTo>
                        <a:pt x="559" y="406"/>
                      </a:lnTo>
                      <a:lnTo>
                        <a:pt x="538" y="406"/>
                      </a:lnTo>
                      <a:lnTo>
                        <a:pt x="522" y="406"/>
                      </a:lnTo>
                      <a:lnTo>
                        <a:pt x="500" y="406"/>
                      </a:lnTo>
                      <a:lnTo>
                        <a:pt x="484" y="406"/>
                      </a:lnTo>
                      <a:lnTo>
                        <a:pt x="468" y="406"/>
                      </a:lnTo>
                      <a:lnTo>
                        <a:pt x="452" y="406"/>
                      </a:lnTo>
                      <a:lnTo>
                        <a:pt x="436" y="406"/>
                      </a:lnTo>
                      <a:lnTo>
                        <a:pt x="420" y="406"/>
                      </a:lnTo>
                      <a:lnTo>
                        <a:pt x="403" y="406"/>
                      </a:lnTo>
                      <a:lnTo>
                        <a:pt x="387" y="406"/>
                      </a:lnTo>
                      <a:lnTo>
                        <a:pt x="371" y="406"/>
                      </a:lnTo>
                      <a:lnTo>
                        <a:pt x="355" y="406"/>
                      </a:lnTo>
                      <a:lnTo>
                        <a:pt x="339" y="406"/>
                      </a:lnTo>
                      <a:lnTo>
                        <a:pt x="323" y="406"/>
                      </a:lnTo>
                      <a:lnTo>
                        <a:pt x="307" y="406"/>
                      </a:lnTo>
                      <a:lnTo>
                        <a:pt x="285" y="406"/>
                      </a:lnTo>
                      <a:lnTo>
                        <a:pt x="269" y="406"/>
                      </a:lnTo>
                      <a:lnTo>
                        <a:pt x="253" y="406"/>
                      </a:lnTo>
                      <a:lnTo>
                        <a:pt x="237" y="406"/>
                      </a:lnTo>
                      <a:lnTo>
                        <a:pt x="221" y="406"/>
                      </a:lnTo>
                      <a:lnTo>
                        <a:pt x="204" y="406"/>
                      </a:lnTo>
                      <a:lnTo>
                        <a:pt x="188" y="396"/>
                      </a:lnTo>
                      <a:lnTo>
                        <a:pt x="172" y="391"/>
                      </a:lnTo>
                      <a:lnTo>
                        <a:pt x="156" y="385"/>
                      </a:lnTo>
                      <a:lnTo>
                        <a:pt x="140" y="380"/>
                      </a:lnTo>
                      <a:lnTo>
                        <a:pt x="124" y="375"/>
                      </a:lnTo>
                      <a:lnTo>
                        <a:pt x="108" y="365"/>
                      </a:lnTo>
                      <a:lnTo>
                        <a:pt x="91" y="355"/>
                      </a:lnTo>
                      <a:lnTo>
                        <a:pt x="81" y="339"/>
                      </a:lnTo>
                      <a:lnTo>
                        <a:pt x="65" y="334"/>
                      </a:lnTo>
                      <a:lnTo>
                        <a:pt x="59" y="319"/>
                      </a:lnTo>
                      <a:lnTo>
                        <a:pt x="43" y="303"/>
                      </a:lnTo>
                      <a:lnTo>
                        <a:pt x="38" y="288"/>
                      </a:lnTo>
                      <a:lnTo>
                        <a:pt x="22" y="272"/>
                      </a:lnTo>
                      <a:lnTo>
                        <a:pt x="16" y="252"/>
                      </a:lnTo>
                      <a:lnTo>
                        <a:pt x="5" y="231"/>
                      </a:lnTo>
                      <a:lnTo>
                        <a:pt x="0" y="216"/>
                      </a:lnTo>
                      <a:lnTo>
                        <a:pt x="0" y="200"/>
                      </a:lnTo>
                      <a:lnTo>
                        <a:pt x="0" y="185"/>
                      </a:lnTo>
                      <a:lnTo>
                        <a:pt x="0" y="170"/>
                      </a:lnTo>
                      <a:lnTo>
                        <a:pt x="5" y="149"/>
                      </a:lnTo>
                      <a:lnTo>
                        <a:pt x="11" y="134"/>
                      </a:lnTo>
                      <a:lnTo>
                        <a:pt x="27" y="123"/>
                      </a:lnTo>
                      <a:lnTo>
                        <a:pt x="38" y="108"/>
                      </a:lnTo>
                      <a:lnTo>
                        <a:pt x="54" y="108"/>
                      </a:lnTo>
                      <a:lnTo>
                        <a:pt x="70" y="103"/>
                      </a:lnTo>
                      <a:lnTo>
                        <a:pt x="86" y="98"/>
                      </a:lnTo>
                      <a:lnTo>
                        <a:pt x="102" y="98"/>
                      </a:lnTo>
                      <a:lnTo>
                        <a:pt x="113" y="82"/>
                      </a:lnTo>
                      <a:lnTo>
                        <a:pt x="113" y="67"/>
                      </a:lnTo>
                      <a:lnTo>
                        <a:pt x="129" y="98"/>
                      </a:lnTo>
                    </a:path>
                  </a:pathLst>
                </a:custGeom>
                <a:solidFill>
                  <a:srgbClr val="EAEAEA"/>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CC"/>
                    </a:solidFill>
                    <a:ea typeface="黑体" panose="02010609060101010101" pitchFamily="49" charset="-122"/>
                  </a:endParaRPr>
                </a:p>
              </p:txBody>
            </p:sp>
            <p:sp>
              <p:nvSpPr>
                <p:cNvPr id="1029185" name="Freeform 66"/>
                <p:cNvSpPr>
                  <a:spLocks noChangeArrowheads="1"/>
                </p:cNvSpPr>
                <p:nvPr/>
              </p:nvSpPr>
              <p:spPr bwMode="auto">
                <a:xfrm>
                  <a:off x="3193" y="270"/>
                  <a:ext cx="117" cy="118"/>
                </a:xfrm>
                <a:custGeom>
                  <a:avLst/>
                  <a:gdLst>
                    <a:gd name="T0" fmla="*/ 5 w 117"/>
                    <a:gd name="T1" fmla="*/ 66 h 118"/>
                    <a:gd name="T2" fmla="*/ 0 w 117"/>
                    <a:gd name="T3" fmla="*/ 51 h 118"/>
                    <a:gd name="T4" fmla="*/ 0 w 117"/>
                    <a:gd name="T5" fmla="*/ 36 h 118"/>
                    <a:gd name="T6" fmla="*/ 16 w 117"/>
                    <a:gd name="T7" fmla="*/ 25 h 118"/>
                    <a:gd name="T8" fmla="*/ 32 w 117"/>
                    <a:gd name="T9" fmla="*/ 15 h 118"/>
                    <a:gd name="T10" fmla="*/ 47 w 117"/>
                    <a:gd name="T11" fmla="*/ 0 h 118"/>
                    <a:gd name="T12" fmla="*/ 63 w 117"/>
                    <a:gd name="T13" fmla="*/ 0 h 118"/>
                    <a:gd name="T14" fmla="*/ 79 w 117"/>
                    <a:gd name="T15" fmla="*/ 0 h 118"/>
                    <a:gd name="T16" fmla="*/ 84 w 117"/>
                    <a:gd name="T17" fmla="*/ 15 h 118"/>
                    <a:gd name="T18" fmla="*/ 95 w 117"/>
                    <a:gd name="T19" fmla="*/ 31 h 118"/>
                    <a:gd name="T20" fmla="*/ 105 w 117"/>
                    <a:gd name="T21" fmla="*/ 46 h 118"/>
                    <a:gd name="T22" fmla="*/ 111 w 117"/>
                    <a:gd name="T23" fmla="*/ 61 h 118"/>
                    <a:gd name="T24" fmla="*/ 116 w 117"/>
                    <a:gd name="T25" fmla="*/ 76 h 118"/>
                    <a:gd name="T26" fmla="*/ 116 w 117"/>
                    <a:gd name="T27" fmla="*/ 92 h 118"/>
                    <a:gd name="T28" fmla="*/ 116 w 117"/>
                    <a:gd name="T29" fmla="*/ 107 h 118"/>
                    <a:gd name="T30" fmla="*/ 100 w 117"/>
                    <a:gd name="T31" fmla="*/ 117 h 118"/>
                    <a:gd name="T32" fmla="*/ 84 w 117"/>
                    <a:gd name="T33" fmla="*/ 117 h 118"/>
                    <a:gd name="T34" fmla="*/ 69 w 117"/>
                    <a:gd name="T35" fmla="*/ 117 h 118"/>
                    <a:gd name="T36" fmla="*/ 53 w 117"/>
                    <a:gd name="T37" fmla="*/ 117 h 118"/>
                    <a:gd name="T38" fmla="*/ 37 w 117"/>
                    <a:gd name="T39" fmla="*/ 112 h 118"/>
                    <a:gd name="T40" fmla="*/ 21 w 117"/>
                    <a:gd name="T41" fmla="*/ 102 h 118"/>
                    <a:gd name="T42" fmla="*/ 11 w 117"/>
                    <a:gd name="T43" fmla="*/ 86 h 118"/>
                    <a:gd name="T44" fmla="*/ 5 w 117"/>
                    <a:gd name="T45" fmla="*/ 71 h 118"/>
                    <a:gd name="T46" fmla="*/ 5 w 117"/>
                    <a:gd name="T47" fmla="*/ 66 h 1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117" h="118">
                      <a:moveTo>
                        <a:pt x="5" y="66"/>
                      </a:moveTo>
                      <a:lnTo>
                        <a:pt x="0" y="51"/>
                      </a:lnTo>
                      <a:lnTo>
                        <a:pt x="0" y="36"/>
                      </a:lnTo>
                      <a:lnTo>
                        <a:pt x="16" y="25"/>
                      </a:lnTo>
                      <a:lnTo>
                        <a:pt x="32" y="15"/>
                      </a:lnTo>
                      <a:lnTo>
                        <a:pt x="47" y="0"/>
                      </a:lnTo>
                      <a:lnTo>
                        <a:pt x="63" y="0"/>
                      </a:lnTo>
                      <a:lnTo>
                        <a:pt x="79" y="0"/>
                      </a:lnTo>
                      <a:lnTo>
                        <a:pt x="84" y="15"/>
                      </a:lnTo>
                      <a:lnTo>
                        <a:pt x="95" y="31"/>
                      </a:lnTo>
                      <a:lnTo>
                        <a:pt x="105" y="46"/>
                      </a:lnTo>
                      <a:lnTo>
                        <a:pt x="111" y="61"/>
                      </a:lnTo>
                      <a:lnTo>
                        <a:pt x="116" y="76"/>
                      </a:lnTo>
                      <a:lnTo>
                        <a:pt x="116" y="92"/>
                      </a:lnTo>
                      <a:lnTo>
                        <a:pt x="116" y="107"/>
                      </a:lnTo>
                      <a:lnTo>
                        <a:pt x="100" y="117"/>
                      </a:lnTo>
                      <a:lnTo>
                        <a:pt x="84" y="117"/>
                      </a:lnTo>
                      <a:lnTo>
                        <a:pt x="69" y="117"/>
                      </a:lnTo>
                      <a:lnTo>
                        <a:pt x="53" y="117"/>
                      </a:lnTo>
                      <a:lnTo>
                        <a:pt x="37" y="112"/>
                      </a:lnTo>
                      <a:lnTo>
                        <a:pt x="21" y="102"/>
                      </a:lnTo>
                      <a:lnTo>
                        <a:pt x="11" y="86"/>
                      </a:lnTo>
                      <a:lnTo>
                        <a:pt x="5" y="71"/>
                      </a:lnTo>
                      <a:lnTo>
                        <a:pt x="5" y="66"/>
                      </a:lnTo>
                    </a:path>
                  </a:pathLst>
                </a:custGeom>
                <a:solidFill>
                  <a:srgbClr val="EAEAEA"/>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CC"/>
                    </a:solidFill>
                    <a:ea typeface="黑体" panose="02010609060101010101" pitchFamily="49" charset="-122"/>
                  </a:endParaRPr>
                </a:p>
              </p:txBody>
            </p:sp>
            <p:sp>
              <p:nvSpPr>
                <p:cNvPr id="1029186" name="Freeform 67"/>
                <p:cNvSpPr>
                  <a:spLocks noChangeArrowheads="1"/>
                </p:cNvSpPr>
                <p:nvPr/>
              </p:nvSpPr>
              <p:spPr bwMode="auto">
                <a:xfrm>
                  <a:off x="3469" y="239"/>
                  <a:ext cx="82" cy="87"/>
                </a:xfrm>
                <a:custGeom>
                  <a:avLst/>
                  <a:gdLst>
                    <a:gd name="T0" fmla="*/ 0 w 82"/>
                    <a:gd name="T1" fmla="*/ 0 h 87"/>
                    <a:gd name="T2" fmla="*/ 16 w 82"/>
                    <a:gd name="T3" fmla="*/ 10 h 87"/>
                    <a:gd name="T4" fmla="*/ 32 w 82"/>
                    <a:gd name="T5" fmla="*/ 20 h 87"/>
                    <a:gd name="T6" fmla="*/ 49 w 82"/>
                    <a:gd name="T7" fmla="*/ 20 h 87"/>
                    <a:gd name="T8" fmla="*/ 65 w 82"/>
                    <a:gd name="T9" fmla="*/ 30 h 87"/>
                    <a:gd name="T10" fmla="*/ 76 w 82"/>
                    <a:gd name="T11" fmla="*/ 46 h 87"/>
                    <a:gd name="T12" fmla="*/ 81 w 82"/>
                    <a:gd name="T13" fmla="*/ 61 h 87"/>
                    <a:gd name="T14" fmla="*/ 81 w 82"/>
                    <a:gd name="T15" fmla="*/ 76 h 87"/>
                    <a:gd name="T16" fmla="*/ 65 w 82"/>
                    <a:gd name="T17" fmla="*/ 86 h 87"/>
                    <a:gd name="T18" fmla="*/ 49 w 82"/>
                    <a:gd name="T19" fmla="*/ 86 h 87"/>
                    <a:gd name="T20" fmla="*/ 27 w 82"/>
                    <a:gd name="T21" fmla="*/ 81 h 87"/>
                    <a:gd name="T22" fmla="*/ 11 w 82"/>
                    <a:gd name="T23" fmla="*/ 71 h 87"/>
                    <a:gd name="T24" fmla="*/ 5 w 82"/>
                    <a:gd name="T25" fmla="*/ 56 h 87"/>
                    <a:gd name="T26" fmla="*/ 0 w 82"/>
                    <a:gd name="T27" fmla="*/ 40 h 87"/>
                    <a:gd name="T28" fmla="*/ 0 w 82"/>
                    <a:gd name="T29" fmla="*/ 25 h 87"/>
                    <a:gd name="T30" fmla="*/ 11 w 82"/>
                    <a:gd name="T31" fmla="*/ 10 h 87"/>
                    <a:gd name="T32" fmla="*/ 0 w 82"/>
                    <a:gd name="T33" fmla="*/ 0 h 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82" h="87">
                      <a:moveTo>
                        <a:pt x="0" y="0"/>
                      </a:moveTo>
                      <a:lnTo>
                        <a:pt x="16" y="10"/>
                      </a:lnTo>
                      <a:lnTo>
                        <a:pt x="32" y="20"/>
                      </a:lnTo>
                      <a:lnTo>
                        <a:pt x="49" y="20"/>
                      </a:lnTo>
                      <a:lnTo>
                        <a:pt x="65" y="30"/>
                      </a:lnTo>
                      <a:lnTo>
                        <a:pt x="76" y="46"/>
                      </a:lnTo>
                      <a:lnTo>
                        <a:pt x="81" y="61"/>
                      </a:lnTo>
                      <a:lnTo>
                        <a:pt x="81" y="76"/>
                      </a:lnTo>
                      <a:lnTo>
                        <a:pt x="65" y="86"/>
                      </a:lnTo>
                      <a:lnTo>
                        <a:pt x="49" y="86"/>
                      </a:lnTo>
                      <a:lnTo>
                        <a:pt x="27" y="81"/>
                      </a:lnTo>
                      <a:lnTo>
                        <a:pt x="11" y="71"/>
                      </a:lnTo>
                      <a:lnTo>
                        <a:pt x="5" y="56"/>
                      </a:lnTo>
                      <a:lnTo>
                        <a:pt x="0" y="40"/>
                      </a:lnTo>
                      <a:lnTo>
                        <a:pt x="0" y="25"/>
                      </a:lnTo>
                      <a:lnTo>
                        <a:pt x="11" y="10"/>
                      </a:lnTo>
                      <a:lnTo>
                        <a:pt x="0" y="0"/>
                      </a:lnTo>
                    </a:path>
                  </a:pathLst>
                </a:custGeom>
                <a:solidFill>
                  <a:srgbClr val="EAEAEA"/>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CC"/>
                    </a:solidFill>
                    <a:ea typeface="黑体" panose="02010609060101010101" pitchFamily="49" charset="-122"/>
                  </a:endParaRPr>
                </a:p>
              </p:txBody>
            </p:sp>
          </p:grpSp>
          <p:sp>
            <p:nvSpPr>
              <p:cNvPr id="1029187" name="Text Box 68"/>
              <p:cNvSpPr txBox="1">
                <a:spLocks noChangeArrowheads="1"/>
              </p:cNvSpPr>
              <p:nvPr/>
            </p:nvSpPr>
            <p:spPr bwMode="auto">
              <a:xfrm>
                <a:off x="4967" y="1856"/>
                <a:ext cx="342" cy="222"/>
              </a:xfrm>
              <a:prstGeom prst="rect">
                <a:avLst/>
              </a:prstGeom>
              <a:solidFill>
                <a:srgbClr val="EAEAEA"/>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zh-CN" altLang="en-US" sz="2000" b="1">
                    <a:solidFill>
                      <a:srgbClr val="0000CC"/>
                    </a:solidFill>
                    <a:ea typeface="黑体" panose="02010609060101010101" pitchFamily="49" charset="-122"/>
                  </a:rPr>
                  <a:t>网 </a:t>
                </a:r>
                <a:r>
                  <a:rPr lang="en-US" altLang="zh-CN" sz="2000" b="1">
                    <a:solidFill>
                      <a:srgbClr val="0000CC"/>
                    </a:solidFill>
                    <a:ea typeface="黑体" panose="02010609060101010101" pitchFamily="49" charset="-122"/>
                  </a:rPr>
                  <a:t>1</a:t>
                </a:r>
              </a:p>
            </p:txBody>
          </p:sp>
        </p:grpSp>
        <p:grpSp>
          <p:nvGrpSpPr>
            <p:cNvPr id="1029188" name="Group 69"/>
            <p:cNvGrpSpPr>
              <a:grpSpLocks/>
            </p:cNvGrpSpPr>
            <p:nvPr/>
          </p:nvGrpSpPr>
          <p:grpSpPr bwMode="auto">
            <a:xfrm>
              <a:off x="4859" y="1309"/>
              <a:ext cx="743" cy="541"/>
              <a:chOff x="4830" y="1752"/>
              <a:chExt cx="667" cy="477"/>
            </a:xfrm>
          </p:grpSpPr>
          <p:grpSp>
            <p:nvGrpSpPr>
              <p:cNvPr id="1029189" name="Group 70"/>
              <p:cNvGrpSpPr>
                <a:grpSpLocks/>
              </p:cNvGrpSpPr>
              <p:nvPr/>
            </p:nvGrpSpPr>
            <p:grpSpPr bwMode="auto">
              <a:xfrm>
                <a:off x="4830" y="1752"/>
                <a:ext cx="667" cy="477"/>
                <a:chOff x="2949" y="196"/>
                <a:chExt cx="941" cy="598"/>
              </a:xfrm>
            </p:grpSpPr>
            <p:sp>
              <p:nvSpPr>
                <p:cNvPr id="1029190" name="Oval 71"/>
                <p:cNvSpPr>
                  <a:spLocks noChangeArrowheads="1"/>
                </p:cNvSpPr>
                <p:nvPr/>
              </p:nvSpPr>
              <p:spPr bwMode="auto">
                <a:xfrm>
                  <a:off x="3168" y="196"/>
                  <a:ext cx="407" cy="162"/>
                </a:xfrm>
                <a:prstGeom prst="ellipse">
                  <a:avLst/>
                </a:prstGeom>
                <a:solidFill>
                  <a:srgbClr val="EAEAEA"/>
                </a:solidFill>
                <a:ln w="12700">
                  <a:solidFill>
                    <a:schemeClr val="tx1"/>
                  </a:solidFill>
                  <a:round/>
                  <a:headEnd/>
                  <a:tailEnd/>
                </a:ln>
              </p:spPr>
              <p:txBody>
                <a:bodyPr wrap="none" anchor="ctr"/>
                <a:lstStyle/>
                <a:p>
                  <a:pPr eaLnBrk="0" hangingPunct="0"/>
                  <a:endParaRPr lang="zh-CN" altLang="en-US" b="1">
                    <a:solidFill>
                      <a:srgbClr val="0000CC"/>
                    </a:solidFill>
                    <a:ea typeface="黑体" panose="02010609060101010101" pitchFamily="49" charset="-122"/>
                  </a:endParaRPr>
                </a:p>
              </p:txBody>
            </p:sp>
            <p:sp>
              <p:nvSpPr>
                <p:cNvPr id="1029191" name="Oval 72"/>
                <p:cNvSpPr>
                  <a:spLocks noChangeArrowheads="1"/>
                </p:cNvSpPr>
                <p:nvPr/>
              </p:nvSpPr>
              <p:spPr bwMode="auto">
                <a:xfrm rot="900000">
                  <a:off x="3512" y="252"/>
                  <a:ext cx="275" cy="131"/>
                </a:xfrm>
                <a:prstGeom prst="ellipse">
                  <a:avLst/>
                </a:prstGeom>
                <a:solidFill>
                  <a:srgbClr val="EAEAEA"/>
                </a:solidFill>
                <a:ln w="12700">
                  <a:solidFill>
                    <a:schemeClr val="tx1"/>
                  </a:solidFill>
                  <a:round/>
                  <a:headEnd/>
                  <a:tailEnd/>
                </a:ln>
              </p:spPr>
              <p:txBody>
                <a:bodyPr wrap="none" anchor="ctr"/>
                <a:lstStyle/>
                <a:p>
                  <a:pPr eaLnBrk="0" hangingPunct="0"/>
                  <a:endParaRPr lang="zh-CN" altLang="en-US" b="1">
                    <a:solidFill>
                      <a:srgbClr val="0000CC"/>
                    </a:solidFill>
                    <a:ea typeface="黑体" panose="02010609060101010101" pitchFamily="49" charset="-122"/>
                  </a:endParaRPr>
                </a:p>
              </p:txBody>
            </p:sp>
            <p:sp>
              <p:nvSpPr>
                <p:cNvPr id="1029192" name="Oval 73"/>
                <p:cNvSpPr>
                  <a:spLocks noChangeArrowheads="1"/>
                </p:cNvSpPr>
                <p:nvPr/>
              </p:nvSpPr>
              <p:spPr bwMode="auto">
                <a:xfrm rot="1500000">
                  <a:off x="3650" y="385"/>
                  <a:ext cx="240" cy="153"/>
                </a:xfrm>
                <a:prstGeom prst="ellipse">
                  <a:avLst/>
                </a:prstGeom>
                <a:solidFill>
                  <a:srgbClr val="EAEAEA"/>
                </a:solidFill>
                <a:ln w="12700">
                  <a:solidFill>
                    <a:schemeClr val="tx1"/>
                  </a:solidFill>
                  <a:round/>
                  <a:headEnd/>
                  <a:tailEnd/>
                </a:ln>
              </p:spPr>
              <p:txBody>
                <a:bodyPr wrap="none" anchor="ctr"/>
                <a:lstStyle/>
                <a:p>
                  <a:pPr eaLnBrk="0" hangingPunct="0"/>
                  <a:endParaRPr lang="zh-CN" altLang="en-US" b="1">
                    <a:solidFill>
                      <a:srgbClr val="0000CC"/>
                    </a:solidFill>
                    <a:ea typeface="黑体" panose="02010609060101010101" pitchFamily="49" charset="-122"/>
                  </a:endParaRPr>
                </a:p>
              </p:txBody>
            </p:sp>
            <p:sp>
              <p:nvSpPr>
                <p:cNvPr id="1029193" name="Oval 74"/>
                <p:cNvSpPr>
                  <a:spLocks noChangeArrowheads="1"/>
                </p:cNvSpPr>
                <p:nvPr/>
              </p:nvSpPr>
              <p:spPr bwMode="auto">
                <a:xfrm rot="-1560000">
                  <a:off x="3573" y="537"/>
                  <a:ext cx="291" cy="189"/>
                </a:xfrm>
                <a:prstGeom prst="ellipse">
                  <a:avLst/>
                </a:prstGeom>
                <a:solidFill>
                  <a:srgbClr val="EAEAEA"/>
                </a:solidFill>
                <a:ln w="12700">
                  <a:solidFill>
                    <a:schemeClr val="tx1"/>
                  </a:solidFill>
                  <a:round/>
                  <a:headEnd/>
                  <a:tailEnd/>
                </a:ln>
              </p:spPr>
              <p:txBody>
                <a:bodyPr wrap="none" anchor="ctr"/>
                <a:lstStyle/>
                <a:p>
                  <a:pPr eaLnBrk="0" hangingPunct="0"/>
                  <a:endParaRPr lang="zh-CN" altLang="en-US" b="1">
                    <a:solidFill>
                      <a:srgbClr val="0000CC"/>
                    </a:solidFill>
                    <a:ea typeface="黑体" panose="02010609060101010101" pitchFamily="49" charset="-122"/>
                  </a:endParaRPr>
                </a:p>
              </p:txBody>
            </p:sp>
            <p:sp>
              <p:nvSpPr>
                <p:cNvPr id="1029194" name="Oval 75"/>
                <p:cNvSpPr>
                  <a:spLocks noChangeArrowheads="1"/>
                </p:cNvSpPr>
                <p:nvPr/>
              </p:nvSpPr>
              <p:spPr bwMode="auto">
                <a:xfrm>
                  <a:off x="3216" y="555"/>
                  <a:ext cx="471" cy="239"/>
                </a:xfrm>
                <a:prstGeom prst="ellipse">
                  <a:avLst/>
                </a:prstGeom>
                <a:solidFill>
                  <a:srgbClr val="EAEAEA"/>
                </a:solidFill>
                <a:ln w="12700">
                  <a:solidFill>
                    <a:schemeClr val="tx1"/>
                  </a:solidFill>
                  <a:round/>
                  <a:headEnd/>
                  <a:tailEnd/>
                </a:ln>
              </p:spPr>
              <p:txBody>
                <a:bodyPr wrap="none" anchor="ctr"/>
                <a:lstStyle/>
                <a:p>
                  <a:pPr eaLnBrk="0" hangingPunct="0"/>
                  <a:endParaRPr lang="zh-CN" altLang="en-US" b="1">
                    <a:solidFill>
                      <a:srgbClr val="0000CC"/>
                    </a:solidFill>
                    <a:ea typeface="黑体" panose="02010609060101010101" pitchFamily="49" charset="-122"/>
                  </a:endParaRPr>
                </a:p>
              </p:txBody>
            </p:sp>
            <p:sp>
              <p:nvSpPr>
                <p:cNvPr id="1029195" name="Oval 76"/>
                <p:cNvSpPr>
                  <a:spLocks noChangeArrowheads="1"/>
                </p:cNvSpPr>
                <p:nvPr/>
              </p:nvSpPr>
              <p:spPr bwMode="auto">
                <a:xfrm rot="1080000">
                  <a:off x="3023" y="555"/>
                  <a:ext cx="265" cy="156"/>
                </a:xfrm>
                <a:prstGeom prst="ellipse">
                  <a:avLst/>
                </a:prstGeom>
                <a:solidFill>
                  <a:srgbClr val="EAEAEA"/>
                </a:solidFill>
                <a:ln w="12700">
                  <a:solidFill>
                    <a:schemeClr val="tx1"/>
                  </a:solidFill>
                  <a:round/>
                  <a:headEnd/>
                  <a:tailEnd/>
                </a:ln>
              </p:spPr>
              <p:txBody>
                <a:bodyPr wrap="none" anchor="ctr"/>
                <a:lstStyle/>
                <a:p>
                  <a:pPr eaLnBrk="0" hangingPunct="0"/>
                  <a:endParaRPr lang="zh-CN" altLang="en-US" b="1">
                    <a:solidFill>
                      <a:srgbClr val="0000CC"/>
                    </a:solidFill>
                    <a:ea typeface="黑体" panose="02010609060101010101" pitchFamily="49" charset="-122"/>
                  </a:endParaRPr>
                </a:p>
              </p:txBody>
            </p:sp>
            <p:sp>
              <p:nvSpPr>
                <p:cNvPr id="1029196" name="Oval 77"/>
                <p:cNvSpPr>
                  <a:spLocks noChangeArrowheads="1"/>
                </p:cNvSpPr>
                <p:nvPr/>
              </p:nvSpPr>
              <p:spPr bwMode="auto">
                <a:xfrm>
                  <a:off x="2949" y="432"/>
                  <a:ext cx="217" cy="156"/>
                </a:xfrm>
                <a:prstGeom prst="ellipse">
                  <a:avLst/>
                </a:prstGeom>
                <a:solidFill>
                  <a:srgbClr val="EAEAEA"/>
                </a:solidFill>
                <a:ln w="12700">
                  <a:solidFill>
                    <a:schemeClr val="tx1"/>
                  </a:solidFill>
                  <a:round/>
                  <a:headEnd/>
                  <a:tailEnd/>
                </a:ln>
              </p:spPr>
              <p:txBody>
                <a:bodyPr wrap="none" anchor="ctr"/>
                <a:lstStyle/>
                <a:p>
                  <a:pPr eaLnBrk="0" hangingPunct="0"/>
                  <a:endParaRPr lang="zh-CN" altLang="en-US" b="1">
                    <a:solidFill>
                      <a:srgbClr val="0000CC"/>
                    </a:solidFill>
                    <a:ea typeface="黑体" panose="02010609060101010101" pitchFamily="49" charset="-122"/>
                  </a:endParaRPr>
                </a:p>
              </p:txBody>
            </p:sp>
            <p:sp>
              <p:nvSpPr>
                <p:cNvPr id="1029197" name="Oval 78"/>
                <p:cNvSpPr>
                  <a:spLocks noChangeArrowheads="1"/>
                </p:cNvSpPr>
                <p:nvPr/>
              </p:nvSpPr>
              <p:spPr bwMode="auto">
                <a:xfrm rot="-1860000">
                  <a:off x="2984" y="310"/>
                  <a:ext cx="295" cy="156"/>
                </a:xfrm>
                <a:prstGeom prst="ellipse">
                  <a:avLst/>
                </a:prstGeom>
                <a:solidFill>
                  <a:srgbClr val="EAEAEA"/>
                </a:solidFill>
                <a:ln w="12700">
                  <a:solidFill>
                    <a:schemeClr val="tx1"/>
                  </a:solidFill>
                  <a:round/>
                  <a:headEnd/>
                  <a:tailEnd/>
                </a:ln>
              </p:spPr>
              <p:txBody>
                <a:bodyPr wrap="none" anchor="ctr"/>
                <a:lstStyle/>
                <a:p>
                  <a:pPr eaLnBrk="0" hangingPunct="0"/>
                  <a:endParaRPr lang="zh-CN" altLang="en-US" b="1">
                    <a:solidFill>
                      <a:srgbClr val="0000CC"/>
                    </a:solidFill>
                    <a:ea typeface="黑体" panose="02010609060101010101" pitchFamily="49" charset="-122"/>
                  </a:endParaRPr>
                </a:p>
              </p:txBody>
            </p:sp>
            <p:sp>
              <p:nvSpPr>
                <p:cNvPr id="1029198" name="Freeform 79"/>
                <p:cNvSpPr>
                  <a:spLocks noChangeArrowheads="1"/>
                </p:cNvSpPr>
                <p:nvPr/>
              </p:nvSpPr>
              <p:spPr bwMode="auto">
                <a:xfrm>
                  <a:off x="3051" y="300"/>
                  <a:ext cx="738" cy="407"/>
                </a:xfrm>
                <a:custGeom>
                  <a:avLst/>
                  <a:gdLst>
                    <a:gd name="T0" fmla="*/ 108 w 738"/>
                    <a:gd name="T1" fmla="*/ 82 h 407"/>
                    <a:gd name="T2" fmla="*/ 145 w 738"/>
                    <a:gd name="T3" fmla="*/ 77 h 407"/>
                    <a:gd name="T4" fmla="*/ 183 w 738"/>
                    <a:gd name="T5" fmla="*/ 72 h 407"/>
                    <a:gd name="T6" fmla="*/ 215 w 738"/>
                    <a:gd name="T7" fmla="*/ 67 h 407"/>
                    <a:gd name="T8" fmla="*/ 237 w 738"/>
                    <a:gd name="T9" fmla="*/ 46 h 407"/>
                    <a:gd name="T10" fmla="*/ 204 w 738"/>
                    <a:gd name="T11" fmla="*/ 41 h 407"/>
                    <a:gd name="T12" fmla="*/ 172 w 738"/>
                    <a:gd name="T13" fmla="*/ 46 h 407"/>
                    <a:gd name="T14" fmla="*/ 156 w 738"/>
                    <a:gd name="T15" fmla="*/ 46 h 407"/>
                    <a:gd name="T16" fmla="*/ 188 w 738"/>
                    <a:gd name="T17" fmla="*/ 26 h 407"/>
                    <a:gd name="T18" fmla="*/ 226 w 738"/>
                    <a:gd name="T19" fmla="*/ 15 h 407"/>
                    <a:gd name="T20" fmla="*/ 258 w 738"/>
                    <a:gd name="T21" fmla="*/ 10 h 407"/>
                    <a:gd name="T22" fmla="*/ 290 w 738"/>
                    <a:gd name="T23" fmla="*/ 5 h 407"/>
                    <a:gd name="T24" fmla="*/ 323 w 738"/>
                    <a:gd name="T25" fmla="*/ 0 h 407"/>
                    <a:gd name="T26" fmla="*/ 355 w 738"/>
                    <a:gd name="T27" fmla="*/ 0 h 407"/>
                    <a:gd name="T28" fmla="*/ 387 w 738"/>
                    <a:gd name="T29" fmla="*/ 0 h 407"/>
                    <a:gd name="T30" fmla="*/ 463 w 738"/>
                    <a:gd name="T31" fmla="*/ 0 h 407"/>
                    <a:gd name="T32" fmla="*/ 506 w 738"/>
                    <a:gd name="T33" fmla="*/ 0 h 407"/>
                    <a:gd name="T34" fmla="*/ 543 w 738"/>
                    <a:gd name="T35" fmla="*/ 15 h 407"/>
                    <a:gd name="T36" fmla="*/ 570 w 738"/>
                    <a:gd name="T37" fmla="*/ 36 h 407"/>
                    <a:gd name="T38" fmla="*/ 603 w 738"/>
                    <a:gd name="T39" fmla="*/ 51 h 407"/>
                    <a:gd name="T40" fmla="*/ 635 w 738"/>
                    <a:gd name="T41" fmla="*/ 57 h 407"/>
                    <a:gd name="T42" fmla="*/ 667 w 738"/>
                    <a:gd name="T43" fmla="*/ 77 h 407"/>
                    <a:gd name="T44" fmla="*/ 694 w 738"/>
                    <a:gd name="T45" fmla="*/ 98 h 407"/>
                    <a:gd name="T46" fmla="*/ 715 w 738"/>
                    <a:gd name="T47" fmla="*/ 128 h 407"/>
                    <a:gd name="T48" fmla="*/ 721 w 738"/>
                    <a:gd name="T49" fmla="*/ 164 h 407"/>
                    <a:gd name="T50" fmla="*/ 726 w 738"/>
                    <a:gd name="T51" fmla="*/ 195 h 407"/>
                    <a:gd name="T52" fmla="*/ 726 w 738"/>
                    <a:gd name="T53" fmla="*/ 226 h 407"/>
                    <a:gd name="T54" fmla="*/ 726 w 738"/>
                    <a:gd name="T55" fmla="*/ 257 h 407"/>
                    <a:gd name="T56" fmla="*/ 737 w 738"/>
                    <a:gd name="T57" fmla="*/ 288 h 407"/>
                    <a:gd name="T58" fmla="*/ 737 w 738"/>
                    <a:gd name="T59" fmla="*/ 319 h 407"/>
                    <a:gd name="T60" fmla="*/ 715 w 738"/>
                    <a:gd name="T61" fmla="*/ 349 h 407"/>
                    <a:gd name="T62" fmla="*/ 678 w 738"/>
                    <a:gd name="T63" fmla="*/ 365 h 407"/>
                    <a:gd name="T64" fmla="*/ 646 w 738"/>
                    <a:gd name="T65" fmla="*/ 380 h 407"/>
                    <a:gd name="T66" fmla="*/ 613 w 738"/>
                    <a:gd name="T67" fmla="*/ 396 h 407"/>
                    <a:gd name="T68" fmla="*/ 581 w 738"/>
                    <a:gd name="T69" fmla="*/ 401 h 407"/>
                    <a:gd name="T70" fmla="*/ 538 w 738"/>
                    <a:gd name="T71" fmla="*/ 406 h 407"/>
                    <a:gd name="T72" fmla="*/ 500 w 738"/>
                    <a:gd name="T73" fmla="*/ 406 h 407"/>
                    <a:gd name="T74" fmla="*/ 468 w 738"/>
                    <a:gd name="T75" fmla="*/ 406 h 407"/>
                    <a:gd name="T76" fmla="*/ 436 w 738"/>
                    <a:gd name="T77" fmla="*/ 406 h 407"/>
                    <a:gd name="T78" fmla="*/ 403 w 738"/>
                    <a:gd name="T79" fmla="*/ 406 h 407"/>
                    <a:gd name="T80" fmla="*/ 371 w 738"/>
                    <a:gd name="T81" fmla="*/ 406 h 407"/>
                    <a:gd name="T82" fmla="*/ 339 w 738"/>
                    <a:gd name="T83" fmla="*/ 406 h 407"/>
                    <a:gd name="T84" fmla="*/ 307 w 738"/>
                    <a:gd name="T85" fmla="*/ 406 h 407"/>
                    <a:gd name="T86" fmla="*/ 269 w 738"/>
                    <a:gd name="T87" fmla="*/ 406 h 407"/>
                    <a:gd name="T88" fmla="*/ 237 w 738"/>
                    <a:gd name="T89" fmla="*/ 406 h 407"/>
                    <a:gd name="T90" fmla="*/ 204 w 738"/>
                    <a:gd name="T91" fmla="*/ 406 h 407"/>
                    <a:gd name="T92" fmla="*/ 172 w 738"/>
                    <a:gd name="T93" fmla="*/ 391 h 407"/>
                    <a:gd name="T94" fmla="*/ 140 w 738"/>
                    <a:gd name="T95" fmla="*/ 380 h 407"/>
                    <a:gd name="T96" fmla="*/ 108 w 738"/>
                    <a:gd name="T97" fmla="*/ 365 h 407"/>
                    <a:gd name="T98" fmla="*/ 81 w 738"/>
                    <a:gd name="T99" fmla="*/ 339 h 407"/>
                    <a:gd name="T100" fmla="*/ 59 w 738"/>
                    <a:gd name="T101" fmla="*/ 319 h 407"/>
                    <a:gd name="T102" fmla="*/ 38 w 738"/>
                    <a:gd name="T103" fmla="*/ 288 h 407"/>
                    <a:gd name="T104" fmla="*/ 16 w 738"/>
                    <a:gd name="T105" fmla="*/ 252 h 407"/>
                    <a:gd name="T106" fmla="*/ 0 w 738"/>
                    <a:gd name="T107" fmla="*/ 216 h 407"/>
                    <a:gd name="T108" fmla="*/ 0 w 738"/>
                    <a:gd name="T109" fmla="*/ 185 h 407"/>
                    <a:gd name="T110" fmla="*/ 5 w 738"/>
                    <a:gd name="T111" fmla="*/ 149 h 407"/>
                    <a:gd name="T112" fmla="*/ 27 w 738"/>
                    <a:gd name="T113" fmla="*/ 123 h 407"/>
                    <a:gd name="T114" fmla="*/ 54 w 738"/>
                    <a:gd name="T115" fmla="*/ 108 h 407"/>
                    <a:gd name="T116" fmla="*/ 86 w 738"/>
                    <a:gd name="T117" fmla="*/ 98 h 407"/>
                    <a:gd name="T118" fmla="*/ 113 w 738"/>
                    <a:gd name="T119" fmla="*/ 82 h 407"/>
                    <a:gd name="T120" fmla="*/ 129 w 738"/>
                    <a:gd name="T121" fmla="*/ 98 h 40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Lst>
                  <a:rect l="0" t="0" r="r" b="b"/>
                  <a:pathLst>
                    <a:path w="738" h="407">
                      <a:moveTo>
                        <a:pt x="91" y="82"/>
                      </a:moveTo>
                      <a:lnTo>
                        <a:pt x="108" y="82"/>
                      </a:lnTo>
                      <a:lnTo>
                        <a:pt x="124" y="82"/>
                      </a:lnTo>
                      <a:lnTo>
                        <a:pt x="145" y="77"/>
                      </a:lnTo>
                      <a:lnTo>
                        <a:pt x="161" y="77"/>
                      </a:lnTo>
                      <a:lnTo>
                        <a:pt x="183" y="72"/>
                      </a:lnTo>
                      <a:lnTo>
                        <a:pt x="199" y="72"/>
                      </a:lnTo>
                      <a:lnTo>
                        <a:pt x="215" y="67"/>
                      </a:lnTo>
                      <a:lnTo>
                        <a:pt x="231" y="62"/>
                      </a:lnTo>
                      <a:lnTo>
                        <a:pt x="237" y="46"/>
                      </a:lnTo>
                      <a:lnTo>
                        <a:pt x="221" y="41"/>
                      </a:lnTo>
                      <a:lnTo>
                        <a:pt x="204" y="41"/>
                      </a:lnTo>
                      <a:lnTo>
                        <a:pt x="188" y="46"/>
                      </a:lnTo>
                      <a:lnTo>
                        <a:pt x="172" y="46"/>
                      </a:lnTo>
                      <a:lnTo>
                        <a:pt x="156" y="62"/>
                      </a:lnTo>
                      <a:lnTo>
                        <a:pt x="156" y="46"/>
                      </a:lnTo>
                      <a:lnTo>
                        <a:pt x="172" y="36"/>
                      </a:lnTo>
                      <a:lnTo>
                        <a:pt x="188" y="26"/>
                      </a:lnTo>
                      <a:lnTo>
                        <a:pt x="210" y="21"/>
                      </a:lnTo>
                      <a:lnTo>
                        <a:pt x="226" y="15"/>
                      </a:lnTo>
                      <a:lnTo>
                        <a:pt x="242" y="15"/>
                      </a:lnTo>
                      <a:lnTo>
                        <a:pt x="258" y="10"/>
                      </a:lnTo>
                      <a:lnTo>
                        <a:pt x="274" y="10"/>
                      </a:lnTo>
                      <a:lnTo>
                        <a:pt x="290" y="5"/>
                      </a:lnTo>
                      <a:lnTo>
                        <a:pt x="307" y="5"/>
                      </a:lnTo>
                      <a:lnTo>
                        <a:pt x="323" y="0"/>
                      </a:lnTo>
                      <a:lnTo>
                        <a:pt x="339" y="0"/>
                      </a:lnTo>
                      <a:lnTo>
                        <a:pt x="355" y="0"/>
                      </a:lnTo>
                      <a:lnTo>
                        <a:pt x="371" y="0"/>
                      </a:lnTo>
                      <a:lnTo>
                        <a:pt x="387" y="0"/>
                      </a:lnTo>
                      <a:lnTo>
                        <a:pt x="420" y="0"/>
                      </a:lnTo>
                      <a:lnTo>
                        <a:pt x="463" y="0"/>
                      </a:lnTo>
                      <a:lnTo>
                        <a:pt x="484" y="0"/>
                      </a:lnTo>
                      <a:lnTo>
                        <a:pt x="506" y="0"/>
                      </a:lnTo>
                      <a:lnTo>
                        <a:pt x="527" y="5"/>
                      </a:lnTo>
                      <a:lnTo>
                        <a:pt x="543" y="15"/>
                      </a:lnTo>
                      <a:lnTo>
                        <a:pt x="554" y="31"/>
                      </a:lnTo>
                      <a:lnTo>
                        <a:pt x="570" y="36"/>
                      </a:lnTo>
                      <a:lnTo>
                        <a:pt x="586" y="46"/>
                      </a:lnTo>
                      <a:lnTo>
                        <a:pt x="603" y="51"/>
                      </a:lnTo>
                      <a:lnTo>
                        <a:pt x="619" y="51"/>
                      </a:lnTo>
                      <a:lnTo>
                        <a:pt x="635" y="57"/>
                      </a:lnTo>
                      <a:lnTo>
                        <a:pt x="651" y="67"/>
                      </a:lnTo>
                      <a:lnTo>
                        <a:pt x="667" y="77"/>
                      </a:lnTo>
                      <a:lnTo>
                        <a:pt x="678" y="93"/>
                      </a:lnTo>
                      <a:lnTo>
                        <a:pt x="694" y="98"/>
                      </a:lnTo>
                      <a:lnTo>
                        <a:pt x="699" y="113"/>
                      </a:lnTo>
                      <a:lnTo>
                        <a:pt x="715" y="128"/>
                      </a:lnTo>
                      <a:lnTo>
                        <a:pt x="721" y="149"/>
                      </a:lnTo>
                      <a:lnTo>
                        <a:pt x="721" y="164"/>
                      </a:lnTo>
                      <a:lnTo>
                        <a:pt x="726" y="180"/>
                      </a:lnTo>
                      <a:lnTo>
                        <a:pt x="726" y="195"/>
                      </a:lnTo>
                      <a:lnTo>
                        <a:pt x="726" y="211"/>
                      </a:lnTo>
                      <a:lnTo>
                        <a:pt x="726" y="226"/>
                      </a:lnTo>
                      <a:lnTo>
                        <a:pt x="726" y="242"/>
                      </a:lnTo>
                      <a:lnTo>
                        <a:pt x="726" y="257"/>
                      </a:lnTo>
                      <a:lnTo>
                        <a:pt x="737" y="272"/>
                      </a:lnTo>
                      <a:lnTo>
                        <a:pt x="737" y="288"/>
                      </a:lnTo>
                      <a:lnTo>
                        <a:pt x="737" y="303"/>
                      </a:lnTo>
                      <a:lnTo>
                        <a:pt x="737" y="319"/>
                      </a:lnTo>
                      <a:lnTo>
                        <a:pt x="732" y="334"/>
                      </a:lnTo>
                      <a:lnTo>
                        <a:pt x="715" y="349"/>
                      </a:lnTo>
                      <a:lnTo>
                        <a:pt x="694" y="360"/>
                      </a:lnTo>
                      <a:lnTo>
                        <a:pt x="678" y="365"/>
                      </a:lnTo>
                      <a:lnTo>
                        <a:pt x="662" y="375"/>
                      </a:lnTo>
                      <a:lnTo>
                        <a:pt x="646" y="380"/>
                      </a:lnTo>
                      <a:lnTo>
                        <a:pt x="629" y="385"/>
                      </a:lnTo>
                      <a:lnTo>
                        <a:pt x="613" y="396"/>
                      </a:lnTo>
                      <a:lnTo>
                        <a:pt x="597" y="401"/>
                      </a:lnTo>
                      <a:lnTo>
                        <a:pt x="581" y="401"/>
                      </a:lnTo>
                      <a:lnTo>
                        <a:pt x="559" y="406"/>
                      </a:lnTo>
                      <a:lnTo>
                        <a:pt x="538" y="406"/>
                      </a:lnTo>
                      <a:lnTo>
                        <a:pt x="522" y="406"/>
                      </a:lnTo>
                      <a:lnTo>
                        <a:pt x="500" y="406"/>
                      </a:lnTo>
                      <a:lnTo>
                        <a:pt x="484" y="406"/>
                      </a:lnTo>
                      <a:lnTo>
                        <a:pt x="468" y="406"/>
                      </a:lnTo>
                      <a:lnTo>
                        <a:pt x="452" y="406"/>
                      </a:lnTo>
                      <a:lnTo>
                        <a:pt x="436" y="406"/>
                      </a:lnTo>
                      <a:lnTo>
                        <a:pt x="420" y="406"/>
                      </a:lnTo>
                      <a:lnTo>
                        <a:pt x="403" y="406"/>
                      </a:lnTo>
                      <a:lnTo>
                        <a:pt x="387" y="406"/>
                      </a:lnTo>
                      <a:lnTo>
                        <a:pt x="371" y="406"/>
                      </a:lnTo>
                      <a:lnTo>
                        <a:pt x="355" y="406"/>
                      </a:lnTo>
                      <a:lnTo>
                        <a:pt x="339" y="406"/>
                      </a:lnTo>
                      <a:lnTo>
                        <a:pt x="323" y="406"/>
                      </a:lnTo>
                      <a:lnTo>
                        <a:pt x="307" y="406"/>
                      </a:lnTo>
                      <a:lnTo>
                        <a:pt x="285" y="406"/>
                      </a:lnTo>
                      <a:lnTo>
                        <a:pt x="269" y="406"/>
                      </a:lnTo>
                      <a:lnTo>
                        <a:pt x="253" y="406"/>
                      </a:lnTo>
                      <a:lnTo>
                        <a:pt x="237" y="406"/>
                      </a:lnTo>
                      <a:lnTo>
                        <a:pt x="221" y="406"/>
                      </a:lnTo>
                      <a:lnTo>
                        <a:pt x="204" y="406"/>
                      </a:lnTo>
                      <a:lnTo>
                        <a:pt x="188" y="396"/>
                      </a:lnTo>
                      <a:lnTo>
                        <a:pt x="172" y="391"/>
                      </a:lnTo>
                      <a:lnTo>
                        <a:pt x="156" y="385"/>
                      </a:lnTo>
                      <a:lnTo>
                        <a:pt x="140" y="380"/>
                      </a:lnTo>
                      <a:lnTo>
                        <a:pt x="124" y="375"/>
                      </a:lnTo>
                      <a:lnTo>
                        <a:pt x="108" y="365"/>
                      </a:lnTo>
                      <a:lnTo>
                        <a:pt x="91" y="355"/>
                      </a:lnTo>
                      <a:lnTo>
                        <a:pt x="81" y="339"/>
                      </a:lnTo>
                      <a:lnTo>
                        <a:pt x="65" y="334"/>
                      </a:lnTo>
                      <a:lnTo>
                        <a:pt x="59" y="319"/>
                      </a:lnTo>
                      <a:lnTo>
                        <a:pt x="43" y="303"/>
                      </a:lnTo>
                      <a:lnTo>
                        <a:pt x="38" y="288"/>
                      </a:lnTo>
                      <a:lnTo>
                        <a:pt x="22" y="272"/>
                      </a:lnTo>
                      <a:lnTo>
                        <a:pt x="16" y="252"/>
                      </a:lnTo>
                      <a:lnTo>
                        <a:pt x="5" y="231"/>
                      </a:lnTo>
                      <a:lnTo>
                        <a:pt x="0" y="216"/>
                      </a:lnTo>
                      <a:lnTo>
                        <a:pt x="0" y="200"/>
                      </a:lnTo>
                      <a:lnTo>
                        <a:pt x="0" y="185"/>
                      </a:lnTo>
                      <a:lnTo>
                        <a:pt x="0" y="170"/>
                      </a:lnTo>
                      <a:lnTo>
                        <a:pt x="5" y="149"/>
                      </a:lnTo>
                      <a:lnTo>
                        <a:pt x="11" y="134"/>
                      </a:lnTo>
                      <a:lnTo>
                        <a:pt x="27" y="123"/>
                      </a:lnTo>
                      <a:lnTo>
                        <a:pt x="38" y="108"/>
                      </a:lnTo>
                      <a:lnTo>
                        <a:pt x="54" y="108"/>
                      </a:lnTo>
                      <a:lnTo>
                        <a:pt x="70" y="103"/>
                      </a:lnTo>
                      <a:lnTo>
                        <a:pt x="86" y="98"/>
                      </a:lnTo>
                      <a:lnTo>
                        <a:pt x="102" y="98"/>
                      </a:lnTo>
                      <a:lnTo>
                        <a:pt x="113" y="82"/>
                      </a:lnTo>
                      <a:lnTo>
                        <a:pt x="113" y="67"/>
                      </a:lnTo>
                      <a:lnTo>
                        <a:pt x="129" y="98"/>
                      </a:lnTo>
                    </a:path>
                  </a:pathLst>
                </a:custGeom>
                <a:solidFill>
                  <a:srgbClr val="EAEAEA"/>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CC"/>
                    </a:solidFill>
                    <a:ea typeface="黑体" panose="02010609060101010101" pitchFamily="49" charset="-122"/>
                  </a:endParaRPr>
                </a:p>
              </p:txBody>
            </p:sp>
            <p:sp>
              <p:nvSpPr>
                <p:cNvPr id="1029199" name="Freeform 80"/>
                <p:cNvSpPr>
                  <a:spLocks noChangeArrowheads="1"/>
                </p:cNvSpPr>
                <p:nvPr/>
              </p:nvSpPr>
              <p:spPr bwMode="auto">
                <a:xfrm>
                  <a:off x="3193" y="270"/>
                  <a:ext cx="117" cy="118"/>
                </a:xfrm>
                <a:custGeom>
                  <a:avLst/>
                  <a:gdLst>
                    <a:gd name="T0" fmla="*/ 5 w 117"/>
                    <a:gd name="T1" fmla="*/ 66 h 118"/>
                    <a:gd name="T2" fmla="*/ 0 w 117"/>
                    <a:gd name="T3" fmla="*/ 51 h 118"/>
                    <a:gd name="T4" fmla="*/ 0 w 117"/>
                    <a:gd name="T5" fmla="*/ 36 h 118"/>
                    <a:gd name="T6" fmla="*/ 16 w 117"/>
                    <a:gd name="T7" fmla="*/ 25 h 118"/>
                    <a:gd name="T8" fmla="*/ 32 w 117"/>
                    <a:gd name="T9" fmla="*/ 15 h 118"/>
                    <a:gd name="T10" fmla="*/ 47 w 117"/>
                    <a:gd name="T11" fmla="*/ 0 h 118"/>
                    <a:gd name="T12" fmla="*/ 63 w 117"/>
                    <a:gd name="T13" fmla="*/ 0 h 118"/>
                    <a:gd name="T14" fmla="*/ 79 w 117"/>
                    <a:gd name="T15" fmla="*/ 0 h 118"/>
                    <a:gd name="T16" fmla="*/ 84 w 117"/>
                    <a:gd name="T17" fmla="*/ 15 h 118"/>
                    <a:gd name="T18" fmla="*/ 95 w 117"/>
                    <a:gd name="T19" fmla="*/ 31 h 118"/>
                    <a:gd name="T20" fmla="*/ 105 w 117"/>
                    <a:gd name="T21" fmla="*/ 46 h 118"/>
                    <a:gd name="T22" fmla="*/ 111 w 117"/>
                    <a:gd name="T23" fmla="*/ 61 h 118"/>
                    <a:gd name="T24" fmla="*/ 116 w 117"/>
                    <a:gd name="T25" fmla="*/ 76 h 118"/>
                    <a:gd name="T26" fmla="*/ 116 w 117"/>
                    <a:gd name="T27" fmla="*/ 92 h 118"/>
                    <a:gd name="T28" fmla="*/ 116 w 117"/>
                    <a:gd name="T29" fmla="*/ 107 h 118"/>
                    <a:gd name="T30" fmla="*/ 100 w 117"/>
                    <a:gd name="T31" fmla="*/ 117 h 118"/>
                    <a:gd name="T32" fmla="*/ 84 w 117"/>
                    <a:gd name="T33" fmla="*/ 117 h 118"/>
                    <a:gd name="T34" fmla="*/ 69 w 117"/>
                    <a:gd name="T35" fmla="*/ 117 h 118"/>
                    <a:gd name="T36" fmla="*/ 53 w 117"/>
                    <a:gd name="T37" fmla="*/ 117 h 118"/>
                    <a:gd name="T38" fmla="*/ 37 w 117"/>
                    <a:gd name="T39" fmla="*/ 112 h 118"/>
                    <a:gd name="T40" fmla="*/ 21 w 117"/>
                    <a:gd name="T41" fmla="*/ 102 h 118"/>
                    <a:gd name="T42" fmla="*/ 11 w 117"/>
                    <a:gd name="T43" fmla="*/ 86 h 118"/>
                    <a:gd name="T44" fmla="*/ 5 w 117"/>
                    <a:gd name="T45" fmla="*/ 71 h 118"/>
                    <a:gd name="T46" fmla="*/ 5 w 117"/>
                    <a:gd name="T47" fmla="*/ 66 h 1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117" h="118">
                      <a:moveTo>
                        <a:pt x="5" y="66"/>
                      </a:moveTo>
                      <a:lnTo>
                        <a:pt x="0" y="51"/>
                      </a:lnTo>
                      <a:lnTo>
                        <a:pt x="0" y="36"/>
                      </a:lnTo>
                      <a:lnTo>
                        <a:pt x="16" y="25"/>
                      </a:lnTo>
                      <a:lnTo>
                        <a:pt x="32" y="15"/>
                      </a:lnTo>
                      <a:lnTo>
                        <a:pt x="47" y="0"/>
                      </a:lnTo>
                      <a:lnTo>
                        <a:pt x="63" y="0"/>
                      </a:lnTo>
                      <a:lnTo>
                        <a:pt x="79" y="0"/>
                      </a:lnTo>
                      <a:lnTo>
                        <a:pt x="84" y="15"/>
                      </a:lnTo>
                      <a:lnTo>
                        <a:pt x="95" y="31"/>
                      </a:lnTo>
                      <a:lnTo>
                        <a:pt x="105" y="46"/>
                      </a:lnTo>
                      <a:lnTo>
                        <a:pt x="111" y="61"/>
                      </a:lnTo>
                      <a:lnTo>
                        <a:pt x="116" y="76"/>
                      </a:lnTo>
                      <a:lnTo>
                        <a:pt x="116" y="92"/>
                      </a:lnTo>
                      <a:lnTo>
                        <a:pt x="116" y="107"/>
                      </a:lnTo>
                      <a:lnTo>
                        <a:pt x="100" y="117"/>
                      </a:lnTo>
                      <a:lnTo>
                        <a:pt x="84" y="117"/>
                      </a:lnTo>
                      <a:lnTo>
                        <a:pt x="69" y="117"/>
                      </a:lnTo>
                      <a:lnTo>
                        <a:pt x="53" y="117"/>
                      </a:lnTo>
                      <a:lnTo>
                        <a:pt x="37" y="112"/>
                      </a:lnTo>
                      <a:lnTo>
                        <a:pt x="21" y="102"/>
                      </a:lnTo>
                      <a:lnTo>
                        <a:pt x="11" y="86"/>
                      </a:lnTo>
                      <a:lnTo>
                        <a:pt x="5" y="71"/>
                      </a:lnTo>
                      <a:lnTo>
                        <a:pt x="5" y="66"/>
                      </a:lnTo>
                    </a:path>
                  </a:pathLst>
                </a:custGeom>
                <a:solidFill>
                  <a:srgbClr val="EAEAEA"/>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CC"/>
                    </a:solidFill>
                    <a:ea typeface="黑体" panose="02010609060101010101" pitchFamily="49" charset="-122"/>
                  </a:endParaRPr>
                </a:p>
              </p:txBody>
            </p:sp>
            <p:sp>
              <p:nvSpPr>
                <p:cNvPr id="1029200" name="Freeform 81"/>
                <p:cNvSpPr>
                  <a:spLocks noChangeArrowheads="1"/>
                </p:cNvSpPr>
                <p:nvPr/>
              </p:nvSpPr>
              <p:spPr bwMode="auto">
                <a:xfrm>
                  <a:off x="3469" y="239"/>
                  <a:ext cx="82" cy="87"/>
                </a:xfrm>
                <a:custGeom>
                  <a:avLst/>
                  <a:gdLst>
                    <a:gd name="T0" fmla="*/ 0 w 82"/>
                    <a:gd name="T1" fmla="*/ 0 h 87"/>
                    <a:gd name="T2" fmla="*/ 16 w 82"/>
                    <a:gd name="T3" fmla="*/ 10 h 87"/>
                    <a:gd name="T4" fmla="*/ 32 w 82"/>
                    <a:gd name="T5" fmla="*/ 20 h 87"/>
                    <a:gd name="T6" fmla="*/ 49 w 82"/>
                    <a:gd name="T7" fmla="*/ 20 h 87"/>
                    <a:gd name="T8" fmla="*/ 65 w 82"/>
                    <a:gd name="T9" fmla="*/ 30 h 87"/>
                    <a:gd name="T10" fmla="*/ 76 w 82"/>
                    <a:gd name="T11" fmla="*/ 46 h 87"/>
                    <a:gd name="T12" fmla="*/ 81 w 82"/>
                    <a:gd name="T13" fmla="*/ 61 h 87"/>
                    <a:gd name="T14" fmla="*/ 81 w 82"/>
                    <a:gd name="T15" fmla="*/ 76 h 87"/>
                    <a:gd name="T16" fmla="*/ 65 w 82"/>
                    <a:gd name="T17" fmla="*/ 86 h 87"/>
                    <a:gd name="T18" fmla="*/ 49 w 82"/>
                    <a:gd name="T19" fmla="*/ 86 h 87"/>
                    <a:gd name="T20" fmla="*/ 27 w 82"/>
                    <a:gd name="T21" fmla="*/ 81 h 87"/>
                    <a:gd name="T22" fmla="*/ 11 w 82"/>
                    <a:gd name="T23" fmla="*/ 71 h 87"/>
                    <a:gd name="T24" fmla="*/ 5 w 82"/>
                    <a:gd name="T25" fmla="*/ 56 h 87"/>
                    <a:gd name="T26" fmla="*/ 0 w 82"/>
                    <a:gd name="T27" fmla="*/ 40 h 87"/>
                    <a:gd name="T28" fmla="*/ 0 w 82"/>
                    <a:gd name="T29" fmla="*/ 25 h 87"/>
                    <a:gd name="T30" fmla="*/ 11 w 82"/>
                    <a:gd name="T31" fmla="*/ 10 h 87"/>
                    <a:gd name="T32" fmla="*/ 0 w 82"/>
                    <a:gd name="T33" fmla="*/ 0 h 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82" h="87">
                      <a:moveTo>
                        <a:pt x="0" y="0"/>
                      </a:moveTo>
                      <a:lnTo>
                        <a:pt x="16" y="10"/>
                      </a:lnTo>
                      <a:lnTo>
                        <a:pt x="32" y="20"/>
                      </a:lnTo>
                      <a:lnTo>
                        <a:pt x="49" y="20"/>
                      </a:lnTo>
                      <a:lnTo>
                        <a:pt x="65" y="30"/>
                      </a:lnTo>
                      <a:lnTo>
                        <a:pt x="76" y="46"/>
                      </a:lnTo>
                      <a:lnTo>
                        <a:pt x="81" y="61"/>
                      </a:lnTo>
                      <a:lnTo>
                        <a:pt x="81" y="76"/>
                      </a:lnTo>
                      <a:lnTo>
                        <a:pt x="65" y="86"/>
                      </a:lnTo>
                      <a:lnTo>
                        <a:pt x="49" y="86"/>
                      </a:lnTo>
                      <a:lnTo>
                        <a:pt x="27" y="81"/>
                      </a:lnTo>
                      <a:lnTo>
                        <a:pt x="11" y="71"/>
                      </a:lnTo>
                      <a:lnTo>
                        <a:pt x="5" y="56"/>
                      </a:lnTo>
                      <a:lnTo>
                        <a:pt x="0" y="40"/>
                      </a:lnTo>
                      <a:lnTo>
                        <a:pt x="0" y="25"/>
                      </a:lnTo>
                      <a:lnTo>
                        <a:pt x="11" y="10"/>
                      </a:lnTo>
                      <a:lnTo>
                        <a:pt x="0" y="0"/>
                      </a:lnTo>
                    </a:path>
                  </a:pathLst>
                </a:custGeom>
                <a:solidFill>
                  <a:srgbClr val="EAEAEA"/>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CC"/>
                    </a:solidFill>
                    <a:ea typeface="黑体" panose="02010609060101010101" pitchFamily="49" charset="-122"/>
                  </a:endParaRPr>
                </a:p>
              </p:txBody>
            </p:sp>
          </p:grpSp>
          <p:sp>
            <p:nvSpPr>
              <p:cNvPr id="1029201" name="Text Box 82"/>
              <p:cNvSpPr txBox="1">
                <a:spLocks noChangeArrowheads="1"/>
              </p:cNvSpPr>
              <p:nvPr/>
            </p:nvSpPr>
            <p:spPr bwMode="auto">
              <a:xfrm>
                <a:off x="4967" y="1856"/>
                <a:ext cx="342" cy="222"/>
              </a:xfrm>
              <a:prstGeom prst="rect">
                <a:avLst/>
              </a:prstGeom>
              <a:solidFill>
                <a:srgbClr val="EAEAEA"/>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zh-CN" altLang="en-US" sz="2000" b="1">
                    <a:solidFill>
                      <a:srgbClr val="0000CC"/>
                    </a:solidFill>
                    <a:ea typeface="黑体" panose="02010609060101010101" pitchFamily="49" charset="-122"/>
                  </a:rPr>
                  <a:t>网 </a:t>
                </a:r>
                <a:r>
                  <a:rPr lang="en-US" altLang="zh-CN" sz="2000" b="1">
                    <a:solidFill>
                      <a:srgbClr val="0000CC"/>
                    </a:solidFill>
                    <a:ea typeface="黑体" panose="02010609060101010101" pitchFamily="49" charset="-122"/>
                  </a:rPr>
                  <a:t>3</a:t>
                </a:r>
              </a:p>
            </p:txBody>
          </p:sp>
        </p:grpSp>
        <p:grpSp>
          <p:nvGrpSpPr>
            <p:cNvPr id="1029202" name="Group 83"/>
            <p:cNvGrpSpPr>
              <a:grpSpLocks/>
            </p:cNvGrpSpPr>
            <p:nvPr/>
          </p:nvGrpSpPr>
          <p:grpSpPr bwMode="auto">
            <a:xfrm>
              <a:off x="2635" y="1309"/>
              <a:ext cx="743" cy="541"/>
              <a:chOff x="4830" y="1752"/>
              <a:chExt cx="667" cy="477"/>
            </a:xfrm>
          </p:grpSpPr>
          <p:grpSp>
            <p:nvGrpSpPr>
              <p:cNvPr id="1029203" name="Group 84"/>
              <p:cNvGrpSpPr>
                <a:grpSpLocks/>
              </p:cNvGrpSpPr>
              <p:nvPr/>
            </p:nvGrpSpPr>
            <p:grpSpPr bwMode="auto">
              <a:xfrm>
                <a:off x="4830" y="1752"/>
                <a:ext cx="667" cy="477"/>
                <a:chOff x="2949" y="196"/>
                <a:chExt cx="941" cy="598"/>
              </a:xfrm>
            </p:grpSpPr>
            <p:sp>
              <p:nvSpPr>
                <p:cNvPr id="1029204" name="Oval 85"/>
                <p:cNvSpPr>
                  <a:spLocks noChangeArrowheads="1"/>
                </p:cNvSpPr>
                <p:nvPr/>
              </p:nvSpPr>
              <p:spPr bwMode="auto">
                <a:xfrm>
                  <a:off x="3168" y="196"/>
                  <a:ext cx="407" cy="162"/>
                </a:xfrm>
                <a:prstGeom prst="ellipse">
                  <a:avLst/>
                </a:prstGeom>
                <a:solidFill>
                  <a:srgbClr val="EAEAEA"/>
                </a:solidFill>
                <a:ln w="12700">
                  <a:solidFill>
                    <a:schemeClr val="tx1"/>
                  </a:solidFill>
                  <a:round/>
                  <a:headEnd/>
                  <a:tailEnd/>
                </a:ln>
              </p:spPr>
              <p:txBody>
                <a:bodyPr wrap="none" anchor="ctr"/>
                <a:lstStyle/>
                <a:p>
                  <a:pPr eaLnBrk="0" hangingPunct="0"/>
                  <a:endParaRPr lang="zh-CN" altLang="en-US" b="1">
                    <a:solidFill>
                      <a:srgbClr val="0000CC"/>
                    </a:solidFill>
                    <a:ea typeface="黑体" panose="02010609060101010101" pitchFamily="49" charset="-122"/>
                  </a:endParaRPr>
                </a:p>
              </p:txBody>
            </p:sp>
            <p:sp>
              <p:nvSpPr>
                <p:cNvPr id="1029205" name="Oval 86"/>
                <p:cNvSpPr>
                  <a:spLocks noChangeArrowheads="1"/>
                </p:cNvSpPr>
                <p:nvPr/>
              </p:nvSpPr>
              <p:spPr bwMode="auto">
                <a:xfrm rot="900000">
                  <a:off x="3512" y="252"/>
                  <a:ext cx="275" cy="131"/>
                </a:xfrm>
                <a:prstGeom prst="ellipse">
                  <a:avLst/>
                </a:prstGeom>
                <a:solidFill>
                  <a:srgbClr val="EAEAEA"/>
                </a:solidFill>
                <a:ln w="12700">
                  <a:solidFill>
                    <a:schemeClr val="tx1"/>
                  </a:solidFill>
                  <a:round/>
                  <a:headEnd/>
                  <a:tailEnd/>
                </a:ln>
              </p:spPr>
              <p:txBody>
                <a:bodyPr wrap="none" anchor="ctr"/>
                <a:lstStyle/>
                <a:p>
                  <a:pPr eaLnBrk="0" hangingPunct="0"/>
                  <a:endParaRPr lang="zh-CN" altLang="en-US" b="1">
                    <a:solidFill>
                      <a:srgbClr val="0000CC"/>
                    </a:solidFill>
                    <a:ea typeface="黑体" panose="02010609060101010101" pitchFamily="49" charset="-122"/>
                  </a:endParaRPr>
                </a:p>
              </p:txBody>
            </p:sp>
            <p:sp>
              <p:nvSpPr>
                <p:cNvPr id="1029206" name="Oval 87"/>
                <p:cNvSpPr>
                  <a:spLocks noChangeArrowheads="1"/>
                </p:cNvSpPr>
                <p:nvPr/>
              </p:nvSpPr>
              <p:spPr bwMode="auto">
                <a:xfrm rot="1500000">
                  <a:off x="3650" y="385"/>
                  <a:ext cx="240" cy="153"/>
                </a:xfrm>
                <a:prstGeom prst="ellipse">
                  <a:avLst/>
                </a:prstGeom>
                <a:solidFill>
                  <a:srgbClr val="EAEAEA"/>
                </a:solidFill>
                <a:ln w="12700">
                  <a:solidFill>
                    <a:schemeClr val="tx1"/>
                  </a:solidFill>
                  <a:round/>
                  <a:headEnd/>
                  <a:tailEnd/>
                </a:ln>
              </p:spPr>
              <p:txBody>
                <a:bodyPr wrap="none" anchor="ctr"/>
                <a:lstStyle/>
                <a:p>
                  <a:pPr eaLnBrk="0" hangingPunct="0"/>
                  <a:endParaRPr lang="zh-CN" altLang="en-US" b="1">
                    <a:solidFill>
                      <a:srgbClr val="0000CC"/>
                    </a:solidFill>
                    <a:ea typeface="黑体" panose="02010609060101010101" pitchFamily="49" charset="-122"/>
                  </a:endParaRPr>
                </a:p>
              </p:txBody>
            </p:sp>
            <p:sp>
              <p:nvSpPr>
                <p:cNvPr id="1029207" name="Oval 88"/>
                <p:cNvSpPr>
                  <a:spLocks noChangeArrowheads="1"/>
                </p:cNvSpPr>
                <p:nvPr/>
              </p:nvSpPr>
              <p:spPr bwMode="auto">
                <a:xfrm rot="-1560000">
                  <a:off x="3573" y="537"/>
                  <a:ext cx="291" cy="189"/>
                </a:xfrm>
                <a:prstGeom prst="ellipse">
                  <a:avLst/>
                </a:prstGeom>
                <a:solidFill>
                  <a:srgbClr val="EAEAEA"/>
                </a:solidFill>
                <a:ln w="12700">
                  <a:solidFill>
                    <a:schemeClr val="tx1"/>
                  </a:solidFill>
                  <a:round/>
                  <a:headEnd/>
                  <a:tailEnd/>
                </a:ln>
              </p:spPr>
              <p:txBody>
                <a:bodyPr wrap="none" anchor="ctr"/>
                <a:lstStyle/>
                <a:p>
                  <a:pPr eaLnBrk="0" hangingPunct="0"/>
                  <a:endParaRPr lang="zh-CN" altLang="en-US" b="1">
                    <a:solidFill>
                      <a:srgbClr val="0000CC"/>
                    </a:solidFill>
                    <a:ea typeface="黑体" panose="02010609060101010101" pitchFamily="49" charset="-122"/>
                  </a:endParaRPr>
                </a:p>
              </p:txBody>
            </p:sp>
            <p:sp>
              <p:nvSpPr>
                <p:cNvPr id="1029208" name="Oval 89"/>
                <p:cNvSpPr>
                  <a:spLocks noChangeArrowheads="1"/>
                </p:cNvSpPr>
                <p:nvPr/>
              </p:nvSpPr>
              <p:spPr bwMode="auto">
                <a:xfrm>
                  <a:off x="3216" y="555"/>
                  <a:ext cx="471" cy="239"/>
                </a:xfrm>
                <a:prstGeom prst="ellipse">
                  <a:avLst/>
                </a:prstGeom>
                <a:solidFill>
                  <a:srgbClr val="EAEAEA"/>
                </a:solidFill>
                <a:ln w="12700">
                  <a:solidFill>
                    <a:schemeClr val="tx1"/>
                  </a:solidFill>
                  <a:round/>
                  <a:headEnd/>
                  <a:tailEnd/>
                </a:ln>
              </p:spPr>
              <p:txBody>
                <a:bodyPr wrap="none" anchor="ctr"/>
                <a:lstStyle/>
                <a:p>
                  <a:pPr eaLnBrk="0" hangingPunct="0"/>
                  <a:endParaRPr lang="zh-CN" altLang="en-US" b="1">
                    <a:solidFill>
                      <a:srgbClr val="0000CC"/>
                    </a:solidFill>
                    <a:ea typeface="黑体" panose="02010609060101010101" pitchFamily="49" charset="-122"/>
                  </a:endParaRPr>
                </a:p>
              </p:txBody>
            </p:sp>
            <p:sp>
              <p:nvSpPr>
                <p:cNvPr id="1029209" name="Oval 90"/>
                <p:cNvSpPr>
                  <a:spLocks noChangeArrowheads="1"/>
                </p:cNvSpPr>
                <p:nvPr/>
              </p:nvSpPr>
              <p:spPr bwMode="auto">
                <a:xfrm rot="1080000">
                  <a:off x="3023" y="555"/>
                  <a:ext cx="265" cy="156"/>
                </a:xfrm>
                <a:prstGeom prst="ellipse">
                  <a:avLst/>
                </a:prstGeom>
                <a:solidFill>
                  <a:srgbClr val="EAEAEA"/>
                </a:solidFill>
                <a:ln w="12700">
                  <a:solidFill>
                    <a:schemeClr val="tx1"/>
                  </a:solidFill>
                  <a:round/>
                  <a:headEnd/>
                  <a:tailEnd/>
                </a:ln>
              </p:spPr>
              <p:txBody>
                <a:bodyPr wrap="none" anchor="ctr"/>
                <a:lstStyle/>
                <a:p>
                  <a:pPr eaLnBrk="0" hangingPunct="0"/>
                  <a:endParaRPr lang="zh-CN" altLang="en-US" b="1">
                    <a:solidFill>
                      <a:srgbClr val="0000CC"/>
                    </a:solidFill>
                    <a:ea typeface="黑体" panose="02010609060101010101" pitchFamily="49" charset="-122"/>
                  </a:endParaRPr>
                </a:p>
              </p:txBody>
            </p:sp>
            <p:sp>
              <p:nvSpPr>
                <p:cNvPr id="1029210" name="Oval 91"/>
                <p:cNvSpPr>
                  <a:spLocks noChangeArrowheads="1"/>
                </p:cNvSpPr>
                <p:nvPr/>
              </p:nvSpPr>
              <p:spPr bwMode="auto">
                <a:xfrm>
                  <a:off x="2949" y="432"/>
                  <a:ext cx="217" cy="156"/>
                </a:xfrm>
                <a:prstGeom prst="ellipse">
                  <a:avLst/>
                </a:prstGeom>
                <a:solidFill>
                  <a:srgbClr val="EAEAEA"/>
                </a:solidFill>
                <a:ln w="12700">
                  <a:solidFill>
                    <a:schemeClr val="tx1"/>
                  </a:solidFill>
                  <a:round/>
                  <a:headEnd/>
                  <a:tailEnd/>
                </a:ln>
              </p:spPr>
              <p:txBody>
                <a:bodyPr wrap="none" anchor="ctr"/>
                <a:lstStyle/>
                <a:p>
                  <a:pPr eaLnBrk="0" hangingPunct="0"/>
                  <a:endParaRPr lang="zh-CN" altLang="en-US" b="1">
                    <a:solidFill>
                      <a:srgbClr val="0000CC"/>
                    </a:solidFill>
                    <a:ea typeface="黑体" panose="02010609060101010101" pitchFamily="49" charset="-122"/>
                  </a:endParaRPr>
                </a:p>
              </p:txBody>
            </p:sp>
            <p:sp>
              <p:nvSpPr>
                <p:cNvPr id="1029211" name="Oval 92"/>
                <p:cNvSpPr>
                  <a:spLocks noChangeArrowheads="1"/>
                </p:cNvSpPr>
                <p:nvPr/>
              </p:nvSpPr>
              <p:spPr bwMode="auto">
                <a:xfrm rot="-1860000">
                  <a:off x="2984" y="310"/>
                  <a:ext cx="295" cy="156"/>
                </a:xfrm>
                <a:prstGeom prst="ellipse">
                  <a:avLst/>
                </a:prstGeom>
                <a:solidFill>
                  <a:srgbClr val="EAEAEA"/>
                </a:solidFill>
                <a:ln w="12700">
                  <a:solidFill>
                    <a:schemeClr val="tx1"/>
                  </a:solidFill>
                  <a:round/>
                  <a:headEnd/>
                  <a:tailEnd/>
                </a:ln>
              </p:spPr>
              <p:txBody>
                <a:bodyPr wrap="none" anchor="ctr"/>
                <a:lstStyle/>
                <a:p>
                  <a:pPr eaLnBrk="0" hangingPunct="0"/>
                  <a:endParaRPr lang="zh-CN" altLang="en-US" b="1">
                    <a:solidFill>
                      <a:srgbClr val="0000CC"/>
                    </a:solidFill>
                    <a:ea typeface="黑体" panose="02010609060101010101" pitchFamily="49" charset="-122"/>
                  </a:endParaRPr>
                </a:p>
              </p:txBody>
            </p:sp>
            <p:sp>
              <p:nvSpPr>
                <p:cNvPr id="1029212" name="Freeform 93"/>
                <p:cNvSpPr>
                  <a:spLocks noChangeArrowheads="1"/>
                </p:cNvSpPr>
                <p:nvPr/>
              </p:nvSpPr>
              <p:spPr bwMode="auto">
                <a:xfrm>
                  <a:off x="3051" y="300"/>
                  <a:ext cx="738" cy="407"/>
                </a:xfrm>
                <a:custGeom>
                  <a:avLst/>
                  <a:gdLst>
                    <a:gd name="T0" fmla="*/ 108 w 738"/>
                    <a:gd name="T1" fmla="*/ 82 h 407"/>
                    <a:gd name="T2" fmla="*/ 145 w 738"/>
                    <a:gd name="T3" fmla="*/ 77 h 407"/>
                    <a:gd name="T4" fmla="*/ 183 w 738"/>
                    <a:gd name="T5" fmla="*/ 72 h 407"/>
                    <a:gd name="T6" fmla="*/ 215 w 738"/>
                    <a:gd name="T7" fmla="*/ 67 h 407"/>
                    <a:gd name="T8" fmla="*/ 237 w 738"/>
                    <a:gd name="T9" fmla="*/ 46 h 407"/>
                    <a:gd name="T10" fmla="*/ 204 w 738"/>
                    <a:gd name="T11" fmla="*/ 41 h 407"/>
                    <a:gd name="T12" fmla="*/ 172 w 738"/>
                    <a:gd name="T13" fmla="*/ 46 h 407"/>
                    <a:gd name="T14" fmla="*/ 156 w 738"/>
                    <a:gd name="T15" fmla="*/ 46 h 407"/>
                    <a:gd name="T16" fmla="*/ 188 w 738"/>
                    <a:gd name="T17" fmla="*/ 26 h 407"/>
                    <a:gd name="T18" fmla="*/ 226 w 738"/>
                    <a:gd name="T19" fmla="*/ 15 h 407"/>
                    <a:gd name="T20" fmla="*/ 258 w 738"/>
                    <a:gd name="T21" fmla="*/ 10 h 407"/>
                    <a:gd name="T22" fmla="*/ 290 w 738"/>
                    <a:gd name="T23" fmla="*/ 5 h 407"/>
                    <a:gd name="T24" fmla="*/ 323 w 738"/>
                    <a:gd name="T25" fmla="*/ 0 h 407"/>
                    <a:gd name="T26" fmla="*/ 355 w 738"/>
                    <a:gd name="T27" fmla="*/ 0 h 407"/>
                    <a:gd name="T28" fmla="*/ 387 w 738"/>
                    <a:gd name="T29" fmla="*/ 0 h 407"/>
                    <a:gd name="T30" fmla="*/ 463 w 738"/>
                    <a:gd name="T31" fmla="*/ 0 h 407"/>
                    <a:gd name="T32" fmla="*/ 506 w 738"/>
                    <a:gd name="T33" fmla="*/ 0 h 407"/>
                    <a:gd name="T34" fmla="*/ 543 w 738"/>
                    <a:gd name="T35" fmla="*/ 15 h 407"/>
                    <a:gd name="T36" fmla="*/ 570 w 738"/>
                    <a:gd name="T37" fmla="*/ 36 h 407"/>
                    <a:gd name="T38" fmla="*/ 603 w 738"/>
                    <a:gd name="T39" fmla="*/ 51 h 407"/>
                    <a:gd name="T40" fmla="*/ 635 w 738"/>
                    <a:gd name="T41" fmla="*/ 57 h 407"/>
                    <a:gd name="T42" fmla="*/ 667 w 738"/>
                    <a:gd name="T43" fmla="*/ 77 h 407"/>
                    <a:gd name="T44" fmla="*/ 694 w 738"/>
                    <a:gd name="T45" fmla="*/ 98 h 407"/>
                    <a:gd name="T46" fmla="*/ 715 w 738"/>
                    <a:gd name="T47" fmla="*/ 128 h 407"/>
                    <a:gd name="T48" fmla="*/ 721 w 738"/>
                    <a:gd name="T49" fmla="*/ 164 h 407"/>
                    <a:gd name="T50" fmla="*/ 726 w 738"/>
                    <a:gd name="T51" fmla="*/ 195 h 407"/>
                    <a:gd name="T52" fmla="*/ 726 w 738"/>
                    <a:gd name="T53" fmla="*/ 226 h 407"/>
                    <a:gd name="T54" fmla="*/ 726 w 738"/>
                    <a:gd name="T55" fmla="*/ 257 h 407"/>
                    <a:gd name="T56" fmla="*/ 737 w 738"/>
                    <a:gd name="T57" fmla="*/ 288 h 407"/>
                    <a:gd name="T58" fmla="*/ 737 w 738"/>
                    <a:gd name="T59" fmla="*/ 319 h 407"/>
                    <a:gd name="T60" fmla="*/ 715 w 738"/>
                    <a:gd name="T61" fmla="*/ 349 h 407"/>
                    <a:gd name="T62" fmla="*/ 678 w 738"/>
                    <a:gd name="T63" fmla="*/ 365 h 407"/>
                    <a:gd name="T64" fmla="*/ 646 w 738"/>
                    <a:gd name="T65" fmla="*/ 380 h 407"/>
                    <a:gd name="T66" fmla="*/ 613 w 738"/>
                    <a:gd name="T67" fmla="*/ 396 h 407"/>
                    <a:gd name="T68" fmla="*/ 581 w 738"/>
                    <a:gd name="T69" fmla="*/ 401 h 407"/>
                    <a:gd name="T70" fmla="*/ 538 w 738"/>
                    <a:gd name="T71" fmla="*/ 406 h 407"/>
                    <a:gd name="T72" fmla="*/ 500 w 738"/>
                    <a:gd name="T73" fmla="*/ 406 h 407"/>
                    <a:gd name="T74" fmla="*/ 468 w 738"/>
                    <a:gd name="T75" fmla="*/ 406 h 407"/>
                    <a:gd name="T76" fmla="*/ 436 w 738"/>
                    <a:gd name="T77" fmla="*/ 406 h 407"/>
                    <a:gd name="T78" fmla="*/ 403 w 738"/>
                    <a:gd name="T79" fmla="*/ 406 h 407"/>
                    <a:gd name="T80" fmla="*/ 371 w 738"/>
                    <a:gd name="T81" fmla="*/ 406 h 407"/>
                    <a:gd name="T82" fmla="*/ 339 w 738"/>
                    <a:gd name="T83" fmla="*/ 406 h 407"/>
                    <a:gd name="T84" fmla="*/ 307 w 738"/>
                    <a:gd name="T85" fmla="*/ 406 h 407"/>
                    <a:gd name="T86" fmla="*/ 269 w 738"/>
                    <a:gd name="T87" fmla="*/ 406 h 407"/>
                    <a:gd name="T88" fmla="*/ 237 w 738"/>
                    <a:gd name="T89" fmla="*/ 406 h 407"/>
                    <a:gd name="T90" fmla="*/ 204 w 738"/>
                    <a:gd name="T91" fmla="*/ 406 h 407"/>
                    <a:gd name="T92" fmla="*/ 172 w 738"/>
                    <a:gd name="T93" fmla="*/ 391 h 407"/>
                    <a:gd name="T94" fmla="*/ 140 w 738"/>
                    <a:gd name="T95" fmla="*/ 380 h 407"/>
                    <a:gd name="T96" fmla="*/ 108 w 738"/>
                    <a:gd name="T97" fmla="*/ 365 h 407"/>
                    <a:gd name="T98" fmla="*/ 81 w 738"/>
                    <a:gd name="T99" fmla="*/ 339 h 407"/>
                    <a:gd name="T100" fmla="*/ 59 w 738"/>
                    <a:gd name="T101" fmla="*/ 319 h 407"/>
                    <a:gd name="T102" fmla="*/ 38 w 738"/>
                    <a:gd name="T103" fmla="*/ 288 h 407"/>
                    <a:gd name="T104" fmla="*/ 16 w 738"/>
                    <a:gd name="T105" fmla="*/ 252 h 407"/>
                    <a:gd name="T106" fmla="*/ 0 w 738"/>
                    <a:gd name="T107" fmla="*/ 216 h 407"/>
                    <a:gd name="T108" fmla="*/ 0 w 738"/>
                    <a:gd name="T109" fmla="*/ 185 h 407"/>
                    <a:gd name="T110" fmla="*/ 5 w 738"/>
                    <a:gd name="T111" fmla="*/ 149 h 407"/>
                    <a:gd name="T112" fmla="*/ 27 w 738"/>
                    <a:gd name="T113" fmla="*/ 123 h 407"/>
                    <a:gd name="T114" fmla="*/ 54 w 738"/>
                    <a:gd name="T115" fmla="*/ 108 h 407"/>
                    <a:gd name="T116" fmla="*/ 86 w 738"/>
                    <a:gd name="T117" fmla="*/ 98 h 407"/>
                    <a:gd name="T118" fmla="*/ 113 w 738"/>
                    <a:gd name="T119" fmla="*/ 82 h 407"/>
                    <a:gd name="T120" fmla="*/ 129 w 738"/>
                    <a:gd name="T121" fmla="*/ 98 h 40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Lst>
                  <a:rect l="0" t="0" r="r" b="b"/>
                  <a:pathLst>
                    <a:path w="738" h="407">
                      <a:moveTo>
                        <a:pt x="91" y="82"/>
                      </a:moveTo>
                      <a:lnTo>
                        <a:pt x="108" y="82"/>
                      </a:lnTo>
                      <a:lnTo>
                        <a:pt x="124" y="82"/>
                      </a:lnTo>
                      <a:lnTo>
                        <a:pt x="145" y="77"/>
                      </a:lnTo>
                      <a:lnTo>
                        <a:pt x="161" y="77"/>
                      </a:lnTo>
                      <a:lnTo>
                        <a:pt x="183" y="72"/>
                      </a:lnTo>
                      <a:lnTo>
                        <a:pt x="199" y="72"/>
                      </a:lnTo>
                      <a:lnTo>
                        <a:pt x="215" y="67"/>
                      </a:lnTo>
                      <a:lnTo>
                        <a:pt x="231" y="62"/>
                      </a:lnTo>
                      <a:lnTo>
                        <a:pt x="237" y="46"/>
                      </a:lnTo>
                      <a:lnTo>
                        <a:pt x="221" y="41"/>
                      </a:lnTo>
                      <a:lnTo>
                        <a:pt x="204" y="41"/>
                      </a:lnTo>
                      <a:lnTo>
                        <a:pt x="188" y="46"/>
                      </a:lnTo>
                      <a:lnTo>
                        <a:pt x="172" y="46"/>
                      </a:lnTo>
                      <a:lnTo>
                        <a:pt x="156" y="62"/>
                      </a:lnTo>
                      <a:lnTo>
                        <a:pt x="156" y="46"/>
                      </a:lnTo>
                      <a:lnTo>
                        <a:pt x="172" y="36"/>
                      </a:lnTo>
                      <a:lnTo>
                        <a:pt x="188" y="26"/>
                      </a:lnTo>
                      <a:lnTo>
                        <a:pt x="210" y="21"/>
                      </a:lnTo>
                      <a:lnTo>
                        <a:pt x="226" y="15"/>
                      </a:lnTo>
                      <a:lnTo>
                        <a:pt x="242" y="15"/>
                      </a:lnTo>
                      <a:lnTo>
                        <a:pt x="258" y="10"/>
                      </a:lnTo>
                      <a:lnTo>
                        <a:pt x="274" y="10"/>
                      </a:lnTo>
                      <a:lnTo>
                        <a:pt x="290" y="5"/>
                      </a:lnTo>
                      <a:lnTo>
                        <a:pt x="307" y="5"/>
                      </a:lnTo>
                      <a:lnTo>
                        <a:pt x="323" y="0"/>
                      </a:lnTo>
                      <a:lnTo>
                        <a:pt x="339" y="0"/>
                      </a:lnTo>
                      <a:lnTo>
                        <a:pt x="355" y="0"/>
                      </a:lnTo>
                      <a:lnTo>
                        <a:pt x="371" y="0"/>
                      </a:lnTo>
                      <a:lnTo>
                        <a:pt x="387" y="0"/>
                      </a:lnTo>
                      <a:lnTo>
                        <a:pt x="420" y="0"/>
                      </a:lnTo>
                      <a:lnTo>
                        <a:pt x="463" y="0"/>
                      </a:lnTo>
                      <a:lnTo>
                        <a:pt x="484" y="0"/>
                      </a:lnTo>
                      <a:lnTo>
                        <a:pt x="506" y="0"/>
                      </a:lnTo>
                      <a:lnTo>
                        <a:pt x="527" y="5"/>
                      </a:lnTo>
                      <a:lnTo>
                        <a:pt x="543" y="15"/>
                      </a:lnTo>
                      <a:lnTo>
                        <a:pt x="554" y="31"/>
                      </a:lnTo>
                      <a:lnTo>
                        <a:pt x="570" y="36"/>
                      </a:lnTo>
                      <a:lnTo>
                        <a:pt x="586" y="46"/>
                      </a:lnTo>
                      <a:lnTo>
                        <a:pt x="603" y="51"/>
                      </a:lnTo>
                      <a:lnTo>
                        <a:pt x="619" y="51"/>
                      </a:lnTo>
                      <a:lnTo>
                        <a:pt x="635" y="57"/>
                      </a:lnTo>
                      <a:lnTo>
                        <a:pt x="651" y="67"/>
                      </a:lnTo>
                      <a:lnTo>
                        <a:pt x="667" y="77"/>
                      </a:lnTo>
                      <a:lnTo>
                        <a:pt x="678" y="93"/>
                      </a:lnTo>
                      <a:lnTo>
                        <a:pt x="694" y="98"/>
                      </a:lnTo>
                      <a:lnTo>
                        <a:pt x="699" y="113"/>
                      </a:lnTo>
                      <a:lnTo>
                        <a:pt x="715" y="128"/>
                      </a:lnTo>
                      <a:lnTo>
                        <a:pt x="721" y="149"/>
                      </a:lnTo>
                      <a:lnTo>
                        <a:pt x="721" y="164"/>
                      </a:lnTo>
                      <a:lnTo>
                        <a:pt x="726" y="180"/>
                      </a:lnTo>
                      <a:lnTo>
                        <a:pt x="726" y="195"/>
                      </a:lnTo>
                      <a:lnTo>
                        <a:pt x="726" y="211"/>
                      </a:lnTo>
                      <a:lnTo>
                        <a:pt x="726" y="226"/>
                      </a:lnTo>
                      <a:lnTo>
                        <a:pt x="726" y="242"/>
                      </a:lnTo>
                      <a:lnTo>
                        <a:pt x="726" y="257"/>
                      </a:lnTo>
                      <a:lnTo>
                        <a:pt x="737" y="272"/>
                      </a:lnTo>
                      <a:lnTo>
                        <a:pt x="737" y="288"/>
                      </a:lnTo>
                      <a:lnTo>
                        <a:pt x="737" y="303"/>
                      </a:lnTo>
                      <a:lnTo>
                        <a:pt x="737" y="319"/>
                      </a:lnTo>
                      <a:lnTo>
                        <a:pt x="732" y="334"/>
                      </a:lnTo>
                      <a:lnTo>
                        <a:pt x="715" y="349"/>
                      </a:lnTo>
                      <a:lnTo>
                        <a:pt x="694" y="360"/>
                      </a:lnTo>
                      <a:lnTo>
                        <a:pt x="678" y="365"/>
                      </a:lnTo>
                      <a:lnTo>
                        <a:pt x="662" y="375"/>
                      </a:lnTo>
                      <a:lnTo>
                        <a:pt x="646" y="380"/>
                      </a:lnTo>
                      <a:lnTo>
                        <a:pt x="629" y="385"/>
                      </a:lnTo>
                      <a:lnTo>
                        <a:pt x="613" y="396"/>
                      </a:lnTo>
                      <a:lnTo>
                        <a:pt x="597" y="401"/>
                      </a:lnTo>
                      <a:lnTo>
                        <a:pt x="581" y="401"/>
                      </a:lnTo>
                      <a:lnTo>
                        <a:pt x="559" y="406"/>
                      </a:lnTo>
                      <a:lnTo>
                        <a:pt x="538" y="406"/>
                      </a:lnTo>
                      <a:lnTo>
                        <a:pt x="522" y="406"/>
                      </a:lnTo>
                      <a:lnTo>
                        <a:pt x="500" y="406"/>
                      </a:lnTo>
                      <a:lnTo>
                        <a:pt x="484" y="406"/>
                      </a:lnTo>
                      <a:lnTo>
                        <a:pt x="468" y="406"/>
                      </a:lnTo>
                      <a:lnTo>
                        <a:pt x="452" y="406"/>
                      </a:lnTo>
                      <a:lnTo>
                        <a:pt x="436" y="406"/>
                      </a:lnTo>
                      <a:lnTo>
                        <a:pt x="420" y="406"/>
                      </a:lnTo>
                      <a:lnTo>
                        <a:pt x="403" y="406"/>
                      </a:lnTo>
                      <a:lnTo>
                        <a:pt x="387" y="406"/>
                      </a:lnTo>
                      <a:lnTo>
                        <a:pt x="371" y="406"/>
                      </a:lnTo>
                      <a:lnTo>
                        <a:pt x="355" y="406"/>
                      </a:lnTo>
                      <a:lnTo>
                        <a:pt x="339" y="406"/>
                      </a:lnTo>
                      <a:lnTo>
                        <a:pt x="323" y="406"/>
                      </a:lnTo>
                      <a:lnTo>
                        <a:pt x="307" y="406"/>
                      </a:lnTo>
                      <a:lnTo>
                        <a:pt x="285" y="406"/>
                      </a:lnTo>
                      <a:lnTo>
                        <a:pt x="269" y="406"/>
                      </a:lnTo>
                      <a:lnTo>
                        <a:pt x="253" y="406"/>
                      </a:lnTo>
                      <a:lnTo>
                        <a:pt x="237" y="406"/>
                      </a:lnTo>
                      <a:lnTo>
                        <a:pt x="221" y="406"/>
                      </a:lnTo>
                      <a:lnTo>
                        <a:pt x="204" y="406"/>
                      </a:lnTo>
                      <a:lnTo>
                        <a:pt x="188" y="396"/>
                      </a:lnTo>
                      <a:lnTo>
                        <a:pt x="172" y="391"/>
                      </a:lnTo>
                      <a:lnTo>
                        <a:pt x="156" y="385"/>
                      </a:lnTo>
                      <a:lnTo>
                        <a:pt x="140" y="380"/>
                      </a:lnTo>
                      <a:lnTo>
                        <a:pt x="124" y="375"/>
                      </a:lnTo>
                      <a:lnTo>
                        <a:pt x="108" y="365"/>
                      </a:lnTo>
                      <a:lnTo>
                        <a:pt x="91" y="355"/>
                      </a:lnTo>
                      <a:lnTo>
                        <a:pt x="81" y="339"/>
                      </a:lnTo>
                      <a:lnTo>
                        <a:pt x="65" y="334"/>
                      </a:lnTo>
                      <a:lnTo>
                        <a:pt x="59" y="319"/>
                      </a:lnTo>
                      <a:lnTo>
                        <a:pt x="43" y="303"/>
                      </a:lnTo>
                      <a:lnTo>
                        <a:pt x="38" y="288"/>
                      </a:lnTo>
                      <a:lnTo>
                        <a:pt x="22" y="272"/>
                      </a:lnTo>
                      <a:lnTo>
                        <a:pt x="16" y="252"/>
                      </a:lnTo>
                      <a:lnTo>
                        <a:pt x="5" y="231"/>
                      </a:lnTo>
                      <a:lnTo>
                        <a:pt x="0" y="216"/>
                      </a:lnTo>
                      <a:lnTo>
                        <a:pt x="0" y="200"/>
                      </a:lnTo>
                      <a:lnTo>
                        <a:pt x="0" y="185"/>
                      </a:lnTo>
                      <a:lnTo>
                        <a:pt x="0" y="170"/>
                      </a:lnTo>
                      <a:lnTo>
                        <a:pt x="5" y="149"/>
                      </a:lnTo>
                      <a:lnTo>
                        <a:pt x="11" y="134"/>
                      </a:lnTo>
                      <a:lnTo>
                        <a:pt x="27" y="123"/>
                      </a:lnTo>
                      <a:lnTo>
                        <a:pt x="38" y="108"/>
                      </a:lnTo>
                      <a:lnTo>
                        <a:pt x="54" y="108"/>
                      </a:lnTo>
                      <a:lnTo>
                        <a:pt x="70" y="103"/>
                      </a:lnTo>
                      <a:lnTo>
                        <a:pt x="86" y="98"/>
                      </a:lnTo>
                      <a:lnTo>
                        <a:pt x="102" y="98"/>
                      </a:lnTo>
                      <a:lnTo>
                        <a:pt x="113" y="82"/>
                      </a:lnTo>
                      <a:lnTo>
                        <a:pt x="113" y="67"/>
                      </a:lnTo>
                      <a:lnTo>
                        <a:pt x="129" y="98"/>
                      </a:lnTo>
                    </a:path>
                  </a:pathLst>
                </a:custGeom>
                <a:solidFill>
                  <a:srgbClr val="EAEAEA"/>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CC"/>
                    </a:solidFill>
                    <a:ea typeface="黑体" panose="02010609060101010101" pitchFamily="49" charset="-122"/>
                  </a:endParaRPr>
                </a:p>
              </p:txBody>
            </p:sp>
            <p:sp>
              <p:nvSpPr>
                <p:cNvPr id="1029213" name="Freeform 94"/>
                <p:cNvSpPr>
                  <a:spLocks noChangeArrowheads="1"/>
                </p:cNvSpPr>
                <p:nvPr/>
              </p:nvSpPr>
              <p:spPr bwMode="auto">
                <a:xfrm>
                  <a:off x="3193" y="270"/>
                  <a:ext cx="117" cy="118"/>
                </a:xfrm>
                <a:custGeom>
                  <a:avLst/>
                  <a:gdLst>
                    <a:gd name="T0" fmla="*/ 5 w 117"/>
                    <a:gd name="T1" fmla="*/ 66 h 118"/>
                    <a:gd name="T2" fmla="*/ 0 w 117"/>
                    <a:gd name="T3" fmla="*/ 51 h 118"/>
                    <a:gd name="T4" fmla="*/ 0 w 117"/>
                    <a:gd name="T5" fmla="*/ 36 h 118"/>
                    <a:gd name="T6" fmla="*/ 16 w 117"/>
                    <a:gd name="T7" fmla="*/ 25 h 118"/>
                    <a:gd name="T8" fmla="*/ 32 w 117"/>
                    <a:gd name="T9" fmla="*/ 15 h 118"/>
                    <a:gd name="T10" fmla="*/ 47 w 117"/>
                    <a:gd name="T11" fmla="*/ 0 h 118"/>
                    <a:gd name="T12" fmla="*/ 63 w 117"/>
                    <a:gd name="T13" fmla="*/ 0 h 118"/>
                    <a:gd name="T14" fmla="*/ 79 w 117"/>
                    <a:gd name="T15" fmla="*/ 0 h 118"/>
                    <a:gd name="T16" fmla="*/ 84 w 117"/>
                    <a:gd name="T17" fmla="*/ 15 h 118"/>
                    <a:gd name="T18" fmla="*/ 95 w 117"/>
                    <a:gd name="T19" fmla="*/ 31 h 118"/>
                    <a:gd name="T20" fmla="*/ 105 w 117"/>
                    <a:gd name="T21" fmla="*/ 46 h 118"/>
                    <a:gd name="T22" fmla="*/ 111 w 117"/>
                    <a:gd name="T23" fmla="*/ 61 h 118"/>
                    <a:gd name="T24" fmla="*/ 116 w 117"/>
                    <a:gd name="T25" fmla="*/ 76 h 118"/>
                    <a:gd name="T26" fmla="*/ 116 w 117"/>
                    <a:gd name="T27" fmla="*/ 92 h 118"/>
                    <a:gd name="T28" fmla="*/ 116 w 117"/>
                    <a:gd name="T29" fmla="*/ 107 h 118"/>
                    <a:gd name="T30" fmla="*/ 100 w 117"/>
                    <a:gd name="T31" fmla="*/ 117 h 118"/>
                    <a:gd name="T32" fmla="*/ 84 w 117"/>
                    <a:gd name="T33" fmla="*/ 117 h 118"/>
                    <a:gd name="T34" fmla="*/ 69 w 117"/>
                    <a:gd name="T35" fmla="*/ 117 h 118"/>
                    <a:gd name="T36" fmla="*/ 53 w 117"/>
                    <a:gd name="T37" fmla="*/ 117 h 118"/>
                    <a:gd name="T38" fmla="*/ 37 w 117"/>
                    <a:gd name="T39" fmla="*/ 112 h 118"/>
                    <a:gd name="T40" fmla="*/ 21 w 117"/>
                    <a:gd name="T41" fmla="*/ 102 h 118"/>
                    <a:gd name="T42" fmla="*/ 11 w 117"/>
                    <a:gd name="T43" fmla="*/ 86 h 118"/>
                    <a:gd name="T44" fmla="*/ 5 w 117"/>
                    <a:gd name="T45" fmla="*/ 71 h 118"/>
                    <a:gd name="T46" fmla="*/ 5 w 117"/>
                    <a:gd name="T47" fmla="*/ 66 h 1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117" h="118">
                      <a:moveTo>
                        <a:pt x="5" y="66"/>
                      </a:moveTo>
                      <a:lnTo>
                        <a:pt x="0" y="51"/>
                      </a:lnTo>
                      <a:lnTo>
                        <a:pt x="0" y="36"/>
                      </a:lnTo>
                      <a:lnTo>
                        <a:pt x="16" y="25"/>
                      </a:lnTo>
                      <a:lnTo>
                        <a:pt x="32" y="15"/>
                      </a:lnTo>
                      <a:lnTo>
                        <a:pt x="47" y="0"/>
                      </a:lnTo>
                      <a:lnTo>
                        <a:pt x="63" y="0"/>
                      </a:lnTo>
                      <a:lnTo>
                        <a:pt x="79" y="0"/>
                      </a:lnTo>
                      <a:lnTo>
                        <a:pt x="84" y="15"/>
                      </a:lnTo>
                      <a:lnTo>
                        <a:pt x="95" y="31"/>
                      </a:lnTo>
                      <a:lnTo>
                        <a:pt x="105" y="46"/>
                      </a:lnTo>
                      <a:lnTo>
                        <a:pt x="111" y="61"/>
                      </a:lnTo>
                      <a:lnTo>
                        <a:pt x="116" y="76"/>
                      </a:lnTo>
                      <a:lnTo>
                        <a:pt x="116" y="92"/>
                      </a:lnTo>
                      <a:lnTo>
                        <a:pt x="116" y="107"/>
                      </a:lnTo>
                      <a:lnTo>
                        <a:pt x="100" y="117"/>
                      </a:lnTo>
                      <a:lnTo>
                        <a:pt x="84" y="117"/>
                      </a:lnTo>
                      <a:lnTo>
                        <a:pt x="69" y="117"/>
                      </a:lnTo>
                      <a:lnTo>
                        <a:pt x="53" y="117"/>
                      </a:lnTo>
                      <a:lnTo>
                        <a:pt x="37" y="112"/>
                      </a:lnTo>
                      <a:lnTo>
                        <a:pt x="21" y="102"/>
                      </a:lnTo>
                      <a:lnTo>
                        <a:pt x="11" y="86"/>
                      </a:lnTo>
                      <a:lnTo>
                        <a:pt x="5" y="71"/>
                      </a:lnTo>
                      <a:lnTo>
                        <a:pt x="5" y="66"/>
                      </a:lnTo>
                    </a:path>
                  </a:pathLst>
                </a:custGeom>
                <a:solidFill>
                  <a:srgbClr val="EAEAEA"/>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CC"/>
                    </a:solidFill>
                    <a:ea typeface="黑体" panose="02010609060101010101" pitchFamily="49" charset="-122"/>
                  </a:endParaRPr>
                </a:p>
              </p:txBody>
            </p:sp>
            <p:sp>
              <p:nvSpPr>
                <p:cNvPr id="1029214" name="Freeform 95"/>
                <p:cNvSpPr>
                  <a:spLocks noChangeArrowheads="1"/>
                </p:cNvSpPr>
                <p:nvPr/>
              </p:nvSpPr>
              <p:spPr bwMode="auto">
                <a:xfrm>
                  <a:off x="3469" y="239"/>
                  <a:ext cx="82" cy="87"/>
                </a:xfrm>
                <a:custGeom>
                  <a:avLst/>
                  <a:gdLst>
                    <a:gd name="T0" fmla="*/ 0 w 82"/>
                    <a:gd name="T1" fmla="*/ 0 h 87"/>
                    <a:gd name="T2" fmla="*/ 16 w 82"/>
                    <a:gd name="T3" fmla="*/ 10 h 87"/>
                    <a:gd name="T4" fmla="*/ 32 w 82"/>
                    <a:gd name="T5" fmla="*/ 20 h 87"/>
                    <a:gd name="T6" fmla="*/ 49 w 82"/>
                    <a:gd name="T7" fmla="*/ 20 h 87"/>
                    <a:gd name="T8" fmla="*/ 65 w 82"/>
                    <a:gd name="T9" fmla="*/ 30 h 87"/>
                    <a:gd name="T10" fmla="*/ 76 w 82"/>
                    <a:gd name="T11" fmla="*/ 46 h 87"/>
                    <a:gd name="T12" fmla="*/ 81 w 82"/>
                    <a:gd name="T13" fmla="*/ 61 h 87"/>
                    <a:gd name="T14" fmla="*/ 81 w 82"/>
                    <a:gd name="T15" fmla="*/ 76 h 87"/>
                    <a:gd name="T16" fmla="*/ 65 w 82"/>
                    <a:gd name="T17" fmla="*/ 86 h 87"/>
                    <a:gd name="T18" fmla="*/ 49 w 82"/>
                    <a:gd name="T19" fmla="*/ 86 h 87"/>
                    <a:gd name="T20" fmla="*/ 27 w 82"/>
                    <a:gd name="T21" fmla="*/ 81 h 87"/>
                    <a:gd name="T22" fmla="*/ 11 w 82"/>
                    <a:gd name="T23" fmla="*/ 71 h 87"/>
                    <a:gd name="T24" fmla="*/ 5 w 82"/>
                    <a:gd name="T25" fmla="*/ 56 h 87"/>
                    <a:gd name="T26" fmla="*/ 0 w 82"/>
                    <a:gd name="T27" fmla="*/ 40 h 87"/>
                    <a:gd name="T28" fmla="*/ 0 w 82"/>
                    <a:gd name="T29" fmla="*/ 25 h 87"/>
                    <a:gd name="T30" fmla="*/ 11 w 82"/>
                    <a:gd name="T31" fmla="*/ 10 h 87"/>
                    <a:gd name="T32" fmla="*/ 0 w 82"/>
                    <a:gd name="T33" fmla="*/ 0 h 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82" h="87">
                      <a:moveTo>
                        <a:pt x="0" y="0"/>
                      </a:moveTo>
                      <a:lnTo>
                        <a:pt x="16" y="10"/>
                      </a:lnTo>
                      <a:lnTo>
                        <a:pt x="32" y="20"/>
                      </a:lnTo>
                      <a:lnTo>
                        <a:pt x="49" y="20"/>
                      </a:lnTo>
                      <a:lnTo>
                        <a:pt x="65" y="30"/>
                      </a:lnTo>
                      <a:lnTo>
                        <a:pt x="76" y="46"/>
                      </a:lnTo>
                      <a:lnTo>
                        <a:pt x="81" y="61"/>
                      </a:lnTo>
                      <a:lnTo>
                        <a:pt x="81" y="76"/>
                      </a:lnTo>
                      <a:lnTo>
                        <a:pt x="65" y="86"/>
                      </a:lnTo>
                      <a:lnTo>
                        <a:pt x="49" y="86"/>
                      </a:lnTo>
                      <a:lnTo>
                        <a:pt x="27" y="81"/>
                      </a:lnTo>
                      <a:lnTo>
                        <a:pt x="11" y="71"/>
                      </a:lnTo>
                      <a:lnTo>
                        <a:pt x="5" y="56"/>
                      </a:lnTo>
                      <a:lnTo>
                        <a:pt x="0" y="40"/>
                      </a:lnTo>
                      <a:lnTo>
                        <a:pt x="0" y="25"/>
                      </a:lnTo>
                      <a:lnTo>
                        <a:pt x="11" y="10"/>
                      </a:lnTo>
                      <a:lnTo>
                        <a:pt x="0" y="0"/>
                      </a:lnTo>
                    </a:path>
                  </a:pathLst>
                </a:custGeom>
                <a:solidFill>
                  <a:srgbClr val="EAEAEA"/>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CC"/>
                    </a:solidFill>
                    <a:ea typeface="黑体" panose="02010609060101010101" pitchFamily="49" charset="-122"/>
                  </a:endParaRPr>
                </a:p>
              </p:txBody>
            </p:sp>
          </p:grpSp>
          <p:sp>
            <p:nvSpPr>
              <p:cNvPr id="1029215" name="Text Box 96"/>
              <p:cNvSpPr txBox="1">
                <a:spLocks noChangeArrowheads="1"/>
              </p:cNvSpPr>
              <p:nvPr/>
            </p:nvSpPr>
            <p:spPr bwMode="auto">
              <a:xfrm>
                <a:off x="4967" y="1856"/>
                <a:ext cx="342" cy="222"/>
              </a:xfrm>
              <a:prstGeom prst="rect">
                <a:avLst/>
              </a:prstGeom>
              <a:solidFill>
                <a:srgbClr val="EAEAEA"/>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zh-CN" altLang="en-US" sz="2000" b="1">
                    <a:solidFill>
                      <a:srgbClr val="0000CC"/>
                    </a:solidFill>
                    <a:ea typeface="黑体" panose="02010609060101010101" pitchFamily="49" charset="-122"/>
                  </a:rPr>
                  <a:t>网 </a:t>
                </a:r>
                <a:r>
                  <a:rPr lang="en-US" altLang="zh-CN" sz="2000" b="1">
                    <a:solidFill>
                      <a:srgbClr val="0000CC"/>
                    </a:solidFill>
                    <a:ea typeface="黑体" panose="02010609060101010101" pitchFamily="49" charset="-122"/>
                  </a:rPr>
                  <a:t>2</a:t>
                </a:r>
              </a:p>
            </p:txBody>
          </p:sp>
        </p:grpSp>
        <p:grpSp>
          <p:nvGrpSpPr>
            <p:cNvPr id="1029216" name="Group 97"/>
            <p:cNvGrpSpPr>
              <a:grpSpLocks/>
            </p:cNvGrpSpPr>
            <p:nvPr/>
          </p:nvGrpSpPr>
          <p:grpSpPr bwMode="auto">
            <a:xfrm>
              <a:off x="434" y="1253"/>
              <a:ext cx="755" cy="612"/>
              <a:chOff x="434" y="1298"/>
              <a:chExt cx="755" cy="612"/>
            </a:xfrm>
          </p:grpSpPr>
          <p:sp>
            <p:nvSpPr>
              <p:cNvPr id="1029217" name="Line 98"/>
              <p:cNvSpPr>
                <a:spLocks noChangeShapeType="1"/>
              </p:cNvSpPr>
              <p:nvPr/>
            </p:nvSpPr>
            <p:spPr bwMode="auto">
              <a:xfrm>
                <a:off x="434" y="1298"/>
                <a:ext cx="755" cy="612"/>
              </a:xfrm>
              <a:prstGeom prst="line">
                <a:avLst/>
              </a:prstGeom>
              <a:noFill/>
              <a:ln w="76200">
                <a:solidFill>
                  <a:srgbClr val="FF0000"/>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CC"/>
                  </a:solidFill>
                  <a:ea typeface="黑体" panose="02010609060101010101" pitchFamily="49" charset="-122"/>
                </a:endParaRPr>
              </a:p>
            </p:txBody>
          </p:sp>
          <p:sp>
            <p:nvSpPr>
              <p:cNvPr id="1029218" name="Line 99"/>
              <p:cNvSpPr>
                <a:spLocks noChangeShapeType="1"/>
              </p:cNvSpPr>
              <p:nvPr/>
            </p:nvSpPr>
            <p:spPr bwMode="auto">
              <a:xfrm flipH="1">
                <a:off x="434" y="1298"/>
                <a:ext cx="755" cy="612"/>
              </a:xfrm>
              <a:prstGeom prst="line">
                <a:avLst/>
              </a:prstGeom>
              <a:noFill/>
              <a:ln w="76200">
                <a:solidFill>
                  <a:srgbClr val="FF0000"/>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CC"/>
                  </a:solidFill>
                  <a:ea typeface="黑体" panose="02010609060101010101" pitchFamily="49" charset="-122"/>
                </a:endParaRPr>
              </a:p>
            </p:txBody>
          </p:sp>
        </p:grpSp>
        <p:sp>
          <p:nvSpPr>
            <p:cNvPr id="1029219" name="Text Box 100"/>
            <p:cNvSpPr txBox="1">
              <a:spLocks noChangeArrowheads="1"/>
            </p:cNvSpPr>
            <p:nvPr/>
          </p:nvSpPr>
          <p:spPr bwMode="auto">
            <a:xfrm>
              <a:off x="356" y="1979"/>
              <a:ext cx="970" cy="2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lnSpc>
                  <a:spcPct val="90000"/>
                </a:lnSpc>
              </a:pPr>
              <a:r>
                <a:rPr lang="zh-CN" altLang="en-US" sz="2000" b="1">
                  <a:solidFill>
                    <a:srgbClr val="0000CC"/>
                  </a:solidFill>
                  <a:ea typeface="黑体" panose="02010609060101010101" pitchFamily="49" charset="-122"/>
                </a:rPr>
                <a:t>网</a:t>
              </a:r>
              <a:r>
                <a:rPr lang="zh-CN" altLang="en-US" sz="1000" b="1">
                  <a:solidFill>
                    <a:srgbClr val="0000CC"/>
                  </a:solidFill>
                  <a:ea typeface="黑体" panose="02010609060101010101" pitchFamily="49" charset="-122"/>
                </a:rPr>
                <a:t> </a:t>
              </a:r>
              <a:r>
                <a:rPr lang="en-US" altLang="zh-CN" sz="2000" b="1">
                  <a:solidFill>
                    <a:srgbClr val="0000CC"/>
                  </a:solidFill>
                  <a:ea typeface="黑体" panose="02010609060101010101" pitchFamily="49" charset="-122"/>
                </a:rPr>
                <a:t>1</a:t>
              </a:r>
              <a:r>
                <a:rPr lang="zh-CN" altLang="en-US" sz="2000" b="1">
                  <a:solidFill>
                    <a:srgbClr val="0000CC"/>
                  </a:solidFill>
                  <a:ea typeface="黑体" panose="02010609060101010101" pitchFamily="49" charset="-122"/>
                </a:rPr>
                <a:t>出了故障</a:t>
              </a:r>
            </a:p>
          </p:txBody>
        </p:sp>
      </p:grpSp>
      <p:sp>
        <p:nvSpPr>
          <p:cNvPr id="1029220" name="Text Box 101"/>
          <p:cNvSpPr txBox="1">
            <a:spLocks noChangeArrowheads="1"/>
          </p:cNvSpPr>
          <p:nvPr/>
        </p:nvSpPr>
        <p:spPr bwMode="auto">
          <a:xfrm>
            <a:off x="266700" y="304800"/>
            <a:ext cx="441325" cy="1323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zh-CN" altLang="en-US" sz="2000" b="1">
                <a:solidFill>
                  <a:srgbClr val="0000CC"/>
                </a:solidFill>
                <a:ea typeface="黑体" panose="02010609060101010101" pitchFamily="49" charset="-122"/>
              </a:rPr>
              <a:t>正</a:t>
            </a:r>
          </a:p>
          <a:p>
            <a:pPr eaLnBrk="0" hangingPunct="0"/>
            <a:r>
              <a:rPr lang="zh-CN" altLang="en-US" sz="2000" b="1">
                <a:solidFill>
                  <a:srgbClr val="0000CC"/>
                </a:solidFill>
                <a:ea typeface="黑体" panose="02010609060101010101" pitchFamily="49" charset="-122"/>
              </a:rPr>
              <a:t>常</a:t>
            </a:r>
          </a:p>
          <a:p>
            <a:pPr eaLnBrk="0" hangingPunct="0"/>
            <a:r>
              <a:rPr lang="zh-CN" altLang="en-US" sz="2000" b="1">
                <a:solidFill>
                  <a:srgbClr val="0000CC"/>
                </a:solidFill>
                <a:ea typeface="黑体" panose="02010609060101010101" pitchFamily="49" charset="-122"/>
              </a:rPr>
              <a:t>情</a:t>
            </a:r>
          </a:p>
          <a:p>
            <a:pPr eaLnBrk="0" hangingPunct="0"/>
            <a:r>
              <a:rPr lang="zh-CN" altLang="en-US" sz="2000" b="1">
                <a:solidFill>
                  <a:srgbClr val="0000CC"/>
                </a:solidFill>
                <a:ea typeface="黑体" panose="02010609060101010101" pitchFamily="49" charset="-122"/>
              </a:rPr>
              <a:t>况</a:t>
            </a:r>
          </a:p>
        </p:txBody>
      </p:sp>
      <p:grpSp>
        <p:nvGrpSpPr>
          <p:cNvPr id="1029221" name="Group 102"/>
          <p:cNvGrpSpPr>
            <a:grpSpLocks/>
          </p:cNvGrpSpPr>
          <p:nvPr/>
        </p:nvGrpSpPr>
        <p:grpSpPr bwMode="auto">
          <a:xfrm>
            <a:off x="2436813" y="498475"/>
            <a:ext cx="1593850" cy="312738"/>
            <a:chOff x="1491" y="212"/>
            <a:chExt cx="853" cy="240"/>
          </a:xfrm>
        </p:grpSpPr>
        <p:sp>
          <p:nvSpPr>
            <p:cNvPr id="1029222" name="AutoShape 103"/>
            <p:cNvSpPr>
              <a:spLocks noChangeArrowheads="1"/>
            </p:cNvSpPr>
            <p:nvPr/>
          </p:nvSpPr>
          <p:spPr bwMode="auto">
            <a:xfrm>
              <a:off x="2089" y="271"/>
              <a:ext cx="255" cy="122"/>
            </a:xfrm>
            <a:prstGeom prst="rightArrow">
              <a:avLst>
                <a:gd name="adj1" fmla="val 50000"/>
                <a:gd name="adj2" fmla="val 52244"/>
              </a:avLst>
            </a:prstGeom>
            <a:solidFill>
              <a:srgbClr val="CCECFF"/>
            </a:solidFill>
            <a:ln w="9525">
              <a:solidFill>
                <a:schemeClr val="tx1"/>
              </a:solidFill>
              <a:miter lim="800000"/>
              <a:headEnd/>
              <a:tailEnd/>
            </a:ln>
          </p:spPr>
          <p:txBody>
            <a:bodyPr wrap="none" anchor="ctr"/>
            <a:lstStyle/>
            <a:p>
              <a:pPr eaLnBrk="0" hangingPunct="0"/>
              <a:endParaRPr lang="zh-CN" altLang="en-US" b="1">
                <a:solidFill>
                  <a:srgbClr val="0000CC"/>
                </a:solidFill>
                <a:ea typeface="黑体" panose="02010609060101010101" pitchFamily="49" charset="-122"/>
              </a:endParaRPr>
            </a:p>
          </p:txBody>
        </p:sp>
        <p:sp>
          <p:nvSpPr>
            <p:cNvPr id="1029223" name="Rectangle 104"/>
            <p:cNvSpPr>
              <a:spLocks noChangeArrowheads="1"/>
            </p:cNvSpPr>
            <p:nvPr/>
          </p:nvSpPr>
          <p:spPr bwMode="auto">
            <a:xfrm>
              <a:off x="1491" y="212"/>
              <a:ext cx="632" cy="240"/>
            </a:xfrm>
            <a:prstGeom prst="rect">
              <a:avLst/>
            </a:prstGeom>
            <a:solidFill>
              <a:srgbClr val="CCECFF"/>
            </a:solidFill>
            <a:ln w="9525">
              <a:solidFill>
                <a:schemeClr val="tx1"/>
              </a:solidFill>
              <a:miter lim="800000"/>
              <a:headEnd/>
              <a:tailEnd/>
            </a:ln>
          </p:spPr>
          <p:txBody>
            <a:bodyPr wrap="none" anchor="ctr"/>
            <a:lstStyle/>
            <a:p>
              <a:pPr eaLnBrk="0" hangingPunct="0"/>
              <a:endParaRPr lang="zh-CN" altLang="en-US" b="1">
                <a:solidFill>
                  <a:srgbClr val="0000CC"/>
                </a:solidFill>
                <a:ea typeface="黑体" panose="02010609060101010101" pitchFamily="49" charset="-122"/>
              </a:endParaRPr>
            </a:p>
          </p:txBody>
        </p:sp>
      </p:grpSp>
      <p:sp>
        <p:nvSpPr>
          <p:cNvPr id="1029224" name="Text Box 105"/>
          <p:cNvSpPr txBox="1">
            <a:spLocks noChangeArrowheads="1"/>
          </p:cNvSpPr>
          <p:nvPr/>
        </p:nvSpPr>
        <p:spPr bwMode="auto">
          <a:xfrm>
            <a:off x="2457450" y="573088"/>
            <a:ext cx="893763" cy="2460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lnSpc>
                <a:spcPct val="50000"/>
              </a:lnSpc>
            </a:pPr>
            <a:r>
              <a:rPr lang="en-US" altLang="zh-CN" sz="2000" b="1">
                <a:solidFill>
                  <a:srgbClr val="0000CC"/>
                </a:solidFill>
                <a:ea typeface="黑体" panose="02010609060101010101" pitchFamily="49" charset="-122"/>
              </a:rPr>
              <a:t>1  1  </a:t>
            </a:r>
            <a:r>
              <a:rPr lang="en-US" altLang="zh-CN" sz="2000" b="1">
                <a:solidFill>
                  <a:srgbClr val="0000CC"/>
                </a:solidFill>
                <a:ea typeface="黑体" panose="02010609060101010101" pitchFamily="49" charset="-122"/>
                <a:sym typeface="Symbol" panose="05050102010706020507" pitchFamily="18" charset="2"/>
              </a:rPr>
              <a:t></a:t>
            </a:r>
            <a:endParaRPr lang="en-US" altLang="zh-CN" sz="2000" b="1" baseline="-25000">
              <a:solidFill>
                <a:srgbClr val="0000CC"/>
              </a:solidFill>
              <a:ea typeface="黑体" panose="02010609060101010101" pitchFamily="49" charset="-122"/>
              <a:sym typeface="Symbol" panose="05050102010706020507" pitchFamily="18" charset="2"/>
            </a:endParaRPr>
          </a:p>
        </p:txBody>
      </p:sp>
      <p:grpSp>
        <p:nvGrpSpPr>
          <p:cNvPr id="576618" name="Group 106"/>
          <p:cNvGrpSpPr>
            <a:grpSpLocks/>
          </p:cNvGrpSpPr>
          <p:nvPr/>
        </p:nvGrpSpPr>
        <p:grpSpPr bwMode="auto">
          <a:xfrm>
            <a:off x="2693988" y="3152775"/>
            <a:ext cx="1633537" cy="312738"/>
            <a:chOff x="1566" y="2024"/>
            <a:chExt cx="950" cy="197"/>
          </a:xfrm>
        </p:grpSpPr>
        <p:grpSp>
          <p:nvGrpSpPr>
            <p:cNvPr id="1029226" name="Group 107"/>
            <p:cNvGrpSpPr>
              <a:grpSpLocks/>
            </p:cNvGrpSpPr>
            <p:nvPr/>
          </p:nvGrpSpPr>
          <p:grpSpPr bwMode="auto">
            <a:xfrm>
              <a:off x="1589" y="2024"/>
              <a:ext cx="927" cy="197"/>
              <a:chOff x="1491" y="212"/>
              <a:chExt cx="853" cy="240"/>
            </a:xfrm>
          </p:grpSpPr>
          <p:sp>
            <p:nvSpPr>
              <p:cNvPr id="1029227" name="AutoShape 108"/>
              <p:cNvSpPr>
                <a:spLocks noChangeArrowheads="1"/>
              </p:cNvSpPr>
              <p:nvPr/>
            </p:nvSpPr>
            <p:spPr bwMode="auto">
              <a:xfrm>
                <a:off x="2089" y="271"/>
                <a:ext cx="255" cy="122"/>
              </a:xfrm>
              <a:prstGeom prst="rightArrow">
                <a:avLst>
                  <a:gd name="adj1" fmla="val 50000"/>
                  <a:gd name="adj2" fmla="val 52244"/>
                </a:avLst>
              </a:prstGeom>
              <a:solidFill>
                <a:srgbClr val="CCECFF"/>
              </a:solidFill>
              <a:ln w="9525">
                <a:solidFill>
                  <a:schemeClr val="tx1"/>
                </a:solidFill>
                <a:miter lim="800000"/>
                <a:headEnd/>
                <a:tailEnd/>
              </a:ln>
            </p:spPr>
            <p:txBody>
              <a:bodyPr wrap="none" anchor="ctr"/>
              <a:lstStyle/>
              <a:p>
                <a:pPr eaLnBrk="0" hangingPunct="0"/>
                <a:endParaRPr lang="zh-CN" altLang="en-US" b="1">
                  <a:solidFill>
                    <a:srgbClr val="0000CC"/>
                  </a:solidFill>
                  <a:ea typeface="黑体" panose="02010609060101010101" pitchFamily="49" charset="-122"/>
                </a:endParaRPr>
              </a:p>
            </p:txBody>
          </p:sp>
          <p:sp>
            <p:nvSpPr>
              <p:cNvPr id="1029228" name="Rectangle 109"/>
              <p:cNvSpPr>
                <a:spLocks noChangeArrowheads="1"/>
              </p:cNvSpPr>
              <p:nvPr/>
            </p:nvSpPr>
            <p:spPr bwMode="auto">
              <a:xfrm>
                <a:off x="1491" y="212"/>
                <a:ext cx="632" cy="240"/>
              </a:xfrm>
              <a:prstGeom prst="rect">
                <a:avLst/>
              </a:prstGeom>
              <a:solidFill>
                <a:srgbClr val="CCECFF"/>
              </a:solidFill>
              <a:ln w="9525">
                <a:solidFill>
                  <a:schemeClr val="tx1"/>
                </a:solidFill>
                <a:miter lim="800000"/>
                <a:headEnd/>
                <a:tailEnd/>
              </a:ln>
            </p:spPr>
            <p:txBody>
              <a:bodyPr wrap="none" anchor="ctr"/>
              <a:lstStyle/>
              <a:p>
                <a:pPr eaLnBrk="0" hangingPunct="0"/>
                <a:endParaRPr lang="zh-CN" altLang="en-US" b="1">
                  <a:solidFill>
                    <a:srgbClr val="0000CC"/>
                  </a:solidFill>
                  <a:ea typeface="黑体" panose="02010609060101010101" pitchFamily="49" charset="-122"/>
                </a:endParaRPr>
              </a:p>
            </p:txBody>
          </p:sp>
        </p:grpSp>
        <p:sp>
          <p:nvSpPr>
            <p:cNvPr id="1029229" name="Text Box 110"/>
            <p:cNvSpPr txBox="1">
              <a:spLocks noChangeArrowheads="1"/>
            </p:cNvSpPr>
            <p:nvPr/>
          </p:nvSpPr>
          <p:spPr bwMode="auto">
            <a:xfrm>
              <a:off x="1566" y="2066"/>
              <a:ext cx="602" cy="15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lnSpc>
                  <a:spcPct val="50000"/>
                </a:lnSpc>
              </a:pPr>
              <a:r>
                <a:rPr lang="en-US" altLang="zh-CN" sz="2000" b="1">
                  <a:solidFill>
                    <a:srgbClr val="0000CC"/>
                  </a:solidFill>
                  <a:ea typeface="黑体" panose="02010609060101010101" pitchFamily="49" charset="-122"/>
                </a:rPr>
                <a:t>1  16  </a:t>
              </a:r>
              <a:r>
                <a:rPr lang="en-US" altLang="zh-CN" sz="2000" b="1">
                  <a:solidFill>
                    <a:srgbClr val="0000CC"/>
                  </a:solidFill>
                  <a:ea typeface="黑体" panose="02010609060101010101" pitchFamily="49" charset="-122"/>
                  <a:sym typeface="Symbol" panose="05050102010706020507" pitchFamily="18" charset="2"/>
                </a:rPr>
                <a:t></a:t>
              </a:r>
              <a:endParaRPr lang="en-US" altLang="zh-CN" sz="2000" b="1" baseline="-25000">
                <a:solidFill>
                  <a:srgbClr val="0000CC"/>
                </a:solidFill>
                <a:ea typeface="黑体" panose="02010609060101010101" pitchFamily="49" charset="-122"/>
                <a:sym typeface="Symbol" panose="05050102010706020507" pitchFamily="18" charset="2"/>
              </a:endParaRPr>
            </a:p>
          </p:txBody>
        </p:sp>
      </p:grpSp>
      <p:grpSp>
        <p:nvGrpSpPr>
          <p:cNvPr id="1029230" name="Group 111"/>
          <p:cNvGrpSpPr>
            <a:grpSpLocks/>
          </p:cNvGrpSpPr>
          <p:nvPr/>
        </p:nvGrpSpPr>
        <p:grpSpPr bwMode="auto">
          <a:xfrm flipH="1">
            <a:off x="6045200" y="520700"/>
            <a:ext cx="1593850" cy="312738"/>
            <a:chOff x="1491" y="212"/>
            <a:chExt cx="853" cy="240"/>
          </a:xfrm>
        </p:grpSpPr>
        <p:sp>
          <p:nvSpPr>
            <p:cNvPr id="1029231" name="AutoShape 112"/>
            <p:cNvSpPr>
              <a:spLocks noChangeArrowheads="1"/>
            </p:cNvSpPr>
            <p:nvPr/>
          </p:nvSpPr>
          <p:spPr bwMode="auto">
            <a:xfrm>
              <a:off x="2089" y="271"/>
              <a:ext cx="255" cy="122"/>
            </a:xfrm>
            <a:prstGeom prst="rightArrow">
              <a:avLst>
                <a:gd name="adj1" fmla="val 50000"/>
                <a:gd name="adj2" fmla="val 52244"/>
              </a:avLst>
            </a:prstGeom>
            <a:solidFill>
              <a:srgbClr val="66FF66"/>
            </a:solidFill>
            <a:ln w="9525">
              <a:solidFill>
                <a:schemeClr val="tx1"/>
              </a:solidFill>
              <a:miter lim="800000"/>
              <a:headEnd/>
              <a:tailEnd/>
            </a:ln>
          </p:spPr>
          <p:txBody>
            <a:bodyPr wrap="none" anchor="ctr"/>
            <a:lstStyle/>
            <a:p>
              <a:pPr eaLnBrk="0" hangingPunct="0"/>
              <a:endParaRPr lang="zh-CN" altLang="en-US" b="1">
                <a:solidFill>
                  <a:srgbClr val="0000CC"/>
                </a:solidFill>
                <a:ea typeface="黑体" panose="02010609060101010101" pitchFamily="49" charset="-122"/>
              </a:endParaRPr>
            </a:p>
          </p:txBody>
        </p:sp>
        <p:sp>
          <p:nvSpPr>
            <p:cNvPr id="1029232" name="Rectangle 113"/>
            <p:cNvSpPr>
              <a:spLocks noChangeArrowheads="1"/>
            </p:cNvSpPr>
            <p:nvPr/>
          </p:nvSpPr>
          <p:spPr bwMode="auto">
            <a:xfrm>
              <a:off x="1491" y="212"/>
              <a:ext cx="632" cy="240"/>
            </a:xfrm>
            <a:prstGeom prst="rect">
              <a:avLst/>
            </a:prstGeom>
            <a:solidFill>
              <a:srgbClr val="66FF66"/>
            </a:solidFill>
            <a:ln w="9525">
              <a:solidFill>
                <a:schemeClr val="tx1"/>
              </a:solidFill>
              <a:miter lim="800000"/>
              <a:headEnd/>
              <a:tailEnd/>
            </a:ln>
          </p:spPr>
          <p:txBody>
            <a:bodyPr wrap="none" anchor="ctr"/>
            <a:lstStyle/>
            <a:p>
              <a:pPr eaLnBrk="0" hangingPunct="0"/>
              <a:endParaRPr lang="zh-CN" altLang="en-US" b="1">
                <a:solidFill>
                  <a:srgbClr val="0000CC"/>
                </a:solidFill>
                <a:ea typeface="黑体" panose="02010609060101010101" pitchFamily="49" charset="-122"/>
              </a:endParaRPr>
            </a:p>
          </p:txBody>
        </p:sp>
      </p:grpSp>
      <p:sp>
        <p:nvSpPr>
          <p:cNvPr id="1029233" name="Text Box 114"/>
          <p:cNvSpPr txBox="1">
            <a:spLocks noChangeArrowheads="1"/>
          </p:cNvSpPr>
          <p:nvPr/>
        </p:nvSpPr>
        <p:spPr bwMode="auto">
          <a:xfrm>
            <a:off x="6467475" y="615950"/>
            <a:ext cx="1033463" cy="2460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lnSpc>
                <a:spcPct val="50000"/>
              </a:lnSpc>
            </a:pPr>
            <a:r>
              <a:rPr lang="en-US" altLang="zh-CN" sz="2000" b="1">
                <a:solidFill>
                  <a:srgbClr val="0000CC"/>
                </a:solidFill>
                <a:ea typeface="黑体" panose="02010609060101010101" pitchFamily="49" charset="-122"/>
              </a:rPr>
              <a:t>1  2  </a:t>
            </a:r>
            <a:r>
              <a:rPr lang="en-US" altLang="zh-CN" sz="2000" b="1">
                <a:solidFill>
                  <a:srgbClr val="0000CC"/>
                </a:solidFill>
                <a:ea typeface="黑体" panose="02010609060101010101" pitchFamily="49" charset="-122"/>
                <a:sym typeface="Symbol" panose="05050102010706020507" pitchFamily="18" charset="2"/>
              </a:rPr>
              <a:t>R</a:t>
            </a:r>
            <a:r>
              <a:rPr lang="en-US" altLang="zh-CN" sz="2000" b="1" baseline="-25000">
                <a:solidFill>
                  <a:srgbClr val="0000CC"/>
                </a:solidFill>
                <a:ea typeface="黑体" panose="02010609060101010101" pitchFamily="49" charset="-122"/>
                <a:sym typeface="Symbol" panose="05050102010706020507" pitchFamily="18" charset="2"/>
              </a:rPr>
              <a:t>1</a:t>
            </a:r>
          </a:p>
        </p:txBody>
      </p:sp>
      <p:grpSp>
        <p:nvGrpSpPr>
          <p:cNvPr id="576627" name="Group 115"/>
          <p:cNvGrpSpPr>
            <a:grpSpLocks/>
          </p:cNvGrpSpPr>
          <p:nvPr/>
        </p:nvGrpSpPr>
        <p:grpSpPr bwMode="auto">
          <a:xfrm>
            <a:off x="6045200" y="3100388"/>
            <a:ext cx="1593850" cy="341312"/>
            <a:chOff x="3515" y="1991"/>
            <a:chExt cx="927" cy="215"/>
          </a:xfrm>
        </p:grpSpPr>
        <p:grpSp>
          <p:nvGrpSpPr>
            <p:cNvPr id="1029235" name="Group 116"/>
            <p:cNvGrpSpPr>
              <a:grpSpLocks/>
            </p:cNvGrpSpPr>
            <p:nvPr/>
          </p:nvGrpSpPr>
          <p:grpSpPr bwMode="auto">
            <a:xfrm flipH="1">
              <a:off x="3515" y="1991"/>
              <a:ext cx="927" cy="197"/>
              <a:chOff x="1491" y="212"/>
              <a:chExt cx="853" cy="240"/>
            </a:xfrm>
          </p:grpSpPr>
          <p:sp>
            <p:nvSpPr>
              <p:cNvPr id="1029236" name="AutoShape 117"/>
              <p:cNvSpPr>
                <a:spLocks noChangeArrowheads="1"/>
              </p:cNvSpPr>
              <p:nvPr/>
            </p:nvSpPr>
            <p:spPr bwMode="auto">
              <a:xfrm>
                <a:off x="2089" y="271"/>
                <a:ext cx="255" cy="122"/>
              </a:xfrm>
              <a:prstGeom prst="rightArrow">
                <a:avLst>
                  <a:gd name="adj1" fmla="val 50000"/>
                  <a:gd name="adj2" fmla="val 52244"/>
                </a:avLst>
              </a:prstGeom>
              <a:solidFill>
                <a:srgbClr val="66FF66"/>
              </a:solidFill>
              <a:ln w="9525">
                <a:solidFill>
                  <a:schemeClr val="tx1"/>
                </a:solidFill>
                <a:miter lim="800000"/>
                <a:headEnd/>
                <a:tailEnd/>
              </a:ln>
            </p:spPr>
            <p:txBody>
              <a:bodyPr wrap="none" anchor="ctr"/>
              <a:lstStyle/>
              <a:p>
                <a:pPr eaLnBrk="0" hangingPunct="0"/>
                <a:endParaRPr lang="zh-CN" altLang="en-US" b="1">
                  <a:solidFill>
                    <a:srgbClr val="0000CC"/>
                  </a:solidFill>
                  <a:ea typeface="黑体" panose="02010609060101010101" pitchFamily="49" charset="-122"/>
                </a:endParaRPr>
              </a:p>
            </p:txBody>
          </p:sp>
          <p:sp>
            <p:nvSpPr>
              <p:cNvPr id="1029237" name="Rectangle 118"/>
              <p:cNvSpPr>
                <a:spLocks noChangeArrowheads="1"/>
              </p:cNvSpPr>
              <p:nvPr/>
            </p:nvSpPr>
            <p:spPr bwMode="auto">
              <a:xfrm>
                <a:off x="1491" y="212"/>
                <a:ext cx="632" cy="240"/>
              </a:xfrm>
              <a:prstGeom prst="rect">
                <a:avLst/>
              </a:prstGeom>
              <a:solidFill>
                <a:srgbClr val="66FF66"/>
              </a:solidFill>
              <a:ln w="9525">
                <a:solidFill>
                  <a:schemeClr val="tx1"/>
                </a:solidFill>
                <a:miter lim="800000"/>
                <a:headEnd/>
                <a:tailEnd/>
              </a:ln>
            </p:spPr>
            <p:txBody>
              <a:bodyPr wrap="none" anchor="ctr"/>
              <a:lstStyle/>
              <a:p>
                <a:pPr eaLnBrk="0" hangingPunct="0"/>
                <a:endParaRPr lang="zh-CN" altLang="en-US" b="1">
                  <a:solidFill>
                    <a:srgbClr val="0000CC"/>
                  </a:solidFill>
                  <a:ea typeface="黑体" panose="02010609060101010101" pitchFamily="49" charset="-122"/>
                </a:endParaRPr>
              </a:p>
            </p:txBody>
          </p:sp>
        </p:grpSp>
        <p:sp>
          <p:nvSpPr>
            <p:cNvPr id="1029238" name="Text Box 119"/>
            <p:cNvSpPr txBox="1">
              <a:spLocks noChangeArrowheads="1"/>
            </p:cNvSpPr>
            <p:nvPr/>
          </p:nvSpPr>
          <p:spPr bwMode="auto">
            <a:xfrm>
              <a:off x="3761" y="2051"/>
              <a:ext cx="600" cy="15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lnSpc>
                  <a:spcPct val="50000"/>
                </a:lnSpc>
              </a:pPr>
              <a:r>
                <a:rPr lang="en-US" altLang="zh-CN" sz="2000" b="1">
                  <a:solidFill>
                    <a:srgbClr val="0000CC"/>
                  </a:solidFill>
                  <a:ea typeface="黑体" panose="02010609060101010101" pitchFamily="49" charset="-122"/>
                </a:rPr>
                <a:t>1  2  </a:t>
              </a:r>
              <a:r>
                <a:rPr lang="en-US" altLang="zh-CN" sz="2000" b="1">
                  <a:solidFill>
                    <a:srgbClr val="0000CC"/>
                  </a:solidFill>
                  <a:ea typeface="黑体" panose="02010609060101010101" pitchFamily="49" charset="-122"/>
                  <a:sym typeface="Symbol" panose="05050102010706020507" pitchFamily="18" charset="2"/>
                </a:rPr>
                <a:t>R</a:t>
              </a:r>
              <a:r>
                <a:rPr lang="en-US" altLang="zh-CN" sz="2000" b="1" baseline="-25000">
                  <a:solidFill>
                    <a:srgbClr val="0000CC"/>
                  </a:solidFill>
                  <a:ea typeface="黑体" panose="02010609060101010101" pitchFamily="49" charset="-122"/>
                  <a:sym typeface="Symbol" panose="05050102010706020507" pitchFamily="18" charset="2"/>
                </a:rPr>
                <a:t>1</a:t>
              </a:r>
            </a:p>
          </p:txBody>
        </p:sp>
      </p:grpSp>
      <p:sp>
        <p:nvSpPr>
          <p:cNvPr id="576632" name="Text Box 120"/>
          <p:cNvSpPr txBox="1">
            <a:spLocks noChangeArrowheads="1"/>
          </p:cNvSpPr>
          <p:nvPr/>
        </p:nvSpPr>
        <p:spPr bwMode="auto">
          <a:xfrm>
            <a:off x="711200" y="3786188"/>
            <a:ext cx="7339013" cy="830262"/>
          </a:xfrm>
          <a:prstGeom prst="rect">
            <a:avLst/>
          </a:prstGeom>
          <a:solidFill>
            <a:srgbClr val="FFFF99"/>
          </a:solidFill>
          <a:ln w="9525">
            <a:solidFill>
              <a:schemeClr val="tx2"/>
            </a:solidFill>
            <a:miter lim="800000"/>
            <a:headEnd/>
            <a:tailEnd/>
          </a:ln>
        </p:spPr>
        <p:txBody>
          <a:bodyPr wrap="none">
            <a:spAutoFit/>
          </a:bodyPr>
          <a:lstStyle/>
          <a:p>
            <a:pPr eaLnBrk="0" hangingPunct="0"/>
            <a:r>
              <a:rPr lang="en-US" altLang="zh-CN" sz="2400" b="1">
                <a:solidFill>
                  <a:srgbClr val="0000CC"/>
                </a:solidFill>
                <a:ea typeface="黑体" panose="02010609060101010101" pitchFamily="49" charset="-122"/>
              </a:rPr>
              <a:t>R</a:t>
            </a:r>
            <a:r>
              <a:rPr lang="en-US" altLang="zh-CN" sz="2400" b="1" baseline="-25000">
                <a:solidFill>
                  <a:srgbClr val="0000CC"/>
                </a:solidFill>
                <a:ea typeface="黑体" panose="02010609060101010101" pitchFamily="49" charset="-122"/>
              </a:rPr>
              <a:t>1</a:t>
            </a:r>
            <a:r>
              <a:rPr lang="en-US" altLang="zh-CN" sz="2400" b="1">
                <a:solidFill>
                  <a:srgbClr val="0000CC"/>
                </a:solidFill>
                <a:ea typeface="黑体" panose="02010609060101010101" pitchFamily="49" charset="-122"/>
              </a:rPr>
              <a:t> </a:t>
            </a:r>
            <a:r>
              <a:rPr lang="zh-CN" altLang="en-US" sz="2400" b="1">
                <a:solidFill>
                  <a:srgbClr val="0000CC"/>
                </a:solidFill>
                <a:ea typeface="黑体" panose="02010609060101010101" pitchFamily="49" charset="-122"/>
              </a:rPr>
              <a:t>说：“我到网 </a:t>
            </a:r>
            <a:r>
              <a:rPr lang="en-US" altLang="zh-CN" sz="2400" b="1">
                <a:solidFill>
                  <a:srgbClr val="0000CC"/>
                </a:solidFill>
                <a:ea typeface="黑体" panose="02010609060101010101" pitchFamily="49" charset="-122"/>
              </a:rPr>
              <a:t>1 </a:t>
            </a:r>
            <a:r>
              <a:rPr lang="zh-CN" altLang="en-US" sz="2400" b="1">
                <a:solidFill>
                  <a:srgbClr val="0000CC"/>
                </a:solidFill>
                <a:ea typeface="黑体" panose="02010609060101010101" pitchFamily="49" charset="-122"/>
              </a:rPr>
              <a:t>的距离是 </a:t>
            </a:r>
            <a:r>
              <a:rPr lang="en-US" altLang="zh-CN" sz="2400" b="1">
                <a:solidFill>
                  <a:srgbClr val="0000CC"/>
                </a:solidFill>
                <a:ea typeface="黑体" panose="02010609060101010101" pitchFamily="49" charset="-122"/>
              </a:rPr>
              <a:t>16 </a:t>
            </a:r>
            <a:r>
              <a:rPr lang="zh-CN" altLang="en-US" sz="2400" b="1">
                <a:solidFill>
                  <a:srgbClr val="0000CC"/>
                </a:solidFill>
                <a:ea typeface="黑体" panose="02010609060101010101" pitchFamily="49" charset="-122"/>
              </a:rPr>
              <a:t>（表示无法到达），</a:t>
            </a:r>
          </a:p>
          <a:p>
            <a:pPr eaLnBrk="0" hangingPunct="0"/>
            <a:r>
              <a:rPr lang="zh-CN" altLang="en-US" sz="2400" b="1">
                <a:solidFill>
                  <a:srgbClr val="0000CC"/>
                </a:solidFill>
                <a:ea typeface="黑体" panose="02010609060101010101" pitchFamily="49" charset="-122"/>
              </a:rPr>
              <a:t>            是直接交付。”</a:t>
            </a:r>
          </a:p>
        </p:txBody>
      </p:sp>
      <p:sp>
        <p:nvSpPr>
          <p:cNvPr id="576633" name="Text Box 121"/>
          <p:cNvSpPr txBox="1">
            <a:spLocks noChangeArrowheads="1"/>
          </p:cNvSpPr>
          <p:nvPr/>
        </p:nvSpPr>
        <p:spPr bwMode="auto">
          <a:xfrm>
            <a:off x="704850" y="4724400"/>
            <a:ext cx="7694613" cy="831850"/>
          </a:xfrm>
          <a:prstGeom prst="rect">
            <a:avLst/>
          </a:prstGeom>
          <a:solidFill>
            <a:srgbClr val="FFFF99"/>
          </a:solidFill>
          <a:ln w="9525">
            <a:solidFill>
              <a:schemeClr val="tx2"/>
            </a:solidFill>
            <a:miter lim="800000"/>
            <a:headEnd/>
            <a:tailEnd/>
          </a:ln>
        </p:spPr>
        <p:txBody>
          <a:bodyPr wrap="none">
            <a:spAutoFit/>
          </a:bodyPr>
          <a:lstStyle/>
          <a:p>
            <a:pPr eaLnBrk="0" hangingPunct="0"/>
            <a:r>
              <a:rPr lang="zh-CN" altLang="en-US" sz="2400" b="1">
                <a:solidFill>
                  <a:srgbClr val="0000CC"/>
                </a:solidFill>
                <a:ea typeface="黑体" panose="02010609060101010101" pitchFamily="49" charset="-122"/>
              </a:rPr>
              <a:t>但 </a:t>
            </a:r>
            <a:r>
              <a:rPr lang="en-US" altLang="zh-CN" sz="2400" b="1">
                <a:solidFill>
                  <a:srgbClr val="0000CC"/>
                </a:solidFill>
                <a:ea typeface="黑体" panose="02010609060101010101" pitchFamily="49" charset="-122"/>
              </a:rPr>
              <a:t>R</a:t>
            </a:r>
            <a:r>
              <a:rPr lang="en-US" altLang="zh-CN" sz="2400" b="1" baseline="-25000">
                <a:solidFill>
                  <a:srgbClr val="0000CC"/>
                </a:solidFill>
                <a:ea typeface="黑体" panose="02010609060101010101" pitchFamily="49" charset="-122"/>
              </a:rPr>
              <a:t>2</a:t>
            </a:r>
            <a:r>
              <a:rPr lang="en-US" altLang="zh-CN" sz="2400" b="1">
                <a:solidFill>
                  <a:srgbClr val="0000CC"/>
                </a:solidFill>
                <a:ea typeface="黑体" panose="02010609060101010101" pitchFamily="49" charset="-122"/>
              </a:rPr>
              <a:t> </a:t>
            </a:r>
            <a:r>
              <a:rPr lang="zh-CN" altLang="en-US" sz="2400" b="1">
                <a:solidFill>
                  <a:srgbClr val="0000CC"/>
                </a:solidFill>
                <a:ea typeface="黑体" panose="02010609060101010101" pitchFamily="49" charset="-122"/>
              </a:rPr>
              <a:t>在收到 </a:t>
            </a:r>
            <a:r>
              <a:rPr lang="en-US" altLang="zh-CN" sz="2400" b="1">
                <a:solidFill>
                  <a:srgbClr val="0000CC"/>
                </a:solidFill>
                <a:ea typeface="黑体" panose="02010609060101010101" pitchFamily="49" charset="-122"/>
              </a:rPr>
              <a:t>R</a:t>
            </a:r>
            <a:r>
              <a:rPr lang="en-US" altLang="zh-CN" sz="2400" b="1" baseline="-25000">
                <a:solidFill>
                  <a:srgbClr val="0000CC"/>
                </a:solidFill>
                <a:ea typeface="黑体" panose="02010609060101010101" pitchFamily="49" charset="-122"/>
              </a:rPr>
              <a:t>1</a:t>
            </a:r>
            <a:r>
              <a:rPr lang="en-US" altLang="zh-CN" sz="2400" b="1">
                <a:solidFill>
                  <a:srgbClr val="0000CC"/>
                </a:solidFill>
                <a:ea typeface="黑体" panose="02010609060101010101" pitchFamily="49" charset="-122"/>
              </a:rPr>
              <a:t> </a:t>
            </a:r>
            <a:r>
              <a:rPr lang="zh-CN" altLang="en-US" sz="2400" b="1">
                <a:solidFill>
                  <a:srgbClr val="0000CC"/>
                </a:solidFill>
                <a:ea typeface="黑体" panose="02010609060101010101" pitchFamily="49" charset="-122"/>
              </a:rPr>
              <a:t>的更新报文之前，还发送原来的报文，</a:t>
            </a:r>
          </a:p>
          <a:p>
            <a:pPr eaLnBrk="0" hangingPunct="0"/>
            <a:r>
              <a:rPr lang="zh-CN" altLang="en-US" sz="2400" b="1">
                <a:solidFill>
                  <a:srgbClr val="0000CC"/>
                </a:solidFill>
                <a:ea typeface="黑体" panose="02010609060101010101" pitchFamily="49" charset="-122"/>
              </a:rPr>
              <a:t>因为这时 </a:t>
            </a:r>
            <a:r>
              <a:rPr lang="en-US" altLang="zh-CN" sz="2400" b="1">
                <a:solidFill>
                  <a:srgbClr val="0000CC"/>
                </a:solidFill>
                <a:ea typeface="黑体" panose="02010609060101010101" pitchFamily="49" charset="-122"/>
              </a:rPr>
              <a:t>R</a:t>
            </a:r>
            <a:r>
              <a:rPr lang="en-US" altLang="zh-CN" sz="2400" b="1" baseline="-25000">
                <a:solidFill>
                  <a:srgbClr val="0000CC"/>
                </a:solidFill>
                <a:ea typeface="黑体" panose="02010609060101010101" pitchFamily="49" charset="-122"/>
              </a:rPr>
              <a:t>2</a:t>
            </a:r>
            <a:r>
              <a:rPr lang="en-US" altLang="zh-CN" sz="2400" b="1">
                <a:solidFill>
                  <a:srgbClr val="0000CC"/>
                </a:solidFill>
                <a:ea typeface="黑体" panose="02010609060101010101" pitchFamily="49" charset="-122"/>
              </a:rPr>
              <a:t> </a:t>
            </a:r>
            <a:r>
              <a:rPr lang="zh-CN" altLang="en-US" sz="2400" b="1">
                <a:solidFill>
                  <a:srgbClr val="0000CC"/>
                </a:solidFill>
                <a:ea typeface="黑体" panose="02010609060101010101" pitchFamily="49" charset="-122"/>
              </a:rPr>
              <a:t>并不知道 </a:t>
            </a:r>
            <a:r>
              <a:rPr lang="en-US" altLang="zh-CN" sz="2400" b="1">
                <a:solidFill>
                  <a:srgbClr val="0000CC"/>
                </a:solidFill>
                <a:ea typeface="黑体" panose="02010609060101010101" pitchFamily="49" charset="-122"/>
              </a:rPr>
              <a:t>R</a:t>
            </a:r>
            <a:r>
              <a:rPr lang="en-US" altLang="zh-CN" sz="2400" b="1" baseline="-25000">
                <a:solidFill>
                  <a:srgbClr val="0000CC"/>
                </a:solidFill>
                <a:ea typeface="黑体" panose="02010609060101010101" pitchFamily="49" charset="-122"/>
              </a:rPr>
              <a:t>1</a:t>
            </a:r>
            <a:r>
              <a:rPr lang="en-US" altLang="zh-CN" sz="2400" b="1">
                <a:solidFill>
                  <a:srgbClr val="0000CC"/>
                </a:solidFill>
                <a:ea typeface="黑体" panose="02010609060101010101" pitchFamily="49" charset="-122"/>
              </a:rPr>
              <a:t> </a:t>
            </a:r>
            <a:r>
              <a:rPr lang="zh-CN" altLang="en-US" sz="2400" b="1">
                <a:solidFill>
                  <a:srgbClr val="0000CC"/>
                </a:solidFill>
                <a:ea typeface="黑体" panose="02010609060101010101" pitchFamily="49" charset="-122"/>
              </a:rPr>
              <a:t>出了故障。</a:t>
            </a:r>
          </a:p>
        </p:txBody>
      </p:sp>
      <p:sp>
        <p:nvSpPr>
          <p:cNvPr id="1029241" name="灯片编号占位符 3"/>
          <p:cNvSpPr>
            <a:spLocks noGrp="1" noChangeArrowheads="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p>
            <a:fld id="{E7B8BE26-F2F6-40DB-B8B8-1E7B6745951D}" type="slidenum">
              <a:rPr lang="zh-CN" altLang="en-US" smtClean="0"/>
              <a:pPr/>
              <a:t>29</a:t>
            </a:fld>
            <a:endParaRPr lang="en-US" altLang="zh-CN" smtClean="0"/>
          </a:p>
        </p:txBody>
      </p:sp>
      <p:sp>
        <p:nvSpPr>
          <p:cNvPr id="1029242" name="页脚占位符 4"/>
          <p:cNvSpPr>
            <a:spLocks noGrp="1" noChangeArrowheads="1"/>
          </p:cNvSpPr>
          <p:nvPr>
            <p:ph type="ftr"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p>
            <a:r>
              <a:rPr lang="en-US" altLang="zh-CN" smtClean="0"/>
              <a:t>ppt课件</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576561"/>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576632"/>
                                        </p:tgtEl>
                                        <p:attrNameLst>
                                          <p:attrName>style.visibility</p:attrName>
                                        </p:attrNameLst>
                                      </p:cBhvr>
                                      <p:to>
                                        <p:strVal val="visible"/>
                                      </p:to>
                                    </p:set>
                                  </p:childTnLst>
                                </p:cTn>
                              </p:par>
                            </p:childTnLst>
                          </p:cTn>
                        </p:par>
                        <p:par>
                          <p:cTn id="11" fill="hold" nodeType="afterGroup">
                            <p:stCondLst>
                              <p:cond delay="1"/>
                            </p:stCondLst>
                            <p:childTnLst>
                              <p:par>
                                <p:cTn id="12" presetID="1" presetClass="entr" presetSubtype="0" fill="hold" nodeType="afterEffect">
                                  <p:stCondLst>
                                    <p:cond delay="500"/>
                                  </p:stCondLst>
                                  <p:childTnLst>
                                    <p:set>
                                      <p:cBhvr>
                                        <p:cTn id="13" dur="1" fill="hold">
                                          <p:stCondLst>
                                            <p:cond delay="0"/>
                                          </p:stCondLst>
                                        </p:cTn>
                                        <p:tgtEl>
                                          <p:spTgt spid="576618"/>
                                        </p:tgtEl>
                                        <p:attrNameLst>
                                          <p:attrName>style.visibility</p:attrName>
                                        </p:attrNameLst>
                                      </p:cBhvr>
                                      <p:to>
                                        <p:strVal val="visible"/>
                                      </p:to>
                                    </p:set>
                                  </p:childTnLst>
                                </p:cTn>
                              </p:par>
                            </p:childTnLst>
                          </p:cTn>
                        </p:par>
                        <p:par>
                          <p:cTn id="14" fill="hold" nodeType="afterGroup">
                            <p:stCondLst>
                              <p:cond delay="502"/>
                            </p:stCondLst>
                            <p:childTnLst>
                              <p:par>
                                <p:cTn id="15" presetID="35" presetClass="emph" presetSubtype="0" repeatCount="3000" fill="hold" nodeType="afterEffect">
                                  <p:stCondLst>
                                    <p:cond delay="500"/>
                                  </p:stCondLst>
                                  <p:childTnLst>
                                    <p:anim calcmode="discrete" valueType="str">
                                      <p:cBhvr>
                                        <p:cTn id="16" dur="1000" fill="hold"/>
                                        <p:tgtEl>
                                          <p:spTgt spid="576618"/>
                                        </p:tgtEl>
                                        <p:attrNameLst>
                                          <p:attrName>style.visibility</p:attrName>
                                        </p:attrNameLst>
                                      </p:cBhvr>
                                      <p:tavLst>
                                        <p:tav tm="0">
                                          <p:val>
                                            <p:strVal val="hidden"/>
                                          </p:val>
                                        </p:tav>
                                        <p:tav tm="50000">
                                          <p:val>
                                            <p:strVal val="visible"/>
                                          </p:val>
                                        </p:tav>
                                      </p:tavLst>
                                    </p:anim>
                                  </p:childTnLst>
                                </p:cTn>
                              </p:par>
                            </p:childTnLst>
                          </p:cTn>
                        </p:par>
                      </p:childTnLst>
                    </p:cTn>
                  </p:par>
                  <p:par>
                    <p:cTn id="17" fill="hold" nodeType="clickPar">
                      <p:stCondLst>
                        <p:cond delay="indefinite"/>
                      </p:stCondLst>
                      <p:childTnLst>
                        <p:par>
                          <p:cTn id="18" fill="hold" nodeType="withGroup">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576633"/>
                                        </p:tgtEl>
                                        <p:attrNameLst>
                                          <p:attrName>style.visibility</p:attrName>
                                        </p:attrNameLst>
                                      </p:cBhvr>
                                      <p:to>
                                        <p:strVal val="visible"/>
                                      </p:to>
                                    </p:set>
                                  </p:childTnLst>
                                </p:cTn>
                              </p:par>
                            </p:childTnLst>
                          </p:cTn>
                        </p:par>
                        <p:par>
                          <p:cTn id="21" fill="hold" nodeType="afterGroup">
                            <p:stCondLst>
                              <p:cond delay="1"/>
                            </p:stCondLst>
                            <p:childTnLst>
                              <p:par>
                                <p:cTn id="22" presetID="1" presetClass="entr" presetSubtype="0" fill="hold" nodeType="afterEffect">
                                  <p:stCondLst>
                                    <p:cond delay="500"/>
                                  </p:stCondLst>
                                  <p:childTnLst>
                                    <p:set>
                                      <p:cBhvr>
                                        <p:cTn id="23" dur="1" fill="hold">
                                          <p:stCondLst>
                                            <p:cond delay="0"/>
                                          </p:stCondLst>
                                        </p:cTn>
                                        <p:tgtEl>
                                          <p:spTgt spid="576627"/>
                                        </p:tgtEl>
                                        <p:attrNameLst>
                                          <p:attrName>style.visibility</p:attrName>
                                        </p:attrNameLst>
                                      </p:cBhvr>
                                      <p:to>
                                        <p:strVal val="visible"/>
                                      </p:to>
                                    </p:set>
                                  </p:childTnLst>
                                </p:cTn>
                              </p:par>
                            </p:childTnLst>
                          </p:cTn>
                        </p:par>
                        <p:par>
                          <p:cTn id="24" fill="hold" nodeType="afterGroup">
                            <p:stCondLst>
                              <p:cond delay="502"/>
                            </p:stCondLst>
                            <p:childTnLst>
                              <p:par>
                                <p:cTn id="25" presetID="35" presetClass="emph" presetSubtype="0" repeatCount="3000" fill="hold" nodeType="afterEffect">
                                  <p:stCondLst>
                                    <p:cond delay="500"/>
                                  </p:stCondLst>
                                  <p:childTnLst>
                                    <p:anim calcmode="discrete" valueType="str">
                                      <p:cBhvr>
                                        <p:cTn id="26" dur="1000" fill="hold"/>
                                        <p:tgtEl>
                                          <p:spTgt spid="576627"/>
                                        </p:tgtEl>
                                        <p:attrNameLst>
                                          <p:attrName>style.visibility</p:attrName>
                                        </p:attrNameLst>
                                      </p:cBhvr>
                                      <p:tavLst>
                                        <p:tav tm="0">
                                          <p:val>
                                            <p:strVal val="hidden"/>
                                          </p:val>
                                        </p:tav>
                                        <p:tav tm="50000">
                                          <p:val>
                                            <p:strVal val="visible"/>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76632" grpId="0" animBg="1"/>
      <p:bldP spid="576633" grpId="0" animBg="1"/>
    </p:bld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31169" name="Line 2"/>
          <p:cNvSpPr>
            <a:spLocks noChangeShapeType="1"/>
          </p:cNvSpPr>
          <p:nvPr/>
        </p:nvSpPr>
        <p:spPr bwMode="auto">
          <a:xfrm>
            <a:off x="1785938" y="1063625"/>
            <a:ext cx="7010400"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CC"/>
              </a:solidFill>
              <a:ea typeface="黑体" panose="02010609060101010101" pitchFamily="49" charset="-122"/>
            </a:endParaRPr>
          </a:p>
        </p:txBody>
      </p:sp>
      <p:pic>
        <p:nvPicPr>
          <p:cNvPr id="1031170" name="Picture 3"/>
          <p:cNvPicPr>
            <a:picLocks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2813050" y="908050"/>
            <a:ext cx="790575" cy="3381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031171" name="Text Box 4"/>
          <p:cNvSpPr txBox="1">
            <a:spLocks noChangeArrowheads="1"/>
          </p:cNvSpPr>
          <p:nvPr/>
        </p:nvSpPr>
        <p:spPr bwMode="auto">
          <a:xfrm>
            <a:off x="6945313" y="1157288"/>
            <a:ext cx="465137"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en-US" altLang="zh-CN" sz="2000" b="1">
                <a:solidFill>
                  <a:srgbClr val="0000CC"/>
                </a:solidFill>
                <a:ea typeface="黑体" panose="02010609060101010101" pitchFamily="49" charset="-122"/>
              </a:rPr>
              <a:t>R</a:t>
            </a:r>
            <a:r>
              <a:rPr lang="en-US" altLang="zh-CN" sz="2000" b="1" baseline="-25000">
                <a:solidFill>
                  <a:srgbClr val="0000CC"/>
                </a:solidFill>
                <a:ea typeface="黑体" panose="02010609060101010101" pitchFamily="49" charset="-122"/>
              </a:rPr>
              <a:t>2</a:t>
            </a:r>
            <a:endParaRPr lang="en-US" altLang="zh-CN" sz="2000" b="1">
              <a:solidFill>
                <a:srgbClr val="0000CC"/>
              </a:solidFill>
              <a:ea typeface="黑体" panose="02010609060101010101" pitchFamily="49" charset="-122"/>
            </a:endParaRPr>
          </a:p>
        </p:txBody>
      </p:sp>
      <p:sp>
        <p:nvSpPr>
          <p:cNvPr id="1031172" name="Text Box 5"/>
          <p:cNvSpPr txBox="1">
            <a:spLocks noChangeArrowheads="1"/>
          </p:cNvSpPr>
          <p:nvPr/>
        </p:nvSpPr>
        <p:spPr bwMode="auto">
          <a:xfrm>
            <a:off x="3048000" y="1157288"/>
            <a:ext cx="465138"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en-US" altLang="zh-CN" sz="2000" b="1">
                <a:solidFill>
                  <a:srgbClr val="0000CC"/>
                </a:solidFill>
                <a:ea typeface="黑体" panose="02010609060101010101" pitchFamily="49" charset="-122"/>
              </a:rPr>
              <a:t>R</a:t>
            </a:r>
            <a:r>
              <a:rPr lang="en-US" altLang="zh-CN" sz="2000" b="1" baseline="-25000">
                <a:solidFill>
                  <a:srgbClr val="0000CC"/>
                </a:solidFill>
                <a:ea typeface="黑体" panose="02010609060101010101" pitchFamily="49" charset="-122"/>
              </a:rPr>
              <a:t>1</a:t>
            </a:r>
            <a:endParaRPr lang="en-US" altLang="zh-CN" sz="2000" b="1">
              <a:solidFill>
                <a:srgbClr val="0000CC"/>
              </a:solidFill>
              <a:ea typeface="黑体" panose="02010609060101010101" pitchFamily="49" charset="-122"/>
            </a:endParaRPr>
          </a:p>
        </p:txBody>
      </p:sp>
      <p:pic>
        <p:nvPicPr>
          <p:cNvPr id="1031173" name="Picture 6"/>
          <p:cNvPicPr>
            <a:picLocks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6708775" y="908050"/>
            <a:ext cx="790575" cy="3381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1031174" name="Group 7"/>
          <p:cNvGrpSpPr>
            <a:grpSpLocks/>
          </p:cNvGrpSpPr>
          <p:nvPr/>
        </p:nvGrpSpPr>
        <p:grpSpPr bwMode="auto">
          <a:xfrm>
            <a:off x="768350" y="631825"/>
            <a:ext cx="1277938" cy="858838"/>
            <a:chOff x="4830" y="1752"/>
            <a:chExt cx="667" cy="477"/>
          </a:xfrm>
        </p:grpSpPr>
        <p:grpSp>
          <p:nvGrpSpPr>
            <p:cNvPr id="1031175" name="Group 8"/>
            <p:cNvGrpSpPr>
              <a:grpSpLocks/>
            </p:cNvGrpSpPr>
            <p:nvPr/>
          </p:nvGrpSpPr>
          <p:grpSpPr bwMode="auto">
            <a:xfrm>
              <a:off x="4830" y="1752"/>
              <a:ext cx="667" cy="477"/>
              <a:chOff x="2949" y="196"/>
              <a:chExt cx="941" cy="598"/>
            </a:xfrm>
          </p:grpSpPr>
          <p:sp>
            <p:nvSpPr>
              <p:cNvPr id="1031176" name="Oval 9"/>
              <p:cNvSpPr>
                <a:spLocks noChangeArrowheads="1"/>
              </p:cNvSpPr>
              <p:nvPr/>
            </p:nvSpPr>
            <p:spPr bwMode="auto">
              <a:xfrm>
                <a:off x="3168" y="196"/>
                <a:ext cx="407" cy="162"/>
              </a:xfrm>
              <a:prstGeom prst="ellipse">
                <a:avLst/>
              </a:prstGeom>
              <a:solidFill>
                <a:srgbClr val="EAEAEA"/>
              </a:solidFill>
              <a:ln w="12700">
                <a:solidFill>
                  <a:schemeClr val="tx1"/>
                </a:solidFill>
                <a:round/>
                <a:headEnd/>
                <a:tailEnd/>
              </a:ln>
            </p:spPr>
            <p:txBody>
              <a:bodyPr wrap="none" anchor="ctr"/>
              <a:lstStyle/>
              <a:p>
                <a:pPr eaLnBrk="0" hangingPunct="0"/>
                <a:endParaRPr lang="zh-CN" altLang="en-US" b="1">
                  <a:solidFill>
                    <a:srgbClr val="0000CC"/>
                  </a:solidFill>
                  <a:ea typeface="黑体" panose="02010609060101010101" pitchFamily="49" charset="-122"/>
                </a:endParaRPr>
              </a:p>
            </p:txBody>
          </p:sp>
          <p:sp>
            <p:nvSpPr>
              <p:cNvPr id="1031177" name="Oval 10"/>
              <p:cNvSpPr>
                <a:spLocks noChangeArrowheads="1"/>
              </p:cNvSpPr>
              <p:nvPr/>
            </p:nvSpPr>
            <p:spPr bwMode="auto">
              <a:xfrm rot="900000">
                <a:off x="3512" y="252"/>
                <a:ext cx="275" cy="131"/>
              </a:xfrm>
              <a:prstGeom prst="ellipse">
                <a:avLst/>
              </a:prstGeom>
              <a:solidFill>
                <a:srgbClr val="EAEAEA"/>
              </a:solidFill>
              <a:ln w="12700">
                <a:solidFill>
                  <a:schemeClr val="tx1"/>
                </a:solidFill>
                <a:round/>
                <a:headEnd/>
                <a:tailEnd/>
              </a:ln>
            </p:spPr>
            <p:txBody>
              <a:bodyPr wrap="none" anchor="ctr"/>
              <a:lstStyle/>
              <a:p>
                <a:pPr eaLnBrk="0" hangingPunct="0"/>
                <a:endParaRPr lang="zh-CN" altLang="en-US" b="1">
                  <a:solidFill>
                    <a:srgbClr val="0000CC"/>
                  </a:solidFill>
                  <a:ea typeface="黑体" panose="02010609060101010101" pitchFamily="49" charset="-122"/>
                </a:endParaRPr>
              </a:p>
            </p:txBody>
          </p:sp>
          <p:sp>
            <p:nvSpPr>
              <p:cNvPr id="1031178" name="Oval 11"/>
              <p:cNvSpPr>
                <a:spLocks noChangeArrowheads="1"/>
              </p:cNvSpPr>
              <p:nvPr/>
            </p:nvSpPr>
            <p:spPr bwMode="auto">
              <a:xfrm rot="1500000">
                <a:off x="3650" y="385"/>
                <a:ext cx="240" cy="153"/>
              </a:xfrm>
              <a:prstGeom prst="ellipse">
                <a:avLst/>
              </a:prstGeom>
              <a:solidFill>
                <a:srgbClr val="EAEAEA"/>
              </a:solidFill>
              <a:ln w="12700">
                <a:solidFill>
                  <a:schemeClr val="tx1"/>
                </a:solidFill>
                <a:round/>
                <a:headEnd/>
                <a:tailEnd/>
              </a:ln>
            </p:spPr>
            <p:txBody>
              <a:bodyPr wrap="none" anchor="ctr"/>
              <a:lstStyle/>
              <a:p>
                <a:pPr eaLnBrk="0" hangingPunct="0"/>
                <a:endParaRPr lang="zh-CN" altLang="en-US" b="1">
                  <a:solidFill>
                    <a:srgbClr val="0000CC"/>
                  </a:solidFill>
                  <a:ea typeface="黑体" panose="02010609060101010101" pitchFamily="49" charset="-122"/>
                </a:endParaRPr>
              </a:p>
            </p:txBody>
          </p:sp>
          <p:sp>
            <p:nvSpPr>
              <p:cNvPr id="1031179" name="Oval 12"/>
              <p:cNvSpPr>
                <a:spLocks noChangeArrowheads="1"/>
              </p:cNvSpPr>
              <p:nvPr/>
            </p:nvSpPr>
            <p:spPr bwMode="auto">
              <a:xfrm rot="-1560000">
                <a:off x="3573" y="537"/>
                <a:ext cx="291" cy="189"/>
              </a:xfrm>
              <a:prstGeom prst="ellipse">
                <a:avLst/>
              </a:prstGeom>
              <a:solidFill>
                <a:srgbClr val="EAEAEA"/>
              </a:solidFill>
              <a:ln w="12700">
                <a:solidFill>
                  <a:schemeClr val="tx1"/>
                </a:solidFill>
                <a:round/>
                <a:headEnd/>
                <a:tailEnd/>
              </a:ln>
            </p:spPr>
            <p:txBody>
              <a:bodyPr wrap="none" anchor="ctr"/>
              <a:lstStyle/>
              <a:p>
                <a:pPr eaLnBrk="0" hangingPunct="0"/>
                <a:endParaRPr lang="zh-CN" altLang="en-US" b="1">
                  <a:solidFill>
                    <a:srgbClr val="0000CC"/>
                  </a:solidFill>
                  <a:ea typeface="黑体" panose="02010609060101010101" pitchFamily="49" charset="-122"/>
                </a:endParaRPr>
              </a:p>
            </p:txBody>
          </p:sp>
          <p:sp>
            <p:nvSpPr>
              <p:cNvPr id="1031180" name="Oval 13"/>
              <p:cNvSpPr>
                <a:spLocks noChangeArrowheads="1"/>
              </p:cNvSpPr>
              <p:nvPr/>
            </p:nvSpPr>
            <p:spPr bwMode="auto">
              <a:xfrm>
                <a:off x="3216" y="555"/>
                <a:ext cx="471" cy="239"/>
              </a:xfrm>
              <a:prstGeom prst="ellipse">
                <a:avLst/>
              </a:prstGeom>
              <a:solidFill>
                <a:srgbClr val="EAEAEA"/>
              </a:solidFill>
              <a:ln w="12700">
                <a:solidFill>
                  <a:schemeClr val="tx1"/>
                </a:solidFill>
                <a:round/>
                <a:headEnd/>
                <a:tailEnd/>
              </a:ln>
            </p:spPr>
            <p:txBody>
              <a:bodyPr wrap="none" anchor="ctr"/>
              <a:lstStyle/>
              <a:p>
                <a:pPr eaLnBrk="0" hangingPunct="0"/>
                <a:endParaRPr lang="zh-CN" altLang="en-US" b="1">
                  <a:solidFill>
                    <a:srgbClr val="0000CC"/>
                  </a:solidFill>
                  <a:ea typeface="黑体" panose="02010609060101010101" pitchFamily="49" charset="-122"/>
                </a:endParaRPr>
              </a:p>
            </p:txBody>
          </p:sp>
          <p:sp>
            <p:nvSpPr>
              <p:cNvPr id="1031181" name="Oval 14"/>
              <p:cNvSpPr>
                <a:spLocks noChangeArrowheads="1"/>
              </p:cNvSpPr>
              <p:nvPr/>
            </p:nvSpPr>
            <p:spPr bwMode="auto">
              <a:xfrm rot="1080000">
                <a:off x="3023" y="555"/>
                <a:ext cx="265" cy="156"/>
              </a:xfrm>
              <a:prstGeom prst="ellipse">
                <a:avLst/>
              </a:prstGeom>
              <a:solidFill>
                <a:srgbClr val="EAEAEA"/>
              </a:solidFill>
              <a:ln w="12700">
                <a:solidFill>
                  <a:schemeClr val="tx1"/>
                </a:solidFill>
                <a:round/>
                <a:headEnd/>
                <a:tailEnd/>
              </a:ln>
            </p:spPr>
            <p:txBody>
              <a:bodyPr wrap="none" anchor="ctr"/>
              <a:lstStyle/>
              <a:p>
                <a:pPr eaLnBrk="0" hangingPunct="0"/>
                <a:endParaRPr lang="zh-CN" altLang="en-US" b="1">
                  <a:solidFill>
                    <a:srgbClr val="0000CC"/>
                  </a:solidFill>
                  <a:ea typeface="黑体" panose="02010609060101010101" pitchFamily="49" charset="-122"/>
                </a:endParaRPr>
              </a:p>
            </p:txBody>
          </p:sp>
          <p:sp>
            <p:nvSpPr>
              <p:cNvPr id="1031182" name="Oval 15"/>
              <p:cNvSpPr>
                <a:spLocks noChangeArrowheads="1"/>
              </p:cNvSpPr>
              <p:nvPr/>
            </p:nvSpPr>
            <p:spPr bwMode="auto">
              <a:xfrm>
                <a:off x="2949" y="432"/>
                <a:ext cx="217" cy="156"/>
              </a:xfrm>
              <a:prstGeom prst="ellipse">
                <a:avLst/>
              </a:prstGeom>
              <a:solidFill>
                <a:srgbClr val="EAEAEA"/>
              </a:solidFill>
              <a:ln w="12700">
                <a:solidFill>
                  <a:schemeClr val="tx1"/>
                </a:solidFill>
                <a:round/>
                <a:headEnd/>
                <a:tailEnd/>
              </a:ln>
            </p:spPr>
            <p:txBody>
              <a:bodyPr wrap="none" anchor="ctr"/>
              <a:lstStyle/>
              <a:p>
                <a:pPr eaLnBrk="0" hangingPunct="0"/>
                <a:endParaRPr lang="zh-CN" altLang="en-US" b="1">
                  <a:solidFill>
                    <a:srgbClr val="0000CC"/>
                  </a:solidFill>
                  <a:ea typeface="黑体" panose="02010609060101010101" pitchFamily="49" charset="-122"/>
                </a:endParaRPr>
              </a:p>
            </p:txBody>
          </p:sp>
          <p:sp>
            <p:nvSpPr>
              <p:cNvPr id="1031183" name="Oval 16"/>
              <p:cNvSpPr>
                <a:spLocks noChangeArrowheads="1"/>
              </p:cNvSpPr>
              <p:nvPr/>
            </p:nvSpPr>
            <p:spPr bwMode="auto">
              <a:xfrm rot="-1860000">
                <a:off x="2984" y="310"/>
                <a:ext cx="295" cy="156"/>
              </a:xfrm>
              <a:prstGeom prst="ellipse">
                <a:avLst/>
              </a:prstGeom>
              <a:solidFill>
                <a:srgbClr val="EAEAEA"/>
              </a:solidFill>
              <a:ln w="12700">
                <a:solidFill>
                  <a:schemeClr val="tx1"/>
                </a:solidFill>
                <a:round/>
                <a:headEnd/>
                <a:tailEnd/>
              </a:ln>
            </p:spPr>
            <p:txBody>
              <a:bodyPr wrap="none" anchor="ctr"/>
              <a:lstStyle/>
              <a:p>
                <a:pPr eaLnBrk="0" hangingPunct="0"/>
                <a:endParaRPr lang="zh-CN" altLang="en-US" b="1">
                  <a:solidFill>
                    <a:srgbClr val="0000CC"/>
                  </a:solidFill>
                  <a:ea typeface="黑体" panose="02010609060101010101" pitchFamily="49" charset="-122"/>
                </a:endParaRPr>
              </a:p>
            </p:txBody>
          </p:sp>
          <p:sp>
            <p:nvSpPr>
              <p:cNvPr id="1031184" name="Freeform 17"/>
              <p:cNvSpPr>
                <a:spLocks noChangeArrowheads="1"/>
              </p:cNvSpPr>
              <p:nvPr/>
            </p:nvSpPr>
            <p:spPr bwMode="auto">
              <a:xfrm>
                <a:off x="3051" y="300"/>
                <a:ext cx="738" cy="407"/>
              </a:xfrm>
              <a:custGeom>
                <a:avLst/>
                <a:gdLst>
                  <a:gd name="T0" fmla="*/ 108 w 738"/>
                  <a:gd name="T1" fmla="*/ 82 h 407"/>
                  <a:gd name="T2" fmla="*/ 145 w 738"/>
                  <a:gd name="T3" fmla="*/ 77 h 407"/>
                  <a:gd name="T4" fmla="*/ 183 w 738"/>
                  <a:gd name="T5" fmla="*/ 72 h 407"/>
                  <a:gd name="T6" fmla="*/ 215 w 738"/>
                  <a:gd name="T7" fmla="*/ 67 h 407"/>
                  <a:gd name="T8" fmla="*/ 237 w 738"/>
                  <a:gd name="T9" fmla="*/ 46 h 407"/>
                  <a:gd name="T10" fmla="*/ 204 w 738"/>
                  <a:gd name="T11" fmla="*/ 41 h 407"/>
                  <a:gd name="T12" fmla="*/ 172 w 738"/>
                  <a:gd name="T13" fmla="*/ 46 h 407"/>
                  <a:gd name="T14" fmla="*/ 156 w 738"/>
                  <a:gd name="T15" fmla="*/ 46 h 407"/>
                  <a:gd name="T16" fmla="*/ 188 w 738"/>
                  <a:gd name="T17" fmla="*/ 26 h 407"/>
                  <a:gd name="T18" fmla="*/ 226 w 738"/>
                  <a:gd name="T19" fmla="*/ 15 h 407"/>
                  <a:gd name="T20" fmla="*/ 258 w 738"/>
                  <a:gd name="T21" fmla="*/ 10 h 407"/>
                  <a:gd name="T22" fmla="*/ 290 w 738"/>
                  <a:gd name="T23" fmla="*/ 5 h 407"/>
                  <a:gd name="T24" fmla="*/ 323 w 738"/>
                  <a:gd name="T25" fmla="*/ 0 h 407"/>
                  <a:gd name="T26" fmla="*/ 355 w 738"/>
                  <a:gd name="T27" fmla="*/ 0 h 407"/>
                  <a:gd name="T28" fmla="*/ 387 w 738"/>
                  <a:gd name="T29" fmla="*/ 0 h 407"/>
                  <a:gd name="T30" fmla="*/ 463 w 738"/>
                  <a:gd name="T31" fmla="*/ 0 h 407"/>
                  <a:gd name="T32" fmla="*/ 506 w 738"/>
                  <a:gd name="T33" fmla="*/ 0 h 407"/>
                  <a:gd name="T34" fmla="*/ 543 w 738"/>
                  <a:gd name="T35" fmla="*/ 15 h 407"/>
                  <a:gd name="T36" fmla="*/ 570 w 738"/>
                  <a:gd name="T37" fmla="*/ 36 h 407"/>
                  <a:gd name="T38" fmla="*/ 603 w 738"/>
                  <a:gd name="T39" fmla="*/ 51 h 407"/>
                  <a:gd name="T40" fmla="*/ 635 w 738"/>
                  <a:gd name="T41" fmla="*/ 57 h 407"/>
                  <a:gd name="T42" fmla="*/ 667 w 738"/>
                  <a:gd name="T43" fmla="*/ 77 h 407"/>
                  <a:gd name="T44" fmla="*/ 694 w 738"/>
                  <a:gd name="T45" fmla="*/ 98 h 407"/>
                  <a:gd name="T46" fmla="*/ 715 w 738"/>
                  <a:gd name="T47" fmla="*/ 128 h 407"/>
                  <a:gd name="T48" fmla="*/ 721 w 738"/>
                  <a:gd name="T49" fmla="*/ 164 h 407"/>
                  <a:gd name="T50" fmla="*/ 726 w 738"/>
                  <a:gd name="T51" fmla="*/ 195 h 407"/>
                  <a:gd name="T52" fmla="*/ 726 w 738"/>
                  <a:gd name="T53" fmla="*/ 226 h 407"/>
                  <a:gd name="T54" fmla="*/ 726 w 738"/>
                  <a:gd name="T55" fmla="*/ 257 h 407"/>
                  <a:gd name="T56" fmla="*/ 737 w 738"/>
                  <a:gd name="T57" fmla="*/ 288 h 407"/>
                  <a:gd name="T58" fmla="*/ 737 w 738"/>
                  <a:gd name="T59" fmla="*/ 319 h 407"/>
                  <a:gd name="T60" fmla="*/ 715 w 738"/>
                  <a:gd name="T61" fmla="*/ 349 h 407"/>
                  <a:gd name="T62" fmla="*/ 678 w 738"/>
                  <a:gd name="T63" fmla="*/ 365 h 407"/>
                  <a:gd name="T64" fmla="*/ 646 w 738"/>
                  <a:gd name="T65" fmla="*/ 380 h 407"/>
                  <a:gd name="T66" fmla="*/ 613 w 738"/>
                  <a:gd name="T67" fmla="*/ 396 h 407"/>
                  <a:gd name="T68" fmla="*/ 581 w 738"/>
                  <a:gd name="T69" fmla="*/ 401 h 407"/>
                  <a:gd name="T70" fmla="*/ 538 w 738"/>
                  <a:gd name="T71" fmla="*/ 406 h 407"/>
                  <a:gd name="T72" fmla="*/ 500 w 738"/>
                  <a:gd name="T73" fmla="*/ 406 h 407"/>
                  <a:gd name="T74" fmla="*/ 468 w 738"/>
                  <a:gd name="T75" fmla="*/ 406 h 407"/>
                  <a:gd name="T76" fmla="*/ 436 w 738"/>
                  <a:gd name="T77" fmla="*/ 406 h 407"/>
                  <a:gd name="T78" fmla="*/ 403 w 738"/>
                  <a:gd name="T79" fmla="*/ 406 h 407"/>
                  <a:gd name="T80" fmla="*/ 371 w 738"/>
                  <a:gd name="T81" fmla="*/ 406 h 407"/>
                  <a:gd name="T82" fmla="*/ 339 w 738"/>
                  <a:gd name="T83" fmla="*/ 406 h 407"/>
                  <a:gd name="T84" fmla="*/ 307 w 738"/>
                  <a:gd name="T85" fmla="*/ 406 h 407"/>
                  <a:gd name="T86" fmla="*/ 269 w 738"/>
                  <a:gd name="T87" fmla="*/ 406 h 407"/>
                  <a:gd name="T88" fmla="*/ 237 w 738"/>
                  <a:gd name="T89" fmla="*/ 406 h 407"/>
                  <a:gd name="T90" fmla="*/ 204 w 738"/>
                  <a:gd name="T91" fmla="*/ 406 h 407"/>
                  <a:gd name="T92" fmla="*/ 172 w 738"/>
                  <a:gd name="T93" fmla="*/ 391 h 407"/>
                  <a:gd name="T94" fmla="*/ 140 w 738"/>
                  <a:gd name="T95" fmla="*/ 380 h 407"/>
                  <a:gd name="T96" fmla="*/ 108 w 738"/>
                  <a:gd name="T97" fmla="*/ 365 h 407"/>
                  <a:gd name="T98" fmla="*/ 81 w 738"/>
                  <a:gd name="T99" fmla="*/ 339 h 407"/>
                  <a:gd name="T100" fmla="*/ 59 w 738"/>
                  <a:gd name="T101" fmla="*/ 319 h 407"/>
                  <a:gd name="T102" fmla="*/ 38 w 738"/>
                  <a:gd name="T103" fmla="*/ 288 h 407"/>
                  <a:gd name="T104" fmla="*/ 16 w 738"/>
                  <a:gd name="T105" fmla="*/ 252 h 407"/>
                  <a:gd name="T106" fmla="*/ 0 w 738"/>
                  <a:gd name="T107" fmla="*/ 216 h 407"/>
                  <a:gd name="T108" fmla="*/ 0 w 738"/>
                  <a:gd name="T109" fmla="*/ 185 h 407"/>
                  <a:gd name="T110" fmla="*/ 5 w 738"/>
                  <a:gd name="T111" fmla="*/ 149 h 407"/>
                  <a:gd name="T112" fmla="*/ 27 w 738"/>
                  <a:gd name="T113" fmla="*/ 123 h 407"/>
                  <a:gd name="T114" fmla="*/ 54 w 738"/>
                  <a:gd name="T115" fmla="*/ 108 h 407"/>
                  <a:gd name="T116" fmla="*/ 86 w 738"/>
                  <a:gd name="T117" fmla="*/ 98 h 407"/>
                  <a:gd name="T118" fmla="*/ 113 w 738"/>
                  <a:gd name="T119" fmla="*/ 82 h 407"/>
                  <a:gd name="T120" fmla="*/ 129 w 738"/>
                  <a:gd name="T121" fmla="*/ 98 h 40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Lst>
                <a:rect l="0" t="0" r="r" b="b"/>
                <a:pathLst>
                  <a:path w="738" h="407">
                    <a:moveTo>
                      <a:pt x="91" y="82"/>
                    </a:moveTo>
                    <a:lnTo>
                      <a:pt x="108" y="82"/>
                    </a:lnTo>
                    <a:lnTo>
                      <a:pt x="124" y="82"/>
                    </a:lnTo>
                    <a:lnTo>
                      <a:pt x="145" y="77"/>
                    </a:lnTo>
                    <a:lnTo>
                      <a:pt x="161" y="77"/>
                    </a:lnTo>
                    <a:lnTo>
                      <a:pt x="183" y="72"/>
                    </a:lnTo>
                    <a:lnTo>
                      <a:pt x="199" y="72"/>
                    </a:lnTo>
                    <a:lnTo>
                      <a:pt x="215" y="67"/>
                    </a:lnTo>
                    <a:lnTo>
                      <a:pt x="231" y="62"/>
                    </a:lnTo>
                    <a:lnTo>
                      <a:pt x="237" y="46"/>
                    </a:lnTo>
                    <a:lnTo>
                      <a:pt x="221" y="41"/>
                    </a:lnTo>
                    <a:lnTo>
                      <a:pt x="204" y="41"/>
                    </a:lnTo>
                    <a:lnTo>
                      <a:pt x="188" y="46"/>
                    </a:lnTo>
                    <a:lnTo>
                      <a:pt x="172" y="46"/>
                    </a:lnTo>
                    <a:lnTo>
                      <a:pt x="156" y="62"/>
                    </a:lnTo>
                    <a:lnTo>
                      <a:pt x="156" y="46"/>
                    </a:lnTo>
                    <a:lnTo>
                      <a:pt x="172" y="36"/>
                    </a:lnTo>
                    <a:lnTo>
                      <a:pt x="188" y="26"/>
                    </a:lnTo>
                    <a:lnTo>
                      <a:pt x="210" y="21"/>
                    </a:lnTo>
                    <a:lnTo>
                      <a:pt x="226" y="15"/>
                    </a:lnTo>
                    <a:lnTo>
                      <a:pt x="242" y="15"/>
                    </a:lnTo>
                    <a:lnTo>
                      <a:pt x="258" y="10"/>
                    </a:lnTo>
                    <a:lnTo>
                      <a:pt x="274" y="10"/>
                    </a:lnTo>
                    <a:lnTo>
                      <a:pt x="290" y="5"/>
                    </a:lnTo>
                    <a:lnTo>
                      <a:pt x="307" y="5"/>
                    </a:lnTo>
                    <a:lnTo>
                      <a:pt x="323" y="0"/>
                    </a:lnTo>
                    <a:lnTo>
                      <a:pt x="339" y="0"/>
                    </a:lnTo>
                    <a:lnTo>
                      <a:pt x="355" y="0"/>
                    </a:lnTo>
                    <a:lnTo>
                      <a:pt x="371" y="0"/>
                    </a:lnTo>
                    <a:lnTo>
                      <a:pt x="387" y="0"/>
                    </a:lnTo>
                    <a:lnTo>
                      <a:pt x="420" y="0"/>
                    </a:lnTo>
                    <a:lnTo>
                      <a:pt x="463" y="0"/>
                    </a:lnTo>
                    <a:lnTo>
                      <a:pt x="484" y="0"/>
                    </a:lnTo>
                    <a:lnTo>
                      <a:pt x="506" y="0"/>
                    </a:lnTo>
                    <a:lnTo>
                      <a:pt x="527" y="5"/>
                    </a:lnTo>
                    <a:lnTo>
                      <a:pt x="543" y="15"/>
                    </a:lnTo>
                    <a:lnTo>
                      <a:pt x="554" y="31"/>
                    </a:lnTo>
                    <a:lnTo>
                      <a:pt x="570" y="36"/>
                    </a:lnTo>
                    <a:lnTo>
                      <a:pt x="586" y="46"/>
                    </a:lnTo>
                    <a:lnTo>
                      <a:pt x="603" y="51"/>
                    </a:lnTo>
                    <a:lnTo>
                      <a:pt x="619" y="51"/>
                    </a:lnTo>
                    <a:lnTo>
                      <a:pt x="635" y="57"/>
                    </a:lnTo>
                    <a:lnTo>
                      <a:pt x="651" y="67"/>
                    </a:lnTo>
                    <a:lnTo>
                      <a:pt x="667" y="77"/>
                    </a:lnTo>
                    <a:lnTo>
                      <a:pt x="678" y="93"/>
                    </a:lnTo>
                    <a:lnTo>
                      <a:pt x="694" y="98"/>
                    </a:lnTo>
                    <a:lnTo>
                      <a:pt x="699" y="113"/>
                    </a:lnTo>
                    <a:lnTo>
                      <a:pt x="715" y="128"/>
                    </a:lnTo>
                    <a:lnTo>
                      <a:pt x="721" y="149"/>
                    </a:lnTo>
                    <a:lnTo>
                      <a:pt x="721" y="164"/>
                    </a:lnTo>
                    <a:lnTo>
                      <a:pt x="726" y="180"/>
                    </a:lnTo>
                    <a:lnTo>
                      <a:pt x="726" y="195"/>
                    </a:lnTo>
                    <a:lnTo>
                      <a:pt x="726" y="211"/>
                    </a:lnTo>
                    <a:lnTo>
                      <a:pt x="726" y="226"/>
                    </a:lnTo>
                    <a:lnTo>
                      <a:pt x="726" y="242"/>
                    </a:lnTo>
                    <a:lnTo>
                      <a:pt x="726" y="257"/>
                    </a:lnTo>
                    <a:lnTo>
                      <a:pt x="737" y="272"/>
                    </a:lnTo>
                    <a:lnTo>
                      <a:pt x="737" y="288"/>
                    </a:lnTo>
                    <a:lnTo>
                      <a:pt x="737" y="303"/>
                    </a:lnTo>
                    <a:lnTo>
                      <a:pt x="737" y="319"/>
                    </a:lnTo>
                    <a:lnTo>
                      <a:pt x="732" y="334"/>
                    </a:lnTo>
                    <a:lnTo>
                      <a:pt x="715" y="349"/>
                    </a:lnTo>
                    <a:lnTo>
                      <a:pt x="694" y="360"/>
                    </a:lnTo>
                    <a:lnTo>
                      <a:pt x="678" y="365"/>
                    </a:lnTo>
                    <a:lnTo>
                      <a:pt x="662" y="375"/>
                    </a:lnTo>
                    <a:lnTo>
                      <a:pt x="646" y="380"/>
                    </a:lnTo>
                    <a:lnTo>
                      <a:pt x="629" y="385"/>
                    </a:lnTo>
                    <a:lnTo>
                      <a:pt x="613" y="396"/>
                    </a:lnTo>
                    <a:lnTo>
                      <a:pt x="597" y="401"/>
                    </a:lnTo>
                    <a:lnTo>
                      <a:pt x="581" y="401"/>
                    </a:lnTo>
                    <a:lnTo>
                      <a:pt x="559" y="406"/>
                    </a:lnTo>
                    <a:lnTo>
                      <a:pt x="538" y="406"/>
                    </a:lnTo>
                    <a:lnTo>
                      <a:pt x="522" y="406"/>
                    </a:lnTo>
                    <a:lnTo>
                      <a:pt x="500" y="406"/>
                    </a:lnTo>
                    <a:lnTo>
                      <a:pt x="484" y="406"/>
                    </a:lnTo>
                    <a:lnTo>
                      <a:pt x="468" y="406"/>
                    </a:lnTo>
                    <a:lnTo>
                      <a:pt x="452" y="406"/>
                    </a:lnTo>
                    <a:lnTo>
                      <a:pt x="436" y="406"/>
                    </a:lnTo>
                    <a:lnTo>
                      <a:pt x="420" y="406"/>
                    </a:lnTo>
                    <a:lnTo>
                      <a:pt x="403" y="406"/>
                    </a:lnTo>
                    <a:lnTo>
                      <a:pt x="387" y="406"/>
                    </a:lnTo>
                    <a:lnTo>
                      <a:pt x="371" y="406"/>
                    </a:lnTo>
                    <a:lnTo>
                      <a:pt x="355" y="406"/>
                    </a:lnTo>
                    <a:lnTo>
                      <a:pt x="339" y="406"/>
                    </a:lnTo>
                    <a:lnTo>
                      <a:pt x="323" y="406"/>
                    </a:lnTo>
                    <a:lnTo>
                      <a:pt x="307" y="406"/>
                    </a:lnTo>
                    <a:lnTo>
                      <a:pt x="285" y="406"/>
                    </a:lnTo>
                    <a:lnTo>
                      <a:pt x="269" y="406"/>
                    </a:lnTo>
                    <a:lnTo>
                      <a:pt x="253" y="406"/>
                    </a:lnTo>
                    <a:lnTo>
                      <a:pt x="237" y="406"/>
                    </a:lnTo>
                    <a:lnTo>
                      <a:pt x="221" y="406"/>
                    </a:lnTo>
                    <a:lnTo>
                      <a:pt x="204" y="406"/>
                    </a:lnTo>
                    <a:lnTo>
                      <a:pt x="188" y="396"/>
                    </a:lnTo>
                    <a:lnTo>
                      <a:pt x="172" y="391"/>
                    </a:lnTo>
                    <a:lnTo>
                      <a:pt x="156" y="385"/>
                    </a:lnTo>
                    <a:lnTo>
                      <a:pt x="140" y="380"/>
                    </a:lnTo>
                    <a:lnTo>
                      <a:pt x="124" y="375"/>
                    </a:lnTo>
                    <a:lnTo>
                      <a:pt x="108" y="365"/>
                    </a:lnTo>
                    <a:lnTo>
                      <a:pt x="91" y="355"/>
                    </a:lnTo>
                    <a:lnTo>
                      <a:pt x="81" y="339"/>
                    </a:lnTo>
                    <a:lnTo>
                      <a:pt x="65" y="334"/>
                    </a:lnTo>
                    <a:lnTo>
                      <a:pt x="59" y="319"/>
                    </a:lnTo>
                    <a:lnTo>
                      <a:pt x="43" y="303"/>
                    </a:lnTo>
                    <a:lnTo>
                      <a:pt x="38" y="288"/>
                    </a:lnTo>
                    <a:lnTo>
                      <a:pt x="22" y="272"/>
                    </a:lnTo>
                    <a:lnTo>
                      <a:pt x="16" y="252"/>
                    </a:lnTo>
                    <a:lnTo>
                      <a:pt x="5" y="231"/>
                    </a:lnTo>
                    <a:lnTo>
                      <a:pt x="0" y="216"/>
                    </a:lnTo>
                    <a:lnTo>
                      <a:pt x="0" y="200"/>
                    </a:lnTo>
                    <a:lnTo>
                      <a:pt x="0" y="185"/>
                    </a:lnTo>
                    <a:lnTo>
                      <a:pt x="0" y="170"/>
                    </a:lnTo>
                    <a:lnTo>
                      <a:pt x="5" y="149"/>
                    </a:lnTo>
                    <a:lnTo>
                      <a:pt x="11" y="134"/>
                    </a:lnTo>
                    <a:lnTo>
                      <a:pt x="27" y="123"/>
                    </a:lnTo>
                    <a:lnTo>
                      <a:pt x="38" y="108"/>
                    </a:lnTo>
                    <a:lnTo>
                      <a:pt x="54" y="108"/>
                    </a:lnTo>
                    <a:lnTo>
                      <a:pt x="70" y="103"/>
                    </a:lnTo>
                    <a:lnTo>
                      <a:pt x="86" y="98"/>
                    </a:lnTo>
                    <a:lnTo>
                      <a:pt x="102" y="98"/>
                    </a:lnTo>
                    <a:lnTo>
                      <a:pt x="113" y="82"/>
                    </a:lnTo>
                    <a:lnTo>
                      <a:pt x="113" y="67"/>
                    </a:lnTo>
                    <a:lnTo>
                      <a:pt x="129" y="98"/>
                    </a:lnTo>
                  </a:path>
                </a:pathLst>
              </a:custGeom>
              <a:solidFill>
                <a:srgbClr val="EAEAEA"/>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CC"/>
                  </a:solidFill>
                  <a:ea typeface="黑体" panose="02010609060101010101" pitchFamily="49" charset="-122"/>
                </a:endParaRPr>
              </a:p>
            </p:txBody>
          </p:sp>
          <p:sp>
            <p:nvSpPr>
              <p:cNvPr id="1031185" name="Freeform 18"/>
              <p:cNvSpPr>
                <a:spLocks noChangeArrowheads="1"/>
              </p:cNvSpPr>
              <p:nvPr/>
            </p:nvSpPr>
            <p:spPr bwMode="auto">
              <a:xfrm>
                <a:off x="3193" y="270"/>
                <a:ext cx="117" cy="118"/>
              </a:xfrm>
              <a:custGeom>
                <a:avLst/>
                <a:gdLst>
                  <a:gd name="T0" fmla="*/ 5 w 117"/>
                  <a:gd name="T1" fmla="*/ 66 h 118"/>
                  <a:gd name="T2" fmla="*/ 0 w 117"/>
                  <a:gd name="T3" fmla="*/ 51 h 118"/>
                  <a:gd name="T4" fmla="*/ 0 w 117"/>
                  <a:gd name="T5" fmla="*/ 36 h 118"/>
                  <a:gd name="T6" fmla="*/ 16 w 117"/>
                  <a:gd name="T7" fmla="*/ 25 h 118"/>
                  <a:gd name="T8" fmla="*/ 32 w 117"/>
                  <a:gd name="T9" fmla="*/ 15 h 118"/>
                  <a:gd name="T10" fmla="*/ 47 w 117"/>
                  <a:gd name="T11" fmla="*/ 0 h 118"/>
                  <a:gd name="T12" fmla="*/ 63 w 117"/>
                  <a:gd name="T13" fmla="*/ 0 h 118"/>
                  <a:gd name="T14" fmla="*/ 79 w 117"/>
                  <a:gd name="T15" fmla="*/ 0 h 118"/>
                  <a:gd name="T16" fmla="*/ 84 w 117"/>
                  <a:gd name="T17" fmla="*/ 15 h 118"/>
                  <a:gd name="T18" fmla="*/ 95 w 117"/>
                  <a:gd name="T19" fmla="*/ 31 h 118"/>
                  <a:gd name="T20" fmla="*/ 105 w 117"/>
                  <a:gd name="T21" fmla="*/ 46 h 118"/>
                  <a:gd name="T22" fmla="*/ 111 w 117"/>
                  <a:gd name="T23" fmla="*/ 61 h 118"/>
                  <a:gd name="T24" fmla="*/ 116 w 117"/>
                  <a:gd name="T25" fmla="*/ 76 h 118"/>
                  <a:gd name="T26" fmla="*/ 116 w 117"/>
                  <a:gd name="T27" fmla="*/ 92 h 118"/>
                  <a:gd name="T28" fmla="*/ 116 w 117"/>
                  <a:gd name="T29" fmla="*/ 107 h 118"/>
                  <a:gd name="T30" fmla="*/ 100 w 117"/>
                  <a:gd name="T31" fmla="*/ 117 h 118"/>
                  <a:gd name="T32" fmla="*/ 84 w 117"/>
                  <a:gd name="T33" fmla="*/ 117 h 118"/>
                  <a:gd name="T34" fmla="*/ 69 w 117"/>
                  <a:gd name="T35" fmla="*/ 117 h 118"/>
                  <a:gd name="T36" fmla="*/ 53 w 117"/>
                  <a:gd name="T37" fmla="*/ 117 h 118"/>
                  <a:gd name="T38" fmla="*/ 37 w 117"/>
                  <a:gd name="T39" fmla="*/ 112 h 118"/>
                  <a:gd name="T40" fmla="*/ 21 w 117"/>
                  <a:gd name="T41" fmla="*/ 102 h 118"/>
                  <a:gd name="T42" fmla="*/ 11 w 117"/>
                  <a:gd name="T43" fmla="*/ 86 h 118"/>
                  <a:gd name="T44" fmla="*/ 5 w 117"/>
                  <a:gd name="T45" fmla="*/ 71 h 118"/>
                  <a:gd name="T46" fmla="*/ 5 w 117"/>
                  <a:gd name="T47" fmla="*/ 66 h 1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117" h="118">
                    <a:moveTo>
                      <a:pt x="5" y="66"/>
                    </a:moveTo>
                    <a:lnTo>
                      <a:pt x="0" y="51"/>
                    </a:lnTo>
                    <a:lnTo>
                      <a:pt x="0" y="36"/>
                    </a:lnTo>
                    <a:lnTo>
                      <a:pt x="16" y="25"/>
                    </a:lnTo>
                    <a:lnTo>
                      <a:pt x="32" y="15"/>
                    </a:lnTo>
                    <a:lnTo>
                      <a:pt x="47" y="0"/>
                    </a:lnTo>
                    <a:lnTo>
                      <a:pt x="63" y="0"/>
                    </a:lnTo>
                    <a:lnTo>
                      <a:pt x="79" y="0"/>
                    </a:lnTo>
                    <a:lnTo>
                      <a:pt x="84" y="15"/>
                    </a:lnTo>
                    <a:lnTo>
                      <a:pt x="95" y="31"/>
                    </a:lnTo>
                    <a:lnTo>
                      <a:pt x="105" y="46"/>
                    </a:lnTo>
                    <a:lnTo>
                      <a:pt x="111" y="61"/>
                    </a:lnTo>
                    <a:lnTo>
                      <a:pt x="116" y="76"/>
                    </a:lnTo>
                    <a:lnTo>
                      <a:pt x="116" y="92"/>
                    </a:lnTo>
                    <a:lnTo>
                      <a:pt x="116" y="107"/>
                    </a:lnTo>
                    <a:lnTo>
                      <a:pt x="100" y="117"/>
                    </a:lnTo>
                    <a:lnTo>
                      <a:pt x="84" y="117"/>
                    </a:lnTo>
                    <a:lnTo>
                      <a:pt x="69" y="117"/>
                    </a:lnTo>
                    <a:lnTo>
                      <a:pt x="53" y="117"/>
                    </a:lnTo>
                    <a:lnTo>
                      <a:pt x="37" y="112"/>
                    </a:lnTo>
                    <a:lnTo>
                      <a:pt x="21" y="102"/>
                    </a:lnTo>
                    <a:lnTo>
                      <a:pt x="11" y="86"/>
                    </a:lnTo>
                    <a:lnTo>
                      <a:pt x="5" y="71"/>
                    </a:lnTo>
                    <a:lnTo>
                      <a:pt x="5" y="66"/>
                    </a:lnTo>
                  </a:path>
                </a:pathLst>
              </a:custGeom>
              <a:solidFill>
                <a:srgbClr val="EAEAEA"/>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CC"/>
                  </a:solidFill>
                  <a:ea typeface="黑体" panose="02010609060101010101" pitchFamily="49" charset="-122"/>
                </a:endParaRPr>
              </a:p>
            </p:txBody>
          </p:sp>
          <p:sp>
            <p:nvSpPr>
              <p:cNvPr id="1031186" name="Freeform 19"/>
              <p:cNvSpPr>
                <a:spLocks noChangeArrowheads="1"/>
              </p:cNvSpPr>
              <p:nvPr/>
            </p:nvSpPr>
            <p:spPr bwMode="auto">
              <a:xfrm>
                <a:off x="3469" y="239"/>
                <a:ext cx="82" cy="87"/>
              </a:xfrm>
              <a:custGeom>
                <a:avLst/>
                <a:gdLst>
                  <a:gd name="T0" fmla="*/ 0 w 82"/>
                  <a:gd name="T1" fmla="*/ 0 h 87"/>
                  <a:gd name="T2" fmla="*/ 16 w 82"/>
                  <a:gd name="T3" fmla="*/ 10 h 87"/>
                  <a:gd name="T4" fmla="*/ 32 w 82"/>
                  <a:gd name="T5" fmla="*/ 20 h 87"/>
                  <a:gd name="T6" fmla="*/ 49 w 82"/>
                  <a:gd name="T7" fmla="*/ 20 h 87"/>
                  <a:gd name="T8" fmla="*/ 65 w 82"/>
                  <a:gd name="T9" fmla="*/ 30 h 87"/>
                  <a:gd name="T10" fmla="*/ 76 w 82"/>
                  <a:gd name="T11" fmla="*/ 46 h 87"/>
                  <a:gd name="T12" fmla="*/ 81 w 82"/>
                  <a:gd name="T13" fmla="*/ 61 h 87"/>
                  <a:gd name="T14" fmla="*/ 81 w 82"/>
                  <a:gd name="T15" fmla="*/ 76 h 87"/>
                  <a:gd name="T16" fmla="*/ 65 w 82"/>
                  <a:gd name="T17" fmla="*/ 86 h 87"/>
                  <a:gd name="T18" fmla="*/ 49 w 82"/>
                  <a:gd name="T19" fmla="*/ 86 h 87"/>
                  <a:gd name="T20" fmla="*/ 27 w 82"/>
                  <a:gd name="T21" fmla="*/ 81 h 87"/>
                  <a:gd name="T22" fmla="*/ 11 w 82"/>
                  <a:gd name="T23" fmla="*/ 71 h 87"/>
                  <a:gd name="T24" fmla="*/ 5 w 82"/>
                  <a:gd name="T25" fmla="*/ 56 h 87"/>
                  <a:gd name="T26" fmla="*/ 0 w 82"/>
                  <a:gd name="T27" fmla="*/ 40 h 87"/>
                  <a:gd name="T28" fmla="*/ 0 w 82"/>
                  <a:gd name="T29" fmla="*/ 25 h 87"/>
                  <a:gd name="T30" fmla="*/ 11 w 82"/>
                  <a:gd name="T31" fmla="*/ 10 h 87"/>
                  <a:gd name="T32" fmla="*/ 0 w 82"/>
                  <a:gd name="T33" fmla="*/ 0 h 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82" h="87">
                    <a:moveTo>
                      <a:pt x="0" y="0"/>
                    </a:moveTo>
                    <a:lnTo>
                      <a:pt x="16" y="10"/>
                    </a:lnTo>
                    <a:lnTo>
                      <a:pt x="32" y="20"/>
                    </a:lnTo>
                    <a:lnTo>
                      <a:pt x="49" y="20"/>
                    </a:lnTo>
                    <a:lnTo>
                      <a:pt x="65" y="30"/>
                    </a:lnTo>
                    <a:lnTo>
                      <a:pt x="76" y="46"/>
                    </a:lnTo>
                    <a:lnTo>
                      <a:pt x="81" y="61"/>
                    </a:lnTo>
                    <a:lnTo>
                      <a:pt x="81" y="76"/>
                    </a:lnTo>
                    <a:lnTo>
                      <a:pt x="65" y="86"/>
                    </a:lnTo>
                    <a:lnTo>
                      <a:pt x="49" y="86"/>
                    </a:lnTo>
                    <a:lnTo>
                      <a:pt x="27" y="81"/>
                    </a:lnTo>
                    <a:lnTo>
                      <a:pt x="11" y="71"/>
                    </a:lnTo>
                    <a:lnTo>
                      <a:pt x="5" y="56"/>
                    </a:lnTo>
                    <a:lnTo>
                      <a:pt x="0" y="40"/>
                    </a:lnTo>
                    <a:lnTo>
                      <a:pt x="0" y="25"/>
                    </a:lnTo>
                    <a:lnTo>
                      <a:pt x="11" y="10"/>
                    </a:lnTo>
                    <a:lnTo>
                      <a:pt x="0" y="0"/>
                    </a:lnTo>
                  </a:path>
                </a:pathLst>
              </a:custGeom>
              <a:solidFill>
                <a:srgbClr val="EAEAEA"/>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CC"/>
                  </a:solidFill>
                  <a:ea typeface="黑体" panose="02010609060101010101" pitchFamily="49" charset="-122"/>
                </a:endParaRPr>
              </a:p>
            </p:txBody>
          </p:sp>
        </p:grpSp>
        <p:sp>
          <p:nvSpPr>
            <p:cNvPr id="1031187" name="Text Box 20"/>
            <p:cNvSpPr txBox="1">
              <a:spLocks noChangeArrowheads="1"/>
            </p:cNvSpPr>
            <p:nvPr/>
          </p:nvSpPr>
          <p:spPr bwMode="auto">
            <a:xfrm>
              <a:off x="4967" y="1856"/>
              <a:ext cx="342" cy="222"/>
            </a:xfrm>
            <a:prstGeom prst="rect">
              <a:avLst/>
            </a:prstGeom>
            <a:solidFill>
              <a:srgbClr val="EAEAEA"/>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zh-CN" altLang="en-US" sz="2000" b="1">
                  <a:solidFill>
                    <a:srgbClr val="0000CC"/>
                  </a:solidFill>
                  <a:ea typeface="黑体" panose="02010609060101010101" pitchFamily="49" charset="-122"/>
                </a:rPr>
                <a:t>网 </a:t>
              </a:r>
              <a:r>
                <a:rPr lang="en-US" altLang="zh-CN" sz="2000" b="1">
                  <a:solidFill>
                    <a:srgbClr val="0000CC"/>
                  </a:solidFill>
                  <a:ea typeface="黑体" panose="02010609060101010101" pitchFamily="49" charset="-122"/>
                </a:rPr>
                <a:t>1</a:t>
              </a:r>
            </a:p>
          </p:txBody>
        </p:sp>
      </p:grpSp>
      <p:grpSp>
        <p:nvGrpSpPr>
          <p:cNvPr id="1031188" name="Group 21"/>
          <p:cNvGrpSpPr>
            <a:grpSpLocks/>
          </p:cNvGrpSpPr>
          <p:nvPr/>
        </p:nvGrpSpPr>
        <p:grpSpPr bwMode="auto">
          <a:xfrm>
            <a:off x="8356600" y="631825"/>
            <a:ext cx="1277938" cy="858838"/>
            <a:chOff x="4830" y="1752"/>
            <a:chExt cx="667" cy="477"/>
          </a:xfrm>
        </p:grpSpPr>
        <p:grpSp>
          <p:nvGrpSpPr>
            <p:cNvPr id="1031189" name="Group 22"/>
            <p:cNvGrpSpPr>
              <a:grpSpLocks/>
            </p:cNvGrpSpPr>
            <p:nvPr/>
          </p:nvGrpSpPr>
          <p:grpSpPr bwMode="auto">
            <a:xfrm>
              <a:off x="4830" y="1752"/>
              <a:ext cx="667" cy="477"/>
              <a:chOff x="2949" y="196"/>
              <a:chExt cx="941" cy="598"/>
            </a:xfrm>
          </p:grpSpPr>
          <p:sp>
            <p:nvSpPr>
              <p:cNvPr id="1031190" name="Oval 23"/>
              <p:cNvSpPr>
                <a:spLocks noChangeArrowheads="1"/>
              </p:cNvSpPr>
              <p:nvPr/>
            </p:nvSpPr>
            <p:spPr bwMode="auto">
              <a:xfrm>
                <a:off x="3168" y="196"/>
                <a:ext cx="407" cy="162"/>
              </a:xfrm>
              <a:prstGeom prst="ellipse">
                <a:avLst/>
              </a:prstGeom>
              <a:solidFill>
                <a:srgbClr val="EAEAEA"/>
              </a:solidFill>
              <a:ln w="12700">
                <a:solidFill>
                  <a:schemeClr val="tx1"/>
                </a:solidFill>
                <a:round/>
                <a:headEnd/>
                <a:tailEnd/>
              </a:ln>
            </p:spPr>
            <p:txBody>
              <a:bodyPr wrap="none" anchor="ctr"/>
              <a:lstStyle/>
              <a:p>
                <a:pPr eaLnBrk="0" hangingPunct="0"/>
                <a:endParaRPr lang="zh-CN" altLang="en-US" b="1">
                  <a:solidFill>
                    <a:srgbClr val="0000CC"/>
                  </a:solidFill>
                  <a:ea typeface="黑体" panose="02010609060101010101" pitchFamily="49" charset="-122"/>
                </a:endParaRPr>
              </a:p>
            </p:txBody>
          </p:sp>
          <p:sp>
            <p:nvSpPr>
              <p:cNvPr id="1031191" name="Oval 24"/>
              <p:cNvSpPr>
                <a:spLocks noChangeArrowheads="1"/>
              </p:cNvSpPr>
              <p:nvPr/>
            </p:nvSpPr>
            <p:spPr bwMode="auto">
              <a:xfrm rot="900000">
                <a:off x="3512" y="252"/>
                <a:ext cx="275" cy="131"/>
              </a:xfrm>
              <a:prstGeom prst="ellipse">
                <a:avLst/>
              </a:prstGeom>
              <a:solidFill>
                <a:srgbClr val="EAEAEA"/>
              </a:solidFill>
              <a:ln w="12700">
                <a:solidFill>
                  <a:schemeClr val="tx1"/>
                </a:solidFill>
                <a:round/>
                <a:headEnd/>
                <a:tailEnd/>
              </a:ln>
            </p:spPr>
            <p:txBody>
              <a:bodyPr wrap="none" anchor="ctr"/>
              <a:lstStyle/>
              <a:p>
                <a:pPr eaLnBrk="0" hangingPunct="0"/>
                <a:endParaRPr lang="zh-CN" altLang="en-US" b="1">
                  <a:solidFill>
                    <a:srgbClr val="0000CC"/>
                  </a:solidFill>
                  <a:ea typeface="黑体" panose="02010609060101010101" pitchFamily="49" charset="-122"/>
                </a:endParaRPr>
              </a:p>
            </p:txBody>
          </p:sp>
          <p:sp>
            <p:nvSpPr>
              <p:cNvPr id="1031192" name="Oval 25"/>
              <p:cNvSpPr>
                <a:spLocks noChangeArrowheads="1"/>
              </p:cNvSpPr>
              <p:nvPr/>
            </p:nvSpPr>
            <p:spPr bwMode="auto">
              <a:xfrm rot="1500000">
                <a:off x="3650" y="385"/>
                <a:ext cx="240" cy="153"/>
              </a:xfrm>
              <a:prstGeom prst="ellipse">
                <a:avLst/>
              </a:prstGeom>
              <a:solidFill>
                <a:srgbClr val="EAEAEA"/>
              </a:solidFill>
              <a:ln w="12700">
                <a:solidFill>
                  <a:schemeClr val="tx1"/>
                </a:solidFill>
                <a:round/>
                <a:headEnd/>
                <a:tailEnd/>
              </a:ln>
            </p:spPr>
            <p:txBody>
              <a:bodyPr wrap="none" anchor="ctr"/>
              <a:lstStyle/>
              <a:p>
                <a:pPr eaLnBrk="0" hangingPunct="0"/>
                <a:endParaRPr lang="zh-CN" altLang="en-US" b="1">
                  <a:solidFill>
                    <a:srgbClr val="0000CC"/>
                  </a:solidFill>
                  <a:ea typeface="黑体" panose="02010609060101010101" pitchFamily="49" charset="-122"/>
                </a:endParaRPr>
              </a:p>
            </p:txBody>
          </p:sp>
          <p:sp>
            <p:nvSpPr>
              <p:cNvPr id="1031193" name="Oval 26"/>
              <p:cNvSpPr>
                <a:spLocks noChangeArrowheads="1"/>
              </p:cNvSpPr>
              <p:nvPr/>
            </p:nvSpPr>
            <p:spPr bwMode="auto">
              <a:xfrm rot="-1560000">
                <a:off x="3573" y="537"/>
                <a:ext cx="291" cy="189"/>
              </a:xfrm>
              <a:prstGeom prst="ellipse">
                <a:avLst/>
              </a:prstGeom>
              <a:solidFill>
                <a:srgbClr val="EAEAEA"/>
              </a:solidFill>
              <a:ln w="12700">
                <a:solidFill>
                  <a:schemeClr val="tx1"/>
                </a:solidFill>
                <a:round/>
                <a:headEnd/>
                <a:tailEnd/>
              </a:ln>
            </p:spPr>
            <p:txBody>
              <a:bodyPr wrap="none" anchor="ctr"/>
              <a:lstStyle/>
              <a:p>
                <a:pPr eaLnBrk="0" hangingPunct="0"/>
                <a:endParaRPr lang="zh-CN" altLang="en-US" b="1">
                  <a:solidFill>
                    <a:srgbClr val="0000CC"/>
                  </a:solidFill>
                  <a:ea typeface="黑体" panose="02010609060101010101" pitchFamily="49" charset="-122"/>
                </a:endParaRPr>
              </a:p>
            </p:txBody>
          </p:sp>
          <p:sp>
            <p:nvSpPr>
              <p:cNvPr id="1031194" name="Oval 27"/>
              <p:cNvSpPr>
                <a:spLocks noChangeArrowheads="1"/>
              </p:cNvSpPr>
              <p:nvPr/>
            </p:nvSpPr>
            <p:spPr bwMode="auto">
              <a:xfrm>
                <a:off x="3216" y="555"/>
                <a:ext cx="471" cy="239"/>
              </a:xfrm>
              <a:prstGeom prst="ellipse">
                <a:avLst/>
              </a:prstGeom>
              <a:solidFill>
                <a:srgbClr val="EAEAEA"/>
              </a:solidFill>
              <a:ln w="12700">
                <a:solidFill>
                  <a:schemeClr val="tx1"/>
                </a:solidFill>
                <a:round/>
                <a:headEnd/>
                <a:tailEnd/>
              </a:ln>
            </p:spPr>
            <p:txBody>
              <a:bodyPr wrap="none" anchor="ctr"/>
              <a:lstStyle/>
              <a:p>
                <a:pPr eaLnBrk="0" hangingPunct="0"/>
                <a:endParaRPr lang="zh-CN" altLang="en-US" b="1">
                  <a:solidFill>
                    <a:srgbClr val="0000CC"/>
                  </a:solidFill>
                  <a:ea typeface="黑体" panose="02010609060101010101" pitchFamily="49" charset="-122"/>
                </a:endParaRPr>
              </a:p>
            </p:txBody>
          </p:sp>
          <p:sp>
            <p:nvSpPr>
              <p:cNvPr id="1031195" name="Oval 28"/>
              <p:cNvSpPr>
                <a:spLocks noChangeArrowheads="1"/>
              </p:cNvSpPr>
              <p:nvPr/>
            </p:nvSpPr>
            <p:spPr bwMode="auto">
              <a:xfrm rot="1080000">
                <a:off x="3023" y="555"/>
                <a:ext cx="265" cy="156"/>
              </a:xfrm>
              <a:prstGeom prst="ellipse">
                <a:avLst/>
              </a:prstGeom>
              <a:solidFill>
                <a:srgbClr val="EAEAEA"/>
              </a:solidFill>
              <a:ln w="12700">
                <a:solidFill>
                  <a:schemeClr val="tx1"/>
                </a:solidFill>
                <a:round/>
                <a:headEnd/>
                <a:tailEnd/>
              </a:ln>
            </p:spPr>
            <p:txBody>
              <a:bodyPr wrap="none" anchor="ctr"/>
              <a:lstStyle/>
              <a:p>
                <a:pPr eaLnBrk="0" hangingPunct="0"/>
                <a:endParaRPr lang="zh-CN" altLang="en-US" b="1">
                  <a:solidFill>
                    <a:srgbClr val="0000CC"/>
                  </a:solidFill>
                  <a:ea typeface="黑体" panose="02010609060101010101" pitchFamily="49" charset="-122"/>
                </a:endParaRPr>
              </a:p>
            </p:txBody>
          </p:sp>
          <p:sp>
            <p:nvSpPr>
              <p:cNvPr id="1031196" name="Oval 29"/>
              <p:cNvSpPr>
                <a:spLocks noChangeArrowheads="1"/>
              </p:cNvSpPr>
              <p:nvPr/>
            </p:nvSpPr>
            <p:spPr bwMode="auto">
              <a:xfrm>
                <a:off x="2949" y="432"/>
                <a:ext cx="217" cy="156"/>
              </a:xfrm>
              <a:prstGeom prst="ellipse">
                <a:avLst/>
              </a:prstGeom>
              <a:solidFill>
                <a:srgbClr val="EAEAEA"/>
              </a:solidFill>
              <a:ln w="12700">
                <a:solidFill>
                  <a:schemeClr val="tx1"/>
                </a:solidFill>
                <a:round/>
                <a:headEnd/>
                <a:tailEnd/>
              </a:ln>
            </p:spPr>
            <p:txBody>
              <a:bodyPr wrap="none" anchor="ctr"/>
              <a:lstStyle/>
              <a:p>
                <a:pPr eaLnBrk="0" hangingPunct="0"/>
                <a:endParaRPr lang="zh-CN" altLang="en-US" b="1">
                  <a:solidFill>
                    <a:srgbClr val="0000CC"/>
                  </a:solidFill>
                  <a:ea typeface="黑体" panose="02010609060101010101" pitchFamily="49" charset="-122"/>
                </a:endParaRPr>
              </a:p>
            </p:txBody>
          </p:sp>
          <p:sp>
            <p:nvSpPr>
              <p:cNvPr id="1031197" name="Oval 30"/>
              <p:cNvSpPr>
                <a:spLocks noChangeArrowheads="1"/>
              </p:cNvSpPr>
              <p:nvPr/>
            </p:nvSpPr>
            <p:spPr bwMode="auto">
              <a:xfrm rot="-1860000">
                <a:off x="2984" y="310"/>
                <a:ext cx="295" cy="156"/>
              </a:xfrm>
              <a:prstGeom prst="ellipse">
                <a:avLst/>
              </a:prstGeom>
              <a:solidFill>
                <a:srgbClr val="EAEAEA"/>
              </a:solidFill>
              <a:ln w="12700">
                <a:solidFill>
                  <a:schemeClr val="tx1"/>
                </a:solidFill>
                <a:round/>
                <a:headEnd/>
                <a:tailEnd/>
              </a:ln>
            </p:spPr>
            <p:txBody>
              <a:bodyPr wrap="none" anchor="ctr"/>
              <a:lstStyle/>
              <a:p>
                <a:pPr eaLnBrk="0" hangingPunct="0"/>
                <a:endParaRPr lang="zh-CN" altLang="en-US" b="1">
                  <a:solidFill>
                    <a:srgbClr val="0000CC"/>
                  </a:solidFill>
                  <a:ea typeface="黑体" panose="02010609060101010101" pitchFamily="49" charset="-122"/>
                </a:endParaRPr>
              </a:p>
            </p:txBody>
          </p:sp>
          <p:sp>
            <p:nvSpPr>
              <p:cNvPr id="1031198" name="Freeform 31"/>
              <p:cNvSpPr>
                <a:spLocks noChangeArrowheads="1"/>
              </p:cNvSpPr>
              <p:nvPr/>
            </p:nvSpPr>
            <p:spPr bwMode="auto">
              <a:xfrm>
                <a:off x="3051" y="300"/>
                <a:ext cx="738" cy="407"/>
              </a:xfrm>
              <a:custGeom>
                <a:avLst/>
                <a:gdLst>
                  <a:gd name="T0" fmla="*/ 108 w 738"/>
                  <a:gd name="T1" fmla="*/ 82 h 407"/>
                  <a:gd name="T2" fmla="*/ 145 w 738"/>
                  <a:gd name="T3" fmla="*/ 77 h 407"/>
                  <a:gd name="T4" fmla="*/ 183 w 738"/>
                  <a:gd name="T5" fmla="*/ 72 h 407"/>
                  <a:gd name="T6" fmla="*/ 215 w 738"/>
                  <a:gd name="T7" fmla="*/ 67 h 407"/>
                  <a:gd name="T8" fmla="*/ 237 w 738"/>
                  <a:gd name="T9" fmla="*/ 46 h 407"/>
                  <a:gd name="T10" fmla="*/ 204 w 738"/>
                  <a:gd name="T11" fmla="*/ 41 h 407"/>
                  <a:gd name="T12" fmla="*/ 172 w 738"/>
                  <a:gd name="T13" fmla="*/ 46 h 407"/>
                  <a:gd name="T14" fmla="*/ 156 w 738"/>
                  <a:gd name="T15" fmla="*/ 46 h 407"/>
                  <a:gd name="T16" fmla="*/ 188 w 738"/>
                  <a:gd name="T17" fmla="*/ 26 h 407"/>
                  <a:gd name="T18" fmla="*/ 226 w 738"/>
                  <a:gd name="T19" fmla="*/ 15 h 407"/>
                  <a:gd name="T20" fmla="*/ 258 w 738"/>
                  <a:gd name="T21" fmla="*/ 10 h 407"/>
                  <a:gd name="T22" fmla="*/ 290 w 738"/>
                  <a:gd name="T23" fmla="*/ 5 h 407"/>
                  <a:gd name="T24" fmla="*/ 323 w 738"/>
                  <a:gd name="T25" fmla="*/ 0 h 407"/>
                  <a:gd name="T26" fmla="*/ 355 w 738"/>
                  <a:gd name="T27" fmla="*/ 0 h 407"/>
                  <a:gd name="T28" fmla="*/ 387 w 738"/>
                  <a:gd name="T29" fmla="*/ 0 h 407"/>
                  <a:gd name="T30" fmla="*/ 463 w 738"/>
                  <a:gd name="T31" fmla="*/ 0 h 407"/>
                  <a:gd name="T32" fmla="*/ 506 w 738"/>
                  <a:gd name="T33" fmla="*/ 0 h 407"/>
                  <a:gd name="T34" fmla="*/ 543 w 738"/>
                  <a:gd name="T35" fmla="*/ 15 h 407"/>
                  <a:gd name="T36" fmla="*/ 570 w 738"/>
                  <a:gd name="T37" fmla="*/ 36 h 407"/>
                  <a:gd name="T38" fmla="*/ 603 w 738"/>
                  <a:gd name="T39" fmla="*/ 51 h 407"/>
                  <a:gd name="T40" fmla="*/ 635 w 738"/>
                  <a:gd name="T41" fmla="*/ 57 h 407"/>
                  <a:gd name="T42" fmla="*/ 667 w 738"/>
                  <a:gd name="T43" fmla="*/ 77 h 407"/>
                  <a:gd name="T44" fmla="*/ 694 w 738"/>
                  <a:gd name="T45" fmla="*/ 98 h 407"/>
                  <a:gd name="T46" fmla="*/ 715 w 738"/>
                  <a:gd name="T47" fmla="*/ 128 h 407"/>
                  <a:gd name="T48" fmla="*/ 721 w 738"/>
                  <a:gd name="T49" fmla="*/ 164 h 407"/>
                  <a:gd name="T50" fmla="*/ 726 w 738"/>
                  <a:gd name="T51" fmla="*/ 195 h 407"/>
                  <a:gd name="T52" fmla="*/ 726 w 738"/>
                  <a:gd name="T53" fmla="*/ 226 h 407"/>
                  <a:gd name="T54" fmla="*/ 726 w 738"/>
                  <a:gd name="T55" fmla="*/ 257 h 407"/>
                  <a:gd name="T56" fmla="*/ 737 w 738"/>
                  <a:gd name="T57" fmla="*/ 288 h 407"/>
                  <a:gd name="T58" fmla="*/ 737 w 738"/>
                  <a:gd name="T59" fmla="*/ 319 h 407"/>
                  <a:gd name="T60" fmla="*/ 715 w 738"/>
                  <a:gd name="T61" fmla="*/ 349 h 407"/>
                  <a:gd name="T62" fmla="*/ 678 w 738"/>
                  <a:gd name="T63" fmla="*/ 365 h 407"/>
                  <a:gd name="T64" fmla="*/ 646 w 738"/>
                  <a:gd name="T65" fmla="*/ 380 h 407"/>
                  <a:gd name="T66" fmla="*/ 613 w 738"/>
                  <a:gd name="T67" fmla="*/ 396 h 407"/>
                  <a:gd name="T68" fmla="*/ 581 w 738"/>
                  <a:gd name="T69" fmla="*/ 401 h 407"/>
                  <a:gd name="T70" fmla="*/ 538 w 738"/>
                  <a:gd name="T71" fmla="*/ 406 h 407"/>
                  <a:gd name="T72" fmla="*/ 500 w 738"/>
                  <a:gd name="T73" fmla="*/ 406 h 407"/>
                  <a:gd name="T74" fmla="*/ 468 w 738"/>
                  <a:gd name="T75" fmla="*/ 406 h 407"/>
                  <a:gd name="T76" fmla="*/ 436 w 738"/>
                  <a:gd name="T77" fmla="*/ 406 h 407"/>
                  <a:gd name="T78" fmla="*/ 403 w 738"/>
                  <a:gd name="T79" fmla="*/ 406 h 407"/>
                  <a:gd name="T80" fmla="*/ 371 w 738"/>
                  <a:gd name="T81" fmla="*/ 406 h 407"/>
                  <a:gd name="T82" fmla="*/ 339 w 738"/>
                  <a:gd name="T83" fmla="*/ 406 h 407"/>
                  <a:gd name="T84" fmla="*/ 307 w 738"/>
                  <a:gd name="T85" fmla="*/ 406 h 407"/>
                  <a:gd name="T86" fmla="*/ 269 w 738"/>
                  <a:gd name="T87" fmla="*/ 406 h 407"/>
                  <a:gd name="T88" fmla="*/ 237 w 738"/>
                  <a:gd name="T89" fmla="*/ 406 h 407"/>
                  <a:gd name="T90" fmla="*/ 204 w 738"/>
                  <a:gd name="T91" fmla="*/ 406 h 407"/>
                  <a:gd name="T92" fmla="*/ 172 w 738"/>
                  <a:gd name="T93" fmla="*/ 391 h 407"/>
                  <a:gd name="T94" fmla="*/ 140 w 738"/>
                  <a:gd name="T95" fmla="*/ 380 h 407"/>
                  <a:gd name="T96" fmla="*/ 108 w 738"/>
                  <a:gd name="T97" fmla="*/ 365 h 407"/>
                  <a:gd name="T98" fmla="*/ 81 w 738"/>
                  <a:gd name="T99" fmla="*/ 339 h 407"/>
                  <a:gd name="T100" fmla="*/ 59 w 738"/>
                  <a:gd name="T101" fmla="*/ 319 h 407"/>
                  <a:gd name="T102" fmla="*/ 38 w 738"/>
                  <a:gd name="T103" fmla="*/ 288 h 407"/>
                  <a:gd name="T104" fmla="*/ 16 w 738"/>
                  <a:gd name="T105" fmla="*/ 252 h 407"/>
                  <a:gd name="T106" fmla="*/ 0 w 738"/>
                  <a:gd name="T107" fmla="*/ 216 h 407"/>
                  <a:gd name="T108" fmla="*/ 0 w 738"/>
                  <a:gd name="T109" fmla="*/ 185 h 407"/>
                  <a:gd name="T110" fmla="*/ 5 w 738"/>
                  <a:gd name="T111" fmla="*/ 149 h 407"/>
                  <a:gd name="T112" fmla="*/ 27 w 738"/>
                  <a:gd name="T113" fmla="*/ 123 h 407"/>
                  <a:gd name="T114" fmla="*/ 54 w 738"/>
                  <a:gd name="T115" fmla="*/ 108 h 407"/>
                  <a:gd name="T116" fmla="*/ 86 w 738"/>
                  <a:gd name="T117" fmla="*/ 98 h 407"/>
                  <a:gd name="T118" fmla="*/ 113 w 738"/>
                  <a:gd name="T119" fmla="*/ 82 h 407"/>
                  <a:gd name="T120" fmla="*/ 129 w 738"/>
                  <a:gd name="T121" fmla="*/ 98 h 40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Lst>
                <a:rect l="0" t="0" r="r" b="b"/>
                <a:pathLst>
                  <a:path w="738" h="407">
                    <a:moveTo>
                      <a:pt x="91" y="82"/>
                    </a:moveTo>
                    <a:lnTo>
                      <a:pt x="108" y="82"/>
                    </a:lnTo>
                    <a:lnTo>
                      <a:pt x="124" y="82"/>
                    </a:lnTo>
                    <a:lnTo>
                      <a:pt x="145" y="77"/>
                    </a:lnTo>
                    <a:lnTo>
                      <a:pt x="161" y="77"/>
                    </a:lnTo>
                    <a:lnTo>
                      <a:pt x="183" y="72"/>
                    </a:lnTo>
                    <a:lnTo>
                      <a:pt x="199" y="72"/>
                    </a:lnTo>
                    <a:lnTo>
                      <a:pt x="215" y="67"/>
                    </a:lnTo>
                    <a:lnTo>
                      <a:pt x="231" y="62"/>
                    </a:lnTo>
                    <a:lnTo>
                      <a:pt x="237" y="46"/>
                    </a:lnTo>
                    <a:lnTo>
                      <a:pt x="221" y="41"/>
                    </a:lnTo>
                    <a:lnTo>
                      <a:pt x="204" y="41"/>
                    </a:lnTo>
                    <a:lnTo>
                      <a:pt x="188" y="46"/>
                    </a:lnTo>
                    <a:lnTo>
                      <a:pt x="172" y="46"/>
                    </a:lnTo>
                    <a:lnTo>
                      <a:pt x="156" y="62"/>
                    </a:lnTo>
                    <a:lnTo>
                      <a:pt x="156" y="46"/>
                    </a:lnTo>
                    <a:lnTo>
                      <a:pt x="172" y="36"/>
                    </a:lnTo>
                    <a:lnTo>
                      <a:pt x="188" y="26"/>
                    </a:lnTo>
                    <a:lnTo>
                      <a:pt x="210" y="21"/>
                    </a:lnTo>
                    <a:lnTo>
                      <a:pt x="226" y="15"/>
                    </a:lnTo>
                    <a:lnTo>
                      <a:pt x="242" y="15"/>
                    </a:lnTo>
                    <a:lnTo>
                      <a:pt x="258" y="10"/>
                    </a:lnTo>
                    <a:lnTo>
                      <a:pt x="274" y="10"/>
                    </a:lnTo>
                    <a:lnTo>
                      <a:pt x="290" y="5"/>
                    </a:lnTo>
                    <a:lnTo>
                      <a:pt x="307" y="5"/>
                    </a:lnTo>
                    <a:lnTo>
                      <a:pt x="323" y="0"/>
                    </a:lnTo>
                    <a:lnTo>
                      <a:pt x="339" y="0"/>
                    </a:lnTo>
                    <a:lnTo>
                      <a:pt x="355" y="0"/>
                    </a:lnTo>
                    <a:lnTo>
                      <a:pt x="371" y="0"/>
                    </a:lnTo>
                    <a:lnTo>
                      <a:pt x="387" y="0"/>
                    </a:lnTo>
                    <a:lnTo>
                      <a:pt x="420" y="0"/>
                    </a:lnTo>
                    <a:lnTo>
                      <a:pt x="463" y="0"/>
                    </a:lnTo>
                    <a:lnTo>
                      <a:pt x="484" y="0"/>
                    </a:lnTo>
                    <a:lnTo>
                      <a:pt x="506" y="0"/>
                    </a:lnTo>
                    <a:lnTo>
                      <a:pt x="527" y="5"/>
                    </a:lnTo>
                    <a:lnTo>
                      <a:pt x="543" y="15"/>
                    </a:lnTo>
                    <a:lnTo>
                      <a:pt x="554" y="31"/>
                    </a:lnTo>
                    <a:lnTo>
                      <a:pt x="570" y="36"/>
                    </a:lnTo>
                    <a:lnTo>
                      <a:pt x="586" y="46"/>
                    </a:lnTo>
                    <a:lnTo>
                      <a:pt x="603" y="51"/>
                    </a:lnTo>
                    <a:lnTo>
                      <a:pt x="619" y="51"/>
                    </a:lnTo>
                    <a:lnTo>
                      <a:pt x="635" y="57"/>
                    </a:lnTo>
                    <a:lnTo>
                      <a:pt x="651" y="67"/>
                    </a:lnTo>
                    <a:lnTo>
                      <a:pt x="667" y="77"/>
                    </a:lnTo>
                    <a:lnTo>
                      <a:pt x="678" y="93"/>
                    </a:lnTo>
                    <a:lnTo>
                      <a:pt x="694" y="98"/>
                    </a:lnTo>
                    <a:lnTo>
                      <a:pt x="699" y="113"/>
                    </a:lnTo>
                    <a:lnTo>
                      <a:pt x="715" y="128"/>
                    </a:lnTo>
                    <a:lnTo>
                      <a:pt x="721" y="149"/>
                    </a:lnTo>
                    <a:lnTo>
                      <a:pt x="721" y="164"/>
                    </a:lnTo>
                    <a:lnTo>
                      <a:pt x="726" y="180"/>
                    </a:lnTo>
                    <a:lnTo>
                      <a:pt x="726" y="195"/>
                    </a:lnTo>
                    <a:lnTo>
                      <a:pt x="726" y="211"/>
                    </a:lnTo>
                    <a:lnTo>
                      <a:pt x="726" y="226"/>
                    </a:lnTo>
                    <a:lnTo>
                      <a:pt x="726" y="242"/>
                    </a:lnTo>
                    <a:lnTo>
                      <a:pt x="726" y="257"/>
                    </a:lnTo>
                    <a:lnTo>
                      <a:pt x="737" y="272"/>
                    </a:lnTo>
                    <a:lnTo>
                      <a:pt x="737" y="288"/>
                    </a:lnTo>
                    <a:lnTo>
                      <a:pt x="737" y="303"/>
                    </a:lnTo>
                    <a:lnTo>
                      <a:pt x="737" y="319"/>
                    </a:lnTo>
                    <a:lnTo>
                      <a:pt x="732" y="334"/>
                    </a:lnTo>
                    <a:lnTo>
                      <a:pt x="715" y="349"/>
                    </a:lnTo>
                    <a:lnTo>
                      <a:pt x="694" y="360"/>
                    </a:lnTo>
                    <a:lnTo>
                      <a:pt x="678" y="365"/>
                    </a:lnTo>
                    <a:lnTo>
                      <a:pt x="662" y="375"/>
                    </a:lnTo>
                    <a:lnTo>
                      <a:pt x="646" y="380"/>
                    </a:lnTo>
                    <a:lnTo>
                      <a:pt x="629" y="385"/>
                    </a:lnTo>
                    <a:lnTo>
                      <a:pt x="613" y="396"/>
                    </a:lnTo>
                    <a:lnTo>
                      <a:pt x="597" y="401"/>
                    </a:lnTo>
                    <a:lnTo>
                      <a:pt x="581" y="401"/>
                    </a:lnTo>
                    <a:lnTo>
                      <a:pt x="559" y="406"/>
                    </a:lnTo>
                    <a:lnTo>
                      <a:pt x="538" y="406"/>
                    </a:lnTo>
                    <a:lnTo>
                      <a:pt x="522" y="406"/>
                    </a:lnTo>
                    <a:lnTo>
                      <a:pt x="500" y="406"/>
                    </a:lnTo>
                    <a:lnTo>
                      <a:pt x="484" y="406"/>
                    </a:lnTo>
                    <a:lnTo>
                      <a:pt x="468" y="406"/>
                    </a:lnTo>
                    <a:lnTo>
                      <a:pt x="452" y="406"/>
                    </a:lnTo>
                    <a:lnTo>
                      <a:pt x="436" y="406"/>
                    </a:lnTo>
                    <a:lnTo>
                      <a:pt x="420" y="406"/>
                    </a:lnTo>
                    <a:lnTo>
                      <a:pt x="403" y="406"/>
                    </a:lnTo>
                    <a:lnTo>
                      <a:pt x="387" y="406"/>
                    </a:lnTo>
                    <a:lnTo>
                      <a:pt x="371" y="406"/>
                    </a:lnTo>
                    <a:lnTo>
                      <a:pt x="355" y="406"/>
                    </a:lnTo>
                    <a:lnTo>
                      <a:pt x="339" y="406"/>
                    </a:lnTo>
                    <a:lnTo>
                      <a:pt x="323" y="406"/>
                    </a:lnTo>
                    <a:lnTo>
                      <a:pt x="307" y="406"/>
                    </a:lnTo>
                    <a:lnTo>
                      <a:pt x="285" y="406"/>
                    </a:lnTo>
                    <a:lnTo>
                      <a:pt x="269" y="406"/>
                    </a:lnTo>
                    <a:lnTo>
                      <a:pt x="253" y="406"/>
                    </a:lnTo>
                    <a:lnTo>
                      <a:pt x="237" y="406"/>
                    </a:lnTo>
                    <a:lnTo>
                      <a:pt x="221" y="406"/>
                    </a:lnTo>
                    <a:lnTo>
                      <a:pt x="204" y="406"/>
                    </a:lnTo>
                    <a:lnTo>
                      <a:pt x="188" y="396"/>
                    </a:lnTo>
                    <a:lnTo>
                      <a:pt x="172" y="391"/>
                    </a:lnTo>
                    <a:lnTo>
                      <a:pt x="156" y="385"/>
                    </a:lnTo>
                    <a:lnTo>
                      <a:pt x="140" y="380"/>
                    </a:lnTo>
                    <a:lnTo>
                      <a:pt x="124" y="375"/>
                    </a:lnTo>
                    <a:lnTo>
                      <a:pt x="108" y="365"/>
                    </a:lnTo>
                    <a:lnTo>
                      <a:pt x="91" y="355"/>
                    </a:lnTo>
                    <a:lnTo>
                      <a:pt x="81" y="339"/>
                    </a:lnTo>
                    <a:lnTo>
                      <a:pt x="65" y="334"/>
                    </a:lnTo>
                    <a:lnTo>
                      <a:pt x="59" y="319"/>
                    </a:lnTo>
                    <a:lnTo>
                      <a:pt x="43" y="303"/>
                    </a:lnTo>
                    <a:lnTo>
                      <a:pt x="38" y="288"/>
                    </a:lnTo>
                    <a:lnTo>
                      <a:pt x="22" y="272"/>
                    </a:lnTo>
                    <a:lnTo>
                      <a:pt x="16" y="252"/>
                    </a:lnTo>
                    <a:lnTo>
                      <a:pt x="5" y="231"/>
                    </a:lnTo>
                    <a:lnTo>
                      <a:pt x="0" y="216"/>
                    </a:lnTo>
                    <a:lnTo>
                      <a:pt x="0" y="200"/>
                    </a:lnTo>
                    <a:lnTo>
                      <a:pt x="0" y="185"/>
                    </a:lnTo>
                    <a:lnTo>
                      <a:pt x="0" y="170"/>
                    </a:lnTo>
                    <a:lnTo>
                      <a:pt x="5" y="149"/>
                    </a:lnTo>
                    <a:lnTo>
                      <a:pt x="11" y="134"/>
                    </a:lnTo>
                    <a:lnTo>
                      <a:pt x="27" y="123"/>
                    </a:lnTo>
                    <a:lnTo>
                      <a:pt x="38" y="108"/>
                    </a:lnTo>
                    <a:lnTo>
                      <a:pt x="54" y="108"/>
                    </a:lnTo>
                    <a:lnTo>
                      <a:pt x="70" y="103"/>
                    </a:lnTo>
                    <a:lnTo>
                      <a:pt x="86" y="98"/>
                    </a:lnTo>
                    <a:lnTo>
                      <a:pt x="102" y="98"/>
                    </a:lnTo>
                    <a:lnTo>
                      <a:pt x="113" y="82"/>
                    </a:lnTo>
                    <a:lnTo>
                      <a:pt x="113" y="67"/>
                    </a:lnTo>
                    <a:lnTo>
                      <a:pt x="129" y="98"/>
                    </a:lnTo>
                  </a:path>
                </a:pathLst>
              </a:custGeom>
              <a:solidFill>
                <a:srgbClr val="EAEAEA"/>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CC"/>
                  </a:solidFill>
                  <a:ea typeface="黑体" panose="02010609060101010101" pitchFamily="49" charset="-122"/>
                </a:endParaRPr>
              </a:p>
            </p:txBody>
          </p:sp>
          <p:sp>
            <p:nvSpPr>
              <p:cNvPr id="1031199" name="Freeform 32"/>
              <p:cNvSpPr>
                <a:spLocks noChangeArrowheads="1"/>
              </p:cNvSpPr>
              <p:nvPr/>
            </p:nvSpPr>
            <p:spPr bwMode="auto">
              <a:xfrm>
                <a:off x="3193" y="270"/>
                <a:ext cx="117" cy="118"/>
              </a:xfrm>
              <a:custGeom>
                <a:avLst/>
                <a:gdLst>
                  <a:gd name="T0" fmla="*/ 5 w 117"/>
                  <a:gd name="T1" fmla="*/ 66 h 118"/>
                  <a:gd name="T2" fmla="*/ 0 w 117"/>
                  <a:gd name="T3" fmla="*/ 51 h 118"/>
                  <a:gd name="T4" fmla="*/ 0 w 117"/>
                  <a:gd name="T5" fmla="*/ 36 h 118"/>
                  <a:gd name="T6" fmla="*/ 16 w 117"/>
                  <a:gd name="T7" fmla="*/ 25 h 118"/>
                  <a:gd name="T8" fmla="*/ 32 w 117"/>
                  <a:gd name="T9" fmla="*/ 15 h 118"/>
                  <a:gd name="T10" fmla="*/ 47 w 117"/>
                  <a:gd name="T11" fmla="*/ 0 h 118"/>
                  <a:gd name="T12" fmla="*/ 63 w 117"/>
                  <a:gd name="T13" fmla="*/ 0 h 118"/>
                  <a:gd name="T14" fmla="*/ 79 w 117"/>
                  <a:gd name="T15" fmla="*/ 0 h 118"/>
                  <a:gd name="T16" fmla="*/ 84 w 117"/>
                  <a:gd name="T17" fmla="*/ 15 h 118"/>
                  <a:gd name="T18" fmla="*/ 95 w 117"/>
                  <a:gd name="T19" fmla="*/ 31 h 118"/>
                  <a:gd name="T20" fmla="*/ 105 w 117"/>
                  <a:gd name="T21" fmla="*/ 46 h 118"/>
                  <a:gd name="T22" fmla="*/ 111 w 117"/>
                  <a:gd name="T23" fmla="*/ 61 h 118"/>
                  <a:gd name="T24" fmla="*/ 116 w 117"/>
                  <a:gd name="T25" fmla="*/ 76 h 118"/>
                  <a:gd name="T26" fmla="*/ 116 w 117"/>
                  <a:gd name="T27" fmla="*/ 92 h 118"/>
                  <a:gd name="T28" fmla="*/ 116 w 117"/>
                  <a:gd name="T29" fmla="*/ 107 h 118"/>
                  <a:gd name="T30" fmla="*/ 100 w 117"/>
                  <a:gd name="T31" fmla="*/ 117 h 118"/>
                  <a:gd name="T32" fmla="*/ 84 w 117"/>
                  <a:gd name="T33" fmla="*/ 117 h 118"/>
                  <a:gd name="T34" fmla="*/ 69 w 117"/>
                  <a:gd name="T35" fmla="*/ 117 h 118"/>
                  <a:gd name="T36" fmla="*/ 53 w 117"/>
                  <a:gd name="T37" fmla="*/ 117 h 118"/>
                  <a:gd name="T38" fmla="*/ 37 w 117"/>
                  <a:gd name="T39" fmla="*/ 112 h 118"/>
                  <a:gd name="T40" fmla="*/ 21 w 117"/>
                  <a:gd name="T41" fmla="*/ 102 h 118"/>
                  <a:gd name="T42" fmla="*/ 11 w 117"/>
                  <a:gd name="T43" fmla="*/ 86 h 118"/>
                  <a:gd name="T44" fmla="*/ 5 w 117"/>
                  <a:gd name="T45" fmla="*/ 71 h 118"/>
                  <a:gd name="T46" fmla="*/ 5 w 117"/>
                  <a:gd name="T47" fmla="*/ 66 h 1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117" h="118">
                    <a:moveTo>
                      <a:pt x="5" y="66"/>
                    </a:moveTo>
                    <a:lnTo>
                      <a:pt x="0" y="51"/>
                    </a:lnTo>
                    <a:lnTo>
                      <a:pt x="0" y="36"/>
                    </a:lnTo>
                    <a:lnTo>
                      <a:pt x="16" y="25"/>
                    </a:lnTo>
                    <a:lnTo>
                      <a:pt x="32" y="15"/>
                    </a:lnTo>
                    <a:lnTo>
                      <a:pt x="47" y="0"/>
                    </a:lnTo>
                    <a:lnTo>
                      <a:pt x="63" y="0"/>
                    </a:lnTo>
                    <a:lnTo>
                      <a:pt x="79" y="0"/>
                    </a:lnTo>
                    <a:lnTo>
                      <a:pt x="84" y="15"/>
                    </a:lnTo>
                    <a:lnTo>
                      <a:pt x="95" y="31"/>
                    </a:lnTo>
                    <a:lnTo>
                      <a:pt x="105" y="46"/>
                    </a:lnTo>
                    <a:lnTo>
                      <a:pt x="111" y="61"/>
                    </a:lnTo>
                    <a:lnTo>
                      <a:pt x="116" y="76"/>
                    </a:lnTo>
                    <a:lnTo>
                      <a:pt x="116" y="92"/>
                    </a:lnTo>
                    <a:lnTo>
                      <a:pt x="116" y="107"/>
                    </a:lnTo>
                    <a:lnTo>
                      <a:pt x="100" y="117"/>
                    </a:lnTo>
                    <a:lnTo>
                      <a:pt x="84" y="117"/>
                    </a:lnTo>
                    <a:lnTo>
                      <a:pt x="69" y="117"/>
                    </a:lnTo>
                    <a:lnTo>
                      <a:pt x="53" y="117"/>
                    </a:lnTo>
                    <a:lnTo>
                      <a:pt x="37" y="112"/>
                    </a:lnTo>
                    <a:lnTo>
                      <a:pt x="21" y="102"/>
                    </a:lnTo>
                    <a:lnTo>
                      <a:pt x="11" y="86"/>
                    </a:lnTo>
                    <a:lnTo>
                      <a:pt x="5" y="71"/>
                    </a:lnTo>
                    <a:lnTo>
                      <a:pt x="5" y="66"/>
                    </a:lnTo>
                  </a:path>
                </a:pathLst>
              </a:custGeom>
              <a:solidFill>
                <a:srgbClr val="EAEAEA"/>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CC"/>
                  </a:solidFill>
                  <a:ea typeface="黑体" panose="02010609060101010101" pitchFamily="49" charset="-122"/>
                </a:endParaRPr>
              </a:p>
            </p:txBody>
          </p:sp>
          <p:sp>
            <p:nvSpPr>
              <p:cNvPr id="1031200" name="Freeform 33"/>
              <p:cNvSpPr>
                <a:spLocks noChangeArrowheads="1"/>
              </p:cNvSpPr>
              <p:nvPr/>
            </p:nvSpPr>
            <p:spPr bwMode="auto">
              <a:xfrm>
                <a:off x="3469" y="239"/>
                <a:ext cx="82" cy="87"/>
              </a:xfrm>
              <a:custGeom>
                <a:avLst/>
                <a:gdLst>
                  <a:gd name="T0" fmla="*/ 0 w 82"/>
                  <a:gd name="T1" fmla="*/ 0 h 87"/>
                  <a:gd name="T2" fmla="*/ 16 w 82"/>
                  <a:gd name="T3" fmla="*/ 10 h 87"/>
                  <a:gd name="T4" fmla="*/ 32 w 82"/>
                  <a:gd name="T5" fmla="*/ 20 h 87"/>
                  <a:gd name="T6" fmla="*/ 49 w 82"/>
                  <a:gd name="T7" fmla="*/ 20 h 87"/>
                  <a:gd name="T8" fmla="*/ 65 w 82"/>
                  <a:gd name="T9" fmla="*/ 30 h 87"/>
                  <a:gd name="T10" fmla="*/ 76 w 82"/>
                  <a:gd name="T11" fmla="*/ 46 h 87"/>
                  <a:gd name="T12" fmla="*/ 81 w 82"/>
                  <a:gd name="T13" fmla="*/ 61 h 87"/>
                  <a:gd name="T14" fmla="*/ 81 w 82"/>
                  <a:gd name="T15" fmla="*/ 76 h 87"/>
                  <a:gd name="T16" fmla="*/ 65 w 82"/>
                  <a:gd name="T17" fmla="*/ 86 h 87"/>
                  <a:gd name="T18" fmla="*/ 49 w 82"/>
                  <a:gd name="T19" fmla="*/ 86 h 87"/>
                  <a:gd name="T20" fmla="*/ 27 w 82"/>
                  <a:gd name="T21" fmla="*/ 81 h 87"/>
                  <a:gd name="T22" fmla="*/ 11 w 82"/>
                  <a:gd name="T23" fmla="*/ 71 h 87"/>
                  <a:gd name="T24" fmla="*/ 5 w 82"/>
                  <a:gd name="T25" fmla="*/ 56 h 87"/>
                  <a:gd name="T26" fmla="*/ 0 w 82"/>
                  <a:gd name="T27" fmla="*/ 40 h 87"/>
                  <a:gd name="T28" fmla="*/ 0 w 82"/>
                  <a:gd name="T29" fmla="*/ 25 h 87"/>
                  <a:gd name="T30" fmla="*/ 11 w 82"/>
                  <a:gd name="T31" fmla="*/ 10 h 87"/>
                  <a:gd name="T32" fmla="*/ 0 w 82"/>
                  <a:gd name="T33" fmla="*/ 0 h 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82" h="87">
                    <a:moveTo>
                      <a:pt x="0" y="0"/>
                    </a:moveTo>
                    <a:lnTo>
                      <a:pt x="16" y="10"/>
                    </a:lnTo>
                    <a:lnTo>
                      <a:pt x="32" y="20"/>
                    </a:lnTo>
                    <a:lnTo>
                      <a:pt x="49" y="20"/>
                    </a:lnTo>
                    <a:lnTo>
                      <a:pt x="65" y="30"/>
                    </a:lnTo>
                    <a:lnTo>
                      <a:pt x="76" y="46"/>
                    </a:lnTo>
                    <a:lnTo>
                      <a:pt x="81" y="61"/>
                    </a:lnTo>
                    <a:lnTo>
                      <a:pt x="81" y="76"/>
                    </a:lnTo>
                    <a:lnTo>
                      <a:pt x="65" y="86"/>
                    </a:lnTo>
                    <a:lnTo>
                      <a:pt x="49" y="86"/>
                    </a:lnTo>
                    <a:lnTo>
                      <a:pt x="27" y="81"/>
                    </a:lnTo>
                    <a:lnTo>
                      <a:pt x="11" y="71"/>
                    </a:lnTo>
                    <a:lnTo>
                      <a:pt x="5" y="56"/>
                    </a:lnTo>
                    <a:lnTo>
                      <a:pt x="0" y="40"/>
                    </a:lnTo>
                    <a:lnTo>
                      <a:pt x="0" y="25"/>
                    </a:lnTo>
                    <a:lnTo>
                      <a:pt x="11" y="10"/>
                    </a:lnTo>
                    <a:lnTo>
                      <a:pt x="0" y="0"/>
                    </a:lnTo>
                  </a:path>
                </a:pathLst>
              </a:custGeom>
              <a:solidFill>
                <a:srgbClr val="EAEAEA"/>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CC"/>
                  </a:solidFill>
                  <a:ea typeface="黑体" panose="02010609060101010101" pitchFamily="49" charset="-122"/>
                </a:endParaRPr>
              </a:p>
            </p:txBody>
          </p:sp>
        </p:grpSp>
        <p:sp>
          <p:nvSpPr>
            <p:cNvPr id="1031201" name="Text Box 34"/>
            <p:cNvSpPr txBox="1">
              <a:spLocks noChangeArrowheads="1"/>
            </p:cNvSpPr>
            <p:nvPr/>
          </p:nvSpPr>
          <p:spPr bwMode="auto">
            <a:xfrm>
              <a:off x="4967" y="1856"/>
              <a:ext cx="342" cy="222"/>
            </a:xfrm>
            <a:prstGeom prst="rect">
              <a:avLst/>
            </a:prstGeom>
            <a:solidFill>
              <a:srgbClr val="EAEAEA"/>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zh-CN" altLang="en-US" sz="2000" b="1">
                  <a:solidFill>
                    <a:srgbClr val="0000CC"/>
                  </a:solidFill>
                  <a:ea typeface="黑体" panose="02010609060101010101" pitchFamily="49" charset="-122"/>
                </a:rPr>
                <a:t>网 </a:t>
              </a:r>
              <a:r>
                <a:rPr lang="en-US" altLang="zh-CN" sz="2000" b="1">
                  <a:solidFill>
                    <a:srgbClr val="0000CC"/>
                  </a:solidFill>
                  <a:ea typeface="黑体" panose="02010609060101010101" pitchFamily="49" charset="-122"/>
                </a:rPr>
                <a:t>3</a:t>
              </a:r>
            </a:p>
          </p:txBody>
        </p:sp>
      </p:grpSp>
      <p:grpSp>
        <p:nvGrpSpPr>
          <p:cNvPr id="1031202" name="Group 35"/>
          <p:cNvGrpSpPr>
            <a:grpSpLocks/>
          </p:cNvGrpSpPr>
          <p:nvPr/>
        </p:nvGrpSpPr>
        <p:grpSpPr bwMode="auto">
          <a:xfrm>
            <a:off x="4532313" y="631825"/>
            <a:ext cx="1276350" cy="858838"/>
            <a:chOff x="4830" y="1752"/>
            <a:chExt cx="667" cy="477"/>
          </a:xfrm>
        </p:grpSpPr>
        <p:grpSp>
          <p:nvGrpSpPr>
            <p:cNvPr id="1031203" name="Group 36"/>
            <p:cNvGrpSpPr>
              <a:grpSpLocks/>
            </p:cNvGrpSpPr>
            <p:nvPr/>
          </p:nvGrpSpPr>
          <p:grpSpPr bwMode="auto">
            <a:xfrm>
              <a:off x="4830" y="1752"/>
              <a:ext cx="667" cy="477"/>
              <a:chOff x="2949" y="196"/>
              <a:chExt cx="941" cy="598"/>
            </a:xfrm>
          </p:grpSpPr>
          <p:sp>
            <p:nvSpPr>
              <p:cNvPr id="1031204" name="Oval 37"/>
              <p:cNvSpPr>
                <a:spLocks noChangeArrowheads="1"/>
              </p:cNvSpPr>
              <p:nvPr/>
            </p:nvSpPr>
            <p:spPr bwMode="auto">
              <a:xfrm>
                <a:off x="3168" y="196"/>
                <a:ext cx="407" cy="162"/>
              </a:xfrm>
              <a:prstGeom prst="ellipse">
                <a:avLst/>
              </a:prstGeom>
              <a:solidFill>
                <a:srgbClr val="EAEAEA"/>
              </a:solidFill>
              <a:ln w="12700">
                <a:solidFill>
                  <a:schemeClr val="tx1"/>
                </a:solidFill>
                <a:round/>
                <a:headEnd/>
                <a:tailEnd/>
              </a:ln>
            </p:spPr>
            <p:txBody>
              <a:bodyPr wrap="none" anchor="ctr"/>
              <a:lstStyle/>
              <a:p>
                <a:pPr eaLnBrk="0" hangingPunct="0"/>
                <a:endParaRPr lang="zh-CN" altLang="en-US" b="1">
                  <a:solidFill>
                    <a:srgbClr val="0000CC"/>
                  </a:solidFill>
                  <a:ea typeface="黑体" panose="02010609060101010101" pitchFamily="49" charset="-122"/>
                </a:endParaRPr>
              </a:p>
            </p:txBody>
          </p:sp>
          <p:sp>
            <p:nvSpPr>
              <p:cNvPr id="1031205" name="Oval 38"/>
              <p:cNvSpPr>
                <a:spLocks noChangeArrowheads="1"/>
              </p:cNvSpPr>
              <p:nvPr/>
            </p:nvSpPr>
            <p:spPr bwMode="auto">
              <a:xfrm rot="900000">
                <a:off x="3512" y="252"/>
                <a:ext cx="275" cy="131"/>
              </a:xfrm>
              <a:prstGeom prst="ellipse">
                <a:avLst/>
              </a:prstGeom>
              <a:solidFill>
                <a:srgbClr val="EAEAEA"/>
              </a:solidFill>
              <a:ln w="12700">
                <a:solidFill>
                  <a:schemeClr val="tx1"/>
                </a:solidFill>
                <a:round/>
                <a:headEnd/>
                <a:tailEnd/>
              </a:ln>
            </p:spPr>
            <p:txBody>
              <a:bodyPr wrap="none" anchor="ctr"/>
              <a:lstStyle/>
              <a:p>
                <a:pPr eaLnBrk="0" hangingPunct="0"/>
                <a:endParaRPr lang="zh-CN" altLang="en-US" b="1">
                  <a:solidFill>
                    <a:srgbClr val="0000CC"/>
                  </a:solidFill>
                  <a:ea typeface="黑体" panose="02010609060101010101" pitchFamily="49" charset="-122"/>
                </a:endParaRPr>
              </a:p>
            </p:txBody>
          </p:sp>
          <p:sp>
            <p:nvSpPr>
              <p:cNvPr id="1031206" name="Oval 39"/>
              <p:cNvSpPr>
                <a:spLocks noChangeArrowheads="1"/>
              </p:cNvSpPr>
              <p:nvPr/>
            </p:nvSpPr>
            <p:spPr bwMode="auto">
              <a:xfrm rot="1500000">
                <a:off x="3650" y="385"/>
                <a:ext cx="240" cy="153"/>
              </a:xfrm>
              <a:prstGeom prst="ellipse">
                <a:avLst/>
              </a:prstGeom>
              <a:solidFill>
                <a:srgbClr val="EAEAEA"/>
              </a:solidFill>
              <a:ln w="12700">
                <a:solidFill>
                  <a:schemeClr val="tx1"/>
                </a:solidFill>
                <a:round/>
                <a:headEnd/>
                <a:tailEnd/>
              </a:ln>
            </p:spPr>
            <p:txBody>
              <a:bodyPr wrap="none" anchor="ctr"/>
              <a:lstStyle/>
              <a:p>
                <a:pPr eaLnBrk="0" hangingPunct="0"/>
                <a:endParaRPr lang="zh-CN" altLang="en-US" b="1">
                  <a:solidFill>
                    <a:srgbClr val="0000CC"/>
                  </a:solidFill>
                  <a:ea typeface="黑体" panose="02010609060101010101" pitchFamily="49" charset="-122"/>
                </a:endParaRPr>
              </a:p>
            </p:txBody>
          </p:sp>
          <p:sp>
            <p:nvSpPr>
              <p:cNvPr id="1031207" name="Oval 40"/>
              <p:cNvSpPr>
                <a:spLocks noChangeArrowheads="1"/>
              </p:cNvSpPr>
              <p:nvPr/>
            </p:nvSpPr>
            <p:spPr bwMode="auto">
              <a:xfrm rot="-1560000">
                <a:off x="3573" y="537"/>
                <a:ext cx="291" cy="189"/>
              </a:xfrm>
              <a:prstGeom prst="ellipse">
                <a:avLst/>
              </a:prstGeom>
              <a:solidFill>
                <a:srgbClr val="EAEAEA"/>
              </a:solidFill>
              <a:ln w="12700">
                <a:solidFill>
                  <a:schemeClr val="tx1"/>
                </a:solidFill>
                <a:round/>
                <a:headEnd/>
                <a:tailEnd/>
              </a:ln>
            </p:spPr>
            <p:txBody>
              <a:bodyPr wrap="none" anchor="ctr"/>
              <a:lstStyle/>
              <a:p>
                <a:pPr eaLnBrk="0" hangingPunct="0"/>
                <a:endParaRPr lang="zh-CN" altLang="en-US" b="1">
                  <a:solidFill>
                    <a:srgbClr val="0000CC"/>
                  </a:solidFill>
                  <a:ea typeface="黑体" panose="02010609060101010101" pitchFamily="49" charset="-122"/>
                </a:endParaRPr>
              </a:p>
            </p:txBody>
          </p:sp>
          <p:sp>
            <p:nvSpPr>
              <p:cNvPr id="1031208" name="Oval 41"/>
              <p:cNvSpPr>
                <a:spLocks noChangeArrowheads="1"/>
              </p:cNvSpPr>
              <p:nvPr/>
            </p:nvSpPr>
            <p:spPr bwMode="auto">
              <a:xfrm>
                <a:off x="3216" y="555"/>
                <a:ext cx="471" cy="239"/>
              </a:xfrm>
              <a:prstGeom prst="ellipse">
                <a:avLst/>
              </a:prstGeom>
              <a:solidFill>
                <a:srgbClr val="EAEAEA"/>
              </a:solidFill>
              <a:ln w="12700">
                <a:solidFill>
                  <a:schemeClr val="tx1"/>
                </a:solidFill>
                <a:round/>
                <a:headEnd/>
                <a:tailEnd/>
              </a:ln>
            </p:spPr>
            <p:txBody>
              <a:bodyPr wrap="none" anchor="ctr"/>
              <a:lstStyle/>
              <a:p>
                <a:pPr eaLnBrk="0" hangingPunct="0"/>
                <a:endParaRPr lang="zh-CN" altLang="en-US" b="1">
                  <a:solidFill>
                    <a:srgbClr val="0000CC"/>
                  </a:solidFill>
                  <a:ea typeface="黑体" panose="02010609060101010101" pitchFamily="49" charset="-122"/>
                </a:endParaRPr>
              </a:p>
            </p:txBody>
          </p:sp>
          <p:sp>
            <p:nvSpPr>
              <p:cNvPr id="1031209" name="Oval 42"/>
              <p:cNvSpPr>
                <a:spLocks noChangeArrowheads="1"/>
              </p:cNvSpPr>
              <p:nvPr/>
            </p:nvSpPr>
            <p:spPr bwMode="auto">
              <a:xfrm rot="1080000">
                <a:off x="3023" y="555"/>
                <a:ext cx="265" cy="156"/>
              </a:xfrm>
              <a:prstGeom prst="ellipse">
                <a:avLst/>
              </a:prstGeom>
              <a:solidFill>
                <a:srgbClr val="EAEAEA"/>
              </a:solidFill>
              <a:ln w="12700">
                <a:solidFill>
                  <a:schemeClr val="tx1"/>
                </a:solidFill>
                <a:round/>
                <a:headEnd/>
                <a:tailEnd/>
              </a:ln>
            </p:spPr>
            <p:txBody>
              <a:bodyPr wrap="none" anchor="ctr"/>
              <a:lstStyle/>
              <a:p>
                <a:pPr eaLnBrk="0" hangingPunct="0"/>
                <a:endParaRPr lang="zh-CN" altLang="en-US" b="1">
                  <a:solidFill>
                    <a:srgbClr val="0000CC"/>
                  </a:solidFill>
                  <a:ea typeface="黑体" panose="02010609060101010101" pitchFamily="49" charset="-122"/>
                </a:endParaRPr>
              </a:p>
            </p:txBody>
          </p:sp>
          <p:sp>
            <p:nvSpPr>
              <p:cNvPr id="1031210" name="Oval 43"/>
              <p:cNvSpPr>
                <a:spLocks noChangeArrowheads="1"/>
              </p:cNvSpPr>
              <p:nvPr/>
            </p:nvSpPr>
            <p:spPr bwMode="auto">
              <a:xfrm>
                <a:off x="2949" y="432"/>
                <a:ext cx="217" cy="156"/>
              </a:xfrm>
              <a:prstGeom prst="ellipse">
                <a:avLst/>
              </a:prstGeom>
              <a:solidFill>
                <a:srgbClr val="EAEAEA"/>
              </a:solidFill>
              <a:ln w="12700">
                <a:solidFill>
                  <a:schemeClr val="tx1"/>
                </a:solidFill>
                <a:round/>
                <a:headEnd/>
                <a:tailEnd/>
              </a:ln>
            </p:spPr>
            <p:txBody>
              <a:bodyPr wrap="none" anchor="ctr"/>
              <a:lstStyle/>
              <a:p>
                <a:pPr eaLnBrk="0" hangingPunct="0"/>
                <a:endParaRPr lang="zh-CN" altLang="en-US" b="1">
                  <a:solidFill>
                    <a:srgbClr val="0000CC"/>
                  </a:solidFill>
                  <a:ea typeface="黑体" panose="02010609060101010101" pitchFamily="49" charset="-122"/>
                </a:endParaRPr>
              </a:p>
            </p:txBody>
          </p:sp>
          <p:sp>
            <p:nvSpPr>
              <p:cNvPr id="1031211" name="Oval 44"/>
              <p:cNvSpPr>
                <a:spLocks noChangeArrowheads="1"/>
              </p:cNvSpPr>
              <p:nvPr/>
            </p:nvSpPr>
            <p:spPr bwMode="auto">
              <a:xfrm rot="-1860000">
                <a:off x="2984" y="310"/>
                <a:ext cx="295" cy="156"/>
              </a:xfrm>
              <a:prstGeom prst="ellipse">
                <a:avLst/>
              </a:prstGeom>
              <a:solidFill>
                <a:srgbClr val="EAEAEA"/>
              </a:solidFill>
              <a:ln w="12700">
                <a:solidFill>
                  <a:schemeClr val="tx1"/>
                </a:solidFill>
                <a:round/>
                <a:headEnd/>
                <a:tailEnd/>
              </a:ln>
            </p:spPr>
            <p:txBody>
              <a:bodyPr wrap="none" anchor="ctr"/>
              <a:lstStyle/>
              <a:p>
                <a:pPr eaLnBrk="0" hangingPunct="0"/>
                <a:endParaRPr lang="zh-CN" altLang="en-US" b="1">
                  <a:solidFill>
                    <a:srgbClr val="0000CC"/>
                  </a:solidFill>
                  <a:ea typeface="黑体" panose="02010609060101010101" pitchFamily="49" charset="-122"/>
                </a:endParaRPr>
              </a:p>
            </p:txBody>
          </p:sp>
          <p:sp>
            <p:nvSpPr>
              <p:cNvPr id="1031212" name="Freeform 45"/>
              <p:cNvSpPr>
                <a:spLocks noChangeArrowheads="1"/>
              </p:cNvSpPr>
              <p:nvPr/>
            </p:nvSpPr>
            <p:spPr bwMode="auto">
              <a:xfrm>
                <a:off x="3051" y="300"/>
                <a:ext cx="738" cy="407"/>
              </a:xfrm>
              <a:custGeom>
                <a:avLst/>
                <a:gdLst>
                  <a:gd name="T0" fmla="*/ 108 w 738"/>
                  <a:gd name="T1" fmla="*/ 82 h 407"/>
                  <a:gd name="T2" fmla="*/ 145 w 738"/>
                  <a:gd name="T3" fmla="*/ 77 h 407"/>
                  <a:gd name="T4" fmla="*/ 183 w 738"/>
                  <a:gd name="T5" fmla="*/ 72 h 407"/>
                  <a:gd name="T6" fmla="*/ 215 w 738"/>
                  <a:gd name="T7" fmla="*/ 67 h 407"/>
                  <a:gd name="T8" fmla="*/ 237 w 738"/>
                  <a:gd name="T9" fmla="*/ 46 h 407"/>
                  <a:gd name="T10" fmla="*/ 204 w 738"/>
                  <a:gd name="T11" fmla="*/ 41 h 407"/>
                  <a:gd name="T12" fmla="*/ 172 w 738"/>
                  <a:gd name="T13" fmla="*/ 46 h 407"/>
                  <a:gd name="T14" fmla="*/ 156 w 738"/>
                  <a:gd name="T15" fmla="*/ 46 h 407"/>
                  <a:gd name="T16" fmla="*/ 188 w 738"/>
                  <a:gd name="T17" fmla="*/ 26 h 407"/>
                  <a:gd name="T18" fmla="*/ 226 w 738"/>
                  <a:gd name="T19" fmla="*/ 15 h 407"/>
                  <a:gd name="T20" fmla="*/ 258 w 738"/>
                  <a:gd name="T21" fmla="*/ 10 h 407"/>
                  <a:gd name="T22" fmla="*/ 290 w 738"/>
                  <a:gd name="T23" fmla="*/ 5 h 407"/>
                  <a:gd name="T24" fmla="*/ 323 w 738"/>
                  <a:gd name="T25" fmla="*/ 0 h 407"/>
                  <a:gd name="T26" fmla="*/ 355 w 738"/>
                  <a:gd name="T27" fmla="*/ 0 h 407"/>
                  <a:gd name="T28" fmla="*/ 387 w 738"/>
                  <a:gd name="T29" fmla="*/ 0 h 407"/>
                  <a:gd name="T30" fmla="*/ 463 w 738"/>
                  <a:gd name="T31" fmla="*/ 0 h 407"/>
                  <a:gd name="T32" fmla="*/ 506 w 738"/>
                  <a:gd name="T33" fmla="*/ 0 h 407"/>
                  <a:gd name="T34" fmla="*/ 543 w 738"/>
                  <a:gd name="T35" fmla="*/ 15 h 407"/>
                  <a:gd name="T36" fmla="*/ 570 w 738"/>
                  <a:gd name="T37" fmla="*/ 36 h 407"/>
                  <a:gd name="T38" fmla="*/ 603 w 738"/>
                  <a:gd name="T39" fmla="*/ 51 h 407"/>
                  <a:gd name="T40" fmla="*/ 635 w 738"/>
                  <a:gd name="T41" fmla="*/ 57 h 407"/>
                  <a:gd name="T42" fmla="*/ 667 w 738"/>
                  <a:gd name="T43" fmla="*/ 77 h 407"/>
                  <a:gd name="T44" fmla="*/ 694 w 738"/>
                  <a:gd name="T45" fmla="*/ 98 h 407"/>
                  <a:gd name="T46" fmla="*/ 715 w 738"/>
                  <a:gd name="T47" fmla="*/ 128 h 407"/>
                  <a:gd name="T48" fmla="*/ 721 w 738"/>
                  <a:gd name="T49" fmla="*/ 164 h 407"/>
                  <a:gd name="T50" fmla="*/ 726 w 738"/>
                  <a:gd name="T51" fmla="*/ 195 h 407"/>
                  <a:gd name="T52" fmla="*/ 726 w 738"/>
                  <a:gd name="T53" fmla="*/ 226 h 407"/>
                  <a:gd name="T54" fmla="*/ 726 w 738"/>
                  <a:gd name="T55" fmla="*/ 257 h 407"/>
                  <a:gd name="T56" fmla="*/ 737 w 738"/>
                  <a:gd name="T57" fmla="*/ 288 h 407"/>
                  <a:gd name="T58" fmla="*/ 737 w 738"/>
                  <a:gd name="T59" fmla="*/ 319 h 407"/>
                  <a:gd name="T60" fmla="*/ 715 w 738"/>
                  <a:gd name="T61" fmla="*/ 349 h 407"/>
                  <a:gd name="T62" fmla="*/ 678 w 738"/>
                  <a:gd name="T63" fmla="*/ 365 h 407"/>
                  <a:gd name="T64" fmla="*/ 646 w 738"/>
                  <a:gd name="T65" fmla="*/ 380 h 407"/>
                  <a:gd name="T66" fmla="*/ 613 w 738"/>
                  <a:gd name="T67" fmla="*/ 396 h 407"/>
                  <a:gd name="T68" fmla="*/ 581 w 738"/>
                  <a:gd name="T69" fmla="*/ 401 h 407"/>
                  <a:gd name="T70" fmla="*/ 538 w 738"/>
                  <a:gd name="T71" fmla="*/ 406 h 407"/>
                  <a:gd name="T72" fmla="*/ 500 w 738"/>
                  <a:gd name="T73" fmla="*/ 406 h 407"/>
                  <a:gd name="T74" fmla="*/ 468 w 738"/>
                  <a:gd name="T75" fmla="*/ 406 h 407"/>
                  <a:gd name="T76" fmla="*/ 436 w 738"/>
                  <a:gd name="T77" fmla="*/ 406 h 407"/>
                  <a:gd name="T78" fmla="*/ 403 w 738"/>
                  <a:gd name="T79" fmla="*/ 406 h 407"/>
                  <a:gd name="T80" fmla="*/ 371 w 738"/>
                  <a:gd name="T81" fmla="*/ 406 h 407"/>
                  <a:gd name="T82" fmla="*/ 339 w 738"/>
                  <a:gd name="T83" fmla="*/ 406 h 407"/>
                  <a:gd name="T84" fmla="*/ 307 w 738"/>
                  <a:gd name="T85" fmla="*/ 406 h 407"/>
                  <a:gd name="T86" fmla="*/ 269 w 738"/>
                  <a:gd name="T87" fmla="*/ 406 h 407"/>
                  <a:gd name="T88" fmla="*/ 237 w 738"/>
                  <a:gd name="T89" fmla="*/ 406 h 407"/>
                  <a:gd name="T90" fmla="*/ 204 w 738"/>
                  <a:gd name="T91" fmla="*/ 406 h 407"/>
                  <a:gd name="T92" fmla="*/ 172 w 738"/>
                  <a:gd name="T93" fmla="*/ 391 h 407"/>
                  <a:gd name="T94" fmla="*/ 140 w 738"/>
                  <a:gd name="T95" fmla="*/ 380 h 407"/>
                  <a:gd name="T96" fmla="*/ 108 w 738"/>
                  <a:gd name="T97" fmla="*/ 365 h 407"/>
                  <a:gd name="T98" fmla="*/ 81 w 738"/>
                  <a:gd name="T99" fmla="*/ 339 h 407"/>
                  <a:gd name="T100" fmla="*/ 59 w 738"/>
                  <a:gd name="T101" fmla="*/ 319 h 407"/>
                  <a:gd name="T102" fmla="*/ 38 w 738"/>
                  <a:gd name="T103" fmla="*/ 288 h 407"/>
                  <a:gd name="T104" fmla="*/ 16 w 738"/>
                  <a:gd name="T105" fmla="*/ 252 h 407"/>
                  <a:gd name="T106" fmla="*/ 0 w 738"/>
                  <a:gd name="T107" fmla="*/ 216 h 407"/>
                  <a:gd name="T108" fmla="*/ 0 w 738"/>
                  <a:gd name="T109" fmla="*/ 185 h 407"/>
                  <a:gd name="T110" fmla="*/ 5 w 738"/>
                  <a:gd name="T111" fmla="*/ 149 h 407"/>
                  <a:gd name="T112" fmla="*/ 27 w 738"/>
                  <a:gd name="T113" fmla="*/ 123 h 407"/>
                  <a:gd name="T114" fmla="*/ 54 w 738"/>
                  <a:gd name="T115" fmla="*/ 108 h 407"/>
                  <a:gd name="T116" fmla="*/ 86 w 738"/>
                  <a:gd name="T117" fmla="*/ 98 h 407"/>
                  <a:gd name="T118" fmla="*/ 113 w 738"/>
                  <a:gd name="T119" fmla="*/ 82 h 407"/>
                  <a:gd name="T120" fmla="*/ 129 w 738"/>
                  <a:gd name="T121" fmla="*/ 98 h 40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Lst>
                <a:rect l="0" t="0" r="r" b="b"/>
                <a:pathLst>
                  <a:path w="738" h="407">
                    <a:moveTo>
                      <a:pt x="91" y="82"/>
                    </a:moveTo>
                    <a:lnTo>
                      <a:pt x="108" y="82"/>
                    </a:lnTo>
                    <a:lnTo>
                      <a:pt x="124" y="82"/>
                    </a:lnTo>
                    <a:lnTo>
                      <a:pt x="145" y="77"/>
                    </a:lnTo>
                    <a:lnTo>
                      <a:pt x="161" y="77"/>
                    </a:lnTo>
                    <a:lnTo>
                      <a:pt x="183" y="72"/>
                    </a:lnTo>
                    <a:lnTo>
                      <a:pt x="199" y="72"/>
                    </a:lnTo>
                    <a:lnTo>
                      <a:pt x="215" y="67"/>
                    </a:lnTo>
                    <a:lnTo>
                      <a:pt x="231" y="62"/>
                    </a:lnTo>
                    <a:lnTo>
                      <a:pt x="237" y="46"/>
                    </a:lnTo>
                    <a:lnTo>
                      <a:pt x="221" y="41"/>
                    </a:lnTo>
                    <a:lnTo>
                      <a:pt x="204" y="41"/>
                    </a:lnTo>
                    <a:lnTo>
                      <a:pt x="188" y="46"/>
                    </a:lnTo>
                    <a:lnTo>
                      <a:pt x="172" y="46"/>
                    </a:lnTo>
                    <a:lnTo>
                      <a:pt x="156" y="62"/>
                    </a:lnTo>
                    <a:lnTo>
                      <a:pt x="156" y="46"/>
                    </a:lnTo>
                    <a:lnTo>
                      <a:pt x="172" y="36"/>
                    </a:lnTo>
                    <a:lnTo>
                      <a:pt x="188" y="26"/>
                    </a:lnTo>
                    <a:lnTo>
                      <a:pt x="210" y="21"/>
                    </a:lnTo>
                    <a:lnTo>
                      <a:pt x="226" y="15"/>
                    </a:lnTo>
                    <a:lnTo>
                      <a:pt x="242" y="15"/>
                    </a:lnTo>
                    <a:lnTo>
                      <a:pt x="258" y="10"/>
                    </a:lnTo>
                    <a:lnTo>
                      <a:pt x="274" y="10"/>
                    </a:lnTo>
                    <a:lnTo>
                      <a:pt x="290" y="5"/>
                    </a:lnTo>
                    <a:lnTo>
                      <a:pt x="307" y="5"/>
                    </a:lnTo>
                    <a:lnTo>
                      <a:pt x="323" y="0"/>
                    </a:lnTo>
                    <a:lnTo>
                      <a:pt x="339" y="0"/>
                    </a:lnTo>
                    <a:lnTo>
                      <a:pt x="355" y="0"/>
                    </a:lnTo>
                    <a:lnTo>
                      <a:pt x="371" y="0"/>
                    </a:lnTo>
                    <a:lnTo>
                      <a:pt x="387" y="0"/>
                    </a:lnTo>
                    <a:lnTo>
                      <a:pt x="420" y="0"/>
                    </a:lnTo>
                    <a:lnTo>
                      <a:pt x="463" y="0"/>
                    </a:lnTo>
                    <a:lnTo>
                      <a:pt x="484" y="0"/>
                    </a:lnTo>
                    <a:lnTo>
                      <a:pt x="506" y="0"/>
                    </a:lnTo>
                    <a:lnTo>
                      <a:pt x="527" y="5"/>
                    </a:lnTo>
                    <a:lnTo>
                      <a:pt x="543" y="15"/>
                    </a:lnTo>
                    <a:lnTo>
                      <a:pt x="554" y="31"/>
                    </a:lnTo>
                    <a:lnTo>
                      <a:pt x="570" y="36"/>
                    </a:lnTo>
                    <a:lnTo>
                      <a:pt x="586" y="46"/>
                    </a:lnTo>
                    <a:lnTo>
                      <a:pt x="603" y="51"/>
                    </a:lnTo>
                    <a:lnTo>
                      <a:pt x="619" y="51"/>
                    </a:lnTo>
                    <a:lnTo>
                      <a:pt x="635" y="57"/>
                    </a:lnTo>
                    <a:lnTo>
                      <a:pt x="651" y="67"/>
                    </a:lnTo>
                    <a:lnTo>
                      <a:pt x="667" y="77"/>
                    </a:lnTo>
                    <a:lnTo>
                      <a:pt x="678" y="93"/>
                    </a:lnTo>
                    <a:lnTo>
                      <a:pt x="694" y="98"/>
                    </a:lnTo>
                    <a:lnTo>
                      <a:pt x="699" y="113"/>
                    </a:lnTo>
                    <a:lnTo>
                      <a:pt x="715" y="128"/>
                    </a:lnTo>
                    <a:lnTo>
                      <a:pt x="721" y="149"/>
                    </a:lnTo>
                    <a:lnTo>
                      <a:pt x="721" y="164"/>
                    </a:lnTo>
                    <a:lnTo>
                      <a:pt x="726" y="180"/>
                    </a:lnTo>
                    <a:lnTo>
                      <a:pt x="726" y="195"/>
                    </a:lnTo>
                    <a:lnTo>
                      <a:pt x="726" y="211"/>
                    </a:lnTo>
                    <a:lnTo>
                      <a:pt x="726" y="226"/>
                    </a:lnTo>
                    <a:lnTo>
                      <a:pt x="726" y="242"/>
                    </a:lnTo>
                    <a:lnTo>
                      <a:pt x="726" y="257"/>
                    </a:lnTo>
                    <a:lnTo>
                      <a:pt x="737" y="272"/>
                    </a:lnTo>
                    <a:lnTo>
                      <a:pt x="737" y="288"/>
                    </a:lnTo>
                    <a:lnTo>
                      <a:pt x="737" y="303"/>
                    </a:lnTo>
                    <a:lnTo>
                      <a:pt x="737" y="319"/>
                    </a:lnTo>
                    <a:lnTo>
                      <a:pt x="732" y="334"/>
                    </a:lnTo>
                    <a:lnTo>
                      <a:pt x="715" y="349"/>
                    </a:lnTo>
                    <a:lnTo>
                      <a:pt x="694" y="360"/>
                    </a:lnTo>
                    <a:lnTo>
                      <a:pt x="678" y="365"/>
                    </a:lnTo>
                    <a:lnTo>
                      <a:pt x="662" y="375"/>
                    </a:lnTo>
                    <a:lnTo>
                      <a:pt x="646" y="380"/>
                    </a:lnTo>
                    <a:lnTo>
                      <a:pt x="629" y="385"/>
                    </a:lnTo>
                    <a:lnTo>
                      <a:pt x="613" y="396"/>
                    </a:lnTo>
                    <a:lnTo>
                      <a:pt x="597" y="401"/>
                    </a:lnTo>
                    <a:lnTo>
                      <a:pt x="581" y="401"/>
                    </a:lnTo>
                    <a:lnTo>
                      <a:pt x="559" y="406"/>
                    </a:lnTo>
                    <a:lnTo>
                      <a:pt x="538" y="406"/>
                    </a:lnTo>
                    <a:lnTo>
                      <a:pt x="522" y="406"/>
                    </a:lnTo>
                    <a:lnTo>
                      <a:pt x="500" y="406"/>
                    </a:lnTo>
                    <a:lnTo>
                      <a:pt x="484" y="406"/>
                    </a:lnTo>
                    <a:lnTo>
                      <a:pt x="468" y="406"/>
                    </a:lnTo>
                    <a:lnTo>
                      <a:pt x="452" y="406"/>
                    </a:lnTo>
                    <a:lnTo>
                      <a:pt x="436" y="406"/>
                    </a:lnTo>
                    <a:lnTo>
                      <a:pt x="420" y="406"/>
                    </a:lnTo>
                    <a:lnTo>
                      <a:pt x="403" y="406"/>
                    </a:lnTo>
                    <a:lnTo>
                      <a:pt x="387" y="406"/>
                    </a:lnTo>
                    <a:lnTo>
                      <a:pt x="371" y="406"/>
                    </a:lnTo>
                    <a:lnTo>
                      <a:pt x="355" y="406"/>
                    </a:lnTo>
                    <a:lnTo>
                      <a:pt x="339" y="406"/>
                    </a:lnTo>
                    <a:lnTo>
                      <a:pt x="323" y="406"/>
                    </a:lnTo>
                    <a:lnTo>
                      <a:pt x="307" y="406"/>
                    </a:lnTo>
                    <a:lnTo>
                      <a:pt x="285" y="406"/>
                    </a:lnTo>
                    <a:lnTo>
                      <a:pt x="269" y="406"/>
                    </a:lnTo>
                    <a:lnTo>
                      <a:pt x="253" y="406"/>
                    </a:lnTo>
                    <a:lnTo>
                      <a:pt x="237" y="406"/>
                    </a:lnTo>
                    <a:lnTo>
                      <a:pt x="221" y="406"/>
                    </a:lnTo>
                    <a:lnTo>
                      <a:pt x="204" y="406"/>
                    </a:lnTo>
                    <a:lnTo>
                      <a:pt x="188" y="396"/>
                    </a:lnTo>
                    <a:lnTo>
                      <a:pt x="172" y="391"/>
                    </a:lnTo>
                    <a:lnTo>
                      <a:pt x="156" y="385"/>
                    </a:lnTo>
                    <a:lnTo>
                      <a:pt x="140" y="380"/>
                    </a:lnTo>
                    <a:lnTo>
                      <a:pt x="124" y="375"/>
                    </a:lnTo>
                    <a:lnTo>
                      <a:pt x="108" y="365"/>
                    </a:lnTo>
                    <a:lnTo>
                      <a:pt x="91" y="355"/>
                    </a:lnTo>
                    <a:lnTo>
                      <a:pt x="81" y="339"/>
                    </a:lnTo>
                    <a:lnTo>
                      <a:pt x="65" y="334"/>
                    </a:lnTo>
                    <a:lnTo>
                      <a:pt x="59" y="319"/>
                    </a:lnTo>
                    <a:lnTo>
                      <a:pt x="43" y="303"/>
                    </a:lnTo>
                    <a:lnTo>
                      <a:pt x="38" y="288"/>
                    </a:lnTo>
                    <a:lnTo>
                      <a:pt x="22" y="272"/>
                    </a:lnTo>
                    <a:lnTo>
                      <a:pt x="16" y="252"/>
                    </a:lnTo>
                    <a:lnTo>
                      <a:pt x="5" y="231"/>
                    </a:lnTo>
                    <a:lnTo>
                      <a:pt x="0" y="216"/>
                    </a:lnTo>
                    <a:lnTo>
                      <a:pt x="0" y="200"/>
                    </a:lnTo>
                    <a:lnTo>
                      <a:pt x="0" y="185"/>
                    </a:lnTo>
                    <a:lnTo>
                      <a:pt x="0" y="170"/>
                    </a:lnTo>
                    <a:lnTo>
                      <a:pt x="5" y="149"/>
                    </a:lnTo>
                    <a:lnTo>
                      <a:pt x="11" y="134"/>
                    </a:lnTo>
                    <a:lnTo>
                      <a:pt x="27" y="123"/>
                    </a:lnTo>
                    <a:lnTo>
                      <a:pt x="38" y="108"/>
                    </a:lnTo>
                    <a:lnTo>
                      <a:pt x="54" y="108"/>
                    </a:lnTo>
                    <a:lnTo>
                      <a:pt x="70" y="103"/>
                    </a:lnTo>
                    <a:lnTo>
                      <a:pt x="86" y="98"/>
                    </a:lnTo>
                    <a:lnTo>
                      <a:pt x="102" y="98"/>
                    </a:lnTo>
                    <a:lnTo>
                      <a:pt x="113" y="82"/>
                    </a:lnTo>
                    <a:lnTo>
                      <a:pt x="113" y="67"/>
                    </a:lnTo>
                    <a:lnTo>
                      <a:pt x="129" y="98"/>
                    </a:lnTo>
                  </a:path>
                </a:pathLst>
              </a:custGeom>
              <a:solidFill>
                <a:srgbClr val="EAEAEA"/>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CC"/>
                  </a:solidFill>
                  <a:ea typeface="黑体" panose="02010609060101010101" pitchFamily="49" charset="-122"/>
                </a:endParaRPr>
              </a:p>
            </p:txBody>
          </p:sp>
          <p:sp>
            <p:nvSpPr>
              <p:cNvPr id="1031213" name="Freeform 46"/>
              <p:cNvSpPr>
                <a:spLocks noChangeArrowheads="1"/>
              </p:cNvSpPr>
              <p:nvPr/>
            </p:nvSpPr>
            <p:spPr bwMode="auto">
              <a:xfrm>
                <a:off x="3193" y="270"/>
                <a:ext cx="117" cy="118"/>
              </a:xfrm>
              <a:custGeom>
                <a:avLst/>
                <a:gdLst>
                  <a:gd name="T0" fmla="*/ 5 w 117"/>
                  <a:gd name="T1" fmla="*/ 66 h 118"/>
                  <a:gd name="T2" fmla="*/ 0 w 117"/>
                  <a:gd name="T3" fmla="*/ 51 h 118"/>
                  <a:gd name="T4" fmla="*/ 0 w 117"/>
                  <a:gd name="T5" fmla="*/ 36 h 118"/>
                  <a:gd name="T6" fmla="*/ 16 w 117"/>
                  <a:gd name="T7" fmla="*/ 25 h 118"/>
                  <a:gd name="T8" fmla="*/ 32 w 117"/>
                  <a:gd name="T9" fmla="*/ 15 h 118"/>
                  <a:gd name="T10" fmla="*/ 47 w 117"/>
                  <a:gd name="T11" fmla="*/ 0 h 118"/>
                  <a:gd name="T12" fmla="*/ 63 w 117"/>
                  <a:gd name="T13" fmla="*/ 0 h 118"/>
                  <a:gd name="T14" fmla="*/ 79 w 117"/>
                  <a:gd name="T15" fmla="*/ 0 h 118"/>
                  <a:gd name="T16" fmla="*/ 84 w 117"/>
                  <a:gd name="T17" fmla="*/ 15 h 118"/>
                  <a:gd name="T18" fmla="*/ 95 w 117"/>
                  <a:gd name="T19" fmla="*/ 31 h 118"/>
                  <a:gd name="T20" fmla="*/ 105 w 117"/>
                  <a:gd name="T21" fmla="*/ 46 h 118"/>
                  <a:gd name="T22" fmla="*/ 111 w 117"/>
                  <a:gd name="T23" fmla="*/ 61 h 118"/>
                  <a:gd name="T24" fmla="*/ 116 w 117"/>
                  <a:gd name="T25" fmla="*/ 76 h 118"/>
                  <a:gd name="T26" fmla="*/ 116 w 117"/>
                  <a:gd name="T27" fmla="*/ 92 h 118"/>
                  <a:gd name="T28" fmla="*/ 116 w 117"/>
                  <a:gd name="T29" fmla="*/ 107 h 118"/>
                  <a:gd name="T30" fmla="*/ 100 w 117"/>
                  <a:gd name="T31" fmla="*/ 117 h 118"/>
                  <a:gd name="T32" fmla="*/ 84 w 117"/>
                  <a:gd name="T33" fmla="*/ 117 h 118"/>
                  <a:gd name="T34" fmla="*/ 69 w 117"/>
                  <a:gd name="T35" fmla="*/ 117 h 118"/>
                  <a:gd name="T36" fmla="*/ 53 w 117"/>
                  <a:gd name="T37" fmla="*/ 117 h 118"/>
                  <a:gd name="T38" fmla="*/ 37 w 117"/>
                  <a:gd name="T39" fmla="*/ 112 h 118"/>
                  <a:gd name="T40" fmla="*/ 21 w 117"/>
                  <a:gd name="T41" fmla="*/ 102 h 118"/>
                  <a:gd name="T42" fmla="*/ 11 w 117"/>
                  <a:gd name="T43" fmla="*/ 86 h 118"/>
                  <a:gd name="T44" fmla="*/ 5 w 117"/>
                  <a:gd name="T45" fmla="*/ 71 h 118"/>
                  <a:gd name="T46" fmla="*/ 5 w 117"/>
                  <a:gd name="T47" fmla="*/ 66 h 1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117" h="118">
                    <a:moveTo>
                      <a:pt x="5" y="66"/>
                    </a:moveTo>
                    <a:lnTo>
                      <a:pt x="0" y="51"/>
                    </a:lnTo>
                    <a:lnTo>
                      <a:pt x="0" y="36"/>
                    </a:lnTo>
                    <a:lnTo>
                      <a:pt x="16" y="25"/>
                    </a:lnTo>
                    <a:lnTo>
                      <a:pt x="32" y="15"/>
                    </a:lnTo>
                    <a:lnTo>
                      <a:pt x="47" y="0"/>
                    </a:lnTo>
                    <a:lnTo>
                      <a:pt x="63" y="0"/>
                    </a:lnTo>
                    <a:lnTo>
                      <a:pt x="79" y="0"/>
                    </a:lnTo>
                    <a:lnTo>
                      <a:pt x="84" y="15"/>
                    </a:lnTo>
                    <a:lnTo>
                      <a:pt x="95" y="31"/>
                    </a:lnTo>
                    <a:lnTo>
                      <a:pt x="105" y="46"/>
                    </a:lnTo>
                    <a:lnTo>
                      <a:pt x="111" y="61"/>
                    </a:lnTo>
                    <a:lnTo>
                      <a:pt x="116" y="76"/>
                    </a:lnTo>
                    <a:lnTo>
                      <a:pt x="116" y="92"/>
                    </a:lnTo>
                    <a:lnTo>
                      <a:pt x="116" y="107"/>
                    </a:lnTo>
                    <a:lnTo>
                      <a:pt x="100" y="117"/>
                    </a:lnTo>
                    <a:lnTo>
                      <a:pt x="84" y="117"/>
                    </a:lnTo>
                    <a:lnTo>
                      <a:pt x="69" y="117"/>
                    </a:lnTo>
                    <a:lnTo>
                      <a:pt x="53" y="117"/>
                    </a:lnTo>
                    <a:lnTo>
                      <a:pt x="37" y="112"/>
                    </a:lnTo>
                    <a:lnTo>
                      <a:pt x="21" y="102"/>
                    </a:lnTo>
                    <a:lnTo>
                      <a:pt x="11" y="86"/>
                    </a:lnTo>
                    <a:lnTo>
                      <a:pt x="5" y="71"/>
                    </a:lnTo>
                    <a:lnTo>
                      <a:pt x="5" y="66"/>
                    </a:lnTo>
                  </a:path>
                </a:pathLst>
              </a:custGeom>
              <a:solidFill>
                <a:srgbClr val="EAEAEA"/>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CC"/>
                  </a:solidFill>
                  <a:ea typeface="黑体" panose="02010609060101010101" pitchFamily="49" charset="-122"/>
                </a:endParaRPr>
              </a:p>
            </p:txBody>
          </p:sp>
          <p:sp>
            <p:nvSpPr>
              <p:cNvPr id="1031214" name="Freeform 47"/>
              <p:cNvSpPr>
                <a:spLocks noChangeArrowheads="1"/>
              </p:cNvSpPr>
              <p:nvPr/>
            </p:nvSpPr>
            <p:spPr bwMode="auto">
              <a:xfrm>
                <a:off x="3469" y="239"/>
                <a:ext cx="82" cy="87"/>
              </a:xfrm>
              <a:custGeom>
                <a:avLst/>
                <a:gdLst>
                  <a:gd name="T0" fmla="*/ 0 w 82"/>
                  <a:gd name="T1" fmla="*/ 0 h 87"/>
                  <a:gd name="T2" fmla="*/ 16 w 82"/>
                  <a:gd name="T3" fmla="*/ 10 h 87"/>
                  <a:gd name="T4" fmla="*/ 32 w 82"/>
                  <a:gd name="T5" fmla="*/ 20 h 87"/>
                  <a:gd name="T6" fmla="*/ 49 w 82"/>
                  <a:gd name="T7" fmla="*/ 20 h 87"/>
                  <a:gd name="T8" fmla="*/ 65 w 82"/>
                  <a:gd name="T9" fmla="*/ 30 h 87"/>
                  <a:gd name="T10" fmla="*/ 76 w 82"/>
                  <a:gd name="T11" fmla="*/ 46 h 87"/>
                  <a:gd name="T12" fmla="*/ 81 w 82"/>
                  <a:gd name="T13" fmla="*/ 61 h 87"/>
                  <a:gd name="T14" fmla="*/ 81 w 82"/>
                  <a:gd name="T15" fmla="*/ 76 h 87"/>
                  <a:gd name="T16" fmla="*/ 65 w 82"/>
                  <a:gd name="T17" fmla="*/ 86 h 87"/>
                  <a:gd name="T18" fmla="*/ 49 w 82"/>
                  <a:gd name="T19" fmla="*/ 86 h 87"/>
                  <a:gd name="T20" fmla="*/ 27 w 82"/>
                  <a:gd name="T21" fmla="*/ 81 h 87"/>
                  <a:gd name="T22" fmla="*/ 11 w 82"/>
                  <a:gd name="T23" fmla="*/ 71 h 87"/>
                  <a:gd name="T24" fmla="*/ 5 w 82"/>
                  <a:gd name="T25" fmla="*/ 56 h 87"/>
                  <a:gd name="T26" fmla="*/ 0 w 82"/>
                  <a:gd name="T27" fmla="*/ 40 h 87"/>
                  <a:gd name="T28" fmla="*/ 0 w 82"/>
                  <a:gd name="T29" fmla="*/ 25 h 87"/>
                  <a:gd name="T30" fmla="*/ 11 w 82"/>
                  <a:gd name="T31" fmla="*/ 10 h 87"/>
                  <a:gd name="T32" fmla="*/ 0 w 82"/>
                  <a:gd name="T33" fmla="*/ 0 h 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82" h="87">
                    <a:moveTo>
                      <a:pt x="0" y="0"/>
                    </a:moveTo>
                    <a:lnTo>
                      <a:pt x="16" y="10"/>
                    </a:lnTo>
                    <a:lnTo>
                      <a:pt x="32" y="20"/>
                    </a:lnTo>
                    <a:lnTo>
                      <a:pt x="49" y="20"/>
                    </a:lnTo>
                    <a:lnTo>
                      <a:pt x="65" y="30"/>
                    </a:lnTo>
                    <a:lnTo>
                      <a:pt x="76" y="46"/>
                    </a:lnTo>
                    <a:lnTo>
                      <a:pt x="81" y="61"/>
                    </a:lnTo>
                    <a:lnTo>
                      <a:pt x="81" y="76"/>
                    </a:lnTo>
                    <a:lnTo>
                      <a:pt x="65" y="86"/>
                    </a:lnTo>
                    <a:lnTo>
                      <a:pt x="49" y="86"/>
                    </a:lnTo>
                    <a:lnTo>
                      <a:pt x="27" y="81"/>
                    </a:lnTo>
                    <a:lnTo>
                      <a:pt x="11" y="71"/>
                    </a:lnTo>
                    <a:lnTo>
                      <a:pt x="5" y="56"/>
                    </a:lnTo>
                    <a:lnTo>
                      <a:pt x="0" y="40"/>
                    </a:lnTo>
                    <a:lnTo>
                      <a:pt x="0" y="25"/>
                    </a:lnTo>
                    <a:lnTo>
                      <a:pt x="11" y="10"/>
                    </a:lnTo>
                    <a:lnTo>
                      <a:pt x="0" y="0"/>
                    </a:lnTo>
                  </a:path>
                </a:pathLst>
              </a:custGeom>
              <a:solidFill>
                <a:srgbClr val="EAEAEA"/>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CC"/>
                  </a:solidFill>
                  <a:ea typeface="黑体" panose="02010609060101010101" pitchFamily="49" charset="-122"/>
                </a:endParaRPr>
              </a:p>
            </p:txBody>
          </p:sp>
        </p:grpSp>
        <p:sp>
          <p:nvSpPr>
            <p:cNvPr id="1031215" name="Text Box 48"/>
            <p:cNvSpPr txBox="1">
              <a:spLocks noChangeArrowheads="1"/>
            </p:cNvSpPr>
            <p:nvPr/>
          </p:nvSpPr>
          <p:spPr bwMode="auto">
            <a:xfrm>
              <a:off x="4967" y="1856"/>
              <a:ext cx="342" cy="222"/>
            </a:xfrm>
            <a:prstGeom prst="rect">
              <a:avLst/>
            </a:prstGeom>
            <a:solidFill>
              <a:srgbClr val="EAEAEA"/>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zh-CN" altLang="en-US" sz="2000" b="1">
                  <a:solidFill>
                    <a:srgbClr val="0000CC"/>
                  </a:solidFill>
                  <a:ea typeface="黑体" panose="02010609060101010101" pitchFamily="49" charset="-122"/>
                </a:rPr>
                <a:t>网 </a:t>
              </a:r>
              <a:r>
                <a:rPr lang="en-US" altLang="zh-CN" sz="2000" b="1">
                  <a:solidFill>
                    <a:srgbClr val="0000CC"/>
                  </a:solidFill>
                  <a:ea typeface="黑体" panose="02010609060101010101" pitchFamily="49" charset="-122"/>
                </a:rPr>
                <a:t>2</a:t>
              </a:r>
            </a:p>
          </p:txBody>
        </p:sp>
      </p:grpSp>
      <p:grpSp>
        <p:nvGrpSpPr>
          <p:cNvPr id="1031216" name="Group 49"/>
          <p:cNvGrpSpPr>
            <a:grpSpLocks/>
          </p:cNvGrpSpPr>
          <p:nvPr/>
        </p:nvGrpSpPr>
        <p:grpSpPr bwMode="auto">
          <a:xfrm>
            <a:off x="612775" y="1916113"/>
            <a:ext cx="9021763" cy="1522412"/>
            <a:chOff x="356" y="1253"/>
            <a:chExt cx="5246" cy="959"/>
          </a:xfrm>
        </p:grpSpPr>
        <p:sp>
          <p:nvSpPr>
            <p:cNvPr id="1031217" name="Line 50"/>
            <p:cNvSpPr>
              <a:spLocks noChangeShapeType="1"/>
            </p:cNvSpPr>
            <p:nvPr/>
          </p:nvSpPr>
          <p:spPr bwMode="auto">
            <a:xfrm>
              <a:off x="1038" y="1581"/>
              <a:ext cx="4077"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CC"/>
                </a:solidFill>
                <a:ea typeface="黑体" panose="02010609060101010101" pitchFamily="49" charset="-122"/>
              </a:endParaRPr>
            </a:p>
          </p:txBody>
        </p:sp>
        <p:pic>
          <p:nvPicPr>
            <p:cNvPr id="1031218" name="Picture 51"/>
            <p:cNvPicPr>
              <a:picLocks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636" y="1484"/>
              <a:ext cx="459" cy="2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031219" name="Text Box 52"/>
            <p:cNvSpPr txBox="1">
              <a:spLocks noChangeArrowheads="1"/>
            </p:cNvSpPr>
            <p:nvPr/>
          </p:nvSpPr>
          <p:spPr bwMode="auto">
            <a:xfrm>
              <a:off x="4038" y="1640"/>
              <a:ext cx="270" cy="2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en-US" altLang="zh-CN" sz="2000" b="1">
                  <a:solidFill>
                    <a:srgbClr val="0000CC"/>
                  </a:solidFill>
                  <a:ea typeface="黑体" panose="02010609060101010101" pitchFamily="49" charset="-122"/>
                </a:rPr>
                <a:t>R</a:t>
              </a:r>
              <a:r>
                <a:rPr lang="en-US" altLang="zh-CN" sz="2000" b="1" baseline="-25000">
                  <a:solidFill>
                    <a:srgbClr val="0000CC"/>
                  </a:solidFill>
                  <a:ea typeface="黑体" panose="02010609060101010101" pitchFamily="49" charset="-122"/>
                </a:rPr>
                <a:t>2</a:t>
              </a:r>
              <a:endParaRPr lang="en-US" altLang="zh-CN" sz="2000" b="1">
                <a:solidFill>
                  <a:srgbClr val="0000CC"/>
                </a:solidFill>
                <a:ea typeface="黑体" panose="02010609060101010101" pitchFamily="49" charset="-122"/>
              </a:endParaRPr>
            </a:p>
          </p:txBody>
        </p:sp>
        <p:sp>
          <p:nvSpPr>
            <p:cNvPr id="1031220" name="Text Box 53"/>
            <p:cNvSpPr txBox="1">
              <a:spLocks noChangeArrowheads="1"/>
            </p:cNvSpPr>
            <p:nvPr/>
          </p:nvSpPr>
          <p:spPr bwMode="auto">
            <a:xfrm>
              <a:off x="1772" y="1640"/>
              <a:ext cx="270" cy="2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en-US" altLang="zh-CN" sz="2000" b="1">
                  <a:solidFill>
                    <a:srgbClr val="0000CC"/>
                  </a:solidFill>
                  <a:ea typeface="黑体" panose="02010609060101010101" pitchFamily="49" charset="-122"/>
                </a:rPr>
                <a:t>R</a:t>
              </a:r>
              <a:r>
                <a:rPr lang="en-US" altLang="zh-CN" sz="2000" b="1" baseline="-25000">
                  <a:solidFill>
                    <a:srgbClr val="0000CC"/>
                  </a:solidFill>
                  <a:ea typeface="黑体" panose="02010609060101010101" pitchFamily="49" charset="-122"/>
                </a:rPr>
                <a:t>1</a:t>
              </a:r>
              <a:endParaRPr lang="en-US" altLang="zh-CN" sz="2000" b="1">
                <a:solidFill>
                  <a:srgbClr val="0000CC"/>
                </a:solidFill>
                <a:ea typeface="黑体" panose="02010609060101010101" pitchFamily="49" charset="-122"/>
              </a:endParaRPr>
            </a:p>
          </p:txBody>
        </p:sp>
        <p:pic>
          <p:nvPicPr>
            <p:cNvPr id="1031221" name="Picture 54"/>
            <p:cNvPicPr>
              <a:picLocks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3901" y="1484"/>
              <a:ext cx="460" cy="2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1031222" name="Group 55"/>
            <p:cNvGrpSpPr>
              <a:grpSpLocks/>
            </p:cNvGrpSpPr>
            <p:nvPr/>
          </p:nvGrpSpPr>
          <p:grpSpPr bwMode="auto">
            <a:xfrm>
              <a:off x="447" y="1309"/>
              <a:ext cx="743" cy="541"/>
              <a:chOff x="4830" y="1752"/>
              <a:chExt cx="667" cy="477"/>
            </a:xfrm>
          </p:grpSpPr>
          <p:grpSp>
            <p:nvGrpSpPr>
              <p:cNvPr id="1031223" name="Group 56"/>
              <p:cNvGrpSpPr>
                <a:grpSpLocks/>
              </p:cNvGrpSpPr>
              <p:nvPr/>
            </p:nvGrpSpPr>
            <p:grpSpPr bwMode="auto">
              <a:xfrm>
                <a:off x="4830" y="1752"/>
                <a:ext cx="667" cy="477"/>
                <a:chOff x="2949" y="196"/>
                <a:chExt cx="941" cy="598"/>
              </a:xfrm>
            </p:grpSpPr>
            <p:sp>
              <p:nvSpPr>
                <p:cNvPr id="1031224" name="Oval 57"/>
                <p:cNvSpPr>
                  <a:spLocks noChangeArrowheads="1"/>
                </p:cNvSpPr>
                <p:nvPr/>
              </p:nvSpPr>
              <p:spPr bwMode="auto">
                <a:xfrm>
                  <a:off x="3168" y="196"/>
                  <a:ext cx="407" cy="162"/>
                </a:xfrm>
                <a:prstGeom prst="ellipse">
                  <a:avLst/>
                </a:prstGeom>
                <a:solidFill>
                  <a:srgbClr val="EAEAEA"/>
                </a:solidFill>
                <a:ln w="12700">
                  <a:solidFill>
                    <a:schemeClr val="tx1"/>
                  </a:solidFill>
                  <a:round/>
                  <a:headEnd/>
                  <a:tailEnd/>
                </a:ln>
              </p:spPr>
              <p:txBody>
                <a:bodyPr wrap="none" anchor="ctr"/>
                <a:lstStyle/>
                <a:p>
                  <a:pPr eaLnBrk="0" hangingPunct="0"/>
                  <a:endParaRPr lang="zh-CN" altLang="en-US" b="1">
                    <a:solidFill>
                      <a:srgbClr val="0000CC"/>
                    </a:solidFill>
                    <a:ea typeface="黑体" panose="02010609060101010101" pitchFamily="49" charset="-122"/>
                  </a:endParaRPr>
                </a:p>
              </p:txBody>
            </p:sp>
            <p:sp>
              <p:nvSpPr>
                <p:cNvPr id="1031225" name="Oval 58"/>
                <p:cNvSpPr>
                  <a:spLocks noChangeArrowheads="1"/>
                </p:cNvSpPr>
                <p:nvPr/>
              </p:nvSpPr>
              <p:spPr bwMode="auto">
                <a:xfrm rot="900000">
                  <a:off x="3512" y="252"/>
                  <a:ext cx="275" cy="131"/>
                </a:xfrm>
                <a:prstGeom prst="ellipse">
                  <a:avLst/>
                </a:prstGeom>
                <a:solidFill>
                  <a:srgbClr val="EAEAEA"/>
                </a:solidFill>
                <a:ln w="12700">
                  <a:solidFill>
                    <a:schemeClr val="tx1"/>
                  </a:solidFill>
                  <a:round/>
                  <a:headEnd/>
                  <a:tailEnd/>
                </a:ln>
              </p:spPr>
              <p:txBody>
                <a:bodyPr wrap="none" anchor="ctr"/>
                <a:lstStyle/>
                <a:p>
                  <a:pPr eaLnBrk="0" hangingPunct="0"/>
                  <a:endParaRPr lang="zh-CN" altLang="en-US" b="1">
                    <a:solidFill>
                      <a:srgbClr val="0000CC"/>
                    </a:solidFill>
                    <a:ea typeface="黑体" panose="02010609060101010101" pitchFamily="49" charset="-122"/>
                  </a:endParaRPr>
                </a:p>
              </p:txBody>
            </p:sp>
            <p:sp>
              <p:nvSpPr>
                <p:cNvPr id="1031226" name="Oval 59"/>
                <p:cNvSpPr>
                  <a:spLocks noChangeArrowheads="1"/>
                </p:cNvSpPr>
                <p:nvPr/>
              </p:nvSpPr>
              <p:spPr bwMode="auto">
                <a:xfrm rot="1500000">
                  <a:off x="3650" y="385"/>
                  <a:ext cx="240" cy="153"/>
                </a:xfrm>
                <a:prstGeom prst="ellipse">
                  <a:avLst/>
                </a:prstGeom>
                <a:solidFill>
                  <a:srgbClr val="EAEAEA"/>
                </a:solidFill>
                <a:ln w="12700">
                  <a:solidFill>
                    <a:schemeClr val="tx1"/>
                  </a:solidFill>
                  <a:round/>
                  <a:headEnd/>
                  <a:tailEnd/>
                </a:ln>
              </p:spPr>
              <p:txBody>
                <a:bodyPr wrap="none" anchor="ctr"/>
                <a:lstStyle/>
                <a:p>
                  <a:pPr eaLnBrk="0" hangingPunct="0"/>
                  <a:endParaRPr lang="zh-CN" altLang="en-US" b="1">
                    <a:solidFill>
                      <a:srgbClr val="0000CC"/>
                    </a:solidFill>
                    <a:ea typeface="黑体" panose="02010609060101010101" pitchFamily="49" charset="-122"/>
                  </a:endParaRPr>
                </a:p>
              </p:txBody>
            </p:sp>
            <p:sp>
              <p:nvSpPr>
                <p:cNvPr id="1031227" name="Oval 60"/>
                <p:cNvSpPr>
                  <a:spLocks noChangeArrowheads="1"/>
                </p:cNvSpPr>
                <p:nvPr/>
              </p:nvSpPr>
              <p:spPr bwMode="auto">
                <a:xfrm rot="-1560000">
                  <a:off x="3573" y="537"/>
                  <a:ext cx="291" cy="189"/>
                </a:xfrm>
                <a:prstGeom prst="ellipse">
                  <a:avLst/>
                </a:prstGeom>
                <a:solidFill>
                  <a:srgbClr val="EAEAEA"/>
                </a:solidFill>
                <a:ln w="12700">
                  <a:solidFill>
                    <a:schemeClr val="tx1"/>
                  </a:solidFill>
                  <a:round/>
                  <a:headEnd/>
                  <a:tailEnd/>
                </a:ln>
              </p:spPr>
              <p:txBody>
                <a:bodyPr wrap="none" anchor="ctr"/>
                <a:lstStyle/>
                <a:p>
                  <a:pPr eaLnBrk="0" hangingPunct="0"/>
                  <a:endParaRPr lang="zh-CN" altLang="en-US" b="1">
                    <a:solidFill>
                      <a:srgbClr val="0000CC"/>
                    </a:solidFill>
                    <a:ea typeface="黑体" panose="02010609060101010101" pitchFamily="49" charset="-122"/>
                  </a:endParaRPr>
                </a:p>
              </p:txBody>
            </p:sp>
            <p:sp>
              <p:nvSpPr>
                <p:cNvPr id="1031228" name="Oval 61"/>
                <p:cNvSpPr>
                  <a:spLocks noChangeArrowheads="1"/>
                </p:cNvSpPr>
                <p:nvPr/>
              </p:nvSpPr>
              <p:spPr bwMode="auto">
                <a:xfrm>
                  <a:off x="3216" y="555"/>
                  <a:ext cx="471" cy="239"/>
                </a:xfrm>
                <a:prstGeom prst="ellipse">
                  <a:avLst/>
                </a:prstGeom>
                <a:solidFill>
                  <a:srgbClr val="EAEAEA"/>
                </a:solidFill>
                <a:ln w="12700">
                  <a:solidFill>
                    <a:schemeClr val="tx1"/>
                  </a:solidFill>
                  <a:round/>
                  <a:headEnd/>
                  <a:tailEnd/>
                </a:ln>
              </p:spPr>
              <p:txBody>
                <a:bodyPr wrap="none" anchor="ctr"/>
                <a:lstStyle/>
                <a:p>
                  <a:pPr eaLnBrk="0" hangingPunct="0"/>
                  <a:endParaRPr lang="zh-CN" altLang="en-US" b="1">
                    <a:solidFill>
                      <a:srgbClr val="0000CC"/>
                    </a:solidFill>
                    <a:ea typeface="黑体" panose="02010609060101010101" pitchFamily="49" charset="-122"/>
                  </a:endParaRPr>
                </a:p>
              </p:txBody>
            </p:sp>
            <p:sp>
              <p:nvSpPr>
                <p:cNvPr id="1031229" name="Oval 62"/>
                <p:cNvSpPr>
                  <a:spLocks noChangeArrowheads="1"/>
                </p:cNvSpPr>
                <p:nvPr/>
              </p:nvSpPr>
              <p:spPr bwMode="auto">
                <a:xfrm rot="1080000">
                  <a:off x="3023" y="555"/>
                  <a:ext cx="265" cy="156"/>
                </a:xfrm>
                <a:prstGeom prst="ellipse">
                  <a:avLst/>
                </a:prstGeom>
                <a:solidFill>
                  <a:srgbClr val="EAEAEA"/>
                </a:solidFill>
                <a:ln w="12700">
                  <a:solidFill>
                    <a:schemeClr val="tx1"/>
                  </a:solidFill>
                  <a:round/>
                  <a:headEnd/>
                  <a:tailEnd/>
                </a:ln>
              </p:spPr>
              <p:txBody>
                <a:bodyPr wrap="none" anchor="ctr"/>
                <a:lstStyle/>
                <a:p>
                  <a:pPr eaLnBrk="0" hangingPunct="0"/>
                  <a:endParaRPr lang="zh-CN" altLang="en-US" b="1">
                    <a:solidFill>
                      <a:srgbClr val="0000CC"/>
                    </a:solidFill>
                    <a:ea typeface="黑体" panose="02010609060101010101" pitchFamily="49" charset="-122"/>
                  </a:endParaRPr>
                </a:p>
              </p:txBody>
            </p:sp>
            <p:sp>
              <p:nvSpPr>
                <p:cNvPr id="1031230" name="Oval 63"/>
                <p:cNvSpPr>
                  <a:spLocks noChangeArrowheads="1"/>
                </p:cNvSpPr>
                <p:nvPr/>
              </p:nvSpPr>
              <p:spPr bwMode="auto">
                <a:xfrm>
                  <a:off x="2949" y="432"/>
                  <a:ext cx="217" cy="156"/>
                </a:xfrm>
                <a:prstGeom prst="ellipse">
                  <a:avLst/>
                </a:prstGeom>
                <a:solidFill>
                  <a:srgbClr val="EAEAEA"/>
                </a:solidFill>
                <a:ln w="12700">
                  <a:solidFill>
                    <a:schemeClr val="tx1"/>
                  </a:solidFill>
                  <a:round/>
                  <a:headEnd/>
                  <a:tailEnd/>
                </a:ln>
              </p:spPr>
              <p:txBody>
                <a:bodyPr wrap="none" anchor="ctr"/>
                <a:lstStyle/>
                <a:p>
                  <a:pPr eaLnBrk="0" hangingPunct="0"/>
                  <a:endParaRPr lang="zh-CN" altLang="en-US" b="1">
                    <a:solidFill>
                      <a:srgbClr val="0000CC"/>
                    </a:solidFill>
                    <a:ea typeface="黑体" panose="02010609060101010101" pitchFamily="49" charset="-122"/>
                  </a:endParaRPr>
                </a:p>
              </p:txBody>
            </p:sp>
            <p:sp>
              <p:nvSpPr>
                <p:cNvPr id="1031231" name="Oval 64"/>
                <p:cNvSpPr>
                  <a:spLocks noChangeArrowheads="1"/>
                </p:cNvSpPr>
                <p:nvPr/>
              </p:nvSpPr>
              <p:spPr bwMode="auto">
                <a:xfrm rot="-1860000">
                  <a:off x="2984" y="310"/>
                  <a:ext cx="295" cy="156"/>
                </a:xfrm>
                <a:prstGeom prst="ellipse">
                  <a:avLst/>
                </a:prstGeom>
                <a:solidFill>
                  <a:srgbClr val="EAEAEA"/>
                </a:solidFill>
                <a:ln w="12700">
                  <a:solidFill>
                    <a:schemeClr val="tx1"/>
                  </a:solidFill>
                  <a:round/>
                  <a:headEnd/>
                  <a:tailEnd/>
                </a:ln>
              </p:spPr>
              <p:txBody>
                <a:bodyPr wrap="none" anchor="ctr"/>
                <a:lstStyle/>
                <a:p>
                  <a:pPr eaLnBrk="0" hangingPunct="0"/>
                  <a:endParaRPr lang="zh-CN" altLang="en-US" b="1">
                    <a:solidFill>
                      <a:srgbClr val="0000CC"/>
                    </a:solidFill>
                    <a:ea typeface="黑体" panose="02010609060101010101" pitchFamily="49" charset="-122"/>
                  </a:endParaRPr>
                </a:p>
              </p:txBody>
            </p:sp>
            <p:sp>
              <p:nvSpPr>
                <p:cNvPr id="1031232" name="Freeform 65"/>
                <p:cNvSpPr>
                  <a:spLocks noChangeArrowheads="1"/>
                </p:cNvSpPr>
                <p:nvPr/>
              </p:nvSpPr>
              <p:spPr bwMode="auto">
                <a:xfrm>
                  <a:off x="3051" y="300"/>
                  <a:ext cx="738" cy="407"/>
                </a:xfrm>
                <a:custGeom>
                  <a:avLst/>
                  <a:gdLst>
                    <a:gd name="T0" fmla="*/ 108 w 738"/>
                    <a:gd name="T1" fmla="*/ 82 h 407"/>
                    <a:gd name="T2" fmla="*/ 145 w 738"/>
                    <a:gd name="T3" fmla="*/ 77 h 407"/>
                    <a:gd name="T4" fmla="*/ 183 w 738"/>
                    <a:gd name="T5" fmla="*/ 72 h 407"/>
                    <a:gd name="T6" fmla="*/ 215 w 738"/>
                    <a:gd name="T7" fmla="*/ 67 h 407"/>
                    <a:gd name="T8" fmla="*/ 237 w 738"/>
                    <a:gd name="T9" fmla="*/ 46 h 407"/>
                    <a:gd name="T10" fmla="*/ 204 w 738"/>
                    <a:gd name="T11" fmla="*/ 41 h 407"/>
                    <a:gd name="T12" fmla="*/ 172 w 738"/>
                    <a:gd name="T13" fmla="*/ 46 h 407"/>
                    <a:gd name="T14" fmla="*/ 156 w 738"/>
                    <a:gd name="T15" fmla="*/ 46 h 407"/>
                    <a:gd name="T16" fmla="*/ 188 w 738"/>
                    <a:gd name="T17" fmla="*/ 26 h 407"/>
                    <a:gd name="T18" fmla="*/ 226 w 738"/>
                    <a:gd name="T19" fmla="*/ 15 h 407"/>
                    <a:gd name="T20" fmla="*/ 258 w 738"/>
                    <a:gd name="T21" fmla="*/ 10 h 407"/>
                    <a:gd name="T22" fmla="*/ 290 w 738"/>
                    <a:gd name="T23" fmla="*/ 5 h 407"/>
                    <a:gd name="T24" fmla="*/ 323 w 738"/>
                    <a:gd name="T25" fmla="*/ 0 h 407"/>
                    <a:gd name="T26" fmla="*/ 355 w 738"/>
                    <a:gd name="T27" fmla="*/ 0 h 407"/>
                    <a:gd name="T28" fmla="*/ 387 w 738"/>
                    <a:gd name="T29" fmla="*/ 0 h 407"/>
                    <a:gd name="T30" fmla="*/ 463 w 738"/>
                    <a:gd name="T31" fmla="*/ 0 h 407"/>
                    <a:gd name="T32" fmla="*/ 506 w 738"/>
                    <a:gd name="T33" fmla="*/ 0 h 407"/>
                    <a:gd name="T34" fmla="*/ 543 w 738"/>
                    <a:gd name="T35" fmla="*/ 15 h 407"/>
                    <a:gd name="T36" fmla="*/ 570 w 738"/>
                    <a:gd name="T37" fmla="*/ 36 h 407"/>
                    <a:gd name="T38" fmla="*/ 603 w 738"/>
                    <a:gd name="T39" fmla="*/ 51 h 407"/>
                    <a:gd name="T40" fmla="*/ 635 w 738"/>
                    <a:gd name="T41" fmla="*/ 57 h 407"/>
                    <a:gd name="T42" fmla="*/ 667 w 738"/>
                    <a:gd name="T43" fmla="*/ 77 h 407"/>
                    <a:gd name="T44" fmla="*/ 694 w 738"/>
                    <a:gd name="T45" fmla="*/ 98 h 407"/>
                    <a:gd name="T46" fmla="*/ 715 w 738"/>
                    <a:gd name="T47" fmla="*/ 128 h 407"/>
                    <a:gd name="T48" fmla="*/ 721 w 738"/>
                    <a:gd name="T49" fmla="*/ 164 h 407"/>
                    <a:gd name="T50" fmla="*/ 726 w 738"/>
                    <a:gd name="T51" fmla="*/ 195 h 407"/>
                    <a:gd name="T52" fmla="*/ 726 w 738"/>
                    <a:gd name="T53" fmla="*/ 226 h 407"/>
                    <a:gd name="T54" fmla="*/ 726 w 738"/>
                    <a:gd name="T55" fmla="*/ 257 h 407"/>
                    <a:gd name="T56" fmla="*/ 737 w 738"/>
                    <a:gd name="T57" fmla="*/ 288 h 407"/>
                    <a:gd name="T58" fmla="*/ 737 w 738"/>
                    <a:gd name="T59" fmla="*/ 319 h 407"/>
                    <a:gd name="T60" fmla="*/ 715 w 738"/>
                    <a:gd name="T61" fmla="*/ 349 h 407"/>
                    <a:gd name="T62" fmla="*/ 678 w 738"/>
                    <a:gd name="T63" fmla="*/ 365 h 407"/>
                    <a:gd name="T64" fmla="*/ 646 w 738"/>
                    <a:gd name="T65" fmla="*/ 380 h 407"/>
                    <a:gd name="T66" fmla="*/ 613 w 738"/>
                    <a:gd name="T67" fmla="*/ 396 h 407"/>
                    <a:gd name="T68" fmla="*/ 581 w 738"/>
                    <a:gd name="T69" fmla="*/ 401 h 407"/>
                    <a:gd name="T70" fmla="*/ 538 w 738"/>
                    <a:gd name="T71" fmla="*/ 406 h 407"/>
                    <a:gd name="T72" fmla="*/ 500 w 738"/>
                    <a:gd name="T73" fmla="*/ 406 h 407"/>
                    <a:gd name="T74" fmla="*/ 468 w 738"/>
                    <a:gd name="T75" fmla="*/ 406 h 407"/>
                    <a:gd name="T76" fmla="*/ 436 w 738"/>
                    <a:gd name="T77" fmla="*/ 406 h 407"/>
                    <a:gd name="T78" fmla="*/ 403 w 738"/>
                    <a:gd name="T79" fmla="*/ 406 h 407"/>
                    <a:gd name="T80" fmla="*/ 371 w 738"/>
                    <a:gd name="T81" fmla="*/ 406 h 407"/>
                    <a:gd name="T82" fmla="*/ 339 w 738"/>
                    <a:gd name="T83" fmla="*/ 406 h 407"/>
                    <a:gd name="T84" fmla="*/ 307 w 738"/>
                    <a:gd name="T85" fmla="*/ 406 h 407"/>
                    <a:gd name="T86" fmla="*/ 269 w 738"/>
                    <a:gd name="T87" fmla="*/ 406 h 407"/>
                    <a:gd name="T88" fmla="*/ 237 w 738"/>
                    <a:gd name="T89" fmla="*/ 406 h 407"/>
                    <a:gd name="T90" fmla="*/ 204 w 738"/>
                    <a:gd name="T91" fmla="*/ 406 h 407"/>
                    <a:gd name="T92" fmla="*/ 172 w 738"/>
                    <a:gd name="T93" fmla="*/ 391 h 407"/>
                    <a:gd name="T94" fmla="*/ 140 w 738"/>
                    <a:gd name="T95" fmla="*/ 380 h 407"/>
                    <a:gd name="T96" fmla="*/ 108 w 738"/>
                    <a:gd name="T97" fmla="*/ 365 h 407"/>
                    <a:gd name="T98" fmla="*/ 81 w 738"/>
                    <a:gd name="T99" fmla="*/ 339 h 407"/>
                    <a:gd name="T100" fmla="*/ 59 w 738"/>
                    <a:gd name="T101" fmla="*/ 319 h 407"/>
                    <a:gd name="T102" fmla="*/ 38 w 738"/>
                    <a:gd name="T103" fmla="*/ 288 h 407"/>
                    <a:gd name="T104" fmla="*/ 16 w 738"/>
                    <a:gd name="T105" fmla="*/ 252 h 407"/>
                    <a:gd name="T106" fmla="*/ 0 w 738"/>
                    <a:gd name="T107" fmla="*/ 216 h 407"/>
                    <a:gd name="T108" fmla="*/ 0 w 738"/>
                    <a:gd name="T109" fmla="*/ 185 h 407"/>
                    <a:gd name="T110" fmla="*/ 5 w 738"/>
                    <a:gd name="T111" fmla="*/ 149 h 407"/>
                    <a:gd name="T112" fmla="*/ 27 w 738"/>
                    <a:gd name="T113" fmla="*/ 123 h 407"/>
                    <a:gd name="T114" fmla="*/ 54 w 738"/>
                    <a:gd name="T115" fmla="*/ 108 h 407"/>
                    <a:gd name="T116" fmla="*/ 86 w 738"/>
                    <a:gd name="T117" fmla="*/ 98 h 407"/>
                    <a:gd name="T118" fmla="*/ 113 w 738"/>
                    <a:gd name="T119" fmla="*/ 82 h 407"/>
                    <a:gd name="T120" fmla="*/ 129 w 738"/>
                    <a:gd name="T121" fmla="*/ 98 h 40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Lst>
                  <a:rect l="0" t="0" r="r" b="b"/>
                  <a:pathLst>
                    <a:path w="738" h="407">
                      <a:moveTo>
                        <a:pt x="91" y="82"/>
                      </a:moveTo>
                      <a:lnTo>
                        <a:pt x="108" y="82"/>
                      </a:lnTo>
                      <a:lnTo>
                        <a:pt x="124" y="82"/>
                      </a:lnTo>
                      <a:lnTo>
                        <a:pt x="145" y="77"/>
                      </a:lnTo>
                      <a:lnTo>
                        <a:pt x="161" y="77"/>
                      </a:lnTo>
                      <a:lnTo>
                        <a:pt x="183" y="72"/>
                      </a:lnTo>
                      <a:lnTo>
                        <a:pt x="199" y="72"/>
                      </a:lnTo>
                      <a:lnTo>
                        <a:pt x="215" y="67"/>
                      </a:lnTo>
                      <a:lnTo>
                        <a:pt x="231" y="62"/>
                      </a:lnTo>
                      <a:lnTo>
                        <a:pt x="237" y="46"/>
                      </a:lnTo>
                      <a:lnTo>
                        <a:pt x="221" y="41"/>
                      </a:lnTo>
                      <a:lnTo>
                        <a:pt x="204" y="41"/>
                      </a:lnTo>
                      <a:lnTo>
                        <a:pt x="188" y="46"/>
                      </a:lnTo>
                      <a:lnTo>
                        <a:pt x="172" y="46"/>
                      </a:lnTo>
                      <a:lnTo>
                        <a:pt x="156" y="62"/>
                      </a:lnTo>
                      <a:lnTo>
                        <a:pt x="156" y="46"/>
                      </a:lnTo>
                      <a:lnTo>
                        <a:pt x="172" y="36"/>
                      </a:lnTo>
                      <a:lnTo>
                        <a:pt x="188" y="26"/>
                      </a:lnTo>
                      <a:lnTo>
                        <a:pt x="210" y="21"/>
                      </a:lnTo>
                      <a:lnTo>
                        <a:pt x="226" y="15"/>
                      </a:lnTo>
                      <a:lnTo>
                        <a:pt x="242" y="15"/>
                      </a:lnTo>
                      <a:lnTo>
                        <a:pt x="258" y="10"/>
                      </a:lnTo>
                      <a:lnTo>
                        <a:pt x="274" y="10"/>
                      </a:lnTo>
                      <a:lnTo>
                        <a:pt x="290" y="5"/>
                      </a:lnTo>
                      <a:lnTo>
                        <a:pt x="307" y="5"/>
                      </a:lnTo>
                      <a:lnTo>
                        <a:pt x="323" y="0"/>
                      </a:lnTo>
                      <a:lnTo>
                        <a:pt x="339" y="0"/>
                      </a:lnTo>
                      <a:lnTo>
                        <a:pt x="355" y="0"/>
                      </a:lnTo>
                      <a:lnTo>
                        <a:pt x="371" y="0"/>
                      </a:lnTo>
                      <a:lnTo>
                        <a:pt x="387" y="0"/>
                      </a:lnTo>
                      <a:lnTo>
                        <a:pt x="420" y="0"/>
                      </a:lnTo>
                      <a:lnTo>
                        <a:pt x="463" y="0"/>
                      </a:lnTo>
                      <a:lnTo>
                        <a:pt x="484" y="0"/>
                      </a:lnTo>
                      <a:lnTo>
                        <a:pt x="506" y="0"/>
                      </a:lnTo>
                      <a:lnTo>
                        <a:pt x="527" y="5"/>
                      </a:lnTo>
                      <a:lnTo>
                        <a:pt x="543" y="15"/>
                      </a:lnTo>
                      <a:lnTo>
                        <a:pt x="554" y="31"/>
                      </a:lnTo>
                      <a:lnTo>
                        <a:pt x="570" y="36"/>
                      </a:lnTo>
                      <a:lnTo>
                        <a:pt x="586" y="46"/>
                      </a:lnTo>
                      <a:lnTo>
                        <a:pt x="603" y="51"/>
                      </a:lnTo>
                      <a:lnTo>
                        <a:pt x="619" y="51"/>
                      </a:lnTo>
                      <a:lnTo>
                        <a:pt x="635" y="57"/>
                      </a:lnTo>
                      <a:lnTo>
                        <a:pt x="651" y="67"/>
                      </a:lnTo>
                      <a:lnTo>
                        <a:pt x="667" y="77"/>
                      </a:lnTo>
                      <a:lnTo>
                        <a:pt x="678" y="93"/>
                      </a:lnTo>
                      <a:lnTo>
                        <a:pt x="694" y="98"/>
                      </a:lnTo>
                      <a:lnTo>
                        <a:pt x="699" y="113"/>
                      </a:lnTo>
                      <a:lnTo>
                        <a:pt x="715" y="128"/>
                      </a:lnTo>
                      <a:lnTo>
                        <a:pt x="721" y="149"/>
                      </a:lnTo>
                      <a:lnTo>
                        <a:pt x="721" y="164"/>
                      </a:lnTo>
                      <a:lnTo>
                        <a:pt x="726" y="180"/>
                      </a:lnTo>
                      <a:lnTo>
                        <a:pt x="726" y="195"/>
                      </a:lnTo>
                      <a:lnTo>
                        <a:pt x="726" y="211"/>
                      </a:lnTo>
                      <a:lnTo>
                        <a:pt x="726" y="226"/>
                      </a:lnTo>
                      <a:lnTo>
                        <a:pt x="726" y="242"/>
                      </a:lnTo>
                      <a:lnTo>
                        <a:pt x="726" y="257"/>
                      </a:lnTo>
                      <a:lnTo>
                        <a:pt x="737" y="272"/>
                      </a:lnTo>
                      <a:lnTo>
                        <a:pt x="737" y="288"/>
                      </a:lnTo>
                      <a:lnTo>
                        <a:pt x="737" y="303"/>
                      </a:lnTo>
                      <a:lnTo>
                        <a:pt x="737" y="319"/>
                      </a:lnTo>
                      <a:lnTo>
                        <a:pt x="732" y="334"/>
                      </a:lnTo>
                      <a:lnTo>
                        <a:pt x="715" y="349"/>
                      </a:lnTo>
                      <a:lnTo>
                        <a:pt x="694" y="360"/>
                      </a:lnTo>
                      <a:lnTo>
                        <a:pt x="678" y="365"/>
                      </a:lnTo>
                      <a:lnTo>
                        <a:pt x="662" y="375"/>
                      </a:lnTo>
                      <a:lnTo>
                        <a:pt x="646" y="380"/>
                      </a:lnTo>
                      <a:lnTo>
                        <a:pt x="629" y="385"/>
                      </a:lnTo>
                      <a:lnTo>
                        <a:pt x="613" y="396"/>
                      </a:lnTo>
                      <a:lnTo>
                        <a:pt x="597" y="401"/>
                      </a:lnTo>
                      <a:lnTo>
                        <a:pt x="581" y="401"/>
                      </a:lnTo>
                      <a:lnTo>
                        <a:pt x="559" y="406"/>
                      </a:lnTo>
                      <a:lnTo>
                        <a:pt x="538" y="406"/>
                      </a:lnTo>
                      <a:lnTo>
                        <a:pt x="522" y="406"/>
                      </a:lnTo>
                      <a:lnTo>
                        <a:pt x="500" y="406"/>
                      </a:lnTo>
                      <a:lnTo>
                        <a:pt x="484" y="406"/>
                      </a:lnTo>
                      <a:lnTo>
                        <a:pt x="468" y="406"/>
                      </a:lnTo>
                      <a:lnTo>
                        <a:pt x="452" y="406"/>
                      </a:lnTo>
                      <a:lnTo>
                        <a:pt x="436" y="406"/>
                      </a:lnTo>
                      <a:lnTo>
                        <a:pt x="420" y="406"/>
                      </a:lnTo>
                      <a:lnTo>
                        <a:pt x="403" y="406"/>
                      </a:lnTo>
                      <a:lnTo>
                        <a:pt x="387" y="406"/>
                      </a:lnTo>
                      <a:lnTo>
                        <a:pt x="371" y="406"/>
                      </a:lnTo>
                      <a:lnTo>
                        <a:pt x="355" y="406"/>
                      </a:lnTo>
                      <a:lnTo>
                        <a:pt x="339" y="406"/>
                      </a:lnTo>
                      <a:lnTo>
                        <a:pt x="323" y="406"/>
                      </a:lnTo>
                      <a:lnTo>
                        <a:pt x="307" y="406"/>
                      </a:lnTo>
                      <a:lnTo>
                        <a:pt x="285" y="406"/>
                      </a:lnTo>
                      <a:lnTo>
                        <a:pt x="269" y="406"/>
                      </a:lnTo>
                      <a:lnTo>
                        <a:pt x="253" y="406"/>
                      </a:lnTo>
                      <a:lnTo>
                        <a:pt x="237" y="406"/>
                      </a:lnTo>
                      <a:lnTo>
                        <a:pt x="221" y="406"/>
                      </a:lnTo>
                      <a:lnTo>
                        <a:pt x="204" y="406"/>
                      </a:lnTo>
                      <a:lnTo>
                        <a:pt x="188" y="396"/>
                      </a:lnTo>
                      <a:lnTo>
                        <a:pt x="172" y="391"/>
                      </a:lnTo>
                      <a:lnTo>
                        <a:pt x="156" y="385"/>
                      </a:lnTo>
                      <a:lnTo>
                        <a:pt x="140" y="380"/>
                      </a:lnTo>
                      <a:lnTo>
                        <a:pt x="124" y="375"/>
                      </a:lnTo>
                      <a:lnTo>
                        <a:pt x="108" y="365"/>
                      </a:lnTo>
                      <a:lnTo>
                        <a:pt x="91" y="355"/>
                      </a:lnTo>
                      <a:lnTo>
                        <a:pt x="81" y="339"/>
                      </a:lnTo>
                      <a:lnTo>
                        <a:pt x="65" y="334"/>
                      </a:lnTo>
                      <a:lnTo>
                        <a:pt x="59" y="319"/>
                      </a:lnTo>
                      <a:lnTo>
                        <a:pt x="43" y="303"/>
                      </a:lnTo>
                      <a:lnTo>
                        <a:pt x="38" y="288"/>
                      </a:lnTo>
                      <a:lnTo>
                        <a:pt x="22" y="272"/>
                      </a:lnTo>
                      <a:lnTo>
                        <a:pt x="16" y="252"/>
                      </a:lnTo>
                      <a:lnTo>
                        <a:pt x="5" y="231"/>
                      </a:lnTo>
                      <a:lnTo>
                        <a:pt x="0" y="216"/>
                      </a:lnTo>
                      <a:lnTo>
                        <a:pt x="0" y="200"/>
                      </a:lnTo>
                      <a:lnTo>
                        <a:pt x="0" y="185"/>
                      </a:lnTo>
                      <a:lnTo>
                        <a:pt x="0" y="170"/>
                      </a:lnTo>
                      <a:lnTo>
                        <a:pt x="5" y="149"/>
                      </a:lnTo>
                      <a:lnTo>
                        <a:pt x="11" y="134"/>
                      </a:lnTo>
                      <a:lnTo>
                        <a:pt x="27" y="123"/>
                      </a:lnTo>
                      <a:lnTo>
                        <a:pt x="38" y="108"/>
                      </a:lnTo>
                      <a:lnTo>
                        <a:pt x="54" y="108"/>
                      </a:lnTo>
                      <a:lnTo>
                        <a:pt x="70" y="103"/>
                      </a:lnTo>
                      <a:lnTo>
                        <a:pt x="86" y="98"/>
                      </a:lnTo>
                      <a:lnTo>
                        <a:pt x="102" y="98"/>
                      </a:lnTo>
                      <a:lnTo>
                        <a:pt x="113" y="82"/>
                      </a:lnTo>
                      <a:lnTo>
                        <a:pt x="113" y="67"/>
                      </a:lnTo>
                      <a:lnTo>
                        <a:pt x="129" y="98"/>
                      </a:lnTo>
                    </a:path>
                  </a:pathLst>
                </a:custGeom>
                <a:solidFill>
                  <a:srgbClr val="EAEAEA"/>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CC"/>
                    </a:solidFill>
                    <a:ea typeface="黑体" panose="02010609060101010101" pitchFamily="49" charset="-122"/>
                  </a:endParaRPr>
                </a:p>
              </p:txBody>
            </p:sp>
            <p:sp>
              <p:nvSpPr>
                <p:cNvPr id="1031233" name="Freeform 66"/>
                <p:cNvSpPr>
                  <a:spLocks noChangeArrowheads="1"/>
                </p:cNvSpPr>
                <p:nvPr/>
              </p:nvSpPr>
              <p:spPr bwMode="auto">
                <a:xfrm>
                  <a:off x="3193" y="270"/>
                  <a:ext cx="117" cy="118"/>
                </a:xfrm>
                <a:custGeom>
                  <a:avLst/>
                  <a:gdLst>
                    <a:gd name="T0" fmla="*/ 5 w 117"/>
                    <a:gd name="T1" fmla="*/ 66 h 118"/>
                    <a:gd name="T2" fmla="*/ 0 w 117"/>
                    <a:gd name="T3" fmla="*/ 51 h 118"/>
                    <a:gd name="T4" fmla="*/ 0 w 117"/>
                    <a:gd name="T5" fmla="*/ 36 h 118"/>
                    <a:gd name="T6" fmla="*/ 16 w 117"/>
                    <a:gd name="T7" fmla="*/ 25 h 118"/>
                    <a:gd name="T8" fmla="*/ 32 w 117"/>
                    <a:gd name="T9" fmla="*/ 15 h 118"/>
                    <a:gd name="T10" fmla="*/ 47 w 117"/>
                    <a:gd name="T11" fmla="*/ 0 h 118"/>
                    <a:gd name="T12" fmla="*/ 63 w 117"/>
                    <a:gd name="T13" fmla="*/ 0 h 118"/>
                    <a:gd name="T14" fmla="*/ 79 w 117"/>
                    <a:gd name="T15" fmla="*/ 0 h 118"/>
                    <a:gd name="T16" fmla="*/ 84 w 117"/>
                    <a:gd name="T17" fmla="*/ 15 h 118"/>
                    <a:gd name="T18" fmla="*/ 95 w 117"/>
                    <a:gd name="T19" fmla="*/ 31 h 118"/>
                    <a:gd name="T20" fmla="*/ 105 w 117"/>
                    <a:gd name="T21" fmla="*/ 46 h 118"/>
                    <a:gd name="T22" fmla="*/ 111 w 117"/>
                    <a:gd name="T23" fmla="*/ 61 h 118"/>
                    <a:gd name="T24" fmla="*/ 116 w 117"/>
                    <a:gd name="T25" fmla="*/ 76 h 118"/>
                    <a:gd name="T26" fmla="*/ 116 w 117"/>
                    <a:gd name="T27" fmla="*/ 92 h 118"/>
                    <a:gd name="T28" fmla="*/ 116 w 117"/>
                    <a:gd name="T29" fmla="*/ 107 h 118"/>
                    <a:gd name="T30" fmla="*/ 100 w 117"/>
                    <a:gd name="T31" fmla="*/ 117 h 118"/>
                    <a:gd name="T32" fmla="*/ 84 w 117"/>
                    <a:gd name="T33" fmla="*/ 117 h 118"/>
                    <a:gd name="T34" fmla="*/ 69 w 117"/>
                    <a:gd name="T35" fmla="*/ 117 h 118"/>
                    <a:gd name="T36" fmla="*/ 53 w 117"/>
                    <a:gd name="T37" fmla="*/ 117 h 118"/>
                    <a:gd name="T38" fmla="*/ 37 w 117"/>
                    <a:gd name="T39" fmla="*/ 112 h 118"/>
                    <a:gd name="T40" fmla="*/ 21 w 117"/>
                    <a:gd name="T41" fmla="*/ 102 h 118"/>
                    <a:gd name="T42" fmla="*/ 11 w 117"/>
                    <a:gd name="T43" fmla="*/ 86 h 118"/>
                    <a:gd name="T44" fmla="*/ 5 w 117"/>
                    <a:gd name="T45" fmla="*/ 71 h 118"/>
                    <a:gd name="T46" fmla="*/ 5 w 117"/>
                    <a:gd name="T47" fmla="*/ 66 h 1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117" h="118">
                      <a:moveTo>
                        <a:pt x="5" y="66"/>
                      </a:moveTo>
                      <a:lnTo>
                        <a:pt x="0" y="51"/>
                      </a:lnTo>
                      <a:lnTo>
                        <a:pt x="0" y="36"/>
                      </a:lnTo>
                      <a:lnTo>
                        <a:pt x="16" y="25"/>
                      </a:lnTo>
                      <a:lnTo>
                        <a:pt x="32" y="15"/>
                      </a:lnTo>
                      <a:lnTo>
                        <a:pt x="47" y="0"/>
                      </a:lnTo>
                      <a:lnTo>
                        <a:pt x="63" y="0"/>
                      </a:lnTo>
                      <a:lnTo>
                        <a:pt x="79" y="0"/>
                      </a:lnTo>
                      <a:lnTo>
                        <a:pt x="84" y="15"/>
                      </a:lnTo>
                      <a:lnTo>
                        <a:pt x="95" y="31"/>
                      </a:lnTo>
                      <a:lnTo>
                        <a:pt x="105" y="46"/>
                      </a:lnTo>
                      <a:lnTo>
                        <a:pt x="111" y="61"/>
                      </a:lnTo>
                      <a:lnTo>
                        <a:pt x="116" y="76"/>
                      </a:lnTo>
                      <a:lnTo>
                        <a:pt x="116" y="92"/>
                      </a:lnTo>
                      <a:lnTo>
                        <a:pt x="116" y="107"/>
                      </a:lnTo>
                      <a:lnTo>
                        <a:pt x="100" y="117"/>
                      </a:lnTo>
                      <a:lnTo>
                        <a:pt x="84" y="117"/>
                      </a:lnTo>
                      <a:lnTo>
                        <a:pt x="69" y="117"/>
                      </a:lnTo>
                      <a:lnTo>
                        <a:pt x="53" y="117"/>
                      </a:lnTo>
                      <a:lnTo>
                        <a:pt x="37" y="112"/>
                      </a:lnTo>
                      <a:lnTo>
                        <a:pt x="21" y="102"/>
                      </a:lnTo>
                      <a:lnTo>
                        <a:pt x="11" y="86"/>
                      </a:lnTo>
                      <a:lnTo>
                        <a:pt x="5" y="71"/>
                      </a:lnTo>
                      <a:lnTo>
                        <a:pt x="5" y="66"/>
                      </a:lnTo>
                    </a:path>
                  </a:pathLst>
                </a:custGeom>
                <a:solidFill>
                  <a:srgbClr val="EAEAEA"/>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CC"/>
                    </a:solidFill>
                    <a:ea typeface="黑体" panose="02010609060101010101" pitchFamily="49" charset="-122"/>
                  </a:endParaRPr>
                </a:p>
              </p:txBody>
            </p:sp>
            <p:sp>
              <p:nvSpPr>
                <p:cNvPr id="1031234" name="Freeform 67"/>
                <p:cNvSpPr>
                  <a:spLocks noChangeArrowheads="1"/>
                </p:cNvSpPr>
                <p:nvPr/>
              </p:nvSpPr>
              <p:spPr bwMode="auto">
                <a:xfrm>
                  <a:off x="3469" y="239"/>
                  <a:ext cx="82" cy="87"/>
                </a:xfrm>
                <a:custGeom>
                  <a:avLst/>
                  <a:gdLst>
                    <a:gd name="T0" fmla="*/ 0 w 82"/>
                    <a:gd name="T1" fmla="*/ 0 h 87"/>
                    <a:gd name="T2" fmla="*/ 16 w 82"/>
                    <a:gd name="T3" fmla="*/ 10 h 87"/>
                    <a:gd name="T4" fmla="*/ 32 w 82"/>
                    <a:gd name="T5" fmla="*/ 20 h 87"/>
                    <a:gd name="T6" fmla="*/ 49 w 82"/>
                    <a:gd name="T7" fmla="*/ 20 h 87"/>
                    <a:gd name="T8" fmla="*/ 65 w 82"/>
                    <a:gd name="T9" fmla="*/ 30 h 87"/>
                    <a:gd name="T10" fmla="*/ 76 w 82"/>
                    <a:gd name="T11" fmla="*/ 46 h 87"/>
                    <a:gd name="T12" fmla="*/ 81 w 82"/>
                    <a:gd name="T13" fmla="*/ 61 h 87"/>
                    <a:gd name="T14" fmla="*/ 81 w 82"/>
                    <a:gd name="T15" fmla="*/ 76 h 87"/>
                    <a:gd name="T16" fmla="*/ 65 w 82"/>
                    <a:gd name="T17" fmla="*/ 86 h 87"/>
                    <a:gd name="T18" fmla="*/ 49 w 82"/>
                    <a:gd name="T19" fmla="*/ 86 h 87"/>
                    <a:gd name="T20" fmla="*/ 27 w 82"/>
                    <a:gd name="T21" fmla="*/ 81 h 87"/>
                    <a:gd name="T22" fmla="*/ 11 w 82"/>
                    <a:gd name="T23" fmla="*/ 71 h 87"/>
                    <a:gd name="T24" fmla="*/ 5 w 82"/>
                    <a:gd name="T25" fmla="*/ 56 h 87"/>
                    <a:gd name="T26" fmla="*/ 0 w 82"/>
                    <a:gd name="T27" fmla="*/ 40 h 87"/>
                    <a:gd name="T28" fmla="*/ 0 w 82"/>
                    <a:gd name="T29" fmla="*/ 25 h 87"/>
                    <a:gd name="T30" fmla="*/ 11 w 82"/>
                    <a:gd name="T31" fmla="*/ 10 h 87"/>
                    <a:gd name="T32" fmla="*/ 0 w 82"/>
                    <a:gd name="T33" fmla="*/ 0 h 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82" h="87">
                      <a:moveTo>
                        <a:pt x="0" y="0"/>
                      </a:moveTo>
                      <a:lnTo>
                        <a:pt x="16" y="10"/>
                      </a:lnTo>
                      <a:lnTo>
                        <a:pt x="32" y="20"/>
                      </a:lnTo>
                      <a:lnTo>
                        <a:pt x="49" y="20"/>
                      </a:lnTo>
                      <a:lnTo>
                        <a:pt x="65" y="30"/>
                      </a:lnTo>
                      <a:lnTo>
                        <a:pt x="76" y="46"/>
                      </a:lnTo>
                      <a:lnTo>
                        <a:pt x="81" y="61"/>
                      </a:lnTo>
                      <a:lnTo>
                        <a:pt x="81" y="76"/>
                      </a:lnTo>
                      <a:lnTo>
                        <a:pt x="65" y="86"/>
                      </a:lnTo>
                      <a:lnTo>
                        <a:pt x="49" y="86"/>
                      </a:lnTo>
                      <a:lnTo>
                        <a:pt x="27" y="81"/>
                      </a:lnTo>
                      <a:lnTo>
                        <a:pt x="11" y="71"/>
                      </a:lnTo>
                      <a:lnTo>
                        <a:pt x="5" y="56"/>
                      </a:lnTo>
                      <a:lnTo>
                        <a:pt x="0" y="40"/>
                      </a:lnTo>
                      <a:lnTo>
                        <a:pt x="0" y="25"/>
                      </a:lnTo>
                      <a:lnTo>
                        <a:pt x="11" y="10"/>
                      </a:lnTo>
                      <a:lnTo>
                        <a:pt x="0" y="0"/>
                      </a:lnTo>
                    </a:path>
                  </a:pathLst>
                </a:custGeom>
                <a:solidFill>
                  <a:srgbClr val="EAEAEA"/>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CC"/>
                    </a:solidFill>
                    <a:ea typeface="黑体" panose="02010609060101010101" pitchFamily="49" charset="-122"/>
                  </a:endParaRPr>
                </a:p>
              </p:txBody>
            </p:sp>
          </p:grpSp>
          <p:sp>
            <p:nvSpPr>
              <p:cNvPr id="1031235" name="Text Box 68"/>
              <p:cNvSpPr txBox="1">
                <a:spLocks noChangeArrowheads="1"/>
              </p:cNvSpPr>
              <p:nvPr/>
            </p:nvSpPr>
            <p:spPr bwMode="auto">
              <a:xfrm>
                <a:off x="4967" y="1856"/>
                <a:ext cx="342" cy="222"/>
              </a:xfrm>
              <a:prstGeom prst="rect">
                <a:avLst/>
              </a:prstGeom>
              <a:solidFill>
                <a:srgbClr val="EAEAEA"/>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zh-CN" altLang="en-US" sz="2000" b="1">
                    <a:solidFill>
                      <a:srgbClr val="0000CC"/>
                    </a:solidFill>
                    <a:ea typeface="黑体" panose="02010609060101010101" pitchFamily="49" charset="-122"/>
                  </a:rPr>
                  <a:t>网 </a:t>
                </a:r>
                <a:r>
                  <a:rPr lang="en-US" altLang="zh-CN" sz="2000" b="1">
                    <a:solidFill>
                      <a:srgbClr val="0000CC"/>
                    </a:solidFill>
                    <a:ea typeface="黑体" panose="02010609060101010101" pitchFamily="49" charset="-122"/>
                  </a:rPr>
                  <a:t>1</a:t>
                </a:r>
              </a:p>
            </p:txBody>
          </p:sp>
        </p:grpSp>
        <p:grpSp>
          <p:nvGrpSpPr>
            <p:cNvPr id="1031236" name="Group 69"/>
            <p:cNvGrpSpPr>
              <a:grpSpLocks/>
            </p:cNvGrpSpPr>
            <p:nvPr/>
          </p:nvGrpSpPr>
          <p:grpSpPr bwMode="auto">
            <a:xfrm>
              <a:off x="4859" y="1309"/>
              <a:ext cx="743" cy="541"/>
              <a:chOff x="4830" y="1752"/>
              <a:chExt cx="667" cy="477"/>
            </a:xfrm>
          </p:grpSpPr>
          <p:grpSp>
            <p:nvGrpSpPr>
              <p:cNvPr id="1031237" name="Group 70"/>
              <p:cNvGrpSpPr>
                <a:grpSpLocks/>
              </p:cNvGrpSpPr>
              <p:nvPr/>
            </p:nvGrpSpPr>
            <p:grpSpPr bwMode="auto">
              <a:xfrm>
                <a:off x="4830" y="1752"/>
                <a:ext cx="667" cy="477"/>
                <a:chOff x="2949" y="196"/>
                <a:chExt cx="941" cy="598"/>
              </a:xfrm>
            </p:grpSpPr>
            <p:sp>
              <p:nvSpPr>
                <p:cNvPr id="1031238" name="Oval 71"/>
                <p:cNvSpPr>
                  <a:spLocks noChangeArrowheads="1"/>
                </p:cNvSpPr>
                <p:nvPr/>
              </p:nvSpPr>
              <p:spPr bwMode="auto">
                <a:xfrm>
                  <a:off x="3168" y="196"/>
                  <a:ext cx="407" cy="162"/>
                </a:xfrm>
                <a:prstGeom prst="ellipse">
                  <a:avLst/>
                </a:prstGeom>
                <a:solidFill>
                  <a:srgbClr val="EAEAEA"/>
                </a:solidFill>
                <a:ln w="12700">
                  <a:solidFill>
                    <a:schemeClr val="tx1"/>
                  </a:solidFill>
                  <a:round/>
                  <a:headEnd/>
                  <a:tailEnd/>
                </a:ln>
              </p:spPr>
              <p:txBody>
                <a:bodyPr wrap="none" anchor="ctr"/>
                <a:lstStyle/>
                <a:p>
                  <a:pPr eaLnBrk="0" hangingPunct="0"/>
                  <a:endParaRPr lang="zh-CN" altLang="en-US" b="1">
                    <a:solidFill>
                      <a:srgbClr val="0000CC"/>
                    </a:solidFill>
                    <a:ea typeface="黑体" panose="02010609060101010101" pitchFamily="49" charset="-122"/>
                  </a:endParaRPr>
                </a:p>
              </p:txBody>
            </p:sp>
            <p:sp>
              <p:nvSpPr>
                <p:cNvPr id="1031239" name="Oval 72"/>
                <p:cNvSpPr>
                  <a:spLocks noChangeArrowheads="1"/>
                </p:cNvSpPr>
                <p:nvPr/>
              </p:nvSpPr>
              <p:spPr bwMode="auto">
                <a:xfrm rot="900000">
                  <a:off x="3512" y="252"/>
                  <a:ext cx="275" cy="131"/>
                </a:xfrm>
                <a:prstGeom prst="ellipse">
                  <a:avLst/>
                </a:prstGeom>
                <a:solidFill>
                  <a:srgbClr val="EAEAEA"/>
                </a:solidFill>
                <a:ln w="12700">
                  <a:solidFill>
                    <a:schemeClr val="tx1"/>
                  </a:solidFill>
                  <a:round/>
                  <a:headEnd/>
                  <a:tailEnd/>
                </a:ln>
              </p:spPr>
              <p:txBody>
                <a:bodyPr wrap="none" anchor="ctr"/>
                <a:lstStyle/>
                <a:p>
                  <a:pPr eaLnBrk="0" hangingPunct="0"/>
                  <a:endParaRPr lang="zh-CN" altLang="en-US" b="1">
                    <a:solidFill>
                      <a:srgbClr val="0000CC"/>
                    </a:solidFill>
                    <a:ea typeface="黑体" panose="02010609060101010101" pitchFamily="49" charset="-122"/>
                  </a:endParaRPr>
                </a:p>
              </p:txBody>
            </p:sp>
            <p:sp>
              <p:nvSpPr>
                <p:cNvPr id="1031240" name="Oval 73"/>
                <p:cNvSpPr>
                  <a:spLocks noChangeArrowheads="1"/>
                </p:cNvSpPr>
                <p:nvPr/>
              </p:nvSpPr>
              <p:spPr bwMode="auto">
                <a:xfrm rot="1500000">
                  <a:off x="3650" y="385"/>
                  <a:ext cx="240" cy="153"/>
                </a:xfrm>
                <a:prstGeom prst="ellipse">
                  <a:avLst/>
                </a:prstGeom>
                <a:solidFill>
                  <a:srgbClr val="EAEAEA"/>
                </a:solidFill>
                <a:ln w="12700">
                  <a:solidFill>
                    <a:schemeClr val="tx1"/>
                  </a:solidFill>
                  <a:round/>
                  <a:headEnd/>
                  <a:tailEnd/>
                </a:ln>
              </p:spPr>
              <p:txBody>
                <a:bodyPr wrap="none" anchor="ctr"/>
                <a:lstStyle/>
                <a:p>
                  <a:pPr eaLnBrk="0" hangingPunct="0"/>
                  <a:endParaRPr lang="zh-CN" altLang="en-US" b="1">
                    <a:solidFill>
                      <a:srgbClr val="0000CC"/>
                    </a:solidFill>
                    <a:ea typeface="黑体" panose="02010609060101010101" pitchFamily="49" charset="-122"/>
                  </a:endParaRPr>
                </a:p>
              </p:txBody>
            </p:sp>
            <p:sp>
              <p:nvSpPr>
                <p:cNvPr id="1031241" name="Oval 74"/>
                <p:cNvSpPr>
                  <a:spLocks noChangeArrowheads="1"/>
                </p:cNvSpPr>
                <p:nvPr/>
              </p:nvSpPr>
              <p:spPr bwMode="auto">
                <a:xfrm rot="-1560000">
                  <a:off x="3573" y="537"/>
                  <a:ext cx="291" cy="189"/>
                </a:xfrm>
                <a:prstGeom prst="ellipse">
                  <a:avLst/>
                </a:prstGeom>
                <a:solidFill>
                  <a:srgbClr val="EAEAEA"/>
                </a:solidFill>
                <a:ln w="12700">
                  <a:solidFill>
                    <a:schemeClr val="tx1"/>
                  </a:solidFill>
                  <a:round/>
                  <a:headEnd/>
                  <a:tailEnd/>
                </a:ln>
              </p:spPr>
              <p:txBody>
                <a:bodyPr wrap="none" anchor="ctr"/>
                <a:lstStyle/>
                <a:p>
                  <a:pPr eaLnBrk="0" hangingPunct="0"/>
                  <a:endParaRPr lang="zh-CN" altLang="en-US" b="1">
                    <a:solidFill>
                      <a:srgbClr val="0000CC"/>
                    </a:solidFill>
                    <a:ea typeface="黑体" panose="02010609060101010101" pitchFamily="49" charset="-122"/>
                  </a:endParaRPr>
                </a:p>
              </p:txBody>
            </p:sp>
            <p:sp>
              <p:nvSpPr>
                <p:cNvPr id="1031242" name="Oval 75"/>
                <p:cNvSpPr>
                  <a:spLocks noChangeArrowheads="1"/>
                </p:cNvSpPr>
                <p:nvPr/>
              </p:nvSpPr>
              <p:spPr bwMode="auto">
                <a:xfrm>
                  <a:off x="3216" y="555"/>
                  <a:ext cx="471" cy="239"/>
                </a:xfrm>
                <a:prstGeom prst="ellipse">
                  <a:avLst/>
                </a:prstGeom>
                <a:solidFill>
                  <a:srgbClr val="EAEAEA"/>
                </a:solidFill>
                <a:ln w="12700">
                  <a:solidFill>
                    <a:schemeClr val="tx1"/>
                  </a:solidFill>
                  <a:round/>
                  <a:headEnd/>
                  <a:tailEnd/>
                </a:ln>
              </p:spPr>
              <p:txBody>
                <a:bodyPr wrap="none" anchor="ctr"/>
                <a:lstStyle/>
                <a:p>
                  <a:pPr eaLnBrk="0" hangingPunct="0"/>
                  <a:endParaRPr lang="zh-CN" altLang="en-US" b="1">
                    <a:solidFill>
                      <a:srgbClr val="0000CC"/>
                    </a:solidFill>
                    <a:ea typeface="黑体" panose="02010609060101010101" pitchFamily="49" charset="-122"/>
                  </a:endParaRPr>
                </a:p>
              </p:txBody>
            </p:sp>
            <p:sp>
              <p:nvSpPr>
                <p:cNvPr id="1031243" name="Oval 76"/>
                <p:cNvSpPr>
                  <a:spLocks noChangeArrowheads="1"/>
                </p:cNvSpPr>
                <p:nvPr/>
              </p:nvSpPr>
              <p:spPr bwMode="auto">
                <a:xfrm rot="1080000">
                  <a:off x="3023" y="555"/>
                  <a:ext cx="265" cy="156"/>
                </a:xfrm>
                <a:prstGeom prst="ellipse">
                  <a:avLst/>
                </a:prstGeom>
                <a:solidFill>
                  <a:srgbClr val="EAEAEA"/>
                </a:solidFill>
                <a:ln w="12700">
                  <a:solidFill>
                    <a:schemeClr val="tx1"/>
                  </a:solidFill>
                  <a:round/>
                  <a:headEnd/>
                  <a:tailEnd/>
                </a:ln>
              </p:spPr>
              <p:txBody>
                <a:bodyPr wrap="none" anchor="ctr"/>
                <a:lstStyle/>
                <a:p>
                  <a:pPr eaLnBrk="0" hangingPunct="0"/>
                  <a:endParaRPr lang="zh-CN" altLang="en-US" b="1">
                    <a:solidFill>
                      <a:srgbClr val="0000CC"/>
                    </a:solidFill>
                    <a:ea typeface="黑体" panose="02010609060101010101" pitchFamily="49" charset="-122"/>
                  </a:endParaRPr>
                </a:p>
              </p:txBody>
            </p:sp>
            <p:sp>
              <p:nvSpPr>
                <p:cNvPr id="1031244" name="Oval 77"/>
                <p:cNvSpPr>
                  <a:spLocks noChangeArrowheads="1"/>
                </p:cNvSpPr>
                <p:nvPr/>
              </p:nvSpPr>
              <p:spPr bwMode="auto">
                <a:xfrm>
                  <a:off x="2949" y="432"/>
                  <a:ext cx="217" cy="156"/>
                </a:xfrm>
                <a:prstGeom prst="ellipse">
                  <a:avLst/>
                </a:prstGeom>
                <a:solidFill>
                  <a:srgbClr val="EAEAEA"/>
                </a:solidFill>
                <a:ln w="12700">
                  <a:solidFill>
                    <a:schemeClr val="tx1"/>
                  </a:solidFill>
                  <a:round/>
                  <a:headEnd/>
                  <a:tailEnd/>
                </a:ln>
              </p:spPr>
              <p:txBody>
                <a:bodyPr wrap="none" anchor="ctr"/>
                <a:lstStyle/>
                <a:p>
                  <a:pPr eaLnBrk="0" hangingPunct="0"/>
                  <a:endParaRPr lang="zh-CN" altLang="en-US" b="1">
                    <a:solidFill>
                      <a:srgbClr val="0000CC"/>
                    </a:solidFill>
                    <a:ea typeface="黑体" panose="02010609060101010101" pitchFamily="49" charset="-122"/>
                  </a:endParaRPr>
                </a:p>
              </p:txBody>
            </p:sp>
            <p:sp>
              <p:nvSpPr>
                <p:cNvPr id="1031245" name="Oval 78"/>
                <p:cNvSpPr>
                  <a:spLocks noChangeArrowheads="1"/>
                </p:cNvSpPr>
                <p:nvPr/>
              </p:nvSpPr>
              <p:spPr bwMode="auto">
                <a:xfrm rot="-1860000">
                  <a:off x="2984" y="310"/>
                  <a:ext cx="295" cy="156"/>
                </a:xfrm>
                <a:prstGeom prst="ellipse">
                  <a:avLst/>
                </a:prstGeom>
                <a:solidFill>
                  <a:srgbClr val="EAEAEA"/>
                </a:solidFill>
                <a:ln w="12700">
                  <a:solidFill>
                    <a:schemeClr val="tx1"/>
                  </a:solidFill>
                  <a:round/>
                  <a:headEnd/>
                  <a:tailEnd/>
                </a:ln>
              </p:spPr>
              <p:txBody>
                <a:bodyPr wrap="none" anchor="ctr"/>
                <a:lstStyle/>
                <a:p>
                  <a:pPr eaLnBrk="0" hangingPunct="0"/>
                  <a:endParaRPr lang="zh-CN" altLang="en-US" b="1">
                    <a:solidFill>
                      <a:srgbClr val="0000CC"/>
                    </a:solidFill>
                    <a:ea typeface="黑体" panose="02010609060101010101" pitchFamily="49" charset="-122"/>
                  </a:endParaRPr>
                </a:p>
              </p:txBody>
            </p:sp>
            <p:sp>
              <p:nvSpPr>
                <p:cNvPr id="1031246" name="Freeform 79"/>
                <p:cNvSpPr>
                  <a:spLocks noChangeArrowheads="1"/>
                </p:cNvSpPr>
                <p:nvPr/>
              </p:nvSpPr>
              <p:spPr bwMode="auto">
                <a:xfrm>
                  <a:off x="3051" y="300"/>
                  <a:ext cx="738" cy="407"/>
                </a:xfrm>
                <a:custGeom>
                  <a:avLst/>
                  <a:gdLst>
                    <a:gd name="T0" fmla="*/ 108 w 738"/>
                    <a:gd name="T1" fmla="*/ 82 h 407"/>
                    <a:gd name="T2" fmla="*/ 145 w 738"/>
                    <a:gd name="T3" fmla="*/ 77 h 407"/>
                    <a:gd name="T4" fmla="*/ 183 w 738"/>
                    <a:gd name="T5" fmla="*/ 72 h 407"/>
                    <a:gd name="T6" fmla="*/ 215 w 738"/>
                    <a:gd name="T7" fmla="*/ 67 h 407"/>
                    <a:gd name="T8" fmla="*/ 237 w 738"/>
                    <a:gd name="T9" fmla="*/ 46 h 407"/>
                    <a:gd name="T10" fmla="*/ 204 w 738"/>
                    <a:gd name="T11" fmla="*/ 41 h 407"/>
                    <a:gd name="T12" fmla="*/ 172 w 738"/>
                    <a:gd name="T13" fmla="*/ 46 h 407"/>
                    <a:gd name="T14" fmla="*/ 156 w 738"/>
                    <a:gd name="T15" fmla="*/ 46 h 407"/>
                    <a:gd name="T16" fmla="*/ 188 w 738"/>
                    <a:gd name="T17" fmla="*/ 26 h 407"/>
                    <a:gd name="T18" fmla="*/ 226 w 738"/>
                    <a:gd name="T19" fmla="*/ 15 h 407"/>
                    <a:gd name="T20" fmla="*/ 258 w 738"/>
                    <a:gd name="T21" fmla="*/ 10 h 407"/>
                    <a:gd name="T22" fmla="*/ 290 w 738"/>
                    <a:gd name="T23" fmla="*/ 5 h 407"/>
                    <a:gd name="T24" fmla="*/ 323 w 738"/>
                    <a:gd name="T25" fmla="*/ 0 h 407"/>
                    <a:gd name="T26" fmla="*/ 355 w 738"/>
                    <a:gd name="T27" fmla="*/ 0 h 407"/>
                    <a:gd name="T28" fmla="*/ 387 w 738"/>
                    <a:gd name="T29" fmla="*/ 0 h 407"/>
                    <a:gd name="T30" fmla="*/ 463 w 738"/>
                    <a:gd name="T31" fmla="*/ 0 h 407"/>
                    <a:gd name="T32" fmla="*/ 506 w 738"/>
                    <a:gd name="T33" fmla="*/ 0 h 407"/>
                    <a:gd name="T34" fmla="*/ 543 w 738"/>
                    <a:gd name="T35" fmla="*/ 15 h 407"/>
                    <a:gd name="T36" fmla="*/ 570 w 738"/>
                    <a:gd name="T37" fmla="*/ 36 h 407"/>
                    <a:gd name="T38" fmla="*/ 603 w 738"/>
                    <a:gd name="T39" fmla="*/ 51 h 407"/>
                    <a:gd name="T40" fmla="*/ 635 w 738"/>
                    <a:gd name="T41" fmla="*/ 57 h 407"/>
                    <a:gd name="T42" fmla="*/ 667 w 738"/>
                    <a:gd name="T43" fmla="*/ 77 h 407"/>
                    <a:gd name="T44" fmla="*/ 694 w 738"/>
                    <a:gd name="T45" fmla="*/ 98 h 407"/>
                    <a:gd name="T46" fmla="*/ 715 w 738"/>
                    <a:gd name="T47" fmla="*/ 128 h 407"/>
                    <a:gd name="T48" fmla="*/ 721 w 738"/>
                    <a:gd name="T49" fmla="*/ 164 h 407"/>
                    <a:gd name="T50" fmla="*/ 726 w 738"/>
                    <a:gd name="T51" fmla="*/ 195 h 407"/>
                    <a:gd name="T52" fmla="*/ 726 w 738"/>
                    <a:gd name="T53" fmla="*/ 226 h 407"/>
                    <a:gd name="T54" fmla="*/ 726 w 738"/>
                    <a:gd name="T55" fmla="*/ 257 h 407"/>
                    <a:gd name="T56" fmla="*/ 737 w 738"/>
                    <a:gd name="T57" fmla="*/ 288 h 407"/>
                    <a:gd name="T58" fmla="*/ 737 w 738"/>
                    <a:gd name="T59" fmla="*/ 319 h 407"/>
                    <a:gd name="T60" fmla="*/ 715 w 738"/>
                    <a:gd name="T61" fmla="*/ 349 h 407"/>
                    <a:gd name="T62" fmla="*/ 678 w 738"/>
                    <a:gd name="T63" fmla="*/ 365 h 407"/>
                    <a:gd name="T64" fmla="*/ 646 w 738"/>
                    <a:gd name="T65" fmla="*/ 380 h 407"/>
                    <a:gd name="T66" fmla="*/ 613 w 738"/>
                    <a:gd name="T67" fmla="*/ 396 h 407"/>
                    <a:gd name="T68" fmla="*/ 581 w 738"/>
                    <a:gd name="T69" fmla="*/ 401 h 407"/>
                    <a:gd name="T70" fmla="*/ 538 w 738"/>
                    <a:gd name="T71" fmla="*/ 406 h 407"/>
                    <a:gd name="T72" fmla="*/ 500 w 738"/>
                    <a:gd name="T73" fmla="*/ 406 h 407"/>
                    <a:gd name="T74" fmla="*/ 468 w 738"/>
                    <a:gd name="T75" fmla="*/ 406 h 407"/>
                    <a:gd name="T76" fmla="*/ 436 w 738"/>
                    <a:gd name="T77" fmla="*/ 406 h 407"/>
                    <a:gd name="T78" fmla="*/ 403 w 738"/>
                    <a:gd name="T79" fmla="*/ 406 h 407"/>
                    <a:gd name="T80" fmla="*/ 371 w 738"/>
                    <a:gd name="T81" fmla="*/ 406 h 407"/>
                    <a:gd name="T82" fmla="*/ 339 w 738"/>
                    <a:gd name="T83" fmla="*/ 406 h 407"/>
                    <a:gd name="T84" fmla="*/ 307 w 738"/>
                    <a:gd name="T85" fmla="*/ 406 h 407"/>
                    <a:gd name="T86" fmla="*/ 269 w 738"/>
                    <a:gd name="T87" fmla="*/ 406 h 407"/>
                    <a:gd name="T88" fmla="*/ 237 w 738"/>
                    <a:gd name="T89" fmla="*/ 406 h 407"/>
                    <a:gd name="T90" fmla="*/ 204 w 738"/>
                    <a:gd name="T91" fmla="*/ 406 h 407"/>
                    <a:gd name="T92" fmla="*/ 172 w 738"/>
                    <a:gd name="T93" fmla="*/ 391 h 407"/>
                    <a:gd name="T94" fmla="*/ 140 w 738"/>
                    <a:gd name="T95" fmla="*/ 380 h 407"/>
                    <a:gd name="T96" fmla="*/ 108 w 738"/>
                    <a:gd name="T97" fmla="*/ 365 h 407"/>
                    <a:gd name="T98" fmla="*/ 81 w 738"/>
                    <a:gd name="T99" fmla="*/ 339 h 407"/>
                    <a:gd name="T100" fmla="*/ 59 w 738"/>
                    <a:gd name="T101" fmla="*/ 319 h 407"/>
                    <a:gd name="T102" fmla="*/ 38 w 738"/>
                    <a:gd name="T103" fmla="*/ 288 h 407"/>
                    <a:gd name="T104" fmla="*/ 16 w 738"/>
                    <a:gd name="T105" fmla="*/ 252 h 407"/>
                    <a:gd name="T106" fmla="*/ 0 w 738"/>
                    <a:gd name="T107" fmla="*/ 216 h 407"/>
                    <a:gd name="T108" fmla="*/ 0 w 738"/>
                    <a:gd name="T109" fmla="*/ 185 h 407"/>
                    <a:gd name="T110" fmla="*/ 5 w 738"/>
                    <a:gd name="T111" fmla="*/ 149 h 407"/>
                    <a:gd name="T112" fmla="*/ 27 w 738"/>
                    <a:gd name="T113" fmla="*/ 123 h 407"/>
                    <a:gd name="T114" fmla="*/ 54 w 738"/>
                    <a:gd name="T115" fmla="*/ 108 h 407"/>
                    <a:gd name="T116" fmla="*/ 86 w 738"/>
                    <a:gd name="T117" fmla="*/ 98 h 407"/>
                    <a:gd name="T118" fmla="*/ 113 w 738"/>
                    <a:gd name="T119" fmla="*/ 82 h 407"/>
                    <a:gd name="T120" fmla="*/ 129 w 738"/>
                    <a:gd name="T121" fmla="*/ 98 h 40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Lst>
                  <a:rect l="0" t="0" r="r" b="b"/>
                  <a:pathLst>
                    <a:path w="738" h="407">
                      <a:moveTo>
                        <a:pt x="91" y="82"/>
                      </a:moveTo>
                      <a:lnTo>
                        <a:pt x="108" y="82"/>
                      </a:lnTo>
                      <a:lnTo>
                        <a:pt x="124" y="82"/>
                      </a:lnTo>
                      <a:lnTo>
                        <a:pt x="145" y="77"/>
                      </a:lnTo>
                      <a:lnTo>
                        <a:pt x="161" y="77"/>
                      </a:lnTo>
                      <a:lnTo>
                        <a:pt x="183" y="72"/>
                      </a:lnTo>
                      <a:lnTo>
                        <a:pt x="199" y="72"/>
                      </a:lnTo>
                      <a:lnTo>
                        <a:pt x="215" y="67"/>
                      </a:lnTo>
                      <a:lnTo>
                        <a:pt x="231" y="62"/>
                      </a:lnTo>
                      <a:lnTo>
                        <a:pt x="237" y="46"/>
                      </a:lnTo>
                      <a:lnTo>
                        <a:pt x="221" y="41"/>
                      </a:lnTo>
                      <a:lnTo>
                        <a:pt x="204" y="41"/>
                      </a:lnTo>
                      <a:lnTo>
                        <a:pt x="188" y="46"/>
                      </a:lnTo>
                      <a:lnTo>
                        <a:pt x="172" y="46"/>
                      </a:lnTo>
                      <a:lnTo>
                        <a:pt x="156" y="62"/>
                      </a:lnTo>
                      <a:lnTo>
                        <a:pt x="156" y="46"/>
                      </a:lnTo>
                      <a:lnTo>
                        <a:pt x="172" y="36"/>
                      </a:lnTo>
                      <a:lnTo>
                        <a:pt x="188" y="26"/>
                      </a:lnTo>
                      <a:lnTo>
                        <a:pt x="210" y="21"/>
                      </a:lnTo>
                      <a:lnTo>
                        <a:pt x="226" y="15"/>
                      </a:lnTo>
                      <a:lnTo>
                        <a:pt x="242" y="15"/>
                      </a:lnTo>
                      <a:lnTo>
                        <a:pt x="258" y="10"/>
                      </a:lnTo>
                      <a:lnTo>
                        <a:pt x="274" y="10"/>
                      </a:lnTo>
                      <a:lnTo>
                        <a:pt x="290" y="5"/>
                      </a:lnTo>
                      <a:lnTo>
                        <a:pt x="307" y="5"/>
                      </a:lnTo>
                      <a:lnTo>
                        <a:pt x="323" y="0"/>
                      </a:lnTo>
                      <a:lnTo>
                        <a:pt x="339" y="0"/>
                      </a:lnTo>
                      <a:lnTo>
                        <a:pt x="355" y="0"/>
                      </a:lnTo>
                      <a:lnTo>
                        <a:pt x="371" y="0"/>
                      </a:lnTo>
                      <a:lnTo>
                        <a:pt x="387" y="0"/>
                      </a:lnTo>
                      <a:lnTo>
                        <a:pt x="420" y="0"/>
                      </a:lnTo>
                      <a:lnTo>
                        <a:pt x="463" y="0"/>
                      </a:lnTo>
                      <a:lnTo>
                        <a:pt x="484" y="0"/>
                      </a:lnTo>
                      <a:lnTo>
                        <a:pt x="506" y="0"/>
                      </a:lnTo>
                      <a:lnTo>
                        <a:pt x="527" y="5"/>
                      </a:lnTo>
                      <a:lnTo>
                        <a:pt x="543" y="15"/>
                      </a:lnTo>
                      <a:lnTo>
                        <a:pt x="554" y="31"/>
                      </a:lnTo>
                      <a:lnTo>
                        <a:pt x="570" y="36"/>
                      </a:lnTo>
                      <a:lnTo>
                        <a:pt x="586" y="46"/>
                      </a:lnTo>
                      <a:lnTo>
                        <a:pt x="603" y="51"/>
                      </a:lnTo>
                      <a:lnTo>
                        <a:pt x="619" y="51"/>
                      </a:lnTo>
                      <a:lnTo>
                        <a:pt x="635" y="57"/>
                      </a:lnTo>
                      <a:lnTo>
                        <a:pt x="651" y="67"/>
                      </a:lnTo>
                      <a:lnTo>
                        <a:pt x="667" y="77"/>
                      </a:lnTo>
                      <a:lnTo>
                        <a:pt x="678" y="93"/>
                      </a:lnTo>
                      <a:lnTo>
                        <a:pt x="694" y="98"/>
                      </a:lnTo>
                      <a:lnTo>
                        <a:pt x="699" y="113"/>
                      </a:lnTo>
                      <a:lnTo>
                        <a:pt x="715" y="128"/>
                      </a:lnTo>
                      <a:lnTo>
                        <a:pt x="721" y="149"/>
                      </a:lnTo>
                      <a:lnTo>
                        <a:pt x="721" y="164"/>
                      </a:lnTo>
                      <a:lnTo>
                        <a:pt x="726" y="180"/>
                      </a:lnTo>
                      <a:lnTo>
                        <a:pt x="726" y="195"/>
                      </a:lnTo>
                      <a:lnTo>
                        <a:pt x="726" y="211"/>
                      </a:lnTo>
                      <a:lnTo>
                        <a:pt x="726" y="226"/>
                      </a:lnTo>
                      <a:lnTo>
                        <a:pt x="726" y="242"/>
                      </a:lnTo>
                      <a:lnTo>
                        <a:pt x="726" y="257"/>
                      </a:lnTo>
                      <a:lnTo>
                        <a:pt x="737" y="272"/>
                      </a:lnTo>
                      <a:lnTo>
                        <a:pt x="737" y="288"/>
                      </a:lnTo>
                      <a:lnTo>
                        <a:pt x="737" y="303"/>
                      </a:lnTo>
                      <a:lnTo>
                        <a:pt x="737" y="319"/>
                      </a:lnTo>
                      <a:lnTo>
                        <a:pt x="732" y="334"/>
                      </a:lnTo>
                      <a:lnTo>
                        <a:pt x="715" y="349"/>
                      </a:lnTo>
                      <a:lnTo>
                        <a:pt x="694" y="360"/>
                      </a:lnTo>
                      <a:lnTo>
                        <a:pt x="678" y="365"/>
                      </a:lnTo>
                      <a:lnTo>
                        <a:pt x="662" y="375"/>
                      </a:lnTo>
                      <a:lnTo>
                        <a:pt x="646" y="380"/>
                      </a:lnTo>
                      <a:lnTo>
                        <a:pt x="629" y="385"/>
                      </a:lnTo>
                      <a:lnTo>
                        <a:pt x="613" y="396"/>
                      </a:lnTo>
                      <a:lnTo>
                        <a:pt x="597" y="401"/>
                      </a:lnTo>
                      <a:lnTo>
                        <a:pt x="581" y="401"/>
                      </a:lnTo>
                      <a:lnTo>
                        <a:pt x="559" y="406"/>
                      </a:lnTo>
                      <a:lnTo>
                        <a:pt x="538" y="406"/>
                      </a:lnTo>
                      <a:lnTo>
                        <a:pt x="522" y="406"/>
                      </a:lnTo>
                      <a:lnTo>
                        <a:pt x="500" y="406"/>
                      </a:lnTo>
                      <a:lnTo>
                        <a:pt x="484" y="406"/>
                      </a:lnTo>
                      <a:lnTo>
                        <a:pt x="468" y="406"/>
                      </a:lnTo>
                      <a:lnTo>
                        <a:pt x="452" y="406"/>
                      </a:lnTo>
                      <a:lnTo>
                        <a:pt x="436" y="406"/>
                      </a:lnTo>
                      <a:lnTo>
                        <a:pt x="420" y="406"/>
                      </a:lnTo>
                      <a:lnTo>
                        <a:pt x="403" y="406"/>
                      </a:lnTo>
                      <a:lnTo>
                        <a:pt x="387" y="406"/>
                      </a:lnTo>
                      <a:lnTo>
                        <a:pt x="371" y="406"/>
                      </a:lnTo>
                      <a:lnTo>
                        <a:pt x="355" y="406"/>
                      </a:lnTo>
                      <a:lnTo>
                        <a:pt x="339" y="406"/>
                      </a:lnTo>
                      <a:lnTo>
                        <a:pt x="323" y="406"/>
                      </a:lnTo>
                      <a:lnTo>
                        <a:pt x="307" y="406"/>
                      </a:lnTo>
                      <a:lnTo>
                        <a:pt x="285" y="406"/>
                      </a:lnTo>
                      <a:lnTo>
                        <a:pt x="269" y="406"/>
                      </a:lnTo>
                      <a:lnTo>
                        <a:pt x="253" y="406"/>
                      </a:lnTo>
                      <a:lnTo>
                        <a:pt x="237" y="406"/>
                      </a:lnTo>
                      <a:lnTo>
                        <a:pt x="221" y="406"/>
                      </a:lnTo>
                      <a:lnTo>
                        <a:pt x="204" y="406"/>
                      </a:lnTo>
                      <a:lnTo>
                        <a:pt x="188" y="396"/>
                      </a:lnTo>
                      <a:lnTo>
                        <a:pt x="172" y="391"/>
                      </a:lnTo>
                      <a:lnTo>
                        <a:pt x="156" y="385"/>
                      </a:lnTo>
                      <a:lnTo>
                        <a:pt x="140" y="380"/>
                      </a:lnTo>
                      <a:lnTo>
                        <a:pt x="124" y="375"/>
                      </a:lnTo>
                      <a:lnTo>
                        <a:pt x="108" y="365"/>
                      </a:lnTo>
                      <a:lnTo>
                        <a:pt x="91" y="355"/>
                      </a:lnTo>
                      <a:lnTo>
                        <a:pt x="81" y="339"/>
                      </a:lnTo>
                      <a:lnTo>
                        <a:pt x="65" y="334"/>
                      </a:lnTo>
                      <a:lnTo>
                        <a:pt x="59" y="319"/>
                      </a:lnTo>
                      <a:lnTo>
                        <a:pt x="43" y="303"/>
                      </a:lnTo>
                      <a:lnTo>
                        <a:pt x="38" y="288"/>
                      </a:lnTo>
                      <a:lnTo>
                        <a:pt x="22" y="272"/>
                      </a:lnTo>
                      <a:lnTo>
                        <a:pt x="16" y="252"/>
                      </a:lnTo>
                      <a:lnTo>
                        <a:pt x="5" y="231"/>
                      </a:lnTo>
                      <a:lnTo>
                        <a:pt x="0" y="216"/>
                      </a:lnTo>
                      <a:lnTo>
                        <a:pt x="0" y="200"/>
                      </a:lnTo>
                      <a:lnTo>
                        <a:pt x="0" y="185"/>
                      </a:lnTo>
                      <a:lnTo>
                        <a:pt x="0" y="170"/>
                      </a:lnTo>
                      <a:lnTo>
                        <a:pt x="5" y="149"/>
                      </a:lnTo>
                      <a:lnTo>
                        <a:pt x="11" y="134"/>
                      </a:lnTo>
                      <a:lnTo>
                        <a:pt x="27" y="123"/>
                      </a:lnTo>
                      <a:lnTo>
                        <a:pt x="38" y="108"/>
                      </a:lnTo>
                      <a:lnTo>
                        <a:pt x="54" y="108"/>
                      </a:lnTo>
                      <a:lnTo>
                        <a:pt x="70" y="103"/>
                      </a:lnTo>
                      <a:lnTo>
                        <a:pt x="86" y="98"/>
                      </a:lnTo>
                      <a:lnTo>
                        <a:pt x="102" y="98"/>
                      </a:lnTo>
                      <a:lnTo>
                        <a:pt x="113" y="82"/>
                      </a:lnTo>
                      <a:lnTo>
                        <a:pt x="113" y="67"/>
                      </a:lnTo>
                      <a:lnTo>
                        <a:pt x="129" y="98"/>
                      </a:lnTo>
                    </a:path>
                  </a:pathLst>
                </a:custGeom>
                <a:solidFill>
                  <a:srgbClr val="EAEAEA"/>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CC"/>
                    </a:solidFill>
                    <a:ea typeface="黑体" panose="02010609060101010101" pitchFamily="49" charset="-122"/>
                  </a:endParaRPr>
                </a:p>
              </p:txBody>
            </p:sp>
            <p:sp>
              <p:nvSpPr>
                <p:cNvPr id="1031247" name="Freeform 80"/>
                <p:cNvSpPr>
                  <a:spLocks noChangeArrowheads="1"/>
                </p:cNvSpPr>
                <p:nvPr/>
              </p:nvSpPr>
              <p:spPr bwMode="auto">
                <a:xfrm>
                  <a:off x="3193" y="270"/>
                  <a:ext cx="117" cy="118"/>
                </a:xfrm>
                <a:custGeom>
                  <a:avLst/>
                  <a:gdLst>
                    <a:gd name="T0" fmla="*/ 5 w 117"/>
                    <a:gd name="T1" fmla="*/ 66 h 118"/>
                    <a:gd name="T2" fmla="*/ 0 w 117"/>
                    <a:gd name="T3" fmla="*/ 51 h 118"/>
                    <a:gd name="T4" fmla="*/ 0 w 117"/>
                    <a:gd name="T5" fmla="*/ 36 h 118"/>
                    <a:gd name="T6" fmla="*/ 16 w 117"/>
                    <a:gd name="T7" fmla="*/ 25 h 118"/>
                    <a:gd name="T8" fmla="*/ 32 w 117"/>
                    <a:gd name="T9" fmla="*/ 15 h 118"/>
                    <a:gd name="T10" fmla="*/ 47 w 117"/>
                    <a:gd name="T11" fmla="*/ 0 h 118"/>
                    <a:gd name="T12" fmla="*/ 63 w 117"/>
                    <a:gd name="T13" fmla="*/ 0 h 118"/>
                    <a:gd name="T14" fmla="*/ 79 w 117"/>
                    <a:gd name="T15" fmla="*/ 0 h 118"/>
                    <a:gd name="T16" fmla="*/ 84 w 117"/>
                    <a:gd name="T17" fmla="*/ 15 h 118"/>
                    <a:gd name="T18" fmla="*/ 95 w 117"/>
                    <a:gd name="T19" fmla="*/ 31 h 118"/>
                    <a:gd name="T20" fmla="*/ 105 w 117"/>
                    <a:gd name="T21" fmla="*/ 46 h 118"/>
                    <a:gd name="T22" fmla="*/ 111 w 117"/>
                    <a:gd name="T23" fmla="*/ 61 h 118"/>
                    <a:gd name="T24" fmla="*/ 116 w 117"/>
                    <a:gd name="T25" fmla="*/ 76 h 118"/>
                    <a:gd name="T26" fmla="*/ 116 w 117"/>
                    <a:gd name="T27" fmla="*/ 92 h 118"/>
                    <a:gd name="T28" fmla="*/ 116 w 117"/>
                    <a:gd name="T29" fmla="*/ 107 h 118"/>
                    <a:gd name="T30" fmla="*/ 100 w 117"/>
                    <a:gd name="T31" fmla="*/ 117 h 118"/>
                    <a:gd name="T32" fmla="*/ 84 w 117"/>
                    <a:gd name="T33" fmla="*/ 117 h 118"/>
                    <a:gd name="T34" fmla="*/ 69 w 117"/>
                    <a:gd name="T35" fmla="*/ 117 h 118"/>
                    <a:gd name="T36" fmla="*/ 53 w 117"/>
                    <a:gd name="T37" fmla="*/ 117 h 118"/>
                    <a:gd name="T38" fmla="*/ 37 w 117"/>
                    <a:gd name="T39" fmla="*/ 112 h 118"/>
                    <a:gd name="T40" fmla="*/ 21 w 117"/>
                    <a:gd name="T41" fmla="*/ 102 h 118"/>
                    <a:gd name="T42" fmla="*/ 11 w 117"/>
                    <a:gd name="T43" fmla="*/ 86 h 118"/>
                    <a:gd name="T44" fmla="*/ 5 w 117"/>
                    <a:gd name="T45" fmla="*/ 71 h 118"/>
                    <a:gd name="T46" fmla="*/ 5 w 117"/>
                    <a:gd name="T47" fmla="*/ 66 h 1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117" h="118">
                      <a:moveTo>
                        <a:pt x="5" y="66"/>
                      </a:moveTo>
                      <a:lnTo>
                        <a:pt x="0" y="51"/>
                      </a:lnTo>
                      <a:lnTo>
                        <a:pt x="0" y="36"/>
                      </a:lnTo>
                      <a:lnTo>
                        <a:pt x="16" y="25"/>
                      </a:lnTo>
                      <a:lnTo>
                        <a:pt x="32" y="15"/>
                      </a:lnTo>
                      <a:lnTo>
                        <a:pt x="47" y="0"/>
                      </a:lnTo>
                      <a:lnTo>
                        <a:pt x="63" y="0"/>
                      </a:lnTo>
                      <a:lnTo>
                        <a:pt x="79" y="0"/>
                      </a:lnTo>
                      <a:lnTo>
                        <a:pt x="84" y="15"/>
                      </a:lnTo>
                      <a:lnTo>
                        <a:pt x="95" y="31"/>
                      </a:lnTo>
                      <a:lnTo>
                        <a:pt x="105" y="46"/>
                      </a:lnTo>
                      <a:lnTo>
                        <a:pt x="111" y="61"/>
                      </a:lnTo>
                      <a:lnTo>
                        <a:pt x="116" y="76"/>
                      </a:lnTo>
                      <a:lnTo>
                        <a:pt x="116" y="92"/>
                      </a:lnTo>
                      <a:lnTo>
                        <a:pt x="116" y="107"/>
                      </a:lnTo>
                      <a:lnTo>
                        <a:pt x="100" y="117"/>
                      </a:lnTo>
                      <a:lnTo>
                        <a:pt x="84" y="117"/>
                      </a:lnTo>
                      <a:lnTo>
                        <a:pt x="69" y="117"/>
                      </a:lnTo>
                      <a:lnTo>
                        <a:pt x="53" y="117"/>
                      </a:lnTo>
                      <a:lnTo>
                        <a:pt x="37" y="112"/>
                      </a:lnTo>
                      <a:lnTo>
                        <a:pt x="21" y="102"/>
                      </a:lnTo>
                      <a:lnTo>
                        <a:pt x="11" y="86"/>
                      </a:lnTo>
                      <a:lnTo>
                        <a:pt x="5" y="71"/>
                      </a:lnTo>
                      <a:lnTo>
                        <a:pt x="5" y="66"/>
                      </a:lnTo>
                    </a:path>
                  </a:pathLst>
                </a:custGeom>
                <a:solidFill>
                  <a:srgbClr val="EAEAEA"/>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CC"/>
                    </a:solidFill>
                    <a:ea typeface="黑体" panose="02010609060101010101" pitchFamily="49" charset="-122"/>
                  </a:endParaRPr>
                </a:p>
              </p:txBody>
            </p:sp>
            <p:sp>
              <p:nvSpPr>
                <p:cNvPr id="1031248" name="Freeform 81"/>
                <p:cNvSpPr>
                  <a:spLocks noChangeArrowheads="1"/>
                </p:cNvSpPr>
                <p:nvPr/>
              </p:nvSpPr>
              <p:spPr bwMode="auto">
                <a:xfrm>
                  <a:off x="3469" y="239"/>
                  <a:ext cx="82" cy="87"/>
                </a:xfrm>
                <a:custGeom>
                  <a:avLst/>
                  <a:gdLst>
                    <a:gd name="T0" fmla="*/ 0 w 82"/>
                    <a:gd name="T1" fmla="*/ 0 h 87"/>
                    <a:gd name="T2" fmla="*/ 16 w 82"/>
                    <a:gd name="T3" fmla="*/ 10 h 87"/>
                    <a:gd name="T4" fmla="*/ 32 w 82"/>
                    <a:gd name="T5" fmla="*/ 20 h 87"/>
                    <a:gd name="T6" fmla="*/ 49 w 82"/>
                    <a:gd name="T7" fmla="*/ 20 h 87"/>
                    <a:gd name="T8" fmla="*/ 65 w 82"/>
                    <a:gd name="T9" fmla="*/ 30 h 87"/>
                    <a:gd name="T10" fmla="*/ 76 w 82"/>
                    <a:gd name="T11" fmla="*/ 46 h 87"/>
                    <a:gd name="T12" fmla="*/ 81 w 82"/>
                    <a:gd name="T13" fmla="*/ 61 h 87"/>
                    <a:gd name="T14" fmla="*/ 81 w 82"/>
                    <a:gd name="T15" fmla="*/ 76 h 87"/>
                    <a:gd name="T16" fmla="*/ 65 w 82"/>
                    <a:gd name="T17" fmla="*/ 86 h 87"/>
                    <a:gd name="T18" fmla="*/ 49 w 82"/>
                    <a:gd name="T19" fmla="*/ 86 h 87"/>
                    <a:gd name="T20" fmla="*/ 27 w 82"/>
                    <a:gd name="T21" fmla="*/ 81 h 87"/>
                    <a:gd name="T22" fmla="*/ 11 w 82"/>
                    <a:gd name="T23" fmla="*/ 71 h 87"/>
                    <a:gd name="T24" fmla="*/ 5 w 82"/>
                    <a:gd name="T25" fmla="*/ 56 h 87"/>
                    <a:gd name="T26" fmla="*/ 0 w 82"/>
                    <a:gd name="T27" fmla="*/ 40 h 87"/>
                    <a:gd name="T28" fmla="*/ 0 w 82"/>
                    <a:gd name="T29" fmla="*/ 25 h 87"/>
                    <a:gd name="T30" fmla="*/ 11 w 82"/>
                    <a:gd name="T31" fmla="*/ 10 h 87"/>
                    <a:gd name="T32" fmla="*/ 0 w 82"/>
                    <a:gd name="T33" fmla="*/ 0 h 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82" h="87">
                      <a:moveTo>
                        <a:pt x="0" y="0"/>
                      </a:moveTo>
                      <a:lnTo>
                        <a:pt x="16" y="10"/>
                      </a:lnTo>
                      <a:lnTo>
                        <a:pt x="32" y="20"/>
                      </a:lnTo>
                      <a:lnTo>
                        <a:pt x="49" y="20"/>
                      </a:lnTo>
                      <a:lnTo>
                        <a:pt x="65" y="30"/>
                      </a:lnTo>
                      <a:lnTo>
                        <a:pt x="76" y="46"/>
                      </a:lnTo>
                      <a:lnTo>
                        <a:pt x="81" y="61"/>
                      </a:lnTo>
                      <a:lnTo>
                        <a:pt x="81" y="76"/>
                      </a:lnTo>
                      <a:lnTo>
                        <a:pt x="65" y="86"/>
                      </a:lnTo>
                      <a:lnTo>
                        <a:pt x="49" y="86"/>
                      </a:lnTo>
                      <a:lnTo>
                        <a:pt x="27" y="81"/>
                      </a:lnTo>
                      <a:lnTo>
                        <a:pt x="11" y="71"/>
                      </a:lnTo>
                      <a:lnTo>
                        <a:pt x="5" y="56"/>
                      </a:lnTo>
                      <a:lnTo>
                        <a:pt x="0" y="40"/>
                      </a:lnTo>
                      <a:lnTo>
                        <a:pt x="0" y="25"/>
                      </a:lnTo>
                      <a:lnTo>
                        <a:pt x="11" y="10"/>
                      </a:lnTo>
                      <a:lnTo>
                        <a:pt x="0" y="0"/>
                      </a:lnTo>
                    </a:path>
                  </a:pathLst>
                </a:custGeom>
                <a:solidFill>
                  <a:srgbClr val="EAEAEA"/>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CC"/>
                    </a:solidFill>
                    <a:ea typeface="黑体" panose="02010609060101010101" pitchFamily="49" charset="-122"/>
                  </a:endParaRPr>
                </a:p>
              </p:txBody>
            </p:sp>
          </p:grpSp>
          <p:sp>
            <p:nvSpPr>
              <p:cNvPr id="1031249" name="Text Box 82"/>
              <p:cNvSpPr txBox="1">
                <a:spLocks noChangeArrowheads="1"/>
              </p:cNvSpPr>
              <p:nvPr/>
            </p:nvSpPr>
            <p:spPr bwMode="auto">
              <a:xfrm>
                <a:off x="4967" y="1856"/>
                <a:ext cx="342" cy="222"/>
              </a:xfrm>
              <a:prstGeom prst="rect">
                <a:avLst/>
              </a:prstGeom>
              <a:solidFill>
                <a:srgbClr val="EAEAEA"/>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zh-CN" altLang="en-US" sz="2000" b="1">
                    <a:solidFill>
                      <a:srgbClr val="0000CC"/>
                    </a:solidFill>
                    <a:ea typeface="黑体" panose="02010609060101010101" pitchFamily="49" charset="-122"/>
                  </a:rPr>
                  <a:t>网 </a:t>
                </a:r>
                <a:r>
                  <a:rPr lang="en-US" altLang="zh-CN" sz="2000" b="1">
                    <a:solidFill>
                      <a:srgbClr val="0000CC"/>
                    </a:solidFill>
                    <a:ea typeface="黑体" panose="02010609060101010101" pitchFamily="49" charset="-122"/>
                  </a:rPr>
                  <a:t>3</a:t>
                </a:r>
              </a:p>
            </p:txBody>
          </p:sp>
        </p:grpSp>
        <p:grpSp>
          <p:nvGrpSpPr>
            <p:cNvPr id="1031250" name="Group 83"/>
            <p:cNvGrpSpPr>
              <a:grpSpLocks/>
            </p:cNvGrpSpPr>
            <p:nvPr/>
          </p:nvGrpSpPr>
          <p:grpSpPr bwMode="auto">
            <a:xfrm>
              <a:off x="2635" y="1309"/>
              <a:ext cx="743" cy="541"/>
              <a:chOff x="4830" y="1752"/>
              <a:chExt cx="667" cy="477"/>
            </a:xfrm>
          </p:grpSpPr>
          <p:grpSp>
            <p:nvGrpSpPr>
              <p:cNvPr id="1031251" name="Group 84"/>
              <p:cNvGrpSpPr>
                <a:grpSpLocks/>
              </p:cNvGrpSpPr>
              <p:nvPr/>
            </p:nvGrpSpPr>
            <p:grpSpPr bwMode="auto">
              <a:xfrm>
                <a:off x="4830" y="1752"/>
                <a:ext cx="667" cy="477"/>
                <a:chOff x="2949" y="196"/>
                <a:chExt cx="941" cy="598"/>
              </a:xfrm>
            </p:grpSpPr>
            <p:sp>
              <p:nvSpPr>
                <p:cNvPr id="1031252" name="Oval 85"/>
                <p:cNvSpPr>
                  <a:spLocks noChangeArrowheads="1"/>
                </p:cNvSpPr>
                <p:nvPr/>
              </p:nvSpPr>
              <p:spPr bwMode="auto">
                <a:xfrm>
                  <a:off x="3168" y="196"/>
                  <a:ext cx="407" cy="162"/>
                </a:xfrm>
                <a:prstGeom prst="ellipse">
                  <a:avLst/>
                </a:prstGeom>
                <a:solidFill>
                  <a:srgbClr val="EAEAEA"/>
                </a:solidFill>
                <a:ln w="12700">
                  <a:solidFill>
                    <a:schemeClr val="tx1"/>
                  </a:solidFill>
                  <a:round/>
                  <a:headEnd/>
                  <a:tailEnd/>
                </a:ln>
              </p:spPr>
              <p:txBody>
                <a:bodyPr wrap="none" anchor="ctr"/>
                <a:lstStyle/>
                <a:p>
                  <a:pPr eaLnBrk="0" hangingPunct="0"/>
                  <a:endParaRPr lang="zh-CN" altLang="en-US" b="1">
                    <a:solidFill>
                      <a:srgbClr val="0000CC"/>
                    </a:solidFill>
                    <a:ea typeface="黑体" panose="02010609060101010101" pitchFamily="49" charset="-122"/>
                  </a:endParaRPr>
                </a:p>
              </p:txBody>
            </p:sp>
            <p:sp>
              <p:nvSpPr>
                <p:cNvPr id="1031253" name="Oval 86"/>
                <p:cNvSpPr>
                  <a:spLocks noChangeArrowheads="1"/>
                </p:cNvSpPr>
                <p:nvPr/>
              </p:nvSpPr>
              <p:spPr bwMode="auto">
                <a:xfrm rot="900000">
                  <a:off x="3512" y="252"/>
                  <a:ext cx="275" cy="131"/>
                </a:xfrm>
                <a:prstGeom prst="ellipse">
                  <a:avLst/>
                </a:prstGeom>
                <a:solidFill>
                  <a:srgbClr val="EAEAEA"/>
                </a:solidFill>
                <a:ln w="12700">
                  <a:solidFill>
                    <a:schemeClr val="tx1"/>
                  </a:solidFill>
                  <a:round/>
                  <a:headEnd/>
                  <a:tailEnd/>
                </a:ln>
              </p:spPr>
              <p:txBody>
                <a:bodyPr wrap="none" anchor="ctr"/>
                <a:lstStyle/>
                <a:p>
                  <a:pPr eaLnBrk="0" hangingPunct="0"/>
                  <a:endParaRPr lang="zh-CN" altLang="en-US" b="1">
                    <a:solidFill>
                      <a:srgbClr val="0000CC"/>
                    </a:solidFill>
                    <a:ea typeface="黑体" panose="02010609060101010101" pitchFamily="49" charset="-122"/>
                  </a:endParaRPr>
                </a:p>
              </p:txBody>
            </p:sp>
            <p:sp>
              <p:nvSpPr>
                <p:cNvPr id="1031254" name="Oval 87"/>
                <p:cNvSpPr>
                  <a:spLocks noChangeArrowheads="1"/>
                </p:cNvSpPr>
                <p:nvPr/>
              </p:nvSpPr>
              <p:spPr bwMode="auto">
                <a:xfrm rot="1500000">
                  <a:off x="3650" y="385"/>
                  <a:ext cx="240" cy="153"/>
                </a:xfrm>
                <a:prstGeom prst="ellipse">
                  <a:avLst/>
                </a:prstGeom>
                <a:solidFill>
                  <a:srgbClr val="EAEAEA"/>
                </a:solidFill>
                <a:ln w="12700">
                  <a:solidFill>
                    <a:schemeClr val="tx1"/>
                  </a:solidFill>
                  <a:round/>
                  <a:headEnd/>
                  <a:tailEnd/>
                </a:ln>
              </p:spPr>
              <p:txBody>
                <a:bodyPr wrap="none" anchor="ctr"/>
                <a:lstStyle/>
                <a:p>
                  <a:pPr eaLnBrk="0" hangingPunct="0"/>
                  <a:endParaRPr lang="zh-CN" altLang="en-US" b="1">
                    <a:solidFill>
                      <a:srgbClr val="0000CC"/>
                    </a:solidFill>
                    <a:ea typeface="黑体" panose="02010609060101010101" pitchFamily="49" charset="-122"/>
                  </a:endParaRPr>
                </a:p>
              </p:txBody>
            </p:sp>
            <p:sp>
              <p:nvSpPr>
                <p:cNvPr id="1031255" name="Oval 88"/>
                <p:cNvSpPr>
                  <a:spLocks noChangeArrowheads="1"/>
                </p:cNvSpPr>
                <p:nvPr/>
              </p:nvSpPr>
              <p:spPr bwMode="auto">
                <a:xfrm rot="-1560000">
                  <a:off x="3573" y="537"/>
                  <a:ext cx="291" cy="189"/>
                </a:xfrm>
                <a:prstGeom prst="ellipse">
                  <a:avLst/>
                </a:prstGeom>
                <a:solidFill>
                  <a:srgbClr val="EAEAEA"/>
                </a:solidFill>
                <a:ln w="12700">
                  <a:solidFill>
                    <a:schemeClr val="tx1"/>
                  </a:solidFill>
                  <a:round/>
                  <a:headEnd/>
                  <a:tailEnd/>
                </a:ln>
              </p:spPr>
              <p:txBody>
                <a:bodyPr wrap="none" anchor="ctr"/>
                <a:lstStyle/>
                <a:p>
                  <a:pPr eaLnBrk="0" hangingPunct="0"/>
                  <a:endParaRPr lang="zh-CN" altLang="en-US" b="1">
                    <a:solidFill>
                      <a:srgbClr val="0000CC"/>
                    </a:solidFill>
                    <a:ea typeface="黑体" panose="02010609060101010101" pitchFamily="49" charset="-122"/>
                  </a:endParaRPr>
                </a:p>
              </p:txBody>
            </p:sp>
            <p:sp>
              <p:nvSpPr>
                <p:cNvPr id="1031256" name="Oval 89"/>
                <p:cNvSpPr>
                  <a:spLocks noChangeArrowheads="1"/>
                </p:cNvSpPr>
                <p:nvPr/>
              </p:nvSpPr>
              <p:spPr bwMode="auto">
                <a:xfrm>
                  <a:off x="3216" y="555"/>
                  <a:ext cx="471" cy="239"/>
                </a:xfrm>
                <a:prstGeom prst="ellipse">
                  <a:avLst/>
                </a:prstGeom>
                <a:solidFill>
                  <a:srgbClr val="EAEAEA"/>
                </a:solidFill>
                <a:ln w="12700">
                  <a:solidFill>
                    <a:schemeClr val="tx1"/>
                  </a:solidFill>
                  <a:round/>
                  <a:headEnd/>
                  <a:tailEnd/>
                </a:ln>
              </p:spPr>
              <p:txBody>
                <a:bodyPr wrap="none" anchor="ctr"/>
                <a:lstStyle/>
                <a:p>
                  <a:pPr eaLnBrk="0" hangingPunct="0"/>
                  <a:endParaRPr lang="zh-CN" altLang="en-US" b="1">
                    <a:solidFill>
                      <a:srgbClr val="0000CC"/>
                    </a:solidFill>
                    <a:ea typeface="黑体" panose="02010609060101010101" pitchFamily="49" charset="-122"/>
                  </a:endParaRPr>
                </a:p>
              </p:txBody>
            </p:sp>
            <p:sp>
              <p:nvSpPr>
                <p:cNvPr id="1031257" name="Oval 90"/>
                <p:cNvSpPr>
                  <a:spLocks noChangeArrowheads="1"/>
                </p:cNvSpPr>
                <p:nvPr/>
              </p:nvSpPr>
              <p:spPr bwMode="auto">
                <a:xfrm rot="1080000">
                  <a:off x="3023" y="555"/>
                  <a:ext cx="265" cy="156"/>
                </a:xfrm>
                <a:prstGeom prst="ellipse">
                  <a:avLst/>
                </a:prstGeom>
                <a:solidFill>
                  <a:srgbClr val="EAEAEA"/>
                </a:solidFill>
                <a:ln w="12700">
                  <a:solidFill>
                    <a:schemeClr val="tx1"/>
                  </a:solidFill>
                  <a:round/>
                  <a:headEnd/>
                  <a:tailEnd/>
                </a:ln>
              </p:spPr>
              <p:txBody>
                <a:bodyPr wrap="none" anchor="ctr"/>
                <a:lstStyle/>
                <a:p>
                  <a:pPr eaLnBrk="0" hangingPunct="0"/>
                  <a:endParaRPr lang="zh-CN" altLang="en-US" b="1">
                    <a:solidFill>
                      <a:srgbClr val="0000CC"/>
                    </a:solidFill>
                    <a:ea typeface="黑体" panose="02010609060101010101" pitchFamily="49" charset="-122"/>
                  </a:endParaRPr>
                </a:p>
              </p:txBody>
            </p:sp>
            <p:sp>
              <p:nvSpPr>
                <p:cNvPr id="1031258" name="Oval 91"/>
                <p:cNvSpPr>
                  <a:spLocks noChangeArrowheads="1"/>
                </p:cNvSpPr>
                <p:nvPr/>
              </p:nvSpPr>
              <p:spPr bwMode="auto">
                <a:xfrm>
                  <a:off x="2949" y="432"/>
                  <a:ext cx="217" cy="156"/>
                </a:xfrm>
                <a:prstGeom prst="ellipse">
                  <a:avLst/>
                </a:prstGeom>
                <a:solidFill>
                  <a:srgbClr val="EAEAEA"/>
                </a:solidFill>
                <a:ln w="12700">
                  <a:solidFill>
                    <a:schemeClr val="tx1"/>
                  </a:solidFill>
                  <a:round/>
                  <a:headEnd/>
                  <a:tailEnd/>
                </a:ln>
              </p:spPr>
              <p:txBody>
                <a:bodyPr wrap="none" anchor="ctr"/>
                <a:lstStyle/>
                <a:p>
                  <a:pPr eaLnBrk="0" hangingPunct="0"/>
                  <a:endParaRPr lang="zh-CN" altLang="en-US" b="1">
                    <a:solidFill>
                      <a:srgbClr val="0000CC"/>
                    </a:solidFill>
                    <a:ea typeface="黑体" panose="02010609060101010101" pitchFamily="49" charset="-122"/>
                  </a:endParaRPr>
                </a:p>
              </p:txBody>
            </p:sp>
            <p:sp>
              <p:nvSpPr>
                <p:cNvPr id="1031259" name="Oval 92"/>
                <p:cNvSpPr>
                  <a:spLocks noChangeArrowheads="1"/>
                </p:cNvSpPr>
                <p:nvPr/>
              </p:nvSpPr>
              <p:spPr bwMode="auto">
                <a:xfrm rot="-1860000">
                  <a:off x="2984" y="310"/>
                  <a:ext cx="295" cy="156"/>
                </a:xfrm>
                <a:prstGeom prst="ellipse">
                  <a:avLst/>
                </a:prstGeom>
                <a:solidFill>
                  <a:srgbClr val="EAEAEA"/>
                </a:solidFill>
                <a:ln w="12700">
                  <a:solidFill>
                    <a:schemeClr val="tx1"/>
                  </a:solidFill>
                  <a:round/>
                  <a:headEnd/>
                  <a:tailEnd/>
                </a:ln>
              </p:spPr>
              <p:txBody>
                <a:bodyPr wrap="none" anchor="ctr"/>
                <a:lstStyle/>
                <a:p>
                  <a:pPr eaLnBrk="0" hangingPunct="0"/>
                  <a:endParaRPr lang="zh-CN" altLang="en-US" b="1">
                    <a:solidFill>
                      <a:srgbClr val="0000CC"/>
                    </a:solidFill>
                    <a:ea typeface="黑体" panose="02010609060101010101" pitchFamily="49" charset="-122"/>
                  </a:endParaRPr>
                </a:p>
              </p:txBody>
            </p:sp>
            <p:sp>
              <p:nvSpPr>
                <p:cNvPr id="1031260" name="Freeform 93"/>
                <p:cNvSpPr>
                  <a:spLocks noChangeArrowheads="1"/>
                </p:cNvSpPr>
                <p:nvPr/>
              </p:nvSpPr>
              <p:spPr bwMode="auto">
                <a:xfrm>
                  <a:off x="3051" y="300"/>
                  <a:ext cx="738" cy="407"/>
                </a:xfrm>
                <a:custGeom>
                  <a:avLst/>
                  <a:gdLst>
                    <a:gd name="T0" fmla="*/ 108 w 738"/>
                    <a:gd name="T1" fmla="*/ 82 h 407"/>
                    <a:gd name="T2" fmla="*/ 145 w 738"/>
                    <a:gd name="T3" fmla="*/ 77 h 407"/>
                    <a:gd name="T4" fmla="*/ 183 w 738"/>
                    <a:gd name="T5" fmla="*/ 72 h 407"/>
                    <a:gd name="T6" fmla="*/ 215 w 738"/>
                    <a:gd name="T7" fmla="*/ 67 h 407"/>
                    <a:gd name="T8" fmla="*/ 237 w 738"/>
                    <a:gd name="T9" fmla="*/ 46 h 407"/>
                    <a:gd name="T10" fmla="*/ 204 w 738"/>
                    <a:gd name="T11" fmla="*/ 41 h 407"/>
                    <a:gd name="T12" fmla="*/ 172 w 738"/>
                    <a:gd name="T13" fmla="*/ 46 h 407"/>
                    <a:gd name="T14" fmla="*/ 156 w 738"/>
                    <a:gd name="T15" fmla="*/ 46 h 407"/>
                    <a:gd name="T16" fmla="*/ 188 w 738"/>
                    <a:gd name="T17" fmla="*/ 26 h 407"/>
                    <a:gd name="T18" fmla="*/ 226 w 738"/>
                    <a:gd name="T19" fmla="*/ 15 h 407"/>
                    <a:gd name="T20" fmla="*/ 258 w 738"/>
                    <a:gd name="T21" fmla="*/ 10 h 407"/>
                    <a:gd name="T22" fmla="*/ 290 w 738"/>
                    <a:gd name="T23" fmla="*/ 5 h 407"/>
                    <a:gd name="T24" fmla="*/ 323 w 738"/>
                    <a:gd name="T25" fmla="*/ 0 h 407"/>
                    <a:gd name="T26" fmla="*/ 355 w 738"/>
                    <a:gd name="T27" fmla="*/ 0 h 407"/>
                    <a:gd name="T28" fmla="*/ 387 w 738"/>
                    <a:gd name="T29" fmla="*/ 0 h 407"/>
                    <a:gd name="T30" fmla="*/ 463 w 738"/>
                    <a:gd name="T31" fmla="*/ 0 h 407"/>
                    <a:gd name="T32" fmla="*/ 506 w 738"/>
                    <a:gd name="T33" fmla="*/ 0 h 407"/>
                    <a:gd name="T34" fmla="*/ 543 w 738"/>
                    <a:gd name="T35" fmla="*/ 15 h 407"/>
                    <a:gd name="T36" fmla="*/ 570 w 738"/>
                    <a:gd name="T37" fmla="*/ 36 h 407"/>
                    <a:gd name="T38" fmla="*/ 603 w 738"/>
                    <a:gd name="T39" fmla="*/ 51 h 407"/>
                    <a:gd name="T40" fmla="*/ 635 w 738"/>
                    <a:gd name="T41" fmla="*/ 57 h 407"/>
                    <a:gd name="T42" fmla="*/ 667 w 738"/>
                    <a:gd name="T43" fmla="*/ 77 h 407"/>
                    <a:gd name="T44" fmla="*/ 694 w 738"/>
                    <a:gd name="T45" fmla="*/ 98 h 407"/>
                    <a:gd name="T46" fmla="*/ 715 w 738"/>
                    <a:gd name="T47" fmla="*/ 128 h 407"/>
                    <a:gd name="T48" fmla="*/ 721 w 738"/>
                    <a:gd name="T49" fmla="*/ 164 h 407"/>
                    <a:gd name="T50" fmla="*/ 726 w 738"/>
                    <a:gd name="T51" fmla="*/ 195 h 407"/>
                    <a:gd name="T52" fmla="*/ 726 w 738"/>
                    <a:gd name="T53" fmla="*/ 226 h 407"/>
                    <a:gd name="T54" fmla="*/ 726 w 738"/>
                    <a:gd name="T55" fmla="*/ 257 h 407"/>
                    <a:gd name="T56" fmla="*/ 737 w 738"/>
                    <a:gd name="T57" fmla="*/ 288 h 407"/>
                    <a:gd name="T58" fmla="*/ 737 w 738"/>
                    <a:gd name="T59" fmla="*/ 319 h 407"/>
                    <a:gd name="T60" fmla="*/ 715 w 738"/>
                    <a:gd name="T61" fmla="*/ 349 h 407"/>
                    <a:gd name="T62" fmla="*/ 678 w 738"/>
                    <a:gd name="T63" fmla="*/ 365 h 407"/>
                    <a:gd name="T64" fmla="*/ 646 w 738"/>
                    <a:gd name="T65" fmla="*/ 380 h 407"/>
                    <a:gd name="T66" fmla="*/ 613 w 738"/>
                    <a:gd name="T67" fmla="*/ 396 h 407"/>
                    <a:gd name="T68" fmla="*/ 581 w 738"/>
                    <a:gd name="T69" fmla="*/ 401 h 407"/>
                    <a:gd name="T70" fmla="*/ 538 w 738"/>
                    <a:gd name="T71" fmla="*/ 406 h 407"/>
                    <a:gd name="T72" fmla="*/ 500 w 738"/>
                    <a:gd name="T73" fmla="*/ 406 h 407"/>
                    <a:gd name="T74" fmla="*/ 468 w 738"/>
                    <a:gd name="T75" fmla="*/ 406 h 407"/>
                    <a:gd name="T76" fmla="*/ 436 w 738"/>
                    <a:gd name="T77" fmla="*/ 406 h 407"/>
                    <a:gd name="T78" fmla="*/ 403 w 738"/>
                    <a:gd name="T79" fmla="*/ 406 h 407"/>
                    <a:gd name="T80" fmla="*/ 371 w 738"/>
                    <a:gd name="T81" fmla="*/ 406 h 407"/>
                    <a:gd name="T82" fmla="*/ 339 w 738"/>
                    <a:gd name="T83" fmla="*/ 406 h 407"/>
                    <a:gd name="T84" fmla="*/ 307 w 738"/>
                    <a:gd name="T85" fmla="*/ 406 h 407"/>
                    <a:gd name="T86" fmla="*/ 269 w 738"/>
                    <a:gd name="T87" fmla="*/ 406 h 407"/>
                    <a:gd name="T88" fmla="*/ 237 w 738"/>
                    <a:gd name="T89" fmla="*/ 406 h 407"/>
                    <a:gd name="T90" fmla="*/ 204 w 738"/>
                    <a:gd name="T91" fmla="*/ 406 h 407"/>
                    <a:gd name="T92" fmla="*/ 172 w 738"/>
                    <a:gd name="T93" fmla="*/ 391 h 407"/>
                    <a:gd name="T94" fmla="*/ 140 w 738"/>
                    <a:gd name="T95" fmla="*/ 380 h 407"/>
                    <a:gd name="T96" fmla="*/ 108 w 738"/>
                    <a:gd name="T97" fmla="*/ 365 h 407"/>
                    <a:gd name="T98" fmla="*/ 81 w 738"/>
                    <a:gd name="T99" fmla="*/ 339 h 407"/>
                    <a:gd name="T100" fmla="*/ 59 w 738"/>
                    <a:gd name="T101" fmla="*/ 319 h 407"/>
                    <a:gd name="T102" fmla="*/ 38 w 738"/>
                    <a:gd name="T103" fmla="*/ 288 h 407"/>
                    <a:gd name="T104" fmla="*/ 16 w 738"/>
                    <a:gd name="T105" fmla="*/ 252 h 407"/>
                    <a:gd name="T106" fmla="*/ 0 w 738"/>
                    <a:gd name="T107" fmla="*/ 216 h 407"/>
                    <a:gd name="T108" fmla="*/ 0 w 738"/>
                    <a:gd name="T109" fmla="*/ 185 h 407"/>
                    <a:gd name="T110" fmla="*/ 5 w 738"/>
                    <a:gd name="T111" fmla="*/ 149 h 407"/>
                    <a:gd name="T112" fmla="*/ 27 w 738"/>
                    <a:gd name="T113" fmla="*/ 123 h 407"/>
                    <a:gd name="T114" fmla="*/ 54 w 738"/>
                    <a:gd name="T115" fmla="*/ 108 h 407"/>
                    <a:gd name="T116" fmla="*/ 86 w 738"/>
                    <a:gd name="T117" fmla="*/ 98 h 407"/>
                    <a:gd name="T118" fmla="*/ 113 w 738"/>
                    <a:gd name="T119" fmla="*/ 82 h 407"/>
                    <a:gd name="T120" fmla="*/ 129 w 738"/>
                    <a:gd name="T121" fmla="*/ 98 h 40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Lst>
                  <a:rect l="0" t="0" r="r" b="b"/>
                  <a:pathLst>
                    <a:path w="738" h="407">
                      <a:moveTo>
                        <a:pt x="91" y="82"/>
                      </a:moveTo>
                      <a:lnTo>
                        <a:pt x="108" y="82"/>
                      </a:lnTo>
                      <a:lnTo>
                        <a:pt x="124" y="82"/>
                      </a:lnTo>
                      <a:lnTo>
                        <a:pt x="145" y="77"/>
                      </a:lnTo>
                      <a:lnTo>
                        <a:pt x="161" y="77"/>
                      </a:lnTo>
                      <a:lnTo>
                        <a:pt x="183" y="72"/>
                      </a:lnTo>
                      <a:lnTo>
                        <a:pt x="199" y="72"/>
                      </a:lnTo>
                      <a:lnTo>
                        <a:pt x="215" y="67"/>
                      </a:lnTo>
                      <a:lnTo>
                        <a:pt x="231" y="62"/>
                      </a:lnTo>
                      <a:lnTo>
                        <a:pt x="237" y="46"/>
                      </a:lnTo>
                      <a:lnTo>
                        <a:pt x="221" y="41"/>
                      </a:lnTo>
                      <a:lnTo>
                        <a:pt x="204" y="41"/>
                      </a:lnTo>
                      <a:lnTo>
                        <a:pt x="188" y="46"/>
                      </a:lnTo>
                      <a:lnTo>
                        <a:pt x="172" y="46"/>
                      </a:lnTo>
                      <a:lnTo>
                        <a:pt x="156" y="62"/>
                      </a:lnTo>
                      <a:lnTo>
                        <a:pt x="156" y="46"/>
                      </a:lnTo>
                      <a:lnTo>
                        <a:pt x="172" y="36"/>
                      </a:lnTo>
                      <a:lnTo>
                        <a:pt x="188" y="26"/>
                      </a:lnTo>
                      <a:lnTo>
                        <a:pt x="210" y="21"/>
                      </a:lnTo>
                      <a:lnTo>
                        <a:pt x="226" y="15"/>
                      </a:lnTo>
                      <a:lnTo>
                        <a:pt x="242" y="15"/>
                      </a:lnTo>
                      <a:lnTo>
                        <a:pt x="258" y="10"/>
                      </a:lnTo>
                      <a:lnTo>
                        <a:pt x="274" y="10"/>
                      </a:lnTo>
                      <a:lnTo>
                        <a:pt x="290" y="5"/>
                      </a:lnTo>
                      <a:lnTo>
                        <a:pt x="307" y="5"/>
                      </a:lnTo>
                      <a:lnTo>
                        <a:pt x="323" y="0"/>
                      </a:lnTo>
                      <a:lnTo>
                        <a:pt x="339" y="0"/>
                      </a:lnTo>
                      <a:lnTo>
                        <a:pt x="355" y="0"/>
                      </a:lnTo>
                      <a:lnTo>
                        <a:pt x="371" y="0"/>
                      </a:lnTo>
                      <a:lnTo>
                        <a:pt x="387" y="0"/>
                      </a:lnTo>
                      <a:lnTo>
                        <a:pt x="420" y="0"/>
                      </a:lnTo>
                      <a:lnTo>
                        <a:pt x="463" y="0"/>
                      </a:lnTo>
                      <a:lnTo>
                        <a:pt x="484" y="0"/>
                      </a:lnTo>
                      <a:lnTo>
                        <a:pt x="506" y="0"/>
                      </a:lnTo>
                      <a:lnTo>
                        <a:pt x="527" y="5"/>
                      </a:lnTo>
                      <a:lnTo>
                        <a:pt x="543" y="15"/>
                      </a:lnTo>
                      <a:lnTo>
                        <a:pt x="554" y="31"/>
                      </a:lnTo>
                      <a:lnTo>
                        <a:pt x="570" y="36"/>
                      </a:lnTo>
                      <a:lnTo>
                        <a:pt x="586" y="46"/>
                      </a:lnTo>
                      <a:lnTo>
                        <a:pt x="603" y="51"/>
                      </a:lnTo>
                      <a:lnTo>
                        <a:pt x="619" y="51"/>
                      </a:lnTo>
                      <a:lnTo>
                        <a:pt x="635" y="57"/>
                      </a:lnTo>
                      <a:lnTo>
                        <a:pt x="651" y="67"/>
                      </a:lnTo>
                      <a:lnTo>
                        <a:pt x="667" y="77"/>
                      </a:lnTo>
                      <a:lnTo>
                        <a:pt x="678" y="93"/>
                      </a:lnTo>
                      <a:lnTo>
                        <a:pt x="694" y="98"/>
                      </a:lnTo>
                      <a:lnTo>
                        <a:pt x="699" y="113"/>
                      </a:lnTo>
                      <a:lnTo>
                        <a:pt x="715" y="128"/>
                      </a:lnTo>
                      <a:lnTo>
                        <a:pt x="721" y="149"/>
                      </a:lnTo>
                      <a:lnTo>
                        <a:pt x="721" y="164"/>
                      </a:lnTo>
                      <a:lnTo>
                        <a:pt x="726" y="180"/>
                      </a:lnTo>
                      <a:lnTo>
                        <a:pt x="726" y="195"/>
                      </a:lnTo>
                      <a:lnTo>
                        <a:pt x="726" y="211"/>
                      </a:lnTo>
                      <a:lnTo>
                        <a:pt x="726" y="226"/>
                      </a:lnTo>
                      <a:lnTo>
                        <a:pt x="726" y="242"/>
                      </a:lnTo>
                      <a:lnTo>
                        <a:pt x="726" y="257"/>
                      </a:lnTo>
                      <a:lnTo>
                        <a:pt x="737" y="272"/>
                      </a:lnTo>
                      <a:lnTo>
                        <a:pt x="737" y="288"/>
                      </a:lnTo>
                      <a:lnTo>
                        <a:pt x="737" y="303"/>
                      </a:lnTo>
                      <a:lnTo>
                        <a:pt x="737" y="319"/>
                      </a:lnTo>
                      <a:lnTo>
                        <a:pt x="732" y="334"/>
                      </a:lnTo>
                      <a:lnTo>
                        <a:pt x="715" y="349"/>
                      </a:lnTo>
                      <a:lnTo>
                        <a:pt x="694" y="360"/>
                      </a:lnTo>
                      <a:lnTo>
                        <a:pt x="678" y="365"/>
                      </a:lnTo>
                      <a:lnTo>
                        <a:pt x="662" y="375"/>
                      </a:lnTo>
                      <a:lnTo>
                        <a:pt x="646" y="380"/>
                      </a:lnTo>
                      <a:lnTo>
                        <a:pt x="629" y="385"/>
                      </a:lnTo>
                      <a:lnTo>
                        <a:pt x="613" y="396"/>
                      </a:lnTo>
                      <a:lnTo>
                        <a:pt x="597" y="401"/>
                      </a:lnTo>
                      <a:lnTo>
                        <a:pt x="581" y="401"/>
                      </a:lnTo>
                      <a:lnTo>
                        <a:pt x="559" y="406"/>
                      </a:lnTo>
                      <a:lnTo>
                        <a:pt x="538" y="406"/>
                      </a:lnTo>
                      <a:lnTo>
                        <a:pt x="522" y="406"/>
                      </a:lnTo>
                      <a:lnTo>
                        <a:pt x="500" y="406"/>
                      </a:lnTo>
                      <a:lnTo>
                        <a:pt x="484" y="406"/>
                      </a:lnTo>
                      <a:lnTo>
                        <a:pt x="468" y="406"/>
                      </a:lnTo>
                      <a:lnTo>
                        <a:pt x="452" y="406"/>
                      </a:lnTo>
                      <a:lnTo>
                        <a:pt x="436" y="406"/>
                      </a:lnTo>
                      <a:lnTo>
                        <a:pt x="420" y="406"/>
                      </a:lnTo>
                      <a:lnTo>
                        <a:pt x="403" y="406"/>
                      </a:lnTo>
                      <a:lnTo>
                        <a:pt x="387" y="406"/>
                      </a:lnTo>
                      <a:lnTo>
                        <a:pt x="371" y="406"/>
                      </a:lnTo>
                      <a:lnTo>
                        <a:pt x="355" y="406"/>
                      </a:lnTo>
                      <a:lnTo>
                        <a:pt x="339" y="406"/>
                      </a:lnTo>
                      <a:lnTo>
                        <a:pt x="323" y="406"/>
                      </a:lnTo>
                      <a:lnTo>
                        <a:pt x="307" y="406"/>
                      </a:lnTo>
                      <a:lnTo>
                        <a:pt x="285" y="406"/>
                      </a:lnTo>
                      <a:lnTo>
                        <a:pt x="269" y="406"/>
                      </a:lnTo>
                      <a:lnTo>
                        <a:pt x="253" y="406"/>
                      </a:lnTo>
                      <a:lnTo>
                        <a:pt x="237" y="406"/>
                      </a:lnTo>
                      <a:lnTo>
                        <a:pt x="221" y="406"/>
                      </a:lnTo>
                      <a:lnTo>
                        <a:pt x="204" y="406"/>
                      </a:lnTo>
                      <a:lnTo>
                        <a:pt x="188" y="396"/>
                      </a:lnTo>
                      <a:lnTo>
                        <a:pt x="172" y="391"/>
                      </a:lnTo>
                      <a:lnTo>
                        <a:pt x="156" y="385"/>
                      </a:lnTo>
                      <a:lnTo>
                        <a:pt x="140" y="380"/>
                      </a:lnTo>
                      <a:lnTo>
                        <a:pt x="124" y="375"/>
                      </a:lnTo>
                      <a:lnTo>
                        <a:pt x="108" y="365"/>
                      </a:lnTo>
                      <a:lnTo>
                        <a:pt x="91" y="355"/>
                      </a:lnTo>
                      <a:lnTo>
                        <a:pt x="81" y="339"/>
                      </a:lnTo>
                      <a:lnTo>
                        <a:pt x="65" y="334"/>
                      </a:lnTo>
                      <a:lnTo>
                        <a:pt x="59" y="319"/>
                      </a:lnTo>
                      <a:lnTo>
                        <a:pt x="43" y="303"/>
                      </a:lnTo>
                      <a:lnTo>
                        <a:pt x="38" y="288"/>
                      </a:lnTo>
                      <a:lnTo>
                        <a:pt x="22" y="272"/>
                      </a:lnTo>
                      <a:lnTo>
                        <a:pt x="16" y="252"/>
                      </a:lnTo>
                      <a:lnTo>
                        <a:pt x="5" y="231"/>
                      </a:lnTo>
                      <a:lnTo>
                        <a:pt x="0" y="216"/>
                      </a:lnTo>
                      <a:lnTo>
                        <a:pt x="0" y="200"/>
                      </a:lnTo>
                      <a:lnTo>
                        <a:pt x="0" y="185"/>
                      </a:lnTo>
                      <a:lnTo>
                        <a:pt x="0" y="170"/>
                      </a:lnTo>
                      <a:lnTo>
                        <a:pt x="5" y="149"/>
                      </a:lnTo>
                      <a:lnTo>
                        <a:pt x="11" y="134"/>
                      </a:lnTo>
                      <a:lnTo>
                        <a:pt x="27" y="123"/>
                      </a:lnTo>
                      <a:lnTo>
                        <a:pt x="38" y="108"/>
                      </a:lnTo>
                      <a:lnTo>
                        <a:pt x="54" y="108"/>
                      </a:lnTo>
                      <a:lnTo>
                        <a:pt x="70" y="103"/>
                      </a:lnTo>
                      <a:lnTo>
                        <a:pt x="86" y="98"/>
                      </a:lnTo>
                      <a:lnTo>
                        <a:pt x="102" y="98"/>
                      </a:lnTo>
                      <a:lnTo>
                        <a:pt x="113" y="82"/>
                      </a:lnTo>
                      <a:lnTo>
                        <a:pt x="113" y="67"/>
                      </a:lnTo>
                      <a:lnTo>
                        <a:pt x="129" y="98"/>
                      </a:lnTo>
                    </a:path>
                  </a:pathLst>
                </a:custGeom>
                <a:solidFill>
                  <a:srgbClr val="EAEAEA"/>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CC"/>
                    </a:solidFill>
                    <a:ea typeface="黑体" panose="02010609060101010101" pitchFamily="49" charset="-122"/>
                  </a:endParaRPr>
                </a:p>
              </p:txBody>
            </p:sp>
            <p:sp>
              <p:nvSpPr>
                <p:cNvPr id="1031261" name="Freeform 94"/>
                <p:cNvSpPr>
                  <a:spLocks noChangeArrowheads="1"/>
                </p:cNvSpPr>
                <p:nvPr/>
              </p:nvSpPr>
              <p:spPr bwMode="auto">
                <a:xfrm>
                  <a:off x="3193" y="270"/>
                  <a:ext cx="117" cy="118"/>
                </a:xfrm>
                <a:custGeom>
                  <a:avLst/>
                  <a:gdLst>
                    <a:gd name="T0" fmla="*/ 5 w 117"/>
                    <a:gd name="T1" fmla="*/ 66 h 118"/>
                    <a:gd name="T2" fmla="*/ 0 w 117"/>
                    <a:gd name="T3" fmla="*/ 51 h 118"/>
                    <a:gd name="T4" fmla="*/ 0 w 117"/>
                    <a:gd name="T5" fmla="*/ 36 h 118"/>
                    <a:gd name="T6" fmla="*/ 16 w 117"/>
                    <a:gd name="T7" fmla="*/ 25 h 118"/>
                    <a:gd name="T8" fmla="*/ 32 w 117"/>
                    <a:gd name="T9" fmla="*/ 15 h 118"/>
                    <a:gd name="T10" fmla="*/ 47 w 117"/>
                    <a:gd name="T11" fmla="*/ 0 h 118"/>
                    <a:gd name="T12" fmla="*/ 63 w 117"/>
                    <a:gd name="T13" fmla="*/ 0 h 118"/>
                    <a:gd name="T14" fmla="*/ 79 w 117"/>
                    <a:gd name="T15" fmla="*/ 0 h 118"/>
                    <a:gd name="T16" fmla="*/ 84 w 117"/>
                    <a:gd name="T17" fmla="*/ 15 h 118"/>
                    <a:gd name="T18" fmla="*/ 95 w 117"/>
                    <a:gd name="T19" fmla="*/ 31 h 118"/>
                    <a:gd name="T20" fmla="*/ 105 w 117"/>
                    <a:gd name="T21" fmla="*/ 46 h 118"/>
                    <a:gd name="T22" fmla="*/ 111 w 117"/>
                    <a:gd name="T23" fmla="*/ 61 h 118"/>
                    <a:gd name="T24" fmla="*/ 116 w 117"/>
                    <a:gd name="T25" fmla="*/ 76 h 118"/>
                    <a:gd name="T26" fmla="*/ 116 w 117"/>
                    <a:gd name="T27" fmla="*/ 92 h 118"/>
                    <a:gd name="T28" fmla="*/ 116 w 117"/>
                    <a:gd name="T29" fmla="*/ 107 h 118"/>
                    <a:gd name="T30" fmla="*/ 100 w 117"/>
                    <a:gd name="T31" fmla="*/ 117 h 118"/>
                    <a:gd name="T32" fmla="*/ 84 w 117"/>
                    <a:gd name="T33" fmla="*/ 117 h 118"/>
                    <a:gd name="T34" fmla="*/ 69 w 117"/>
                    <a:gd name="T35" fmla="*/ 117 h 118"/>
                    <a:gd name="T36" fmla="*/ 53 w 117"/>
                    <a:gd name="T37" fmla="*/ 117 h 118"/>
                    <a:gd name="T38" fmla="*/ 37 w 117"/>
                    <a:gd name="T39" fmla="*/ 112 h 118"/>
                    <a:gd name="T40" fmla="*/ 21 w 117"/>
                    <a:gd name="T41" fmla="*/ 102 h 118"/>
                    <a:gd name="T42" fmla="*/ 11 w 117"/>
                    <a:gd name="T43" fmla="*/ 86 h 118"/>
                    <a:gd name="T44" fmla="*/ 5 w 117"/>
                    <a:gd name="T45" fmla="*/ 71 h 118"/>
                    <a:gd name="T46" fmla="*/ 5 w 117"/>
                    <a:gd name="T47" fmla="*/ 66 h 1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117" h="118">
                      <a:moveTo>
                        <a:pt x="5" y="66"/>
                      </a:moveTo>
                      <a:lnTo>
                        <a:pt x="0" y="51"/>
                      </a:lnTo>
                      <a:lnTo>
                        <a:pt x="0" y="36"/>
                      </a:lnTo>
                      <a:lnTo>
                        <a:pt x="16" y="25"/>
                      </a:lnTo>
                      <a:lnTo>
                        <a:pt x="32" y="15"/>
                      </a:lnTo>
                      <a:lnTo>
                        <a:pt x="47" y="0"/>
                      </a:lnTo>
                      <a:lnTo>
                        <a:pt x="63" y="0"/>
                      </a:lnTo>
                      <a:lnTo>
                        <a:pt x="79" y="0"/>
                      </a:lnTo>
                      <a:lnTo>
                        <a:pt x="84" y="15"/>
                      </a:lnTo>
                      <a:lnTo>
                        <a:pt x="95" y="31"/>
                      </a:lnTo>
                      <a:lnTo>
                        <a:pt x="105" y="46"/>
                      </a:lnTo>
                      <a:lnTo>
                        <a:pt x="111" y="61"/>
                      </a:lnTo>
                      <a:lnTo>
                        <a:pt x="116" y="76"/>
                      </a:lnTo>
                      <a:lnTo>
                        <a:pt x="116" y="92"/>
                      </a:lnTo>
                      <a:lnTo>
                        <a:pt x="116" y="107"/>
                      </a:lnTo>
                      <a:lnTo>
                        <a:pt x="100" y="117"/>
                      </a:lnTo>
                      <a:lnTo>
                        <a:pt x="84" y="117"/>
                      </a:lnTo>
                      <a:lnTo>
                        <a:pt x="69" y="117"/>
                      </a:lnTo>
                      <a:lnTo>
                        <a:pt x="53" y="117"/>
                      </a:lnTo>
                      <a:lnTo>
                        <a:pt x="37" y="112"/>
                      </a:lnTo>
                      <a:lnTo>
                        <a:pt x="21" y="102"/>
                      </a:lnTo>
                      <a:lnTo>
                        <a:pt x="11" y="86"/>
                      </a:lnTo>
                      <a:lnTo>
                        <a:pt x="5" y="71"/>
                      </a:lnTo>
                      <a:lnTo>
                        <a:pt x="5" y="66"/>
                      </a:lnTo>
                    </a:path>
                  </a:pathLst>
                </a:custGeom>
                <a:solidFill>
                  <a:srgbClr val="EAEAEA"/>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CC"/>
                    </a:solidFill>
                    <a:ea typeface="黑体" panose="02010609060101010101" pitchFamily="49" charset="-122"/>
                  </a:endParaRPr>
                </a:p>
              </p:txBody>
            </p:sp>
            <p:sp>
              <p:nvSpPr>
                <p:cNvPr id="1031262" name="Freeform 95"/>
                <p:cNvSpPr>
                  <a:spLocks noChangeArrowheads="1"/>
                </p:cNvSpPr>
                <p:nvPr/>
              </p:nvSpPr>
              <p:spPr bwMode="auto">
                <a:xfrm>
                  <a:off x="3469" y="239"/>
                  <a:ext cx="82" cy="87"/>
                </a:xfrm>
                <a:custGeom>
                  <a:avLst/>
                  <a:gdLst>
                    <a:gd name="T0" fmla="*/ 0 w 82"/>
                    <a:gd name="T1" fmla="*/ 0 h 87"/>
                    <a:gd name="T2" fmla="*/ 16 w 82"/>
                    <a:gd name="T3" fmla="*/ 10 h 87"/>
                    <a:gd name="T4" fmla="*/ 32 w 82"/>
                    <a:gd name="T5" fmla="*/ 20 h 87"/>
                    <a:gd name="T6" fmla="*/ 49 w 82"/>
                    <a:gd name="T7" fmla="*/ 20 h 87"/>
                    <a:gd name="T8" fmla="*/ 65 w 82"/>
                    <a:gd name="T9" fmla="*/ 30 h 87"/>
                    <a:gd name="T10" fmla="*/ 76 w 82"/>
                    <a:gd name="T11" fmla="*/ 46 h 87"/>
                    <a:gd name="T12" fmla="*/ 81 w 82"/>
                    <a:gd name="T13" fmla="*/ 61 h 87"/>
                    <a:gd name="T14" fmla="*/ 81 w 82"/>
                    <a:gd name="T15" fmla="*/ 76 h 87"/>
                    <a:gd name="T16" fmla="*/ 65 w 82"/>
                    <a:gd name="T17" fmla="*/ 86 h 87"/>
                    <a:gd name="T18" fmla="*/ 49 w 82"/>
                    <a:gd name="T19" fmla="*/ 86 h 87"/>
                    <a:gd name="T20" fmla="*/ 27 w 82"/>
                    <a:gd name="T21" fmla="*/ 81 h 87"/>
                    <a:gd name="T22" fmla="*/ 11 w 82"/>
                    <a:gd name="T23" fmla="*/ 71 h 87"/>
                    <a:gd name="T24" fmla="*/ 5 w 82"/>
                    <a:gd name="T25" fmla="*/ 56 h 87"/>
                    <a:gd name="T26" fmla="*/ 0 w 82"/>
                    <a:gd name="T27" fmla="*/ 40 h 87"/>
                    <a:gd name="T28" fmla="*/ 0 w 82"/>
                    <a:gd name="T29" fmla="*/ 25 h 87"/>
                    <a:gd name="T30" fmla="*/ 11 w 82"/>
                    <a:gd name="T31" fmla="*/ 10 h 87"/>
                    <a:gd name="T32" fmla="*/ 0 w 82"/>
                    <a:gd name="T33" fmla="*/ 0 h 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82" h="87">
                      <a:moveTo>
                        <a:pt x="0" y="0"/>
                      </a:moveTo>
                      <a:lnTo>
                        <a:pt x="16" y="10"/>
                      </a:lnTo>
                      <a:lnTo>
                        <a:pt x="32" y="20"/>
                      </a:lnTo>
                      <a:lnTo>
                        <a:pt x="49" y="20"/>
                      </a:lnTo>
                      <a:lnTo>
                        <a:pt x="65" y="30"/>
                      </a:lnTo>
                      <a:lnTo>
                        <a:pt x="76" y="46"/>
                      </a:lnTo>
                      <a:lnTo>
                        <a:pt x="81" y="61"/>
                      </a:lnTo>
                      <a:lnTo>
                        <a:pt x="81" y="76"/>
                      </a:lnTo>
                      <a:lnTo>
                        <a:pt x="65" y="86"/>
                      </a:lnTo>
                      <a:lnTo>
                        <a:pt x="49" y="86"/>
                      </a:lnTo>
                      <a:lnTo>
                        <a:pt x="27" y="81"/>
                      </a:lnTo>
                      <a:lnTo>
                        <a:pt x="11" y="71"/>
                      </a:lnTo>
                      <a:lnTo>
                        <a:pt x="5" y="56"/>
                      </a:lnTo>
                      <a:lnTo>
                        <a:pt x="0" y="40"/>
                      </a:lnTo>
                      <a:lnTo>
                        <a:pt x="0" y="25"/>
                      </a:lnTo>
                      <a:lnTo>
                        <a:pt x="11" y="10"/>
                      </a:lnTo>
                      <a:lnTo>
                        <a:pt x="0" y="0"/>
                      </a:lnTo>
                    </a:path>
                  </a:pathLst>
                </a:custGeom>
                <a:solidFill>
                  <a:srgbClr val="EAEAEA"/>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CC"/>
                    </a:solidFill>
                    <a:ea typeface="黑体" panose="02010609060101010101" pitchFamily="49" charset="-122"/>
                  </a:endParaRPr>
                </a:p>
              </p:txBody>
            </p:sp>
          </p:grpSp>
          <p:sp>
            <p:nvSpPr>
              <p:cNvPr id="1031263" name="Text Box 96"/>
              <p:cNvSpPr txBox="1">
                <a:spLocks noChangeArrowheads="1"/>
              </p:cNvSpPr>
              <p:nvPr/>
            </p:nvSpPr>
            <p:spPr bwMode="auto">
              <a:xfrm>
                <a:off x="4967" y="1856"/>
                <a:ext cx="342" cy="222"/>
              </a:xfrm>
              <a:prstGeom prst="rect">
                <a:avLst/>
              </a:prstGeom>
              <a:solidFill>
                <a:srgbClr val="EAEAEA"/>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zh-CN" altLang="en-US" sz="2000" b="1">
                    <a:solidFill>
                      <a:srgbClr val="0000CC"/>
                    </a:solidFill>
                    <a:ea typeface="黑体" panose="02010609060101010101" pitchFamily="49" charset="-122"/>
                  </a:rPr>
                  <a:t>网 </a:t>
                </a:r>
                <a:r>
                  <a:rPr lang="en-US" altLang="zh-CN" sz="2000" b="1">
                    <a:solidFill>
                      <a:srgbClr val="0000CC"/>
                    </a:solidFill>
                    <a:ea typeface="黑体" panose="02010609060101010101" pitchFamily="49" charset="-122"/>
                  </a:rPr>
                  <a:t>2</a:t>
                </a:r>
              </a:p>
            </p:txBody>
          </p:sp>
        </p:grpSp>
        <p:grpSp>
          <p:nvGrpSpPr>
            <p:cNvPr id="1031264" name="Group 97"/>
            <p:cNvGrpSpPr>
              <a:grpSpLocks/>
            </p:cNvGrpSpPr>
            <p:nvPr/>
          </p:nvGrpSpPr>
          <p:grpSpPr bwMode="auto">
            <a:xfrm>
              <a:off x="434" y="1253"/>
              <a:ext cx="755" cy="612"/>
              <a:chOff x="434" y="1298"/>
              <a:chExt cx="755" cy="612"/>
            </a:xfrm>
          </p:grpSpPr>
          <p:sp>
            <p:nvSpPr>
              <p:cNvPr id="1031265" name="Line 98"/>
              <p:cNvSpPr>
                <a:spLocks noChangeShapeType="1"/>
              </p:cNvSpPr>
              <p:nvPr/>
            </p:nvSpPr>
            <p:spPr bwMode="auto">
              <a:xfrm>
                <a:off x="434" y="1298"/>
                <a:ext cx="755" cy="612"/>
              </a:xfrm>
              <a:prstGeom prst="line">
                <a:avLst/>
              </a:prstGeom>
              <a:noFill/>
              <a:ln w="76200">
                <a:solidFill>
                  <a:srgbClr val="FF0000"/>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CC"/>
                  </a:solidFill>
                  <a:ea typeface="黑体" panose="02010609060101010101" pitchFamily="49" charset="-122"/>
                </a:endParaRPr>
              </a:p>
            </p:txBody>
          </p:sp>
          <p:sp>
            <p:nvSpPr>
              <p:cNvPr id="1031266" name="Line 99"/>
              <p:cNvSpPr>
                <a:spLocks noChangeShapeType="1"/>
              </p:cNvSpPr>
              <p:nvPr/>
            </p:nvSpPr>
            <p:spPr bwMode="auto">
              <a:xfrm flipH="1">
                <a:off x="434" y="1298"/>
                <a:ext cx="755" cy="612"/>
              </a:xfrm>
              <a:prstGeom prst="line">
                <a:avLst/>
              </a:prstGeom>
              <a:noFill/>
              <a:ln w="76200">
                <a:solidFill>
                  <a:srgbClr val="FF0000"/>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CC"/>
                  </a:solidFill>
                  <a:ea typeface="黑体" panose="02010609060101010101" pitchFamily="49" charset="-122"/>
                </a:endParaRPr>
              </a:p>
            </p:txBody>
          </p:sp>
        </p:grpSp>
        <p:sp>
          <p:nvSpPr>
            <p:cNvPr id="1031267" name="Text Box 100"/>
            <p:cNvSpPr txBox="1">
              <a:spLocks noChangeArrowheads="1"/>
            </p:cNvSpPr>
            <p:nvPr/>
          </p:nvSpPr>
          <p:spPr bwMode="auto">
            <a:xfrm>
              <a:off x="356" y="1979"/>
              <a:ext cx="970" cy="2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lnSpc>
                  <a:spcPct val="90000"/>
                </a:lnSpc>
              </a:pPr>
              <a:r>
                <a:rPr lang="zh-CN" altLang="en-US" sz="2000" b="1">
                  <a:solidFill>
                    <a:srgbClr val="0000CC"/>
                  </a:solidFill>
                  <a:ea typeface="黑体" panose="02010609060101010101" pitchFamily="49" charset="-122"/>
                </a:rPr>
                <a:t>网</a:t>
              </a:r>
              <a:r>
                <a:rPr lang="zh-CN" altLang="en-US" sz="1000" b="1">
                  <a:solidFill>
                    <a:srgbClr val="0000CC"/>
                  </a:solidFill>
                  <a:ea typeface="黑体" panose="02010609060101010101" pitchFamily="49" charset="-122"/>
                </a:rPr>
                <a:t> </a:t>
              </a:r>
              <a:r>
                <a:rPr lang="en-US" altLang="zh-CN" sz="2000" b="1">
                  <a:solidFill>
                    <a:srgbClr val="0000CC"/>
                  </a:solidFill>
                  <a:ea typeface="黑体" panose="02010609060101010101" pitchFamily="49" charset="-122"/>
                </a:rPr>
                <a:t>1</a:t>
              </a:r>
              <a:r>
                <a:rPr lang="zh-CN" altLang="en-US" sz="2000" b="1">
                  <a:solidFill>
                    <a:srgbClr val="0000CC"/>
                  </a:solidFill>
                  <a:ea typeface="黑体" panose="02010609060101010101" pitchFamily="49" charset="-122"/>
                </a:rPr>
                <a:t>出了故障</a:t>
              </a:r>
            </a:p>
          </p:txBody>
        </p:sp>
      </p:grpSp>
      <p:sp>
        <p:nvSpPr>
          <p:cNvPr id="1031268" name="Text Box 101"/>
          <p:cNvSpPr txBox="1">
            <a:spLocks noChangeArrowheads="1"/>
          </p:cNvSpPr>
          <p:nvPr/>
        </p:nvSpPr>
        <p:spPr bwMode="auto">
          <a:xfrm>
            <a:off x="266700" y="304800"/>
            <a:ext cx="441325" cy="1323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zh-CN" altLang="en-US" sz="2000" b="1">
                <a:solidFill>
                  <a:srgbClr val="0000CC"/>
                </a:solidFill>
                <a:ea typeface="黑体" panose="02010609060101010101" pitchFamily="49" charset="-122"/>
              </a:rPr>
              <a:t>正</a:t>
            </a:r>
          </a:p>
          <a:p>
            <a:pPr eaLnBrk="0" hangingPunct="0"/>
            <a:r>
              <a:rPr lang="zh-CN" altLang="en-US" sz="2000" b="1">
                <a:solidFill>
                  <a:srgbClr val="0000CC"/>
                </a:solidFill>
                <a:ea typeface="黑体" panose="02010609060101010101" pitchFamily="49" charset="-122"/>
              </a:rPr>
              <a:t>常</a:t>
            </a:r>
          </a:p>
          <a:p>
            <a:pPr eaLnBrk="0" hangingPunct="0"/>
            <a:r>
              <a:rPr lang="zh-CN" altLang="en-US" sz="2000" b="1">
                <a:solidFill>
                  <a:srgbClr val="0000CC"/>
                </a:solidFill>
                <a:ea typeface="黑体" panose="02010609060101010101" pitchFamily="49" charset="-122"/>
              </a:rPr>
              <a:t>情</a:t>
            </a:r>
          </a:p>
          <a:p>
            <a:pPr eaLnBrk="0" hangingPunct="0"/>
            <a:r>
              <a:rPr lang="zh-CN" altLang="en-US" sz="2000" b="1">
                <a:solidFill>
                  <a:srgbClr val="0000CC"/>
                </a:solidFill>
                <a:ea typeface="黑体" panose="02010609060101010101" pitchFamily="49" charset="-122"/>
              </a:rPr>
              <a:t>况</a:t>
            </a:r>
          </a:p>
        </p:txBody>
      </p:sp>
      <p:grpSp>
        <p:nvGrpSpPr>
          <p:cNvPr id="1031269" name="Group 102"/>
          <p:cNvGrpSpPr>
            <a:grpSpLocks/>
          </p:cNvGrpSpPr>
          <p:nvPr/>
        </p:nvGrpSpPr>
        <p:grpSpPr bwMode="auto">
          <a:xfrm>
            <a:off x="2436813" y="498475"/>
            <a:ext cx="1593850" cy="312738"/>
            <a:chOff x="1491" y="212"/>
            <a:chExt cx="853" cy="240"/>
          </a:xfrm>
        </p:grpSpPr>
        <p:sp>
          <p:nvSpPr>
            <p:cNvPr id="1031270" name="AutoShape 103"/>
            <p:cNvSpPr>
              <a:spLocks noChangeArrowheads="1"/>
            </p:cNvSpPr>
            <p:nvPr/>
          </p:nvSpPr>
          <p:spPr bwMode="auto">
            <a:xfrm>
              <a:off x="2089" y="271"/>
              <a:ext cx="255" cy="122"/>
            </a:xfrm>
            <a:prstGeom prst="rightArrow">
              <a:avLst>
                <a:gd name="adj1" fmla="val 50000"/>
                <a:gd name="adj2" fmla="val 52244"/>
              </a:avLst>
            </a:prstGeom>
            <a:solidFill>
              <a:srgbClr val="CCECFF"/>
            </a:solidFill>
            <a:ln w="9525">
              <a:solidFill>
                <a:schemeClr val="tx1"/>
              </a:solidFill>
              <a:miter lim="800000"/>
              <a:headEnd/>
              <a:tailEnd/>
            </a:ln>
          </p:spPr>
          <p:txBody>
            <a:bodyPr wrap="none" anchor="ctr"/>
            <a:lstStyle/>
            <a:p>
              <a:pPr eaLnBrk="0" hangingPunct="0"/>
              <a:endParaRPr lang="zh-CN" altLang="en-US" b="1">
                <a:solidFill>
                  <a:srgbClr val="0000CC"/>
                </a:solidFill>
                <a:ea typeface="黑体" panose="02010609060101010101" pitchFamily="49" charset="-122"/>
              </a:endParaRPr>
            </a:p>
          </p:txBody>
        </p:sp>
        <p:sp>
          <p:nvSpPr>
            <p:cNvPr id="1031271" name="Rectangle 104"/>
            <p:cNvSpPr>
              <a:spLocks noChangeArrowheads="1"/>
            </p:cNvSpPr>
            <p:nvPr/>
          </p:nvSpPr>
          <p:spPr bwMode="auto">
            <a:xfrm>
              <a:off x="1491" y="212"/>
              <a:ext cx="632" cy="240"/>
            </a:xfrm>
            <a:prstGeom prst="rect">
              <a:avLst/>
            </a:prstGeom>
            <a:solidFill>
              <a:srgbClr val="CCECFF"/>
            </a:solidFill>
            <a:ln w="9525">
              <a:solidFill>
                <a:schemeClr val="tx1"/>
              </a:solidFill>
              <a:miter lim="800000"/>
              <a:headEnd/>
              <a:tailEnd/>
            </a:ln>
          </p:spPr>
          <p:txBody>
            <a:bodyPr wrap="none" anchor="ctr"/>
            <a:lstStyle/>
            <a:p>
              <a:pPr eaLnBrk="0" hangingPunct="0"/>
              <a:endParaRPr lang="zh-CN" altLang="en-US" b="1">
                <a:solidFill>
                  <a:srgbClr val="0000CC"/>
                </a:solidFill>
                <a:ea typeface="黑体" panose="02010609060101010101" pitchFamily="49" charset="-122"/>
              </a:endParaRPr>
            </a:p>
          </p:txBody>
        </p:sp>
      </p:grpSp>
      <p:sp>
        <p:nvSpPr>
          <p:cNvPr id="1031272" name="Text Box 105"/>
          <p:cNvSpPr txBox="1">
            <a:spLocks noChangeArrowheads="1"/>
          </p:cNvSpPr>
          <p:nvPr/>
        </p:nvSpPr>
        <p:spPr bwMode="auto">
          <a:xfrm>
            <a:off x="2457450" y="573088"/>
            <a:ext cx="893763" cy="2460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lnSpc>
                <a:spcPct val="50000"/>
              </a:lnSpc>
            </a:pPr>
            <a:r>
              <a:rPr lang="en-US" altLang="zh-CN" sz="2000" b="1">
                <a:solidFill>
                  <a:srgbClr val="0000CC"/>
                </a:solidFill>
                <a:ea typeface="黑体" panose="02010609060101010101" pitchFamily="49" charset="-122"/>
              </a:rPr>
              <a:t>1  1  </a:t>
            </a:r>
            <a:r>
              <a:rPr lang="en-US" altLang="zh-CN" sz="2000" b="1">
                <a:solidFill>
                  <a:srgbClr val="0000CC"/>
                </a:solidFill>
                <a:ea typeface="黑体" panose="02010609060101010101" pitchFamily="49" charset="-122"/>
                <a:sym typeface="Symbol" panose="05050102010706020507" pitchFamily="18" charset="2"/>
              </a:rPr>
              <a:t></a:t>
            </a:r>
            <a:endParaRPr lang="en-US" altLang="zh-CN" sz="2000" b="1" baseline="-25000">
              <a:solidFill>
                <a:srgbClr val="0000CC"/>
              </a:solidFill>
              <a:ea typeface="黑体" panose="02010609060101010101" pitchFamily="49" charset="-122"/>
              <a:sym typeface="Symbol" panose="05050102010706020507" pitchFamily="18" charset="2"/>
            </a:endParaRPr>
          </a:p>
        </p:txBody>
      </p:sp>
      <p:grpSp>
        <p:nvGrpSpPr>
          <p:cNvPr id="1031273" name="Group 106"/>
          <p:cNvGrpSpPr>
            <a:grpSpLocks/>
          </p:cNvGrpSpPr>
          <p:nvPr/>
        </p:nvGrpSpPr>
        <p:grpSpPr bwMode="auto">
          <a:xfrm>
            <a:off x="2693988" y="3140075"/>
            <a:ext cx="1633537" cy="312738"/>
            <a:chOff x="1566" y="2024"/>
            <a:chExt cx="950" cy="197"/>
          </a:xfrm>
        </p:grpSpPr>
        <p:grpSp>
          <p:nvGrpSpPr>
            <p:cNvPr id="1031274" name="Group 107"/>
            <p:cNvGrpSpPr>
              <a:grpSpLocks/>
            </p:cNvGrpSpPr>
            <p:nvPr/>
          </p:nvGrpSpPr>
          <p:grpSpPr bwMode="auto">
            <a:xfrm>
              <a:off x="1589" y="2024"/>
              <a:ext cx="927" cy="197"/>
              <a:chOff x="1491" y="212"/>
              <a:chExt cx="853" cy="240"/>
            </a:xfrm>
          </p:grpSpPr>
          <p:sp>
            <p:nvSpPr>
              <p:cNvPr id="1031275" name="AutoShape 108"/>
              <p:cNvSpPr>
                <a:spLocks noChangeArrowheads="1"/>
              </p:cNvSpPr>
              <p:nvPr/>
            </p:nvSpPr>
            <p:spPr bwMode="auto">
              <a:xfrm>
                <a:off x="2089" y="271"/>
                <a:ext cx="255" cy="122"/>
              </a:xfrm>
              <a:prstGeom prst="rightArrow">
                <a:avLst>
                  <a:gd name="adj1" fmla="val 50000"/>
                  <a:gd name="adj2" fmla="val 52244"/>
                </a:avLst>
              </a:prstGeom>
              <a:solidFill>
                <a:srgbClr val="CCECFF"/>
              </a:solidFill>
              <a:ln w="9525">
                <a:solidFill>
                  <a:schemeClr val="tx1"/>
                </a:solidFill>
                <a:miter lim="800000"/>
                <a:headEnd/>
                <a:tailEnd/>
              </a:ln>
            </p:spPr>
            <p:txBody>
              <a:bodyPr wrap="none" anchor="ctr"/>
              <a:lstStyle/>
              <a:p>
                <a:pPr eaLnBrk="0" hangingPunct="0"/>
                <a:endParaRPr lang="zh-CN" altLang="en-US" b="1">
                  <a:solidFill>
                    <a:srgbClr val="0000CC"/>
                  </a:solidFill>
                  <a:ea typeface="黑体" panose="02010609060101010101" pitchFamily="49" charset="-122"/>
                </a:endParaRPr>
              </a:p>
            </p:txBody>
          </p:sp>
          <p:sp>
            <p:nvSpPr>
              <p:cNvPr id="1031276" name="Rectangle 109"/>
              <p:cNvSpPr>
                <a:spLocks noChangeArrowheads="1"/>
              </p:cNvSpPr>
              <p:nvPr/>
            </p:nvSpPr>
            <p:spPr bwMode="auto">
              <a:xfrm>
                <a:off x="1491" y="212"/>
                <a:ext cx="632" cy="240"/>
              </a:xfrm>
              <a:prstGeom prst="rect">
                <a:avLst/>
              </a:prstGeom>
              <a:solidFill>
                <a:srgbClr val="CCECFF"/>
              </a:solidFill>
              <a:ln w="9525">
                <a:solidFill>
                  <a:schemeClr val="tx1"/>
                </a:solidFill>
                <a:miter lim="800000"/>
                <a:headEnd/>
                <a:tailEnd/>
              </a:ln>
            </p:spPr>
            <p:txBody>
              <a:bodyPr wrap="none" anchor="ctr"/>
              <a:lstStyle/>
              <a:p>
                <a:pPr eaLnBrk="0" hangingPunct="0"/>
                <a:endParaRPr lang="zh-CN" altLang="en-US" b="1">
                  <a:solidFill>
                    <a:srgbClr val="0000CC"/>
                  </a:solidFill>
                  <a:ea typeface="黑体" panose="02010609060101010101" pitchFamily="49" charset="-122"/>
                </a:endParaRPr>
              </a:p>
            </p:txBody>
          </p:sp>
        </p:grpSp>
        <p:sp>
          <p:nvSpPr>
            <p:cNvPr id="1031277" name="Text Box 110"/>
            <p:cNvSpPr txBox="1">
              <a:spLocks noChangeArrowheads="1"/>
            </p:cNvSpPr>
            <p:nvPr/>
          </p:nvSpPr>
          <p:spPr bwMode="auto">
            <a:xfrm>
              <a:off x="1566" y="2066"/>
              <a:ext cx="602" cy="15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lnSpc>
                  <a:spcPct val="50000"/>
                </a:lnSpc>
              </a:pPr>
              <a:r>
                <a:rPr lang="en-US" altLang="zh-CN" sz="2000" b="1">
                  <a:solidFill>
                    <a:srgbClr val="0000CC"/>
                  </a:solidFill>
                  <a:ea typeface="黑体" panose="02010609060101010101" pitchFamily="49" charset="-122"/>
                </a:rPr>
                <a:t>1  16  </a:t>
              </a:r>
              <a:r>
                <a:rPr lang="en-US" altLang="zh-CN" sz="2000" b="1">
                  <a:solidFill>
                    <a:srgbClr val="0000CC"/>
                  </a:solidFill>
                  <a:ea typeface="黑体" panose="02010609060101010101" pitchFamily="49" charset="-122"/>
                  <a:sym typeface="Symbol" panose="05050102010706020507" pitchFamily="18" charset="2"/>
                </a:rPr>
                <a:t></a:t>
              </a:r>
              <a:endParaRPr lang="en-US" altLang="zh-CN" sz="2000" b="1" baseline="-25000">
                <a:solidFill>
                  <a:srgbClr val="0000CC"/>
                </a:solidFill>
                <a:ea typeface="黑体" panose="02010609060101010101" pitchFamily="49" charset="-122"/>
                <a:sym typeface="Symbol" panose="05050102010706020507" pitchFamily="18" charset="2"/>
              </a:endParaRPr>
            </a:p>
          </p:txBody>
        </p:sp>
      </p:grpSp>
      <p:grpSp>
        <p:nvGrpSpPr>
          <p:cNvPr id="577647" name="Group 111"/>
          <p:cNvGrpSpPr/>
          <p:nvPr/>
        </p:nvGrpSpPr>
        <p:grpSpPr bwMode="auto">
          <a:xfrm flipH="1">
            <a:off x="6045068" y="521261"/>
            <a:ext cx="1594246" cy="312737"/>
            <a:chOff x="1491" y="212"/>
            <a:chExt cx="853" cy="240"/>
          </a:xfrm>
          <a:solidFill>
            <a:srgbClr val="66FF66"/>
          </a:solidFill>
        </p:grpSpPr>
        <p:sp>
          <p:nvSpPr>
            <p:cNvPr id="577648" name="AutoShape 112"/>
            <p:cNvSpPr>
              <a:spLocks noChangeArrowheads="1"/>
            </p:cNvSpPr>
            <p:nvPr/>
          </p:nvSpPr>
          <p:spPr bwMode="auto">
            <a:xfrm>
              <a:off x="2089" y="271"/>
              <a:ext cx="255" cy="122"/>
            </a:xfrm>
            <a:prstGeom prst="rightArrow">
              <a:avLst>
                <a:gd name="adj1" fmla="val 50000"/>
                <a:gd name="adj2" fmla="val 52254"/>
              </a:avLst>
            </a:prstGeom>
            <a:grp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noProof="1">
                <a:solidFill>
                  <a:srgbClr val="0000CC"/>
                </a:solidFill>
                <a:latin typeface="+mn-lt"/>
                <a:ea typeface="黑体" panose="02010609060101010101" pitchFamily="2" charset="-122"/>
              </a:endParaRPr>
            </a:p>
          </p:txBody>
        </p:sp>
        <p:sp>
          <p:nvSpPr>
            <p:cNvPr id="577649" name="Rectangle 113"/>
            <p:cNvSpPr>
              <a:spLocks noChangeArrowheads="1"/>
            </p:cNvSpPr>
            <p:nvPr/>
          </p:nvSpPr>
          <p:spPr bwMode="auto">
            <a:xfrm>
              <a:off x="1491" y="212"/>
              <a:ext cx="632" cy="240"/>
            </a:xfrm>
            <a:prstGeom prst="rect">
              <a:avLst/>
            </a:prstGeom>
            <a:grpFill/>
            <a:ln w="9525">
              <a:solidFill>
                <a:schemeClr val="tx1"/>
              </a:solidFill>
              <a:miter lim="800000"/>
            </a:ln>
            <a:effectLst/>
            <a:extLst>
              <a:ext uri="{AF507438-7753-43E0-B8FC-AC1667EBCBE1}">
                <a14:hiddenEffects xmlns:a14="http://schemas.microsoft.com/office/drawing/2010/main">
                  <a:effectLst>
                    <a:outerShdw dist="45791" dir="2021404" algn="ctr" rotWithShape="0">
                      <a:schemeClr val="bg2"/>
                    </a:outerShdw>
                  </a:effectLst>
                </a14:hiddenEffects>
              </a:ext>
            </a:extLst>
          </p:spPr>
          <p:txBody>
            <a:bodyPr wrap="none" anchor="ctr"/>
            <a:lstStyle/>
            <a:p>
              <a:endParaRPr lang="zh-CN" altLang="en-US" b="1" noProof="1">
                <a:solidFill>
                  <a:srgbClr val="0000CC"/>
                </a:solidFill>
                <a:latin typeface="+mn-lt"/>
                <a:ea typeface="黑体" panose="02010609060101010101" pitchFamily="2" charset="-122"/>
              </a:endParaRPr>
            </a:p>
          </p:txBody>
        </p:sp>
      </p:grpSp>
      <p:sp>
        <p:nvSpPr>
          <p:cNvPr id="1031279" name="Text Box 114"/>
          <p:cNvSpPr txBox="1">
            <a:spLocks noChangeArrowheads="1"/>
          </p:cNvSpPr>
          <p:nvPr/>
        </p:nvSpPr>
        <p:spPr bwMode="auto">
          <a:xfrm>
            <a:off x="6467475" y="615950"/>
            <a:ext cx="1033463" cy="2460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lnSpc>
                <a:spcPct val="50000"/>
              </a:lnSpc>
            </a:pPr>
            <a:r>
              <a:rPr lang="en-US" altLang="zh-CN" sz="2000" b="1">
                <a:solidFill>
                  <a:srgbClr val="0000CC"/>
                </a:solidFill>
                <a:ea typeface="黑体" panose="02010609060101010101" pitchFamily="49" charset="-122"/>
              </a:rPr>
              <a:t>1  2  </a:t>
            </a:r>
            <a:r>
              <a:rPr lang="en-US" altLang="zh-CN" sz="2000" b="1">
                <a:solidFill>
                  <a:srgbClr val="0000CC"/>
                </a:solidFill>
                <a:ea typeface="黑体" panose="02010609060101010101" pitchFamily="49" charset="-122"/>
                <a:sym typeface="Symbol" panose="05050102010706020507" pitchFamily="18" charset="2"/>
              </a:rPr>
              <a:t>R</a:t>
            </a:r>
            <a:r>
              <a:rPr lang="en-US" altLang="zh-CN" sz="2000" b="1" baseline="-25000">
                <a:solidFill>
                  <a:srgbClr val="0000CC"/>
                </a:solidFill>
                <a:ea typeface="黑体" panose="02010609060101010101" pitchFamily="49" charset="-122"/>
                <a:sym typeface="Symbol" panose="05050102010706020507" pitchFamily="18" charset="2"/>
              </a:rPr>
              <a:t>1</a:t>
            </a:r>
          </a:p>
        </p:txBody>
      </p:sp>
      <p:grpSp>
        <p:nvGrpSpPr>
          <p:cNvPr id="577651" name="Group 115"/>
          <p:cNvGrpSpPr/>
          <p:nvPr/>
        </p:nvGrpSpPr>
        <p:grpSpPr bwMode="auto">
          <a:xfrm>
            <a:off x="6045068" y="3088412"/>
            <a:ext cx="1594246" cy="341313"/>
            <a:chOff x="3515" y="1991"/>
            <a:chExt cx="927" cy="215"/>
          </a:xfrm>
          <a:solidFill>
            <a:srgbClr val="66FF66"/>
          </a:solidFill>
        </p:grpSpPr>
        <p:grpSp>
          <p:nvGrpSpPr>
            <p:cNvPr id="577652" name="Group 116"/>
            <p:cNvGrpSpPr/>
            <p:nvPr/>
          </p:nvGrpSpPr>
          <p:grpSpPr bwMode="auto">
            <a:xfrm flipH="1">
              <a:off x="3515" y="1991"/>
              <a:ext cx="927" cy="197"/>
              <a:chOff x="1491" y="212"/>
              <a:chExt cx="853" cy="240"/>
            </a:xfrm>
            <a:grpFill/>
          </p:grpSpPr>
          <p:sp>
            <p:nvSpPr>
              <p:cNvPr id="577653" name="AutoShape 117"/>
              <p:cNvSpPr>
                <a:spLocks noChangeArrowheads="1"/>
              </p:cNvSpPr>
              <p:nvPr/>
            </p:nvSpPr>
            <p:spPr bwMode="auto">
              <a:xfrm>
                <a:off x="2089" y="271"/>
                <a:ext cx="255" cy="122"/>
              </a:xfrm>
              <a:prstGeom prst="rightArrow">
                <a:avLst>
                  <a:gd name="adj1" fmla="val 50000"/>
                  <a:gd name="adj2" fmla="val 52254"/>
                </a:avLst>
              </a:prstGeom>
              <a:grp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noProof="1">
                  <a:solidFill>
                    <a:srgbClr val="0000CC"/>
                  </a:solidFill>
                  <a:latin typeface="+mn-lt"/>
                  <a:ea typeface="黑体" panose="02010609060101010101" pitchFamily="2" charset="-122"/>
                </a:endParaRPr>
              </a:p>
            </p:txBody>
          </p:sp>
          <p:sp>
            <p:nvSpPr>
              <p:cNvPr id="577654" name="Rectangle 118"/>
              <p:cNvSpPr>
                <a:spLocks noChangeArrowheads="1"/>
              </p:cNvSpPr>
              <p:nvPr/>
            </p:nvSpPr>
            <p:spPr bwMode="auto">
              <a:xfrm>
                <a:off x="1491" y="212"/>
                <a:ext cx="632" cy="240"/>
              </a:xfrm>
              <a:prstGeom prst="rect">
                <a:avLst/>
              </a:prstGeom>
              <a:grpFill/>
              <a:ln w="9525">
                <a:solidFill>
                  <a:schemeClr val="tx1"/>
                </a:solidFill>
                <a:miter lim="800000"/>
              </a:ln>
              <a:effectLst/>
              <a:extLst>
                <a:ext uri="{AF507438-7753-43E0-B8FC-AC1667EBCBE1}">
                  <a14:hiddenEffects xmlns:a14="http://schemas.microsoft.com/office/drawing/2010/main">
                    <a:effectLst>
                      <a:outerShdw dist="45791" dir="2021404" algn="ctr" rotWithShape="0">
                        <a:schemeClr val="bg2"/>
                      </a:outerShdw>
                    </a:effectLst>
                  </a14:hiddenEffects>
                </a:ext>
              </a:extLst>
            </p:spPr>
            <p:txBody>
              <a:bodyPr wrap="none" anchor="ctr"/>
              <a:lstStyle/>
              <a:p>
                <a:endParaRPr lang="zh-CN" altLang="en-US" b="1" noProof="1">
                  <a:solidFill>
                    <a:srgbClr val="0000CC"/>
                  </a:solidFill>
                  <a:latin typeface="+mn-lt"/>
                  <a:ea typeface="黑体" panose="02010609060101010101" pitchFamily="2" charset="-122"/>
                </a:endParaRPr>
              </a:p>
            </p:txBody>
          </p:sp>
        </p:grpSp>
        <p:sp>
          <p:nvSpPr>
            <p:cNvPr id="577655" name="Text Box 119"/>
            <p:cNvSpPr txBox="1">
              <a:spLocks noChangeArrowheads="1"/>
            </p:cNvSpPr>
            <p:nvPr/>
          </p:nvSpPr>
          <p:spPr bwMode="auto">
            <a:xfrm>
              <a:off x="3761" y="2051"/>
              <a:ext cx="600" cy="155"/>
            </a:xfrm>
            <a:prstGeom prst="rect">
              <a:avLst/>
            </a:prstGeom>
            <a:no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nSpc>
                  <a:spcPct val="50000"/>
                </a:lnSpc>
              </a:pPr>
              <a:r>
                <a:rPr kumimoji="1" lang="en-US" altLang="zh-CN" sz="2000" b="1" noProof="1">
                  <a:solidFill>
                    <a:srgbClr val="0000CC"/>
                  </a:solidFill>
                  <a:latin typeface="+mn-lt"/>
                  <a:ea typeface="黑体" panose="02010609060101010101" pitchFamily="2" charset="-122"/>
                </a:rPr>
                <a:t>1  2  </a:t>
              </a:r>
              <a:r>
                <a:rPr kumimoji="1" lang="en-US" altLang="zh-CN" sz="2000" b="1" noProof="1">
                  <a:solidFill>
                    <a:srgbClr val="0000CC"/>
                  </a:solidFill>
                  <a:latin typeface="+mn-lt"/>
                  <a:ea typeface="黑体" panose="02010609060101010101" pitchFamily="2" charset="-122"/>
                  <a:sym typeface="Symbol" panose="05050102010706020507" pitchFamily="18" charset="2"/>
                </a:rPr>
                <a:t>R</a:t>
              </a:r>
              <a:r>
                <a:rPr kumimoji="1" lang="en-US" altLang="zh-CN" sz="2000" b="1" baseline="-25000" noProof="1">
                  <a:solidFill>
                    <a:srgbClr val="0000CC"/>
                  </a:solidFill>
                  <a:latin typeface="+mn-lt"/>
                  <a:ea typeface="黑体" panose="02010609060101010101" pitchFamily="2" charset="-122"/>
                  <a:sym typeface="Symbol" panose="05050102010706020507" pitchFamily="18" charset="2"/>
                </a:rPr>
                <a:t>1</a:t>
              </a:r>
            </a:p>
          </p:txBody>
        </p:sp>
      </p:grpSp>
      <p:sp>
        <p:nvSpPr>
          <p:cNvPr id="577656" name="Text Box 120"/>
          <p:cNvSpPr txBox="1">
            <a:spLocks noChangeArrowheads="1"/>
          </p:cNvSpPr>
          <p:nvPr/>
        </p:nvSpPr>
        <p:spPr bwMode="auto">
          <a:xfrm>
            <a:off x="758825" y="4149725"/>
            <a:ext cx="6186488" cy="1568450"/>
          </a:xfrm>
          <a:prstGeom prst="rect">
            <a:avLst/>
          </a:prstGeom>
          <a:solidFill>
            <a:srgbClr val="FFFF99"/>
          </a:solidFill>
          <a:ln w="9525">
            <a:solidFill>
              <a:schemeClr val="tx2"/>
            </a:solidFill>
            <a:miter lim="800000"/>
            <a:headEnd/>
            <a:tailEnd/>
          </a:ln>
        </p:spPr>
        <p:txBody>
          <a:bodyPr>
            <a:spAutoFit/>
          </a:bodyPr>
          <a:lstStyle/>
          <a:p>
            <a:pPr algn="just" eaLnBrk="0" hangingPunct="0"/>
            <a:r>
              <a:rPr lang="en-US" altLang="zh-CN" sz="2400" b="1">
                <a:solidFill>
                  <a:srgbClr val="0000CC"/>
                </a:solidFill>
                <a:ea typeface="黑体" panose="02010609060101010101" pitchFamily="49" charset="-122"/>
              </a:rPr>
              <a:t>R</a:t>
            </a:r>
            <a:r>
              <a:rPr lang="en-US" altLang="zh-CN" sz="2400" b="1" baseline="-25000">
                <a:solidFill>
                  <a:srgbClr val="0000CC"/>
                </a:solidFill>
                <a:ea typeface="黑体" panose="02010609060101010101" pitchFamily="49" charset="-122"/>
              </a:rPr>
              <a:t>1 </a:t>
            </a:r>
            <a:r>
              <a:rPr lang="zh-CN" altLang="en-US" sz="2400" b="1">
                <a:solidFill>
                  <a:srgbClr val="0000CC"/>
                </a:solidFill>
                <a:ea typeface="黑体" panose="02010609060101010101" pitchFamily="49" charset="-122"/>
              </a:rPr>
              <a:t>收到 </a:t>
            </a:r>
            <a:r>
              <a:rPr lang="en-US" altLang="zh-CN" sz="2400" b="1">
                <a:solidFill>
                  <a:srgbClr val="0000CC"/>
                </a:solidFill>
                <a:ea typeface="黑体" panose="02010609060101010101" pitchFamily="49" charset="-122"/>
              </a:rPr>
              <a:t>R</a:t>
            </a:r>
            <a:r>
              <a:rPr lang="en-US" altLang="zh-CN" sz="2400" b="1" baseline="-25000">
                <a:solidFill>
                  <a:srgbClr val="0000CC"/>
                </a:solidFill>
                <a:ea typeface="黑体" panose="02010609060101010101" pitchFamily="49" charset="-122"/>
              </a:rPr>
              <a:t>2 </a:t>
            </a:r>
            <a:r>
              <a:rPr lang="zh-CN" altLang="en-US" sz="2400" b="1">
                <a:solidFill>
                  <a:srgbClr val="0000CC"/>
                </a:solidFill>
                <a:ea typeface="黑体" panose="02010609060101010101" pitchFamily="49" charset="-122"/>
              </a:rPr>
              <a:t>的更新报文后，误认为可经过 </a:t>
            </a:r>
            <a:r>
              <a:rPr lang="en-US" altLang="zh-CN" sz="2400" b="1">
                <a:solidFill>
                  <a:srgbClr val="0000CC"/>
                </a:solidFill>
                <a:ea typeface="黑体" panose="02010609060101010101" pitchFamily="49" charset="-122"/>
              </a:rPr>
              <a:t>R</a:t>
            </a:r>
            <a:r>
              <a:rPr lang="en-US" altLang="zh-CN" sz="2400" b="1" baseline="-25000">
                <a:solidFill>
                  <a:srgbClr val="0000CC"/>
                </a:solidFill>
                <a:ea typeface="黑体" panose="02010609060101010101" pitchFamily="49" charset="-122"/>
              </a:rPr>
              <a:t>2</a:t>
            </a:r>
            <a:r>
              <a:rPr lang="en-US" altLang="zh-CN" sz="2400" b="1">
                <a:solidFill>
                  <a:srgbClr val="0000CC"/>
                </a:solidFill>
                <a:ea typeface="黑体" panose="02010609060101010101" pitchFamily="49" charset="-122"/>
              </a:rPr>
              <a:t> </a:t>
            </a:r>
            <a:r>
              <a:rPr lang="zh-CN" altLang="en-US" sz="2400" b="1">
                <a:solidFill>
                  <a:srgbClr val="0000CC"/>
                </a:solidFill>
                <a:ea typeface="黑体" panose="02010609060101010101" pitchFamily="49" charset="-122"/>
              </a:rPr>
              <a:t>到达网</a:t>
            </a:r>
            <a:r>
              <a:rPr lang="en-US" altLang="zh-CN" sz="2400" b="1">
                <a:solidFill>
                  <a:srgbClr val="0000CC"/>
                </a:solidFill>
                <a:ea typeface="黑体" panose="02010609060101010101" pitchFamily="49" charset="-122"/>
              </a:rPr>
              <a:t>1</a:t>
            </a:r>
            <a:r>
              <a:rPr lang="zh-CN" altLang="en-US" sz="2400" b="1">
                <a:solidFill>
                  <a:srgbClr val="0000CC"/>
                </a:solidFill>
                <a:ea typeface="黑体" panose="02010609060101010101" pitchFamily="49" charset="-122"/>
              </a:rPr>
              <a:t>，于是更新自己的路由表，说：“我到网 </a:t>
            </a:r>
            <a:r>
              <a:rPr lang="en-US" altLang="zh-CN" sz="2400" b="1">
                <a:solidFill>
                  <a:srgbClr val="0000CC"/>
                </a:solidFill>
                <a:ea typeface="黑体" panose="02010609060101010101" pitchFamily="49" charset="-122"/>
              </a:rPr>
              <a:t>1 </a:t>
            </a:r>
            <a:r>
              <a:rPr lang="zh-CN" altLang="en-US" sz="2400" b="1">
                <a:solidFill>
                  <a:srgbClr val="0000CC"/>
                </a:solidFill>
                <a:ea typeface="黑体" panose="02010609060101010101" pitchFamily="49" charset="-122"/>
              </a:rPr>
              <a:t>的距离是 </a:t>
            </a:r>
            <a:r>
              <a:rPr lang="en-US" altLang="zh-CN" sz="2400" b="1">
                <a:solidFill>
                  <a:srgbClr val="0000CC"/>
                </a:solidFill>
                <a:ea typeface="黑体" panose="02010609060101010101" pitchFamily="49" charset="-122"/>
              </a:rPr>
              <a:t>3</a:t>
            </a:r>
            <a:r>
              <a:rPr lang="zh-CN" altLang="en-US" sz="2400" b="1">
                <a:solidFill>
                  <a:srgbClr val="0000CC"/>
                </a:solidFill>
                <a:ea typeface="黑体" panose="02010609060101010101" pitchFamily="49" charset="-122"/>
              </a:rPr>
              <a:t>，下一跳经过 </a:t>
            </a:r>
            <a:r>
              <a:rPr lang="en-US" altLang="zh-CN" sz="2400" b="1">
                <a:solidFill>
                  <a:srgbClr val="0000CC"/>
                </a:solidFill>
                <a:ea typeface="黑体" panose="02010609060101010101" pitchFamily="49" charset="-122"/>
              </a:rPr>
              <a:t>R</a:t>
            </a:r>
            <a:r>
              <a:rPr lang="en-US" altLang="zh-CN" sz="2400" b="1" baseline="-25000">
                <a:solidFill>
                  <a:srgbClr val="0000CC"/>
                </a:solidFill>
                <a:ea typeface="黑体" panose="02010609060101010101" pitchFamily="49" charset="-122"/>
              </a:rPr>
              <a:t>2</a:t>
            </a:r>
            <a:r>
              <a:rPr lang="en-US" altLang="zh-CN" sz="2400" b="1">
                <a:solidFill>
                  <a:srgbClr val="0000CC"/>
                </a:solidFill>
                <a:ea typeface="黑体" panose="02010609060101010101" pitchFamily="49" charset="-122"/>
              </a:rPr>
              <a:t>”</a:t>
            </a:r>
            <a:r>
              <a:rPr lang="zh-CN" altLang="en-US" sz="2400" b="1">
                <a:solidFill>
                  <a:srgbClr val="0000CC"/>
                </a:solidFill>
                <a:ea typeface="黑体" panose="02010609060101010101" pitchFamily="49" charset="-122"/>
              </a:rPr>
              <a:t>。然后将此更新信息发送给 </a:t>
            </a:r>
            <a:r>
              <a:rPr lang="en-US" altLang="zh-CN" sz="2400" b="1">
                <a:solidFill>
                  <a:srgbClr val="0000CC"/>
                </a:solidFill>
                <a:ea typeface="黑体" panose="02010609060101010101" pitchFamily="49" charset="-122"/>
              </a:rPr>
              <a:t>R</a:t>
            </a:r>
            <a:r>
              <a:rPr lang="en-US" altLang="zh-CN" sz="2400" b="1" baseline="-25000">
                <a:solidFill>
                  <a:srgbClr val="0000CC"/>
                </a:solidFill>
                <a:ea typeface="黑体" panose="02010609060101010101" pitchFamily="49" charset="-122"/>
              </a:rPr>
              <a:t>2</a:t>
            </a:r>
            <a:r>
              <a:rPr lang="zh-CN" altLang="en-US" sz="2400" b="1">
                <a:solidFill>
                  <a:srgbClr val="0000CC"/>
                </a:solidFill>
                <a:ea typeface="黑体" panose="02010609060101010101" pitchFamily="49" charset="-122"/>
              </a:rPr>
              <a:t>。</a:t>
            </a:r>
          </a:p>
        </p:txBody>
      </p:sp>
      <p:grpSp>
        <p:nvGrpSpPr>
          <p:cNvPr id="577657" name="Group 121"/>
          <p:cNvGrpSpPr>
            <a:grpSpLocks/>
          </p:cNvGrpSpPr>
          <p:nvPr/>
        </p:nvGrpSpPr>
        <p:grpSpPr bwMode="auto">
          <a:xfrm>
            <a:off x="2690813" y="3643313"/>
            <a:ext cx="1636712" cy="312737"/>
            <a:chOff x="1565" y="2478"/>
            <a:chExt cx="951" cy="197"/>
          </a:xfrm>
        </p:grpSpPr>
        <p:grpSp>
          <p:nvGrpSpPr>
            <p:cNvPr id="1031283" name="Group 122"/>
            <p:cNvGrpSpPr>
              <a:grpSpLocks/>
            </p:cNvGrpSpPr>
            <p:nvPr/>
          </p:nvGrpSpPr>
          <p:grpSpPr bwMode="auto">
            <a:xfrm>
              <a:off x="1589" y="2478"/>
              <a:ext cx="927" cy="197"/>
              <a:chOff x="1491" y="212"/>
              <a:chExt cx="853" cy="240"/>
            </a:xfrm>
          </p:grpSpPr>
          <p:sp>
            <p:nvSpPr>
              <p:cNvPr id="1031284" name="AutoShape 123"/>
              <p:cNvSpPr>
                <a:spLocks noChangeArrowheads="1"/>
              </p:cNvSpPr>
              <p:nvPr/>
            </p:nvSpPr>
            <p:spPr bwMode="auto">
              <a:xfrm>
                <a:off x="2089" y="271"/>
                <a:ext cx="255" cy="122"/>
              </a:xfrm>
              <a:prstGeom prst="rightArrow">
                <a:avLst>
                  <a:gd name="adj1" fmla="val 50000"/>
                  <a:gd name="adj2" fmla="val 52244"/>
                </a:avLst>
              </a:prstGeom>
              <a:solidFill>
                <a:srgbClr val="CCECFF"/>
              </a:solidFill>
              <a:ln w="9525">
                <a:solidFill>
                  <a:schemeClr val="tx1"/>
                </a:solidFill>
                <a:miter lim="800000"/>
                <a:headEnd/>
                <a:tailEnd/>
              </a:ln>
            </p:spPr>
            <p:txBody>
              <a:bodyPr wrap="none" anchor="ctr"/>
              <a:lstStyle/>
              <a:p>
                <a:pPr eaLnBrk="0" hangingPunct="0"/>
                <a:endParaRPr lang="zh-CN" altLang="en-US" b="1">
                  <a:solidFill>
                    <a:srgbClr val="0000CC"/>
                  </a:solidFill>
                  <a:ea typeface="黑体" panose="02010609060101010101" pitchFamily="49" charset="-122"/>
                </a:endParaRPr>
              </a:p>
            </p:txBody>
          </p:sp>
          <p:sp>
            <p:nvSpPr>
              <p:cNvPr id="1031285" name="Rectangle 124"/>
              <p:cNvSpPr>
                <a:spLocks noChangeArrowheads="1"/>
              </p:cNvSpPr>
              <p:nvPr/>
            </p:nvSpPr>
            <p:spPr bwMode="auto">
              <a:xfrm>
                <a:off x="1491" y="212"/>
                <a:ext cx="632" cy="240"/>
              </a:xfrm>
              <a:prstGeom prst="rect">
                <a:avLst/>
              </a:prstGeom>
              <a:solidFill>
                <a:srgbClr val="CCECFF"/>
              </a:solidFill>
              <a:ln w="9525">
                <a:solidFill>
                  <a:schemeClr val="tx1"/>
                </a:solidFill>
                <a:miter lim="800000"/>
                <a:headEnd/>
                <a:tailEnd/>
              </a:ln>
            </p:spPr>
            <p:txBody>
              <a:bodyPr wrap="none" anchor="ctr"/>
              <a:lstStyle/>
              <a:p>
                <a:pPr eaLnBrk="0" hangingPunct="0"/>
                <a:endParaRPr lang="zh-CN" altLang="en-US" b="1">
                  <a:solidFill>
                    <a:srgbClr val="0000CC"/>
                  </a:solidFill>
                  <a:ea typeface="黑体" panose="02010609060101010101" pitchFamily="49" charset="-122"/>
                </a:endParaRPr>
              </a:p>
            </p:txBody>
          </p:sp>
        </p:grpSp>
        <p:sp>
          <p:nvSpPr>
            <p:cNvPr id="1031286" name="Text Box 125"/>
            <p:cNvSpPr txBox="1">
              <a:spLocks noChangeArrowheads="1"/>
            </p:cNvSpPr>
            <p:nvPr/>
          </p:nvSpPr>
          <p:spPr bwMode="auto">
            <a:xfrm>
              <a:off x="1565" y="2518"/>
              <a:ext cx="600" cy="15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lnSpc>
                  <a:spcPct val="50000"/>
                </a:lnSpc>
              </a:pPr>
              <a:r>
                <a:rPr lang="en-US" altLang="zh-CN" sz="2000" b="1">
                  <a:solidFill>
                    <a:srgbClr val="0000CC"/>
                  </a:solidFill>
                  <a:ea typeface="黑体" panose="02010609060101010101" pitchFamily="49" charset="-122"/>
                </a:rPr>
                <a:t>1  3  </a:t>
              </a:r>
              <a:r>
                <a:rPr lang="en-US" altLang="zh-CN" sz="2000" b="1">
                  <a:solidFill>
                    <a:srgbClr val="0000CC"/>
                  </a:solidFill>
                  <a:ea typeface="黑体" panose="02010609060101010101" pitchFamily="49" charset="-122"/>
                  <a:sym typeface="Symbol" panose="05050102010706020507" pitchFamily="18" charset="2"/>
                </a:rPr>
                <a:t>R</a:t>
              </a:r>
              <a:r>
                <a:rPr lang="en-US" altLang="zh-CN" sz="2000" b="1" baseline="-25000">
                  <a:solidFill>
                    <a:srgbClr val="0000CC"/>
                  </a:solidFill>
                  <a:ea typeface="黑体" panose="02010609060101010101" pitchFamily="49" charset="-122"/>
                  <a:sym typeface="Symbol" panose="05050102010706020507" pitchFamily="18" charset="2"/>
                </a:rPr>
                <a:t>2</a:t>
              </a:r>
            </a:p>
          </p:txBody>
        </p:sp>
      </p:grpSp>
      <p:sp>
        <p:nvSpPr>
          <p:cNvPr id="1031287" name="灯片编号占位符 3"/>
          <p:cNvSpPr>
            <a:spLocks noGrp="1" noChangeArrowheads="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p>
            <a:fld id="{ACAF523B-C952-4F12-9730-FC06DA2392D8}" type="slidenum">
              <a:rPr lang="zh-CN" altLang="en-US" smtClean="0"/>
              <a:pPr/>
              <a:t>30</a:t>
            </a:fld>
            <a:endParaRPr lang="en-US" altLang="zh-CN" smtClean="0"/>
          </a:p>
        </p:txBody>
      </p:sp>
      <p:sp>
        <p:nvSpPr>
          <p:cNvPr id="1031288" name="页脚占位符 4"/>
          <p:cNvSpPr>
            <a:spLocks noGrp="1" noChangeArrowheads="1"/>
          </p:cNvSpPr>
          <p:nvPr>
            <p:ph type="ftr"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p>
            <a:r>
              <a:rPr lang="en-US" altLang="zh-CN" smtClean="0"/>
              <a:t>ppt课件</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77656"/>
                                        </p:tgtEl>
                                        <p:attrNameLst>
                                          <p:attrName>style.visibility</p:attrName>
                                        </p:attrNameLst>
                                      </p:cBhvr>
                                      <p:to>
                                        <p:strVal val="visible"/>
                                      </p:to>
                                    </p:set>
                                  </p:childTnLst>
                                </p:cTn>
                              </p:par>
                            </p:childTnLst>
                          </p:cTn>
                        </p:par>
                        <p:par>
                          <p:cTn id="7" fill="hold" nodeType="afterGroup">
                            <p:stCondLst>
                              <p:cond delay="1"/>
                            </p:stCondLst>
                            <p:childTnLst>
                              <p:par>
                                <p:cTn id="8" presetID="1" presetClass="entr" presetSubtype="0" fill="hold" nodeType="afterEffect">
                                  <p:stCondLst>
                                    <p:cond delay="0"/>
                                  </p:stCondLst>
                                  <p:childTnLst>
                                    <p:set>
                                      <p:cBhvr>
                                        <p:cTn id="9" dur="1" fill="hold">
                                          <p:stCondLst>
                                            <p:cond delay="0"/>
                                          </p:stCondLst>
                                        </p:cTn>
                                        <p:tgtEl>
                                          <p:spTgt spid="577657"/>
                                        </p:tgtEl>
                                        <p:attrNameLst>
                                          <p:attrName>style.visibility</p:attrName>
                                        </p:attrNameLst>
                                      </p:cBhvr>
                                      <p:to>
                                        <p:strVal val="visible"/>
                                      </p:to>
                                    </p:set>
                                  </p:childTnLst>
                                </p:cTn>
                              </p:par>
                            </p:childTnLst>
                          </p:cTn>
                        </p:par>
                        <p:par>
                          <p:cTn id="10" fill="hold" nodeType="afterGroup">
                            <p:stCondLst>
                              <p:cond delay="2"/>
                            </p:stCondLst>
                            <p:childTnLst>
                              <p:par>
                                <p:cTn id="11" presetID="35" presetClass="emph" presetSubtype="0" repeatCount="3000" fill="hold" nodeType="afterEffect">
                                  <p:stCondLst>
                                    <p:cond delay="0"/>
                                  </p:stCondLst>
                                  <p:childTnLst>
                                    <p:anim calcmode="discrete" valueType="str">
                                      <p:cBhvr>
                                        <p:cTn id="12" dur="1000" fill="hold"/>
                                        <p:tgtEl>
                                          <p:spTgt spid="577657"/>
                                        </p:tgtEl>
                                        <p:attrNameLst>
                                          <p:attrName>style.visibility</p:attrName>
                                        </p:attrNameLst>
                                      </p:cBhvr>
                                      <p:tavLst>
                                        <p:tav tm="0">
                                          <p:val>
                                            <p:strVal val="hidden"/>
                                          </p:val>
                                        </p:tav>
                                        <p:tav tm="50000">
                                          <p:val>
                                            <p:strVal val="visible"/>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77656" grpId="0" animBg="1"/>
    </p:bld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33217" name="Line 2"/>
          <p:cNvSpPr>
            <a:spLocks noChangeShapeType="1"/>
          </p:cNvSpPr>
          <p:nvPr/>
        </p:nvSpPr>
        <p:spPr bwMode="auto">
          <a:xfrm>
            <a:off x="1785938" y="1063625"/>
            <a:ext cx="7010400"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CC"/>
              </a:solidFill>
              <a:ea typeface="黑体" panose="02010609060101010101" pitchFamily="49" charset="-122"/>
            </a:endParaRPr>
          </a:p>
        </p:txBody>
      </p:sp>
      <p:pic>
        <p:nvPicPr>
          <p:cNvPr id="1033218" name="Picture 3"/>
          <p:cNvPicPr>
            <a:picLocks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2813050" y="908050"/>
            <a:ext cx="790575" cy="3381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033219" name="Text Box 4"/>
          <p:cNvSpPr txBox="1">
            <a:spLocks noChangeArrowheads="1"/>
          </p:cNvSpPr>
          <p:nvPr/>
        </p:nvSpPr>
        <p:spPr bwMode="auto">
          <a:xfrm>
            <a:off x="6945313" y="1157288"/>
            <a:ext cx="465137"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en-US" altLang="zh-CN" sz="2000" b="1">
                <a:solidFill>
                  <a:srgbClr val="0000CC"/>
                </a:solidFill>
                <a:ea typeface="黑体" panose="02010609060101010101" pitchFamily="49" charset="-122"/>
              </a:rPr>
              <a:t>R</a:t>
            </a:r>
            <a:r>
              <a:rPr lang="en-US" altLang="zh-CN" sz="2000" b="1" baseline="-25000">
                <a:solidFill>
                  <a:srgbClr val="0000CC"/>
                </a:solidFill>
                <a:ea typeface="黑体" panose="02010609060101010101" pitchFamily="49" charset="-122"/>
              </a:rPr>
              <a:t>2</a:t>
            </a:r>
            <a:endParaRPr lang="en-US" altLang="zh-CN" sz="2000" b="1">
              <a:solidFill>
                <a:srgbClr val="0000CC"/>
              </a:solidFill>
              <a:ea typeface="黑体" panose="02010609060101010101" pitchFamily="49" charset="-122"/>
            </a:endParaRPr>
          </a:p>
        </p:txBody>
      </p:sp>
      <p:sp>
        <p:nvSpPr>
          <p:cNvPr id="1033220" name="Text Box 5"/>
          <p:cNvSpPr txBox="1">
            <a:spLocks noChangeArrowheads="1"/>
          </p:cNvSpPr>
          <p:nvPr/>
        </p:nvSpPr>
        <p:spPr bwMode="auto">
          <a:xfrm>
            <a:off x="3048000" y="1157288"/>
            <a:ext cx="465138"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en-US" altLang="zh-CN" sz="2000" b="1">
                <a:solidFill>
                  <a:srgbClr val="0000CC"/>
                </a:solidFill>
                <a:ea typeface="黑体" panose="02010609060101010101" pitchFamily="49" charset="-122"/>
              </a:rPr>
              <a:t>R</a:t>
            </a:r>
            <a:r>
              <a:rPr lang="en-US" altLang="zh-CN" sz="2000" b="1" baseline="-25000">
                <a:solidFill>
                  <a:srgbClr val="0000CC"/>
                </a:solidFill>
                <a:ea typeface="黑体" panose="02010609060101010101" pitchFamily="49" charset="-122"/>
              </a:rPr>
              <a:t>1</a:t>
            </a:r>
            <a:endParaRPr lang="en-US" altLang="zh-CN" sz="2000" b="1">
              <a:solidFill>
                <a:srgbClr val="0000CC"/>
              </a:solidFill>
              <a:ea typeface="黑体" panose="02010609060101010101" pitchFamily="49" charset="-122"/>
            </a:endParaRPr>
          </a:p>
        </p:txBody>
      </p:sp>
      <p:pic>
        <p:nvPicPr>
          <p:cNvPr id="1033221" name="Picture 6"/>
          <p:cNvPicPr>
            <a:picLocks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6708775" y="908050"/>
            <a:ext cx="790575" cy="3381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1033222" name="Group 7"/>
          <p:cNvGrpSpPr>
            <a:grpSpLocks/>
          </p:cNvGrpSpPr>
          <p:nvPr/>
        </p:nvGrpSpPr>
        <p:grpSpPr bwMode="auto">
          <a:xfrm>
            <a:off x="768350" y="631825"/>
            <a:ext cx="1277938" cy="858838"/>
            <a:chOff x="4830" y="1752"/>
            <a:chExt cx="667" cy="477"/>
          </a:xfrm>
        </p:grpSpPr>
        <p:grpSp>
          <p:nvGrpSpPr>
            <p:cNvPr id="1033223" name="Group 8"/>
            <p:cNvGrpSpPr>
              <a:grpSpLocks/>
            </p:cNvGrpSpPr>
            <p:nvPr/>
          </p:nvGrpSpPr>
          <p:grpSpPr bwMode="auto">
            <a:xfrm>
              <a:off x="4830" y="1752"/>
              <a:ext cx="667" cy="477"/>
              <a:chOff x="2949" y="196"/>
              <a:chExt cx="941" cy="598"/>
            </a:xfrm>
          </p:grpSpPr>
          <p:sp>
            <p:nvSpPr>
              <p:cNvPr id="1033224" name="Oval 9"/>
              <p:cNvSpPr>
                <a:spLocks noChangeArrowheads="1"/>
              </p:cNvSpPr>
              <p:nvPr/>
            </p:nvSpPr>
            <p:spPr bwMode="auto">
              <a:xfrm>
                <a:off x="3168" y="196"/>
                <a:ext cx="407" cy="162"/>
              </a:xfrm>
              <a:prstGeom prst="ellipse">
                <a:avLst/>
              </a:prstGeom>
              <a:solidFill>
                <a:srgbClr val="EAEAEA"/>
              </a:solidFill>
              <a:ln w="12700">
                <a:solidFill>
                  <a:schemeClr val="tx1"/>
                </a:solidFill>
                <a:round/>
                <a:headEnd/>
                <a:tailEnd/>
              </a:ln>
            </p:spPr>
            <p:txBody>
              <a:bodyPr wrap="none" anchor="ctr"/>
              <a:lstStyle/>
              <a:p>
                <a:pPr eaLnBrk="0" hangingPunct="0"/>
                <a:endParaRPr lang="zh-CN" altLang="en-US" b="1">
                  <a:solidFill>
                    <a:srgbClr val="0000CC"/>
                  </a:solidFill>
                  <a:ea typeface="黑体" panose="02010609060101010101" pitchFamily="49" charset="-122"/>
                </a:endParaRPr>
              </a:p>
            </p:txBody>
          </p:sp>
          <p:sp>
            <p:nvSpPr>
              <p:cNvPr id="1033225" name="Oval 10"/>
              <p:cNvSpPr>
                <a:spLocks noChangeArrowheads="1"/>
              </p:cNvSpPr>
              <p:nvPr/>
            </p:nvSpPr>
            <p:spPr bwMode="auto">
              <a:xfrm rot="900000">
                <a:off x="3512" y="252"/>
                <a:ext cx="275" cy="131"/>
              </a:xfrm>
              <a:prstGeom prst="ellipse">
                <a:avLst/>
              </a:prstGeom>
              <a:solidFill>
                <a:srgbClr val="EAEAEA"/>
              </a:solidFill>
              <a:ln w="12700">
                <a:solidFill>
                  <a:schemeClr val="tx1"/>
                </a:solidFill>
                <a:round/>
                <a:headEnd/>
                <a:tailEnd/>
              </a:ln>
            </p:spPr>
            <p:txBody>
              <a:bodyPr wrap="none" anchor="ctr"/>
              <a:lstStyle/>
              <a:p>
                <a:pPr eaLnBrk="0" hangingPunct="0"/>
                <a:endParaRPr lang="zh-CN" altLang="en-US" b="1">
                  <a:solidFill>
                    <a:srgbClr val="0000CC"/>
                  </a:solidFill>
                  <a:ea typeface="黑体" panose="02010609060101010101" pitchFamily="49" charset="-122"/>
                </a:endParaRPr>
              </a:p>
            </p:txBody>
          </p:sp>
          <p:sp>
            <p:nvSpPr>
              <p:cNvPr id="1033226" name="Oval 11"/>
              <p:cNvSpPr>
                <a:spLocks noChangeArrowheads="1"/>
              </p:cNvSpPr>
              <p:nvPr/>
            </p:nvSpPr>
            <p:spPr bwMode="auto">
              <a:xfrm rot="1500000">
                <a:off x="3650" y="385"/>
                <a:ext cx="240" cy="153"/>
              </a:xfrm>
              <a:prstGeom prst="ellipse">
                <a:avLst/>
              </a:prstGeom>
              <a:solidFill>
                <a:srgbClr val="EAEAEA"/>
              </a:solidFill>
              <a:ln w="12700">
                <a:solidFill>
                  <a:schemeClr val="tx1"/>
                </a:solidFill>
                <a:round/>
                <a:headEnd/>
                <a:tailEnd/>
              </a:ln>
            </p:spPr>
            <p:txBody>
              <a:bodyPr wrap="none" anchor="ctr"/>
              <a:lstStyle/>
              <a:p>
                <a:pPr eaLnBrk="0" hangingPunct="0"/>
                <a:endParaRPr lang="zh-CN" altLang="en-US" b="1">
                  <a:solidFill>
                    <a:srgbClr val="0000CC"/>
                  </a:solidFill>
                  <a:ea typeface="黑体" panose="02010609060101010101" pitchFamily="49" charset="-122"/>
                </a:endParaRPr>
              </a:p>
            </p:txBody>
          </p:sp>
          <p:sp>
            <p:nvSpPr>
              <p:cNvPr id="1033227" name="Oval 12"/>
              <p:cNvSpPr>
                <a:spLocks noChangeArrowheads="1"/>
              </p:cNvSpPr>
              <p:nvPr/>
            </p:nvSpPr>
            <p:spPr bwMode="auto">
              <a:xfrm rot="-1560000">
                <a:off x="3573" y="537"/>
                <a:ext cx="291" cy="189"/>
              </a:xfrm>
              <a:prstGeom prst="ellipse">
                <a:avLst/>
              </a:prstGeom>
              <a:solidFill>
                <a:srgbClr val="EAEAEA"/>
              </a:solidFill>
              <a:ln w="12700">
                <a:solidFill>
                  <a:schemeClr val="tx1"/>
                </a:solidFill>
                <a:round/>
                <a:headEnd/>
                <a:tailEnd/>
              </a:ln>
            </p:spPr>
            <p:txBody>
              <a:bodyPr wrap="none" anchor="ctr"/>
              <a:lstStyle/>
              <a:p>
                <a:pPr eaLnBrk="0" hangingPunct="0"/>
                <a:endParaRPr lang="zh-CN" altLang="en-US" b="1">
                  <a:solidFill>
                    <a:srgbClr val="0000CC"/>
                  </a:solidFill>
                  <a:ea typeface="黑体" panose="02010609060101010101" pitchFamily="49" charset="-122"/>
                </a:endParaRPr>
              </a:p>
            </p:txBody>
          </p:sp>
          <p:sp>
            <p:nvSpPr>
              <p:cNvPr id="1033228" name="Oval 13"/>
              <p:cNvSpPr>
                <a:spLocks noChangeArrowheads="1"/>
              </p:cNvSpPr>
              <p:nvPr/>
            </p:nvSpPr>
            <p:spPr bwMode="auto">
              <a:xfrm>
                <a:off x="3216" y="555"/>
                <a:ext cx="471" cy="239"/>
              </a:xfrm>
              <a:prstGeom prst="ellipse">
                <a:avLst/>
              </a:prstGeom>
              <a:solidFill>
                <a:srgbClr val="EAEAEA"/>
              </a:solidFill>
              <a:ln w="12700">
                <a:solidFill>
                  <a:schemeClr val="tx1"/>
                </a:solidFill>
                <a:round/>
                <a:headEnd/>
                <a:tailEnd/>
              </a:ln>
            </p:spPr>
            <p:txBody>
              <a:bodyPr wrap="none" anchor="ctr"/>
              <a:lstStyle/>
              <a:p>
                <a:pPr eaLnBrk="0" hangingPunct="0"/>
                <a:endParaRPr lang="zh-CN" altLang="en-US" b="1">
                  <a:solidFill>
                    <a:srgbClr val="0000CC"/>
                  </a:solidFill>
                  <a:ea typeface="黑体" panose="02010609060101010101" pitchFamily="49" charset="-122"/>
                </a:endParaRPr>
              </a:p>
            </p:txBody>
          </p:sp>
          <p:sp>
            <p:nvSpPr>
              <p:cNvPr id="1033229" name="Oval 14"/>
              <p:cNvSpPr>
                <a:spLocks noChangeArrowheads="1"/>
              </p:cNvSpPr>
              <p:nvPr/>
            </p:nvSpPr>
            <p:spPr bwMode="auto">
              <a:xfrm rot="1080000">
                <a:off x="3023" y="555"/>
                <a:ext cx="265" cy="156"/>
              </a:xfrm>
              <a:prstGeom prst="ellipse">
                <a:avLst/>
              </a:prstGeom>
              <a:solidFill>
                <a:srgbClr val="EAEAEA"/>
              </a:solidFill>
              <a:ln w="12700">
                <a:solidFill>
                  <a:schemeClr val="tx1"/>
                </a:solidFill>
                <a:round/>
                <a:headEnd/>
                <a:tailEnd/>
              </a:ln>
            </p:spPr>
            <p:txBody>
              <a:bodyPr wrap="none" anchor="ctr"/>
              <a:lstStyle/>
              <a:p>
                <a:pPr eaLnBrk="0" hangingPunct="0"/>
                <a:endParaRPr lang="zh-CN" altLang="en-US" b="1">
                  <a:solidFill>
                    <a:srgbClr val="0000CC"/>
                  </a:solidFill>
                  <a:ea typeface="黑体" panose="02010609060101010101" pitchFamily="49" charset="-122"/>
                </a:endParaRPr>
              </a:p>
            </p:txBody>
          </p:sp>
          <p:sp>
            <p:nvSpPr>
              <p:cNvPr id="1033230" name="Oval 15"/>
              <p:cNvSpPr>
                <a:spLocks noChangeArrowheads="1"/>
              </p:cNvSpPr>
              <p:nvPr/>
            </p:nvSpPr>
            <p:spPr bwMode="auto">
              <a:xfrm>
                <a:off x="2949" y="432"/>
                <a:ext cx="217" cy="156"/>
              </a:xfrm>
              <a:prstGeom prst="ellipse">
                <a:avLst/>
              </a:prstGeom>
              <a:solidFill>
                <a:srgbClr val="EAEAEA"/>
              </a:solidFill>
              <a:ln w="12700">
                <a:solidFill>
                  <a:schemeClr val="tx1"/>
                </a:solidFill>
                <a:round/>
                <a:headEnd/>
                <a:tailEnd/>
              </a:ln>
            </p:spPr>
            <p:txBody>
              <a:bodyPr wrap="none" anchor="ctr"/>
              <a:lstStyle/>
              <a:p>
                <a:pPr eaLnBrk="0" hangingPunct="0"/>
                <a:endParaRPr lang="zh-CN" altLang="en-US" b="1">
                  <a:solidFill>
                    <a:srgbClr val="0000CC"/>
                  </a:solidFill>
                  <a:ea typeface="黑体" panose="02010609060101010101" pitchFamily="49" charset="-122"/>
                </a:endParaRPr>
              </a:p>
            </p:txBody>
          </p:sp>
          <p:sp>
            <p:nvSpPr>
              <p:cNvPr id="1033231" name="Oval 16"/>
              <p:cNvSpPr>
                <a:spLocks noChangeArrowheads="1"/>
              </p:cNvSpPr>
              <p:nvPr/>
            </p:nvSpPr>
            <p:spPr bwMode="auto">
              <a:xfrm rot="-1860000">
                <a:off x="2984" y="310"/>
                <a:ext cx="295" cy="156"/>
              </a:xfrm>
              <a:prstGeom prst="ellipse">
                <a:avLst/>
              </a:prstGeom>
              <a:solidFill>
                <a:srgbClr val="EAEAEA"/>
              </a:solidFill>
              <a:ln w="12700">
                <a:solidFill>
                  <a:schemeClr val="tx1"/>
                </a:solidFill>
                <a:round/>
                <a:headEnd/>
                <a:tailEnd/>
              </a:ln>
            </p:spPr>
            <p:txBody>
              <a:bodyPr wrap="none" anchor="ctr"/>
              <a:lstStyle/>
              <a:p>
                <a:pPr eaLnBrk="0" hangingPunct="0"/>
                <a:endParaRPr lang="zh-CN" altLang="en-US" b="1">
                  <a:solidFill>
                    <a:srgbClr val="0000CC"/>
                  </a:solidFill>
                  <a:ea typeface="黑体" panose="02010609060101010101" pitchFamily="49" charset="-122"/>
                </a:endParaRPr>
              </a:p>
            </p:txBody>
          </p:sp>
          <p:sp>
            <p:nvSpPr>
              <p:cNvPr id="1033232" name="Freeform 17"/>
              <p:cNvSpPr>
                <a:spLocks noChangeArrowheads="1"/>
              </p:cNvSpPr>
              <p:nvPr/>
            </p:nvSpPr>
            <p:spPr bwMode="auto">
              <a:xfrm>
                <a:off x="3051" y="300"/>
                <a:ext cx="738" cy="407"/>
              </a:xfrm>
              <a:custGeom>
                <a:avLst/>
                <a:gdLst>
                  <a:gd name="T0" fmla="*/ 108 w 738"/>
                  <a:gd name="T1" fmla="*/ 82 h 407"/>
                  <a:gd name="T2" fmla="*/ 145 w 738"/>
                  <a:gd name="T3" fmla="*/ 77 h 407"/>
                  <a:gd name="T4" fmla="*/ 183 w 738"/>
                  <a:gd name="T5" fmla="*/ 72 h 407"/>
                  <a:gd name="T6" fmla="*/ 215 w 738"/>
                  <a:gd name="T7" fmla="*/ 67 h 407"/>
                  <a:gd name="T8" fmla="*/ 237 w 738"/>
                  <a:gd name="T9" fmla="*/ 46 h 407"/>
                  <a:gd name="T10" fmla="*/ 204 w 738"/>
                  <a:gd name="T11" fmla="*/ 41 h 407"/>
                  <a:gd name="T12" fmla="*/ 172 w 738"/>
                  <a:gd name="T13" fmla="*/ 46 h 407"/>
                  <a:gd name="T14" fmla="*/ 156 w 738"/>
                  <a:gd name="T15" fmla="*/ 46 h 407"/>
                  <a:gd name="T16" fmla="*/ 188 w 738"/>
                  <a:gd name="T17" fmla="*/ 26 h 407"/>
                  <a:gd name="T18" fmla="*/ 226 w 738"/>
                  <a:gd name="T19" fmla="*/ 15 h 407"/>
                  <a:gd name="T20" fmla="*/ 258 w 738"/>
                  <a:gd name="T21" fmla="*/ 10 h 407"/>
                  <a:gd name="T22" fmla="*/ 290 w 738"/>
                  <a:gd name="T23" fmla="*/ 5 h 407"/>
                  <a:gd name="T24" fmla="*/ 323 w 738"/>
                  <a:gd name="T25" fmla="*/ 0 h 407"/>
                  <a:gd name="T26" fmla="*/ 355 w 738"/>
                  <a:gd name="T27" fmla="*/ 0 h 407"/>
                  <a:gd name="T28" fmla="*/ 387 w 738"/>
                  <a:gd name="T29" fmla="*/ 0 h 407"/>
                  <a:gd name="T30" fmla="*/ 463 w 738"/>
                  <a:gd name="T31" fmla="*/ 0 h 407"/>
                  <a:gd name="T32" fmla="*/ 506 w 738"/>
                  <a:gd name="T33" fmla="*/ 0 h 407"/>
                  <a:gd name="T34" fmla="*/ 543 w 738"/>
                  <a:gd name="T35" fmla="*/ 15 h 407"/>
                  <a:gd name="T36" fmla="*/ 570 w 738"/>
                  <a:gd name="T37" fmla="*/ 36 h 407"/>
                  <a:gd name="T38" fmla="*/ 603 w 738"/>
                  <a:gd name="T39" fmla="*/ 51 h 407"/>
                  <a:gd name="T40" fmla="*/ 635 w 738"/>
                  <a:gd name="T41" fmla="*/ 57 h 407"/>
                  <a:gd name="T42" fmla="*/ 667 w 738"/>
                  <a:gd name="T43" fmla="*/ 77 h 407"/>
                  <a:gd name="T44" fmla="*/ 694 w 738"/>
                  <a:gd name="T45" fmla="*/ 98 h 407"/>
                  <a:gd name="T46" fmla="*/ 715 w 738"/>
                  <a:gd name="T47" fmla="*/ 128 h 407"/>
                  <a:gd name="T48" fmla="*/ 721 w 738"/>
                  <a:gd name="T49" fmla="*/ 164 h 407"/>
                  <a:gd name="T50" fmla="*/ 726 w 738"/>
                  <a:gd name="T51" fmla="*/ 195 h 407"/>
                  <a:gd name="T52" fmla="*/ 726 w 738"/>
                  <a:gd name="T53" fmla="*/ 226 h 407"/>
                  <a:gd name="T54" fmla="*/ 726 w 738"/>
                  <a:gd name="T55" fmla="*/ 257 h 407"/>
                  <a:gd name="T56" fmla="*/ 737 w 738"/>
                  <a:gd name="T57" fmla="*/ 288 h 407"/>
                  <a:gd name="T58" fmla="*/ 737 w 738"/>
                  <a:gd name="T59" fmla="*/ 319 h 407"/>
                  <a:gd name="T60" fmla="*/ 715 w 738"/>
                  <a:gd name="T61" fmla="*/ 349 h 407"/>
                  <a:gd name="T62" fmla="*/ 678 w 738"/>
                  <a:gd name="T63" fmla="*/ 365 h 407"/>
                  <a:gd name="T64" fmla="*/ 646 w 738"/>
                  <a:gd name="T65" fmla="*/ 380 h 407"/>
                  <a:gd name="T66" fmla="*/ 613 w 738"/>
                  <a:gd name="T67" fmla="*/ 396 h 407"/>
                  <a:gd name="T68" fmla="*/ 581 w 738"/>
                  <a:gd name="T69" fmla="*/ 401 h 407"/>
                  <a:gd name="T70" fmla="*/ 538 w 738"/>
                  <a:gd name="T71" fmla="*/ 406 h 407"/>
                  <a:gd name="T72" fmla="*/ 500 w 738"/>
                  <a:gd name="T73" fmla="*/ 406 h 407"/>
                  <a:gd name="T74" fmla="*/ 468 w 738"/>
                  <a:gd name="T75" fmla="*/ 406 h 407"/>
                  <a:gd name="T76" fmla="*/ 436 w 738"/>
                  <a:gd name="T77" fmla="*/ 406 h 407"/>
                  <a:gd name="T78" fmla="*/ 403 w 738"/>
                  <a:gd name="T79" fmla="*/ 406 h 407"/>
                  <a:gd name="T80" fmla="*/ 371 w 738"/>
                  <a:gd name="T81" fmla="*/ 406 h 407"/>
                  <a:gd name="T82" fmla="*/ 339 w 738"/>
                  <a:gd name="T83" fmla="*/ 406 h 407"/>
                  <a:gd name="T84" fmla="*/ 307 w 738"/>
                  <a:gd name="T85" fmla="*/ 406 h 407"/>
                  <a:gd name="T86" fmla="*/ 269 w 738"/>
                  <a:gd name="T87" fmla="*/ 406 h 407"/>
                  <a:gd name="T88" fmla="*/ 237 w 738"/>
                  <a:gd name="T89" fmla="*/ 406 h 407"/>
                  <a:gd name="T90" fmla="*/ 204 w 738"/>
                  <a:gd name="T91" fmla="*/ 406 h 407"/>
                  <a:gd name="T92" fmla="*/ 172 w 738"/>
                  <a:gd name="T93" fmla="*/ 391 h 407"/>
                  <a:gd name="T94" fmla="*/ 140 w 738"/>
                  <a:gd name="T95" fmla="*/ 380 h 407"/>
                  <a:gd name="T96" fmla="*/ 108 w 738"/>
                  <a:gd name="T97" fmla="*/ 365 h 407"/>
                  <a:gd name="T98" fmla="*/ 81 w 738"/>
                  <a:gd name="T99" fmla="*/ 339 h 407"/>
                  <a:gd name="T100" fmla="*/ 59 w 738"/>
                  <a:gd name="T101" fmla="*/ 319 h 407"/>
                  <a:gd name="T102" fmla="*/ 38 w 738"/>
                  <a:gd name="T103" fmla="*/ 288 h 407"/>
                  <a:gd name="T104" fmla="*/ 16 w 738"/>
                  <a:gd name="T105" fmla="*/ 252 h 407"/>
                  <a:gd name="T106" fmla="*/ 0 w 738"/>
                  <a:gd name="T107" fmla="*/ 216 h 407"/>
                  <a:gd name="T108" fmla="*/ 0 w 738"/>
                  <a:gd name="T109" fmla="*/ 185 h 407"/>
                  <a:gd name="T110" fmla="*/ 5 w 738"/>
                  <a:gd name="T111" fmla="*/ 149 h 407"/>
                  <a:gd name="T112" fmla="*/ 27 w 738"/>
                  <a:gd name="T113" fmla="*/ 123 h 407"/>
                  <a:gd name="T114" fmla="*/ 54 w 738"/>
                  <a:gd name="T115" fmla="*/ 108 h 407"/>
                  <a:gd name="T116" fmla="*/ 86 w 738"/>
                  <a:gd name="T117" fmla="*/ 98 h 407"/>
                  <a:gd name="T118" fmla="*/ 113 w 738"/>
                  <a:gd name="T119" fmla="*/ 82 h 407"/>
                  <a:gd name="T120" fmla="*/ 129 w 738"/>
                  <a:gd name="T121" fmla="*/ 98 h 40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Lst>
                <a:rect l="0" t="0" r="r" b="b"/>
                <a:pathLst>
                  <a:path w="738" h="407">
                    <a:moveTo>
                      <a:pt x="91" y="82"/>
                    </a:moveTo>
                    <a:lnTo>
                      <a:pt x="108" y="82"/>
                    </a:lnTo>
                    <a:lnTo>
                      <a:pt x="124" y="82"/>
                    </a:lnTo>
                    <a:lnTo>
                      <a:pt x="145" y="77"/>
                    </a:lnTo>
                    <a:lnTo>
                      <a:pt x="161" y="77"/>
                    </a:lnTo>
                    <a:lnTo>
                      <a:pt x="183" y="72"/>
                    </a:lnTo>
                    <a:lnTo>
                      <a:pt x="199" y="72"/>
                    </a:lnTo>
                    <a:lnTo>
                      <a:pt x="215" y="67"/>
                    </a:lnTo>
                    <a:lnTo>
                      <a:pt x="231" y="62"/>
                    </a:lnTo>
                    <a:lnTo>
                      <a:pt x="237" y="46"/>
                    </a:lnTo>
                    <a:lnTo>
                      <a:pt x="221" y="41"/>
                    </a:lnTo>
                    <a:lnTo>
                      <a:pt x="204" y="41"/>
                    </a:lnTo>
                    <a:lnTo>
                      <a:pt x="188" y="46"/>
                    </a:lnTo>
                    <a:lnTo>
                      <a:pt x="172" y="46"/>
                    </a:lnTo>
                    <a:lnTo>
                      <a:pt x="156" y="62"/>
                    </a:lnTo>
                    <a:lnTo>
                      <a:pt x="156" y="46"/>
                    </a:lnTo>
                    <a:lnTo>
                      <a:pt x="172" y="36"/>
                    </a:lnTo>
                    <a:lnTo>
                      <a:pt x="188" y="26"/>
                    </a:lnTo>
                    <a:lnTo>
                      <a:pt x="210" y="21"/>
                    </a:lnTo>
                    <a:lnTo>
                      <a:pt x="226" y="15"/>
                    </a:lnTo>
                    <a:lnTo>
                      <a:pt x="242" y="15"/>
                    </a:lnTo>
                    <a:lnTo>
                      <a:pt x="258" y="10"/>
                    </a:lnTo>
                    <a:lnTo>
                      <a:pt x="274" y="10"/>
                    </a:lnTo>
                    <a:lnTo>
                      <a:pt x="290" y="5"/>
                    </a:lnTo>
                    <a:lnTo>
                      <a:pt x="307" y="5"/>
                    </a:lnTo>
                    <a:lnTo>
                      <a:pt x="323" y="0"/>
                    </a:lnTo>
                    <a:lnTo>
                      <a:pt x="339" y="0"/>
                    </a:lnTo>
                    <a:lnTo>
                      <a:pt x="355" y="0"/>
                    </a:lnTo>
                    <a:lnTo>
                      <a:pt x="371" y="0"/>
                    </a:lnTo>
                    <a:lnTo>
                      <a:pt x="387" y="0"/>
                    </a:lnTo>
                    <a:lnTo>
                      <a:pt x="420" y="0"/>
                    </a:lnTo>
                    <a:lnTo>
                      <a:pt x="463" y="0"/>
                    </a:lnTo>
                    <a:lnTo>
                      <a:pt x="484" y="0"/>
                    </a:lnTo>
                    <a:lnTo>
                      <a:pt x="506" y="0"/>
                    </a:lnTo>
                    <a:lnTo>
                      <a:pt x="527" y="5"/>
                    </a:lnTo>
                    <a:lnTo>
                      <a:pt x="543" y="15"/>
                    </a:lnTo>
                    <a:lnTo>
                      <a:pt x="554" y="31"/>
                    </a:lnTo>
                    <a:lnTo>
                      <a:pt x="570" y="36"/>
                    </a:lnTo>
                    <a:lnTo>
                      <a:pt x="586" y="46"/>
                    </a:lnTo>
                    <a:lnTo>
                      <a:pt x="603" y="51"/>
                    </a:lnTo>
                    <a:lnTo>
                      <a:pt x="619" y="51"/>
                    </a:lnTo>
                    <a:lnTo>
                      <a:pt x="635" y="57"/>
                    </a:lnTo>
                    <a:lnTo>
                      <a:pt x="651" y="67"/>
                    </a:lnTo>
                    <a:lnTo>
                      <a:pt x="667" y="77"/>
                    </a:lnTo>
                    <a:lnTo>
                      <a:pt x="678" y="93"/>
                    </a:lnTo>
                    <a:lnTo>
                      <a:pt x="694" y="98"/>
                    </a:lnTo>
                    <a:lnTo>
                      <a:pt x="699" y="113"/>
                    </a:lnTo>
                    <a:lnTo>
                      <a:pt x="715" y="128"/>
                    </a:lnTo>
                    <a:lnTo>
                      <a:pt x="721" y="149"/>
                    </a:lnTo>
                    <a:lnTo>
                      <a:pt x="721" y="164"/>
                    </a:lnTo>
                    <a:lnTo>
                      <a:pt x="726" y="180"/>
                    </a:lnTo>
                    <a:lnTo>
                      <a:pt x="726" y="195"/>
                    </a:lnTo>
                    <a:lnTo>
                      <a:pt x="726" y="211"/>
                    </a:lnTo>
                    <a:lnTo>
                      <a:pt x="726" y="226"/>
                    </a:lnTo>
                    <a:lnTo>
                      <a:pt x="726" y="242"/>
                    </a:lnTo>
                    <a:lnTo>
                      <a:pt x="726" y="257"/>
                    </a:lnTo>
                    <a:lnTo>
                      <a:pt x="737" y="272"/>
                    </a:lnTo>
                    <a:lnTo>
                      <a:pt x="737" y="288"/>
                    </a:lnTo>
                    <a:lnTo>
                      <a:pt x="737" y="303"/>
                    </a:lnTo>
                    <a:lnTo>
                      <a:pt x="737" y="319"/>
                    </a:lnTo>
                    <a:lnTo>
                      <a:pt x="732" y="334"/>
                    </a:lnTo>
                    <a:lnTo>
                      <a:pt x="715" y="349"/>
                    </a:lnTo>
                    <a:lnTo>
                      <a:pt x="694" y="360"/>
                    </a:lnTo>
                    <a:lnTo>
                      <a:pt x="678" y="365"/>
                    </a:lnTo>
                    <a:lnTo>
                      <a:pt x="662" y="375"/>
                    </a:lnTo>
                    <a:lnTo>
                      <a:pt x="646" y="380"/>
                    </a:lnTo>
                    <a:lnTo>
                      <a:pt x="629" y="385"/>
                    </a:lnTo>
                    <a:lnTo>
                      <a:pt x="613" y="396"/>
                    </a:lnTo>
                    <a:lnTo>
                      <a:pt x="597" y="401"/>
                    </a:lnTo>
                    <a:lnTo>
                      <a:pt x="581" y="401"/>
                    </a:lnTo>
                    <a:lnTo>
                      <a:pt x="559" y="406"/>
                    </a:lnTo>
                    <a:lnTo>
                      <a:pt x="538" y="406"/>
                    </a:lnTo>
                    <a:lnTo>
                      <a:pt x="522" y="406"/>
                    </a:lnTo>
                    <a:lnTo>
                      <a:pt x="500" y="406"/>
                    </a:lnTo>
                    <a:lnTo>
                      <a:pt x="484" y="406"/>
                    </a:lnTo>
                    <a:lnTo>
                      <a:pt x="468" y="406"/>
                    </a:lnTo>
                    <a:lnTo>
                      <a:pt x="452" y="406"/>
                    </a:lnTo>
                    <a:lnTo>
                      <a:pt x="436" y="406"/>
                    </a:lnTo>
                    <a:lnTo>
                      <a:pt x="420" y="406"/>
                    </a:lnTo>
                    <a:lnTo>
                      <a:pt x="403" y="406"/>
                    </a:lnTo>
                    <a:lnTo>
                      <a:pt x="387" y="406"/>
                    </a:lnTo>
                    <a:lnTo>
                      <a:pt x="371" y="406"/>
                    </a:lnTo>
                    <a:lnTo>
                      <a:pt x="355" y="406"/>
                    </a:lnTo>
                    <a:lnTo>
                      <a:pt x="339" y="406"/>
                    </a:lnTo>
                    <a:lnTo>
                      <a:pt x="323" y="406"/>
                    </a:lnTo>
                    <a:lnTo>
                      <a:pt x="307" y="406"/>
                    </a:lnTo>
                    <a:lnTo>
                      <a:pt x="285" y="406"/>
                    </a:lnTo>
                    <a:lnTo>
                      <a:pt x="269" y="406"/>
                    </a:lnTo>
                    <a:lnTo>
                      <a:pt x="253" y="406"/>
                    </a:lnTo>
                    <a:lnTo>
                      <a:pt x="237" y="406"/>
                    </a:lnTo>
                    <a:lnTo>
                      <a:pt x="221" y="406"/>
                    </a:lnTo>
                    <a:lnTo>
                      <a:pt x="204" y="406"/>
                    </a:lnTo>
                    <a:lnTo>
                      <a:pt x="188" y="396"/>
                    </a:lnTo>
                    <a:lnTo>
                      <a:pt x="172" y="391"/>
                    </a:lnTo>
                    <a:lnTo>
                      <a:pt x="156" y="385"/>
                    </a:lnTo>
                    <a:lnTo>
                      <a:pt x="140" y="380"/>
                    </a:lnTo>
                    <a:lnTo>
                      <a:pt x="124" y="375"/>
                    </a:lnTo>
                    <a:lnTo>
                      <a:pt x="108" y="365"/>
                    </a:lnTo>
                    <a:lnTo>
                      <a:pt x="91" y="355"/>
                    </a:lnTo>
                    <a:lnTo>
                      <a:pt x="81" y="339"/>
                    </a:lnTo>
                    <a:lnTo>
                      <a:pt x="65" y="334"/>
                    </a:lnTo>
                    <a:lnTo>
                      <a:pt x="59" y="319"/>
                    </a:lnTo>
                    <a:lnTo>
                      <a:pt x="43" y="303"/>
                    </a:lnTo>
                    <a:lnTo>
                      <a:pt x="38" y="288"/>
                    </a:lnTo>
                    <a:lnTo>
                      <a:pt x="22" y="272"/>
                    </a:lnTo>
                    <a:lnTo>
                      <a:pt x="16" y="252"/>
                    </a:lnTo>
                    <a:lnTo>
                      <a:pt x="5" y="231"/>
                    </a:lnTo>
                    <a:lnTo>
                      <a:pt x="0" y="216"/>
                    </a:lnTo>
                    <a:lnTo>
                      <a:pt x="0" y="200"/>
                    </a:lnTo>
                    <a:lnTo>
                      <a:pt x="0" y="185"/>
                    </a:lnTo>
                    <a:lnTo>
                      <a:pt x="0" y="170"/>
                    </a:lnTo>
                    <a:lnTo>
                      <a:pt x="5" y="149"/>
                    </a:lnTo>
                    <a:lnTo>
                      <a:pt x="11" y="134"/>
                    </a:lnTo>
                    <a:lnTo>
                      <a:pt x="27" y="123"/>
                    </a:lnTo>
                    <a:lnTo>
                      <a:pt x="38" y="108"/>
                    </a:lnTo>
                    <a:lnTo>
                      <a:pt x="54" y="108"/>
                    </a:lnTo>
                    <a:lnTo>
                      <a:pt x="70" y="103"/>
                    </a:lnTo>
                    <a:lnTo>
                      <a:pt x="86" y="98"/>
                    </a:lnTo>
                    <a:lnTo>
                      <a:pt x="102" y="98"/>
                    </a:lnTo>
                    <a:lnTo>
                      <a:pt x="113" y="82"/>
                    </a:lnTo>
                    <a:lnTo>
                      <a:pt x="113" y="67"/>
                    </a:lnTo>
                    <a:lnTo>
                      <a:pt x="129" y="98"/>
                    </a:lnTo>
                  </a:path>
                </a:pathLst>
              </a:custGeom>
              <a:solidFill>
                <a:srgbClr val="EAEAEA"/>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CC"/>
                  </a:solidFill>
                  <a:ea typeface="黑体" panose="02010609060101010101" pitchFamily="49" charset="-122"/>
                </a:endParaRPr>
              </a:p>
            </p:txBody>
          </p:sp>
          <p:sp>
            <p:nvSpPr>
              <p:cNvPr id="1033233" name="Freeform 18"/>
              <p:cNvSpPr>
                <a:spLocks noChangeArrowheads="1"/>
              </p:cNvSpPr>
              <p:nvPr/>
            </p:nvSpPr>
            <p:spPr bwMode="auto">
              <a:xfrm>
                <a:off x="3193" y="270"/>
                <a:ext cx="117" cy="118"/>
              </a:xfrm>
              <a:custGeom>
                <a:avLst/>
                <a:gdLst>
                  <a:gd name="T0" fmla="*/ 5 w 117"/>
                  <a:gd name="T1" fmla="*/ 66 h 118"/>
                  <a:gd name="T2" fmla="*/ 0 w 117"/>
                  <a:gd name="T3" fmla="*/ 51 h 118"/>
                  <a:gd name="T4" fmla="*/ 0 w 117"/>
                  <a:gd name="T5" fmla="*/ 36 h 118"/>
                  <a:gd name="T6" fmla="*/ 16 w 117"/>
                  <a:gd name="T7" fmla="*/ 25 h 118"/>
                  <a:gd name="T8" fmla="*/ 32 w 117"/>
                  <a:gd name="T9" fmla="*/ 15 h 118"/>
                  <a:gd name="T10" fmla="*/ 47 w 117"/>
                  <a:gd name="T11" fmla="*/ 0 h 118"/>
                  <a:gd name="T12" fmla="*/ 63 w 117"/>
                  <a:gd name="T13" fmla="*/ 0 h 118"/>
                  <a:gd name="T14" fmla="*/ 79 w 117"/>
                  <a:gd name="T15" fmla="*/ 0 h 118"/>
                  <a:gd name="T16" fmla="*/ 84 w 117"/>
                  <a:gd name="T17" fmla="*/ 15 h 118"/>
                  <a:gd name="T18" fmla="*/ 95 w 117"/>
                  <a:gd name="T19" fmla="*/ 31 h 118"/>
                  <a:gd name="T20" fmla="*/ 105 w 117"/>
                  <a:gd name="T21" fmla="*/ 46 h 118"/>
                  <a:gd name="T22" fmla="*/ 111 w 117"/>
                  <a:gd name="T23" fmla="*/ 61 h 118"/>
                  <a:gd name="T24" fmla="*/ 116 w 117"/>
                  <a:gd name="T25" fmla="*/ 76 h 118"/>
                  <a:gd name="T26" fmla="*/ 116 w 117"/>
                  <a:gd name="T27" fmla="*/ 92 h 118"/>
                  <a:gd name="T28" fmla="*/ 116 w 117"/>
                  <a:gd name="T29" fmla="*/ 107 h 118"/>
                  <a:gd name="T30" fmla="*/ 100 w 117"/>
                  <a:gd name="T31" fmla="*/ 117 h 118"/>
                  <a:gd name="T32" fmla="*/ 84 w 117"/>
                  <a:gd name="T33" fmla="*/ 117 h 118"/>
                  <a:gd name="T34" fmla="*/ 69 w 117"/>
                  <a:gd name="T35" fmla="*/ 117 h 118"/>
                  <a:gd name="T36" fmla="*/ 53 w 117"/>
                  <a:gd name="T37" fmla="*/ 117 h 118"/>
                  <a:gd name="T38" fmla="*/ 37 w 117"/>
                  <a:gd name="T39" fmla="*/ 112 h 118"/>
                  <a:gd name="T40" fmla="*/ 21 w 117"/>
                  <a:gd name="T41" fmla="*/ 102 h 118"/>
                  <a:gd name="T42" fmla="*/ 11 w 117"/>
                  <a:gd name="T43" fmla="*/ 86 h 118"/>
                  <a:gd name="T44" fmla="*/ 5 w 117"/>
                  <a:gd name="T45" fmla="*/ 71 h 118"/>
                  <a:gd name="T46" fmla="*/ 5 w 117"/>
                  <a:gd name="T47" fmla="*/ 66 h 1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117" h="118">
                    <a:moveTo>
                      <a:pt x="5" y="66"/>
                    </a:moveTo>
                    <a:lnTo>
                      <a:pt x="0" y="51"/>
                    </a:lnTo>
                    <a:lnTo>
                      <a:pt x="0" y="36"/>
                    </a:lnTo>
                    <a:lnTo>
                      <a:pt x="16" y="25"/>
                    </a:lnTo>
                    <a:lnTo>
                      <a:pt x="32" y="15"/>
                    </a:lnTo>
                    <a:lnTo>
                      <a:pt x="47" y="0"/>
                    </a:lnTo>
                    <a:lnTo>
                      <a:pt x="63" y="0"/>
                    </a:lnTo>
                    <a:lnTo>
                      <a:pt x="79" y="0"/>
                    </a:lnTo>
                    <a:lnTo>
                      <a:pt x="84" y="15"/>
                    </a:lnTo>
                    <a:lnTo>
                      <a:pt x="95" y="31"/>
                    </a:lnTo>
                    <a:lnTo>
                      <a:pt x="105" y="46"/>
                    </a:lnTo>
                    <a:lnTo>
                      <a:pt x="111" y="61"/>
                    </a:lnTo>
                    <a:lnTo>
                      <a:pt x="116" y="76"/>
                    </a:lnTo>
                    <a:lnTo>
                      <a:pt x="116" y="92"/>
                    </a:lnTo>
                    <a:lnTo>
                      <a:pt x="116" y="107"/>
                    </a:lnTo>
                    <a:lnTo>
                      <a:pt x="100" y="117"/>
                    </a:lnTo>
                    <a:lnTo>
                      <a:pt x="84" y="117"/>
                    </a:lnTo>
                    <a:lnTo>
                      <a:pt x="69" y="117"/>
                    </a:lnTo>
                    <a:lnTo>
                      <a:pt x="53" y="117"/>
                    </a:lnTo>
                    <a:lnTo>
                      <a:pt x="37" y="112"/>
                    </a:lnTo>
                    <a:lnTo>
                      <a:pt x="21" y="102"/>
                    </a:lnTo>
                    <a:lnTo>
                      <a:pt x="11" y="86"/>
                    </a:lnTo>
                    <a:lnTo>
                      <a:pt x="5" y="71"/>
                    </a:lnTo>
                    <a:lnTo>
                      <a:pt x="5" y="66"/>
                    </a:lnTo>
                  </a:path>
                </a:pathLst>
              </a:custGeom>
              <a:solidFill>
                <a:srgbClr val="EAEAEA"/>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CC"/>
                  </a:solidFill>
                  <a:ea typeface="黑体" panose="02010609060101010101" pitchFamily="49" charset="-122"/>
                </a:endParaRPr>
              </a:p>
            </p:txBody>
          </p:sp>
          <p:sp>
            <p:nvSpPr>
              <p:cNvPr id="1033234" name="Freeform 19"/>
              <p:cNvSpPr>
                <a:spLocks noChangeArrowheads="1"/>
              </p:cNvSpPr>
              <p:nvPr/>
            </p:nvSpPr>
            <p:spPr bwMode="auto">
              <a:xfrm>
                <a:off x="3469" y="239"/>
                <a:ext cx="82" cy="87"/>
              </a:xfrm>
              <a:custGeom>
                <a:avLst/>
                <a:gdLst>
                  <a:gd name="T0" fmla="*/ 0 w 82"/>
                  <a:gd name="T1" fmla="*/ 0 h 87"/>
                  <a:gd name="T2" fmla="*/ 16 w 82"/>
                  <a:gd name="T3" fmla="*/ 10 h 87"/>
                  <a:gd name="T4" fmla="*/ 32 w 82"/>
                  <a:gd name="T5" fmla="*/ 20 h 87"/>
                  <a:gd name="T6" fmla="*/ 49 w 82"/>
                  <a:gd name="T7" fmla="*/ 20 h 87"/>
                  <a:gd name="T8" fmla="*/ 65 w 82"/>
                  <a:gd name="T9" fmla="*/ 30 h 87"/>
                  <a:gd name="T10" fmla="*/ 76 w 82"/>
                  <a:gd name="T11" fmla="*/ 46 h 87"/>
                  <a:gd name="T12" fmla="*/ 81 w 82"/>
                  <a:gd name="T13" fmla="*/ 61 h 87"/>
                  <a:gd name="T14" fmla="*/ 81 w 82"/>
                  <a:gd name="T15" fmla="*/ 76 h 87"/>
                  <a:gd name="T16" fmla="*/ 65 w 82"/>
                  <a:gd name="T17" fmla="*/ 86 h 87"/>
                  <a:gd name="T18" fmla="*/ 49 w 82"/>
                  <a:gd name="T19" fmla="*/ 86 h 87"/>
                  <a:gd name="T20" fmla="*/ 27 w 82"/>
                  <a:gd name="T21" fmla="*/ 81 h 87"/>
                  <a:gd name="T22" fmla="*/ 11 w 82"/>
                  <a:gd name="T23" fmla="*/ 71 h 87"/>
                  <a:gd name="T24" fmla="*/ 5 w 82"/>
                  <a:gd name="T25" fmla="*/ 56 h 87"/>
                  <a:gd name="T26" fmla="*/ 0 w 82"/>
                  <a:gd name="T27" fmla="*/ 40 h 87"/>
                  <a:gd name="T28" fmla="*/ 0 w 82"/>
                  <a:gd name="T29" fmla="*/ 25 h 87"/>
                  <a:gd name="T30" fmla="*/ 11 w 82"/>
                  <a:gd name="T31" fmla="*/ 10 h 87"/>
                  <a:gd name="T32" fmla="*/ 0 w 82"/>
                  <a:gd name="T33" fmla="*/ 0 h 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82" h="87">
                    <a:moveTo>
                      <a:pt x="0" y="0"/>
                    </a:moveTo>
                    <a:lnTo>
                      <a:pt x="16" y="10"/>
                    </a:lnTo>
                    <a:lnTo>
                      <a:pt x="32" y="20"/>
                    </a:lnTo>
                    <a:lnTo>
                      <a:pt x="49" y="20"/>
                    </a:lnTo>
                    <a:lnTo>
                      <a:pt x="65" y="30"/>
                    </a:lnTo>
                    <a:lnTo>
                      <a:pt x="76" y="46"/>
                    </a:lnTo>
                    <a:lnTo>
                      <a:pt x="81" y="61"/>
                    </a:lnTo>
                    <a:lnTo>
                      <a:pt x="81" y="76"/>
                    </a:lnTo>
                    <a:lnTo>
                      <a:pt x="65" y="86"/>
                    </a:lnTo>
                    <a:lnTo>
                      <a:pt x="49" y="86"/>
                    </a:lnTo>
                    <a:lnTo>
                      <a:pt x="27" y="81"/>
                    </a:lnTo>
                    <a:lnTo>
                      <a:pt x="11" y="71"/>
                    </a:lnTo>
                    <a:lnTo>
                      <a:pt x="5" y="56"/>
                    </a:lnTo>
                    <a:lnTo>
                      <a:pt x="0" y="40"/>
                    </a:lnTo>
                    <a:lnTo>
                      <a:pt x="0" y="25"/>
                    </a:lnTo>
                    <a:lnTo>
                      <a:pt x="11" y="10"/>
                    </a:lnTo>
                    <a:lnTo>
                      <a:pt x="0" y="0"/>
                    </a:lnTo>
                  </a:path>
                </a:pathLst>
              </a:custGeom>
              <a:solidFill>
                <a:srgbClr val="EAEAEA"/>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CC"/>
                  </a:solidFill>
                  <a:ea typeface="黑体" panose="02010609060101010101" pitchFamily="49" charset="-122"/>
                </a:endParaRPr>
              </a:p>
            </p:txBody>
          </p:sp>
        </p:grpSp>
        <p:sp>
          <p:nvSpPr>
            <p:cNvPr id="1033235" name="Text Box 20"/>
            <p:cNvSpPr txBox="1">
              <a:spLocks noChangeArrowheads="1"/>
            </p:cNvSpPr>
            <p:nvPr/>
          </p:nvSpPr>
          <p:spPr bwMode="auto">
            <a:xfrm>
              <a:off x="4967" y="1856"/>
              <a:ext cx="342" cy="222"/>
            </a:xfrm>
            <a:prstGeom prst="rect">
              <a:avLst/>
            </a:prstGeom>
            <a:solidFill>
              <a:srgbClr val="EAEAEA"/>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zh-CN" altLang="en-US" sz="2000" b="1">
                  <a:solidFill>
                    <a:srgbClr val="0000CC"/>
                  </a:solidFill>
                  <a:ea typeface="黑体" panose="02010609060101010101" pitchFamily="49" charset="-122"/>
                </a:rPr>
                <a:t>网 </a:t>
              </a:r>
              <a:r>
                <a:rPr lang="en-US" altLang="zh-CN" sz="2000" b="1">
                  <a:solidFill>
                    <a:srgbClr val="0000CC"/>
                  </a:solidFill>
                  <a:ea typeface="黑体" panose="02010609060101010101" pitchFamily="49" charset="-122"/>
                </a:rPr>
                <a:t>1</a:t>
              </a:r>
            </a:p>
          </p:txBody>
        </p:sp>
      </p:grpSp>
      <p:grpSp>
        <p:nvGrpSpPr>
          <p:cNvPr id="1033236" name="Group 21"/>
          <p:cNvGrpSpPr>
            <a:grpSpLocks/>
          </p:cNvGrpSpPr>
          <p:nvPr/>
        </p:nvGrpSpPr>
        <p:grpSpPr bwMode="auto">
          <a:xfrm>
            <a:off x="8356600" y="631825"/>
            <a:ext cx="1277938" cy="858838"/>
            <a:chOff x="4830" y="1752"/>
            <a:chExt cx="667" cy="477"/>
          </a:xfrm>
        </p:grpSpPr>
        <p:grpSp>
          <p:nvGrpSpPr>
            <p:cNvPr id="1033237" name="Group 22"/>
            <p:cNvGrpSpPr>
              <a:grpSpLocks/>
            </p:cNvGrpSpPr>
            <p:nvPr/>
          </p:nvGrpSpPr>
          <p:grpSpPr bwMode="auto">
            <a:xfrm>
              <a:off x="4830" y="1752"/>
              <a:ext cx="667" cy="477"/>
              <a:chOff x="2949" y="196"/>
              <a:chExt cx="941" cy="598"/>
            </a:xfrm>
          </p:grpSpPr>
          <p:sp>
            <p:nvSpPr>
              <p:cNvPr id="1033238" name="Oval 23"/>
              <p:cNvSpPr>
                <a:spLocks noChangeArrowheads="1"/>
              </p:cNvSpPr>
              <p:nvPr/>
            </p:nvSpPr>
            <p:spPr bwMode="auto">
              <a:xfrm>
                <a:off x="3168" y="196"/>
                <a:ext cx="407" cy="162"/>
              </a:xfrm>
              <a:prstGeom prst="ellipse">
                <a:avLst/>
              </a:prstGeom>
              <a:solidFill>
                <a:srgbClr val="EAEAEA"/>
              </a:solidFill>
              <a:ln w="12700">
                <a:solidFill>
                  <a:schemeClr val="tx1"/>
                </a:solidFill>
                <a:round/>
                <a:headEnd/>
                <a:tailEnd/>
              </a:ln>
            </p:spPr>
            <p:txBody>
              <a:bodyPr wrap="none" anchor="ctr"/>
              <a:lstStyle/>
              <a:p>
                <a:pPr eaLnBrk="0" hangingPunct="0"/>
                <a:endParaRPr lang="zh-CN" altLang="en-US" b="1">
                  <a:solidFill>
                    <a:srgbClr val="0000CC"/>
                  </a:solidFill>
                  <a:ea typeface="黑体" panose="02010609060101010101" pitchFamily="49" charset="-122"/>
                </a:endParaRPr>
              </a:p>
            </p:txBody>
          </p:sp>
          <p:sp>
            <p:nvSpPr>
              <p:cNvPr id="1033239" name="Oval 24"/>
              <p:cNvSpPr>
                <a:spLocks noChangeArrowheads="1"/>
              </p:cNvSpPr>
              <p:nvPr/>
            </p:nvSpPr>
            <p:spPr bwMode="auto">
              <a:xfrm rot="900000">
                <a:off x="3512" y="252"/>
                <a:ext cx="275" cy="131"/>
              </a:xfrm>
              <a:prstGeom prst="ellipse">
                <a:avLst/>
              </a:prstGeom>
              <a:solidFill>
                <a:srgbClr val="EAEAEA"/>
              </a:solidFill>
              <a:ln w="12700">
                <a:solidFill>
                  <a:schemeClr val="tx1"/>
                </a:solidFill>
                <a:round/>
                <a:headEnd/>
                <a:tailEnd/>
              </a:ln>
            </p:spPr>
            <p:txBody>
              <a:bodyPr wrap="none" anchor="ctr"/>
              <a:lstStyle/>
              <a:p>
                <a:pPr eaLnBrk="0" hangingPunct="0"/>
                <a:endParaRPr lang="zh-CN" altLang="en-US" b="1">
                  <a:solidFill>
                    <a:srgbClr val="0000CC"/>
                  </a:solidFill>
                  <a:ea typeface="黑体" panose="02010609060101010101" pitchFamily="49" charset="-122"/>
                </a:endParaRPr>
              </a:p>
            </p:txBody>
          </p:sp>
          <p:sp>
            <p:nvSpPr>
              <p:cNvPr id="1033240" name="Oval 25"/>
              <p:cNvSpPr>
                <a:spLocks noChangeArrowheads="1"/>
              </p:cNvSpPr>
              <p:nvPr/>
            </p:nvSpPr>
            <p:spPr bwMode="auto">
              <a:xfrm rot="1500000">
                <a:off x="3650" y="385"/>
                <a:ext cx="240" cy="153"/>
              </a:xfrm>
              <a:prstGeom prst="ellipse">
                <a:avLst/>
              </a:prstGeom>
              <a:solidFill>
                <a:srgbClr val="EAEAEA"/>
              </a:solidFill>
              <a:ln w="12700">
                <a:solidFill>
                  <a:schemeClr val="tx1"/>
                </a:solidFill>
                <a:round/>
                <a:headEnd/>
                <a:tailEnd/>
              </a:ln>
            </p:spPr>
            <p:txBody>
              <a:bodyPr wrap="none" anchor="ctr"/>
              <a:lstStyle/>
              <a:p>
                <a:pPr eaLnBrk="0" hangingPunct="0"/>
                <a:endParaRPr lang="zh-CN" altLang="en-US" b="1">
                  <a:solidFill>
                    <a:srgbClr val="0000CC"/>
                  </a:solidFill>
                  <a:ea typeface="黑体" panose="02010609060101010101" pitchFamily="49" charset="-122"/>
                </a:endParaRPr>
              </a:p>
            </p:txBody>
          </p:sp>
          <p:sp>
            <p:nvSpPr>
              <p:cNvPr id="1033241" name="Oval 26"/>
              <p:cNvSpPr>
                <a:spLocks noChangeArrowheads="1"/>
              </p:cNvSpPr>
              <p:nvPr/>
            </p:nvSpPr>
            <p:spPr bwMode="auto">
              <a:xfrm rot="-1560000">
                <a:off x="3573" y="537"/>
                <a:ext cx="291" cy="189"/>
              </a:xfrm>
              <a:prstGeom prst="ellipse">
                <a:avLst/>
              </a:prstGeom>
              <a:solidFill>
                <a:srgbClr val="EAEAEA"/>
              </a:solidFill>
              <a:ln w="12700">
                <a:solidFill>
                  <a:schemeClr val="tx1"/>
                </a:solidFill>
                <a:round/>
                <a:headEnd/>
                <a:tailEnd/>
              </a:ln>
            </p:spPr>
            <p:txBody>
              <a:bodyPr wrap="none" anchor="ctr"/>
              <a:lstStyle/>
              <a:p>
                <a:pPr eaLnBrk="0" hangingPunct="0"/>
                <a:endParaRPr lang="zh-CN" altLang="en-US" b="1">
                  <a:solidFill>
                    <a:srgbClr val="0000CC"/>
                  </a:solidFill>
                  <a:ea typeface="黑体" panose="02010609060101010101" pitchFamily="49" charset="-122"/>
                </a:endParaRPr>
              </a:p>
            </p:txBody>
          </p:sp>
          <p:sp>
            <p:nvSpPr>
              <p:cNvPr id="1033242" name="Oval 27"/>
              <p:cNvSpPr>
                <a:spLocks noChangeArrowheads="1"/>
              </p:cNvSpPr>
              <p:nvPr/>
            </p:nvSpPr>
            <p:spPr bwMode="auto">
              <a:xfrm>
                <a:off x="3216" y="555"/>
                <a:ext cx="471" cy="239"/>
              </a:xfrm>
              <a:prstGeom prst="ellipse">
                <a:avLst/>
              </a:prstGeom>
              <a:solidFill>
                <a:srgbClr val="EAEAEA"/>
              </a:solidFill>
              <a:ln w="12700">
                <a:solidFill>
                  <a:schemeClr val="tx1"/>
                </a:solidFill>
                <a:round/>
                <a:headEnd/>
                <a:tailEnd/>
              </a:ln>
            </p:spPr>
            <p:txBody>
              <a:bodyPr wrap="none" anchor="ctr"/>
              <a:lstStyle/>
              <a:p>
                <a:pPr eaLnBrk="0" hangingPunct="0"/>
                <a:endParaRPr lang="zh-CN" altLang="en-US" b="1">
                  <a:solidFill>
                    <a:srgbClr val="0000CC"/>
                  </a:solidFill>
                  <a:ea typeface="黑体" panose="02010609060101010101" pitchFamily="49" charset="-122"/>
                </a:endParaRPr>
              </a:p>
            </p:txBody>
          </p:sp>
          <p:sp>
            <p:nvSpPr>
              <p:cNvPr id="1033243" name="Oval 28"/>
              <p:cNvSpPr>
                <a:spLocks noChangeArrowheads="1"/>
              </p:cNvSpPr>
              <p:nvPr/>
            </p:nvSpPr>
            <p:spPr bwMode="auto">
              <a:xfrm rot="1080000">
                <a:off x="3023" y="555"/>
                <a:ext cx="265" cy="156"/>
              </a:xfrm>
              <a:prstGeom prst="ellipse">
                <a:avLst/>
              </a:prstGeom>
              <a:solidFill>
                <a:srgbClr val="EAEAEA"/>
              </a:solidFill>
              <a:ln w="12700">
                <a:solidFill>
                  <a:schemeClr val="tx1"/>
                </a:solidFill>
                <a:round/>
                <a:headEnd/>
                <a:tailEnd/>
              </a:ln>
            </p:spPr>
            <p:txBody>
              <a:bodyPr wrap="none" anchor="ctr"/>
              <a:lstStyle/>
              <a:p>
                <a:pPr eaLnBrk="0" hangingPunct="0"/>
                <a:endParaRPr lang="zh-CN" altLang="en-US" b="1">
                  <a:solidFill>
                    <a:srgbClr val="0000CC"/>
                  </a:solidFill>
                  <a:ea typeface="黑体" panose="02010609060101010101" pitchFamily="49" charset="-122"/>
                </a:endParaRPr>
              </a:p>
            </p:txBody>
          </p:sp>
          <p:sp>
            <p:nvSpPr>
              <p:cNvPr id="1033244" name="Oval 29"/>
              <p:cNvSpPr>
                <a:spLocks noChangeArrowheads="1"/>
              </p:cNvSpPr>
              <p:nvPr/>
            </p:nvSpPr>
            <p:spPr bwMode="auto">
              <a:xfrm>
                <a:off x="2949" y="432"/>
                <a:ext cx="217" cy="156"/>
              </a:xfrm>
              <a:prstGeom prst="ellipse">
                <a:avLst/>
              </a:prstGeom>
              <a:solidFill>
                <a:srgbClr val="EAEAEA"/>
              </a:solidFill>
              <a:ln w="12700">
                <a:solidFill>
                  <a:schemeClr val="tx1"/>
                </a:solidFill>
                <a:round/>
                <a:headEnd/>
                <a:tailEnd/>
              </a:ln>
            </p:spPr>
            <p:txBody>
              <a:bodyPr wrap="none" anchor="ctr"/>
              <a:lstStyle/>
              <a:p>
                <a:pPr eaLnBrk="0" hangingPunct="0"/>
                <a:endParaRPr lang="zh-CN" altLang="en-US" b="1">
                  <a:solidFill>
                    <a:srgbClr val="0000CC"/>
                  </a:solidFill>
                  <a:ea typeface="黑体" panose="02010609060101010101" pitchFamily="49" charset="-122"/>
                </a:endParaRPr>
              </a:p>
            </p:txBody>
          </p:sp>
          <p:sp>
            <p:nvSpPr>
              <p:cNvPr id="1033245" name="Oval 30"/>
              <p:cNvSpPr>
                <a:spLocks noChangeArrowheads="1"/>
              </p:cNvSpPr>
              <p:nvPr/>
            </p:nvSpPr>
            <p:spPr bwMode="auto">
              <a:xfrm rot="-1860000">
                <a:off x="2984" y="310"/>
                <a:ext cx="295" cy="156"/>
              </a:xfrm>
              <a:prstGeom prst="ellipse">
                <a:avLst/>
              </a:prstGeom>
              <a:solidFill>
                <a:srgbClr val="EAEAEA"/>
              </a:solidFill>
              <a:ln w="12700">
                <a:solidFill>
                  <a:schemeClr val="tx1"/>
                </a:solidFill>
                <a:round/>
                <a:headEnd/>
                <a:tailEnd/>
              </a:ln>
            </p:spPr>
            <p:txBody>
              <a:bodyPr wrap="none" anchor="ctr"/>
              <a:lstStyle/>
              <a:p>
                <a:pPr eaLnBrk="0" hangingPunct="0"/>
                <a:endParaRPr lang="zh-CN" altLang="en-US" b="1">
                  <a:solidFill>
                    <a:srgbClr val="0000CC"/>
                  </a:solidFill>
                  <a:ea typeface="黑体" panose="02010609060101010101" pitchFamily="49" charset="-122"/>
                </a:endParaRPr>
              </a:p>
            </p:txBody>
          </p:sp>
          <p:sp>
            <p:nvSpPr>
              <p:cNvPr id="1033246" name="Freeform 31"/>
              <p:cNvSpPr>
                <a:spLocks noChangeArrowheads="1"/>
              </p:cNvSpPr>
              <p:nvPr/>
            </p:nvSpPr>
            <p:spPr bwMode="auto">
              <a:xfrm>
                <a:off x="3051" y="300"/>
                <a:ext cx="738" cy="407"/>
              </a:xfrm>
              <a:custGeom>
                <a:avLst/>
                <a:gdLst>
                  <a:gd name="T0" fmla="*/ 108 w 738"/>
                  <a:gd name="T1" fmla="*/ 82 h 407"/>
                  <a:gd name="T2" fmla="*/ 145 w 738"/>
                  <a:gd name="T3" fmla="*/ 77 h 407"/>
                  <a:gd name="T4" fmla="*/ 183 w 738"/>
                  <a:gd name="T5" fmla="*/ 72 h 407"/>
                  <a:gd name="T6" fmla="*/ 215 w 738"/>
                  <a:gd name="T7" fmla="*/ 67 h 407"/>
                  <a:gd name="T8" fmla="*/ 237 w 738"/>
                  <a:gd name="T9" fmla="*/ 46 h 407"/>
                  <a:gd name="T10" fmla="*/ 204 w 738"/>
                  <a:gd name="T11" fmla="*/ 41 h 407"/>
                  <a:gd name="T12" fmla="*/ 172 w 738"/>
                  <a:gd name="T13" fmla="*/ 46 h 407"/>
                  <a:gd name="T14" fmla="*/ 156 w 738"/>
                  <a:gd name="T15" fmla="*/ 46 h 407"/>
                  <a:gd name="T16" fmla="*/ 188 w 738"/>
                  <a:gd name="T17" fmla="*/ 26 h 407"/>
                  <a:gd name="T18" fmla="*/ 226 w 738"/>
                  <a:gd name="T19" fmla="*/ 15 h 407"/>
                  <a:gd name="T20" fmla="*/ 258 w 738"/>
                  <a:gd name="T21" fmla="*/ 10 h 407"/>
                  <a:gd name="T22" fmla="*/ 290 w 738"/>
                  <a:gd name="T23" fmla="*/ 5 h 407"/>
                  <a:gd name="T24" fmla="*/ 323 w 738"/>
                  <a:gd name="T25" fmla="*/ 0 h 407"/>
                  <a:gd name="T26" fmla="*/ 355 w 738"/>
                  <a:gd name="T27" fmla="*/ 0 h 407"/>
                  <a:gd name="T28" fmla="*/ 387 w 738"/>
                  <a:gd name="T29" fmla="*/ 0 h 407"/>
                  <a:gd name="T30" fmla="*/ 463 w 738"/>
                  <a:gd name="T31" fmla="*/ 0 h 407"/>
                  <a:gd name="T32" fmla="*/ 506 w 738"/>
                  <a:gd name="T33" fmla="*/ 0 h 407"/>
                  <a:gd name="T34" fmla="*/ 543 w 738"/>
                  <a:gd name="T35" fmla="*/ 15 h 407"/>
                  <a:gd name="T36" fmla="*/ 570 w 738"/>
                  <a:gd name="T37" fmla="*/ 36 h 407"/>
                  <a:gd name="T38" fmla="*/ 603 w 738"/>
                  <a:gd name="T39" fmla="*/ 51 h 407"/>
                  <a:gd name="T40" fmla="*/ 635 w 738"/>
                  <a:gd name="T41" fmla="*/ 57 h 407"/>
                  <a:gd name="T42" fmla="*/ 667 w 738"/>
                  <a:gd name="T43" fmla="*/ 77 h 407"/>
                  <a:gd name="T44" fmla="*/ 694 w 738"/>
                  <a:gd name="T45" fmla="*/ 98 h 407"/>
                  <a:gd name="T46" fmla="*/ 715 w 738"/>
                  <a:gd name="T47" fmla="*/ 128 h 407"/>
                  <a:gd name="T48" fmla="*/ 721 w 738"/>
                  <a:gd name="T49" fmla="*/ 164 h 407"/>
                  <a:gd name="T50" fmla="*/ 726 w 738"/>
                  <a:gd name="T51" fmla="*/ 195 h 407"/>
                  <a:gd name="T52" fmla="*/ 726 w 738"/>
                  <a:gd name="T53" fmla="*/ 226 h 407"/>
                  <a:gd name="T54" fmla="*/ 726 w 738"/>
                  <a:gd name="T55" fmla="*/ 257 h 407"/>
                  <a:gd name="T56" fmla="*/ 737 w 738"/>
                  <a:gd name="T57" fmla="*/ 288 h 407"/>
                  <a:gd name="T58" fmla="*/ 737 w 738"/>
                  <a:gd name="T59" fmla="*/ 319 h 407"/>
                  <a:gd name="T60" fmla="*/ 715 w 738"/>
                  <a:gd name="T61" fmla="*/ 349 h 407"/>
                  <a:gd name="T62" fmla="*/ 678 w 738"/>
                  <a:gd name="T63" fmla="*/ 365 h 407"/>
                  <a:gd name="T64" fmla="*/ 646 w 738"/>
                  <a:gd name="T65" fmla="*/ 380 h 407"/>
                  <a:gd name="T66" fmla="*/ 613 w 738"/>
                  <a:gd name="T67" fmla="*/ 396 h 407"/>
                  <a:gd name="T68" fmla="*/ 581 w 738"/>
                  <a:gd name="T69" fmla="*/ 401 h 407"/>
                  <a:gd name="T70" fmla="*/ 538 w 738"/>
                  <a:gd name="T71" fmla="*/ 406 h 407"/>
                  <a:gd name="T72" fmla="*/ 500 w 738"/>
                  <a:gd name="T73" fmla="*/ 406 h 407"/>
                  <a:gd name="T74" fmla="*/ 468 w 738"/>
                  <a:gd name="T75" fmla="*/ 406 h 407"/>
                  <a:gd name="T76" fmla="*/ 436 w 738"/>
                  <a:gd name="T77" fmla="*/ 406 h 407"/>
                  <a:gd name="T78" fmla="*/ 403 w 738"/>
                  <a:gd name="T79" fmla="*/ 406 h 407"/>
                  <a:gd name="T80" fmla="*/ 371 w 738"/>
                  <a:gd name="T81" fmla="*/ 406 h 407"/>
                  <a:gd name="T82" fmla="*/ 339 w 738"/>
                  <a:gd name="T83" fmla="*/ 406 h 407"/>
                  <a:gd name="T84" fmla="*/ 307 w 738"/>
                  <a:gd name="T85" fmla="*/ 406 h 407"/>
                  <a:gd name="T86" fmla="*/ 269 w 738"/>
                  <a:gd name="T87" fmla="*/ 406 h 407"/>
                  <a:gd name="T88" fmla="*/ 237 w 738"/>
                  <a:gd name="T89" fmla="*/ 406 h 407"/>
                  <a:gd name="T90" fmla="*/ 204 w 738"/>
                  <a:gd name="T91" fmla="*/ 406 h 407"/>
                  <a:gd name="T92" fmla="*/ 172 w 738"/>
                  <a:gd name="T93" fmla="*/ 391 h 407"/>
                  <a:gd name="T94" fmla="*/ 140 w 738"/>
                  <a:gd name="T95" fmla="*/ 380 h 407"/>
                  <a:gd name="T96" fmla="*/ 108 w 738"/>
                  <a:gd name="T97" fmla="*/ 365 h 407"/>
                  <a:gd name="T98" fmla="*/ 81 w 738"/>
                  <a:gd name="T99" fmla="*/ 339 h 407"/>
                  <a:gd name="T100" fmla="*/ 59 w 738"/>
                  <a:gd name="T101" fmla="*/ 319 h 407"/>
                  <a:gd name="T102" fmla="*/ 38 w 738"/>
                  <a:gd name="T103" fmla="*/ 288 h 407"/>
                  <a:gd name="T104" fmla="*/ 16 w 738"/>
                  <a:gd name="T105" fmla="*/ 252 h 407"/>
                  <a:gd name="T106" fmla="*/ 0 w 738"/>
                  <a:gd name="T107" fmla="*/ 216 h 407"/>
                  <a:gd name="T108" fmla="*/ 0 w 738"/>
                  <a:gd name="T109" fmla="*/ 185 h 407"/>
                  <a:gd name="T110" fmla="*/ 5 w 738"/>
                  <a:gd name="T111" fmla="*/ 149 h 407"/>
                  <a:gd name="T112" fmla="*/ 27 w 738"/>
                  <a:gd name="T113" fmla="*/ 123 h 407"/>
                  <a:gd name="T114" fmla="*/ 54 w 738"/>
                  <a:gd name="T115" fmla="*/ 108 h 407"/>
                  <a:gd name="T116" fmla="*/ 86 w 738"/>
                  <a:gd name="T117" fmla="*/ 98 h 407"/>
                  <a:gd name="T118" fmla="*/ 113 w 738"/>
                  <a:gd name="T119" fmla="*/ 82 h 407"/>
                  <a:gd name="T120" fmla="*/ 129 w 738"/>
                  <a:gd name="T121" fmla="*/ 98 h 40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Lst>
                <a:rect l="0" t="0" r="r" b="b"/>
                <a:pathLst>
                  <a:path w="738" h="407">
                    <a:moveTo>
                      <a:pt x="91" y="82"/>
                    </a:moveTo>
                    <a:lnTo>
                      <a:pt x="108" y="82"/>
                    </a:lnTo>
                    <a:lnTo>
                      <a:pt x="124" y="82"/>
                    </a:lnTo>
                    <a:lnTo>
                      <a:pt x="145" y="77"/>
                    </a:lnTo>
                    <a:lnTo>
                      <a:pt x="161" y="77"/>
                    </a:lnTo>
                    <a:lnTo>
                      <a:pt x="183" y="72"/>
                    </a:lnTo>
                    <a:lnTo>
                      <a:pt x="199" y="72"/>
                    </a:lnTo>
                    <a:lnTo>
                      <a:pt x="215" y="67"/>
                    </a:lnTo>
                    <a:lnTo>
                      <a:pt x="231" y="62"/>
                    </a:lnTo>
                    <a:lnTo>
                      <a:pt x="237" y="46"/>
                    </a:lnTo>
                    <a:lnTo>
                      <a:pt x="221" y="41"/>
                    </a:lnTo>
                    <a:lnTo>
                      <a:pt x="204" y="41"/>
                    </a:lnTo>
                    <a:lnTo>
                      <a:pt x="188" y="46"/>
                    </a:lnTo>
                    <a:lnTo>
                      <a:pt x="172" y="46"/>
                    </a:lnTo>
                    <a:lnTo>
                      <a:pt x="156" y="62"/>
                    </a:lnTo>
                    <a:lnTo>
                      <a:pt x="156" y="46"/>
                    </a:lnTo>
                    <a:lnTo>
                      <a:pt x="172" y="36"/>
                    </a:lnTo>
                    <a:lnTo>
                      <a:pt x="188" y="26"/>
                    </a:lnTo>
                    <a:lnTo>
                      <a:pt x="210" y="21"/>
                    </a:lnTo>
                    <a:lnTo>
                      <a:pt x="226" y="15"/>
                    </a:lnTo>
                    <a:lnTo>
                      <a:pt x="242" y="15"/>
                    </a:lnTo>
                    <a:lnTo>
                      <a:pt x="258" y="10"/>
                    </a:lnTo>
                    <a:lnTo>
                      <a:pt x="274" y="10"/>
                    </a:lnTo>
                    <a:lnTo>
                      <a:pt x="290" y="5"/>
                    </a:lnTo>
                    <a:lnTo>
                      <a:pt x="307" y="5"/>
                    </a:lnTo>
                    <a:lnTo>
                      <a:pt x="323" y="0"/>
                    </a:lnTo>
                    <a:lnTo>
                      <a:pt x="339" y="0"/>
                    </a:lnTo>
                    <a:lnTo>
                      <a:pt x="355" y="0"/>
                    </a:lnTo>
                    <a:lnTo>
                      <a:pt x="371" y="0"/>
                    </a:lnTo>
                    <a:lnTo>
                      <a:pt x="387" y="0"/>
                    </a:lnTo>
                    <a:lnTo>
                      <a:pt x="420" y="0"/>
                    </a:lnTo>
                    <a:lnTo>
                      <a:pt x="463" y="0"/>
                    </a:lnTo>
                    <a:lnTo>
                      <a:pt x="484" y="0"/>
                    </a:lnTo>
                    <a:lnTo>
                      <a:pt x="506" y="0"/>
                    </a:lnTo>
                    <a:lnTo>
                      <a:pt x="527" y="5"/>
                    </a:lnTo>
                    <a:lnTo>
                      <a:pt x="543" y="15"/>
                    </a:lnTo>
                    <a:lnTo>
                      <a:pt x="554" y="31"/>
                    </a:lnTo>
                    <a:lnTo>
                      <a:pt x="570" y="36"/>
                    </a:lnTo>
                    <a:lnTo>
                      <a:pt x="586" y="46"/>
                    </a:lnTo>
                    <a:lnTo>
                      <a:pt x="603" y="51"/>
                    </a:lnTo>
                    <a:lnTo>
                      <a:pt x="619" y="51"/>
                    </a:lnTo>
                    <a:lnTo>
                      <a:pt x="635" y="57"/>
                    </a:lnTo>
                    <a:lnTo>
                      <a:pt x="651" y="67"/>
                    </a:lnTo>
                    <a:lnTo>
                      <a:pt x="667" y="77"/>
                    </a:lnTo>
                    <a:lnTo>
                      <a:pt x="678" y="93"/>
                    </a:lnTo>
                    <a:lnTo>
                      <a:pt x="694" y="98"/>
                    </a:lnTo>
                    <a:lnTo>
                      <a:pt x="699" y="113"/>
                    </a:lnTo>
                    <a:lnTo>
                      <a:pt x="715" y="128"/>
                    </a:lnTo>
                    <a:lnTo>
                      <a:pt x="721" y="149"/>
                    </a:lnTo>
                    <a:lnTo>
                      <a:pt x="721" y="164"/>
                    </a:lnTo>
                    <a:lnTo>
                      <a:pt x="726" y="180"/>
                    </a:lnTo>
                    <a:lnTo>
                      <a:pt x="726" y="195"/>
                    </a:lnTo>
                    <a:lnTo>
                      <a:pt x="726" y="211"/>
                    </a:lnTo>
                    <a:lnTo>
                      <a:pt x="726" y="226"/>
                    </a:lnTo>
                    <a:lnTo>
                      <a:pt x="726" y="242"/>
                    </a:lnTo>
                    <a:lnTo>
                      <a:pt x="726" y="257"/>
                    </a:lnTo>
                    <a:lnTo>
                      <a:pt x="737" y="272"/>
                    </a:lnTo>
                    <a:lnTo>
                      <a:pt x="737" y="288"/>
                    </a:lnTo>
                    <a:lnTo>
                      <a:pt x="737" y="303"/>
                    </a:lnTo>
                    <a:lnTo>
                      <a:pt x="737" y="319"/>
                    </a:lnTo>
                    <a:lnTo>
                      <a:pt x="732" y="334"/>
                    </a:lnTo>
                    <a:lnTo>
                      <a:pt x="715" y="349"/>
                    </a:lnTo>
                    <a:lnTo>
                      <a:pt x="694" y="360"/>
                    </a:lnTo>
                    <a:lnTo>
                      <a:pt x="678" y="365"/>
                    </a:lnTo>
                    <a:lnTo>
                      <a:pt x="662" y="375"/>
                    </a:lnTo>
                    <a:lnTo>
                      <a:pt x="646" y="380"/>
                    </a:lnTo>
                    <a:lnTo>
                      <a:pt x="629" y="385"/>
                    </a:lnTo>
                    <a:lnTo>
                      <a:pt x="613" y="396"/>
                    </a:lnTo>
                    <a:lnTo>
                      <a:pt x="597" y="401"/>
                    </a:lnTo>
                    <a:lnTo>
                      <a:pt x="581" y="401"/>
                    </a:lnTo>
                    <a:lnTo>
                      <a:pt x="559" y="406"/>
                    </a:lnTo>
                    <a:lnTo>
                      <a:pt x="538" y="406"/>
                    </a:lnTo>
                    <a:lnTo>
                      <a:pt x="522" y="406"/>
                    </a:lnTo>
                    <a:lnTo>
                      <a:pt x="500" y="406"/>
                    </a:lnTo>
                    <a:lnTo>
                      <a:pt x="484" y="406"/>
                    </a:lnTo>
                    <a:lnTo>
                      <a:pt x="468" y="406"/>
                    </a:lnTo>
                    <a:lnTo>
                      <a:pt x="452" y="406"/>
                    </a:lnTo>
                    <a:lnTo>
                      <a:pt x="436" y="406"/>
                    </a:lnTo>
                    <a:lnTo>
                      <a:pt x="420" y="406"/>
                    </a:lnTo>
                    <a:lnTo>
                      <a:pt x="403" y="406"/>
                    </a:lnTo>
                    <a:lnTo>
                      <a:pt x="387" y="406"/>
                    </a:lnTo>
                    <a:lnTo>
                      <a:pt x="371" y="406"/>
                    </a:lnTo>
                    <a:lnTo>
                      <a:pt x="355" y="406"/>
                    </a:lnTo>
                    <a:lnTo>
                      <a:pt x="339" y="406"/>
                    </a:lnTo>
                    <a:lnTo>
                      <a:pt x="323" y="406"/>
                    </a:lnTo>
                    <a:lnTo>
                      <a:pt x="307" y="406"/>
                    </a:lnTo>
                    <a:lnTo>
                      <a:pt x="285" y="406"/>
                    </a:lnTo>
                    <a:lnTo>
                      <a:pt x="269" y="406"/>
                    </a:lnTo>
                    <a:lnTo>
                      <a:pt x="253" y="406"/>
                    </a:lnTo>
                    <a:lnTo>
                      <a:pt x="237" y="406"/>
                    </a:lnTo>
                    <a:lnTo>
                      <a:pt x="221" y="406"/>
                    </a:lnTo>
                    <a:lnTo>
                      <a:pt x="204" y="406"/>
                    </a:lnTo>
                    <a:lnTo>
                      <a:pt x="188" y="396"/>
                    </a:lnTo>
                    <a:lnTo>
                      <a:pt x="172" y="391"/>
                    </a:lnTo>
                    <a:lnTo>
                      <a:pt x="156" y="385"/>
                    </a:lnTo>
                    <a:lnTo>
                      <a:pt x="140" y="380"/>
                    </a:lnTo>
                    <a:lnTo>
                      <a:pt x="124" y="375"/>
                    </a:lnTo>
                    <a:lnTo>
                      <a:pt x="108" y="365"/>
                    </a:lnTo>
                    <a:lnTo>
                      <a:pt x="91" y="355"/>
                    </a:lnTo>
                    <a:lnTo>
                      <a:pt x="81" y="339"/>
                    </a:lnTo>
                    <a:lnTo>
                      <a:pt x="65" y="334"/>
                    </a:lnTo>
                    <a:lnTo>
                      <a:pt x="59" y="319"/>
                    </a:lnTo>
                    <a:lnTo>
                      <a:pt x="43" y="303"/>
                    </a:lnTo>
                    <a:lnTo>
                      <a:pt x="38" y="288"/>
                    </a:lnTo>
                    <a:lnTo>
                      <a:pt x="22" y="272"/>
                    </a:lnTo>
                    <a:lnTo>
                      <a:pt x="16" y="252"/>
                    </a:lnTo>
                    <a:lnTo>
                      <a:pt x="5" y="231"/>
                    </a:lnTo>
                    <a:lnTo>
                      <a:pt x="0" y="216"/>
                    </a:lnTo>
                    <a:lnTo>
                      <a:pt x="0" y="200"/>
                    </a:lnTo>
                    <a:lnTo>
                      <a:pt x="0" y="185"/>
                    </a:lnTo>
                    <a:lnTo>
                      <a:pt x="0" y="170"/>
                    </a:lnTo>
                    <a:lnTo>
                      <a:pt x="5" y="149"/>
                    </a:lnTo>
                    <a:lnTo>
                      <a:pt x="11" y="134"/>
                    </a:lnTo>
                    <a:lnTo>
                      <a:pt x="27" y="123"/>
                    </a:lnTo>
                    <a:lnTo>
                      <a:pt x="38" y="108"/>
                    </a:lnTo>
                    <a:lnTo>
                      <a:pt x="54" y="108"/>
                    </a:lnTo>
                    <a:lnTo>
                      <a:pt x="70" y="103"/>
                    </a:lnTo>
                    <a:lnTo>
                      <a:pt x="86" y="98"/>
                    </a:lnTo>
                    <a:lnTo>
                      <a:pt x="102" y="98"/>
                    </a:lnTo>
                    <a:lnTo>
                      <a:pt x="113" y="82"/>
                    </a:lnTo>
                    <a:lnTo>
                      <a:pt x="113" y="67"/>
                    </a:lnTo>
                    <a:lnTo>
                      <a:pt x="129" y="98"/>
                    </a:lnTo>
                  </a:path>
                </a:pathLst>
              </a:custGeom>
              <a:solidFill>
                <a:srgbClr val="EAEAEA"/>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CC"/>
                  </a:solidFill>
                  <a:ea typeface="黑体" panose="02010609060101010101" pitchFamily="49" charset="-122"/>
                </a:endParaRPr>
              </a:p>
            </p:txBody>
          </p:sp>
          <p:sp>
            <p:nvSpPr>
              <p:cNvPr id="1033247" name="Freeform 32"/>
              <p:cNvSpPr>
                <a:spLocks noChangeArrowheads="1"/>
              </p:cNvSpPr>
              <p:nvPr/>
            </p:nvSpPr>
            <p:spPr bwMode="auto">
              <a:xfrm>
                <a:off x="3193" y="270"/>
                <a:ext cx="117" cy="118"/>
              </a:xfrm>
              <a:custGeom>
                <a:avLst/>
                <a:gdLst>
                  <a:gd name="T0" fmla="*/ 5 w 117"/>
                  <a:gd name="T1" fmla="*/ 66 h 118"/>
                  <a:gd name="T2" fmla="*/ 0 w 117"/>
                  <a:gd name="T3" fmla="*/ 51 h 118"/>
                  <a:gd name="T4" fmla="*/ 0 w 117"/>
                  <a:gd name="T5" fmla="*/ 36 h 118"/>
                  <a:gd name="T6" fmla="*/ 16 w 117"/>
                  <a:gd name="T7" fmla="*/ 25 h 118"/>
                  <a:gd name="T8" fmla="*/ 32 w 117"/>
                  <a:gd name="T9" fmla="*/ 15 h 118"/>
                  <a:gd name="T10" fmla="*/ 47 w 117"/>
                  <a:gd name="T11" fmla="*/ 0 h 118"/>
                  <a:gd name="T12" fmla="*/ 63 w 117"/>
                  <a:gd name="T13" fmla="*/ 0 h 118"/>
                  <a:gd name="T14" fmla="*/ 79 w 117"/>
                  <a:gd name="T15" fmla="*/ 0 h 118"/>
                  <a:gd name="T16" fmla="*/ 84 w 117"/>
                  <a:gd name="T17" fmla="*/ 15 h 118"/>
                  <a:gd name="T18" fmla="*/ 95 w 117"/>
                  <a:gd name="T19" fmla="*/ 31 h 118"/>
                  <a:gd name="T20" fmla="*/ 105 w 117"/>
                  <a:gd name="T21" fmla="*/ 46 h 118"/>
                  <a:gd name="T22" fmla="*/ 111 w 117"/>
                  <a:gd name="T23" fmla="*/ 61 h 118"/>
                  <a:gd name="T24" fmla="*/ 116 w 117"/>
                  <a:gd name="T25" fmla="*/ 76 h 118"/>
                  <a:gd name="T26" fmla="*/ 116 w 117"/>
                  <a:gd name="T27" fmla="*/ 92 h 118"/>
                  <a:gd name="T28" fmla="*/ 116 w 117"/>
                  <a:gd name="T29" fmla="*/ 107 h 118"/>
                  <a:gd name="T30" fmla="*/ 100 w 117"/>
                  <a:gd name="T31" fmla="*/ 117 h 118"/>
                  <a:gd name="T32" fmla="*/ 84 w 117"/>
                  <a:gd name="T33" fmla="*/ 117 h 118"/>
                  <a:gd name="T34" fmla="*/ 69 w 117"/>
                  <a:gd name="T35" fmla="*/ 117 h 118"/>
                  <a:gd name="T36" fmla="*/ 53 w 117"/>
                  <a:gd name="T37" fmla="*/ 117 h 118"/>
                  <a:gd name="T38" fmla="*/ 37 w 117"/>
                  <a:gd name="T39" fmla="*/ 112 h 118"/>
                  <a:gd name="T40" fmla="*/ 21 w 117"/>
                  <a:gd name="T41" fmla="*/ 102 h 118"/>
                  <a:gd name="T42" fmla="*/ 11 w 117"/>
                  <a:gd name="T43" fmla="*/ 86 h 118"/>
                  <a:gd name="T44" fmla="*/ 5 w 117"/>
                  <a:gd name="T45" fmla="*/ 71 h 118"/>
                  <a:gd name="T46" fmla="*/ 5 w 117"/>
                  <a:gd name="T47" fmla="*/ 66 h 1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117" h="118">
                    <a:moveTo>
                      <a:pt x="5" y="66"/>
                    </a:moveTo>
                    <a:lnTo>
                      <a:pt x="0" y="51"/>
                    </a:lnTo>
                    <a:lnTo>
                      <a:pt x="0" y="36"/>
                    </a:lnTo>
                    <a:lnTo>
                      <a:pt x="16" y="25"/>
                    </a:lnTo>
                    <a:lnTo>
                      <a:pt x="32" y="15"/>
                    </a:lnTo>
                    <a:lnTo>
                      <a:pt x="47" y="0"/>
                    </a:lnTo>
                    <a:lnTo>
                      <a:pt x="63" y="0"/>
                    </a:lnTo>
                    <a:lnTo>
                      <a:pt x="79" y="0"/>
                    </a:lnTo>
                    <a:lnTo>
                      <a:pt x="84" y="15"/>
                    </a:lnTo>
                    <a:lnTo>
                      <a:pt x="95" y="31"/>
                    </a:lnTo>
                    <a:lnTo>
                      <a:pt x="105" y="46"/>
                    </a:lnTo>
                    <a:lnTo>
                      <a:pt x="111" y="61"/>
                    </a:lnTo>
                    <a:lnTo>
                      <a:pt x="116" y="76"/>
                    </a:lnTo>
                    <a:lnTo>
                      <a:pt x="116" y="92"/>
                    </a:lnTo>
                    <a:lnTo>
                      <a:pt x="116" y="107"/>
                    </a:lnTo>
                    <a:lnTo>
                      <a:pt x="100" y="117"/>
                    </a:lnTo>
                    <a:lnTo>
                      <a:pt x="84" y="117"/>
                    </a:lnTo>
                    <a:lnTo>
                      <a:pt x="69" y="117"/>
                    </a:lnTo>
                    <a:lnTo>
                      <a:pt x="53" y="117"/>
                    </a:lnTo>
                    <a:lnTo>
                      <a:pt x="37" y="112"/>
                    </a:lnTo>
                    <a:lnTo>
                      <a:pt x="21" y="102"/>
                    </a:lnTo>
                    <a:lnTo>
                      <a:pt x="11" y="86"/>
                    </a:lnTo>
                    <a:lnTo>
                      <a:pt x="5" y="71"/>
                    </a:lnTo>
                    <a:lnTo>
                      <a:pt x="5" y="66"/>
                    </a:lnTo>
                  </a:path>
                </a:pathLst>
              </a:custGeom>
              <a:solidFill>
                <a:srgbClr val="EAEAEA"/>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CC"/>
                  </a:solidFill>
                  <a:ea typeface="黑体" panose="02010609060101010101" pitchFamily="49" charset="-122"/>
                </a:endParaRPr>
              </a:p>
            </p:txBody>
          </p:sp>
          <p:sp>
            <p:nvSpPr>
              <p:cNvPr id="1033248" name="Freeform 33"/>
              <p:cNvSpPr>
                <a:spLocks noChangeArrowheads="1"/>
              </p:cNvSpPr>
              <p:nvPr/>
            </p:nvSpPr>
            <p:spPr bwMode="auto">
              <a:xfrm>
                <a:off x="3469" y="239"/>
                <a:ext cx="82" cy="87"/>
              </a:xfrm>
              <a:custGeom>
                <a:avLst/>
                <a:gdLst>
                  <a:gd name="T0" fmla="*/ 0 w 82"/>
                  <a:gd name="T1" fmla="*/ 0 h 87"/>
                  <a:gd name="T2" fmla="*/ 16 w 82"/>
                  <a:gd name="T3" fmla="*/ 10 h 87"/>
                  <a:gd name="T4" fmla="*/ 32 w 82"/>
                  <a:gd name="T5" fmla="*/ 20 h 87"/>
                  <a:gd name="T6" fmla="*/ 49 w 82"/>
                  <a:gd name="T7" fmla="*/ 20 h 87"/>
                  <a:gd name="T8" fmla="*/ 65 w 82"/>
                  <a:gd name="T9" fmla="*/ 30 h 87"/>
                  <a:gd name="T10" fmla="*/ 76 w 82"/>
                  <a:gd name="T11" fmla="*/ 46 h 87"/>
                  <a:gd name="T12" fmla="*/ 81 w 82"/>
                  <a:gd name="T13" fmla="*/ 61 h 87"/>
                  <a:gd name="T14" fmla="*/ 81 w 82"/>
                  <a:gd name="T15" fmla="*/ 76 h 87"/>
                  <a:gd name="T16" fmla="*/ 65 w 82"/>
                  <a:gd name="T17" fmla="*/ 86 h 87"/>
                  <a:gd name="T18" fmla="*/ 49 w 82"/>
                  <a:gd name="T19" fmla="*/ 86 h 87"/>
                  <a:gd name="T20" fmla="*/ 27 w 82"/>
                  <a:gd name="T21" fmla="*/ 81 h 87"/>
                  <a:gd name="T22" fmla="*/ 11 w 82"/>
                  <a:gd name="T23" fmla="*/ 71 h 87"/>
                  <a:gd name="T24" fmla="*/ 5 w 82"/>
                  <a:gd name="T25" fmla="*/ 56 h 87"/>
                  <a:gd name="T26" fmla="*/ 0 w 82"/>
                  <a:gd name="T27" fmla="*/ 40 h 87"/>
                  <a:gd name="T28" fmla="*/ 0 w 82"/>
                  <a:gd name="T29" fmla="*/ 25 h 87"/>
                  <a:gd name="T30" fmla="*/ 11 w 82"/>
                  <a:gd name="T31" fmla="*/ 10 h 87"/>
                  <a:gd name="T32" fmla="*/ 0 w 82"/>
                  <a:gd name="T33" fmla="*/ 0 h 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82" h="87">
                    <a:moveTo>
                      <a:pt x="0" y="0"/>
                    </a:moveTo>
                    <a:lnTo>
                      <a:pt x="16" y="10"/>
                    </a:lnTo>
                    <a:lnTo>
                      <a:pt x="32" y="20"/>
                    </a:lnTo>
                    <a:lnTo>
                      <a:pt x="49" y="20"/>
                    </a:lnTo>
                    <a:lnTo>
                      <a:pt x="65" y="30"/>
                    </a:lnTo>
                    <a:lnTo>
                      <a:pt x="76" y="46"/>
                    </a:lnTo>
                    <a:lnTo>
                      <a:pt x="81" y="61"/>
                    </a:lnTo>
                    <a:lnTo>
                      <a:pt x="81" y="76"/>
                    </a:lnTo>
                    <a:lnTo>
                      <a:pt x="65" y="86"/>
                    </a:lnTo>
                    <a:lnTo>
                      <a:pt x="49" y="86"/>
                    </a:lnTo>
                    <a:lnTo>
                      <a:pt x="27" y="81"/>
                    </a:lnTo>
                    <a:lnTo>
                      <a:pt x="11" y="71"/>
                    </a:lnTo>
                    <a:lnTo>
                      <a:pt x="5" y="56"/>
                    </a:lnTo>
                    <a:lnTo>
                      <a:pt x="0" y="40"/>
                    </a:lnTo>
                    <a:lnTo>
                      <a:pt x="0" y="25"/>
                    </a:lnTo>
                    <a:lnTo>
                      <a:pt x="11" y="10"/>
                    </a:lnTo>
                    <a:lnTo>
                      <a:pt x="0" y="0"/>
                    </a:lnTo>
                  </a:path>
                </a:pathLst>
              </a:custGeom>
              <a:solidFill>
                <a:srgbClr val="EAEAEA"/>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CC"/>
                  </a:solidFill>
                  <a:ea typeface="黑体" panose="02010609060101010101" pitchFamily="49" charset="-122"/>
                </a:endParaRPr>
              </a:p>
            </p:txBody>
          </p:sp>
        </p:grpSp>
        <p:sp>
          <p:nvSpPr>
            <p:cNvPr id="1033249" name="Text Box 34"/>
            <p:cNvSpPr txBox="1">
              <a:spLocks noChangeArrowheads="1"/>
            </p:cNvSpPr>
            <p:nvPr/>
          </p:nvSpPr>
          <p:spPr bwMode="auto">
            <a:xfrm>
              <a:off x="4967" y="1856"/>
              <a:ext cx="342" cy="222"/>
            </a:xfrm>
            <a:prstGeom prst="rect">
              <a:avLst/>
            </a:prstGeom>
            <a:solidFill>
              <a:srgbClr val="EAEAEA"/>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zh-CN" altLang="en-US" sz="2000" b="1">
                  <a:solidFill>
                    <a:srgbClr val="0000CC"/>
                  </a:solidFill>
                  <a:ea typeface="黑体" panose="02010609060101010101" pitchFamily="49" charset="-122"/>
                </a:rPr>
                <a:t>网 </a:t>
              </a:r>
              <a:r>
                <a:rPr lang="en-US" altLang="zh-CN" sz="2000" b="1">
                  <a:solidFill>
                    <a:srgbClr val="0000CC"/>
                  </a:solidFill>
                  <a:ea typeface="黑体" panose="02010609060101010101" pitchFamily="49" charset="-122"/>
                </a:rPr>
                <a:t>3</a:t>
              </a:r>
            </a:p>
          </p:txBody>
        </p:sp>
      </p:grpSp>
      <p:grpSp>
        <p:nvGrpSpPr>
          <p:cNvPr id="1033250" name="Group 35"/>
          <p:cNvGrpSpPr>
            <a:grpSpLocks/>
          </p:cNvGrpSpPr>
          <p:nvPr/>
        </p:nvGrpSpPr>
        <p:grpSpPr bwMode="auto">
          <a:xfrm>
            <a:off x="4532313" y="631825"/>
            <a:ext cx="1276350" cy="858838"/>
            <a:chOff x="4830" y="1752"/>
            <a:chExt cx="667" cy="477"/>
          </a:xfrm>
        </p:grpSpPr>
        <p:grpSp>
          <p:nvGrpSpPr>
            <p:cNvPr id="1033251" name="Group 36"/>
            <p:cNvGrpSpPr>
              <a:grpSpLocks/>
            </p:cNvGrpSpPr>
            <p:nvPr/>
          </p:nvGrpSpPr>
          <p:grpSpPr bwMode="auto">
            <a:xfrm>
              <a:off x="4830" y="1752"/>
              <a:ext cx="667" cy="477"/>
              <a:chOff x="2949" y="196"/>
              <a:chExt cx="941" cy="598"/>
            </a:xfrm>
          </p:grpSpPr>
          <p:sp>
            <p:nvSpPr>
              <p:cNvPr id="1033252" name="Oval 37"/>
              <p:cNvSpPr>
                <a:spLocks noChangeArrowheads="1"/>
              </p:cNvSpPr>
              <p:nvPr/>
            </p:nvSpPr>
            <p:spPr bwMode="auto">
              <a:xfrm>
                <a:off x="3168" y="196"/>
                <a:ext cx="407" cy="162"/>
              </a:xfrm>
              <a:prstGeom prst="ellipse">
                <a:avLst/>
              </a:prstGeom>
              <a:solidFill>
                <a:srgbClr val="EAEAEA"/>
              </a:solidFill>
              <a:ln w="12700">
                <a:solidFill>
                  <a:schemeClr val="tx1"/>
                </a:solidFill>
                <a:round/>
                <a:headEnd/>
                <a:tailEnd/>
              </a:ln>
            </p:spPr>
            <p:txBody>
              <a:bodyPr wrap="none" anchor="ctr"/>
              <a:lstStyle/>
              <a:p>
                <a:pPr eaLnBrk="0" hangingPunct="0"/>
                <a:endParaRPr lang="zh-CN" altLang="en-US" b="1">
                  <a:solidFill>
                    <a:srgbClr val="0000CC"/>
                  </a:solidFill>
                  <a:ea typeface="黑体" panose="02010609060101010101" pitchFamily="49" charset="-122"/>
                </a:endParaRPr>
              </a:p>
            </p:txBody>
          </p:sp>
          <p:sp>
            <p:nvSpPr>
              <p:cNvPr id="1033253" name="Oval 38"/>
              <p:cNvSpPr>
                <a:spLocks noChangeArrowheads="1"/>
              </p:cNvSpPr>
              <p:nvPr/>
            </p:nvSpPr>
            <p:spPr bwMode="auto">
              <a:xfrm rot="900000">
                <a:off x="3512" y="252"/>
                <a:ext cx="275" cy="131"/>
              </a:xfrm>
              <a:prstGeom prst="ellipse">
                <a:avLst/>
              </a:prstGeom>
              <a:solidFill>
                <a:srgbClr val="EAEAEA"/>
              </a:solidFill>
              <a:ln w="12700">
                <a:solidFill>
                  <a:schemeClr val="tx1"/>
                </a:solidFill>
                <a:round/>
                <a:headEnd/>
                <a:tailEnd/>
              </a:ln>
            </p:spPr>
            <p:txBody>
              <a:bodyPr wrap="none" anchor="ctr"/>
              <a:lstStyle/>
              <a:p>
                <a:pPr eaLnBrk="0" hangingPunct="0"/>
                <a:endParaRPr lang="zh-CN" altLang="en-US" b="1">
                  <a:solidFill>
                    <a:srgbClr val="0000CC"/>
                  </a:solidFill>
                  <a:ea typeface="黑体" panose="02010609060101010101" pitchFamily="49" charset="-122"/>
                </a:endParaRPr>
              </a:p>
            </p:txBody>
          </p:sp>
          <p:sp>
            <p:nvSpPr>
              <p:cNvPr id="1033254" name="Oval 39"/>
              <p:cNvSpPr>
                <a:spLocks noChangeArrowheads="1"/>
              </p:cNvSpPr>
              <p:nvPr/>
            </p:nvSpPr>
            <p:spPr bwMode="auto">
              <a:xfrm rot="1500000">
                <a:off x="3650" y="385"/>
                <a:ext cx="240" cy="153"/>
              </a:xfrm>
              <a:prstGeom prst="ellipse">
                <a:avLst/>
              </a:prstGeom>
              <a:solidFill>
                <a:srgbClr val="EAEAEA"/>
              </a:solidFill>
              <a:ln w="12700">
                <a:solidFill>
                  <a:schemeClr val="tx1"/>
                </a:solidFill>
                <a:round/>
                <a:headEnd/>
                <a:tailEnd/>
              </a:ln>
            </p:spPr>
            <p:txBody>
              <a:bodyPr wrap="none" anchor="ctr"/>
              <a:lstStyle/>
              <a:p>
                <a:pPr eaLnBrk="0" hangingPunct="0"/>
                <a:endParaRPr lang="zh-CN" altLang="en-US" b="1">
                  <a:solidFill>
                    <a:srgbClr val="0000CC"/>
                  </a:solidFill>
                  <a:ea typeface="黑体" panose="02010609060101010101" pitchFamily="49" charset="-122"/>
                </a:endParaRPr>
              </a:p>
            </p:txBody>
          </p:sp>
          <p:sp>
            <p:nvSpPr>
              <p:cNvPr id="1033255" name="Oval 40"/>
              <p:cNvSpPr>
                <a:spLocks noChangeArrowheads="1"/>
              </p:cNvSpPr>
              <p:nvPr/>
            </p:nvSpPr>
            <p:spPr bwMode="auto">
              <a:xfrm rot="-1560000">
                <a:off x="3573" y="537"/>
                <a:ext cx="291" cy="189"/>
              </a:xfrm>
              <a:prstGeom prst="ellipse">
                <a:avLst/>
              </a:prstGeom>
              <a:solidFill>
                <a:srgbClr val="EAEAEA"/>
              </a:solidFill>
              <a:ln w="12700">
                <a:solidFill>
                  <a:schemeClr val="tx1"/>
                </a:solidFill>
                <a:round/>
                <a:headEnd/>
                <a:tailEnd/>
              </a:ln>
            </p:spPr>
            <p:txBody>
              <a:bodyPr wrap="none" anchor="ctr"/>
              <a:lstStyle/>
              <a:p>
                <a:pPr eaLnBrk="0" hangingPunct="0"/>
                <a:endParaRPr lang="zh-CN" altLang="en-US" b="1">
                  <a:solidFill>
                    <a:srgbClr val="0000CC"/>
                  </a:solidFill>
                  <a:ea typeface="黑体" panose="02010609060101010101" pitchFamily="49" charset="-122"/>
                </a:endParaRPr>
              </a:p>
            </p:txBody>
          </p:sp>
          <p:sp>
            <p:nvSpPr>
              <p:cNvPr id="1033256" name="Oval 41"/>
              <p:cNvSpPr>
                <a:spLocks noChangeArrowheads="1"/>
              </p:cNvSpPr>
              <p:nvPr/>
            </p:nvSpPr>
            <p:spPr bwMode="auto">
              <a:xfrm>
                <a:off x="3216" y="555"/>
                <a:ext cx="471" cy="239"/>
              </a:xfrm>
              <a:prstGeom prst="ellipse">
                <a:avLst/>
              </a:prstGeom>
              <a:solidFill>
                <a:srgbClr val="EAEAEA"/>
              </a:solidFill>
              <a:ln w="12700">
                <a:solidFill>
                  <a:schemeClr val="tx1"/>
                </a:solidFill>
                <a:round/>
                <a:headEnd/>
                <a:tailEnd/>
              </a:ln>
            </p:spPr>
            <p:txBody>
              <a:bodyPr wrap="none" anchor="ctr"/>
              <a:lstStyle/>
              <a:p>
                <a:pPr eaLnBrk="0" hangingPunct="0"/>
                <a:endParaRPr lang="zh-CN" altLang="en-US" b="1">
                  <a:solidFill>
                    <a:srgbClr val="0000CC"/>
                  </a:solidFill>
                  <a:ea typeface="黑体" panose="02010609060101010101" pitchFamily="49" charset="-122"/>
                </a:endParaRPr>
              </a:p>
            </p:txBody>
          </p:sp>
          <p:sp>
            <p:nvSpPr>
              <p:cNvPr id="1033257" name="Oval 42"/>
              <p:cNvSpPr>
                <a:spLocks noChangeArrowheads="1"/>
              </p:cNvSpPr>
              <p:nvPr/>
            </p:nvSpPr>
            <p:spPr bwMode="auto">
              <a:xfrm rot="1080000">
                <a:off x="3023" y="555"/>
                <a:ext cx="265" cy="156"/>
              </a:xfrm>
              <a:prstGeom prst="ellipse">
                <a:avLst/>
              </a:prstGeom>
              <a:solidFill>
                <a:srgbClr val="EAEAEA"/>
              </a:solidFill>
              <a:ln w="12700">
                <a:solidFill>
                  <a:schemeClr val="tx1"/>
                </a:solidFill>
                <a:round/>
                <a:headEnd/>
                <a:tailEnd/>
              </a:ln>
            </p:spPr>
            <p:txBody>
              <a:bodyPr wrap="none" anchor="ctr"/>
              <a:lstStyle/>
              <a:p>
                <a:pPr eaLnBrk="0" hangingPunct="0"/>
                <a:endParaRPr lang="zh-CN" altLang="en-US" b="1">
                  <a:solidFill>
                    <a:srgbClr val="0000CC"/>
                  </a:solidFill>
                  <a:ea typeface="黑体" panose="02010609060101010101" pitchFamily="49" charset="-122"/>
                </a:endParaRPr>
              </a:p>
            </p:txBody>
          </p:sp>
          <p:sp>
            <p:nvSpPr>
              <p:cNvPr id="1033258" name="Oval 43"/>
              <p:cNvSpPr>
                <a:spLocks noChangeArrowheads="1"/>
              </p:cNvSpPr>
              <p:nvPr/>
            </p:nvSpPr>
            <p:spPr bwMode="auto">
              <a:xfrm>
                <a:off x="2949" y="432"/>
                <a:ext cx="217" cy="156"/>
              </a:xfrm>
              <a:prstGeom prst="ellipse">
                <a:avLst/>
              </a:prstGeom>
              <a:solidFill>
                <a:srgbClr val="EAEAEA"/>
              </a:solidFill>
              <a:ln w="12700">
                <a:solidFill>
                  <a:schemeClr val="tx1"/>
                </a:solidFill>
                <a:round/>
                <a:headEnd/>
                <a:tailEnd/>
              </a:ln>
            </p:spPr>
            <p:txBody>
              <a:bodyPr wrap="none" anchor="ctr"/>
              <a:lstStyle/>
              <a:p>
                <a:pPr eaLnBrk="0" hangingPunct="0"/>
                <a:endParaRPr lang="zh-CN" altLang="en-US" b="1">
                  <a:solidFill>
                    <a:srgbClr val="0000CC"/>
                  </a:solidFill>
                  <a:ea typeface="黑体" panose="02010609060101010101" pitchFamily="49" charset="-122"/>
                </a:endParaRPr>
              </a:p>
            </p:txBody>
          </p:sp>
          <p:sp>
            <p:nvSpPr>
              <p:cNvPr id="1033259" name="Oval 44"/>
              <p:cNvSpPr>
                <a:spLocks noChangeArrowheads="1"/>
              </p:cNvSpPr>
              <p:nvPr/>
            </p:nvSpPr>
            <p:spPr bwMode="auto">
              <a:xfrm rot="-1860000">
                <a:off x="2984" y="310"/>
                <a:ext cx="295" cy="156"/>
              </a:xfrm>
              <a:prstGeom prst="ellipse">
                <a:avLst/>
              </a:prstGeom>
              <a:solidFill>
                <a:srgbClr val="EAEAEA"/>
              </a:solidFill>
              <a:ln w="12700">
                <a:solidFill>
                  <a:schemeClr val="tx1"/>
                </a:solidFill>
                <a:round/>
                <a:headEnd/>
                <a:tailEnd/>
              </a:ln>
            </p:spPr>
            <p:txBody>
              <a:bodyPr wrap="none" anchor="ctr"/>
              <a:lstStyle/>
              <a:p>
                <a:pPr eaLnBrk="0" hangingPunct="0"/>
                <a:endParaRPr lang="zh-CN" altLang="en-US" b="1">
                  <a:solidFill>
                    <a:srgbClr val="0000CC"/>
                  </a:solidFill>
                  <a:ea typeface="黑体" panose="02010609060101010101" pitchFamily="49" charset="-122"/>
                </a:endParaRPr>
              </a:p>
            </p:txBody>
          </p:sp>
          <p:sp>
            <p:nvSpPr>
              <p:cNvPr id="1033260" name="Freeform 45"/>
              <p:cNvSpPr>
                <a:spLocks noChangeArrowheads="1"/>
              </p:cNvSpPr>
              <p:nvPr/>
            </p:nvSpPr>
            <p:spPr bwMode="auto">
              <a:xfrm>
                <a:off x="3051" y="300"/>
                <a:ext cx="738" cy="407"/>
              </a:xfrm>
              <a:custGeom>
                <a:avLst/>
                <a:gdLst>
                  <a:gd name="T0" fmla="*/ 108 w 738"/>
                  <a:gd name="T1" fmla="*/ 82 h 407"/>
                  <a:gd name="T2" fmla="*/ 145 w 738"/>
                  <a:gd name="T3" fmla="*/ 77 h 407"/>
                  <a:gd name="T4" fmla="*/ 183 w 738"/>
                  <a:gd name="T5" fmla="*/ 72 h 407"/>
                  <a:gd name="T6" fmla="*/ 215 w 738"/>
                  <a:gd name="T7" fmla="*/ 67 h 407"/>
                  <a:gd name="T8" fmla="*/ 237 w 738"/>
                  <a:gd name="T9" fmla="*/ 46 h 407"/>
                  <a:gd name="T10" fmla="*/ 204 w 738"/>
                  <a:gd name="T11" fmla="*/ 41 h 407"/>
                  <a:gd name="T12" fmla="*/ 172 w 738"/>
                  <a:gd name="T13" fmla="*/ 46 h 407"/>
                  <a:gd name="T14" fmla="*/ 156 w 738"/>
                  <a:gd name="T15" fmla="*/ 46 h 407"/>
                  <a:gd name="T16" fmla="*/ 188 w 738"/>
                  <a:gd name="T17" fmla="*/ 26 h 407"/>
                  <a:gd name="T18" fmla="*/ 226 w 738"/>
                  <a:gd name="T19" fmla="*/ 15 h 407"/>
                  <a:gd name="T20" fmla="*/ 258 w 738"/>
                  <a:gd name="T21" fmla="*/ 10 h 407"/>
                  <a:gd name="T22" fmla="*/ 290 w 738"/>
                  <a:gd name="T23" fmla="*/ 5 h 407"/>
                  <a:gd name="T24" fmla="*/ 323 w 738"/>
                  <a:gd name="T25" fmla="*/ 0 h 407"/>
                  <a:gd name="T26" fmla="*/ 355 w 738"/>
                  <a:gd name="T27" fmla="*/ 0 h 407"/>
                  <a:gd name="T28" fmla="*/ 387 w 738"/>
                  <a:gd name="T29" fmla="*/ 0 h 407"/>
                  <a:gd name="T30" fmla="*/ 463 w 738"/>
                  <a:gd name="T31" fmla="*/ 0 h 407"/>
                  <a:gd name="T32" fmla="*/ 506 w 738"/>
                  <a:gd name="T33" fmla="*/ 0 h 407"/>
                  <a:gd name="T34" fmla="*/ 543 w 738"/>
                  <a:gd name="T35" fmla="*/ 15 h 407"/>
                  <a:gd name="T36" fmla="*/ 570 w 738"/>
                  <a:gd name="T37" fmla="*/ 36 h 407"/>
                  <a:gd name="T38" fmla="*/ 603 w 738"/>
                  <a:gd name="T39" fmla="*/ 51 h 407"/>
                  <a:gd name="T40" fmla="*/ 635 w 738"/>
                  <a:gd name="T41" fmla="*/ 57 h 407"/>
                  <a:gd name="T42" fmla="*/ 667 w 738"/>
                  <a:gd name="T43" fmla="*/ 77 h 407"/>
                  <a:gd name="T44" fmla="*/ 694 w 738"/>
                  <a:gd name="T45" fmla="*/ 98 h 407"/>
                  <a:gd name="T46" fmla="*/ 715 w 738"/>
                  <a:gd name="T47" fmla="*/ 128 h 407"/>
                  <a:gd name="T48" fmla="*/ 721 w 738"/>
                  <a:gd name="T49" fmla="*/ 164 h 407"/>
                  <a:gd name="T50" fmla="*/ 726 w 738"/>
                  <a:gd name="T51" fmla="*/ 195 h 407"/>
                  <a:gd name="T52" fmla="*/ 726 w 738"/>
                  <a:gd name="T53" fmla="*/ 226 h 407"/>
                  <a:gd name="T54" fmla="*/ 726 w 738"/>
                  <a:gd name="T55" fmla="*/ 257 h 407"/>
                  <a:gd name="T56" fmla="*/ 737 w 738"/>
                  <a:gd name="T57" fmla="*/ 288 h 407"/>
                  <a:gd name="T58" fmla="*/ 737 w 738"/>
                  <a:gd name="T59" fmla="*/ 319 h 407"/>
                  <a:gd name="T60" fmla="*/ 715 w 738"/>
                  <a:gd name="T61" fmla="*/ 349 h 407"/>
                  <a:gd name="T62" fmla="*/ 678 w 738"/>
                  <a:gd name="T63" fmla="*/ 365 h 407"/>
                  <a:gd name="T64" fmla="*/ 646 w 738"/>
                  <a:gd name="T65" fmla="*/ 380 h 407"/>
                  <a:gd name="T66" fmla="*/ 613 w 738"/>
                  <a:gd name="T67" fmla="*/ 396 h 407"/>
                  <a:gd name="T68" fmla="*/ 581 w 738"/>
                  <a:gd name="T69" fmla="*/ 401 h 407"/>
                  <a:gd name="T70" fmla="*/ 538 w 738"/>
                  <a:gd name="T71" fmla="*/ 406 h 407"/>
                  <a:gd name="T72" fmla="*/ 500 w 738"/>
                  <a:gd name="T73" fmla="*/ 406 h 407"/>
                  <a:gd name="T74" fmla="*/ 468 w 738"/>
                  <a:gd name="T75" fmla="*/ 406 h 407"/>
                  <a:gd name="T76" fmla="*/ 436 w 738"/>
                  <a:gd name="T77" fmla="*/ 406 h 407"/>
                  <a:gd name="T78" fmla="*/ 403 w 738"/>
                  <a:gd name="T79" fmla="*/ 406 h 407"/>
                  <a:gd name="T80" fmla="*/ 371 w 738"/>
                  <a:gd name="T81" fmla="*/ 406 h 407"/>
                  <a:gd name="T82" fmla="*/ 339 w 738"/>
                  <a:gd name="T83" fmla="*/ 406 h 407"/>
                  <a:gd name="T84" fmla="*/ 307 w 738"/>
                  <a:gd name="T85" fmla="*/ 406 h 407"/>
                  <a:gd name="T86" fmla="*/ 269 w 738"/>
                  <a:gd name="T87" fmla="*/ 406 h 407"/>
                  <a:gd name="T88" fmla="*/ 237 w 738"/>
                  <a:gd name="T89" fmla="*/ 406 h 407"/>
                  <a:gd name="T90" fmla="*/ 204 w 738"/>
                  <a:gd name="T91" fmla="*/ 406 h 407"/>
                  <a:gd name="T92" fmla="*/ 172 w 738"/>
                  <a:gd name="T93" fmla="*/ 391 h 407"/>
                  <a:gd name="T94" fmla="*/ 140 w 738"/>
                  <a:gd name="T95" fmla="*/ 380 h 407"/>
                  <a:gd name="T96" fmla="*/ 108 w 738"/>
                  <a:gd name="T97" fmla="*/ 365 h 407"/>
                  <a:gd name="T98" fmla="*/ 81 w 738"/>
                  <a:gd name="T99" fmla="*/ 339 h 407"/>
                  <a:gd name="T100" fmla="*/ 59 w 738"/>
                  <a:gd name="T101" fmla="*/ 319 h 407"/>
                  <a:gd name="T102" fmla="*/ 38 w 738"/>
                  <a:gd name="T103" fmla="*/ 288 h 407"/>
                  <a:gd name="T104" fmla="*/ 16 w 738"/>
                  <a:gd name="T105" fmla="*/ 252 h 407"/>
                  <a:gd name="T106" fmla="*/ 0 w 738"/>
                  <a:gd name="T107" fmla="*/ 216 h 407"/>
                  <a:gd name="T108" fmla="*/ 0 w 738"/>
                  <a:gd name="T109" fmla="*/ 185 h 407"/>
                  <a:gd name="T110" fmla="*/ 5 w 738"/>
                  <a:gd name="T111" fmla="*/ 149 h 407"/>
                  <a:gd name="T112" fmla="*/ 27 w 738"/>
                  <a:gd name="T113" fmla="*/ 123 h 407"/>
                  <a:gd name="T114" fmla="*/ 54 w 738"/>
                  <a:gd name="T115" fmla="*/ 108 h 407"/>
                  <a:gd name="T116" fmla="*/ 86 w 738"/>
                  <a:gd name="T117" fmla="*/ 98 h 407"/>
                  <a:gd name="T118" fmla="*/ 113 w 738"/>
                  <a:gd name="T119" fmla="*/ 82 h 407"/>
                  <a:gd name="T120" fmla="*/ 129 w 738"/>
                  <a:gd name="T121" fmla="*/ 98 h 40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Lst>
                <a:rect l="0" t="0" r="r" b="b"/>
                <a:pathLst>
                  <a:path w="738" h="407">
                    <a:moveTo>
                      <a:pt x="91" y="82"/>
                    </a:moveTo>
                    <a:lnTo>
                      <a:pt x="108" y="82"/>
                    </a:lnTo>
                    <a:lnTo>
                      <a:pt x="124" y="82"/>
                    </a:lnTo>
                    <a:lnTo>
                      <a:pt x="145" y="77"/>
                    </a:lnTo>
                    <a:lnTo>
                      <a:pt x="161" y="77"/>
                    </a:lnTo>
                    <a:lnTo>
                      <a:pt x="183" y="72"/>
                    </a:lnTo>
                    <a:lnTo>
                      <a:pt x="199" y="72"/>
                    </a:lnTo>
                    <a:lnTo>
                      <a:pt x="215" y="67"/>
                    </a:lnTo>
                    <a:lnTo>
                      <a:pt x="231" y="62"/>
                    </a:lnTo>
                    <a:lnTo>
                      <a:pt x="237" y="46"/>
                    </a:lnTo>
                    <a:lnTo>
                      <a:pt x="221" y="41"/>
                    </a:lnTo>
                    <a:lnTo>
                      <a:pt x="204" y="41"/>
                    </a:lnTo>
                    <a:lnTo>
                      <a:pt x="188" y="46"/>
                    </a:lnTo>
                    <a:lnTo>
                      <a:pt x="172" y="46"/>
                    </a:lnTo>
                    <a:lnTo>
                      <a:pt x="156" y="62"/>
                    </a:lnTo>
                    <a:lnTo>
                      <a:pt x="156" y="46"/>
                    </a:lnTo>
                    <a:lnTo>
                      <a:pt x="172" y="36"/>
                    </a:lnTo>
                    <a:lnTo>
                      <a:pt x="188" y="26"/>
                    </a:lnTo>
                    <a:lnTo>
                      <a:pt x="210" y="21"/>
                    </a:lnTo>
                    <a:lnTo>
                      <a:pt x="226" y="15"/>
                    </a:lnTo>
                    <a:lnTo>
                      <a:pt x="242" y="15"/>
                    </a:lnTo>
                    <a:lnTo>
                      <a:pt x="258" y="10"/>
                    </a:lnTo>
                    <a:lnTo>
                      <a:pt x="274" y="10"/>
                    </a:lnTo>
                    <a:lnTo>
                      <a:pt x="290" y="5"/>
                    </a:lnTo>
                    <a:lnTo>
                      <a:pt x="307" y="5"/>
                    </a:lnTo>
                    <a:lnTo>
                      <a:pt x="323" y="0"/>
                    </a:lnTo>
                    <a:lnTo>
                      <a:pt x="339" y="0"/>
                    </a:lnTo>
                    <a:lnTo>
                      <a:pt x="355" y="0"/>
                    </a:lnTo>
                    <a:lnTo>
                      <a:pt x="371" y="0"/>
                    </a:lnTo>
                    <a:lnTo>
                      <a:pt x="387" y="0"/>
                    </a:lnTo>
                    <a:lnTo>
                      <a:pt x="420" y="0"/>
                    </a:lnTo>
                    <a:lnTo>
                      <a:pt x="463" y="0"/>
                    </a:lnTo>
                    <a:lnTo>
                      <a:pt x="484" y="0"/>
                    </a:lnTo>
                    <a:lnTo>
                      <a:pt x="506" y="0"/>
                    </a:lnTo>
                    <a:lnTo>
                      <a:pt x="527" y="5"/>
                    </a:lnTo>
                    <a:lnTo>
                      <a:pt x="543" y="15"/>
                    </a:lnTo>
                    <a:lnTo>
                      <a:pt x="554" y="31"/>
                    </a:lnTo>
                    <a:lnTo>
                      <a:pt x="570" y="36"/>
                    </a:lnTo>
                    <a:lnTo>
                      <a:pt x="586" y="46"/>
                    </a:lnTo>
                    <a:lnTo>
                      <a:pt x="603" y="51"/>
                    </a:lnTo>
                    <a:lnTo>
                      <a:pt x="619" y="51"/>
                    </a:lnTo>
                    <a:lnTo>
                      <a:pt x="635" y="57"/>
                    </a:lnTo>
                    <a:lnTo>
                      <a:pt x="651" y="67"/>
                    </a:lnTo>
                    <a:lnTo>
                      <a:pt x="667" y="77"/>
                    </a:lnTo>
                    <a:lnTo>
                      <a:pt x="678" y="93"/>
                    </a:lnTo>
                    <a:lnTo>
                      <a:pt x="694" y="98"/>
                    </a:lnTo>
                    <a:lnTo>
                      <a:pt x="699" y="113"/>
                    </a:lnTo>
                    <a:lnTo>
                      <a:pt x="715" y="128"/>
                    </a:lnTo>
                    <a:lnTo>
                      <a:pt x="721" y="149"/>
                    </a:lnTo>
                    <a:lnTo>
                      <a:pt x="721" y="164"/>
                    </a:lnTo>
                    <a:lnTo>
                      <a:pt x="726" y="180"/>
                    </a:lnTo>
                    <a:lnTo>
                      <a:pt x="726" y="195"/>
                    </a:lnTo>
                    <a:lnTo>
                      <a:pt x="726" y="211"/>
                    </a:lnTo>
                    <a:lnTo>
                      <a:pt x="726" y="226"/>
                    </a:lnTo>
                    <a:lnTo>
                      <a:pt x="726" y="242"/>
                    </a:lnTo>
                    <a:lnTo>
                      <a:pt x="726" y="257"/>
                    </a:lnTo>
                    <a:lnTo>
                      <a:pt x="737" y="272"/>
                    </a:lnTo>
                    <a:lnTo>
                      <a:pt x="737" y="288"/>
                    </a:lnTo>
                    <a:lnTo>
                      <a:pt x="737" y="303"/>
                    </a:lnTo>
                    <a:lnTo>
                      <a:pt x="737" y="319"/>
                    </a:lnTo>
                    <a:lnTo>
                      <a:pt x="732" y="334"/>
                    </a:lnTo>
                    <a:lnTo>
                      <a:pt x="715" y="349"/>
                    </a:lnTo>
                    <a:lnTo>
                      <a:pt x="694" y="360"/>
                    </a:lnTo>
                    <a:lnTo>
                      <a:pt x="678" y="365"/>
                    </a:lnTo>
                    <a:lnTo>
                      <a:pt x="662" y="375"/>
                    </a:lnTo>
                    <a:lnTo>
                      <a:pt x="646" y="380"/>
                    </a:lnTo>
                    <a:lnTo>
                      <a:pt x="629" y="385"/>
                    </a:lnTo>
                    <a:lnTo>
                      <a:pt x="613" y="396"/>
                    </a:lnTo>
                    <a:lnTo>
                      <a:pt x="597" y="401"/>
                    </a:lnTo>
                    <a:lnTo>
                      <a:pt x="581" y="401"/>
                    </a:lnTo>
                    <a:lnTo>
                      <a:pt x="559" y="406"/>
                    </a:lnTo>
                    <a:lnTo>
                      <a:pt x="538" y="406"/>
                    </a:lnTo>
                    <a:lnTo>
                      <a:pt x="522" y="406"/>
                    </a:lnTo>
                    <a:lnTo>
                      <a:pt x="500" y="406"/>
                    </a:lnTo>
                    <a:lnTo>
                      <a:pt x="484" y="406"/>
                    </a:lnTo>
                    <a:lnTo>
                      <a:pt x="468" y="406"/>
                    </a:lnTo>
                    <a:lnTo>
                      <a:pt x="452" y="406"/>
                    </a:lnTo>
                    <a:lnTo>
                      <a:pt x="436" y="406"/>
                    </a:lnTo>
                    <a:lnTo>
                      <a:pt x="420" y="406"/>
                    </a:lnTo>
                    <a:lnTo>
                      <a:pt x="403" y="406"/>
                    </a:lnTo>
                    <a:lnTo>
                      <a:pt x="387" y="406"/>
                    </a:lnTo>
                    <a:lnTo>
                      <a:pt x="371" y="406"/>
                    </a:lnTo>
                    <a:lnTo>
                      <a:pt x="355" y="406"/>
                    </a:lnTo>
                    <a:lnTo>
                      <a:pt x="339" y="406"/>
                    </a:lnTo>
                    <a:lnTo>
                      <a:pt x="323" y="406"/>
                    </a:lnTo>
                    <a:lnTo>
                      <a:pt x="307" y="406"/>
                    </a:lnTo>
                    <a:lnTo>
                      <a:pt x="285" y="406"/>
                    </a:lnTo>
                    <a:lnTo>
                      <a:pt x="269" y="406"/>
                    </a:lnTo>
                    <a:lnTo>
                      <a:pt x="253" y="406"/>
                    </a:lnTo>
                    <a:lnTo>
                      <a:pt x="237" y="406"/>
                    </a:lnTo>
                    <a:lnTo>
                      <a:pt x="221" y="406"/>
                    </a:lnTo>
                    <a:lnTo>
                      <a:pt x="204" y="406"/>
                    </a:lnTo>
                    <a:lnTo>
                      <a:pt x="188" y="396"/>
                    </a:lnTo>
                    <a:lnTo>
                      <a:pt x="172" y="391"/>
                    </a:lnTo>
                    <a:lnTo>
                      <a:pt x="156" y="385"/>
                    </a:lnTo>
                    <a:lnTo>
                      <a:pt x="140" y="380"/>
                    </a:lnTo>
                    <a:lnTo>
                      <a:pt x="124" y="375"/>
                    </a:lnTo>
                    <a:lnTo>
                      <a:pt x="108" y="365"/>
                    </a:lnTo>
                    <a:lnTo>
                      <a:pt x="91" y="355"/>
                    </a:lnTo>
                    <a:lnTo>
                      <a:pt x="81" y="339"/>
                    </a:lnTo>
                    <a:lnTo>
                      <a:pt x="65" y="334"/>
                    </a:lnTo>
                    <a:lnTo>
                      <a:pt x="59" y="319"/>
                    </a:lnTo>
                    <a:lnTo>
                      <a:pt x="43" y="303"/>
                    </a:lnTo>
                    <a:lnTo>
                      <a:pt x="38" y="288"/>
                    </a:lnTo>
                    <a:lnTo>
                      <a:pt x="22" y="272"/>
                    </a:lnTo>
                    <a:lnTo>
                      <a:pt x="16" y="252"/>
                    </a:lnTo>
                    <a:lnTo>
                      <a:pt x="5" y="231"/>
                    </a:lnTo>
                    <a:lnTo>
                      <a:pt x="0" y="216"/>
                    </a:lnTo>
                    <a:lnTo>
                      <a:pt x="0" y="200"/>
                    </a:lnTo>
                    <a:lnTo>
                      <a:pt x="0" y="185"/>
                    </a:lnTo>
                    <a:lnTo>
                      <a:pt x="0" y="170"/>
                    </a:lnTo>
                    <a:lnTo>
                      <a:pt x="5" y="149"/>
                    </a:lnTo>
                    <a:lnTo>
                      <a:pt x="11" y="134"/>
                    </a:lnTo>
                    <a:lnTo>
                      <a:pt x="27" y="123"/>
                    </a:lnTo>
                    <a:lnTo>
                      <a:pt x="38" y="108"/>
                    </a:lnTo>
                    <a:lnTo>
                      <a:pt x="54" y="108"/>
                    </a:lnTo>
                    <a:lnTo>
                      <a:pt x="70" y="103"/>
                    </a:lnTo>
                    <a:lnTo>
                      <a:pt x="86" y="98"/>
                    </a:lnTo>
                    <a:lnTo>
                      <a:pt x="102" y="98"/>
                    </a:lnTo>
                    <a:lnTo>
                      <a:pt x="113" y="82"/>
                    </a:lnTo>
                    <a:lnTo>
                      <a:pt x="113" y="67"/>
                    </a:lnTo>
                    <a:lnTo>
                      <a:pt x="129" y="98"/>
                    </a:lnTo>
                  </a:path>
                </a:pathLst>
              </a:custGeom>
              <a:solidFill>
                <a:srgbClr val="EAEAEA"/>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CC"/>
                  </a:solidFill>
                  <a:ea typeface="黑体" panose="02010609060101010101" pitchFamily="49" charset="-122"/>
                </a:endParaRPr>
              </a:p>
            </p:txBody>
          </p:sp>
          <p:sp>
            <p:nvSpPr>
              <p:cNvPr id="1033261" name="Freeform 46"/>
              <p:cNvSpPr>
                <a:spLocks noChangeArrowheads="1"/>
              </p:cNvSpPr>
              <p:nvPr/>
            </p:nvSpPr>
            <p:spPr bwMode="auto">
              <a:xfrm>
                <a:off x="3193" y="270"/>
                <a:ext cx="117" cy="118"/>
              </a:xfrm>
              <a:custGeom>
                <a:avLst/>
                <a:gdLst>
                  <a:gd name="T0" fmla="*/ 5 w 117"/>
                  <a:gd name="T1" fmla="*/ 66 h 118"/>
                  <a:gd name="T2" fmla="*/ 0 w 117"/>
                  <a:gd name="T3" fmla="*/ 51 h 118"/>
                  <a:gd name="T4" fmla="*/ 0 w 117"/>
                  <a:gd name="T5" fmla="*/ 36 h 118"/>
                  <a:gd name="T6" fmla="*/ 16 w 117"/>
                  <a:gd name="T7" fmla="*/ 25 h 118"/>
                  <a:gd name="T8" fmla="*/ 32 w 117"/>
                  <a:gd name="T9" fmla="*/ 15 h 118"/>
                  <a:gd name="T10" fmla="*/ 47 w 117"/>
                  <a:gd name="T11" fmla="*/ 0 h 118"/>
                  <a:gd name="T12" fmla="*/ 63 w 117"/>
                  <a:gd name="T13" fmla="*/ 0 h 118"/>
                  <a:gd name="T14" fmla="*/ 79 w 117"/>
                  <a:gd name="T15" fmla="*/ 0 h 118"/>
                  <a:gd name="T16" fmla="*/ 84 w 117"/>
                  <a:gd name="T17" fmla="*/ 15 h 118"/>
                  <a:gd name="T18" fmla="*/ 95 w 117"/>
                  <a:gd name="T19" fmla="*/ 31 h 118"/>
                  <a:gd name="T20" fmla="*/ 105 w 117"/>
                  <a:gd name="T21" fmla="*/ 46 h 118"/>
                  <a:gd name="T22" fmla="*/ 111 w 117"/>
                  <a:gd name="T23" fmla="*/ 61 h 118"/>
                  <a:gd name="T24" fmla="*/ 116 w 117"/>
                  <a:gd name="T25" fmla="*/ 76 h 118"/>
                  <a:gd name="T26" fmla="*/ 116 w 117"/>
                  <a:gd name="T27" fmla="*/ 92 h 118"/>
                  <a:gd name="T28" fmla="*/ 116 w 117"/>
                  <a:gd name="T29" fmla="*/ 107 h 118"/>
                  <a:gd name="T30" fmla="*/ 100 w 117"/>
                  <a:gd name="T31" fmla="*/ 117 h 118"/>
                  <a:gd name="T32" fmla="*/ 84 w 117"/>
                  <a:gd name="T33" fmla="*/ 117 h 118"/>
                  <a:gd name="T34" fmla="*/ 69 w 117"/>
                  <a:gd name="T35" fmla="*/ 117 h 118"/>
                  <a:gd name="T36" fmla="*/ 53 w 117"/>
                  <a:gd name="T37" fmla="*/ 117 h 118"/>
                  <a:gd name="T38" fmla="*/ 37 w 117"/>
                  <a:gd name="T39" fmla="*/ 112 h 118"/>
                  <a:gd name="T40" fmla="*/ 21 w 117"/>
                  <a:gd name="T41" fmla="*/ 102 h 118"/>
                  <a:gd name="T42" fmla="*/ 11 w 117"/>
                  <a:gd name="T43" fmla="*/ 86 h 118"/>
                  <a:gd name="T44" fmla="*/ 5 w 117"/>
                  <a:gd name="T45" fmla="*/ 71 h 118"/>
                  <a:gd name="T46" fmla="*/ 5 w 117"/>
                  <a:gd name="T47" fmla="*/ 66 h 1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117" h="118">
                    <a:moveTo>
                      <a:pt x="5" y="66"/>
                    </a:moveTo>
                    <a:lnTo>
                      <a:pt x="0" y="51"/>
                    </a:lnTo>
                    <a:lnTo>
                      <a:pt x="0" y="36"/>
                    </a:lnTo>
                    <a:lnTo>
                      <a:pt x="16" y="25"/>
                    </a:lnTo>
                    <a:lnTo>
                      <a:pt x="32" y="15"/>
                    </a:lnTo>
                    <a:lnTo>
                      <a:pt x="47" y="0"/>
                    </a:lnTo>
                    <a:lnTo>
                      <a:pt x="63" y="0"/>
                    </a:lnTo>
                    <a:lnTo>
                      <a:pt x="79" y="0"/>
                    </a:lnTo>
                    <a:lnTo>
                      <a:pt x="84" y="15"/>
                    </a:lnTo>
                    <a:lnTo>
                      <a:pt x="95" y="31"/>
                    </a:lnTo>
                    <a:lnTo>
                      <a:pt x="105" y="46"/>
                    </a:lnTo>
                    <a:lnTo>
                      <a:pt x="111" y="61"/>
                    </a:lnTo>
                    <a:lnTo>
                      <a:pt x="116" y="76"/>
                    </a:lnTo>
                    <a:lnTo>
                      <a:pt x="116" y="92"/>
                    </a:lnTo>
                    <a:lnTo>
                      <a:pt x="116" y="107"/>
                    </a:lnTo>
                    <a:lnTo>
                      <a:pt x="100" y="117"/>
                    </a:lnTo>
                    <a:lnTo>
                      <a:pt x="84" y="117"/>
                    </a:lnTo>
                    <a:lnTo>
                      <a:pt x="69" y="117"/>
                    </a:lnTo>
                    <a:lnTo>
                      <a:pt x="53" y="117"/>
                    </a:lnTo>
                    <a:lnTo>
                      <a:pt x="37" y="112"/>
                    </a:lnTo>
                    <a:lnTo>
                      <a:pt x="21" y="102"/>
                    </a:lnTo>
                    <a:lnTo>
                      <a:pt x="11" y="86"/>
                    </a:lnTo>
                    <a:lnTo>
                      <a:pt x="5" y="71"/>
                    </a:lnTo>
                    <a:lnTo>
                      <a:pt x="5" y="66"/>
                    </a:lnTo>
                  </a:path>
                </a:pathLst>
              </a:custGeom>
              <a:solidFill>
                <a:srgbClr val="EAEAEA"/>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CC"/>
                  </a:solidFill>
                  <a:ea typeface="黑体" panose="02010609060101010101" pitchFamily="49" charset="-122"/>
                </a:endParaRPr>
              </a:p>
            </p:txBody>
          </p:sp>
          <p:sp>
            <p:nvSpPr>
              <p:cNvPr id="1033262" name="Freeform 47"/>
              <p:cNvSpPr>
                <a:spLocks noChangeArrowheads="1"/>
              </p:cNvSpPr>
              <p:nvPr/>
            </p:nvSpPr>
            <p:spPr bwMode="auto">
              <a:xfrm>
                <a:off x="3469" y="239"/>
                <a:ext cx="82" cy="87"/>
              </a:xfrm>
              <a:custGeom>
                <a:avLst/>
                <a:gdLst>
                  <a:gd name="T0" fmla="*/ 0 w 82"/>
                  <a:gd name="T1" fmla="*/ 0 h 87"/>
                  <a:gd name="T2" fmla="*/ 16 w 82"/>
                  <a:gd name="T3" fmla="*/ 10 h 87"/>
                  <a:gd name="T4" fmla="*/ 32 w 82"/>
                  <a:gd name="T5" fmla="*/ 20 h 87"/>
                  <a:gd name="T6" fmla="*/ 49 w 82"/>
                  <a:gd name="T7" fmla="*/ 20 h 87"/>
                  <a:gd name="T8" fmla="*/ 65 w 82"/>
                  <a:gd name="T9" fmla="*/ 30 h 87"/>
                  <a:gd name="T10" fmla="*/ 76 w 82"/>
                  <a:gd name="T11" fmla="*/ 46 h 87"/>
                  <a:gd name="T12" fmla="*/ 81 w 82"/>
                  <a:gd name="T13" fmla="*/ 61 h 87"/>
                  <a:gd name="T14" fmla="*/ 81 w 82"/>
                  <a:gd name="T15" fmla="*/ 76 h 87"/>
                  <a:gd name="T16" fmla="*/ 65 w 82"/>
                  <a:gd name="T17" fmla="*/ 86 h 87"/>
                  <a:gd name="T18" fmla="*/ 49 w 82"/>
                  <a:gd name="T19" fmla="*/ 86 h 87"/>
                  <a:gd name="T20" fmla="*/ 27 w 82"/>
                  <a:gd name="T21" fmla="*/ 81 h 87"/>
                  <a:gd name="T22" fmla="*/ 11 w 82"/>
                  <a:gd name="T23" fmla="*/ 71 h 87"/>
                  <a:gd name="T24" fmla="*/ 5 w 82"/>
                  <a:gd name="T25" fmla="*/ 56 h 87"/>
                  <a:gd name="T26" fmla="*/ 0 w 82"/>
                  <a:gd name="T27" fmla="*/ 40 h 87"/>
                  <a:gd name="T28" fmla="*/ 0 w 82"/>
                  <a:gd name="T29" fmla="*/ 25 h 87"/>
                  <a:gd name="T30" fmla="*/ 11 w 82"/>
                  <a:gd name="T31" fmla="*/ 10 h 87"/>
                  <a:gd name="T32" fmla="*/ 0 w 82"/>
                  <a:gd name="T33" fmla="*/ 0 h 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82" h="87">
                    <a:moveTo>
                      <a:pt x="0" y="0"/>
                    </a:moveTo>
                    <a:lnTo>
                      <a:pt x="16" y="10"/>
                    </a:lnTo>
                    <a:lnTo>
                      <a:pt x="32" y="20"/>
                    </a:lnTo>
                    <a:lnTo>
                      <a:pt x="49" y="20"/>
                    </a:lnTo>
                    <a:lnTo>
                      <a:pt x="65" y="30"/>
                    </a:lnTo>
                    <a:lnTo>
                      <a:pt x="76" y="46"/>
                    </a:lnTo>
                    <a:lnTo>
                      <a:pt x="81" y="61"/>
                    </a:lnTo>
                    <a:lnTo>
                      <a:pt x="81" y="76"/>
                    </a:lnTo>
                    <a:lnTo>
                      <a:pt x="65" y="86"/>
                    </a:lnTo>
                    <a:lnTo>
                      <a:pt x="49" y="86"/>
                    </a:lnTo>
                    <a:lnTo>
                      <a:pt x="27" y="81"/>
                    </a:lnTo>
                    <a:lnTo>
                      <a:pt x="11" y="71"/>
                    </a:lnTo>
                    <a:lnTo>
                      <a:pt x="5" y="56"/>
                    </a:lnTo>
                    <a:lnTo>
                      <a:pt x="0" y="40"/>
                    </a:lnTo>
                    <a:lnTo>
                      <a:pt x="0" y="25"/>
                    </a:lnTo>
                    <a:lnTo>
                      <a:pt x="11" y="10"/>
                    </a:lnTo>
                    <a:lnTo>
                      <a:pt x="0" y="0"/>
                    </a:lnTo>
                  </a:path>
                </a:pathLst>
              </a:custGeom>
              <a:solidFill>
                <a:srgbClr val="EAEAEA"/>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CC"/>
                  </a:solidFill>
                  <a:ea typeface="黑体" panose="02010609060101010101" pitchFamily="49" charset="-122"/>
                </a:endParaRPr>
              </a:p>
            </p:txBody>
          </p:sp>
        </p:grpSp>
        <p:sp>
          <p:nvSpPr>
            <p:cNvPr id="1033263" name="Text Box 48"/>
            <p:cNvSpPr txBox="1">
              <a:spLocks noChangeArrowheads="1"/>
            </p:cNvSpPr>
            <p:nvPr/>
          </p:nvSpPr>
          <p:spPr bwMode="auto">
            <a:xfrm>
              <a:off x="4967" y="1856"/>
              <a:ext cx="342" cy="222"/>
            </a:xfrm>
            <a:prstGeom prst="rect">
              <a:avLst/>
            </a:prstGeom>
            <a:solidFill>
              <a:srgbClr val="EAEAEA"/>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zh-CN" altLang="en-US" sz="2000" b="1">
                  <a:solidFill>
                    <a:srgbClr val="0000CC"/>
                  </a:solidFill>
                  <a:ea typeface="黑体" panose="02010609060101010101" pitchFamily="49" charset="-122"/>
                </a:rPr>
                <a:t>网 </a:t>
              </a:r>
              <a:r>
                <a:rPr lang="en-US" altLang="zh-CN" sz="2000" b="1">
                  <a:solidFill>
                    <a:srgbClr val="0000CC"/>
                  </a:solidFill>
                  <a:ea typeface="黑体" panose="02010609060101010101" pitchFamily="49" charset="-122"/>
                </a:rPr>
                <a:t>2</a:t>
              </a:r>
            </a:p>
          </p:txBody>
        </p:sp>
      </p:grpSp>
      <p:grpSp>
        <p:nvGrpSpPr>
          <p:cNvPr id="1033264" name="Group 49"/>
          <p:cNvGrpSpPr>
            <a:grpSpLocks/>
          </p:cNvGrpSpPr>
          <p:nvPr/>
        </p:nvGrpSpPr>
        <p:grpSpPr bwMode="auto">
          <a:xfrm>
            <a:off x="612775" y="1916113"/>
            <a:ext cx="9021763" cy="1522412"/>
            <a:chOff x="356" y="1253"/>
            <a:chExt cx="5246" cy="959"/>
          </a:xfrm>
        </p:grpSpPr>
        <p:sp>
          <p:nvSpPr>
            <p:cNvPr id="1033265" name="Line 50"/>
            <p:cNvSpPr>
              <a:spLocks noChangeShapeType="1"/>
            </p:cNvSpPr>
            <p:nvPr/>
          </p:nvSpPr>
          <p:spPr bwMode="auto">
            <a:xfrm>
              <a:off x="1038" y="1581"/>
              <a:ext cx="4077"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CC"/>
                </a:solidFill>
                <a:ea typeface="黑体" panose="02010609060101010101" pitchFamily="49" charset="-122"/>
              </a:endParaRPr>
            </a:p>
          </p:txBody>
        </p:sp>
        <p:pic>
          <p:nvPicPr>
            <p:cNvPr id="1033266" name="Picture 51"/>
            <p:cNvPicPr>
              <a:picLocks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636" y="1484"/>
              <a:ext cx="459" cy="2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033267" name="Text Box 52"/>
            <p:cNvSpPr txBox="1">
              <a:spLocks noChangeArrowheads="1"/>
            </p:cNvSpPr>
            <p:nvPr/>
          </p:nvSpPr>
          <p:spPr bwMode="auto">
            <a:xfrm>
              <a:off x="4038" y="1640"/>
              <a:ext cx="270" cy="2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en-US" altLang="zh-CN" sz="2000" b="1">
                  <a:solidFill>
                    <a:srgbClr val="0000CC"/>
                  </a:solidFill>
                  <a:ea typeface="黑体" panose="02010609060101010101" pitchFamily="49" charset="-122"/>
                </a:rPr>
                <a:t>R</a:t>
              </a:r>
              <a:r>
                <a:rPr lang="en-US" altLang="zh-CN" sz="2000" b="1" baseline="-25000">
                  <a:solidFill>
                    <a:srgbClr val="0000CC"/>
                  </a:solidFill>
                  <a:ea typeface="黑体" panose="02010609060101010101" pitchFamily="49" charset="-122"/>
                </a:rPr>
                <a:t>2</a:t>
              </a:r>
              <a:endParaRPr lang="en-US" altLang="zh-CN" sz="2000" b="1">
                <a:solidFill>
                  <a:srgbClr val="0000CC"/>
                </a:solidFill>
                <a:ea typeface="黑体" panose="02010609060101010101" pitchFamily="49" charset="-122"/>
              </a:endParaRPr>
            </a:p>
          </p:txBody>
        </p:sp>
        <p:sp>
          <p:nvSpPr>
            <p:cNvPr id="1033268" name="Text Box 53"/>
            <p:cNvSpPr txBox="1">
              <a:spLocks noChangeArrowheads="1"/>
            </p:cNvSpPr>
            <p:nvPr/>
          </p:nvSpPr>
          <p:spPr bwMode="auto">
            <a:xfrm>
              <a:off x="1772" y="1640"/>
              <a:ext cx="270" cy="2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en-US" altLang="zh-CN" sz="2000" b="1">
                  <a:solidFill>
                    <a:srgbClr val="0000CC"/>
                  </a:solidFill>
                  <a:ea typeface="黑体" panose="02010609060101010101" pitchFamily="49" charset="-122"/>
                </a:rPr>
                <a:t>R</a:t>
              </a:r>
              <a:r>
                <a:rPr lang="en-US" altLang="zh-CN" sz="2000" b="1" baseline="-25000">
                  <a:solidFill>
                    <a:srgbClr val="0000CC"/>
                  </a:solidFill>
                  <a:ea typeface="黑体" panose="02010609060101010101" pitchFamily="49" charset="-122"/>
                </a:rPr>
                <a:t>1</a:t>
              </a:r>
              <a:endParaRPr lang="en-US" altLang="zh-CN" sz="2000" b="1">
                <a:solidFill>
                  <a:srgbClr val="0000CC"/>
                </a:solidFill>
                <a:ea typeface="黑体" panose="02010609060101010101" pitchFamily="49" charset="-122"/>
              </a:endParaRPr>
            </a:p>
          </p:txBody>
        </p:sp>
        <p:pic>
          <p:nvPicPr>
            <p:cNvPr id="1033269" name="Picture 54"/>
            <p:cNvPicPr>
              <a:picLocks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3901" y="1484"/>
              <a:ext cx="460" cy="2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1033270" name="Group 55"/>
            <p:cNvGrpSpPr>
              <a:grpSpLocks/>
            </p:cNvGrpSpPr>
            <p:nvPr/>
          </p:nvGrpSpPr>
          <p:grpSpPr bwMode="auto">
            <a:xfrm>
              <a:off x="447" y="1309"/>
              <a:ext cx="743" cy="541"/>
              <a:chOff x="4830" y="1752"/>
              <a:chExt cx="667" cy="477"/>
            </a:xfrm>
          </p:grpSpPr>
          <p:grpSp>
            <p:nvGrpSpPr>
              <p:cNvPr id="1033271" name="Group 56"/>
              <p:cNvGrpSpPr>
                <a:grpSpLocks/>
              </p:cNvGrpSpPr>
              <p:nvPr/>
            </p:nvGrpSpPr>
            <p:grpSpPr bwMode="auto">
              <a:xfrm>
                <a:off x="4830" y="1752"/>
                <a:ext cx="667" cy="477"/>
                <a:chOff x="2949" y="196"/>
                <a:chExt cx="941" cy="598"/>
              </a:xfrm>
            </p:grpSpPr>
            <p:sp>
              <p:nvSpPr>
                <p:cNvPr id="1033272" name="Oval 57"/>
                <p:cNvSpPr>
                  <a:spLocks noChangeArrowheads="1"/>
                </p:cNvSpPr>
                <p:nvPr/>
              </p:nvSpPr>
              <p:spPr bwMode="auto">
                <a:xfrm>
                  <a:off x="3168" y="196"/>
                  <a:ext cx="407" cy="162"/>
                </a:xfrm>
                <a:prstGeom prst="ellipse">
                  <a:avLst/>
                </a:prstGeom>
                <a:solidFill>
                  <a:srgbClr val="EAEAEA"/>
                </a:solidFill>
                <a:ln w="12700">
                  <a:solidFill>
                    <a:schemeClr val="tx1"/>
                  </a:solidFill>
                  <a:round/>
                  <a:headEnd/>
                  <a:tailEnd/>
                </a:ln>
              </p:spPr>
              <p:txBody>
                <a:bodyPr wrap="none" anchor="ctr"/>
                <a:lstStyle/>
                <a:p>
                  <a:pPr eaLnBrk="0" hangingPunct="0"/>
                  <a:endParaRPr lang="zh-CN" altLang="en-US" b="1">
                    <a:solidFill>
                      <a:srgbClr val="0000CC"/>
                    </a:solidFill>
                    <a:ea typeface="黑体" panose="02010609060101010101" pitchFamily="49" charset="-122"/>
                  </a:endParaRPr>
                </a:p>
              </p:txBody>
            </p:sp>
            <p:sp>
              <p:nvSpPr>
                <p:cNvPr id="1033273" name="Oval 58"/>
                <p:cNvSpPr>
                  <a:spLocks noChangeArrowheads="1"/>
                </p:cNvSpPr>
                <p:nvPr/>
              </p:nvSpPr>
              <p:spPr bwMode="auto">
                <a:xfrm rot="900000">
                  <a:off x="3512" y="252"/>
                  <a:ext cx="275" cy="131"/>
                </a:xfrm>
                <a:prstGeom prst="ellipse">
                  <a:avLst/>
                </a:prstGeom>
                <a:solidFill>
                  <a:srgbClr val="EAEAEA"/>
                </a:solidFill>
                <a:ln w="12700">
                  <a:solidFill>
                    <a:schemeClr val="tx1"/>
                  </a:solidFill>
                  <a:round/>
                  <a:headEnd/>
                  <a:tailEnd/>
                </a:ln>
              </p:spPr>
              <p:txBody>
                <a:bodyPr wrap="none" anchor="ctr"/>
                <a:lstStyle/>
                <a:p>
                  <a:pPr eaLnBrk="0" hangingPunct="0"/>
                  <a:endParaRPr lang="zh-CN" altLang="en-US" b="1">
                    <a:solidFill>
                      <a:srgbClr val="0000CC"/>
                    </a:solidFill>
                    <a:ea typeface="黑体" panose="02010609060101010101" pitchFamily="49" charset="-122"/>
                  </a:endParaRPr>
                </a:p>
              </p:txBody>
            </p:sp>
            <p:sp>
              <p:nvSpPr>
                <p:cNvPr id="1033274" name="Oval 59"/>
                <p:cNvSpPr>
                  <a:spLocks noChangeArrowheads="1"/>
                </p:cNvSpPr>
                <p:nvPr/>
              </p:nvSpPr>
              <p:spPr bwMode="auto">
                <a:xfrm rot="1500000">
                  <a:off x="3650" y="385"/>
                  <a:ext cx="240" cy="153"/>
                </a:xfrm>
                <a:prstGeom prst="ellipse">
                  <a:avLst/>
                </a:prstGeom>
                <a:solidFill>
                  <a:srgbClr val="EAEAEA"/>
                </a:solidFill>
                <a:ln w="12700">
                  <a:solidFill>
                    <a:schemeClr val="tx1"/>
                  </a:solidFill>
                  <a:round/>
                  <a:headEnd/>
                  <a:tailEnd/>
                </a:ln>
              </p:spPr>
              <p:txBody>
                <a:bodyPr wrap="none" anchor="ctr"/>
                <a:lstStyle/>
                <a:p>
                  <a:pPr eaLnBrk="0" hangingPunct="0"/>
                  <a:endParaRPr lang="zh-CN" altLang="en-US" b="1">
                    <a:solidFill>
                      <a:srgbClr val="0000CC"/>
                    </a:solidFill>
                    <a:ea typeface="黑体" panose="02010609060101010101" pitchFamily="49" charset="-122"/>
                  </a:endParaRPr>
                </a:p>
              </p:txBody>
            </p:sp>
            <p:sp>
              <p:nvSpPr>
                <p:cNvPr id="1033275" name="Oval 60"/>
                <p:cNvSpPr>
                  <a:spLocks noChangeArrowheads="1"/>
                </p:cNvSpPr>
                <p:nvPr/>
              </p:nvSpPr>
              <p:spPr bwMode="auto">
                <a:xfrm rot="-1560000">
                  <a:off x="3573" y="537"/>
                  <a:ext cx="291" cy="189"/>
                </a:xfrm>
                <a:prstGeom prst="ellipse">
                  <a:avLst/>
                </a:prstGeom>
                <a:solidFill>
                  <a:srgbClr val="EAEAEA"/>
                </a:solidFill>
                <a:ln w="12700">
                  <a:solidFill>
                    <a:schemeClr val="tx1"/>
                  </a:solidFill>
                  <a:round/>
                  <a:headEnd/>
                  <a:tailEnd/>
                </a:ln>
              </p:spPr>
              <p:txBody>
                <a:bodyPr wrap="none" anchor="ctr"/>
                <a:lstStyle/>
                <a:p>
                  <a:pPr eaLnBrk="0" hangingPunct="0"/>
                  <a:endParaRPr lang="zh-CN" altLang="en-US" b="1">
                    <a:solidFill>
                      <a:srgbClr val="0000CC"/>
                    </a:solidFill>
                    <a:ea typeface="黑体" panose="02010609060101010101" pitchFamily="49" charset="-122"/>
                  </a:endParaRPr>
                </a:p>
              </p:txBody>
            </p:sp>
            <p:sp>
              <p:nvSpPr>
                <p:cNvPr id="1033276" name="Oval 61"/>
                <p:cNvSpPr>
                  <a:spLocks noChangeArrowheads="1"/>
                </p:cNvSpPr>
                <p:nvPr/>
              </p:nvSpPr>
              <p:spPr bwMode="auto">
                <a:xfrm>
                  <a:off x="3216" y="555"/>
                  <a:ext cx="471" cy="239"/>
                </a:xfrm>
                <a:prstGeom prst="ellipse">
                  <a:avLst/>
                </a:prstGeom>
                <a:solidFill>
                  <a:srgbClr val="EAEAEA"/>
                </a:solidFill>
                <a:ln w="12700">
                  <a:solidFill>
                    <a:schemeClr val="tx1"/>
                  </a:solidFill>
                  <a:round/>
                  <a:headEnd/>
                  <a:tailEnd/>
                </a:ln>
              </p:spPr>
              <p:txBody>
                <a:bodyPr wrap="none" anchor="ctr"/>
                <a:lstStyle/>
                <a:p>
                  <a:pPr eaLnBrk="0" hangingPunct="0"/>
                  <a:endParaRPr lang="zh-CN" altLang="en-US" b="1">
                    <a:solidFill>
                      <a:srgbClr val="0000CC"/>
                    </a:solidFill>
                    <a:ea typeface="黑体" panose="02010609060101010101" pitchFamily="49" charset="-122"/>
                  </a:endParaRPr>
                </a:p>
              </p:txBody>
            </p:sp>
            <p:sp>
              <p:nvSpPr>
                <p:cNvPr id="1033277" name="Oval 62"/>
                <p:cNvSpPr>
                  <a:spLocks noChangeArrowheads="1"/>
                </p:cNvSpPr>
                <p:nvPr/>
              </p:nvSpPr>
              <p:spPr bwMode="auto">
                <a:xfrm rot="1080000">
                  <a:off x="3023" y="555"/>
                  <a:ext cx="265" cy="156"/>
                </a:xfrm>
                <a:prstGeom prst="ellipse">
                  <a:avLst/>
                </a:prstGeom>
                <a:solidFill>
                  <a:srgbClr val="EAEAEA"/>
                </a:solidFill>
                <a:ln w="12700">
                  <a:solidFill>
                    <a:schemeClr val="tx1"/>
                  </a:solidFill>
                  <a:round/>
                  <a:headEnd/>
                  <a:tailEnd/>
                </a:ln>
              </p:spPr>
              <p:txBody>
                <a:bodyPr wrap="none" anchor="ctr"/>
                <a:lstStyle/>
                <a:p>
                  <a:pPr eaLnBrk="0" hangingPunct="0"/>
                  <a:endParaRPr lang="zh-CN" altLang="en-US" b="1">
                    <a:solidFill>
                      <a:srgbClr val="0000CC"/>
                    </a:solidFill>
                    <a:ea typeface="黑体" panose="02010609060101010101" pitchFamily="49" charset="-122"/>
                  </a:endParaRPr>
                </a:p>
              </p:txBody>
            </p:sp>
            <p:sp>
              <p:nvSpPr>
                <p:cNvPr id="1033278" name="Oval 63"/>
                <p:cNvSpPr>
                  <a:spLocks noChangeArrowheads="1"/>
                </p:cNvSpPr>
                <p:nvPr/>
              </p:nvSpPr>
              <p:spPr bwMode="auto">
                <a:xfrm>
                  <a:off x="2949" y="432"/>
                  <a:ext cx="217" cy="156"/>
                </a:xfrm>
                <a:prstGeom prst="ellipse">
                  <a:avLst/>
                </a:prstGeom>
                <a:solidFill>
                  <a:srgbClr val="EAEAEA"/>
                </a:solidFill>
                <a:ln w="12700">
                  <a:solidFill>
                    <a:schemeClr val="tx1"/>
                  </a:solidFill>
                  <a:round/>
                  <a:headEnd/>
                  <a:tailEnd/>
                </a:ln>
              </p:spPr>
              <p:txBody>
                <a:bodyPr wrap="none" anchor="ctr"/>
                <a:lstStyle/>
                <a:p>
                  <a:pPr eaLnBrk="0" hangingPunct="0"/>
                  <a:endParaRPr lang="zh-CN" altLang="en-US" b="1">
                    <a:solidFill>
                      <a:srgbClr val="0000CC"/>
                    </a:solidFill>
                    <a:ea typeface="黑体" panose="02010609060101010101" pitchFamily="49" charset="-122"/>
                  </a:endParaRPr>
                </a:p>
              </p:txBody>
            </p:sp>
            <p:sp>
              <p:nvSpPr>
                <p:cNvPr id="1033279" name="Oval 64"/>
                <p:cNvSpPr>
                  <a:spLocks noChangeArrowheads="1"/>
                </p:cNvSpPr>
                <p:nvPr/>
              </p:nvSpPr>
              <p:spPr bwMode="auto">
                <a:xfrm rot="-1860000">
                  <a:off x="2984" y="310"/>
                  <a:ext cx="295" cy="156"/>
                </a:xfrm>
                <a:prstGeom prst="ellipse">
                  <a:avLst/>
                </a:prstGeom>
                <a:solidFill>
                  <a:srgbClr val="EAEAEA"/>
                </a:solidFill>
                <a:ln w="12700">
                  <a:solidFill>
                    <a:schemeClr val="tx1"/>
                  </a:solidFill>
                  <a:round/>
                  <a:headEnd/>
                  <a:tailEnd/>
                </a:ln>
              </p:spPr>
              <p:txBody>
                <a:bodyPr wrap="none" anchor="ctr"/>
                <a:lstStyle/>
                <a:p>
                  <a:pPr eaLnBrk="0" hangingPunct="0"/>
                  <a:endParaRPr lang="zh-CN" altLang="en-US" b="1">
                    <a:solidFill>
                      <a:srgbClr val="0000CC"/>
                    </a:solidFill>
                    <a:ea typeface="黑体" panose="02010609060101010101" pitchFamily="49" charset="-122"/>
                  </a:endParaRPr>
                </a:p>
              </p:txBody>
            </p:sp>
            <p:sp>
              <p:nvSpPr>
                <p:cNvPr id="1033280" name="Freeform 65"/>
                <p:cNvSpPr>
                  <a:spLocks noChangeArrowheads="1"/>
                </p:cNvSpPr>
                <p:nvPr/>
              </p:nvSpPr>
              <p:spPr bwMode="auto">
                <a:xfrm>
                  <a:off x="3051" y="300"/>
                  <a:ext cx="738" cy="407"/>
                </a:xfrm>
                <a:custGeom>
                  <a:avLst/>
                  <a:gdLst>
                    <a:gd name="T0" fmla="*/ 108 w 738"/>
                    <a:gd name="T1" fmla="*/ 82 h 407"/>
                    <a:gd name="T2" fmla="*/ 145 w 738"/>
                    <a:gd name="T3" fmla="*/ 77 h 407"/>
                    <a:gd name="T4" fmla="*/ 183 w 738"/>
                    <a:gd name="T5" fmla="*/ 72 h 407"/>
                    <a:gd name="T6" fmla="*/ 215 w 738"/>
                    <a:gd name="T7" fmla="*/ 67 h 407"/>
                    <a:gd name="T8" fmla="*/ 237 w 738"/>
                    <a:gd name="T9" fmla="*/ 46 h 407"/>
                    <a:gd name="T10" fmla="*/ 204 w 738"/>
                    <a:gd name="T11" fmla="*/ 41 h 407"/>
                    <a:gd name="T12" fmla="*/ 172 w 738"/>
                    <a:gd name="T13" fmla="*/ 46 h 407"/>
                    <a:gd name="T14" fmla="*/ 156 w 738"/>
                    <a:gd name="T15" fmla="*/ 46 h 407"/>
                    <a:gd name="T16" fmla="*/ 188 w 738"/>
                    <a:gd name="T17" fmla="*/ 26 h 407"/>
                    <a:gd name="T18" fmla="*/ 226 w 738"/>
                    <a:gd name="T19" fmla="*/ 15 h 407"/>
                    <a:gd name="T20" fmla="*/ 258 w 738"/>
                    <a:gd name="T21" fmla="*/ 10 h 407"/>
                    <a:gd name="T22" fmla="*/ 290 w 738"/>
                    <a:gd name="T23" fmla="*/ 5 h 407"/>
                    <a:gd name="T24" fmla="*/ 323 w 738"/>
                    <a:gd name="T25" fmla="*/ 0 h 407"/>
                    <a:gd name="T26" fmla="*/ 355 w 738"/>
                    <a:gd name="T27" fmla="*/ 0 h 407"/>
                    <a:gd name="T28" fmla="*/ 387 w 738"/>
                    <a:gd name="T29" fmla="*/ 0 h 407"/>
                    <a:gd name="T30" fmla="*/ 463 w 738"/>
                    <a:gd name="T31" fmla="*/ 0 h 407"/>
                    <a:gd name="T32" fmla="*/ 506 w 738"/>
                    <a:gd name="T33" fmla="*/ 0 h 407"/>
                    <a:gd name="T34" fmla="*/ 543 w 738"/>
                    <a:gd name="T35" fmla="*/ 15 h 407"/>
                    <a:gd name="T36" fmla="*/ 570 w 738"/>
                    <a:gd name="T37" fmla="*/ 36 h 407"/>
                    <a:gd name="T38" fmla="*/ 603 w 738"/>
                    <a:gd name="T39" fmla="*/ 51 h 407"/>
                    <a:gd name="T40" fmla="*/ 635 w 738"/>
                    <a:gd name="T41" fmla="*/ 57 h 407"/>
                    <a:gd name="T42" fmla="*/ 667 w 738"/>
                    <a:gd name="T43" fmla="*/ 77 h 407"/>
                    <a:gd name="T44" fmla="*/ 694 w 738"/>
                    <a:gd name="T45" fmla="*/ 98 h 407"/>
                    <a:gd name="T46" fmla="*/ 715 w 738"/>
                    <a:gd name="T47" fmla="*/ 128 h 407"/>
                    <a:gd name="T48" fmla="*/ 721 w 738"/>
                    <a:gd name="T49" fmla="*/ 164 h 407"/>
                    <a:gd name="T50" fmla="*/ 726 w 738"/>
                    <a:gd name="T51" fmla="*/ 195 h 407"/>
                    <a:gd name="T52" fmla="*/ 726 w 738"/>
                    <a:gd name="T53" fmla="*/ 226 h 407"/>
                    <a:gd name="T54" fmla="*/ 726 w 738"/>
                    <a:gd name="T55" fmla="*/ 257 h 407"/>
                    <a:gd name="T56" fmla="*/ 737 w 738"/>
                    <a:gd name="T57" fmla="*/ 288 h 407"/>
                    <a:gd name="T58" fmla="*/ 737 w 738"/>
                    <a:gd name="T59" fmla="*/ 319 h 407"/>
                    <a:gd name="T60" fmla="*/ 715 w 738"/>
                    <a:gd name="T61" fmla="*/ 349 h 407"/>
                    <a:gd name="T62" fmla="*/ 678 w 738"/>
                    <a:gd name="T63" fmla="*/ 365 h 407"/>
                    <a:gd name="T64" fmla="*/ 646 w 738"/>
                    <a:gd name="T65" fmla="*/ 380 h 407"/>
                    <a:gd name="T66" fmla="*/ 613 w 738"/>
                    <a:gd name="T67" fmla="*/ 396 h 407"/>
                    <a:gd name="T68" fmla="*/ 581 w 738"/>
                    <a:gd name="T69" fmla="*/ 401 h 407"/>
                    <a:gd name="T70" fmla="*/ 538 w 738"/>
                    <a:gd name="T71" fmla="*/ 406 h 407"/>
                    <a:gd name="T72" fmla="*/ 500 w 738"/>
                    <a:gd name="T73" fmla="*/ 406 h 407"/>
                    <a:gd name="T74" fmla="*/ 468 w 738"/>
                    <a:gd name="T75" fmla="*/ 406 h 407"/>
                    <a:gd name="T76" fmla="*/ 436 w 738"/>
                    <a:gd name="T77" fmla="*/ 406 h 407"/>
                    <a:gd name="T78" fmla="*/ 403 w 738"/>
                    <a:gd name="T79" fmla="*/ 406 h 407"/>
                    <a:gd name="T80" fmla="*/ 371 w 738"/>
                    <a:gd name="T81" fmla="*/ 406 h 407"/>
                    <a:gd name="T82" fmla="*/ 339 w 738"/>
                    <a:gd name="T83" fmla="*/ 406 h 407"/>
                    <a:gd name="T84" fmla="*/ 307 w 738"/>
                    <a:gd name="T85" fmla="*/ 406 h 407"/>
                    <a:gd name="T86" fmla="*/ 269 w 738"/>
                    <a:gd name="T87" fmla="*/ 406 h 407"/>
                    <a:gd name="T88" fmla="*/ 237 w 738"/>
                    <a:gd name="T89" fmla="*/ 406 h 407"/>
                    <a:gd name="T90" fmla="*/ 204 w 738"/>
                    <a:gd name="T91" fmla="*/ 406 h 407"/>
                    <a:gd name="T92" fmla="*/ 172 w 738"/>
                    <a:gd name="T93" fmla="*/ 391 h 407"/>
                    <a:gd name="T94" fmla="*/ 140 w 738"/>
                    <a:gd name="T95" fmla="*/ 380 h 407"/>
                    <a:gd name="T96" fmla="*/ 108 w 738"/>
                    <a:gd name="T97" fmla="*/ 365 h 407"/>
                    <a:gd name="T98" fmla="*/ 81 w 738"/>
                    <a:gd name="T99" fmla="*/ 339 h 407"/>
                    <a:gd name="T100" fmla="*/ 59 w 738"/>
                    <a:gd name="T101" fmla="*/ 319 h 407"/>
                    <a:gd name="T102" fmla="*/ 38 w 738"/>
                    <a:gd name="T103" fmla="*/ 288 h 407"/>
                    <a:gd name="T104" fmla="*/ 16 w 738"/>
                    <a:gd name="T105" fmla="*/ 252 h 407"/>
                    <a:gd name="T106" fmla="*/ 0 w 738"/>
                    <a:gd name="T107" fmla="*/ 216 h 407"/>
                    <a:gd name="T108" fmla="*/ 0 w 738"/>
                    <a:gd name="T109" fmla="*/ 185 h 407"/>
                    <a:gd name="T110" fmla="*/ 5 w 738"/>
                    <a:gd name="T111" fmla="*/ 149 h 407"/>
                    <a:gd name="T112" fmla="*/ 27 w 738"/>
                    <a:gd name="T113" fmla="*/ 123 h 407"/>
                    <a:gd name="T114" fmla="*/ 54 w 738"/>
                    <a:gd name="T115" fmla="*/ 108 h 407"/>
                    <a:gd name="T116" fmla="*/ 86 w 738"/>
                    <a:gd name="T117" fmla="*/ 98 h 407"/>
                    <a:gd name="T118" fmla="*/ 113 w 738"/>
                    <a:gd name="T119" fmla="*/ 82 h 407"/>
                    <a:gd name="T120" fmla="*/ 129 w 738"/>
                    <a:gd name="T121" fmla="*/ 98 h 40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Lst>
                  <a:rect l="0" t="0" r="r" b="b"/>
                  <a:pathLst>
                    <a:path w="738" h="407">
                      <a:moveTo>
                        <a:pt x="91" y="82"/>
                      </a:moveTo>
                      <a:lnTo>
                        <a:pt x="108" y="82"/>
                      </a:lnTo>
                      <a:lnTo>
                        <a:pt x="124" y="82"/>
                      </a:lnTo>
                      <a:lnTo>
                        <a:pt x="145" y="77"/>
                      </a:lnTo>
                      <a:lnTo>
                        <a:pt x="161" y="77"/>
                      </a:lnTo>
                      <a:lnTo>
                        <a:pt x="183" y="72"/>
                      </a:lnTo>
                      <a:lnTo>
                        <a:pt x="199" y="72"/>
                      </a:lnTo>
                      <a:lnTo>
                        <a:pt x="215" y="67"/>
                      </a:lnTo>
                      <a:lnTo>
                        <a:pt x="231" y="62"/>
                      </a:lnTo>
                      <a:lnTo>
                        <a:pt x="237" y="46"/>
                      </a:lnTo>
                      <a:lnTo>
                        <a:pt x="221" y="41"/>
                      </a:lnTo>
                      <a:lnTo>
                        <a:pt x="204" y="41"/>
                      </a:lnTo>
                      <a:lnTo>
                        <a:pt x="188" y="46"/>
                      </a:lnTo>
                      <a:lnTo>
                        <a:pt x="172" y="46"/>
                      </a:lnTo>
                      <a:lnTo>
                        <a:pt x="156" y="62"/>
                      </a:lnTo>
                      <a:lnTo>
                        <a:pt x="156" y="46"/>
                      </a:lnTo>
                      <a:lnTo>
                        <a:pt x="172" y="36"/>
                      </a:lnTo>
                      <a:lnTo>
                        <a:pt x="188" y="26"/>
                      </a:lnTo>
                      <a:lnTo>
                        <a:pt x="210" y="21"/>
                      </a:lnTo>
                      <a:lnTo>
                        <a:pt x="226" y="15"/>
                      </a:lnTo>
                      <a:lnTo>
                        <a:pt x="242" y="15"/>
                      </a:lnTo>
                      <a:lnTo>
                        <a:pt x="258" y="10"/>
                      </a:lnTo>
                      <a:lnTo>
                        <a:pt x="274" y="10"/>
                      </a:lnTo>
                      <a:lnTo>
                        <a:pt x="290" y="5"/>
                      </a:lnTo>
                      <a:lnTo>
                        <a:pt x="307" y="5"/>
                      </a:lnTo>
                      <a:lnTo>
                        <a:pt x="323" y="0"/>
                      </a:lnTo>
                      <a:lnTo>
                        <a:pt x="339" y="0"/>
                      </a:lnTo>
                      <a:lnTo>
                        <a:pt x="355" y="0"/>
                      </a:lnTo>
                      <a:lnTo>
                        <a:pt x="371" y="0"/>
                      </a:lnTo>
                      <a:lnTo>
                        <a:pt x="387" y="0"/>
                      </a:lnTo>
                      <a:lnTo>
                        <a:pt x="420" y="0"/>
                      </a:lnTo>
                      <a:lnTo>
                        <a:pt x="463" y="0"/>
                      </a:lnTo>
                      <a:lnTo>
                        <a:pt x="484" y="0"/>
                      </a:lnTo>
                      <a:lnTo>
                        <a:pt x="506" y="0"/>
                      </a:lnTo>
                      <a:lnTo>
                        <a:pt x="527" y="5"/>
                      </a:lnTo>
                      <a:lnTo>
                        <a:pt x="543" y="15"/>
                      </a:lnTo>
                      <a:lnTo>
                        <a:pt x="554" y="31"/>
                      </a:lnTo>
                      <a:lnTo>
                        <a:pt x="570" y="36"/>
                      </a:lnTo>
                      <a:lnTo>
                        <a:pt x="586" y="46"/>
                      </a:lnTo>
                      <a:lnTo>
                        <a:pt x="603" y="51"/>
                      </a:lnTo>
                      <a:lnTo>
                        <a:pt x="619" y="51"/>
                      </a:lnTo>
                      <a:lnTo>
                        <a:pt x="635" y="57"/>
                      </a:lnTo>
                      <a:lnTo>
                        <a:pt x="651" y="67"/>
                      </a:lnTo>
                      <a:lnTo>
                        <a:pt x="667" y="77"/>
                      </a:lnTo>
                      <a:lnTo>
                        <a:pt x="678" y="93"/>
                      </a:lnTo>
                      <a:lnTo>
                        <a:pt x="694" y="98"/>
                      </a:lnTo>
                      <a:lnTo>
                        <a:pt x="699" y="113"/>
                      </a:lnTo>
                      <a:lnTo>
                        <a:pt x="715" y="128"/>
                      </a:lnTo>
                      <a:lnTo>
                        <a:pt x="721" y="149"/>
                      </a:lnTo>
                      <a:lnTo>
                        <a:pt x="721" y="164"/>
                      </a:lnTo>
                      <a:lnTo>
                        <a:pt x="726" y="180"/>
                      </a:lnTo>
                      <a:lnTo>
                        <a:pt x="726" y="195"/>
                      </a:lnTo>
                      <a:lnTo>
                        <a:pt x="726" y="211"/>
                      </a:lnTo>
                      <a:lnTo>
                        <a:pt x="726" y="226"/>
                      </a:lnTo>
                      <a:lnTo>
                        <a:pt x="726" y="242"/>
                      </a:lnTo>
                      <a:lnTo>
                        <a:pt x="726" y="257"/>
                      </a:lnTo>
                      <a:lnTo>
                        <a:pt x="737" y="272"/>
                      </a:lnTo>
                      <a:lnTo>
                        <a:pt x="737" y="288"/>
                      </a:lnTo>
                      <a:lnTo>
                        <a:pt x="737" y="303"/>
                      </a:lnTo>
                      <a:lnTo>
                        <a:pt x="737" y="319"/>
                      </a:lnTo>
                      <a:lnTo>
                        <a:pt x="732" y="334"/>
                      </a:lnTo>
                      <a:lnTo>
                        <a:pt x="715" y="349"/>
                      </a:lnTo>
                      <a:lnTo>
                        <a:pt x="694" y="360"/>
                      </a:lnTo>
                      <a:lnTo>
                        <a:pt x="678" y="365"/>
                      </a:lnTo>
                      <a:lnTo>
                        <a:pt x="662" y="375"/>
                      </a:lnTo>
                      <a:lnTo>
                        <a:pt x="646" y="380"/>
                      </a:lnTo>
                      <a:lnTo>
                        <a:pt x="629" y="385"/>
                      </a:lnTo>
                      <a:lnTo>
                        <a:pt x="613" y="396"/>
                      </a:lnTo>
                      <a:lnTo>
                        <a:pt x="597" y="401"/>
                      </a:lnTo>
                      <a:lnTo>
                        <a:pt x="581" y="401"/>
                      </a:lnTo>
                      <a:lnTo>
                        <a:pt x="559" y="406"/>
                      </a:lnTo>
                      <a:lnTo>
                        <a:pt x="538" y="406"/>
                      </a:lnTo>
                      <a:lnTo>
                        <a:pt x="522" y="406"/>
                      </a:lnTo>
                      <a:lnTo>
                        <a:pt x="500" y="406"/>
                      </a:lnTo>
                      <a:lnTo>
                        <a:pt x="484" y="406"/>
                      </a:lnTo>
                      <a:lnTo>
                        <a:pt x="468" y="406"/>
                      </a:lnTo>
                      <a:lnTo>
                        <a:pt x="452" y="406"/>
                      </a:lnTo>
                      <a:lnTo>
                        <a:pt x="436" y="406"/>
                      </a:lnTo>
                      <a:lnTo>
                        <a:pt x="420" y="406"/>
                      </a:lnTo>
                      <a:lnTo>
                        <a:pt x="403" y="406"/>
                      </a:lnTo>
                      <a:lnTo>
                        <a:pt x="387" y="406"/>
                      </a:lnTo>
                      <a:lnTo>
                        <a:pt x="371" y="406"/>
                      </a:lnTo>
                      <a:lnTo>
                        <a:pt x="355" y="406"/>
                      </a:lnTo>
                      <a:lnTo>
                        <a:pt x="339" y="406"/>
                      </a:lnTo>
                      <a:lnTo>
                        <a:pt x="323" y="406"/>
                      </a:lnTo>
                      <a:lnTo>
                        <a:pt x="307" y="406"/>
                      </a:lnTo>
                      <a:lnTo>
                        <a:pt x="285" y="406"/>
                      </a:lnTo>
                      <a:lnTo>
                        <a:pt x="269" y="406"/>
                      </a:lnTo>
                      <a:lnTo>
                        <a:pt x="253" y="406"/>
                      </a:lnTo>
                      <a:lnTo>
                        <a:pt x="237" y="406"/>
                      </a:lnTo>
                      <a:lnTo>
                        <a:pt x="221" y="406"/>
                      </a:lnTo>
                      <a:lnTo>
                        <a:pt x="204" y="406"/>
                      </a:lnTo>
                      <a:lnTo>
                        <a:pt x="188" y="396"/>
                      </a:lnTo>
                      <a:lnTo>
                        <a:pt x="172" y="391"/>
                      </a:lnTo>
                      <a:lnTo>
                        <a:pt x="156" y="385"/>
                      </a:lnTo>
                      <a:lnTo>
                        <a:pt x="140" y="380"/>
                      </a:lnTo>
                      <a:lnTo>
                        <a:pt x="124" y="375"/>
                      </a:lnTo>
                      <a:lnTo>
                        <a:pt x="108" y="365"/>
                      </a:lnTo>
                      <a:lnTo>
                        <a:pt x="91" y="355"/>
                      </a:lnTo>
                      <a:lnTo>
                        <a:pt x="81" y="339"/>
                      </a:lnTo>
                      <a:lnTo>
                        <a:pt x="65" y="334"/>
                      </a:lnTo>
                      <a:lnTo>
                        <a:pt x="59" y="319"/>
                      </a:lnTo>
                      <a:lnTo>
                        <a:pt x="43" y="303"/>
                      </a:lnTo>
                      <a:lnTo>
                        <a:pt x="38" y="288"/>
                      </a:lnTo>
                      <a:lnTo>
                        <a:pt x="22" y="272"/>
                      </a:lnTo>
                      <a:lnTo>
                        <a:pt x="16" y="252"/>
                      </a:lnTo>
                      <a:lnTo>
                        <a:pt x="5" y="231"/>
                      </a:lnTo>
                      <a:lnTo>
                        <a:pt x="0" y="216"/>
                      </a:lnTo>
                      <a:lnTo>
                        <a:pt x="0" y="200"/>
                      </a:lnTo>
                      <a:lnTo>
                        <a:pt x="0" y="185"/>
                      </a:lnTo>
                      <a:lnTo>
                        <a:pt x="0" y="170"/>
                      </a:lnTo>
                      <a:lnTo>
                        <a:pt x="5" y="149"/>
                      </a:lnTo>
                      <a:lnTo>
                        <a:pt x="11" y="134"/>
                      </a:lnTo>
                      <a:lnTo>
                        <a:pt x="27" y="123"/>
                      </a:lnTo>
                      <a:lnTo>
                        <a:pt x="38" y="108"/>
                      </a:lnTo>
                      <a:lnTo>
                        <a:pt x="54" y="108"/>
                      </a:lnTo>
                      <a:lnTo>
                        <a:pt x="70" y="103"/>
                      </a:lnTo>
                      <a:lnTo>
                        <a:pt x="86" y="98"/>
                      </a:lnTo>
                      <a:lnTo>
                        <a:pt x="102" y="98"/>
                      </a:lnTo>
                      <a:lnTo>
                        <a:pt x="113" y="82"/>
                      </a:lnTo>
                      <a:lnTo>
                        <a:pt x="113" y="67"/>
                      </a:lnTo>
                      <a:lnTo>
                        <a:pt x="129" y="98"/>
                      </a:lnTo>
                    </a:path>
                  </a:pathLst>
                </a:custGeom>
                <a:solidFill>
                  <a:srgbClr val="EAEAEA"/>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CC"/>
                    </a:solidFill>
                    <a:ea typeface="黑体" panose="02010609060101010101" pitchFamily="49" charset="-122"/>
                  </a:endParaRPr>
                </a:p>
              </p:txBody>
            </p:sp>
            <p:sp>
              <p:nvSpPr>
                <p:cNvPr id="1033281" name="Freeform 66"/>
                <p:cNvSpPr>
                  <a:spLocks noChangeArrowheads="1"/>
                </p:cNvSpPr>
                <p:nvPr/>
              </p:nvSpPr>
              <p:spPr bwMode="auto">
                <a:xfrm>
                  <a:off x="3193" y="270"/>
                  <a:ext cx="117" cy="118"/>
                </a:xfrm>
                <a:custGeom>
                  <a:avLst/>
                  <a:gdLst>
                    <a:gd name="T0" fmla="*/ 5 w 117"/>
                    <a:gd name="T1" fmla="*/ 66 h 118"/>
                    <a:gd name="T2" fmla="*/ 0 w 117"/>
                    <a:gd name="T3" fmla="*/ 51 h 118"/>
                    <a:gd name="T4" fmla="*/ 0 w 117"/>
                    <a:gd name="T5" fmla="*/ 36 h 118"/>
                    <a:gd name="T6" fmla="*/ 16 w 117"/>
                    <a:gd name="T7" fmla="*/ 25 h 118"/>
                    <a:gd name="T8" fmla="*/ 32 w 117"/>
                    <a:gd name="T9" fmla="*/ 15 h 118"/>
                    <a:gd name="T10" fmla="*/ 47 w 117"/>
                    <a:gd name="T11" fmla="*/ 0 h 118"/>
                    <a:gd name="T12" fmla="*/ 63 w 117"/>
                    <a:gd name="T13" fmla="*/ 0 h 118"/>
                    <a:gd name="T14" fmla="*/ 79 w 117"/>
                    <a:gd name="T15" fmla="*/ 0 h 118"/>
                    <a:gd name="T16" fmla="*/ 84 w 117"/>
                    <a:gd name="T17" fmla="*/ 15 h 118"/>
                    <a:gd name="T18" fmla="*/ 95 w 117"/>
                    <a:gd name="T19" fmla="*/ 31 h 118"/>
                    <a:gd name="T20" fmla="*/ 105 w 117"/>
                    <a:gd name="T21" fmla="*/ 46 h 118"/>
                    <a:gd name="T22" fmla="*/ 111 w 117"/>
                    <a:gd name="T23" fmla="*/ 61 h 118"/>
                    <a:gd name="T24" fmla="*/ 116 w 117"/>
                    <a:gd name="T25" fmla="*/ 76 h 118"/>
                    <a:gd name="T26" fmla="*/ 116 w 117"/>
                    <a:gd name="T27" fmla="*/ 92 h 118"/>
                    <a:gd name="T28" fmla="*/ 116 w 117"/>
                    <a:gd name="T29" fmla="*/ 107 h 118"/>
                    <a:gd name="T30" fmla="*/ 100 w 117"/>
                    <a:gd name="T31" fmla="*/ 117 h 118"/>
                    <a:gd name="T32" fmla="*/ 84 w 117"/>
                    <a:gd name="T33" fmla="*/ 117 h 118"/>
                    <a:gd name="T34" fmla="*/ 69 w 117"/>
                    <a:gd name="T35" fmla="*/ 117 h 118"/>
                    <a:gd name="T36" fmla="*/ 53 w 117"/>
                    <a:gd name="T37" fmla="*/ 117 h 118"/>
                    <a:gd name="T38" fmla="*/ 37 w 117"/>
                    <a:gd name="T39" fmla="*/ 112 h 118"/>
                    <a:gd name="T40" fmla="*/ 21 w 117"/>
                    <a:gd name="T41" fmla="*/ 102 h 118"/>
                    <a:gd name="T42" fmla="*/ 11 w 117"/>
                    <a:gd name="T43" fmla="*/ 86 h 118"/>
                    <a:gd name="T44" fmla="*/ 5 w 117"/>
                    <a:gd name="T45" fmla="*/ 71 h 118"/>
                    <a:gd name="T46" fmla="*/ 5 w 117"/>
                    <a:gd name="T47" fmla="*/ 66 h 1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117" h="118">
                      <a:moveTo>
                        <a:pt x="5" y="66"/>
                      </a:moveTo>
                      <a:lnTo>
                        <a:pt x="0" y="51"/>
                      </a:lnTo>
                      <a:lnTo>
                        <a:pt x="0" y="36"/>
                      </a:lnTo>
                      <a:lnTo>
                        <a:pt x="16" y="25"/>
                      </a:lnTo>
                      <a:lnTo>
                        <a:pt x="32" y="15"/>
                      </a:lnTo>
                      <a:lnTo>
                        <a:pt x="47" y="0"/>
                      </a:lnTo>
                      <a:lnTo>
                        <a:pt x="63" y="0"/>
                      </a:lnTo>
                      <a:lnTo>
                        <a:pt x="79" y="0"/>
                      </a:lnTo>
                      <a:lnTo>
                        <a:pt x="84" y="15"/>
                      </a:lnTo>
                      <a:lnTo>
                        <a:pt x="95" y="31"/>
                      </a:lnTo>
                      <a:lnTo>
                        <a:pt x="105" y="46"/>
                      </a:lnTo>
                      <a:lnTo>
                        <a:pt x="111" y="61"/>
                      </a:lnTo>
                      <a:lnTo>
                        <a:pt x="116" y="76"/>
                      </a:lnTo>
                      <a:lnTo>
                        <a:pt x="116" y="92"/>
                      </a:lnTo>
                      <a:lnTo>
                        <a:pt x="116" y="107"/>
                      </a:lnTo>
                      <a:lnTo>
                        <a:pt x="100" y="117"/>
                      </a:lnTo>
                      <a:lnTo>
                        <a:pt x="84" y="117"/>
                      </a:lnTo>
                      <a:lnTo>
                        <a:pt x="69" y="117"/>
                      </a:lnTo>
                      <a:lnTo>
                        <a:pt x="53" y="117"/>
                      </a:lnTo>
                      <a:lnTo>
                        <a:pt x="37" y="112"/>
                      </a:lnTo>
                      <a:lnTo>
                        <a:pt x="21" y="102"/>
                      </a:lnTo>
                      <a:lnTo>
                        <a:pt x="11" y="86"/>
                      </a:lnTo>
                      <a:lnTo>
                        <a:pt x="5" y="71"/>
                      </a:lnTo>
                      <a:lnTo>
                        <a:pt x="5" y="66"/>
                      </a:lnTo>
                    </a:path>
                  </a:pathLst>
                </a:custGeom>
                <a:solidFill>
                  <a:srgbClr val="EAEAEA"/>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CC"/>
                    </a:solidFill>
                    <a:ea typeface="黑体" panose="02010609060101010101" pitchFamily="49" charset="-122"/>
                  </a:endParaRPr>
                </a:p>
              </p:txBody>
            </p:sp>
            <p:sp>
              <p:nvSpPr>
                <p:cNvPr id="1033282" name="Freeform 67"/>
                <p:cNvSpPr>
                  <a:spLocks noChangeArrowheads="1"/>
                </p:cNvSpPr>
                <p:nvPr/>
              </p:nvSpPr>
              <p:spPr bwMode="auto">
                <a:xfrm>
                  <a:off x="3469" y="239"/>
                  <a:ext cx="82" cy="87"/>
                </a:xfrm>
                <a:custGeom>
                  <a:avLst/>
                  <a:gdLst>
                    <a:gd name="T0" fmla="*/ 0 w 82"/>
                    <a:gd name="T1" fmla="*/ 0 h 87"/>
                    <a:gd name="T2" fmla="*/ 16 w 82"/>
                    <a:gd name="T3" fmla="*/ 10 h 87"/>
                    <a:gd name="T4" fmla="*/ 32 w 82"/>
                    <a:gd name="T5" fmla="*/ 20 h 87"/>
                    <a:gd name="T6" fmla="*/ 49 w 82"/>
                    <a:gd name="T7" fmla="*/ 20 h 87"/>
                    <a:gd name="T8" fmla="*/ 65 w 82"/>
                    <a:gd name="T9" fmla="*/ 30 h 87"/>
                    <a:gd name="T10" fmla="*/ 76 w 82"/>
                    <a:gd name="T11" fmla="*/ 46 h 87"/>
                    <a:gd name="T12" fmla="*/ 81 w 82"/>
                    <a:gd name="T13" fmla="*/ 61 h 87"/>
                    <a:gd name="T14" fmla="*/ 81 w 82"/>
                    <a:gd name="T15" fmla="*/ 76 h 87"/>
                    <a:gd name="T16" fmla="*/ 65 w 82"/>
                    <a:gd name="T17" fmla="*/ 86 h 87"/>
                    <a:gd name="T18" fmla="*/ 49 w 82"/>
                    <a:gd name="T19" fmla="*/ 86 h 87"/>
                    <a:gd name="T20" fmla="*/ 27 w 82"/>
                    <a:gd name="T21" fmla="*/ 81 h 87"/>
                    <a:gd name="T22" fmla="*/ 11 w 82"/>
                    <a:gd name="T23" fmla="*/ 71 h 87"/>
                    <a:gd name="T24" fmla="*/ 5 w 82"/>
                    <a:gd name="T25" fmla="*/ 56 h 87"/>
                    <a:gd name="T26" fmla="*/ 0 w 82"/>
                    <a:gd name="T27" fmla="*/ 40 h 87"/>
                    <a:gd name="T28" fmla="*/ 0 w 82"/>
                    <a:gd name="T29" fmla="*/ 25 h 87"/>
                    <a:gd name="T30" fmla="*/ 11 w 82"/>
                    <a:gd name="T31" fmla="*/ 10 h 87"/>
                    <a:gd name="T32" fmla="*/ 0 w 82"/>
                    <a:gd name="T33" fmla="*/ 0 h 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82" h="87">
                      <a:moveTo>
                        <a:pt x="0" y="0"/>
                      </a:moveTo>
                      <a:lnTo>
                        <a:pt x="16" y="10"/>
                      </a:lnTo>
                      <a:lnTo>
                        <a:pt x="32" y="20"/>
                      </a:lnTo>
                      <a:lnTo>
                        <a:pt x="49" y="20"/>
                      </a:lnTo>
                      <a:lnTo>
                        <a:pt x="65" y="30"/>
                      </a:lnTo>
                      <a:lnTo>
                        <a:pt x="76" y="46"/>
                      </a:lnTo>
                      <a:lnTo>
                        <a:pt x="81" y="61"/>
                      </a:lnTo>
                      <a:lnTo>
                        <a:pt x="81" y="76"/>
                      </a:lnTo>
                      <a:lnTo>
                        <a:pt x="65" y="86"/>
                      </a:lnTo>
                      <a:lnTo>
                        <a:pt x="49" y="86"/>
                      </a:lnTo>
                      <a:lnTo>
                        <a:pt x="27" y="81"/>
                      </a:lnTo>
                      <a:lnTo>
                        <a:pt x="11" y="71"/>
                      </a:lnTo>
                      <a:lnTo>
                        <a:pt x="5" y="56"/>
                      </a:lnTo>
                      <a:lnTo>
                        <a:pt x="0" y="40"/>
                      </a:lnTo>
                      <a:lnTo>
                        <a:pt x="0" y="25"/>
                      </a:lnTo>
                      <a:lnTo>
                        <a:pt x="11" y="10"/>
                      </a:lnTo>
                      <a:lnTo>
                        <a:pt x="0" y="0"/>
                      </a:lnTo>
                    </a:path>
                  </a:pathLst>
                </a:custGeom>
                <a:solidFill>
                  <a:srgbClr val="EAEAEA"/>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CC"/>
                    </a:solidFill>
                    <a:ea typeface="黑体" panose="02010609060101010101" pitchFamily="49" charset="-122"/>
                  </a:endParaRPr>
                </a:p>
              </p:txBody>
            </p:sp>
          </p:grpSp>
          <p:sp>
            <p:nvSpPr>
              <p:cNvPr id="1033283" name="Text Box 68"/>
              <p:cNvSpPr txBox="1">
                <a:spLocks noChangeArrowheads="1"/>
              </p:cNvSpPr>
              <p:nvPr/>
            </p:nvSpPr>
            <p:spPr bwMode="auto">
              <a:xfrm>
                <a:off x="4967" y="1856"/>
                <a:ext cx="342" cy="222"/>
              </a:xfrm>
              <a:prstGeom prst="rect">
                <a:avLst/>
              </a:prstGeom>
              <a:solidFill>
                <a:srgbClr val="EAEAEA"/>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zh-CN" altLang="en-US" sz="2000" b="1">
                    <a:solidFill>
                      <a:srgbClr val="0000CC"/>
                    </a:solidFill>
                    <a:ea typeface="黑体" panose="02010609060101010101" pitchFamily="49" charset="-122"/>
                  </a:rPr>
                  <a:t>网 </a:t>
                </a:r>
                <a:r>
                  <a:rPr lang="en-US" altLang="zh-CN" sz="2000" b="1">
                    <a:solidFill>
                      <a:srgbClr val="0000CC"/>
                    </a:solidFill>
                    <a:ea typeface="黑体" panose="02010609060101010101" pitchFamily="49" charset="-122"/>
                  </a:rPr>
                  <a:t>1</a:t>
                </a:r>
              </a:p>
            </p:txBody>
          </p:sp>
        </p:grpSp>
        <p:grpSp>
          <p:nvGrpSpPr>
            <p:cNvPr id="1033284" name="Group 69"/>
            <p:cNvGrpSpPr>
              <a:grpSpLocks/>
            </p:cNvGrpSpPr>
            <p:nvPr/>
          </p:nvGrpSpPr>
          <p:grpSpPr bwMode="auto">
            <a:xfrm>
              <a:off x="4859" y="1309"/>
              <a:ext cx="743" cy="541"/>
              <a:chOff x="4830" y="1752"/>
              <a:chExt cx="667" cy="477"/>
            </a:xfrm>
          </p:grpSpPr>
          <p:grpSp>
            <p:nvGrpSpPr>
              <p:cNvPr id="1033285" name="Group 70"/>
              <p:cNvGrpSpPr>
                <a:grpSpLocks/>
              </p:cNvGrpSpPr>
              <p:nvPr/>
            </p:nvGrpSpPr>
            <p:grpSpPr bwMode="auto">
              <a:xfrm>
                <a:off x="4830" y="1752"/>
                <a:ext cx="667" cy="477"/>
                <a:chOff x="2949" y="196"/>
                <a:chExt cx="941" cy="598"/>
              </a:xfrm>
            </p:grpSpPr>
            <p:sp>
              <p:nvSpPr>
                <p:cNvPr id="1033286" name="Oval 71"/>
                <p:cNvSpPr>
                  <a:spLocks noChangeArrowheads="1"/>
                </p:cNvSpPr>
                <p:nvPr/>
              </p:nvSpPr>
              <p:spPr bwMode="auto">
                <a:xfrm>
                  <a:off x="3168" y="196"/>
                  <a:ext cx="407" cy="162"/>
                </a:xfrm>
                <a:prstGeom prst="ellipse">
                  <a:avLst/>
                </a:prstGeom>
                <a:solidFill>
                  <a:srgbClr val="EAEAEA"/>
                </a:solidFill>
                <a:ln w="12700">
                  <a:solidFill>
                    <a:schemeClr val="tx1"/>
                  </a:solidFill>
                  <a:round/>
                  <a:headEnd/>
                  <a:tailEnd/>
                </a:ln>
              </p:spPr>
              <p:txBody>
                <a:bodyPr wrap="none" anchor="ctr"/>
                <a:lstStyle/>
                <a:p>
                  <a:pPr eaLnBrk="0" hangingPunct="0"/>
                  <a:endParaRPr lang="zh-CN" altLang="en-US" b="1">
                    <a:solidFill>
                      <a:srgbClr val="0000CC"/>
                    </a:solidFill>
                    <a:ea typeface="黑体" panose="02010609060101010101" pitchFamily="49" charset="-122"/>
                  </a:endParaRPr>
                </a:p>
              </p:txBody>
            </p:sp>
            <p:sp>
              <p:nvSpPr>
                <p:cNvPr id="1033287" name="Oval 72"/>
                <p:cNvSpPr>
                  <a:spLocks noChangeArrowheads="1"/>
                </p:cNvSpPr>
                <p:nvPr/>
              </p:nvSpPr>
              <p:spPr bwMode="auto">
                <a:xfrm rot="900000">
                  <a:off x="3512" y="252"/>
                  <a:ext cx="275" cy="131"/>
                </a:xfrm>
                <a:prstGeom prst="ellipse">
                  <a:avLst/>
                </a:prstGeom>
                <a:solidFill>
                  <a:srgbClr val="EAEAEA"/>
                </a:solidFill>
                <a:ln w="12700">
                  <a:solidFill>
                    <a:schemeClr val="tx1"/>
                  </a:solidFill>
                  <a:round/>
                  <a:headEnd/>
                  <a:tailEnd/>
                </a:ln>
              </p:spPr>
              <p:txBody>
                <a:bodyPr wrap="none" anchor="ctr"/>
                <a:lstStyle/>
                <a:p>
                  <a:pPr eaLnBrk="0" hangingPunct="0"/>
                  <a:endParaRPr lang="zh-CN" altLang="en-US" b="1">
                    <a:solidFill>
                      <a:srgbClr val="0000CC"/>
                    </a:solidFill>
                    <a:ea typeface="黑体" panose="02010609060101010101" pitchFamily="49" charset="-122"/>
                  </a:endParaRPr>
                </a:p>
              </p:txBody>
            </p:sp>
            <p:sp>
              <p:nvSpPr>
                <p:cNvPr id="1033288" name="Oval 73"/>
                <p:cNvSpPr>
                  <a:spLocks noChangeArrowheads="1"/>
                </p:cNvSpPr>
                <p:nvPr/>
              </p:nvSpPr>
              <p:spPr bwMode="auto">
                <a:xfrm rot="1500000">
                  <a:off x="3650" y="385"/>
                  <a:ext cx="240" cy="153"/>
                </a:xfrm>
                <a:prstGeom prst="ellipse">
                  <a:avLst/>
                </a:prstGeom>
                <a:solidFill>
                  <a:srgbClr val="EAEAEA"/>
                </a:solidFill>
                <a:ln w="12700">
                  <a:solidFill>
                    <a:schemeClr val="tx1"/>
                  </a:solidFill>
                  <a:round/>
                  <a:headEnd/>
                  <a:tailEnd/>
                </a:ln>
              </p:spPr>
              <p:txBody>
                <a:bodyPr wrap="none" anchor="ctr"/>
                <a:lstStyle/>
                <a:p>
                  <a:pPr eaLnBrk="0" hangingPunct="0"/>
                  <a:endParaRPr lang="zh-CN" altLang="en-US" b="1">
                    <a:solidFill>
                      <a:srgbClr val="0000CC"/>
                    </a:solidFill>
                    <a:ea typeface="黑体" panose="02010609060101010101" pitchFamily="49" charset="-122"/>
                  </a:endParaRPr>
                </a:p>
              </p:txBody>
            </p:sp>
            <p:sp>
              <p:nvSpPr>
                <p:cNvPr id="1033289" name="Oval 74"/>
                <p:cNvSpPr>
                  <a:spLocks noChangeArrowheads="1"/>
                </p:cNvSpPr>
                <p:nvPr/>
              </p:nvSpPr>
              <p:spPr bwMode="auto">
                <a:xfrm rot="-1560000">
                  <a:off x="3573" y="537"/>
                  <a:ext cx="291" cy="189"/>
                </a:xfrm>
                <a:prstGeom prst="ellipse">
                  <a:avLst/>
                </a:prstGeom>
                <a:solidFill>
                  <a:srgbClr val="EAEAEA"/>
                </a:solidFill>
                <a:ln w="12700">
                  <a:solidFill>
                    <a:schemeClr val="tx1"/>
                  </a:solidFill>
                  <a:round/>
                  <a:headEnd/>
                  <a:tailEnd/>
                </a:ln>
              </p:spPr>
              <p:txBody>
                <a:bodyPr wrap="none" anchor="ctr"/>
                <a:lstStyle/>
                <a:p>
                  <a:pPr eaLnBrk="0" hangingPunct="0"/>
                  <a:endParaRPr lang="zh-CN" altLang="en-US" b="1">
                    <a:solidFill>
                      <a:srgbClr val="0000CC"/>
                    </a:solidFill>
                    <a:ea typeface="黑体" panose="02010609060101010101" pitchFamily="49" charset="-122"/>
                  </a:endParaRPr>
                </a:p>
              </p:txBody>
            </p:sp>
            <p:sp>
              <p:nvSpPr>
                <p:cNvPr id="1033290" name="Oval 75"/>
                <p:cNvSpPr>
                  <a:spLocks noChangeArrowheads="1"/>
                </p:cNvSpPr>
                <p:nvPr/>
              </p:nvSpPr>
              <p:spPr bwMode="auto">
                <a:xfrm>
                  <a:off x="3216" y="555"/>
                  <a:ext cx="471" cy="239"/>
                </a:xfrm>
                <a:prstGeom prst="ellipse">
                  <a:avLst/>
                </a:prstGeom>
                <a:solidFill>
                  <a:srgbClr val="EAEAEA"/>
                </a:solidFill>
                <a:ln w="12700">
                  <a:solidFill>
                    <a:schemeClr val="tx1"/>
                  </a:solidFill>
                  <a:round/>
                  <a:headEnd/>
                  <a:tailEnd/>
                </a:ln>
              </p:spPr>
              <p:txBody>
                <a:bodyPr wrap="none" anchor="ctr"/>
                <a:lstStyle/>
                <a:p>
                  <a:pPr eaLnBrk="0" hangingPunct="0"/>
                  <a:endParaRPr lang="zh-CN" altLang="en-US" b="1">
                    <a:solidFill>
                      <a:srgbClr val="0000CC"/>
                    </a:solidFill>
                    <a:ea typeface="黑体" panose="02010609060101010101" pitchFamily="49" charset="-122"/>
                  </a:endParaRPr>
                </a:p>
              </p:txBody>
            </p:sp>
            <p:sp>
              <p:nvSpPr>
                <p:cNvPr id="1033291" name="Oval 76"/>
                <p:cNvSpPr>
                  <a:spLocks noChangeArrowheads="1"/>
                </p:cNvSpPr>
                <p:nvPr/>
              </p:nvSpPr>
              <p:spPr bwMode="auto">
                <a:xfrm rot="1080000">
                  <a:off x="3023" y="555"/>
                  <a:ext cx="265" cy="156"/>
                </a:xfrm>
                <a:prstGeom prst="ellipse">
                  <a:avLst/>
                </a:prstGeom>
                <a:solidFill>
                  <a:srgbClr val="EAEAEA"/>
                </a:solidFill>
                <a:ln w="12700">
                  <a:solidFill>
                    <a:schemeClr val="tx1"/>
                  </a:solidFill>
                  <a:round/>
                  <a:headEnd/>
                  <a:tailEnd/>
                </a:ln>
              </p:spPr>
              <p:txBody>
                <a:bodyPr wrap="none" anchor="ctr"/>
                <a:lstStyle/>
                <a:p>
                  <a:pPr eaLnBrk="0" hangingPunct="0"/>
                  <a:endParaRPr lang="zh-CN" altLang="en-US" b="1">
                    <a:solidFill>
                      <a:srgbClr val="0000CC"/>
                    </a:solidFill>
                    <a:ea typeface="黑体" panose="02010609060101010101" pitchFamily="49" charset="-122"/>
                  </a:endParaRPr>
                </a:p>
              </p:txBody>
            </p:sp>
            <p:sp>
              <p:nvSpPr>
                <p:cNvPr id="1033292" name="Oval 77"/>
                <p:cNvSpPr>
                  <a:spLocks noChangeArrowheads="1"/>
                </p:cNvSpPr>
                <p:nvPr/>
              </p:nvSpPr>
              <p:spPr bwMode="auto">
                <a:xfrm>
                  <a:off x="2949" y="432"/>
                  <a:ext cx="217" cy="156"/>
                </a:xfrm>
                <a:prstGeom prst="ellipse">
                  <a:avLst/>
                </a:prstGeom>
                <a:solidFill>
                  <a:srgbClr val="EAEAEA"/>
                </a:solidFill>
                <a:ln w="12700">
                  <a:solidFill>
                    <a:schemeClr val="tx1"/>
                  </a:solidFill>
                  <a:round/>
                  <a:headEnd/>
                  <a:tailEnd/>
                </a:ln>
              </p:spPr>
              <p:txBody>
                <a:bodyPr wrap="none" anchor="ctr"/>
                <a:lstStyle/>
                <a:p>
                  <a:pPr eaLnBrk="0" hangingPunct="0"/>
                  <a:endParaRPr lang="zh-CN" altLang="en-US" b="1">
                    <a:solidFill>
                      <a:srgbClr val="0000CC"/>
                    </a:solidFill>
                    <a:ea typeface="黑体" panose="02010609060101010101" pitchFamily="49" charset="-122"/>
                  </a:endParaRPr>
                </a:p>
              </p:txBody>
            </p:sp>
            <p:sp>
              <p:nvSpPr>
                <p:cNvPr id="1033293" name="Oval 78"/>
                <p:cNvSpPr>
                  <a:spLocks noChangeArrowheads="1"/>
                </p:cNvSpPr>
                <p:nvPr/>
              </p:nvSpPr>
              <p:spPr bwMode="auto">
                <a:xfrm rot="-1860000">
                  <a:off x="2984" y="310"/>
                  <a:ext cx="295" cy="156"/>
                </a:xfrm>
                <a:prstGeom prst="ellipse">
                  <a:avLst/>
                </a:prstGeom>
                <a:solidFill>
                  <a:srgbClr val="EAEAEA"/>
                </a:solidFill>
                <a:ln w="12700">
                  <a:solidFill>
                    <a:schemeClr val="tx1"/>
                  </a:solidFill>
                  <a:round/>
                  <a:headEnd/>
                  <a:tailEnd/>
                </a:ln>
              </p:spPr>
              <p:txBody>
                <a:bodyPr wrap="none" anchor="ctr"/>
                <a:lstStyle/>
                <a:p>
                  <a:pPr eaLnBrk="0" hangingPunct="0"/>
                  <a:endParaRPr lang="zh-CN" altLang="en-US" b="1">
                    <a:solidFill>
                      <a:srgbClr val="0000CC"/>
                    </a:solidFill>
                    <a:ea typeface="黑体" panose="02010609060101010101" pitchFamily="49" charset="-122"/>
                  </a:endParaRPr>
                </a:p>
              </p:txBody>
            </p:sp>
            <p:sp>
              <p:nvSpPr>
                <p:cNvPr id="1033294" name="Freeform 79"/>
                <p:cNvSpPr>
                  <a:spLocks noChangeArrowheads="1"/>
                </p:cNvSpPr>
                <p:nvPr/>
              </p:nvSpPr>
              <p:spPr bwMode="auto">
                <a:xfrm>
                  <a:off x="3051" y="300"/>
                  <a:ext cx="738" cy="407"/>
                </a:xfrm>
                <a:custGeom>
                  <a:avLst/>
                  <a:gdLst>
                    <a:gd name="T0" fmla="*/ 108 w 738"/>
                    <a:gd name="T1" fmla="*/ 82 h 407"/>
                    <a:gd name="T2" fmla="*/ 145 w 738"/>
                    <a:gd name="T3" fmla="*/ 77 h 407"/>
                    <a:gd name="T4" fmla="*/ 183 w 738"/>
                    <a:gd name="T5" fmla="*/ 72 h 407"/>
                    <a:gd name="T6" fmla="*/ 215 w 738"/>
                    <a:gd name="T7" fmla="*/ 67 h 407"/>
                    <a:gd name="T8" fmla="*/ 237 w 738"/>
                    <a:gd name="T9" fmla="*/ 46 h 407"/>
                    <a:gd name="T10" fmla="*/ 204 w 738"/>
                    <a:gd name="T11" fmla="*/ 41 h 407"/>
                    <a:gd name="T12" fmla="*/ 172 w 738"/>
                    <a:gd name="T13" fmla="*/ 46 h 407"/>
                    <a:gd name="T14" fmla="*/ 156 w 738"/>
                    <a:gd name="T15" fmla="*/ 46 h 407"/>
                    <a:gd name="T16" fmla="*/ 188 w 738"/>
                    <a:gd name="T17" fmla="*/ 26 h 407"/>
                    <a:gd name="T18" fmla="*/ 226 w 738"/>
                    <a:gd name="T19" fmla="*/ 15 h 407"/>
                    <a:gd name="T20" fmla="*/ 258 w 738"/>
                    <a:gd name="T21" fmla="*/ 10 h 407"/>
                    <a:gd name="T22" fmla="*/ 290 w 738"/>
                    <a:gd name="T23" fmla="*/ 5 h 407"/>
                    <a:gd name="T24" fmla="*/ 323 w 738"/>
                    <a:gd name="T25" fmla="*/ 0 h 407"/>
                    <a:gd name="T26" fmla="*/ 355 w 738"/>
                    <a:gd name="T27" fmla="*/ 0 h 407"/>
                    <a:gd name="T28" fmla="*/ 387 w 738"/>
                    <a:gd name="T29" fmla="*/ 0 h 407"/>
                    <a:gd name="T30" fmla="*/ 463 w 738"/>
                    <a:gd name="T31" fmla="*/ 0 h 407"/>
                    <a:gd name="T32" fmla="*/ 506 w 738"/>
                    <a:gd name="T33" fmla="*/ 0 h 407"/>
                    <a:gd name="T34" fmla="*/ 543 w 738"/>
                    <a:gd name="T35" fmla="*/ 15 h 407"/>
                    <a:gd name="T36" fmla="*/ 570 w 738"/>
                    <a:gd name="T37" fmla="*/ 36 h 407"/>
                    <a:gd name="T38" fmla="*/ 603 w 738"/>
                    <a:gd name="T39" fmla="*/ 51 h 407"/>
                    <a:gd name="T40" fmla="*/ 635 w 738"/>
                    <a:gd name="T41" fmla="*/ 57 h 407"/>
                    <a:gd name="T42" fmla="*/ 667 w 738"/>
                    <a:gd name="T43" fmla="*/ 77 h 407"/>
                    <a:gd name="T44" fmla="*/ 694 w 738"/>
                    <a:gd name="T45" fmla="*/ 98 h 407"/>
                    <a:gd name="T46" fmla="*/ 715 w 738"/>
                    <a:gd name="T47" fmla="*/ 128 h 407"/>
                    <a:gd name="T48" fmla="*/ 721 w 738"/>
                    <a:gd name="T49" fmla="*/ 164 h 407"/>
                    <a:gd name="T50" fmla="*/ 726 w 738"/>
                    <a:gd name="T51" fmla="*/ 195 h 407"/>
                    <a:gd name="T52" fmla="*/ 726 w 738"/>
                    <a:gd name="T53" fmla="*/ 226 h 407"/>
                    <a:gd name="T54" fmla="*/ 726 w 738"/>
                    <a:gd name="T55" fmla="*/ 257 h 407"/>
                    <a:gd name="T56" fmla="*/ 737 w 738"/>
                    <a:gd name="T57" fmla="*/ 288 h 407"/>
                    <a:gd name="T58" fmla="*/ 737 w 738"/>
                    <a:gd name="T59" fmla="*/ 319 h 407"/>
                    <a:gd name="T60" fmla="*/ 715 w 738"/>
                    <a:gd name="T61" fmla="*/ 349 h 407"/>
                    <a:gd name="T62" fmla="*/ 678 w 738"/>
                    <a:gd name="T63" fmla="*/ 365 h 407"/>
                    <a:gd name="T64" fmla="*/ 646 w 738"/>
                    <a:gd name="T65" fmla="*/ 380 h 407"/>
                    <a:gd name="T66" fmla="*/ 613 w 738"/>
                    <a:gd name="T67" fmla="*/ 396 h 407"/>
                    <a:gd name="T68" fmla="*/ 581 w 738"/>
                    <a:gd name="T69" fmla="*/ 401 h 407"/>
                    <a:gd name="T70" fmla="*/ 538 w 738"/>
                    <a:gd name="T71" fmla="*/ 406 h 407"/>
                    <a:gd name="T72" fmla="*/ 500 w 738"/>
                    <a:gd name="T73" fmla="*/ 406 h 407"/>
                    <a:gd name="T74" fmla="*/ 468 w 738"/>
                    <a:gd name="T75" fmla="*/ 406 h 407"/>
                    <a:gd name="T76" fmla="*/ 436 w 738"/>
                    <a:gd name="T77" fmla="*/ 406 h 407"/>
                    <a:gd name="T78" fmla="*/ 403 w 738"/>
                    <a:gd name="T79" fmla="*/ 406 h 407"/>
                    <a:gd name="T80" fmla="*/ 371 w 738"/>
                    <a:gd name="T81" fmla="*/ 406 h 407"/>
                    <a:gd name="T82" fmla="*/ 339 w 738"/>
                    <a:gd name="T83" fmla="*/ 406 h 407"/>
                    <a:gd name="T84" fmla="*/ 307 w 738"/>
                    <a:gd name="T85" fmla="*/ 406 h 407"/>
                    <a:gd name="T86" fmla="*/ 269 w 738"/>
                    <a:gd name="T87" fmla="*/ 406 h 407"/>
                    <a:gd name="T88" fmla="*/ 237 w 738"/>
                    <a:gd name="T89" fmla="*/ 406 h 407"/>
                    <a:gd name="T90" fmla="*/ 204 w 738"/>
                    <a:gd name="T91" fmla="*/ 406 h 407"/>
                    <a:gd name="T92" fmla="*/ 172 w 738"/>
                    <a:gd name="T93" fmla="*/ 391 h 407"/>
                    <a:gd name="T94" fmla="*/ 140 w 738"/>
                    <a:gd name="T95" fmla="*/ 380 h 407"/>
                    <a:gd name="T96" fmla="*/ 108 w 738"/>
                    <a:gd name="T97" fmla="*/ 365 h 407"/>
                    <a:gd name="T98" fmla="*/ 81 w 738"/>
                    <a:gd name="T99" fmla="*/ 339 h 407"/>
                    <a:gd name="T100" fmla="*/ 59 w 738"/>
                    <a:gd name="T101" fmla="*/ 319 h 407"/>
                    <a:gd name="T102" fmla="*/ 38 w 738"/>
                    <a:gd name="T103" fmla="*/ 288 h 407"/>
                    <a:gd name="T104" fmla="*/ 16 w 738"/>
                    <a:gd name="T105" fmla="*/ 252 h 407"/>
                    <a:gd name="T106" fmla="*/ 0 w 738"/>
                    <a:gd name="T107" fmla="*/ 216 h 407"/>
                    <a:gd name="T108" fmla="*/ 0 w 738"/>
                    <a:gd name="T109" fmla="*/ 185 h 407"/>
                    <a:gd name="T110" fmla="*/ 5 w 738"/>
                    <a:gd name="T111" fmla="*/ 149 h 407"/>
                    <a:gd name="T112" fmla="*/ 27 w 738"/>
                    <a:gd name="T113" fmla="*/ 123 h 407"/>
                    <a:gd name="T114" fmla="*/ 54 w 738"/>
                    <a:gd name="T115" fmla="*/ 108 h 407"/>
                    <a:gd name="T116" fmla="*/ 86 w 738"/>
                    <a:gd name="T117" fmla="*/ 98 h 407"/>
                    <a:gd name="T118" fmla="*/ 113 w 738"/>
                    <a:gd name="T119" fmla="*/ 82 h 407"/>
                    <a:gd name="T120" fmla="*/ 129 w 738"/>
                    <a:gd name="T121" fmla="*/ 98 h 40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Lst>
                  <a:rect l="0" t="0" r="r" b="b"/>
                  <a:pathLst>
                    <a:path w="738" h="407">
                      <a:moveTo>
                        <a:pt x="91" y="82"/>
                      </a:moveTo>
                      <a:lnTo>
                        <a:pt x="108" y="82"/>
                      </a:lnTo>
                      <a:lnTo>
                        <a:pt x="124" y="82"/>
                      </a:lnTo>
                      <a:lnTo>
                        <a:pt x="145" y="77"/>
                      </a:lnTo>
                      <a:lnTo>
                        <a:pt x="161" y="77"/>
                      </a:lnTo>
                      <a:lnTo>
                        <a:pt x="183" y="72"/>
                      </a:lnTo>
                      <a:lnTo>
                        <a:pt x="199" y="72"/>
                      </a:lnTo>
                      <a:lnTo>
                        <a:pt x="215" y="67"/>
                      </a:lnTo>
                      <a:lnTo>
                        <a:pt x="231" y="62"/>
                      </a:lnTo>
                      <a:lnTo>
                        <a:pt x="237" y="46"/>
                      </a:lnTo>
                      <a:lnTo>
                        <a:pt x="221" y="41"/>
                      </a:lnTo>
                      <a:lnTo>
                        <a:pt x="204" y="41"/>
                      </a:lnTo>
                      <a:lnTo>
                        <a:pt x="188" y="46"/>
                      </a:lnTo>
                      <a:lnTo>
                        <a:pt x="172" y="46"/>
                      </a:lnTo>
                      <a:lnTo>
                        <a:pt x="156" y="62"/>
                      </a:lnTo>
                      <a:lnTo>
                        <a:pt x="156" y="46"/>
                      </a:lnTo>
                      <a:lnTo>
                        <a:pt x="172" y="36"/>
                      </a:lnTo>
                      <a:lnTo>
                        <a:pt x="188" y="26"/>
                      </a:lnTo>
                      <a:lnTo>
                        <a:pt x="210" y="21"/>
                      </a:lnTo>
                      <a:lnTo>
                        <a:pt x="226" y="15"/>
                      </a:lnTo>
                      <a:lnTo>
                        <a:pt x="242" y="15"/>
                      </a:lnTo>
                      <a:lnTo>
                        <a:pt x="258" y="10"/>
                      </a:lnTo>
                      <a:lnTo>
                        <a:pt x="274" y="10"/>
                      </a:lnTo>
                      <a:lnTo>
                        <a:pt x="290" y="5"/>
                      </a:lnTo>
                      <a:lnTo>
                        <a:pt x="307" y="5"/>
                      </a:lnTo>
                      <a:lnTo>
                        <a:pt x="323" y="0"/>
                      </a:lnTo>
                      <a:lnTo>
                        <a:pt x="339" y="0"/>
                      </a:lnTo>
                      <a:lnTo>
                        <a:pt x="355" y="0"/>
                      </a:lnTo>
                      <a:lnTo>
                        <a:pt x="371" y="0"/>
                      </a:lnTo>
                      <a:lnTo>
                        <a:pt x="387" y="0"/>
                      </a:lnTo>
                      <a:lnTo>
                        <a:pt x="420" y="0"/>
                      </a:lnTo>
                      <a:lnTo>
                        <a:pt x="463" y="0"/>
                      </a:lnTo>
                      <a:lnTo>
                        <a:pt x="484" y="0"/>
                      </a:lnTo>
                      <a:lnTo>
                        <a:pt x="506" y="0"/>
                      </a:lnTo>
                      <a:lnTo>
                        <a:pt x="527" y="5"/>
                      </a:lnTo>
                      <a:lnTo>
                        <a:pt x="543" y="15"/>
                      </a:lnTo>
                      <a:lnTo>
                        <a:pt x="554" y="31"/>
                      </a:lnTo>
                      <a:lnTo>
                        <a:pt x="570" y="36"/>
                      </a:lnTo>
                      <a:lnTo>
                        <a:pt x="586" y="46"/>
                      </a:lnTo>
                      <a:lnTo>
                        <a:pt x="603" y="51"/>
                      </a:lnTo>
                      <a:lnTo>
                        <a:pt x="619" y="51"/>
                      </a:lnTo>
                      <a:lnTo>
                        <a:pt x="635" y="57"/>
                      </a:lnTo>
                      <a:lnTo>
                        <a:pt x="651" y="67"/>
                      </a:lnTo>
                      <a:lnTo>
                        <a:pt x="667" y="77"/>
                      </a:lnTo>
                      <a:lnTo>
                        <a:pt x="678" y="93"/>
                      </a:lnTo>
                      <a:lnTo>
                        <a:pt x="694" y="98"/>
                      </a:lnTo>
                      <a:lnTo>
                        <a:pt x="699" y="113"/>
                      </a:lnTo>
                      <a:lnTo>
                        <a:pt x="715" y="128"/>
                      </a:lnTo>
                      <a:lnTo>
                        <a:pt x="721" y="149"/>
                      </a:lnTo>
                      <a:lnTo>
                        <a:pt x="721" y="164"/>
                      </a:lnTo>
                      <a:lnTo>
                        <a:pt x="726" y="180"/>
                      </a:lnTo>
                      <a:lnTo>
                        <a:pt x="726" y="195"/>
                      </a:lnTo>
                      <a:lnTo>
                        <a:pt x="726" y="211"/>
                      </a:lnTo>
                      <a:lnTo>
                        <a:pt x="726" y="226"/>
                      </a:lnTo>
                      <a:lnTo>
                        <a:pt x="726" y="242"/>
                      </a:lnTo>
                      <a:lnTo>
                        <a:pt x="726" y="257"/>
                      </a:lnTo>
                      <a:lnTo>
                        <a:pt x="737" y="272"/>
                      </a:lnTo>
                      <a:lnTo>
                        <a:pt x="737" y="288"/>
                      </a:lnTo>
                      <a:lnTo>
                        <a:pt x="737" y="303"/>
                      </a:lnTo>
                      <a:lnTo>
                        <a:pt x="737" y="319"/>
                      </a:lnTo>
                      <a:lnTo>
                        <a:pt x="732" y="334"/>
                      </a:lnTo>
                      <a:lnTo>
                        <a:pt x="715" y="349"/>
                      </a:lnTo>
                      <a:lnTo>
                        <a:pt x="694" y="360"/>
                      </a:lnTo>
                      <a:lnTo>
                        <a:pt x="678" y="365"/>
                      </a:lnTo>
                      <a:lnTo>
                        <a:pt x="662" y="375"/>
                      </a:lnTo>
                      <a:lnTo>
                        <a:pt x="646" y="380"/>
                      </a:lnTo>
                      <a:lnTo>
                        <a:pt x="629" y="385"/>
                      </a:lnTo>
                      <a:lnTo>
                        <a:pt x="613" y="396"/>
                      </a:lnTo>
                      <a:lnTo>
                        <a:pt x="597" y="401"/>
                      </a:lnTo>
                      <a:lnTo>
                        <a:pt x="581" y="401"/>
                      </a:lnTo>
                      <a:lnTo>
                        <a:pt x="559" y="406"/>
                      </a:lnTo>
                      <a:lnTo>
                        <a:pt x="538" y="406"/>
                      </a:lnTo>
                      <a:lnTo>
                        <a:pt x="522" y="406"/>
                      </a:lnTo>
                      <a:lnTo>
                        <a:pt x="500" y="406"/>
                      </a:lnTo>
                      <a:lnTo>
                        <a:pt x="484" y="406"/>
                      </a:lnTo>
                      <a:lnTo>
                        <a:pt x="468" y="406"/>
                      </a:lnTo>
                      <a:lnTo>
                        <a:pt x="452" y="406"/>
                      </a:lnTo>
                      <a:lnTo>
                        <a:pt x="436" y="406"/>
                      </a:lnTo>
                      <a:lnTo>
                        <a:pt x="420" y="406"/>
                      </a:lnTo>
                      <a:lnTo>
                        <a:pt x="403" y="406"/>
                      </a:lnTo>
                      <a:lnTo>
                        <a:pt x="387" y="406"/>
                      </a:lnTo>
                      <a:lnTo>
                        <a:pt x="371" y="406"/>
                      </a:lnTo>
                      <a:lnTo>
                        <a:pt x="355" y="406"/>
                      </a:lnTo>
                      <a:lnTo>
                        <a:pt x="339" y="406"/>
                      </a:lnTo>
                      <a:lnTo>
                        <a:pt x="323" y="406"/>
                      </a:lnTo>
                      <a:lnTo>
                        <a:pt x="307" y="406"/>
                      </a:lnTo>
                      <a:lnTo>
                        <a:pt x="285" y="406"/>
                      </a:lnTo>
                      <a:lnTo>
                        <a:pt x="269" y="406"/>
                      </a:lnTo>
                      <a:lnTo>
                        <a:pt x="253" y="406"/>
                      </a:lnTo>
                      <a:lnTo>
                        <a:pt x="237" y="406"/>
                      </a:lnTo>
                      <a:lnTo>
                        <a:pt x="221" y="406"/>
                      </a:lnTo>
                      <a:lnTo>
                        <a:pt x="204" y="406"/>
                      </a:lnTo>
                      <a:lnTo>
                        <a:pt x="188" y="396"/>
                      </a:lnTo>
                      <a:lnTo>
                        <a:pt x="172" y="391"/>
                      </a:lnTo>
                      <a:lnTo>
                        <a:pt x="156" y="385"/>
                      </a:lnTo>
                      <a:lnTo>
                        <a:pt x="140" y="380"/>
                      </a:lnTo>
                      <a:lnTo>
                        <a:pt x="124" y="375"/>
                      </a:lnTo>
                      <a:lnTo>
                        <a:pt x="108" y="365"/>
                      </a:lnTo>
                      <a:lnTo>
                        <a:pt x="91" y="355"/>
                      </a:lnTo>
                      <a:lnTo>
                        <a:pt x="81" y="339"/>
                      </a:lnTo>
                      <a:lnTo>
                        <a:pt x="65" y="334"/>
                      </a:lnTo>
                      <a:lnTo>
                        <a:pt x="59" y="319"/>
                      </a:lnTo>
                      <a:lnTo>
                        <a:pt x="43" y="303"/>
                      </a:lnTo>
                      <a:lnTo>
                        <a:pt x="38" y="288"/>
                      </a:lnTo>
                      <a:lnTo>
                        <a:pt x="22" y="272"/>
                      </a:lnTo>
                      <a:lnTo>
                        <a:pt x="16" y="252"/>
                      </a:lnTo>
                      <a:lnTo>
                        <a:pt x="5" y="231"/>
                      </a:lnTo>
                      <a:lnTo>
                        <a:pt x="0" y="216"/>
                      </a:lnTo>
                      <a:lnTo>
                        <a:pt x="0" y="200"/>
                      </a:lnTo>
                      <a:lnTo>
                        <a:pt x="0" y="185"/>
                      </a:lnTo>
                      <a:lnTo>
                        <a:pt x="0" y="170"/>
                      </a:lnTo>
                      <a:lnTo>
                        <a:pt x="5" y="149"/>
                      </a:lnTo>
                      <a:lnTo>
                        <a:pt x="11" y="134"/>
                      </a:lnTo>
                      <a:lnTo>
                        <a:pt x="27" y="123"/>
                      </a:lnTo>
                      <a:lnTo>
                        <a:pt x="38" y="108"/>
                      </a:lnTo>
                      <a:lnTo>
                        <a:pt x="54" y="108"/>
                      </a:lnTo>
                      <a:lnTo>
                        <a:pt x="70" y="103"/>
                      </a:lnTo>
                      <a:lnTo>
                        <a:pt x="86" y="98"/>
                      </a:lnTo>
                      <a:lnTo>
                        <a:pt x="102" y="98"/>
                      </a:lnTo>
                      <a:lnTo>
                        <a:pt x="113" y="82"/>
                      </a:lnTo>
                      <a:lnTo>
                        <a:pt x="113" y="67"/>
                      </a:lnTo>
                      <a:lnTo>
                        <a:pt x="129" y="98"/>
                      </a:lnTo>
                    </a:path>
                  </a:pathLst>
                </a:custGeom>
                <a:solidFill>
                  <a:srgbClr val="EAEAEA"/>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CC"/>
                    </a:solidFill>
                    <a:ea typeface="黑体" panose="02010609060101010101" pitchFamily="49" charset="-122"/>
                  </a:endParaRPr>
                </a:p>
              </p:txBody>
            </p:sp>
            <p:sp>
              <p:nvSpPr>
                <p:cNvPr id="1033295" name="Freeform 80"/>
                <p:cNvSpPr>
                  <a:spLocks noChangeArrowheads="1"/>
                </p:cNvSpPr>
                <p:nvPr/>
              </p:nvSpPr>
              <p:spPr bwMode="auto">
                <a:xfrm>
                  <a:off x="3193" y="270"/>
                  <a:ext cx="117" cy="118"/>
                </a:xfrm>
                <a:custGeom>
                  <a:avLst/>
                  <a:gdLst>
                    <a:gd name="T0" fmla="*/ 5 w 117"/>
                    <a:gd name="T1" fmla="*/ 66 h 118"/>
                    <a:gd name="T2" fmla="*/ 0 w 117"/>
                    <a:gd name="T3" fmla="*/ 51 h 118"/>
                    <a:gd name="T4" fmla="*/ 0 w 117"/>
                    <a:gd name="T5" fmla="*/ 36 h 118"/>
                    <a:gd name="T6" fmla="*/ 16 w 117"/>
                    <a:gd name="T7" fmla="*/ 25 h 118"/>
                    <a:gd name="T8" fmla="*/ 32 w 117"/>
                    <a:gd name="T9" fmla="*/ 15 h 118"/>
                    <a:gd name="T10" fmla="*/ 47 w 117"/>
                    <a:gd name="T11" fmla="*/ 0 h 118"/>
                    <a:gd name="T12" fmla="*/ 63 w 117"/>
                    <a:gd name="T13" fmla="*/ 0 h 118"/>
                    <a:gd name="T14" fmla="*/ 79 w 117"/>
                    <a:gd name="T15" fmla="*/ 0 h 118"/>
                    <a:gd name="T16" fmla="*/ 84 w 117"/>
                    <a:gd name="T17" fmla="*/ 15 h 118"/>
                    <a:gd name="T18" fmla="*/ 95 w 117"/>
                    <a:gd name="T19" fmla="*/ 31 h 118"/>
                    <a:gd name="T20" fmla="*/ 105 w 117"/>
                    <a:gd name="T21" fmla="*/ 46 h 118"/>
                    <a:gd name="T22" fmla="*/ 111 w 117"/>
                    <a:gd name="T23" fmla="*/ 61 h 118"/>
                    <a:gd name="T24" fmla="*/ 116 w 117"/>
                    <a:gd name="T25" fmla="*/ 76 h 118"/>
                    <a:gd name="T26" fmla="*/ 116 w 117"/>
                    <a:gd name="T27" fmla="*/ 92 h 118"/>
                    <a:gd name="T28" fmla="*/ 116 w 117"/>
                    <a:gd name="T29" fmla="*/ 107 h 118"/>
                    <a:gd name="T30" fmla="*/ 100 w 117"/>
                    <a:gd name="T31" fmla="*/ 117 h 118"/>
                    <a:gd name="T32" fmla="*/ 84 w 117"/>
                    <a:gd name="T33" fmla="*/ 117 h 118"/>
                    <a:gd name="T34" fmla="*/ 69 w 117"/>
                    <a:gd name="T35" fmla="*/ 117 h 118"/>
                    <a:gd name="T36" fmla="*/ 53 w 117"/>
                    <a:gd name="T37" fmla="*/ 117 h 118"/>
                    <a:gd name="T38" fmla="*/ 37 w 117"/>
                    <a:gd name="T39" fmla="*/ 112 h 118"/>
                    <a:gd name="T40" fmla="*/ 21 w 117"/>
                    <a:gd name="T41" fmla="*/ 102 h 118"/>
                    <a:gd name="T42" fmla="*/ 11 w 117"/>
                    <a:gd name="T43" fmla="*/ 86 h 118"/>
                    <a:gd name="T44" fmla="*/ 5 w 117"/>
                    <a:gd name="T45" fmla="*/ 71 h 118"/>
                    <a:gd name="T46" fmla="*/ 5 w 117"/>
                    <a:gd name="T47" fmla="*/ 66 h 1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117" h="118">
                      <a:moveTo>
                        <a:pt x="5" y="66"/>
                      </a:moveTo>
                      <a:lnTo>
                        <a:pt x="0" y="51"/>
                      </a:lnTo>
                      <a:lnTo>
                        <a:pt x="0" y="36"/>
                      </a:lnTo>
                      <a:lnTo>
                        <a:pt x="16" y="25"/>
                      </a:lnTo>
                      <a:lnTo>
                        <a:pt x="32" y="15"/>
                      </a:lnTo>
                      <a:lnTo>
                        <a:pt x="47" y="0"/>
                      </a:lnTo>
                      <a:lnTo>
                        <a:pt x="63" y="0"/>
                      </a:lnTo>
                      <a:lnTo>
                        <a:pt x="79" y="0"/>
                      </a:lnTo>
                      <a:lnTo>
                        <a:pt x="84" y="15"/>
                      </a:lnTo>
                      <a:lnTo>
                        <a:pt x="95" y="31"/>
                      </a:lnTo>
                      <a:lnTo>
                        <a:pt x="105" y="46"/>
                      </a:lnTo>
                      <a:lnTo>
                        <a:pt x="111" y="61"/>
                      </a:lnTo>
                      <a:lnTo>
                        <a:pt x="116" y="76"/>
                      </a:lnTo>
                      <a:lnTo>
                        <a:pt x="116" y="92"/>
                      </a:lnTo>
                      <a:lnTo>
                        <a:pt x="116" y="107"/>
                      </a:lnTo>
                      <a:lnTo>
                        <a:pt x="100" y="117"/>
                      </a:lnTo>
                      <a:lnTo>
                        <a:pt x="84" y="117"/>
                      </a:lnTo>
                      <a:lnTo>
                        <a:pt x="69" y="117"/>
                      </a:lnTo>
                      <a:lnTo>
                        <a:pt x="53" y="117"/>
                      </a:lnTo>
                      <a:lnTo>
                        <a:pt x="37" y="112"/>
                      </a:lnTo>
                      <a:lnTo>
                        <a:pt x="21" y="102"/>
                      </a:lnTo>
                      <a:lnTo>
                        <a:pt x="11" y="86"/>
                      </a:lnTo>
                      <a:lnTo>
                        <a:pt x="5" y="71"/>
                      </a:lnTo>
                      <a:lnTo>
                        <a:pt x="5" y="66"/>
                      </a:lnTo>
                    </a:path>
                  </a:pathLst>
                </a:custGeom>
                <a:solidFill>
                  <a:srgbClr val="EAEAEA"/>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CC"/>
                    </a:solidFill>
                    <a:ea typeface="黑体" panose="02010609060101010101" pitchFamily="49" charset="-122"/>
                  </a:endParaRPr>
                </a:p>
              </p:txBody>
            </p:sp>
            <p:sp>
              <p:nvSpPr>
                <p:cNvPr id="1033296" name="Freeform 81"/>
                <p:cNvSpPr>
                  <a:spLocks noChangeArrowheads="1"/>
                </p:cNvSpPr>
                <p:nvPr/>
              </p:nvSpPr>
              <p:spPr bwMode="auto">
                <a:xfrm>
                  <a:off x="3469" y="239"/>
                  <a:ext cx="82" cy="87"/>
                </a:xfrm>
                <a:custGeom>
                  <a:avLst/>
                  <a:gdLst>
                    <a:gd name="T0" fmla="*/ 0 w 82"/>
                    <a:gd name="T1" fmla="*/ 0 h 87"/>
                    <a:gd name="T2" fmla="*/ 16 w 82"/>
                    <a:gd name="T3" fmla="*/ 10 h 87"/>
                    <a:gd name="T4" fmla="*/ 32 w 82"/>
                    <a:gd name="T5" fmla="*/ 20 h 87"/>
                    <a:gd name="T6" fmla="*/ 49 w 82"/>
                    <a:gd name="T7" fmla="*/ 20 h 87"/>
                    <a:gd name="T8" fmla="*/ 65 w 82"/>
                    <a:gd name="T9" fmla="*/ 30 h 87"/>
                    <a:gd name="T10" fmla="*/ 76 w 82"/>
                    <a:gd name="T11" fmla="*/ 46 h 87"/>
                    <a:gd name="T12" fmla="*/ 81 w 82"/>
                    <a:gd name="T13" fmla="*/ 61 h 87"/>
                    <a:gd name="T14" fmla="*/ 81 w 82"/>
                    <a:gd name="T15" fmla="*/ 76 h 87"/>
                    <a:gd name="T16" fmla="*/ 65 w 82"/>
                    <a:gd name="T17" fmla="*/ 86 h 87"/>
                    <a:gd name="T18" fmla="*/ 49 w 82"/>
                    <a:gd name="T19" fmla="*/ 86 h 87"/>
                    <a:gd name="T20" fmla="*/ 27 w 82"/>
                    <a:gd name="T21" fmla="*/ 81 h 87"/>
                    <a:gd name="T22" fmla="*/ 11 w 82"/>
                    <a:gd name="T23" fmla="*/ 71 h 87"/>
                    <a:gd name="T24" fmla="*/ 5 w 82"/>
                    <a:gd name="T25" fmla="*/ 56 h 87"/>
                    <a:gd name="T26" fmla="*/ 0 w 82"/>
                    <a:gd name="T27" fmla="*/ 40 h 87"/>
                    <a:gd name="T28" fmla="*/ 0 w 82"/>
                    <a:gd name="T29" fmla="*/ 25 h 87"/>
                    <a:gd name="T30" fmla="*/ 11 w 82"/>
                    <a:gd name="T31" fmla="*/ 10 h 87"/>
                    <a:gd name="T32" fmla="*/ 0 w 82"/>
                    <a:gd name="T33" fmla="*/ 0 h 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82" h="87">
                      <a:moveTo>
                        <a:pt x="0" y="0"/>
                      </a:moveTo>
                      <a:lnTo>
                        <a:pt x="16" y="10"/>
                      </a:lnTo>
                      <a:lnTo>
                        <a:pt x="32" y="20"/>
                      </a:lnTo>
                      <a:lnTo>
                        <a:pt x="49" y="20"/>
                      </a:lnTo>
                      <a:lnTo>
                        <a:pt x="65" y="30"/>
                      </a:lnTo>
                      <a:lnTo>
                        <a:pt x="76" y="46"/>
                      </a:lnTo>
                      <a:lnTo>
                        <a:pt x="81" y="61"/>
                      </a:lnTo>
                      <a:lnTo>
                        <a:pt x="81" y="76"/>
                      </a:lnTo>
                      <a:lnTo>
                        <a:pt x="65" y="86"/>
                      </a:lnTo>
                      <a:lnTo>
                        <a:pt x="49" y="86"/>
                      </a:lnTo>
                      <a:lnTo>
                        <a:pt x="27" y="81"/>
                      </a:lnTo>
                      <a:lnTo>
                        <a:pt x="11" y="71"/>
                      </a:lnTo>
                      <a:lnTo>
                        <a:pt x="5" y="56"/>
                      </a:lnTo>
                      <a:lnTo>
                        <a:pt x="0" y="40"/>
                      </a:lnTo>
                      <a:lnTo>
                        <a:pt x="0" y="25"/>
                      </a:lnTo>
                      <a:lnTo>
                        <a:pt x="11" y="10"/>
                      </a:lnTo>
                      <a:lnTo>
                        <a:pt x="0" y="0"/>
                      </a:lnTo>
                    </a:path>
                  </a:pathLst>
                </a:custGeom>
                <a:solidFill>
                  <a:srgbClr val="EAEAEA"/>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CC"/>
                    </a:solidFill>
                    <a:ea typeface="黑体" panose="02010609060101010101" pitchFamily="49" charset="-122"/>
                  </a:endParaRPr>
                </a:p>
              </p:txBody>
            </p:sp>
          </p:grpSp>
          <p:sp>
            <p:nvSpPr>
              <p:cNvPr id="1033297" name="Text Box 82"/>
              <p:cNvSpPr txBox="1">
                <a:spLocks noChangeArrowheads="1"/>
              </p:cNvSpPr>
              <p:nvPr/>
            </p:nvSpPr>
            <p:spPr bwMode="auto">
              <a:xfrm>
                <a:off x="4967" y="1856"/>
                <a:ext cx="342" cy="222"/>
              </a:xfrm>
              <a:prstGeom prst="rect">
                <a:avLst/>
              </a:prstGeom>
              <a:solidFill>
                <a:srgbClr val="EAEAEA"/>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zh-CN" altLang="en-US" sz="2000" b="1">
                    <a:solidFill>
                      <a:srgbClr val="0000CC"/>
                    </a:solidFill>
                    <a:ea typeface="黑体" panose="02010609060101010101" pitchFamily="49" charset="-122"/>
                  </a:rPr>
                  <a:t>网 </a:t>
                </a:r>
                <a:r>
                  <a:rPr lang="en-US" altLang="zh-CN" sz="2000" b="1">
                    <a:solidFill>
                      <a:srgbClr val="0000CC"/>
                    </a:solidFill>
                    <a:ea typeface="黑体" panose="02010609060101010101" pitchFamily="49" charset="-122"/>
                  </a:rPr>
                  <a:t>3</a:t>
                </a:r>
              </a:p>
            </p:txBody>
          </p:sp>
        </p:grpSp>
        <p:grpSp>
          <p:nvGrpSpPr>
            <p:cNvPr id="1033298" name="Group 83"/>
            <p:cNvGrpSpPr>
              <a:grpSpLocks/>
            </p:cNvGrpSpPr>
            <p:nvPr/>
          </p:nvGrpSpPr>
          <p:grpSpPr bwMode="auto">
            <a:xfrm>
              <a:off x="2635" y="1309"/>
              <a:ext cx="743" cy="541"/>
              <a:chOff x="4830" y="1752"/>
              <a:chExt cx="667" cy="477"/>
            </a:xfrm>
          </p:grpSpPr>
          <p:grpSp>
            <p:nvGrpSpPr>
              <p:cNvPr id="1033299" name="Group 84"/>
              <p:cNvGrpSpPr>
                <a:grpSpLocks/>
              </p:cNvGrpSpPr>
              <p:nvPr/>
            </p:nvGrpSpPr>
            <p:grpSpPr bwMode="auto">
              <a:xfrm>
                <a:off x="4830" y="1752"/>
                <a:ext cx="667" cy="477"/>
                <a:chOff x="2949" y="196"/>
                <a:chExt cx="941" cy="598"/>
              </a:xfrm>
            </p:grpSpPr>
            <p:sp>
              <p:nvSpPr>
                <p:cNvPr id="1033300" name="Oval 85"/>
                <p:cNvSpPr>
                  <a:spLocks noChangeArrowheads="1"/>
                </p:cNvSpPr>
                <p:nvPr/>
              </p:nvSpPr>
              <p:spPr bwMode="auto">
                <a:xfrm>
                  <a:off x="3168" y="196"/>
                  <a:ext cx="407" cy="162"/>
                </a:xfrm>
                <a:prstGeom prst="ellipse">
                  <a:avLst/>
                </a:prstGeom>
                <a:solidFill>
                  <a:srgbClr val="EAEAEA"/>
                </a:solidFill>
                <a:ln w="12700">
                  <a:solidFill>
                    <a:schemeClr val="tx1"/>
                  </a:solidFill>
                  <a:round/>
                  <a:headEnd/>
                  <a:tailEnd/>
                </a:ln>
              </p:spPr>
              <p:txBody>
                <a:bodyPr wrap="none" anchor="ctr"/>
                <a:lstStyle/>
                <a:p>
                  <a:pPr eaLnBrk="0" hangingPunct="0"/>
                  <a:endParaRPr lang="zh-CN" altLang="en-US" b="1">
                    <a:solidFill>
                      <a:srgbClr val="0000CC"/>
                    </a:solidFill>
                    <a:ea typeface="黑体" panose="02010609060101010101" pitchFamily="49" charset="-122"/>
                  </a:endParaRPr>
                </a:p>
              </p:txBody>
            </p:sp>
            <p:sp>
              <p:nvSpPr>
                <p:cNvPr id="1033301" name="Oval 86"/>
                <p:cNvSpPr>
                  <a:spLocks noChangeArrowheads="1"/>
                </p:cNvSpPr>
                <p:nvPr/>
              </p:nvSpPr>
              <p:spPr bwMode="auto">
                <a:xfrm rot="900000">
                  <a:off x="3512" y="252"/>
                  <a:ext cx="275" cy="131"/>
                </a:xfrm>
                <a:prstGeom prst="ellipse">
                  <a:avLst/>
                </a:prstGeom>
                <a:solidFill>
                  <a:srgbClr val="EAEAEA"/>
                </a:solidFill>
                <a:ln w="12700">
                  <a:solidFill>
                    <a:schemeClr val="tx1"/>
                  </a:solidFill>
                  <a:round/>
                  <a:headEnd/>
                  <a:tailEnd/>
                </a:ln>
              </p:spPr>
              <p:txBody>
                <a:bodyPr wrap="none" anchor="ctr"/>
                <a:lstStyle/>
                <a:p>
                  <a:pPr eaLnBrk="0" hangingPunct="0"/>
                  <a:endParaRPr lang="zh-CN" altLang="en-US" b="1">
                    <a:solidFill>
                      <a:srgbClr val="0000CC"/>
                    </a:solidFill>
                    <a:ea typeface="黑体" panose="02010609060101010101" pitchFamily="49" charset="-122"/>
                  </a:endParaRPr>
                </a:p>
              </p:txBody>
            </p:sp>
            <p:sp>
              <p:nvSpPr>
                <p:cNvPr id="1033302" name="Oval 87"/>
                <p:cNvSpPr>
                  <a:spLocks noChangeArrowheads="1"/>
                </p:cNvSpPr>
                <p:nvPr/>
              </p:nvSpPr>
              <p:spPr bwMode="auto">
                <a:xfrm rot="1500000">
                  <a:off x="3650" y="385"/>
                  <a:ext cx="240" cy="153"/>
                </a:xfrm>
                <a:prstGeom prst="ellipse">
                  <a:avLst/>
                </a:prstGeom>
                <a:solidFill>
                  <a:srgbClr val="EAEAEA"/>
                </a:solidFill>
                <a:ln w="12700">
                  <a:solidFill>
                    <a:schemeClr val="tx1"/>
                  </a:solidFill>
                  <a:round/>
                  <a:headEnd/>
                  <a:tailEnd/>
                </a:ln>
              </p:spPr>
              <p:txBody>
                <a:bodyPr wrap="none" anchor="ctr"/>
                <a:lstStyle/>
                <a:p>
                  <a:pPr eaLnBrk="0" hangingPunct="0"/>
                  <a:endParaRPr lang="zh-CN" altLang="en-US" b="1">
                    <a:solidFill>
                      <a:srgbClr val="0000CC"/>
                    </a:solidFill>
                    <a:ea typeface="黑体" panose="02010609060101010101" pitchFamily="49" charset="-122"/>
                  </a:endParaRPr>
                </a:p>
              </p:txBody>
            </p:sp>
            <p:sp>
              <p:nvSpPr>
                <p:cNvPr id="1033303" name="Oval 88"/>
                <p:cNvSpPr>
                  <a:spLocks noChangeArrowheads="1"/>
                </p:cNvSpPr>
                <p:nvPr/>
              </p:nvSpPr>
              <p:spPr bwMode="auto">
                <a:xfrm rot="-1560000">
                  <a:off x="3573" y="537"/>
                  <a:ext cx="291" cy="189"/>
                </a:xfrm>
                <a:prstGeom prst="ellipse">
                  <a:avLst/>
                </a:prstGeom>
                <a:solidFill>
                  <a:srgbClr val="EAEAEA"/>
                </a:solidFill>
                <a:ln w="12700">
                  <a:solidFill>
                    <a:schemeClr val="tx1"/>
                  </a:solidFill>
                  <a:round/>
                  <a:headEnd/>
                  <a:tailEnd/>
                </a:ln>
              </p:spPr>
              <p:txBody>
                <a:bodyPr wrap="none" anchor="ctr"/>
                <a:lstStyle/>
                <a:p>
                  <a:pPr eaLnBrk="0" hangingPunct="0"/>
                  <a:endParaRPr lang="zh-CN" altLang="en-US" b="1">
                    <a:solidFill>
                      <a:srgbClr val="0000CC"/>
                    </a:solidFill>
                    <a:ea typeface="黑体" panose="02010609060101010101" pitchFamily="49" charset="-122"/>
                  </a:endParaRPr>
                </a:p>
              </p:txBody>
            </p:sp>
            <p:sp>
              <p:nvSpPr>
                <p:cNvPr id="1033304" name="Oval 89"/>
                <p:cNvSpPr>
                  <a:spLocks noChangeArrowheads="1"/>
                </p:cNvSpPr>
                <p:nvPr/>
              </p:nvSpPr>
              <p:spPr bwMode="auto">
                <a:xfrm>
                  <a:off x="3216" y="555"/>
                  <a:ext cx="471" cy="239"/>
                </a:xfrm>
                <a:prstGeom prst="ellipse">
                  <a:avLst/>
                </a:prstGeom>
                <a:solidFill>
                  <a:srgbClr val="EAEAEA"/>
                </a:solidFill>
                <a:ln w="12700">
                  <a:solidFill>
                    <a:schemeClr val="tx1"/>
                  </a:solidFill>
                  <a:round/>
                  <a:headEnd/>
                  <a:tailEnd/>
                </a:ln>
              </p:spPr>
              <p:txBody>
                <a:bodyPr wrap="none" anchor="ctr"/>
                <a:lstStyle/>
                <a:p>
                  <a:pPr eaLnBrk="0" hangingPunct="0"/>
                  <a:endParaRPr lang="zh-CN" altLang="en-US" b="1">
                    <a:solidFill>
                      <a:srgbClr val="0000CC"/>
                    </a:solidFill>
                    <a:ea typeface="黑体" panose="02010609060101010101" pitchFamily="49" charset="-122"/>
                  </a:endParaRPr>
                </a:p>
              </p:txBody>
            </p:sp>
            <p:sp>
              <p:nvSpPr>
                <p:cNvPr id="1033305" name="Oval 90"/>
                <p:cNvSpPr>
                  <a:spLocks noChangeArrowheads="1"/>
                </p:cNvSpPr>
                <p:nvPr/>
              </p:nvSpPr>
              <p:spPr bwMode="auto">
                <a:xfrm rot="1080000">
                  <a:off x="3023" y="555"/>
                  <a:ext cx="265" cy="156"/>
                </a:xfrm>
                <a:prstGeom prst="ellipse">
                  <a:avLst/>
                </a:prstGeom>
                <a:solidFill>
                  <a:srgbClr val="EAEAEA"/>
                </a:solidFill>
                <a:ln w="12700">
                  <a:solidFill>
                    <a:schemeClr val="tx1"/>
                  </a:solidFill>
                  <a:round/>
                  <a:headEnd/>
                  <a:tailEnd/>
                </a:ln>
              </p:spPr>
              <p:txBody>
                <a:bodyPr wrap="none" anchor="ctr"/>
                <a:lstStyle/>
                <a:p>
                  <a:pPr eaLnBrk="0" hangingPunct="0"/>
                  <a:endParaRPr lang="zh-CN" altLang="en-US" b="1">
                    <a:solidFill>
                      <a:srgbClr val="0000CC"/>
                    </a:solidFill>
                    <a:ea typeface="黑体" panose="02010609060101010101" pitchFamily="49" charset="-122"/>
                  </a:endParaRPr>
                </a:p>
              </p:txBody>
            </p:sp>
            <p:sp>
              <p:nvSpPr>
                <p:cNvPr id="1033306" name="Oval 91"/>
                <p:cNvSpPr>
                  <a:spLocks noChangeArrowheads="1"/>
                </p:cNvSpPr>
                <p:nvPr/>
              </p:nvSpPr>
              <p:spPr bwMode="auto">
                <a:xfrm>
                  <a:off x="2949" y="432"/>
                  <a:ext cx="217" cy="156"/>
                </a:xfrm>
                <a:prstGeom prst="ellipse">
                  <a:avLst/>
                </a:prstGeom>
                <a:solidFill>
                  <a:srgbClr val="EAEAEA"/>
                </a:solidFill>
                <a:ln w="12700">
                  <a:solidFill>
                    <a:schemeClr val="tx1"/>
                  </a:solidFill>
                  <a:round/>
                  <a:headEnd/>
                  <a:tailEnd/>
                </a:ln>
              </p:spPr>
              <p:txBody>
                <a:bodyPr wrap="none" anchor="ctr"/>
                <a:lstStyle/>
                <a:p>
                  <a:pPr eaLnBrk="0" hangingPunct="0"/>
                  <a:endParaRPr lang="zh-CN" altLang="en-US" b="1">
                    <a:solidFill>
                      <a:srgbClr val="0000CC"/>
                    </a:solidFill>
                    <a:ea typeface="黑体" panose="02010609060101010101" pitchFamily="49" charset="-122"/>
                  </a:endParaRPr>
                </a:p>
              </p:txBody>
            </p:sp>
            <p:sp>
              <p:nvSpPr>
                <p:cNvPr id="1033307" name="Oval 92"/>
                <p:cNvSpPr>
                  <a:spLocks noChangeArrowheads="1"/>
                </p:cNvSpPr>
                <p:nvPr/>
              </p:nvSpPr>
              <p:spPr bwMode="auto">
                <a:xfrm rot="-1860000">
                  <a:off x="2984" y="310"/>
                  <a:ext cx="295" cy="156"/>
                </a:xfrm>
                <a:prstGeom prst="ellipse">
                  <a:avLst/>
                </a:prstGeom>
                <a:solidFill>
                  <a:srgbClr val="EAEAEA"/>
                </a:solidFill>
                <a:ln w="12700">
                  <a:solidFill>
                    <a:schemeClr val="tx1"/>
                  </a:solidFill>
                  <a:round/>
                  <a:headEnd/>
                  <a:tailEnd/>
                </a:ln>
              </p:spPr>
              <p:txBody>
                <a:bodyPr wrap="none" anchor="ctr"/>
                <a:lstStyle/>
                <a:p>
                  <a:pPr eaLnBrk="0" hangingPunct="0"/>
                  <a:endParaRPr lang="zh-CN" altLang="en-US" b="1">
                    <a:solidFill>
                      <a:srgbClr val="0000CC"/>
                    </a:solidFill>
                    <a:ea typeface="黑体" panose="02010609060101010101" pitchFamily="49" charset="-122"/>
                  </a:endParaRPr>
                </a:p>
              </p:txBody>
            </p:sp>
            <p:sp>
              <p:nvSpPr>
                <p:cNvPr id="1033308" name="Freeform 93"/>
                <p:cNvSpPr>
                  <a:spLocks noChangeArrowheads="1"/>
                </p:cNvSpPr>
                <p:nvPr/>
              </p:nvSpPr>
              <p:spPr bwMode="auto">
                <a:xfrm>
                  <a:off x="3051" y="300"/>
                  <a:ext cx="738" cy="407"/>
                </a:xfrm>
                <a:custGeom>
                  <a:avLst/>
                  <a:gdLst>
                    <a:gd name="T0" fmla="*/ 108 w 738"/>
                    <a:gd name="T1" fmla="*/ 82 h 407"/>
                    <a:gd name="T2" fmla="*/ 145 w 738"/>
                    <a:gd name="T3" fmla="*/ 77 h 407"/>
                    <a:gd name="T4" fmla="*/ 183 w 738"/>
                    <a:gd name="T5" fmla="*/ 72 h 407"/>
                    <a:gd name="T6" fmla="*/ 215 w 738"/>
                    <a:gd name="T7" fmla="*/ 67 h 407"/>
                    <a:gd name="T8" fmla="*/ 237 w 738"/>
                    <a:gd name="T9" fmla="*/ 46 h 407"/>
                    <a:gd name="T10" fmla="*/ 204 w 738"/>
                    <a:gd name="T11" fmla="*/ 41 h 407"/>
                    <a:gd name="T12" fmla="*/ 172 w 738"/>
                    <a:gd name="T13" fmla="*/ 46 h 407"/>
                    <a:gd name="T14" fmla="*/ 156 w 738"/>
                    <a:gd name="T15" fmla="*/ 46 h 407"/>
                    <a:gd name="T16" fmla="*/ 188 w 738"/>
                    <a:gd name="T17" fmla="*/ 26 h 407"/>
                    <a:gd name="T18" fmla="*/ 226 w 738"/>
                    <a:gd name="T19" fmla="*/ 15 h 407"/>
                    <a:gd name="T20" fmla="*/ 258 w 738"/>
                    <a:gd name="T21" fmla="*/ 10 h 407"/>
                    <a:gd name="T22" fmla="*/ 290 w 738"/>
                    <a:gd name="T23" fmla="*/ 5 h 407"/>
                    <a:gd name="T24" fmla="*/ 323 w 738"/>
                    <a:gd name="T25" fmla="*/ 0 h 407"/>
                    <a:gd name="T26" fmla="*/ 355 w 738"/>
                    <a:gd name="T27" fmla="*/ 0 h 407"/>
                    <a:gd name="T28" fmla="*/ 387 w 738"/>
                    <a:gd name="T29" fmla="*/ 0 h 407"/>
                    <a:gd name="T30" fmla="*/ 463 w 738"/>
                    <a:gd name="T31" fmla="*/ 0 h 407"/>
                    <a:gd name="T32" fmla="*/ 506 w 738"/>
                    <a:gd name="T33" fmla="*/ 0 h 407"/>
                    <a:gd name="T34" fmla="*/ 543 w 738"/>
                    <a:gd name="T35" fmla="*/ 15 h 407"/>
                    <a:gd name="T36" fmla="*/ 570 w 738"/>
                    <a:gd name="T37" fmla="*/ 36 h 407"/>
                    <a:gd name="T38" fmla="*/ 603 w 738"/>
                    <a:gd name="T39" fmla="*/ 51 h 407"/>
                    <a:gd name="T40" fmla="*/ 635 w 738"/>
                    <a:gd name="T41" fmla="*/ 57 h 407"/>
                    <a:gd name="T42" fmla="*/ 667 w 738"/>
                    <a:gd name="T43" fmla="*/ 77 h 407"/>
                    <a:gd name="T44" fmla="*/ 694 w 738"/>
                    <a:gd name="T45" fmla="*/ 98 h 407"/>
                    <a:gd name="T46" fmla="*/ 715 w 738"/>
                    <a:gd name="T47" fmla="*/ 128 h 407"/>
                    <a:gd name="T48" fmla="*/ 721 w 738"/>
                    <a:gd name="T49" fmla="*/ 164 h 407"/>
                    <a:gd name="T50" fmla="*/ 726 w 738"/>
                    <a:gd name="T51" fmla="*/ 195 h 407"/>
                    <a:gd name="T52" fmla="*/ 726 w 738"/>
                    <a:gd name="T53" fmla="*/ 226 h 407"/>
                    <a:gd name="T54" fmla="*/ 726 w 738"/>
                    <a:gd name="T55" fmla="*/ 257 h 407"/>
                    <a:gd name="T56" fmla="*/ 737 w 738"/>
                    <a:gd name="T57" fmla="*/ 288 h 407"/>
                    <a:gd name="T58" fmla="*/ 737 w 738"/>
                    <a:gd name="T59" fmla="*/ 319 h 407"/>
                    <a:gd name="T60" fmla="*/ 715 w 738"/>
                    <a:gd name="T61" fmla="*/ 349 h 407"/>
                    <a:gd name="T62" fmla="*/ 678 w 738"/>
                    <a:gd name="T63" fmla="*/ 365 h 407"/>
                    <a:gd name="T64" fmla="*/ 646 w 738"/>
                    <a:gd name="T65" fmla="*/ 380 h 407"/>
                    <a:gd name="T66" fmla="*/ 613 w 738"/>
                    <a:gd name="T67" fmla="*/ 396 h 407"/>
                    <a:gd name="T68" fmla="*/ 581 w 738"/>
                    <a:gd name="T69" fmla="*/ 401 h 407"/>
                    <a:gd name="T70" fmla="*/ 538 w 738"/>
                    <a:gd name="T71" fmla="*/ 406 h 407"/>
                    <a:gd name="T72" fmla="*/ 500 w 738"/>
                    <a:gd name="T73" fmla="*/ 406 h 407"/>
                    <a:gd name="T74" fmla="*/ 468 w 738"/>
                    <a:gd name="T75" fmla="*/ 406 h 407"/>
                    <a:gd name="T76" fmla="*/ 436 w 738"/>
                    <a:gd name="T77" fmla="*/ 406 h 407"/>
                    <a:gd name="T78" fmla="*/ 403 w 738"/>
                    <a:gd name="T79" fmla="*/ 406 h 407"/>
                    <a:gd name="T80" fmla="*/ 371 w 738"/>
                    <a:gd name="T81" fmla="*/ 406 h 407"/>
                    <a:gd name="T82" fmla="*/ 339 w 738"/>
                    <a:gd name="T83" fmla="*/ 406 h 407"/>
                    <a:gd name="T84" fmla="*/ 307 w 738"/>
                    <a:gd name="T85" fmla="*/ 406 h 407"/>
                    <a:gd name="T86" fmla="*/ 269 w 738"/>
                    <a:gd name="T87" fmla="*/ 406 h 407"/>
                    <a:gd name="T88" fmla="*/ 237 w 738"/>
                    <a:gd name="T89" fmla="*/ 406 h 407"/>
                    <a:gd name="T90" fmla="*/ 204 w 738"/>
                    <a:gd name="T91" fmla="*/ 406 h 407"/>
                    <a:gd name="T92" fmla="*/ 172 w 738"/>
                    <a:gd name="T93" fmla="*/ 391 h 407"/>
                    <a:gd name="T94" fmla="*/ 140 w 738"/>
                    <a:gd name="T95" fmla="*/ 380 h 407"/>
                    <a:gd name="T96" fmla="*/ 108 w 738"/>
                    <a:gd name="T97" fmla="*/ 365 h 407"/>
                    <a:gd name="T98" fmla="*/ 81 w 738"/>
                    <a:gd name="T99" fmla="*/ 339 h 407"/>
                    <a:gd name="T100" fmla="*/ 59 w 738"/>
                    <a:gd name="T101" fmla="*/ 319 h 407"/>
                    <a:gd name="T102" fmla="*/ 38 w 738"/>
                    <a:gd name="T103" fmla="*/ 288 h 407"/>
                    <a:gd name="T104" fmla="*/ 16 w 738"/>
                    <a:gd name="T105" fmla="*/ 252 h 407"/>
                    <a:gd name="T106" fmla="*/ 0 w 738"/>
                    <a:gd name="T107" fmla="*/ 216 h 407"/>
                    <a:gd name="T108" fmla="*/ 0 w 738"/>
                    <a:gd name="T109" fmla="*/ 185 h 407"/>
                    <a:gd name="T110" fmla="*/ 5 w 738"/>
                    <a:gd name="T111" fmla="*/ 149 h 407"/>
                    <a:gd name="T112" fmla="*/ 27 w 738"/>
                    <a:gd name="T113" fmla="*/ 123 h 407"/>
                    <a:gd name="T114" fmla="*/ 54 w 738"/>
                    <a:gd name="T115" fmla="*/ 108 h 407"/>
                    <a:gd name="T116" fmla="*/ 86 w 738"/>
                    <a:gd name="T117" fmla="*/ 98 h 407"/>
                    <a:gd name="T118" fmla="*/ 113 w 738"/>
                    <a:gd name="T119" fmla="*/ 82 h 407"/>
                    <a:gd name="T120" fmla="*/ 129 w 738"/>
                    <a:gd name="T121" fmla="*/ 98 h 40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Lst>
                  <a:rect l="0" t="0" r="r" b="b"/>
                  <a:pathLst>
                    <a:path w="738" h="407">
                      <a:moveTo>
                        <a:pt x="91" y="82"/>
                      </a:moveTo>
                      <a:lnTo>
                        <a:pt x="108" y="82"/>
                      </a:lnTo>
                      <a:lnTo>
                        <a:pt x="124" y="82"/>
                      </a:lnTo>
                      <a:lnTo>
                        <a:pt x="145" y="77"/>
                      </a:lnTo>
                      <a:lnTo>
                        <a:pt x="161" y="77"/>
                      </a:lnTo>
                      <a:lnTo>
                        <a:pt x="183" y="72"/>
                      </a:lnTo>
                      <a:lnTo>
                        <a:pt x="199" y="72"/>
                      </a:lnTo>
                      <a:lnTo>
                        <a:pt x="215" y="67"/>
                      </a:lnTo>
                      <a:lnTo>
                        <a:pt x="231" y="62"/>
                      </a:lnTo>
                      <a:lnTo>
                        <a:pt x="237" y="46"/>
                      </a:lnTo>
                      <a:lnTo>
                        <a:pt x="221" y="41"/>
                      </a:lnTo>
                      <a:lnTo>
                        <a:pt x="204" y="41"/>
                      </a:lnTo>
                      <a:lnTo>
                        <a:pt x="188" y="46"/>
                      </a:lnTo>
                      <a:lnTo>
                        <a:pt x="172" y="46"/>
                      </a:lnTo>
                      <a:lnTo>
                        <a:pt x="156" y="62"/>
                      </a:lnTo>
                      <a:lnTo>
                        <a:pt x="156" y="46"/>
                      </a:lnTo>
                      <a:lnTo>
                        <a:pt x="172" y="36"/>
                      </a:lnTo>
                      <a:lnTo>
                        <a:pt x="188" y="26"/>
                      </a:lnTo>
                      <a:lnTo>
                        <a:pt x="210" y="21"/>
                      </a:lnTo>
                      <a:lnTo>
                        <a:pt x="226" y="15"/>
                      </a:lnTo>
                      <a:lnTo>
                        <a:pt x="242" y="15"/>
                      </a:lnTo>
                      <a:lnTo>
                        <a:pt x="258" y="10"/>
                      </a:lnTo>
                      <a:lnTo>
                        <a:pt x="274" y="10"/>
                      </a:lnTo>
                      <a:lnTo>
                        <a:pt x="290" y="5"/>
                      </a:lnTo>
                      <a:lnTo>
                        <a:pt x="307" y="5"/>
                      </a:lnTo>
                      <a:lnTo>
                        <a:pt x="323" y="0"/>
                      </a:lnTo>
                      <a:lnTo>
                        <a:pt x="339" y="0"/>
                      </a:lnTo>
                      <a:lnTo>
                        <a:pt x="355" y="0"/>
                      </a:lnTo>
                      <a:lnTo>
                        <a:pt x="371" y="0"/>
                      </a:lnTo>
                      <a:lnTo>
                        <a:pt x="387" y="0"/>
                      </a:lnTo>
                      <a:lnTo>
                        <a:pt x="420" y="0"/>
                      </a:lnTo>
                      <a:lnTo>
                        <a:pt x="463" y="0"/>
                      </a:lnTo>
                      <a:lnTo>
                        <a:pt x="484" y="0"/>
                      </a:lnTo>
                      <a:lnTo>
                        <a:pt x="506" y="0"/>
                      </a:lnTo>
                      <a:lnTo>
                        <a:pt x="527" y="5"/>
                      </a:lnTo>
                      <a:lnTo>
                        <a:pt x="543" y="15"/>
                      </a:lnTo>
                      <a:lnTo>
                        <a:pt x="554" y="31"/>
                      </a:lnTo>
                      <a:lnTo>
                        <a:pt x="570" y="36"/>
                      </a:lnTo>
                      <a:lnTo>
                        <a:pt x="586" y="46"/>
                      </a:lnTo>
                      <a:lnTo>
                        <a:pt x="603" y="51"/>
                      </a:lnTo>
                      <a:lnTo>
                        <a:pt x="619" y="51"/>
                      </a:lnTo>
                      <a:lnTo>
                        <a:pt x="635" y="57"/>
                      </a:lnTo>
                      <a:lnTo>
                        <a:pt x="651" y="67"/>
                      </a:lnTo>
                      <a:lnTo>
                        <a:pt x="667" y="77"/>
                      </a:lnTo>
                      <a:lnTo>
                        <a:pt x="678" y="93"/>
                      </a:lnTo>
                      <a:lnTo>
                        <a:pt x="694" y="98"/>
                      </a:lnTo>
                      <a:lnTo>
                        <a:pt x="699" y="113"/>
                      </a:lnTo>
                      <a:lnTo>
                        <a:pt x="715" y="128"/>
                      </a:lnTo>
                      <a:lnTo>
                        <a:pt x="721" y="149"/>
                      </a:lnTo>
                      <a:lnTo>
                        <a:pt x="721" y="164"/>
                      </a:lnTo>
                      <a:lnTo>
                        <a:pt x="726" y="180"/>
                      </a:lnTo>
                      <a:lnTo>
                        <a:pt x="726" y="195"/>
                      </a:lnTo>
                      <a:lnTo>
                        <a:pt x="726" y="211"/>
                      </a:lnTo>
                      <a:lnTo>
                        <a:pt x="726" y="226"/>
                      </a:lnTo>
                      <a:lnTo>
                        <a:pt x="726" y="242"/>
                      </a:lnTo>
                      <a:lnTo>
                        <a:pt x="726" y="257"/>
                      </a:lnTo>
                      <a:lnTo>
                        <a:pt x="737" y="272"/>
                      </a:lnTo>
                      <a:lnTo>
                        <a:pt x="737" y="288"/>
                      </a:lnTo>
                      <a:lnTo>
                        <a:pt x="737" y="303"/>
                      </a:lnTo>
                      <a:lnTo>
                        <a:pt x="737" y="319"/>
                      </a:lnTo>
                      <a:lnTo>
                        <a:pt x="732" y="334"/>
                      </a:lnTo>
                      <a:lnTo>
                        <a:pt x="715" y="349"/>
                      </a:lnTo>
                      <a:lnTo>
                        <a:pt x="694" y="360"/>
                      </a:lnTo>
                      <a:lnTo>
                        <a:pt x="678" y="365"/>
                      </a:lnTo>
                      <a:lnTo>
                        <a:pt x="662" y="375"/>
                      </a:lnTo>
                      <a:lnTo>
                        <a:pt x="646" y="380"/>
                      </a:lnTo>
                      <a:lnTo>
                        <a:pt x="629" y="385"/>
                      </a:lnTo>
                      <a:lnTo>
                        <a:pt x="613" y="396"/>
                      </a:lnTo>
                      <a:lnTo>
                        <a:pt x="597" y="401"/>
                      </a:lnTo>
                      <a:lnTo>
                        <a:pt x="581" y="401"/>
                      </a:lnTo>
                      <a:lnTo>
                        <a:pt x="559" y="406"/>
                      </a:lnTo>
                      <a:lnTo>
                        <a:pt x="538" y="406"/>
                      </a:lnTo>
                      <a:lnTo>
                        <a:pt x="522" y="406"/>
                      </a:lnTo>
                      <a:lnTo>
                        <a:pt x="500" y="406"/>
                      </a:lnTo>
                      <a:lnTo>
                        <a:pt x="484" y="406"/>
                      </a:lnTo>
                      <a:lnTo>
                        <a:pt x="468" y="406"/>
                      </a:lnTo>
                      <a:lnTo>
                        <a:pt x="452" y="406"/>
                      </a:lnTo>
                      <a:lnTo>
                        <a:pt x="436" y="406"/>
                      </a:lnTo>
                      <a:lnTo>
                        <a:pt x="420" y="406"/>
                      </a:lnTo>
                      <a:lnTo>
                        <a:pt x="403" y="406"/>
                      </a:lnTo>
                      <a:lnTo>
                        <a:pt x="387" y="406"/>
                      </a:lnTo>
                      <a:lnTo>
                        <a:pt x="371" y="406"/>
                      </a:lnTo>
                      <a:lnTo>
                        <a:pt x="355" y="406"/>
                      </a:lnTo>
                      <a:lnTo>
                        <a:pt x="339" y="406"/>
                      </a:lnTo>
                      <a:lnTo>
                        <a:pt x="323" y="406"/>
                      </a:lnTo>
                      <a:lnTo>
                        <a:pt x="307" y="406"/>
                      </a:lnTo>
                      <a:lnTo>
                        <a:pt x="285" y="406"/>
                      </a:lnTo>
                      <a:lnTo>
                        <a:pt x="269" y="406"/>
                      </a:lnTo>
                      <a:lnTo>
                        <a:pt x="253" y="406"/>
                      </a:lnTo>
                      <a:lnTo>
                        <a:pt x="237" y="406"/>
                      </a:lnTo>
                      <a:lnTo>
                        <a:pt x="221" y="406"/>
                      </a:lnTo>
                      <a:lnTo>
                        <a:pt x="204" y="406"/>
                      </a:lnTo>
                      <a:lnTo>
                        <a:pt x="188" y="396"/>
                      </a:lnTo>
                      <a:lnTo>
                        <a:pt x="172" y="391"/>
                      </a:lnTo>
                      <a:lnTo>
                        <a:pt x="156" y="385"/>
                      </a:lnTo>
                      <a:lnTo>
                        <a:pt x="140" y="380"/>
                      </a:lnTo>
                      <a:lnTo>
                        <a:pt x="124" y="375"/>
                      </a:lnTo>
                      <a:lnTo>
                        <a:pt x="108" y="365"/>
                      </a:lnTo>
                      <a:lnTo>
                        <a:pt x="91" y="355"/>
                      </a:lnTo>
                      <a:lnTo>
                        <a:pt x="81" y="339"/>
                      </a:lnTo>
                      <a:lnTo>
                        <a:pt x="65" y="334"/>
                      </a:lnTo>
                      <a:lnTo>
                        <a:pt x="59" y="319"/>
                      </a:lnTo>
                      <a:lnTo>
                        <a:pt x="43" y="303"/>
                      </a:lnTo>
                      <a:lnTo>
                        <a:pt x="38" y="288"/>
                      </a:lnTo>
                      <a:lnTo>
                        <a:pt x="22" y="272"/>
                      </a:lnTo>
                      <a:lnTo>
                        <a:pt x="16" y="252"/>
                      </a:lnTo>
                      <a:lnTo>
                        <a:pt x="5" y="231"/>
                      </a:lnTo>
                      <a:lnTo>
                        <a:pt x="0" y="216"/>
                      </a:lnTo>
                      <a:lnTo>
                        <a:pt x="0" y="200"/>
                      </a:lnTo>
                      <a:lnTo>
                        <a:pt x="0" y="185"/>
                      </a:lnTo>
                      <a:lnTo>
                        <a:pt x="0" y="170"/>
                      </a:lnTo>
                      <a:lnTo>
                        <a:pt x="5" y="149"/>
                      </a:lnTo>
                      <a:lnTo>
                        <a:pt x="11" y="134"/>
                      </a:lnTo>
                      <a:lnTo>
                        <a:pt x="27" y="123"/>
                      </a:lnTo>
                      <a:lnTo>
                        <a:pt x="38" y="108"/>
                      </a:lnTo>
                      <a:lnTo>
                        <a:pt x="54" y="108"/>
                      </a:lnTo>
                      <a:lnTo>
                        <a:pt x="70" y="103"/>
                      </a:lnTo>
                      <a:lnTo>
                        <a:pt x="86" y="98"/>
                      </a:lnTo>
                      <a:lnTo>
                        <a:pt x="102" y="98"/>
                      </a:lnTo>
                      <a:lnTo>
                        <a:pt x="113" y="82"/>
                      </a:lnTo>
                      <a:lnTo>
                        <a:pt x="113" y="67"/>
                      </a:lnTo>
                      <a:lnTo>
                        <a:pt x="129" y="98"/>
                      </a:lnTo>
                    </a:path>
                  </a:pathLst>
                </a:custGeom>
                <a:solidFill>
                  <a:srgbClr val="EAEAEA"/>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CC"/>
                    </a:solidFill>
                    <a:ea typeface="黑体" panose="02010609060101010101" pitchFamily="49" charset="-122"/>
                  </a:endParaRPr>
                </a:p>
              </p:txBody>
            </p:sp>
            <p:sp>
              <p:nvSpPr>
                <p:cNvPr id="1033309" name="Freeform 94"/>
                <p:cNvSpPr>
                  <a:spLocks noChangeArrowheads="1"/>
                </p:cNvSpPr>
                <p:nvPr/>
              </p:nvSpPr>
              <p:spPr bwMode="auto">
                <a:xfrm>
                  <a:off x="3193" y="270"/>
                  <a:ext cx="117" cy="118"/>
                </a:xfrm>
                <a:custGeom>
                  <a:avLst/>
                  <a:gdLst>
                    <a:gd name="T0" fmla="*/ 5 w 117"/>
                    <a:gd name="T1" fmla="*/ 66 h 118"/>
                    <a:gd name="T2" fmla="*/ 0 w 117"/>
                    <a:gd name="T3" fmla="*/ 51 h 118"/>
                    <a:gd name="T4" fmla="*/ 0 w 117"/>
                    <a:gd name="T5" fmla="*/ 36 h 118"/>
                    <a:gd name="T6" fmla="*/ 16 w 117"/>
                    <a:gd name="T7" fmla="*/ 25 h 118"/>
                    <a:gd name="T8" fmla="*/ 32 w 117"/>
                    <a:gd name="T9" fmla="*/ 15 h 118"/>
                    <a:gd name="T10" fmla="*/ 47 w 117"/>
                    <a:gd name="T11" fmla="*/ 0 h 118"/>
                    <a:gd name="T12" fmla="*/ 63 w 117"/>
                    <a:gd name="T13" fmla="*/ 0 h 118"/>
                    <a:gd name="T14" fmla="*/ 79 w 117"/>
                    <a:gd name="T15" fmla="*/ 0 h 118"/>
                    <a:gd name="T16" fmla="*/ 84 w 117"/>
                    <a:gd name="T17" fmla="*/ 15 h 118"/>
                    <a:gd name="T18" fmla="*/ 95 w 117"/>
                    <a:gd name="T19" fmla="*/ 31 h 118"/>
                    <a:gd name="T20" fmla="*/ 105 w 117"/>
                    <a:gd name="T21" fmla="*/ 46 h 118"/>
                    <a:gd name="T22" fmla="*/ 111 w 117"/>
                    <a:gd name="T23" fmla="*/ 61 h 118"/>
                    <a:gd name="T24" fmla="*/ 116 w 117"/>
                    <a:gd name="T25" fmla="*/ 76 h 118"/>
                    <a:gd name="T26" fmla="*/ 116 w 117"/>
                    <a:gd name="T27" fmla="*/ 92 h 118"/>
                    <a:gd name="T28" fmla="*/ 116 w 117"/>
                    <a:gd name="T29" fmla="*/ 107 h 118"/>
                    <a:gd name="T30" fmla="*/ 100 w 117"/>
                    <a:gd name="T31" fmla="*/ 117 h 118"/>
                    <a:gd name="T32" fmla="*/ 84 w 117"/>
                    <a:gd name="T33" fmla="*/ 117 h 118"/>
                    <a:gd name="T34" fmla="*/ 69 w 117"/>
                    <a:gd name="T35" fmla="*/ 117 h 118"/>
                    <a:gd name="T36" fmla="*/ 53 w 117"/>
                    <a:gd name="T37" fmla="*/ 117 h 118"/>
                    <a:gd name="T38" fmla="*/ 37 w 117"/>
                    <a:gd name="T39" fmla="*/ 112 h 118"/>
                    <a:gd name="T40" fmla="*/ 21 w 117"/>
                    <a:gd name="T41" fmla="*/ 102 h 118"/>
                    <a:gd name="T42" fmla="*/ 11 w 117"/>
                    <a:gd name="T43" fmla="*/ 86 h 118"/>
                    <a:gd name="T44" fmla="*/ 5 w 117"/>
                    <a:gd name="T45" fmla="*/ 71 h 118"/>
                    <a:gd name="T46" fmla="*/ 5 w 117"/>
                    <a:gd name="T47" fmla="*/ 66 h 1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117" h="118">
                      <a:moveTo>
                        <a:pt x="5" y="66"/>
                      </a:moveTo>
                      <a:lnTo>
                        <a:pt x="0" y="51"/>
                      </a:lnTo>
                      <a:lnTo>
                        <a:pt x="0" y="36"/>
                      </a:lnTo>
                      <a:lnTo>
                        <a:pt x="16" y="25"/>
                      </a:lnTo>
                      <a:lnTo>
                        <a:pt x="32" y="15"/>
                      </a:lnTo>
                      <a:lnTo>
                        <a:pt x="47" y="0"/>
                      </a:lnTo>
                      <a:lnTo>
                        <a:pt x="63" y="0"/>
                      </a:lnTo>
                      <a:lnTo>
                        <a:pt x="79" y="0"/>
                      </a:lnTo>
                      <a:lnTo>
                        <a:pt x="84" y="15"/>
                      </a:lnTo>
                      <a:lnTo>
                        <a:pt x="95" y="31"/>
                      </a:lnTo>
                      <a:lnTo>
                        <a:pt x="105" y="46"/>
                      </a:lnTo>
                      <a:lnTo>
                        <a:pt x="111" y="61"/>
                      </a:lnTo>
                      <a:lnTo>
                        <a:pt x="116" y="76"/>
                      </a:lnTo>
                      <a:lnTo>
                        <a:pt x="116" y="92"/>
                      </a:lnTo>
                      <a:lnTo>
                        <a:pt x="116" y="107"/>
                      </a:lnTo>
                      <a:lnTo>
                        <a:pt x="100" y="117"/>
                      </a:lnTo>
                      <a:lnTo>
                        <a:pt x="84" y="117"/>
                      </a:lnTo>
                      <a:lnTo>
                        <a:pt x="69" y="117"/>
                      </a:lnTo>
                      <a:lnTo>
                        <a:pt x="53" y="117"/>
                      </a:lnTo>
                      <a:lnTo>
                        <a:pt x="37" y="112"/>
                      </a:lnTo>
                      <a:lnTo>
                        <a:pt x="21" y="102"/>
                      </a:lnTo>
                      <a:lnTo>
                        <a:pt x="11" y="86"/>
                      </a:lnTo>
                      <a:lnTo>
                        <a:pt x="5" y="71"/>
                      </a:lnTo>
                      <a:lnTo>
                        <a:pt x="5" y="66"/>
                      </a:lnTo>
                    </a:path>
                  </a:pathLst>
                </a:custGeom>
                <a:solidFill>
                  <a:srgbClr val="EAEAEA"/>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CC"/>
                    </a:solidFill>
                    <a:ea typeface="黑体" panose="02010609060101010101" pitchFamily="49" charset="-122"/>
                  </a:endParaRPr>
                </a:p>
              </p:txBody>
            </p:sp>
            <p:sp>
              <p:nvSpPr>
                <p:cNvPr id="1033310" name="Freeform 95"/>
                <p:cNvSpPr>
                  <a:spLocks noChangeArrowheads="1"/>
                </p:cNvSpPr>
                <p:nvPr/>
              </p:nvSpPr>
              <p:spPr bwMode="auto">
                <a:xfrm>
                  <a:off x="3469" y="239"/>
                  <a:ext cx="82" cy="87"/>
                </a:xfrm>
                <a:custGeom>
                  <a:avLst/>
                  <a:gdLst>
                    <a:gd name="T0" fmla="*/ 0 w 82"/>
                    <a:gd name="T1" fmla="*/ 0 h 87"/>
                    <a:gd name="T2" fmla="*/ 16 w 82"/>
                    <a:gd name="T3" fmla="*/ 10 h 87"/>
                    <a:gd name="T4" fmla="*/ 32 w 82"/>
                    <a:gd name="T5" fmla="*/ 20 h 87"/>
                    <a:gd name="T6" fmla="*/ 49 w 82"/>
                    <a:gd name="T7" fmla="*/ 20 h 87"/>
                    <a:gd name="T8" fmla="*/ 65 w 82"/>
                    <a:gd name="T9" fmla="*/ 30 h 87"/>
                    <a:gd name="T10" fmla="*/ 76 w 82"/>
                    <a:gd name="T11" fmla="*/ 46 h 87"/>
                    <a:gd name="T12" fmla="*/ 81 w 82"/>
                    <a:gd name="T13" fmla="*/ 61 h 87"/>
                    <a:gd name="T14" fmla="*/ 81 w 82"/>
                    <a:gd name="T15" fmla="*/ 76 h 87"/>
                    <a:gd name="T16" fmla="*/ 65 w 82"/>
                    <a:gd name="T17" fmla="*/ 86 h 87"/>
                    <a:gd name="T18" fmla="*/ 49 w 82"/>
                    <a:gd name="T19" fmla="*/ 86 h 87"/>
                    <a:gd name="T20" fmla="*/ 27 w 82"/>
                    <a:gd name="T21" fmla="*/ 81 h 87"/>
                    <a:gd name="T22" fmla="*/ 11 w 82"/>
                    <a:gd name="T23" fmla="*/ 71 h 87"/>
                    <a:gd name="T24" fmla="*/ 5 w 82"/>
                    <a:gd name="T25" fmla="*/ 56 h 87"/>
                    <a:gd name="T26" fmla="*/ 0 w 82"/>
                    <a:gd name="T27" fmla="*/ 40 h 87"/>
                    <a:gd name="T28" fmla="*/ 0 w 82"/>
                    <a:gd name="T29" fmla="*/ 25 h 87"/>
                    <a:gd name="T30" fmla="*/ 11 w 82"/>
                    <a:gd name="T31" fmla="*/ 10 h 87"/>
                    <a:gd name="T32" fmla="*/ 0 w 82"/>
                    <a:gd name="T33" fmla="*/ 0 h 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82" h="87">
                      <a:moveTo>
                        <a:pt x="0" y="0"/>
                      </a:moveTo>
                      <a:lnTo>
                        <a:pt x="16" y="10"/>
                      </a:lnTo>
                      <a:lnTo>
                        <a:pt x="32" y="20"/>
                      </a:lnTo>
                      <a:lnTo>
                        <a:pt x="49" y="20"/>
                      </a:lnTo>
                      <a:lnTo>
                        <a:pt x="65" y="30"/>
                      </a:lnTo>
                      <a:lnTo>
                        <a:pt x="76" y="46"/>
                      </a:lnTo>
                      <a:lnTo>
                        <a:pt x="81" y="61"/>
                      </a:lnTo>
                      <a:lnTo>
                        <a:pt x="81" y="76"/>
                      </a:lnTo>
                      <a:lnTo>
                        <a:pt x="65" y="86"/>
                      </a:lnTo>
                      <a:lnTo>
                        <a:pt x="49" y="86"/>
                      </a:lnTo>
                      <a:lnTo>
                        <a:pt x="27" y="81"/>
                      </a:lnTo>
                      <a:lnTo>
                        <a:pt x="11" y="71"/>
                      </a:lnTo>
                      <a:lnTo>
                        <a:pt x="5" y="56"/>
                      </a:lnTo>
                      <a:lnTo>
                        <a:pt x="0" y="40"/>
                      </a:lnTo>
                      <a:lnTo>
                        <a:pt x="0" y="25"/>
                      </a:lnTo>
                      <a:lnTo>
                        <a:pt x="11" y="10"/>
                      </a:lnTo>
                      <a:lnTo>
                        <a:pt x="0" y="0"/>
                      </a:lnTo>
                    </a:path>
                  </a:pathLst>
                </a:custGeom>
                <a:solidFill>
                  <a:srgbClr val="EAEAEA"/>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CC"/>
                    </a:solidFill>
                    <a:ea typeface="黑体" panose="02010609060101010101" pitchFamily="49" charset="-122"/>
                  </a:endParaRPr>
                </a:p>
              </p:txBody>
            </p:sp>
          </p:grpSp>
          <p:sp>
            <p:nvSpPr>
              <p:cNvPr id="1033311" name="Text Box 96"/>
              <p:cNvSpPr txBox="1">
                <a:spLocks noChangeArrowheads="1"/>
              </p:cNvSpPr>
              <p:nvPr/>
            </p:nvSpPr>
            <p:spPr bwMode="auto">
              <a:xfrm>
                <a:off x="4967" y="1856"/>
                <a:ext cx="342" cy="222"/>
              </a:xfrm>
              <a:prstGeom prst="rect">
                <a:avLst/>
              </a:prstGeom>
              <a:solidFill>
                <a:srgbClr val="EAEAEA"/>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zh-CN" altLang="en-US" sz="2000" b="1">
                    <a:solidFill>
                      <a:srgbClr val="0000CC"/>
                    </a:solidFill>
                    <a:ea typeface="黑体" panose="02010609060101010101" pitchFamily="49" charset="-122"/>
                  </a:rPr>
                  <a:t>网 </a:t>
                </a:r>
                <a:r>
                  <a:rPr lang="en-US" altLang="zh-CN" sz="2000" b="1">
                    <a:solidFill>
                      <a:srgbClr val="0000CC"/>
                    </a:solidFill>
                    <a:ea typeface="黑体" panose="02010609060101010101" pitchFamily="49" charset="-122"/>
                  </a:rPr>
                  <a:t>2</a:t>
                </a:r>
              </a:p>
            </p:txBody>
          </p:sp>
        </p:grpSp>
        <p:grpSp>
          <p:nvGrpSpPr>
            <p:cNvPr id="1033312" name="Group 97"/>
            <p:cNvGrpSpPr>
              <a:grpSpLocks/>
            </p:cNvGrpSpPr>
            <p:nvPr/>
          </p:nvGrpSpPr>
          <p:grpSpPr bwMode="auto">
            <a:xfrm>
              <a:off x="434" y="1253"/>
              <a:ext cx="755" cy="612"/>
              <a:chOff x="434" y="1298"/>
              <a:chExt cx="755" cy="612"/>
            </a:xfrm>
          </p:grpSpPr>
          <p:sp>
            <p:nvSpPr>
              <p:cNvPr id="1033313" name="Line 98"/>
              <p:cNvSpPr>
                <a:spLocks noChangeShapeType="1"/>
              </p:cNvSpPr>
              <p:nvPr/>
            </p:nvSpPr>
            <p:spPr bwMode="auto">
              <a:xfrm>
                <a:off x="434" y="1298"/>
                <a:ext cx="755" cy="612"/>
              </a:xfrm>
              <a:prstGeom prst="line">
                <a:avLst/>
              </a:prstGeom>
              <a:noFill/>
              <a:ln w="76200">
                <a:solidFill>
                  <a:srgbClr val="FF0000"/>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CC"/>
                  </a:solidFill>
                  <a:ea typeface="黑体" panose="02010609060101010101" pitchFamily="49" charset="-122"/>
                </a:endParaRPr>
              </a:p>
            </p:txBody>
          </p:sp>
          <p:sp>
            <p:nvSpPr>
              <p:cNvPr id="1033314" name="Line 99"/>
              <p:cNvSpPr>
                <a:spLocks noChangeShapeType="1"/>
              </p:cNvSpPr>
              <p:nvPr/>
            </p:nvSpPr>
            <p:spPr bwMode="auto">
              <a:xfrm flipH="1">
                <a:off x="434" y="1298"/>
                <a:ext cx="755" cy="612"/>
              </a:xfrm>
              <a:prstGeom prst="line">
                <a:avLst/>
              </a:prstGeom>
              <a:noFill/>
              <a:ln w="76200">
                <a:solidFill>
                  <a:srgbClr val="FF0000"/>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CC"/>
                  </a:solidFill>
                  <a:ea typeface="黑体" panose="02010609060101010101" pitchFamily="49" charset="-122"/>
                </a:endParaRPr>
              </a:p>
            </p:txBody>
          </p:sp>
        </p:grpSp>
        <p:sp>
          <p:nvSpPr>
            <p:cNvPr id="1033315" name="Text Box 100"/>
            <p:cNvSpPr txBox="1">
              <a:spLocks noChangeArrowheads="1"/>
            </p:cNvSpPr>
            <p:nvPr/>
          </p:nvSpPr>
          <p:spPr bwMode="auto">
            <a:xfrm>
              <a:off x="356" y="1979"/>
              <a:ext cx="970" cy="2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lnSpc>
                  <a:spcPct val="90000"/>
                </a:lnSpc>
              </a:pPr>
              <a:r>
                <a:rPr lang="zh-CN" altLang="en-US" sz="2000" b="1">
                  <a:solidFill>
                    <a:srgbClr val="0000CC"/>
                  </a:solidFill>
                  <a:ea typeface="黑体" panose="02010609060101010101" pitchFamily="49" charset="-122"/>
                </a:rPr>
                <a:t>网</a:t>
              </a:r>
              <a:r>
                <a:rPr lang="zh-CN" altLang="en-US" sz="1000" b="1">
                  <a:solidFill>
                    <a:srgbClr val="0000CC"/>
                  </a:solidFill>
                  <a:ea typeface="黑体" panose="02010609060101010101" pitchFamily="49" charset="-122"/>
                </a:rPr>
                <a:t> </a:t>
              </a:r>
              <a:r>
                <a:rPr lang="en-US" altLang="zh-CN" sz="2000" b="1">
                  <a:solidFill>
                    <a:srgbClr val="0000CC"/>
                  </a:solidFill>
                  <a:ea typeface="黑体" panose="02010609060101010101" pitchFamily="49" charset="-122"/>
                </a:rPr>
                <a:t>1</a:t>
              </a:r>
              <a:r>
                <a:rPr lang="zh-CN" altLang="en-US" sz="2000" b="1">
                  <a:solidFill>
                    <a:srgbClr val="0000CC"/>
                  </a:solidFill>
                  <a:ea typeface="黑体" panose="02010609060101010101" pitchFamily="49" charset="-122"/>
                </a:rPr>
                <a:t>出了故障</a:t>
              </a:r>
            </a:p>
          </p:txBody>
        </p:sp>
      </p:grpSp>
      <p:sp>
        <p:nvSpPr>
          <p:cNvPr id="1033316" name="Text Box 101"/>
          <p:cNvSpPr txBox="1">
            <a:spLocks noChangeArrowheads="1"/>
          </p:cNvSpPr>
          <p:nvPr/>
        </p:nvSpPr>
        <p:spPr bwMode="auto">
          <a:xfrm>
            <a:off x="266700" y="304800"/>
            <a:ext cx="441325" cy="1323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zh-CN" altLang="en-US" sz="2000" b="1">
                <a:solidFill>
                  <a:srgbClr val="0000CC"/>
                </a:solidFill>
                <a:ea typeface="黑体" panose="02010609060101010101" pitchFamily="49" charset="-122"/>
              </a:rPr>
              <a:t>正</a:t>
            </a:r>
          </a:p>
          <a:p>
            <a:pPr eaLnBrk="0" hangingPunct="0"/>
            <a:r>
              <a:rPr lang="zh-CN" altLang="en-US" sz="2000" b="1">
                <a:solidFill>
                  <a:srgbClr val="0000CC"/>
                </a:solidFill>
                <a:ea typeface="黑体" panose="02010609060101010101" pitchFamily="49" charset="-122"/>
              </a:rPr>
              <a:t>常</a:t>
            </a:r>
          </a:p>
          <a:p>
            <a:pPr eaLnBrk="0" hangingPunct="0"/>
            <a:r>
              <a:rPr lang="zh-CN" altLang="en-US" sz="2000" b="1">
                <a:solidFill>
                  <a:srgbClr val="0000CC"/>
                </a:solidFill>
                <a:ea typeface="黑体" panose="02010609060101010101" pitchFamily="49" charset="-122"/>
              </a:rPr>
              <a:t>情</a:t>
            </a:r>
          </a:p>
          <a:p>
            <a:pPr eaLnBrk="0" hangingPunct="0"/>
            <a:r>
              <a:rPr lang="zh-CN" altLang="en-US" sz="2000" b="1">
                <a:solidFill>
                  <a:srgbClr val="0000CC"/>
                </a:solidFill>
                <a:ea typeface="黑体" panose="02010609060101010101" pitchFamily="49" charset="-122"/>
              </a:rPr>
              <a:t>况</a:t>
            </a:r>
          </a:p>
        </p:txBody>
      </p:sp>
      <p:grpSp>
        <p:nvGrpSpPr>
          <p:cNvPr id="1033317" name="Group 102"/>
          <p:cNvGrpSpPr>
            <a:grpSpLocks/>
          </p:cNvGrpSpPr>
          <p:nvPr/>
        </p:nvGrpSpPr>
        <p:grpSpPr bwMode="auto">
          <a:xfrm>
            <a:off x="2436813" y="498475"/>
            <a:ext cx="1593850" cy="312738"/>
            <a:chOff x="1491" y="212"/>
            <a:chExt cx="853" cy="240"/>
          </a:xfrm>
        </p:grpSpPr>
        <p:sp>
          <p:nvSpPr>
            <p:cNvPr id="1033318" name="AutoShape 103"/>
            <p:cNvSpPr>
              <a:spLocks noChangeArrowheads="1"/>
            </p:cNvSpPr>
            <p:nvPr/>
          </p:nvSpPr>
          <p:spPr bwMode="auto">
            <a:xfrm>
              <a:off x="2089" y="271"/>
              <a:ext cx="255" cy="122"/>
            </a:xfrm>
            <a:prstGeom prst="rightArrow">
              <a:avLst>
                <a:gd name="adj1" fmla="val 50000"/>
                <a:gd name="adj2" fmla="val 52244"/>
              </a:avLst>
            </a:prstGeom>
            <a:solidFill>
              <a:srgbClr val="CCECFF"/>
            </a:solidFill>
            <a:ln w="9525">
              <a:solidFill>
                <a:schemeClr val="tx1"/>
              </a:solidFill>
              <a:miter lim="800000"/>
              <a:headEnd/>
              <a:tailEnd/>
            </a:ln>
          </p:spPr>
          <p:txBody>
            <a:bodyPr wrap="none" anchor="ctr"/>
            <a:lstStyle/>
            <a:p>
              <a:pPr eaLnBrk="0" hangingPunct="0"/>
              <a:endParaRPr lang="zh-CN" altLang="en-US" b="1">
                <a:solidFill>
                  <a:srgbClr val="0000CC"/>
                </a:solidFill>
                <a:ea typeface="黑体" panose="02010609060101010101" pitchFamily="49" charset="-122"/>
              </a:endParaRPr>
            </a:p>
          </p:txBody>
        </p:sp>
        <p:sp>
          <p:nvSpPr>
            <p:cNvPr id="1033319" name="Rectangle 104"/>
            <p:cNvSpPr>
              <a:spLocks noChangeArrowheads="1"/>
            </p:cNvSpPr>
            <p:nvPr/>
          </p:nvSpPr>
          <p:spPr bwMode="auto">
            <a:xfrm>
              <a:off x="1491" y="212"/>
              <a:ext cx="632" cy="240"/>
            </a:xfrm>
            <a:prstGeom prst="rect">
              <a:avLst/>
            </a:prstGeom>
            <a:solidFill>
              <a:srgbClr val="CCECFF"/>
            </a:solidFill>
            <a:ln w="9525">
              <a:solidFill>
                <a:schemeClr val="tx1"/>
              </a:solidFill>
              <a:miter lim="800000"/>
              <a:headEnd/>
              <a:tailEnd/>
            </a:ln>
          </p:spPr>
          <p:txBody>
            <a:bodyPr wrap="none" anchor="ctr"/>
            <a:lstStyle/>
            <a:p>
              <a:pPr eaLnBrk="0" hangingPunct="0"/>
              <a:endParaRPr lang="zh-CN" altLang="en-US" b="1">
                <a:solidFill>
                  <a:srgbClr val="0000CC"/>
                </a:solidFill>
                <a:ea typeface="黑体" panose="02010609060101010101" pitchFamily="49" charset="-122"/>
              </a:endParaRPr>
            </a:p>
          </p:txBody>
        </p:sp>
      </p:grpSp>
      <p:sp>
        <p:nvSpPr>
          <p:cNvPr id="1033320" name="Text Box 105"/>
          <p:cNvSpPr txBox="1">
            <a:spLocks noChangeArrowheads="1"/>
          </p:cNvSpPr>
          <p:nvPr/>
        </p:nvSpPr>
        <p:spPr bwMode="auto">
          <a:xfrm>
            <a:off x="2457450" y="573088"/>
            <a:ext cx="893763" cy="266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lnSpc>
                <a:spcPct val="50000"/>
              </a:lnSpc>
            </a:pPr>
            <a:r>
              <a:rPr lang="en-US" altLang="zh-CN" sz="2000" b="1">
                <a:solidFill>
                  <a:srgbClr val="0000CC"/>
                </a:solidFill>
                <a:ea typeface="黑体" panose="02010609060101010101" pitchFamily="49" charset="-122"/>
              </a:rPr>
              <a:t>1  1  </a:t>
            </a:r>
            <a:r>
              <a:rPr lang="en-US" altLang="zh-CN" sz="2000" b="1">
                <a:solidFill>
                  <a:srgbClr val="0000CC"/>
                </a:solidFill>
                <a:ea typeface="黑体" panose="02010609060101010101" pitchFamily="49" charset="-122"/>
                <a:sym typeface="Symbol" panose="05050102010706020507" pitchFamily="18" charset="2"/>
              </a:rPr>
              <a:t></a:t>
            </a:r>
            <a:endParaRPr lang="en-US" altLang="zh-CN" sz="2000" b="1" baseline="-25000">
              <a:solidFill>
                <a:srgbClr val="0000CC"/>
              </a:solidFill>
              <a:ea typeface="黑体" panose="02010609060101010101" pitchFamily="49" charset="-122"/>
              <a:sym typeface="Symbol" panose="05050102010706020507" pitchFamily="18" charset="2"/>
            </a:endParaRPr>
          </a:p>
        </p:txBody>
      </p:sp>
      <p:grpSp>
        <p:nvGrpSpPr>
          <p:cNvPr id="1033321" name="Group 106"/>
          <p:cNvGrpSpPr>
            <a:grpSpLocks/>
          </p:cNvGrpSpPr>
          <p:nvPr/>
        </p:nvGrpSpPr>
        <p:grpSpPr bwMode="auto">
          <a:xfrm>
            <a:off x="2693988" y="3140075"/>
            <a:ext cx="1633537" cy="331788"/>
            <a:chOff x="1566" y="2024"/>
            <a:chExt cx="950" cy="209"/>
          </a:xfrm>
        </p:grpSpPr>
        <p:grpSp>
          <p:nvGrpSpPr>
            <p:cNvPr id="1033322" name="Group 107"/>
            <p:cNvGrpSpPr>
              <a:grpSpLocks/>
            </p:cNvGrpSpPr>
            <p:nvPr/>
          </p:nvGrpSpPr>
          <p:grpSpPr bwMode="auto">
            <a:xfrm>
              <a:off x="1589" y="2024"/>
              <a:ext cx="927" cy="197"/>
              <a:chOff x="1491" y="212"/>
              <a:chExt cx="853" cy="240"/>
            </a:xfrm>
          </p:grpSpPr>
          <p:sp>
            <p:nvSpPr>
              <p:cNvPr id="1033323" name="AutoShape 108"/>
              <p:cNvSpPr>
                <a:spLocks noChangeArrowheads="1"/>
              </p:cNvSpPr>
              <p:nvPr/>
            </p:nvSpPr>
            <p:spPr bwMode="auto">
              <a:xfrm>
                <a:off x="2089" y="271"/>
                <a:ext cx="255" cy="122"/>
              </a:xfrm>
              <a:prstGeom prst="rightArrow">
                <a:avLst>
                  <a:gd name="adj1" fmla="val 50000"/>
                  <a:gd name="adj2" fmla="val 52244"/>
                </a:avLst>
              </a:prstGeom>
              <a:solidFill>
                <a:srgbClr val="CCECFF"/>
              </a:solidFill>
              <a:ln w="9525">
                <a:solidFill>
                  <a:schemeClr val="tx1"/>
                </a:solidFill>
                <a:miter lim="800000"/>
                <a:headEnd/>
                <a:tailEnd/>
              </a:ln>
            </p:spPr>
            <p:txBody>
              <a:bodyPr wrap="none" anchor="ctr"/>
              <a:lstStyle/>
              <a:p>
                <a:pPr eaLnBrk="0" hangingPunct="0"/>
                <a:endParaRPr lang="zh-CN" altLang="en-US" b="1">
                  <a:solidFill>
                    <a:srgbClr val="0000CC"/>
                  </a:solidFill>
                  <a:ea typeface="黑体" panose="02010609060101010101" pitchFamily="49" charset="-122"/>
                </a:endParaRPr>
              </a:p>
            </p:txBody>
          </p:sp>
          <p:sp>
            <p:nvSpPr>
              <p:cNvPr id="1033324" name="Rectangle 109"/>
              <p:cNvSpPr>
                <a:spLocks noChangeArrowheads="1"/>
              </p:cNvSpPr>
              <p:nvPr/>
            </p:nvSpPr>
            <p:spPr bwMode="auto">
              <a:xfrm>
                <a:off x="1491" y="212"/>
                <a:ext cx="632" cy="240"/>
              </a:xfrm>
              <a:prstGeom prst="rect">
                <a:avLst/>
              </a:prstGeom>
              <a:solidFill>
                <a:srgbClr val="CCECFF"/>
              </a:solidFill>
              <a:ln w="9525">
                <a:solidFill>
                  <a:schemeClr val="tx1"/>
                </a:solidFill>
                <a:miter lim="800000"/>
                <a:headEnd/>
                <a:tailEnd/>
              </a:ln>
            </p:spPr>
            <p:txBody>
              <a:bodyPr wrap="none" anchor="ctr"/>
              <a:lstStyle/>
              <a:p>
                <a:pPr eaLnBrk="0" hangingPunct="0"/>
                <a:endParaRPr lang="zh-CN" altLang="en-US" b="1">
                  <a:solidFill>
                    <a:srgbClr val="0000CC"/>
                  </a:solidFill>
                  <a:ea typeface="黑体" panose="02010609060101010101" pitchFamily="49" charset="-122"/>
                </a:endParaRPr>
              </a:p>
            </p:txBody>
          </p:sp>
        </p:grpSp>
        <p:sp>
          <p:nvSpPr>
            <p:cNvPr id="1033325" name="Text Box 110"/>
            <p:cNvSpPr txBox="1">
              <a:spLocks noChangeArrowheads="1"/>
            </p:cNvSpPr>
            <p:nvPr/>
          </p:nvSpPr>
          <p:spPr bwMode="auto">
            <a:xfrm>
              <a:off x="1566" y="2066"/>
              <a:ext cx="602" cy="16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lnSpc>
                  <a:spcPct val="50000"/>
                </a:lnSpc>
              </a:pPr>
              <a:r>
                <a:rPr lang="en-US" altLang="zh-CN" sz="2000" b="1">
                  <a:solidFill>
                    <a:srgbClr val="0000CC"/>
                  </a:solidFill>
                  <a:ea typeface="黑体" panose="02010609060101010101" pitchFamily="49" charset="-122"/>
                </a:rPr>
                <a:t>1  16  </a:t>
              </a:r>
              <a:r>
                <a:rPr lang="en-US" altLang="zh-CN" sz="2000" b="1">
                  <a:solidFill>
                    <a:srgbClr val="0000CC"/>
                  </a:solidFill>
                  <a:ea typeface="黑体" panose="02010609060101010101" pitchFamily="49" charset="-122"/>
                  <a:sym typeface="Symbol" panose="05050102010706020507" pitchFamily="18" charset="2"/>
                </a:rPr>
                <a:t></a:t>
              </a:r>
              <a:endParaRPr lang="en-US" altLang="zh-CN" sz="2000" b="1" baseline="-25000">
                <a:solidFill>
                  <a:srgbClr val="0000CC"/>
                </a:solidFill>
                <a:ea typeface="黑体" panose="02010609060101010101" pitchFamily="49" charset="-122"/>
                <a:sym typeface="Symbol" panose="05050102010706020507" pitchFamily="18" charset="2"/>
              </a:endParaRPr>
            </a:p>
          </p:txBody>
        </p:sp>
      </p:grpSp>
      <p:grpSp>
        <p:nvGrpSpPr>
          <p:cNvPr id="578671" name="Group 111"/>
          <p:cNvGrpSpPr/>
          <p:nvPr/>
        </p:nvGrpSpPr>
        <p:grpSpPr bwMode="auto">
          <a:xfrm flipH="1">
            <a:off x="6045068" y="521261"/>
            <a:ext cx="1594246" cy="312737"/>
            <a:chOff x="1491" y="212"/>
            <a:chExt cx="853" cy="240"/>
          </a:xfrm>
          <a:solidFill>
            <a:srgbClr val="66FF66"/>
          </a:solidFill>
        </p:grpSpPr>
        <p:sp>
          <p:nvSpPr>
            <p:cNvPr id="578672" name="AutoShape 112"/>
            <p:cNvSpPr>
              <a:spLocks noChangeArrowheads="1"/>
            </p:cNvSpPr>
            <p:nvPr/>
          </p:nvSpPr>
          <p:spPr bwMode="auto">
            <a:xfrm>
              <a:off x="2089" y="271"/>
              <a:ext cx="255" cy="122"/>
            </a:xfrm>
            <a:prstGeom prst="rightArrow">
              <a:avLst>
                <a:gd name="adj1" fmla="val 50000"/>
                <a:gd name="adj2" fmla="val 52254"/>
              </a:avLst>
            </a:prstGeom>
            <a:grp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noProof="1">
                <a:solidFill>
                  <a:srgbClr val="0000CC"/>
                </a:solidFill>
                <a:latin typeface="+mn-lt"/>
                <a:ea typeface="黑体" panose="02010609060101010101" pitchFamily="2" charset="-122"/>
              </a:endParaRPr>
            </a:p>
          </p:txBody>
        </p:sp>
        <p:sp>
          <p:nvSpPr>
            <p:cNvPr id="578673" name="Rectangle 113"/>
            <p:cNvSpPr>
              <a:spLocks noChangeArrowheads="1"/>
            </p:cNvSpPr>
            <p:nvPr/>
          </p:nvSpPr>
          <p:spPr bwMode="auto">
            <a:xfrm>
              <a:off x="1491" y="212"/>
              <a:ext cx="632" cy="240"/>
            </a:xfrm>
            <a:prstGeom prst="rect">
              <a:avLst/>
            </a:prstGeom>
            <a:grpFill/>
            <a:ln w="9525">
              <a:solidFill>
                <a:schemeClr val="tx1"/>
              </a:solidFill>
              <a:miter lim="800000"/>
            </a:ln>
            <a:effectLst/>
            <a:extLst>
              <a:ext uri="{AF507438-7753-43E0-B8FC-AC1667EBCBE1}">
                <a14:hiddenEffects xmlns:a14="http://schemas.microsoft.com/office/drawing/2010/main">
                  <a:effectLst>
                    <a:outerShdw dist="45791" dir="2021404" algn="ctr" rotWithShape="0">
                      <a:schemeClr val="bg2"/>
                    </a:outerShdw>
                  </a:effectLst>
                </a14:hiddenEffects>
              </a:ext>
            </a:extLst>
          </p:spPr>
          <p:txBody>
            <a:bodyPr wrap="none" anchor="ctr"/>
            <a:lstStyle/>
            <a:p>
              <a:endParaRPr lang="zh-CN" altLang="en-US" b="1" noProof="1">
                <a:solidFill>
                  <a:srgbClr val="0000CC"/>
                </a:solidFill>
                <a:latin typeface="+mn-lt"/>
                <a:ea typeface="黑体" panose="02010609060101010101" pitchFamily="2" charset="-122"/>
              </a:endParaRPr>
            </a:p>
          </p:txBody>
        </p:sp>
      </p:grpSp>
      <p:sp>
        <p:nvSpPr>
          <p:cNvPr id="1033327" name="Text Box 114"/>
          <p:cNvSpPr txBox="1">
            <a:spLocks noChangeArrowheads="1"/>
          </p:cNvSpPr>
          <p:nvPr/>
        </p:nvSpPr>
        <p:spPr bwMode="auto">
          <a:xfrm>
            <a:off x="6467475" y="615950"/>
            <a:ext cx="1033463" cy="266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lnSpc>
                <a:spcPct val="50000"/>
              </a:lnSpc>
            </a:pPr>
            <a:r>
              <a:rPr lang="en-US" altLang="zh-CN" sz="2000" b="1">
                <a:solidFill>
                  <a:srgbClr val="0000CC"/>
                </a:solidFill>
                <a:ea typeface="黑体" panose="02010609060101010101" pitchFamily="49" charset="-122"/>
              </a:rPr>
              <a:t>1  2  </a:t>
            </a:r>
            <a:r>
              <a:rPr lang="en-US" altLang="zh-CN" sz="2000" b="1">
                <a:solidFill>
                  <a:srgbClr val="0000CC"/>
                </a:solidFill>
                <a:ea typeface="黑体" panose="02010609060101010101" pitchFamily="49" charset="-122"/>
                <a:sym typeface="Symbol" panose="05050102010706020507" pitchFamily="18" charset="2"/>
              </a:rPr>
              <a:t>R</a:t>
            </a:r>
            <a:r>
              <a:rPr lang="en-US" altLang="zh-CN" sz="2000" b="1" baseline="-25000">
                <a:solidFill>
                  <a:srgbClr val="0000CC"/>
                </a:solidFill>
                <a:ea typeface="黑体" panose="02010609060101010101" pitchFamily="49" charset="-122"/>
                <a:sym typeface="Symbol" panose="05050102010706020507" pitchFamily="18" charset="2"/>
              </a:rPr>
              <a:t>1</a:t>
            </a:r>
          </a:p>
        </p:txBody>
      </p:sp>
      <p:grpSp>
        <p:nvGrpSpPr>
          <p:cNvPr id="578675" name="Group 115"/>
          <p:cNvGrpSpPr/>
          <p:nvPr/>
        </p:nvGrpSpPr>
        <p:grpSpPr bwMode="auto">
          <a:xfrm>
            <a:off x="6045068" y="3088416"/>
            <a:ext cx="1594246" cy="361951"/>
            <a:chOff x="3515" y="1991"/>
            <a:chExt cx="927" cy="228"/>
          </a:xfrm>
          <a:solidFill>
            <a:srgbClr val="66FF66"/>
          </a:solidFill>
        </p:grpSpPr>
        <p:grpSp>
          <p:nvGrpSpPr>
            <p:cNvPr id="578676" name="Group 116"/>
            <p:cNvGrpSpPr/>
            <p:nvPr/>
          </p:nvGrpSpPr>
          <p:grpSpPr bwMode="auto">
            <a:xfrm flipH="1">
              <a:off x="3515" y="1991"/>
              <a:ext cx="927" cy="197"/>
              <a:chOff x="1491" y="212"/>
              <a:chExt cx="853" cy="240"/>
            </a:xfrm>
            <a:grpFill/>
          </p:grpSpPr>
          <p:sp>
            <p:nvSpPr>
              <p:cNvPr id="578677" name="AutoShape 117"/>
              <p:cNvSpPr>
                <a:spLocks noChangeArrowheads="1"/>
              </p:cNvSpPr>
              <p:nvPr/>
            </p:nvSpPr>
            <p:spPr bwMode="auto">
              <a:xfrm>
                <a:off x="2089" y="271"/>
                <a:ext cx="255" cy="122"/>
              </a:xfrm>
              <a:prstGeom prst="rightArrow">
                <a:avLst>
                  <a:gd name="adj1" fmla="val 50000"/>
                  <a:gd name="adj2" fmla="val 52254"/>
                </a:avLst>
              </a:prstGeom>
              <a:grp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noProof="1">
                  <a:solidFill>
                    <a:srgbClr val="0000CC"/>
                  </a:solidFill>
                  <a:latin typeface="+mn-lt"/>
                  <a:ea typeface="黑体" panose="02010609060101010101" pitchFamily="2" charset="-122"/>
                </a:endParaRPr>
              </a:p>
            </p:txBody>
          </p:sp>
          <p:sp>
            <p:nvSpPr>
              <p:cNvPr id="578678" name="Rectangle 118"/>
              <p:cNvSpPr>
                <a:spLocks noChangeArrowheads="1"/>
              </p:cNvSpPr>
              <p:nvPr/>
            </p:nvSpPr>
            <p:spPr bwMode="auto">
              <a:xfrm>
                <a:off x="1491" y="212"/>
                <a:ext cx="632" cy="240"/>
              </a:xfrm>
              <a:prstGeom prst="rect">
                <a:avLst/>
              </a:prstGeom>
              <a:grpFill/>
              <a:ln w="9525">
                <a:solidFill>
                  <a:schemeClr val="tx1"/>
                </a:solidFill>
                <a:miter lim="800000"/>
              </a:ln>
              <a:effectLst/>
              <a:extLst>
                <a:ext uri="{AF507438-7753-43E0-B8FC-AC1667EBCBE1}">
                  <a14:hiddenEffects xmlns:a14="http://schemas.microsoft.com/office/drawing/2010/main">
                    <a:effectLst>
                      <a:outerShdw dist="45791" dir="2021404" algn="ctr" rotWithShape="0">
                        <a:schemeClr val="bg2"/>
                      </a:outerShdw>
                    </a:effectLst>
                  </a14:hiddenEffects>
                </a:ext>
              </a:extLst>
            </p:spPr>
            <p:txBody>
              <a:bodyPr wrap="none" anchor="ctr"/>
              <a:lstStyle/>
              <a:p>
                <a:endParaRPr lang="zh-CN" altLang="en-US" b="1" noProof="1">
                  <a:solidFill>
                    <a:srgbClr val="0000CC"/>
                  </a:solidFill>
                  <a:latin typeface="+mn-lt"/>
                  <a:ea typeface="黑体" panose="02010609060101010101" pitchFamily="2" charset="-122"/>
                </a:endParaRPr>
              </a:p>
            </p:txBody>
          </p:sp>
        </p:grpSp>
        <p:sp>
          <p:nvSpPr>
            <p:cNvPr id="578679" name="Text Box 119"/>
            <p:cNvSpPr txBox="1">
              <a:spLocks noChangeArrowheads="1"/>
            </p:cNvSpPr>
            <p:nvPr/>
          </p:nvSpPr>
          <p:spPr bwMode="auto">
            <a:xfrm>
              <a:off x="3761" y="2051"/>
              <a:ext cx="600" cy="168"/>
            </a:xfrm>
            <a:prstGeom prst="rect">
              <a:avLst/>
            </a:prstGeom>
            <a:no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nSpc>
                  <a:spcPct val="50000"/>
                </a:lnSpc>
              </a:pPr>
              <a:r>
                <a:rPr kumimoji="1" lang="en-US" altLang="zh-CN" sz="2000" b="1" noProof="1">
                  <a:solidFill>
                    <a:srgbClr val="0000CC"/>
                  </a:solidFill>
                  <a:latin typeface="+mn-lt"/>
                  <a:ea typeface="黑体" panose="02010609060101010101" pitchFamily="2" charset="-122"/>
                </a:rPr>
                <a:t>1  2  </a:t>
              </a:r>
              <a:r>
                <a:rPr kumimoji="1" lang="en-US" altLang="zh-CN" sz="2000" b="1" noProof="1">
                  <a:solidFill>
                    <a:srgbClr val="0000CC"/>
                  </a:solidFill>
                  <a:latin typeface="+mn-lt"/>
                  <a:ea typeface="黑体" panose="02010609060101010101" pitchFamily="2" charset="-122"/>
                  <a:sym typeface="Symbol" panose="05050102010706020507" pitchFamily="18" charset="2"/>
                </a:rPr>
                <a:t>R</a:t>
              </a:r>
              <a:r>
                <a:rPr kumimoji="1" lang="en-US" altLang="zh-CN" sz="2000" b="1" baseline="-25000" noProof="1">
                  <a:solidFill>
                    <a:srgbClr val="0000CC"/>
                  </a:solidFill>
                  <a:latin typeface="+mn-lt"/>
                  <a:ea typeface="黑体" panose="02010609060101010101" pitchFamily="2" charset="-122"/>
                  <a:sym typeface="Symbol" panose="05050102010706020507" pitchFamily="18" charset="2"/>
                </a:rPr>
                <a:t>1</a:t>
              </a:r>
            </a:p>
          </p:txBody>
        </p:sp>
      </p:grpSp>
      <p:sp>
        <p:nvSpPr>
          <p:cNvPr id="1033329" name="Text Box 120"/>
          <p:cNvSpPr txBox="1">
            <a:spLocks noChangeArrowheads="1"/>
          </p:cNvSpPr>
          <p:nvPr/>
        </p:nvSpPr>
        <p:spPr bwMode="auto">
          <a:xfrm>
            <a:off x="3027363" y="4437063"/>
            <a:ext cx="6373812" cy="830262"/>
          </a:xfrm>
          <a:prstGeom prst="rect">
            <a:avLst/>
          </a:prstGeom>
          <a:solidFill>
            <a:srgbClr val="FFFF99"/>
          </a:solidFill>
          <a:ln w="9525">
            <a:solidFill>
              <a:schemeClr val="tx2"/>
            </a:solidFill>
            <a:miter lim="800000"/>
            <a:headEnd/>
            <a:tailEnd/>
          </a:ln>
        </p:spPr>
        <p:txBody>
          <a:bodyPr>
            <a:spAutoFit/>
          </a:bodyPr>
          <a:lstStyle/>
          <a:p>
            <a:pPr algn="just" eaLnBrk="0" hangingPunct="0"/>
            <a:r>
              <a:rPr lang="en-US" altLang="zh-CN" sz="2400" b="1">
                <a:solidFill>
                  <a:srgbClr val="0000CC"/>
                </a:solidFill>
                <a:ea typeface="黑体" panose="02010609060101010101" pitchFamily="49" charset="-122"/>
              </a:rPr>
              <a:t>R</a:t>
            </a:r>
            <a:r>
              <a:rPr lang="en-US" altLang="zh-CN" sz="2400" b="1" baseline="-25000">
                <a:solidFill>
                  <a:srgbClr val="0000CC"/>
                </a:solidFill>
                <a:ea typeface="黑体" panose="02010609060101010101" pitchFamily="49" charset="-122"/>
              </a:rPr>
              <a:t>2 </a:t>
            </a:r>
            <a:r>
              <a:rPr lang="zh-CN" altLang="en-US" sz="2400" b="1">
                <a:solidFill>
                  <a:srgbClr val="0000CC"/>
                </a:solidFill>
                <a:ea typeface="黑体" panose="02010609060101010101" pitchFamily="49" charset="-122"/>
              </a:rPr>
              <a:t>以后又更新自己的路由表为“</a:t>
            </a:r>
            <a:r>
              <a:rPr lang="en-US" altLang="zh-CN" sz="2400" b="1">
                <a:solidFill>
                  <a:srgbClr val="0000CC"/>
                </a:solidFill>
                <a:ea typeface="黑体" panose="02010609060101010101" pitchFamily="49" charset="-122"/>
              </a:rPr>
              <a:t>1, 4, R</a:t>
            </a:r>
            <a:r>
              <a:rPr lang="en-US" altLang="zh-CN" sz="2400" b="1" baseline="-25000">
                <a:solidFill>
                  <a:srgbClr val="0000CC"/>
                </a:solidFill>
                <a:ea typeface="黑体" panose="02010609060101010101" pitchFamily="49" charset="-122"/>
              </a:rPr>
              <a:t>1</a:t>
            </a:r>
            <a:r>
              <a:rPr lang="en-US" altLang="zh-CN" sz="2400" b="1">
                <a:solidFill>
                  <a:srgbClr val="0000CC"/>
                </a:solidFill>
                <a:ea typeface="黑体" panose="02010609060101010101" pitchFamily="49" charset="-122"/>
              </a:rPr>
              <a:t>”</a:t>
            </a:r>
            <a:r>
              <a:rPr lang="zh-CN" altLang="en-US" sz="2400" b="1">
                <a:solidFill>
                  <a:srgbClr val="0000CC"/>
                </a:solidFill>
                <a:ea typeface="黑体" panose="02010609060101010101" pitchFamily="49" charset="-122"/>
              </a:rPr>
              <a:t>，表明 “我到网 </a:t>
            </a:r>
            <a:r>
              <a:rPr lang="en-US" altLang="zh-CN" sz="2400" b="1">
                <a:solidFill>
                  <a:srgbClr val="0000CC"/>
                </a:solidFill>
                <a:ea typeface="黑体" panose="02010609060101010101" pitchFamily="49" charset="-122"/>
              </a:rPr>
              <a:t>1 </a:t>
            </a:r>
            <a:r>
              <a:rPr lang="zh-CN" altLang="en-US" sz="2400" b="1">
                <a:solidFill>
                  <a:srgbClr val="0000CC"/>
                </a:solidFill>
                <a:ea typeface="黑体" panose="02010609060101010101" pitchFamily="49" charset="-122"/>
              </a:rPr>
              <a:t>距离是 </a:t>
            </a:r>
            <a:r>
              <a:rPr lang="en-US" altLang="zh-CN" sz="2400" b="1">
                <a:solidFill>
                  <a:srgbClr val="0000CC"/>
                </a:solidFill>
                <a:ea typeface="黑体" panose="02010609060101010101" pitchFamily="49" charset="-122"/>
              </a:rPr>
              <a:t>4</a:t>
            </a:r>
            <a:r>
              <a:rPr lang="zh-CN" altLang="en-US" sz="2400" b="1">
                <a:solidFill>
                  <a:srgbClr val="0000CC"/>
                </a:solidFill>
                <a:ea typeface="黑体" panose="02010609060101010101" pitchFamily="49" charset="-122"/>
              </a:rPr>
              <a:t>，下一跳经过 </a:t>
            </a:r>
            <a:r>
              <a:rPr lang="en-US" altLang="zh-CN" sz="2400" b="1">
                <a:solidFill>
                  <a:srgbClr val="0000CC"/>
                </a:solidFill>
                <a:ea typeface="黑体" panose="02010609060101010101" pitchFamily="49" charset="-122"/>
              </a:rPr>
              <a:t>R</a:t>
            </a:r>
            <a:r>
              <a:rPr lang="en-US" altLang="zh-CN" sz="2400" b="1" baseline="-25000">
                <a:solidFill>
                  <a:srgbClr val="0000CC"/>
                </a:solidFill>
                <a:ea typeface="黑体" panose="02010609060101010101" pitchFamily="49" charset="-122"/>
              </a:rPr>
              <a:t>1</a:t>
            </a:r>
            <a:r>
              <a:rPr lang="en-US" altLang="zh-CN" sz="2400" b="1">
                <a:solidFill>
                  <a:srgbClr val="0000CC"/>
                </a:solidFill>
                <a:ea typeface="黑体" panose="02010609060101010101" pitchFamily="49" charset="-122"/>
              </a:rPr>
              <a:t>”</a:t>
            </a:r>
            <a:r>
              <a:rPr lang="zh-CN" altLang="en-US" sz="2400" b="1">
                <a:solidFill>
                  <a:srgbClr val="0000CC"/>
                </a:solidFill>
                <a:ea typeface="黑体" panose="02010609060101010101" pitchFamily="49" charset="-122"/>
              </a:rPr>
              <a:t>。 </a:t>
            </a:r>
          </a:p>
        </p:txBody>
      </p:sp>
      <p:grpSp>
        <p:nvGrpSpPr>
          <p:cNvPr id="1033330" name="Group 121"/>
          <p:cNvGrpSpPr>
            <a:grpSpLocks/>
          </p:cNvGrpSpPr>
          <p:nvPr/>
        </p:nvGrpSpPr>
        <p:grpSpPr bwMode="auto">
          <a:xfrm>
            <a:off x="2690813" y="3643313"/>
            <a:ext cx="1636712" cy="330200"/>
            <a:chOff x="1565" y="2478"/>
            <a:chExt cx="951" cy="208"/>
          </a:xfrm>
        </p:grpSpPr>
        <p:grpSp>
          <p:nvGrpSpPr>
            <p:cNvPr id="1033331" name="Group 122"/>
            <p:cNvGrpSpPr>
              <a:grpSpLocks/>
            </p:cNvGrpSpPr>
            <p:nvPr/>
          </p:nvGrpSpPr>
          <p:grpSpPr bwMode="auto">
            <a:xfrm>
              <a:off x="1589" y="2478"/>
              <a:ext cx="927" cy="197"/>
              <a:chOff x="1491" y="212"/>
              <a:chExt cx="853" cy="240"/>
            </a:xfrm>
          </p:grpSpPr>
          <p:sp>
            <p:nvSpPr>
              <p:cNvPr id="1033332" name="AutoShape 123"/>
              <p:cNvSpPr>
                <a:spLocks noChangeArrowheads="1"/>
              </p:cNvSpPr>
              <p:nvPr/>
            </p:nvSpPr>
            <p:spPr bwMode="auto">
              <a:xfrm>
                <a:off x="2089" y="271"/>
                <a:ext cx="255" cy="122"/>
              </a:xfrm>
              <a:prstGeom prst="rightArrow">
                <a:avLst>
                  <a:gd name="adj1" fmla="val 50000"/>
                  <a:gd name="adj2" fmla="val 52244"/>
                </a:avLst>
              </a:prstGeom>
              <a:solidFill>
                <a:srgbClr val="CCECFF"/>
              </a:solidFill>
              <a:ln w="9525">
                <a:solidFill>
                  <a:schemeClr val="tx1"/>
                </a:solidFill>
                <a:miter lim="800000"/>
                <a:headEnd/>
                <a:tailEnd/>
              </a:ln>
            </p:spPr>
            <p:txBody>
              <a:bodyPr wrap="none" anchor="ctr"/>
              <a:lstStyle/>
              <a:p>
                <a:pPr eaLnBrk="0" hangingPunct="0"/>
                <a:endParaRPr lang="zh-CN" altLang="en-US" b="1">
                  <a:solidFill>
                    <a:srgbClr val="0000CC"/>
                  </a:solidFill>
                  <a:ea typeface="黑体" panose="02010609060101010101" pitchFamily="49" charset="-122"/>
                </a:endParaRPr>
              </a:p>
            </p:txBody>
          </p:sp>
          <p:sp>
            <p:nvSpPr>
              <p:cNvPr id="1033333" name="Rectangle 124"/>
              <p:cNvSpPr>
                <a:spLocks noChangeArrowheads="1"/>
              </p:cNvSpPr>
              <p:nvPr/>
            </p:nvSpPr>
            <p:spPr bwMode="auto">
              <a:xfrm>
                <a:off x="1491" y="212"/>
                <a:ext cx="632" cy="240"/>
              </a:xfrm>
              <a:prstGeom prst="rect">
                <a:avLst/>
              </a:prstGeom>
              <a:solidFill>
                <a:srgbClr val="CCECFF"/>
              </a:solidFill>
              <a:ln w="9525">
                <a:solidFill>
                  <a:schemeClr val="tx1"/>
                </a:solidFill>
                <a:miter lim="800000"/>
                <a:headEnd/>
                <a:tailEnd/>
              </a:ln>
            </p:spPr>
            <p:txBody>
              <a:bodyPr wrap="none" anchor="ctr"/>
              <a:lstStyle/>
              <a:p>
                <a:pPr eaLnBrk="0" hangingPunct="0"/>
                <a:endParaRPr lang="zh-CN" altLang="en-US" b="1">
                  <a:solidFill>
                    <a:srgbClr val="0000CC"/>
                  </a:solidFill>
                  <a:ea typeface="黑体" panose="02010609060101010101" pitchFamily="49" charset="-122"/>
                </a:endParaRPr>
              </a:p>
            </p:txBody>
          </p:sp>
        </p:grpSp>
        <p:sp>
          <p:nvSpPr>
            <p:cNvPr id="1033334" name="Text Box 125"/>
            <p:cNvSpPr txBox="1">
              <a:spLocks noChangeArrowheads="1"/>
            </p:cNvSpPr>
            <p:nvPr/>
          </p:nvSpPr>
          <p:spPr bwMode="auto">
            <a:xfrm>
              <a:off x="1565" y="2518"/>
              <a:ext cx="600" cy="16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lnSpc>
                  <a:spcPct val="50000"/>
                </a:lnSpc>
              </a:pPr>
              <a:r>
                <a:rPr lang="en-US" altLang="zh-CN" sz="2000" b="1">
                  <a:solidFill>
                    <a:srgbClr val="0000CC"/>
                  </a:solidFill>
                  <a:ea typeface="黑体" panose="02010609060101010101" pitchFamily="49" charset="-122"/>
                </a:rPr>
                <a:t>1  3  </a:t>
              </a:r>
              <a:r>
                <a:rPr lang="en-US" altLang="zh-CN" sz="2000" b="1">
                  <a:solidFill>
                    <a:srgbClr val="0000CC"/>
                  </a:solidFill>
                  <a:ea typeface="黑体" panose="02010609060101010101" pitchFamily="49" charset="-122"/>
                  <a:sym typeface="Symbol" panose="05050102010706020507" pitchFamily="18" charset="2"/>
                </a:rPr>
                <a:t>R</a:t>
              </a:r>
              <a:r>
                <a:rPr lang="en-US" altLang="zh-CN" sz="2000" b="1" baseline="-25000">
                  <a:solidFill>
                    <a:srgbClr val="0000CC"/>
                  </a:solidFill>
                  <a:ea typeface="黑体" panose="02010609060101010101" pitchFamily="49" charset="-122"/>
                  <a:sym typeface="Symbol" panose="05050102010706020507" pitchFamily="18" charset="2"/>
                </a:rPr>
                <a:t>2</a:t>
              </a:r>
            </a:p>
          </p:txBody>
        </p:sp>
      </p:grpSp>
      <p:grpSp>
        <p:nvGrpSpPr>
          <p:cNvPr id="578686" name="Group 126"/>
          <p:cNvGrpSpPr/>
          <p:nvPr/>
        </p:nvGrpSpPr>
        <p:grpSpPr bwMode="auto">
          <a:xfrm>
            <a:off x="6045068" y="3932970"/>
            <a:ext cx="1594246" cy="349251"/>
            <a:chOff x="3515" y="2704"/>
            <a:chExt cx="927" cy="220"/>
          </a:xfrm>
          <a:solidFill>
            <a:srgbClr val="66FF66"/>
          </a:solidFill>
        </p:grpSpPr>
        <p:grpSp>
          <p:nvGrpSpPr>
            <p:cNvPr id="578687" name="Group 127"/>
            <p:cNvGrpSpPr/>
            <p:nvPr/>
          </p:nvGrpSpPr>
          <p:grpSpPr bwMode="auto">
            <a:xfrm flipH="1">
              <a:off x="3515" y="2704"/>
              <a:ext cx="927" cy="197"/>
              <a:chOff x="1491" y="212"/>
              <a:chExt cx="853" cy="240"/>
            </a:xfrm>
            <a:grpFill/>
          </p:grpSpPr>
          <p:sp>
            <p:nvSpPr>
              <p:cNvPr id="578688" name="AutoShape 128"/>
              <p:cNvSpPr>
                <a:spLocks noChangeArrowheads="1"/>
              </p:cNvSpPr>
              <p:nvPr/>
            </p:nvSpPr>
            <p:spPr bwMode="auto">
              <a:xfrm>
                <a:off x="2089" y="271"/>
                <a:ext cx="255" cy="122"/>
              </a:xfrm>
              <a:prstGeom prst="rightArrow">
                <a:avLst>
                  <a:gd name="adj1" fmla="val 50000"/>
                  <a:gd name="adj2" fmla="val 52254"/>
                </a:avLst>
              </a:prstGeom>
              <a:grp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noProof="1">
                  <a:solidFill>
                    <a:srgbClr val="0000CC"/>
                  </a:solidFill>
                  <a:latin typeface="+mn-lt"/>
                  <a:ea typeface="黑体" panose="02010609060101010101" pitchFamily="2" charset="-122"/>
                </a:endParaRPr>
              </a:p>
            </p:txBody>
          </p:sp>
          <p:sp>
            <p:nvSpPr>
              <p:cNvPr id="578689" name="Rectangle 129"/>
              <p:cNvSpPr>
                <a:spLocks noChangeArrowheads="1"/>
              </p:cNvSpPr>
              <p:nvPr/>
            </p:nvSpPr>
            <p:spPr bwMode="auto">
              <a:xfrm>
                <a:off x="1491" y="212"/>
                <a:ext cx="632" cy="240"/>
              </a:xfrm>
              <a:prstGeom prst="rect">
                <a:avLst/>
              </a:prstGeom>
              <a:grpFill/>
              <a:ln w="9525">
                <a:solidFill>
                  <a:schemeClr val="tx1"/>
                </a:solidFill>
                <a:miter lim="800000"/>
              </a:ln>
              <a:effectLst/>
              <a:extLst>
                <a:ext uri="{AF507438-7753-43E0-B8FC-AC1667EBCBE1}">
                  <a14:hiddenEffects xmlns:a14="http://schemas.microsoft.com/office/drawing/2010/main">
                    <a:effectLst>
                      <a:outerShdw dist="45791" dir="2021404" algn="ctr" rotWithShape="0">
                        <a:schemeClr val="bg2"/>
                      </a:outerShdw>
                    </a:effectLst>
                  </a14:hiddenEffects>
                </a:ext>
              </a:extLst>
            </p:spPr>
            <p:txBody>
              <a:bodyPr wrap="none" anchor="ctr"/>
              <a:lstStyle/>
              <a:p>
                <a:endParaRPr lang="zh-CN" altLang="en-US" b="1" noProof="1">
                  <a:solidFill>
                    <a:srgbClr val="0000CC"/>
                  </a:solidFill>
                  <a:latin typeface="+mn-lt"/>
                  <a:ea typeface="黑体" panose="02010609060101010101" pitchFamily="2" charset="-122"/>
                </a:endParaRPr>
              </a:p>
            </p:txBody>
          </p:sp>
        </p:grpSp>
        <p:sp>
          <p:nvSpPr>
            <p:cNvPr id="578690" name="Text Box 130"/>
            <p:cNvSpPr txBox="1">
              <a:spLocks noChangeArrowheads="1"/>
            </p:cNvSpPr>
            <p:nvPr/>
          </p:nvSpPr>
          <p:spPr bwMode="auto">
            <a:xfrm>
              <a:off x="3771" y="2756"/>
              <a:ext cx="600" cy="168"/>
            </a:xfrm>
            <a:prstGeom prst="rect">
              <a:avLst/>
            </a:prstGeom>
            <a:no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nSpc>
                  <a:spcPct val="50000"/>
                </a:lnSpc>
              </a:pPr>
              <a:r>
                <a:rPr kumimoji="1" lang="en-US" altLang="zh-CN" sz="2000" b="1" noProof="1">
                  <a:solidFill>
                    <a:srgbClr val="0000CC"/>
                  </a:solidFill>
                  <a:latin typeface="+mn-lt"/>
                  <a:ea typeface="黑体" panose="02010609060101010101" pitchFamily="2" charset="-122"/>
                </a:rPr>
                <a:t>1  4  </a:t>
              </a:r>
              <a:r>
                <a:rPr kumimoji="1" lang="en-US" altLang="zh-CN" sz="2000" b="1" noProof="1">
                  <a:solidFill>
                    <a:srgbClr val="0000CC"/>
                  </a:solidFill>
                  <a:latin typeface="+mn-lt"/>
                  <a:ea typeface="黑体" panose="02010609060101010101" pitchFamily="2" charset="-122"/>
                  <a:sym typeface="Symbol" panose="05050102010706020507" pitchFamily="18" charset="2"/>
                </a:rPr>
                <a:t>R</a:t>
              </a:r>
              <a:r>
                <a:rPr kumimoji="1" lang="en-US" altLang="zh-CN" sz="2000" b="1" baseline="-25000" noProof="1">
                  <a:solidFill>
                    <a:srgbClr val="0000CC"/>
                  </a:solidFill>
                  <a:latin typeface="+mn-lt"/>
                  <a:ea typeface="黑体" panose="02010609060101010101" pitchFamily="2" charset="-122"/>
                  <a:sym typeface="Symbol" panose="05050102010706020507" pitchFamily="18" charset="2"/>
                </a:rPr>
                <a:t>1</a:t>
              </a:r>
            </a:p>
          </p:txBody>
        </p:sp>
      </p:grpSp>
      <p:sp>
        <p:nvSpPr>
          <p:cNvPr id="1033336" name="灯片编号占位符 3"/>
          <p:cNvSpPr>
            <a:spLocks noGrp="1" noChangeArrowheads="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p>
            <a:fld id="{1E150D8B-E8D2-411D-9ACB-E1BFB37365E6}" type="slidenum">
              <a:rPr lang="zh-CN" altLang="en-US" smtClean="0"/>
              <a:pPr/>
              <a:t>31</a:t>
            </a:fld>
            <a:endParaRPr lang="en-US" altLang="zh-CN" smtClean="0"/>
          </a:p>
        </p:txBody>
      </p:sp>
      <p:sp>
        <p:nvSpPr>
          <p:cNvPr id="1033337" name="页脚占位符 4"/>
          <p:cNvSpPr>
            <a:spLocks noGrp="1" noChangeArrowheads="1"/>
          </p:cNvSpPr>
          <p:nvPr>
            <p:ph type="ftr"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p>
            <a:r>
              <a:rPr lang="en-US" altLang="zh-CN" smtClean="0"/>
              <a:t>ppt课件</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1" presetClass="entr" presetSubtype="0" fill="hold" nodeType="afterEffect">
                                  <p:stCondLst>
                                    <p:cond delay="500"/>
                                  </p:stCondLst>
                                  <p:childTnLst>
                                    <p:set>
                                      <p:cBhvr>
                                        <p:cTn id="6" dur="1" fill="hold">
                                          <p:stCondLst>
                                            <p:cond delay="0"/>
                                          </p:stCondLst>
                                        </p:cTn>
                                        <p:tgtEl>
                                          <p:spTgt spid="578686"/>
                                        </p:tgtEl>
                                        <p:attrNameLst>
                                          <p:attrName>style.visibility</p:attrName>
                                        </p:attrNameLst>
                                      </p:cBhvr>
                                      <p:to>
                                        <p:strVal val="visible"/>
                                      </p:to>
                                    </p:set>
                                  </p:childTnLst>
                                </p:cTn>
                              </p:par>
                            </p:childTnLst>
                          </p:cTn>
                        </p:par>
                        <p:par>
                          <p:cTn id="7" fill="hold" nodeType="afterGroup">
                            <p:stCondLst>
                              <p:cond delay="501"/>
                            </p:stCondLst>
                            <p:childTnLst>
                              <p:par>
                                <p:cTn id="8" presetID="35" presetClass="emph" presetSubtype="0" repeatCount="3000" fill="hold" nodeType="afterEffect">
                                  <p:stCondLst>
                                    <p:cond delay="500"/>
                                  </p:stCondLst>
                                  <p:childTnLst>
                                    <p:anim calcmode="discrete" valueType="str">
                                      <p:cBhvr>
                                        <p:cTn id="9" dur="1000" fill="hold"/>
                                        <p:tgtEl>
                                          <p:spTgt spid="578686"/>
                                        </p:tgtEl>
                                        <p:attrNameLst>
                                          <p:attrName>style.visibility</p:attrName>
                                        </p:attrNameLst>
                                      </p:cBhvr>
                                      <p:tavLst>
                                        <p:tav tm="0">
                                          <p:val>
                                            <p:strVal val="hidden"/>
                                          </p:val>
                                        </p:tav>
                                        <p:tav tm="50000">
                                          <p:val>
                                            <p:strVal val="visible"/>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35265" name="Line 2"/>
          <p:cNvSpPr>
            <a:spLocks noChangeShapeType="1"/>
          </p:cNvSpPr>
          <p:nvPr/>
        </p:nvSpPr>
        <p:spPr bwMode="auto">
          <a:xfrm>
            <a:off x="1785938" y="1063625"/>
            <a:ext cx="7010400"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CC"/>
              </a:solidFill>
              <a:ea typeface="黑体" panose="02010609060101010101" pitchFamily="49" charset="-122"/>
            </a:endParaRPr>
          </a:p>
        </p:txBody>
      </p:sp>
      <p:pic>
        <p:nvPicPr>
          <p:cNvPr id="1035266" name="Picture 3"/>
          <p:cNvPicPr>
            <a:picLocks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2813050" y="908050"/>
            <a:ext cx="790575" cy="3381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035267" name="Text Box 4"/>
          <p:cNvSpPr txBox="1">
            <a:spLocks noChangeArrowheads="1"/>
          </p:cNvSpPr>
          <p:nvPr/>
        </p:nvSpPr>
        <p:spPr bwMode="auto">
          <a:xfrm>
            <a:off x="6945313" y="1157288"/>
            <a:ext cx="465137"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en-US" altLang="zh-CN" sz="2000" b="1">
                <a:solidFill>
                  <a:srgbClr val="0000CC"/>
                </a:solidFill>
                <a:ea typeface="黑体" panose="02010609060101010101" pitchFamily="49" charset="-122"/>
              </a:rPr>
              <a:t>R</a:t>
            </a:r>
            <a:r>
              <a:rPr lang="en-US" altLang="zh-CN" sz="2000" b="1" baseline="-25000">
                <a:solidFill>
                  <a:srgbClr val="0000CC"/>
                </a:solidFill>
                <a:ea typeface="黑体" panose="02010609060101010101" pitchFamily="49" charset="-122"/>
              </a:rPr>
              <a:t>2</a:t>
            </a:r>
            <a:endParaRPr lang="en-US" altLang="zh-CN" sz="2000" b="1">
              <a:solidFill>
                <a:srgbClr val="0000CC"/>
              </a:solidFill>
              <a:ea typeface="黑体" panose="02010609060101010101" pitchFamily="49" charset="-122"/>
            </a:endParaRPr>
          </a:p>
        </p:txBody>
      </p:sp>
      <p:sp>
        <p:nvSpPr>
          <p:cNvPr id="1035268" name="Text Box 5"/>
          <p:cNvSpPr txBox="1">
            <a:spLocks noChangeArrowheads="1"/>
          </p:cNvSpPr>
          <p:nvPr/>
        </p:nvSpPr>
        <p:spPr bwMode="auto">
          <a:xfrm>
            <a:off x="3048000" y="1157288"/>
            <a:ext cx="465138"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en-US" altLang="zh-CN" sz="2000" b="1">
                <a:solidFill>
                  <a:srgbClr val="0000CC"/>
                </a:solidFill>
                <a:ea typeface="黑体" panose="02010609060101010101" pitchFamily="49" charset="-122"/>
              </a:rPr>
              <a:t>R</a:t>
            </a:r>
            <a:r>
              <a:rPr lang="en-US" altLang="zh-CN" sz="2000" b="1" baseline="-25000">
                <a:solidFill>
                  <a:srgbClr val="0000CC"/>
                </a:solidFill>
                <a:ea typeface="黑体" panose="02010609060101010101" pitchFamily="49" charset="-122"/>
              </a:rPr>
              <a:t>1</a:t>
            </a:r>
            <a:endParaRPr lang="en-US" altLang="zh-CN" sz="2000" b="1">
              <a:solidFill>
                <a:srgbClr val="0000CC"/>
              </a:solidFill>
              <a:ea typeface="黑体" panose="02010609060101010101" pitchFamily="49" charset="-122"/>
            </a:endParaRPr>
          </a:p>
        </p:txBody>
      </p:sp>
      <p:pic>
        <p:nvPicPr>
          <p:cNvPr id="1035269" name="Picture 6"/>
          <p:cNvPicPr>
            <a:picLocks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6708775" y="908050"/>
            <a:ext cx="790575" cy="3381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1035270" name="Group 7"/>
          <p:cNvGrpSpPr>
            <a:grpSpLocks/>
          </p:cNvGrpSpPr>
          <p:nvPr/>
        </p:nvGrpSpPr>
        <p:grpSpPr bwMode="auto">
          <a:xfrm>
            <a:off x="768350" y="631825"/>
            <a:ext cx="1277938" cy="858838"/>
            <a:chOff x="4830" y="1752"/>
            <a:chExt cx="667" cy="477"/>
          </a:xfrm>
        </p:grpSpPr>
        <p:grpSp>
          <p:nvGrpSpPr>
            <p:cNvPr id="1035271" name="Group 8"/>
            <p:cNvGrpSpPr>
              <a:grpSpLocks/>
            </p:cNvGrpSpPr>
            <p:nvPr/>
          </p:nvGrpSpPr>
          <p:grpSpPr bwMode="auto">
            <a:xfrm>
              <a:off x="4830" y="1752"/>
              <a:ext cx="667" cy="477"/>
              <a:chOff x="2949" y="196"/>
              <a:chExt cx="941" cy="598"/>
            </a:xfrm>
          </p:grpSpPr>
          <p:sp>
            <p:nvSpPr>
              <p:cNvPr id="1035272" name="Oval 9"/>
              <p:cNvSpPr>
                <a:spLocks noChangeArrowheads="1"/>
              </p:cNvSpPr>
              <p:nvPr/>
            </p:nvSpPr>
            <p:spPr bwMode="auto">
              <a:xfrm>
                <a:off x="3168" y="196"/>
                <a:ext cx="407" cy="162"/>
              </a:xfrm>
              <a:prstGeom prst="ellipse">
                <a:avLst/>
              </a:prstGeom>
              <a:solidFill>
                <a:srgbClr val="EAEAEA"/>
              </a:solidFill>
              <a:ln w="12700">
                <a:solidFill>
                  <a:schemeClr val="tx1"/>
                </a:solidFill>
                <a:round/>
                <a:headEnd/>
                <a:tailEnd/>
              </a:ln>
            </p:spPr>
            <p:txBody>
              <a:bodyPr wrap="none" anchor="ctr"/>
              <a:lstStyle/>
              <a:p>
                <a:pPr eaLnBrk="0" hangingPunct="0"/>
                <a:endParaRPr lang="zh-CN" altLang="en-US" b="1">
                  <a:solidFill>
                    <a:srgbClr val="0000CC"/>
                  </a:solidFill>
                  <a:ea typeface="黑体" panose="02010609060101010101" pitchFamily="49" charset="-122"/>
                </a:endParaRPr>
              </a:p>
            </p:txBody>
          </p:sp>
          <p:sp>
            <p:nvSpPr>
              <p:cNvPr id="1035273" name="Oval 10"/>
              <p:cNvSpPr>
                <a:spLocks noChangeArrowheads="1"/>
              </p:cNvSpPr>
              <p:nvPr/>
            </p:nvSpPr>
            <p:spPr bwMode="auto">
              <a:xfrm rot="900000">
                <a:off x="3512" y="252"/>
                <a:ext cx="275" cy="131"/>
              </a:xfrm>
              <a:prstGeom prst="ellipse">
                <a:avLst/>
              </a:prstGeom>
              <a:solidFill>
                <a:srgbClr val="EAEAEA"/>
              </a:solidFill>
              <a:ln w="12700">
                <a:solidFill>
                  <a:schemeClr val="tx1"/>
                </a:solidFill>
                <a:round/>
                <a:headEnd/>
                <a:tailEnd/>
              </a:ln>
            </p:spPr>
            <p:txBody>
              <a:bodyPr wrap="none" anchor="ctr"/>
              <a:lstStyle/>
              <a:p>
                <a:pPr eaLnBrk="0" hangingPunct="0"/>
                <a:endParaRPr lang="zh-CN" altLang="en-US" b="1">
                  <a:solidFill>
                    <a:srgbClr val="0000CC"/>
                  </a:solidFill>
                  <a:ea typeface="黑体" panose="02010609060101010101" pitchFamily="49" charset="-122"/>
                </a:endParaRPr>
              </a:p>
            </p:txBody>
          </p:sp>
          <p:sp>
            <p:nvSpPr>
              <p:cNvPr id="1035274" name="Oval 11"/>
              <p:cNvSpPr>
                <a:spLocks noChangeArrowheads="1"/>
              </p:cNvSpPr>
              <p:nvPr/>
            </p:nvSpPr>
            <p:spPr bwMode="auto">
              <a:xfrm rot="1500000">
                <a:off x="3650" y="385"/>
                <a:ext cx="240" cy="153"/>
              </a:xfrm>
              <a:prstGeom prst="ellipse">
                <a:avLst/>
              </a:prstGeom>
              <a:solidFill>
                <a:srgbClr val="EAEAEA"/>
              </a:solidFill>
              <a:ln w="12700">
                <a:solidFill>
                  <a:schemeClr val="tx1"/>
                </a:solidFill>
                <a:round/>
                <a:headEnd/>
                <a:tailEnd/>
              </a:ln>
            </p:spPr>
            <p:txBody>
              <a:bodyPr wrap="none" anchor="ctr"/>
              <a:lstStyle/>
              <a:p>
                <a:pPr eaLnBrk="0" hangingPunct="0"/>
                <a:endParaRPr lang="zh-CN" altLang="en-US" b="1">
                  <a:solidFill>
                    <a:srgbClr val="0000CC"/>
                  </a:solidFill>
                  <a:ea typeface="黑体" panose="02010609060101010101" pitchFamily="49" charset="-122"/>
                </a:endParaRPr>
              </a:p>
            </p:txBody>
          </p:sp>
          <p:sp>
            <p:nvSpPr>
              <p:cNvPr id="1035275" name="Oval 12"/>
              <p:cNvSpPr>
                <a:spLocks noChangeArrowheads="1"/>
              </p:cNvSpPr>
              <p:nvPr/>
            </p:nvSpPr>
            <p:spPr bwMode="auto">
              <a:xfrm rot="-1560000">
                <a:off x="3573" y="537"/>
                <a:ext cx="291" cy="189"/>
              </a:xfrm>
              <a:prstGeom prst="ellipse">
                <a:avLst/>
              </a:prstGeom>
              <a:solidFill>
                <a:srgbClr val="EAEAEA"/>
              </a:solidFill>
              <a:ln w="12700">
                <a:solidFill>
                  <a:schemeClr val="tx1"/>
                </a:solidFill>
                <a:round/>
                <a:headEnd/>
                <a:tailEnd/>
              </a:ln>
            </p:spPr>
            <p:txBody>
              <a:bodyPr wrap="none" anchor="ctr"/>
              <a:lstStyle/>
              <a:p>
                <a:pPr eaLnBrk="0" hangingPunct="0"/>
                <a:endParaRPr lang="zh-CN" altLang="en-US" b="1">
                  <a:solidFill>
                    <a:srgbClr val="0000CC"/>
                  </a:solidFill>
                  <a:ea typeface="黑体" panose="02010609060101010101" pitchFamily="49" charset="-122"/>
                </a:endParaRPr>
              </a:p>
            </p:txBody>
          </p:sp>
          <p:sp>
            <p:nvSpPr>
              <p:cNvPr id="1035276" name="Oval 13"/>
              <p:cNvSpPr>
                <a:spLocks noChangeArrowheads="1"/>
              </p:cNvSpPr>
              <p:nvPr/>
            </p:nvSpPr>
            <p:spPr bwMode="auto">
              <a:xfrm>
                <a:off x="3216" y="555"/>
                <a:ext cx="471" cy="239"/>
              </a:xfrm>
              <a:prstGeom prst="ellipse">
                <a:avLst/>
              </a:prstGeom>
              <a:solidFill>
                <a:srgbClr val="EAEAEA"/>
              </a:solidFill>
              <a:ln w="12700">
                <a:solidFill>
                  <a:schemeClr val="tx1"/>
                </a:solidFill>
                <a:round/>
                <a:headEnd/>
                <a:tailEnd/>
              </a:ln>
            </p:spPr>
            <p:txBody>
              <a:bodyPr wrap="none" anchor="ctr"/>
              <a:lstStyle/>
              <a:p>
                <a:pPr eaLnBrk="0" hangingPunct="0"/>
                <a:endParaRPr lang="zh-CN" altLang="en-US" b="1">
                  <a:solidFill>
                    <a:srgbClr val="0000CC"/>
                  </a:solidFill>
                  <a:ea typeface="黑体" panose="02010609060101010101" pitchFamily="49" charset="-122"/>
                </a:endParaRPr>
              </a:p>
            </p:txBody>
          </p:sp>
          <p:sp>
            <p:nvSpPr>
              <p:cNvPr id="1035277" name="Oval 14"/>
              <p:cNvSpPr>
                <a:spLocks noChangeArrowheads="1"/>
              </p:cNvSpPr>
              <p:nvPr/>
            </p:nvSpPr>
            <p:spPr bwMode="auto">
              <a:xfrm rot="1080000">
                <a:off x="3023" y="555"/>
                <a:ext cx="265" cy="156"/>
              </a:xfrm>
              <a:prstGeom prst="ellipse">
                <a:avLst/>
              </a:prstGeom>
              <a:solidFill>
                <a:srgbClr val="EAEAEA"/>
              </a:solidFill>
              <a:ln w="12700">
                <a:solidFill>
                  <a:schemeClr val="tx1"/>
                </a:solidFill>
                <a:round/>
                <a:headEnd/>
                <a:tailEnd/>
              </a:ln>
            </p:spPr>
            <p:txBody>
              <a:bodyPr wrap="none" anchor="ctr"/>
              <a:lstStyle/>
              <a:p>
                <a:pPr eaLnBrk="0" hangingPunct="0"/>
                <a:endParaRPr lang="zh-CN" altLang="en-US" b="1">
                  <a:solidFill>
                    <a:srgbClr val="0000CC"/>
                  </a:solidFill>
                  <a:ea typeface="黑体" panose="02010609060101010101" pitchFamily="49" charset="-122"/>
                </a:endParaRPr>
              </a:p>
            </p:txBody>
          </p:sp>
          <p:sp>
            <p:nvSpPr>
              <p:cNvPr id="1035278" name="Oval 15"/>
              <p:cNvSpPr>
                <a:spLocks noChangeArrowheads="1"/>
              </p:cNvSpPr>
              <p:nvPr/>
            </p:nvSpPr>
            <p:spPr bwMode="auto">
              <a:xfrm>
                <a:off x="2949" y="432"/>
                <a:ext cx="217" cy="156"/>
              </a:xfrm>
              <a:prstGeom prst="ellipse">
                <a:avLst/>
              </a:prstGeom>
              <a:solidFill>
                <a:srgbClr val="EAEAEA"/>
              </a:solidFill>
              <a:ln w="12700">
                <a:solidFill>
                  <a:schemeClr val="tx1"/>
                </a:solidFill>
                <a:round/>
                <a:headEnd/>
                <a:tailEnd/>
              </a:ln>
            </p:spPr>
            <p:txBody>
              <a:bodyPr wrap="none" anchor="ctr"/>
              <a:lstStyle/>
              <a:p>
                <a:pPr eaLnBrk="0" hangingPunct="0"/>
                <a:endParaRPr lang="zh-CN" altLang="en-US" b="1">
                  <a:solidFill>
                    <a:srgbClr val="0000CC"/>
                  </a:solidFill>
                  <a:ea typeface="黑体" panose="02010609060101010101" pitchFamily="49" charset="-122"/>
                </a:endParaRPr>
              </a:p>
            </p:txBody>
          </p:sp>
          <p:sp>
            <p:nvSpPr>
              <p:cNvPr id="1035279" name="Oval 16"/>
              <p:cNvSpPr>
                <a:spLocks noChangeArrowheads="1"/>
              </p:cNvSpPr>
              <p:nvPr/>
            </p:nvSpPr>
            <p:spPr bwMode="auto">
              <a:xfrm rot="-1860000">
                <a:off x="2984" y="310"/>
                <a:ext cx="295" cy="156"/>
              </a:xfrm>
              <a:prstGeom prst="ellipse">
                <a:avLst/>
              </a:prstGeom>
              <a:solidFill>
                <a:srgbClr val="EAEAEA"/>
              </a:solidFill>
              <a:ln w="12700">
                <a:solidFill>
                  <a:schemeClr val="tx1"/>
                </a:solidFill>
                <a:round/>
                <a:headEnd/>
                <a:tailEnd/>
              </a:ln>
            </p:spPr>
            <p:txBody>
              <a:bodyPr wrap="none" anchor="ctr"/>
              <a:lstStyle/>
              <a:p>
                <a:pPr eaLnBrk="0" hangingPunct="0"/>
                <a:endParaRPr lang="zh-CN" altLang="en-US" b="1">
                  <a:solidFill>
                    <a:srgbClr val="0000CC"/>
                  </a:solidFill>
                  <a:ea typeface="黑体" panose="02010609060101010101" pitchFamily="49" charset="-122"/>
                </a:endParaRPr>
              </a:p>
            </p:txBody>
          </p:sp>
          <p:sp>
            <p:nvSpPr>
              <p:cNvPr id="1035280" name="Freeform 17"/>
              <p:cNvSpPr>
                <a:spLocks noChangeArrowheads="1"/>
              </p:cNvSpPr>
              <p:nvPr/>
            </p:nvSpPr>
            <p:spPr bwMode="auto">
              <a:xfrm>
                <a:off x="3051" y="300"/>
                <a:ext cx="738" cy="407"/>
              </a:xfrm>
              <a:custGeom>
                <a:avLst/>
                <a:gdLst>
                  <a:gd name="T0" fmla="*/ 108 w 738"/>
                  <a:gd name="T1" fmla="*/ 82 h 407"/>
                  <a:gd name="T2" fmla="*/ 145 w 738"/>
                  <a:gd name="T3" fmla="*/ 77 h 407"/>
                  <a:gd name="T4" fmla="*/ 183 w 738"/>
                  <a:gd name="T5" fmla="*/ 72 h 407"/>
                  <a:gd name="T6" fmla="*/ 215 w 738"/>
                  <a:gd name="T7" fmla="*/ 67 h 407"/>
                  <a:gd name="T8" fmla="*/ 237 w 738"/>
                  <a:gd name="T9" fmla="*/ 46 h 407"/>
                  <a:gd name="T10" fmla="*/ 204 w 738"/>
                  <a:gd name="T11" fmla="*/ 41 h 407"/>
                  <a:gd name="T12" fmla="*/ 172 w 738"/>
                  <a:gd name="T13" fmla="*/ 46 h 407"/>
                  <a:gd name="T14" fmla="*/ 156 w 738"/>
                  <a:gd name="T15" fmla="*/ 46 h 407"/>
                  <a:gd name="T16" fmla="*/ 188 w 738"/>
                  <a:gd name="T17" fmla="*/ 26 h 407"/>
                  <a:gd name="T18" fmla="*/ 226 w 738"/>
                  <a:gd name="T19" fmla="*/ 15 h 407"/>
                  <a:gd name="T20" fmla="*/ 258 w 738"/>
                  <a:gd name="T21" fmla="*/ 10 h 407"/>
                  <a:gd name="T22" fmla="*/ 290 w 738"/>
                  <a:gd name="T23" fmla="*/ 5 h 407"/>
                  <a:gd name="T24" fmla="*/ 323 w 738"/>
                  <a:gd name="T25" fmla="*/ 0 h 407"/>
                  <a:gd name="T26" fmla="*/ 355 w 738"/>
                  <a:gd name="T27" fmla="*/ 0 h 407"/>
                  <a:gd name="T28" fmla="*/ 387 w 738"/>
                  <a:gd name="T29" fmla="*/ 0 h 407"/>
                  <a:gd name="T30" fmla="*/ 463 w 738"/>
                  <a:gd name="T31" fmla="*/ 0 h 407"/>
                  <a:gd name="T32" fmla="*/ 506 w 738"/>
                  <a:gd name="T33" fmla="*/ 0 h 407"/>
                  <a:gd name="T34" fmla="*/ 543 w 738"/>
                  <a:gd name="T35" fmla="*/ 15 h 407"/>
                  <a:gd name="T36" fmla="*/ 570 w 738"/>
                  <a:gd name="T37" fmla="*/ 36 h 407"/>
                  <a:gd name="T38" fmla="*/ 603 w 738"/>
                  <a:gd name="T39" fmla="*/ 51 h 407"/>
                  <a:gd name="T40" fmla="*/ 635 w 738"/>
                  <a:gd name="T41" fmla="*/ 57 h 407"/>
                  <a:gd name="T42" fmla="*/ 667 w 738"/>
                  <a:gd name="T43" fmla="*/ 77 h 407"/>
                  <a:gd name="T44" fmla="*/ 694 w 738"/>
                  <a:gd name="T45" fmla="*/ 98 h 407"/>
                  <a:gd name="T46" fmla="*/ 715 w 738"/>
                  <a:gd name="T47" fmla="*/ 128 h 407"/>
                  <a:gd name="T48" fmla="*/ 721 w 738"/>
                  <a:gd name="T49" fmla="*/ 164 h 407"/>
                  <a:gd name="T50" fmla="*/ 726 w 738"/>
                  <a:gd name="T51" fmla="*/ 195 h 407"/>
                  <a:gd name="T52" fmla="*/ 726 w 738"/>
                  <a:gd name="T53" fmla="*/ 226 h 407"/>
                  <a:gd name="T54" fmla="*/ 726 w 738"/>
                  <a:gd name="T55" fmla="*/ 257 h 407"/>
                  <a:gd name="T56" fmla="*/ 737 w 738"/>
                  <a:gd name="T57" fmla="*/ 288 h 407"/>
                  <a:gd name="T58" fmla="*/ 737 w 738"/>
                  <a:gd name="T59" fmla="*/ 319 h 407"/>
                  <a:gd name="T60" fmla="*/ 715 w 738"/>
                  <a:gd name="T61" fmla="*/ 349 h 407"/>
                  <a:gd name="T62" fmla="*/ 678 w 738"/>
                  <a:gd name="T63" fmla="*/ 365 h 407"/>
                  <a:gd name="T64" fmla="*/ 646 w 738"/>
                  <a:gd name="T65" fmla="*/ 380 h 407"/>
                  <a:gd name="T66" fmla="*/ 613 w 738"/>
                  <a:gd name="T67" fmla="*/ 396 h 407"/>
                  <a:gd name="T68" fmla="*/ 581 w 738"/>
                  <a:gd name="T69" fmla="*/ 401 h 407"/>
                  <a:gd name="T70" fmla="*/ 538 w 738"/>
                  <a:gd name="T71" fmla="*/ 406 h 407"/>
                  <a:gd name="T72" fmla="*/ 500 w 738"/>
                  <a:gd name="T73" fmla="*/ 406 h 407"/>
                  <a:gd name="T74" fmla="*/ 468 w 738"/>
                  <a:gd name="T75" fmla="*/ 406 h 407"/>
                  <a:gd name="T76" fmla="*/ 436 w 738"/>
                  <a:gd name="T77" fmla="*/ 406 h 407"/>
                  <a:gd name="T78" fmla="*/ 403 w 738"/>
                  <a:gd name="T79" fmla="*/ 406 h 407"/>
                  <a:gd name="T80" fmla="*/ 371 w 738"/>
                  <a:gd name="T81" fmla="*/ 406 h 407"/>
                  <a:gd name="T82" fmla="*/ 339 w 738"/>
                  <a:gd name="T83" fmla="*/ 406 h 407"/>
                  <a:gd name="T84" fmla="*/ 307 w 738"/>
                  <a:gd name="T85" fmla="*/ 406 h 407"/>
                  <a:gd name="T86" fmla="*/ 269 w 738"/>
                  <a:gd name="T87" fmla="*/ 406 h 407"/>
                  <a:gd name="T88" fmla="*/ 237 w 738"/>
                  <a:gd name="T89" fmla="*/ 406 h 407"/>
                  <a:gd name="T90" fmla="*/ 204 w 738"/>
                  <a:gd name="T91" fmla="*/ 406 h 407"/>
                  <a:gd name="T92" fmla="*/ 172 w 738"/>
                  <a:gd name="T93" fmla="*/ 391 h 407"/>
                  <a:gd name="T94" fmla="*/ 140 w 738"/>
                  <a:gd name="T95" fmla="*/ 380 h 407"/>
                  <a:gd name="T96" fmla="*/ 108 w 738"/>
                  <a:gd name="T97" fmla="*/ 365 h 407"/>
                  <a:gd name="T98" fmla="*/ 81 w 738"/>
                  <a:gd name="T99" fmla="*/ 339 h 407"/>
                  <a:gd name="T100" fmla="*/ 59 w 738"/>
                  <a:gd name="T101" fmla="*/ 319 h 407"/>
                  <a:gd name="T102" fmla="*/ 38 w 738"/>
                  <a:gd name="T103" fmla="*/ 288 h 407"/>
                  <a:gd name="T104" fmla="*/ 16 w 738"/>
                  <a:gd name="T105" fmla="*/ 252 h 407"/>
                  <a:gd name="T106" fmla="*/ 0 w 738"/>
                  <a:gd name="T107" fmla="*/ 216 h 407"/>
                  <a:gd name="T108" fmla="*/ 0 w 738"/>
                  <a:gd name="T109" fmla="*/ 185 h 407"/>
                  <a:gd name="T110" fmla="*/ 5 w 738"/>
                  <a:gd name="T111" fmla="*/ 149 h 407"/>
                  <a:gd name="T112" fmla="*/ 27 w 738"/>
                  <a:gd name="T113" fmla="*/ 123 h 407"/>
                  <a:gd name="T114" fmla="*/ 54 w 738"/>
                  <a:gd name="T115" fmla="*/ 108 h 407"/>
                  <a:gd name="T116" fmla="*/ 86 w 738"/>
                  <a:gd name="T117" fmla="*/ 98 h 407"/>
                  <a:gd name="T118" fmla="*/ 113 w 738"/>
                  <a:gd name="T119" fmla="*/ 82 h 407"/>
                  <a:gd name="T120" fmla="*/ 129 w 738"/>
                  <a:gd name="T121" fmla="*/ 98 h 40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Lst>
                <a:rect l="0" t="0" r="r" b="b"/>
                <a:pathLst>
                  <a:path w="738" h="407">
                    <a:moveTo>
                      <a:pt x="91" y="82"/>
                    </a:moveTo>
                    <a:lnTo>
                      <a:pt x="108" y="82"/>
                    </a:lnTo>
                    <a:lnTo>
                      <a:pt x="124" y="82"/>
                    </a:lnTo>
                    <a:lnTo>
                      <a:pt x="145" y="77"/>
                    </a:lnTo>
                    <a:lnTo>
                      <a:pt x="161" y="77"/>
                    </a:lnTo>
                    <a:lnTo>
                      <a:pt x="183" y="72"/>
                    </a:lnTo>
                    <a:lnTo>
                      <a:pt x="199" y="72"/>
                    </a:lnTo>
                    <a:lnTo>
                      <a:pt x="215" y="67"/>
                    </a:lnTo>
                    <a:lnTo>
                      <a:pt x="231" y="62"/>
                    </a:lnTo>
                    <a:lnTo>
                      <a:pt x="237" y="46"/>
                    </a:lnTo>
                    <a:lnTo>
                      <a:pt x="221" y="41"/>
                    </a:lnTo>
                    <a:lnTo>
                      <a:pt x="204" y="41"/>
                    </a:lnTo>
                    <a:lnTo>
                      <a:pt x="188" y="46"/>
                    </a:lnTo>
                    <a:lnTo>
                      <a:pt x="172" y="46"/>
                    </a:lnTo>
                    <a:lnTo>
                      <a:pt x="156" y="62"/>
                    </a:lnTo>
                    <a:lnTo>
                      <a:pt x="156" y="46"/>
                    </a:lnTo>
                    <a:lnTo>
                      <a:pt x="172" y="36"/>
                    </a:lnTo>
                    <a:lnTo>
                      <a:pt x="188" y="26"/>
                    </a:lnTo>
                    <a:lnTo>
                      <a:pt x="210" y="21"/>
                    </a:lnTo>
                    <a:lnTo>
                      <a:pt x="226" y="15"/>
                    </a:lnTo>
                    <a:lnTo>
                      <a:pt x="242" y="15"/>
                    </a:lnTo>
                    <a:lnTo>
                      <a:pt x="258" y="10"/>
                    </a:lnTo>
                    <a:lnTo>
                      <a:pt x="274" y="10"/>
                    </a:lnTo>
                    <a:lnTo>
                      <a:pt x="290" y="5"/>
                    </a:lnTo>
                    <a:lnTo>
                      <a:pt x="307" y="5"/>
                    </a:lnTo>
                    <a:lnTo>
                      <a:pt x="323" y="0"/>
                    </a:lnTo>
                    <a:lnTo>
                      <a:pt x="339" y="0"/>
                    </a:lnTo>
                    <a:lnTo>
                      <a:pt x="355" y="0"/>
                    </a:lnTo>
                    <a:lnTo>
                      <a:pt x="371" y="0"/>
                    </a:lnTo>
                    <a:lnTo>
                      <a:pt x="387" y="0"/>
                    </a:lnTo>
                    <a:lnTo>
                      <a:pt x="420" y="0"/>
                    </a:lnTo>
                    <a:lnTo>
                      <a:pt x="463" y="0"/>
                    </a:lnTo>
                    <a:lnTo>
                      <a:pt x="484" y="0"/>
                    </a:lnTo>
                    <a:lnTo>
                      <a:pt x="506" y="0"/>
                    </a:lnTo>
                    <a:lnTo>
                      <a:pt x="527" y="5"/>
                    </a:lnTo>
                    <a:lnTo>
                      <a:pt x="543" y="15"/>
                    </a:lnTo>
                    <a:lnTo>
                      <a:pt x="554" y="31"/>
                    </a:lnTo>
                    <a:lnTo>
                      <a:pt x="570" y="36"/>
                    </a:lnTo>
                    <a:lnTo>
                      <a:pt x="586" y="46"/>
                    </a:lnTo>
                    <a:lnTo>
                      <a:pt x="603" y="51"/>
                    </a:lnTo>
                    <a:lnTo>
                      <a:pt x="619" y="51"/>
                    </a:lnTo>
                    <a:lnTo>
                      <a:pt x="635" y="57"/>
                    </a:lnTo>
                    <a:lnTo>
                      <a:pt x="651" y="67"/>
                    </a:lnTo>
                    <a:lnTo>
                      <a:pt x="667" y="77"/>
                    </a:lnTo>
                    <a:lnTo>
                      <a:pt x="678" y="93"/>
                    </a:lnTo>
                    <a:lnTo>
                      <a:pt x="694" y="98"/>
                    </a:lnTo>
                    <a:lnTo>
                      <a:pt x="699" y="113"/>
                    </a:lnTo>
                    <a:lnTo>
                      <a:pt x="715" y="128"/>
                    </a:lnTo>
                    <a:lnTo>
                      <a:pt x="721" y="149"/>
                    </a:lnTo>
                    <a:lnTo>
                      <a:pt x="721" y="164"/>
                    </a:lnTo>
                    <a:lnTo>
                      <a:pt x="726" y="180"/>
                    </a:lnTo>
                    <a:lnTo>
                      <a:pt x="726" y="195"/>
                    </a:lnTo>
                    <a:lnTo>
                      <a:pt x="726" y="211"/>
                    </a:lnTo>
                    <a:lnTo>
                      <a:pt x="726" y="226"/>
                    </a:lnTo>
                    <a:lnTo>
                      <a:pt x="726" y="242"/>
                    </a:lnTo>
                    <a:lnTo>
                      <a:pt x="726" y="257"/>
                    </a:lnTo>
                    <a:lnTo>
                      <a:pt x="737" y="272"/>
                    </a:lnTo>
                    <a:lnTo>
                      <a:pt x="737" y="288"/>
                    </a:lnTo>
                    <a:lnTo>
                      <a:pt x="737" y="303"/>
                    </a:lnTo>
                    <a:lnTo>
                      <a:pt x="737" y="319"/>
                    </a:lnTo>
                    <a:lnTo>
                      <a:pt x="732" y="334"/>
                    </a:lnTo>
                    <a:lnTo>
                      <a:pt x="715" y="349"/>
                    </a:lnTo>
                    <a:lnTo>
                      <a:pt x="694" y="360"/>
                    </a:lnTo>
                    <a:lnTo>
                      <a:pt x="678" y="365"/>
                    </a:lnTo>
                    <a:lnTo>
                      <a:pt x="662" y="375"/>
                    </a:lnTo>
                    <a:lnTo>
                      <a:pt x="646" y="380"/>
                    </a:lnTo>
                    <a:lnTo>
                      <a:pt x="629" y="385"/>
                    </a:lnTo>
                    <a:lnTo>
                      <a:pt x="613" y="396"/>
                    </a:lnTo>
                    <a:lnTo>
                      <a:pt x="597" y="401"/>
                    </a:lnTo>
                    <a:lnTo>
                      <a:pt x="581" y="401"/>
                    </a:lnTo>
                    <a:lnTo>
                      <a:pt x="559" y="406"/>
                    </a:lnTo>
                    <a:lnTo>
                      <a:pt x="538" y="406"/>
                    </a:lnTo>
                    <a:lnTo>
                      <a:pt x="522" y="406"/>
                    </a:lnTo>
                    <a:lnTo>
                      <a:pt x="500" y="406"/>
                    </a:lnTo>
                    <a:lnTo>
                      <a:pt x="484" y="406"/>
                    </a:lnTo>
                    <a:lnTo>
                      <a:pt x="468" y="406"/>
                    </a:lnTo>
                    <a:lnTo>
                      <a:pt x="452" y="406"/>
                    </a:lnTo>
                    <a:lnTo>
                      <a:pt x="436" y="406"/>
                    </a:lnTo>
                    <a:lnTo>
                      <a:pt x="420" y="406"/>
                    </a:lnTo>
                    <a:lnTo>
                      <a:pt x="403" y="406"/>
                    </a:lnTo>
                    <a:lnTo>
                      <a:pt x="387" y="406"/>
                    </a:lnTo>
                    <a:lnTo>
                      <a:pt x="371" y="406"/>
                    </a:lnTo>
                    <a:lnTo>
                      <a:pt x="355" y="406"/>
                    </a:lnTo>
                    <a:lnTo>
                      <a:pt x="339" y="406"/>
                    </a:lnTo>
                    <a:lnTo>
                      <a:pt x="323" y="406"/>
                    </a:lnTo>
                    <a:lnTo>
                      <a:pt x="307" y="406"/>
                    </a:lnTo>
                    <a:lnTo>
                      <a:pt x="285" y="406"/>
                    </a:lnTo>
                    <a:lnTo>
                      <a:pt x="269" y="406"/>
                    </a:lnTo>
                    <a:lnTo>
                      <a:pt x="253" y="406"/>
                    </a:lnTo>
                    <a:lnTo>
                      <a:pt x="237" y="406"/>
                    </a:lnTo>
                    <a:lnTo>
                      <a:pt x="221" y="406"/>
                    </a:lnTo>
                    <a:lnTo>
                      <a:pt x="204" y="406"/>
                    </a:lnTo>
                    <a:lnTo>
                      <a:pt x="188" y="396"/>
                    </a:lnTo>
                    <a:lnTo>
                      <a:pt x="172" y="391"/>
                    </a:lnTo>
                    <a:lnTo>
                      <a:pt x="156" y="385"/>
                    </a:lnTo>
                    <a:lnTo>
                      <a:pt x="140" y="380"/>
                    </a:lnTo>
                    <a:lnTo>
                      <a:pt x="124" y="375"/>
                    </a:lnTo>
                    <a:lnTo>
                      <a:pt x="108" y="365"/>
                    </a:lnTo>
                    <a:lnTo>
                      <a:pt x="91" y="355"/>
                    </a:lnTo>
                    <a:lnTo>
                      <a:pt x="81" y="339"/>
                    </a:lnTo>
                    <a:lnTo>
                      <a:pt x="65" y="334"/>
                    </a:lnTo>
                    <a:lnTo>
                      <a:pt x="59" y="319"/>
                    </a:lnTo>
                    <a:lnTo>
                      <a:pt x="43" y="303"/>
                    </a:lnTo>
                    <a:lnTo>
                      <a:pt x="38" y="288"/>
                    </a:lnTo>
                    <a:lnTo>
                      <a:pt x="22" y="272"/>
                    </a:lnTo>
                    <a:lnTo>
                      <a:pt x="16" y="252"/>
                    </a:lnTo>
                    <a:lnTo>
                      <a:pt x="5" y="231"/>
                    </a:lnTo>
                    <a:lnTo>
                      <a:pt x="0" y="216"/>
                    </a:lnTo>
                    <a:lnTo>
                      <a:pt x="0" y="200"/>
                    </a:lnTo>
                    <a:lnTo>
                      <a:pt x="0" y="185"/>
                    </a:lnTo>
                    <a:lnTo>
                      <a:pt x="0" y="170"/>
                    </a:lnTo>
                    <a:lnTo>
                      <a:pt x="5" y="149"/>
                    </a:lnTo>
                    <a:lnTo>
                      <a:pt x="11" y="134"/>
                    </a:lnTo>
                    <a:lnTo>
                      <a:pt x="27" y="123"/>
                    </a:lnTo>
                    <a:lnTo>
                      <a:pt x="38" y="108"/>
                    </a:lnTo>
                    <a:lnTo>
                      <a:pt x="54" y="108"/>
                    </a:lnTo>
                    <a:lnTo>
                      <a:pt x="70" y="103"/>
                    </a:lnTo>
                    <a:lnTo>
                      <a:pt x="86" y="98"/>
                    </a:lnTo>
                    <a:lnTo>
                      <a:pt x="102" y="98"/>
                    </a:lnTo>
                    <a:lnTo>
                      <a:pt x="113" y="82"/>
                    </a:lnTo>
                    <a:lnTo>
                      <a:pt x="113" y="67"/>
                    </a:lnTo>
                    <a:lnTo>
                      <a:pt x="129" y="98"/>
                    </a:lnTo>
                  </a:path>
                </a:pathLst>
              </a:custGeom>
              <a:solidFill>
                <a:srgbClr val="EAEAEA"/>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CC"/>
                  </a:solidFill>
                  <a:ea typeface="黑体" panose="02010609060101010101" pitchFamily="49" charset="-122"/>
                </a:endParaRPr>
              </a:p>
            </p:txBody>
          </p:sp>
          <p:sp>
            <p:nvSpPr>
              <p:cNvPr id="1035281" name="Freeform 18"/>
              <p:cNvSpPr>
                <a:spLocks noChangeArrowheads="1"/>
              </p:cNvSpPr>
              <p:nvPr/>
            </p:nvSpPr>
            <p:spPr bwMode="auto">
              <a:xfrm>
                <a:off x="3193" y="270"/>
                <a:ext cx="117" cy="118"/>
              </a:xfrm>
              <a:custGeom>
                <a:avLst/>
                <a:gdLst>
                  <a:gd name="T0" fmla="*/ 5 w 117"/>
                  <a:gd name="T1" fmla="*/ 66 h 118"/>
                  <a:gd name="T2" fmla="*/ 0 w 117"/>
                  <a:gd name="T3" fmla="*/ 51 h 118"/>
                  <a:gd name="T4" fmla="*/ 0 w 117"/>
                  <a:gd name="T5" fmla="*/ 36 h 118"/>
                  <a:gd name="T6" fmla="*/ 16 w 117"/>
                  <a:gd name="T7" fmla="*/ 25 h 118"/>
                  <a:gd name="T8" fmla="*/ 32 w 117"/>
                  <a:gd name="T9" fmla="*/ 15 h 118"/>
                  <a:gd name="T10" fmla="*/ 47 w 117"/>
                  <a:gd name="T11" fmla="*/ 0 h 118"/>
                  <a:gd name="T12" fmla="*/ 63 w 117"/>
                  <a:gd name="T13" fmla="*/ 0 h 118"/>
                  <a:gd name="T14" fmla="*/ 79 w 117"/>
                  <a:gd name="T15" fmla="*/ 0 h 118"/>
                  <a:gd name="T16" fmla="*/ 84 w 117"/>
                  <a:gd name="T17" fmla="*/ 15 h 118"/>
                  <a:gd name="T18" fmla="*/ 95 w 117"/>
                  <a:gd name="T19" fmla="*/ 31 h 118"/>
                  <a:gd name="T20" fmla="*/ 105 w 117"/>
                  <a:gd name="T21" fmla="*/ 46 h 118"/>
                  <a:gd name="T22" fmla="*/ 111 w 117"/>
                  <a:gd name="T23" fmla="*/ 61 h 118"/>
                  <a:gd name="T24" fmla="*/ 116 w 117"/>
                  <a:gd name="T25" fmla="*/ 76 h 118"/>
                  <a:gd name="T26" fmla="*/ 116 w 117"/>
                  <a:gd name="T27" fmla="*/ 92 h 118"/>
                  <a:gd name="T28" fmla="*/ 116 w 117"/>
                  <a:gd name="T29" fmla="*/ 107 h 118"/>
                  <a:gd name="T30" fmla="*/ 100 w 117"/>
                  <a:gd name="T31" fmla="*/ 117 h 118"/>
                  <a:gd name="T32" fmla="*/ 84 w 117"/>
                  <a:gd name="T33" fmla="*/ 117 h 118"/>
                  <a:gd name="T34" fmla="*/ 69 w 117"/>
                  <a:gd name="T35" fmla="*/ 117 h 118"/>
                  <a:gd name="T36" fmla="*/ 53 w 117"/>
                  <a:gd name="T37" fmla="*/ 117 h 118"/>
                  <a:gd name="T38" fmla="*/ 37 w 117"/>
                  <a:gd name="T39" fmla="*/ 112 h 118"/>
                  <a:gd name="T40" fmla="*/ 21 w 117"/>
                  <a:gd name="T41" fmla="*/ 102 h 118"/>
                  <a:gd name="T42" fmla="*/ 11 w 117"/>
                  <a:gd name="T43" fmla="*/ 86 h 118"/>
                  <a:gd name="T44" fmla="*/ 5 w 117"/>
                  <a:gd name="T45" fmla="*/ 71 h 118"/>
                  <a:gd name="T46" fmla="*/ 5 w 117"/>
                  <a:gd name="T47" fmla="*/ 66 h 1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117" h="118">
                    <a:moveTo>
                      <a:pt x="5" y="66"/>
                    </a:moveTo>
                    <a:lnTo>
                      <a:pt x="0" y="51"/>
                    </a:lnTo>
                    <a:lnTo>
                      <a:pt x="0" y="36"/>
                    </a:lnTo>
                    <a:lnTo>
                      <a:pt x="16" y="25"/>
                    </a:lnTo>
                    <a:lnTo>
                      <a:pt x="32" y="15"/>
                    </a:lnTo>
                    <a:lnTo>
                      <a:pt x="47" y="0"/>
                    </a:lnTo>
                    <a:lnTo>
                      <a:pt x="63" y="0"/>
                    </a:lnTo>
                    <a:lnTo>
                      <a:pt x="79" y="0"/>
                    </a:lnTo>
                    <a:lnTo>
                      <a:pt x="84" y="15"/>
                    </a:lnTo>
                    <a:lnTo>
                      <a:pt x="95" y="31"/>
                    </a:lnTo>
                    <a:lnTo>
                      <a:pt x="105" y="46"/>
                    </a:lnTo>
                    <a:lnTo>
                      <a:pt x="111" y="61"/>
                    </a:lnTo>
                    <a:lnTo>
                      <a:pt x="116" y="76"/>
                    </a:lnTo>
                    <a:lnTo>
                      <a:pt x="116" y="92"/>
                    </a:lnTo>
                    <a:lnTo>
                      <a:pt x="116" y="107"/>
                    </a:lnTo>
                    <a:lnTo>
                      <a:pt x="100" y="117"/>
                    </a:lnTo>
                    <a:lnTo>
                      <a:pt x="84" y="117"/>
                    </a:lnTo>
                    <a:lnTo>
                      <a:pt x="69" y="117"/>
                    </a:lnTo>
                    <a:lnTo>
                      <a:pt x="53" y="117"/>
                    </a:lnTo>
                    <a:lnTo>
                      <a:pt x="37" y="112"/>
                    </a:lnTo>
                    <a:lnTo>
                      <a:pt x="21" y="102"/>
                    </a:lnTo>
                    <a:lnTo>
                      <a:pt x="11" y="86"/>
                    </a:lnTo>
                    <a:lnTo>
                      <a:pt x="5" y="71"/>
                    </a:lnTo>
                    <a:lnTo>
                      <a:pt x="5" y="66"/>
                    </a:lnTo>
                  </a:path>
                </a:pathLst>
              </a:custGeom>
              <a:solidFill>
                <a:srgbClr val="EAEAEA"/>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CC"/>
                  </a:solidFill>
                  <a:ea typeface="黑体" panose="02010609060101010101" pitchFamily="49" charset="-122"/>
                </a:endParaRPr>
              </a:p>
            </p:txBody>
          </p:sp>
          <p:sp>
            <p:nvSpPr>
              <p:cNvPr id="1035282" name="Freeform 19"/>
              <p:cNvSpPr>
                <a:spLocks noChangeArrowheads="1"/>
              </p:cNvSpPr>
              <p:nvPr/>
            </p:nvSpPr>
            <p:spPr bwMode="auto">
              <a:xfrm>
                <a:off x="3469" y="239"/>
                <a:ext cx="82" cy="87"/>
              </a:xfrm>
              <a:custGeom>
                <a:avLst/>
                <a:gdLst>
                  <a:gd name="T0" fmla="*/ 0 w 82"/>
                  <a:gd name="T1" fmla="*/ 0 h 87"/>
                  <a:gd name="T2" fmla="*/ 16 w 82"/>
                  <a:gd name="T3" fmla="*/ 10 h 87"/>
                  <a:gd name="T4" fmla="*/ 32 w 82"/>
                  <a:gd name="T5" fmla="*/ 20 h 87"/>
                  <a:gd name="T6" fmla="*/ 49 w 82"/>
                  <a:gd name="T7" fmla="*/ 20 h 87"/>
                  <a:gd name="T8" fmla="*/ 65 w 82"/>
                  <a:gd name="T9" fmla="*/ 30 h 87"/>
                  <a:gd name="T10" fmla="*/ 76 w 82"/>
                  <a:gd name="T11" fmla="*/ 46 h 87"/>
                  <a:gd name="T12" fmla="*/ 81 w 82"/>
                  <a:gd name="T13" fmla="*/ 61 h 87"/>
                  <a:gd name="T14" fmla="*/ 81 w 82"/>
                  <a:gd name="T15" fmla="*/ 76 h 87"/>
                  <a:gd name="T16" fmla="*/ 65 w 82"/>
                  <a:gd name="T17" fmla="*/ 86 h 87"/>
                  <a:gd name="T18" fmla="*/ 49 w 82"/>
                  <a:gd name="T19" fmla="*/ 86 h 87"/>
                  <a:gd name="T20" fmla="*/ 27 w 82"/>
                  <a:gd name="T21" fmla="*/ 81 h 87"/>
                  <a:gd name="T22" fmla="*/ 11 w 82"/>
                  <a:gd name="T23" fmla="*/ 71 h 87"/>
                  <a:gd name="T24" fmla="*/ 5 w 82"/>
                  <a:gd name="T25" fmla="*/ 56 h 87"/>
                  <a:gd name="T26" fmla="*/ 0 w 82"/>
                  <a:gd name="T27" fmla="*/ 40 h 87"/>
                  <a:gd name="T28" fmla="*/ 0 w 82"/>
                  <a:gd name="T29" fmla="*/ 25 h 87"/>
                  <a:gd name="T30" fmla="*/ 11 w 82"/>
                  <a:gd name="T31" fmla="*/ 10 h 87"/>
                  <a:gd name="T32" fmla="*/ 0 w 82"/>
                  <a:gd name="T33" fmla="*/ 0 h 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82" h="87">
                    <a:moveTo>
                      <a:pt x="0" y="0"/>
                    </a:moveTo>
                    <a:lnTo>
                      <a:pt x="16" y="10"/>
                    </a:lnTo>
                    <a:lnTo>
                      <a:pt x="32" y="20"/>
                    </a:lnTo>
                    <a:lnTo>
                      <a:pt x="49" y="20"/>
                    </a:lnTo>
                    <a:lnTo>
                      <a:pt x="65" y="30"/>
                    </a:lnTo>
                    <a:lnTo>
                      <a:pt x="76" y="46"/>
                    </a:lnTo>
                    <a:lnTo>
                      <a:pt x="81" y="61"/>
                    </a:lnTo>
                    <a:lnTo>
                      <a:pt x="81" y="76"/>
                    </a:lnTo>
                    <a:lnTo>
                      <a:pt x="65" y="86"/>
                    </a:lnTo>
                    <a:lnTo>
                      <a:pt x="49" y="86"/>
                    </a:lnTo>
                    <a:lnTo>
                      <a:pt x="27" y="81"/>
                    </a:lnTo>
                    <a:lnTo>
                      <a:pt x="11" y="71"/>
                    </a:lnTo>
                    <a:lnTo>
                      <a:pt x="5" y="56"/>
                    </a:lnTo>
                    <a:lnTo>
                      <a:pt x="0" y="40"/>
                    </a:lnTo>
                    <a:lnTo>
                      <a:pt x="0" y="25"/>
                    </a:lnTo>
                    <a:lnTo>
                      <a:pt x="11" y="10"/>
                    </a:lnTo>
                    <a:lnTo>
                      <a:pt x="0" y="0"/>
                    </a:lnTo>
                  </a:path>
                </a:pathLst>
              </a:custGeom>
              <a:solidFill>
                <a:srgbClr val="EAEAEA"/>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CC"/>
                  </a:solidFill>
                  <a:ea typeface="黑体" panose="02010609060101010101" pitchFamily="49" charset="-122"/>
                </a:endParaRPr>
              </a:p>
            </p:txBody>
          </p:sp>
        </p:grpSp>
        <p:sp>
          <p:nvSpPr>
            <p:cNvPr id="1035283" name="Text Box 20"/>
            <p:cNvSpPr txBox="1">
              <a:spLocks noChangeArrowheads="1"/>
            </p:cNvSpPr>
            <p:nvPr/>
          </p:nvSpPr>
          <p:spPr bwMode="auto">
            <a:xfrm>
              <a:off x="4967" y="1856"/>
              <a:ext cx="342" cy="222"/>
            </a:xfrm>
            <a:prstGeom prst="rect">
              <a:avLst/>
            </a:prstGeom>
            <a:solidFill>
              <a:srgbClr val="EAEAEA"/>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zh-CN" altLang="en-US" sz="2000" b="1">
                  <a:solidFill>
                    <a:srgbClr val="0000CC"/>
                  </a:solidFill>
                  <a:ea typeface="黑体" panose="02010609060101010101" pitchFamily="49" charset="-122"/>
                </a:rPr>
                <a:t>网 </a:t>
              </a:r>
              <a:r>
                <a:rPr lang="en-US" altLang="zh-CN" sz="2000" b="1">
                  <a:solidFill>
                    <a:srgbClr val="0000CC"/>
                  </a:solidFill>
                  <a:ea typeface="黑体" panose="02010609060101010101" pitchFamily="49" charset="-122"/>
                </a:rPr>
                <a:t>1</a:t>
              </a:r>
            </a:p>
          </p:txBody>
        </p:sp>
      </p:grpSp>
      <p:grpSp>
        <p:nvGrpSpPr>
          <p:cNvPr id="1035284" name="Group 21"/>
          <p:cNvGrpSpPr>
            <a:grpSpLocks/>
          </p:cNvGrpSpPr>
          <p:nvPr/>
        </p:nvGrpSpPr>
        <p:grpSpPr bwMode="auto">
          <a:xfrm>
            <a:off x="8356600" y="631825"/>
            <a:ext cx="1277938" cy="858838"/>
            <a:chOff x="4830" y="1752"/>
            <a:chExt cx="667" cy="477"/>
          </a:xfrm>
        </p:grpSpPr>
        <p:grpSp>
          <p:nvGrpSpPr>
            <p:cNvPr id="1035285" name="Group 22"/>
            <p:cNvGrpSpPr>
              <a:grpSpLocks/>
            </p:cNvGrpSpPr>
            <p:nvPr/>
          </p:nvGrpSpPr>
          <p:grpSpPr bwMode="auto">
            <a:xfrm>
              <a:off x="4830" y="1752"/>
              <a:ext cx="667" cy="477"/>
              <a:chOff x="2949" y="196"/>
              <a:chExt cx="941" cy="598"/>
            </a:xfrm>
          </p:grpSpPr>
          <p:sp>
            <p:nvSpPr>
              <p:cNvPr id="1035286" name="Oval 23"/>
              <p:cNvSpPr>
                <a:spLocks noChangeArrowheads="1"/>
              </p:cNvSpPr>
              <p:nvPr/>
            </p:nvSpPr>
            <p:spPr bwMode="auto">
              <a:xfrm>
                <a:off x="3168" y="196"/>
                <a:ext cx="407" cy="162"/>
              </a:xfrm>
              <a:prstGeom prst="ellipse">
                <a:avLst/>
              </a:prstGeom>
              <a:solidFill>
                <a:srgbClr val="EAEAEA"/>
              </a:solidFill>
              <a:ln w="12700">
                <a:solidFill>
                  <a:schemeClr val="tx1"/>
                </a:solidFill>
                <a:round/>
                <a:headEnd/>
                <a:tailEnd/>
              </a:ln>
            </p:spPr>
            <p:txBody>
              <a:bodyPr wrap="none" anchor="ctr"/>
              <a:lstStyle/>
              <a:p>
                <a:pPr eaLnBrk="0" hangingPunct="0"/>
                <a:endParaRPr lang="zh-CN" altLang="en-US" b="1">
                  <a:solidFill>
                    <a:srgbClr val="0000CC"/>
                  </a:solidFill>
                  <a:ea typeface="黑体" panose="02010609060101010101" pitchFamily="49" charset="-122"/>
                </a:endParaRPr>
              </a:p>
            </p:txBody>
          </p:sp>
          <p:sp>
            <p:nvSpPr>
              <p:cNvPr id="1035287" name="Oval 24"/>
              <p:cNvSpPr>
                <a:spLocks noChangeArrowheads="1"/>
              </p:cNvSpPr>
              <p:nvPr/>
            </p:nvSpPr>
            <p:spPr bwMode="auto">
              <a:xfrm rot="900000">
                <a:off x="3512" y="252"/>
                <a:ext cx="275" cy="131"/>
              </a:xfrm>
              <a:prstGeom prst="ellipse">
                <a:avLst/>
              </a:prstGeom>
              <a:solidFill>
                <a:srgbClr val="EAEAEA"/>
              </a:solidFill>
              <a:ln w="12700">
                <a:solidFill>
                  <a:schemeClr val="tx1"/>
                </a:solidFill>
                <a:round/>
                <a:headEnd/>
                <a:tailEnd/>
              </a:ln>
            </p:spPr>
            <p:txBody>
              <a:bodyPr wrap="none" anchor="ctr"/>
              <a:lstStyle/>
              <a:p>
                <a:pPr eaLnBrk="0" hangingPunct="0"/>
                <a:endParaRPr lang="zh-CN" altLang="en-US" b="1">
                  <a:solidFill>
                    <a:srgbClr val="0000CC"/>
                  </a:solidFill>
                  <a:ea typeface="黑体" panose="02010609060101010101" pitchFamily="49" charset="-122"/>
                </a:endParaRPr>
              </a:p>
            </p:txBody>
          </p:sp>
          <p:sp>
            <p:nvSpPr>
              <p:cNvPr id="1035288" name="Oval 25"/>
              <p:cNvSpPr>
                <a:spLocks noChangeArrowheads="1"/>
              </p:cNvSpPr>
              <p:nvPr/>
            </p:nvSpPr>
            <p:spPr bwMode="auto">
              <a:xfrm rot="1500000">
                <a:off x="3650" y="385"/>
                <a:ext cx="240" cy="153"/>
              </a:xfrm>
              <a:prstGeom prst="ellipse">
                <a:avLst/>
              </a:prstGeom>
              <a:solidFill>
                <a:srgbClr val="EAEAEA"/>
              </a:solidFill>
              <a:ln w="12700">
                <a:solidFill>
                  <a:schemeClr val="tx1"/>
                </a:solidFill>
                <a:round/>
                <a:headEnd/>
                <a:tailEnd/>
              </a:ln>
            </p:spPr>
            <p:txBody>
              <a:bodyPr wrap="none" anchor="ctr"/>
              <a:lstStyle/>
              <a:p>
                <a:pPr eaLnBrk="0" hangingPunct="0"/>
                <a:endParaRPr lang="zh-CN" altLang="en-US" b="1">
                  <a:solidFill>
                    <a:srgbClr val="0000CC"/>
                  </a:solidFill>
                  <a:ea typeface="黑体" panose="02010609060101010101" pitchFamily="49" charset="-122"/>
                </a:endParaRPr>
              </a:p>
            </p:txBody>
          </p:sp>
          <p:sp>
            <p:nvSpPr>
              <p:cNvPr id="1035289" name="Oval 26"/>
              <p:cNvSpPr>
                <a:spLocks noChangeArrowheads="1"/>
              </p:cNvSpPr>
              <p:nvPr/>
            </p:nvSpPr>
            <p:spPr bwMode="auto">
              <a:xfrm rot="-1560000">
                <a:off x="3573" y="537"/>
                <a:ext cx="291" cy="189"/>
              </a:xfrm>
              <a:prstGeom prst="ellipse">
                <a:avLst/>
              </a:prstGeom>
              <a:solidFill>
                <a:srgbClr val="EAEAEA"/>
              </a:solidFill>
              <a:ln w="12700">
                <a:solidFill>
                  <a:schemeClr val="tx1"/>
                </a:solidFill>
                <a:round/>
                <a:headEnd/>
                <a:tailEnd/>
              </a:ln>
            </p:spPr>
            <p:txBody>
              <a:bodyPr wrap="none" anchor="ctr"/>
              <a:lstStyle/>
              <a:p>
                <a:pPr eaLnBrk="0" hangingPunct="0"/>
                <a:endParaRPr lang="zh-CN" altLang="en-US" b="1">
                  <a:solidFill>
                    <a:srgbClr val="0000CC"/>
                  </a:solidFill>
                  <a:ea typeface="黑体" panose="02010609060101010101" pitchFamily="49" charset="-122"/>
                </a:endParaRPr>
              </a:p>
            </p:txBody>
          </p:sp>
          <p:sp>
            <p:nvSpPr>
              <p:cNvPr id="1035290" name="Oval 27"/>
              <p:cNvSpPr>
                <a:spLocks noChangeArrowheads="1"/>
              </p:cNvSpPr>
              <p:nvPr/>
            </p:nvSpPr>
            <p:spPr bwMode="auto">
              <a:xfrm>
                <a:off x="3216" y="555"/>
                <a:ext cx="471" cy="239"/>
              </a:xfrm>
              <a:prstGeom prst="ellipse">
                <a:avLst/>
              </a:prstGeom>
              <a:solidFill>
                <a:srgbClr val="EAEAEA"/>
              </a:solidFill>
              <a:ln w="12700">
                <a:solidFill>
                  <a:schemeClr val="tx1"/>
                </a:solidFill>
                <a:round/>
                <a:headEnd/>
                <a:tailEnd/>
              </a:ln>
            </p:spPr>
            <p:txBody>
              <a:bodyPr wrap="none" anchor="ctr"/>
              <a:lstStyle/>
              <a:p>
                <a:pPr eaLnBrk="0" hangingPunct="0"/>
                <a:endParaRPr lang="zh-CN" altLang="en-US" b="1">
                  <a:solidFill>
                    <a:srgbClr val="0000CC"/>
                  </a:solidFill>
                  <a:ea typeface="黑体" panose="02010609060101010101" pitchFamily="49" charset="-122"/>
                </a:endParaRPr>
              </a:p>
            </p:txBody>
          </p:sp>
          <p:sp>
            <p:nvSpPr>
              <p:cNvPr id="1035291" name="Oval 28"/>
              <p:cNvSpPr>
                <a:spLocks noChangeArrowheads="1"/>
              </p:cNvSpPr>
              <p:nvPr/>
            </p:nvSpPr>
            <p:spPr bwMode="auto">
              <a:xfrm rot="1080000">
                <a:off x="3023" y="555"/>
                <a:ext cx="265" cy="156"/>
              </a:xfrm>
              <a:prstGeom prst="ellipse">
                <a:avLst/>
              </a:prstGeom>
              <a:solidFill>
                <a:srgbClr val="EAEAEA"/>
              </a:solidFill>
              <a:ln w="12700">
                <a:solidFill>
                  <a:schemeClr val="tx1"/>
                </a:solidFill>
                <a:round/>
                <a:headEnd/>
                <a:tailEnd/>
              </a:ln>
            </p:spPr>
            <p:txBody>
              <a:bodyPr wrap="none" anchor="ctr"/>
              <a:lstStyle/>
              <a:p>
                <a:pPr eaLnBrk="0" hangingPunct="0"/>
                <a:endParaRPr lang="zh-CN" altLang="en-US" b="1">
                  <a:solidFill>
                    <a:srgbClr val="0000CC"/>
                  </a:solidFill>
                  <a:ea typeface="黑体" panose="02010609060101010101" pitchFamily="49" charset="-122"/>
                </a:endParaRPr>
              </a:p>
            </p:txBody>
          </p:sp>
          <p:sp>
            <p:nvSpPr>
              <p:cNvPr id="1035292" name="Oval 29"/>
              <p:cNvSpPr>
                <a:spLocks noChangeArrowheads="1"/>
              </p:cNvSpPr>
              <p:nvPr/>
            </p:nvSpPr>
            <p:spPr bwMode="auto">
              <a:xfrm>
                <a:off x="2949" y="432"/>
                <a:ext cx="217" cy="156"/>
              </a:xfrm>
              <a:prstGeom prst="ellipse">
                <a:avLst/>
              </a:prstGeom>
              <a:solidFill>
                <a:srgbClr val="EAEAEA"/>
              </a:solidFill>
              <a:ln w="12700">
                <a:solidFill>
                  <a:schemeClr val="tx1"/>
                </a:solidFill>
                <a:round/>
                <a:headEnd/>
                <a:tailEnd/>
              </a:ln>
            </p:spPr>
            <p:txBody>
              <a:bodyPr wrap="none" anchor="ctr"/>
              <a:lstStyle/>
              <a:p>
                <a:pPr eaLnBrk="0" hangingPunct="0"/>
                <a:endParaRPr lang="zh-CN" altLang="en-US" b="1">
                  <a:solidFill>
                    <a:srgbClr val="0000CC"/>
                  </a:solidFill>
                  <a:ea typeface="黑体" panose="02010609060101010101" pitchFamily="49" charset="-122"/>
                </a:endParaRPr>
              </a:p>
            </p:txBody>
          </p:sp>
          <p:sp>
            <p:nvSpPr>
              <p:cNvPr id="1035293" name="Oval 30"/>
              <p:cNvSpPr>
                <a:spLocks noChangeArrowheads="1"/>
              </p:cNvSpPr>
              <p:nvPr/>
            </p:nvSpPr>
            <p:spPr bwMode="auto">
              <a:xfrm rot="-1860000">
                <a:off x="2984" y="310"/>
                <a:ext cx="295" cy="156"/>
              </a:xfrm>
              <a:prstGeom prst="ellipse">
                <a:avLst/>
              </a:prstGeom>
              <a:solidFill>
                <a:srgbClr val="EAEAEA"/>
              </a:solidFill>
              <a:ln w="12700">
                <a:solidFill>
                  <a:schemeClr val="tx1"/>
                </a:solidFill>
                <a:round/>
                <a:headEnd/>
                <a:tailEnd/>
              </a:ln>
            </p:spPr>
            <p:txBody>
              <a:bodyPr wrap="none" anchor="ctr"/>
              <a:lstStyle/>
              <a:p>
                <a:pPr eaLnBrk="0" hangingPunct="0"/>
                <a:endParaRPr lang="zh-CN" altLang="en-US" b="1">
                  <a:solidFill>
                    <a:srgbClr val="0000CC"/>
                  </a:solidFill>
                  <a:ea typeface="黑体" panose="02010609060101010101" pitchFamily="49" charset="-122"/>
                </a:endParaRPr>
              </a:p>
            </p:txBody>
          </p:sp>
          <p:sp>
            <p:nvSpPr>
              <p:cNvPr id="1035294" name="Freeform 31"/>
              <p:cNvSpPr>
                <a:spLocks noChangeArrowheads="1"/>
              </p:cNvSpPr>
              <p:nvPr/>
            </p:nvSpPr>
            <p:spPr bwMode="auto">
              <a:xfrm>
                <a:off x="3051" y="300"/>
                <a:ext cx="738" cy="407"/>
              </a:xfrm>
              <a:custGeom>
                <a:avLst/>
                <a:gdLst>
                  <a:gd name="T0" fmla="*/ 108 w 738"/>
                  <a:gd name="T1" fmla="*/ 82 h 407"/>
                  <a:gd name="T2" fmla="*/ 145 w 738"/>
                  <a:gd name="T3" fmla="*/ 77 h 407"/>
                  <a:gd name="T4" fmla="*/ 183 w 738"/>
                  <a:gd name="T5" fmla="*/ 72 h 407"/>
                  <a:gd name="T6" fmla="*/ 215 w 738"/>
                  <a:gd name="T7" fmla="*/ 67 h 407"/>
                  <a:gd name="T8" fmla="*/ 237 w 738"/>
                  <a:gd name="T9" fmla="*/ 46 h 407"/>
                  <a:gd name="T10" fmla="*/ 204 w 738"/>
                  <a:gd name="T11" fmla="*/ 41 h 407"/>
                  <a:gd name="T12" fmla="*/ 172 w 738"/>
                  <a:gd name="T13" fmla="*/ 46 h 407"/>
                  <a:gd name="T14" fmla="*/ 156 w 738"/>
                  <a:gd name="T15" fmla="*/ 46 h 407"/>
                  <a:gd name="T16" fmla="*/ 188 w 738"/>
                  <a:gd name="T17" fmla="*/ 26 h 407"/>
                  <a:gd name="T18" fmla="*/ 226 w 738"/>
                  <a:gd name="T19" fmla="*/ 15 h 407"/>
                  <a:gd name="T20" fmla="*/ 258 w 738"/>
                  <a:gd name="T21" fmla="*/ 10 h 407"/>
                  <a:gd name="T22" fmla="*/ 290 w 738"/>
                  <a:gd name="T23" fmla="*/ 5 h 407"/>
                  <a:gd name="T24" fmla="*/ 323 w 738"/>
                  <a:gd name="T25" fmla="*/ 0 h 407"/>
                  <a:gd name="T26" fmla="*/ 355 w 738"/>
                  <a:gd name="T27" fmla="*/ 0 h 407"/>
                  <a:gd name="T28" fmla="*/ 387 w 738"/>
                  <a:gd name="T29" fmla="*/ 0 h 407"/>
                  <a:gd name="T30" fmla="*/ 463 w 738"/>
                  <a:gd name="T31" fmla="*/ 0 h 407"/>
                  <a:gd name="T32" fmla="*/ 506 w 738"/>
                  <a:gd name="T33" fmla="*/ 0 h 407"/>
                  <a:gd name="T34" fmla="*/ 543 w 738"/>
                  <a:gd name="T35" fmla="*/ 15 h 407"/>
                  <a:gd name="T36" fmla="*/ 570 w 738"/>
                  <a:gd name="T37" fmla="*/ 36 h 407"/>
                  <a:gd name="T38" fmla="*/ 603 w 738"/>
                  <a:gd name="T39" fmla="*/ 51 h 407"/>
                  <a:gd name="T40" fmla="*/ 635 w 738"/>
                  <a:gd name="T41" fmla="*/ 57 h 407"/>
                  <a:gd name="T42" fmla="*/ 667 w 738"/>
                  <a:gd name="T43" fmla="*/ 77 h 407"/>
                  <a:gd name="T44" fmla="*/ 694 w 738"/>
                  <a:gd name="T45" fmla="*/ 98 h 407"/>
                  <a:gd name="T46" fmla="*/ 715 w 738"/>
                  <a:gd name="T47" fmla="*/ 128 h 407"/>
                  <a:gd name="T48" fmla="*/ 721 w 738"/>
                  <a:gd name="T49" fmla="*/ 164 h 407"/>
                  <a:gd name="T50" fmla="*/ 726 w 738"/>
                  <a:gd name="T51" fmla="*/ 195 h 407"/>
                  <a:gd name="T52" fmla="*/ 726 w 738"/>
                  <a:gd name="T53" fmla="*/ 226 h 407"/>
                  <a:gd name="T54" fmla="*/ 726 w 738"/>
                  <a:gd name="T55" fmla="*/ 257 h 407"/>
                  <a:gd name="T56" fmla="*/ 737 w 738"/>
                  <a:gd name="T57" fmla="*/ 288 h 407"/>
                  <a:gd name="T58" fmla="*/ 737 w 738"/>
                  <a:gd name="T59" fmla="*/ 319 h 407"/>
                  <a:gd name="T60" fmla="*/ 715 w 738"/>
                  <a:gd name="T61" fmla="*/ 349 h 407"/>
                  <a:gd name="T62" fmla="*/ 678 w 738"/>
                  <a:gd name="T63" fmla="*/ 365 h 407"/>
                  <a:gd name="T64" fmla="*/ 646 w 738"/>
                  <a:gd name="T65" fmla="*/ 380 h 407"/>
                  <a:gd name="T66" fmla="*/ 613 w 738"/>
                  <a:gd name="T67" fmla="*/ 396 h 407"/>
                  <a:gd name="T68" fmla="*/ 581 w 738"/>
                  <a:gd name="T69" fmla="*/ 401 h 407"/>
                  <a:gd name="T70" fmla="*/ 538 w 738"/>
                  <a:gd name="T71" fmla="*/ 406 h 407"/>
                  <a:gd name="T72" fmla="*/ 500 w 738"/>
                  <a:gd name="T73" fmla="*/ 406 h 407"/>
                  <a:gd name="T74" fmla="*/ 468 w 738"/>
                  <a:gd name="T75" fmla="*/ 406 h 407"/>
                  <a:gd name="T76" fmla="*/ 436 w 738"/>
                  <a:gd name="T77" fmla="*/ 406 h 407"/>
                  <a:gd name="T78" fmla="*/ 403 w 738"/>
                  <a:gd name="T79" fmla="*/ 406 h 407"/>
                  <a:gd name="T80" fmla="*/ 371 w 738"/>
                  <a:gd name="T81" fmla="*/ 406 h 407"/>
                  <a:gd name="T82" fmla="*/ 339 w 738"/>
                  <a:gd name="T83" fmla="*/ 406 h 407"/>
                  <a:gd name="T84" fmla="*/ 307 w 738"/>
                  <a:gd name="T85" fmla="*/ 406 h 407"/>
                  <a:gd name="T86" fmla="*/ 269 w 738"/>
                  <a:gd name="T87" fmla="*/ 406 h 407"/>
                  <a:gd name="T88" fmla="*/ 237 w 738"/>
                  <a:gd name="T89" fmla="*/ 406 h 407"/>
                  <a:gd name="T90" fmla="*/ 204 w 738"/>
                  <a:gd name="T91" fmla="*/ 406 h 407"/>
                  <a:gd name="T92" fmla="*/ 172 w 738"/>
                  <a:gd name="T93" fmla="*/ 391 h 407"/>
                  <a:gd name="T94" fmla="*/ 140 w 738"/>
                  <a:gd name="T95" fmla="*/ 380 h 407"/>
                  <a:gd name="T96" fmla="*/ 108 w 738"/>
                  <a:gd name="T97" fmla="*/ 365 h 407"/>
                  <a:gd name="T98" fmla="*/ 81 w 738"/>
                  <a:gd name="T99" fmla="*/ 339 h 407"/>
                  <a:gd name="T100" fmla="*/ 59 w 738"/>
                  <a:gd name="T101" fmla="*/ 319 h 407"/>
                  <a:gd name="T102" fmla="*/ 38 w 738"/>
                  <a:gd name="T103" fmla="*/ 288 h 407"/>
                  <a:gd name="T104" fmla="*/ 16 w 738"/>
                  <a:gd name="T105" fmla="*/ 252 h 407"/>
                  <a:gd name="T106" fmla="*/ 0 w 738"/>
                  <a:gd name="T107" fmla="*/ 216 h 407"/>
                  <a:gd name="T108" fmla="*/ 0 w 738"/>
                  <a:gd name="T109" fmla="*/ 185 h 407"/>
                  <a:gd name="T110" fmla="*/ 5 w 738"/>
                  <a:gd name="T111" fmla="*/ 149 h 407"/>
                  <a:gd name="T112" fmla="*/ 27 w 738"/>
                  <a:gd name="T113" fmla="*/ 123 h 407"/>
                  <a:gd name="T114" fmla="*/ 54 w 738"/>
                  <a:gd name="T115" fmla="*/ 108 h 407"/>
                  <a:gd name="T116" fmla="*/ 86 w 738"/>
                  <a:gd name="T117" fmla="*/ 98 h 407"/>
                  <a:gd name="T118" fmla="*/ 113 w 738"/>
                  <a:gd name="T119" fmla="*/ 82 h 407"/>
                  <a:gd name="T120" fmla="*/ 129 w 738"/>
                  <a:gd name="T121" fmla="*/ 98 h 40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Lst>
                <a:rect l="0" t="0" r="r" b="b"/>
                <a:pathLst>
                  <a:path w="738" h="407">
                    <a:moveTo>
                      <a:pt x="91" y="82"/>
                    </a:moveTo>
                    <a:lnTo>
                      <a:pt x="108" y="82"/>
                    </a:lnTo>
                    <a:lnTo>
                      <a:pt x="124" y="82"/>
                    </a:lnTo>
                    <a:lnTo>
                      <a:pt x="145" y="77"/>
                    </a:lnTo>
                    <a:lnTo>
                      <a:pt x="161" y="77"/>
                    </a:lnTo>
                    <a:lnTo>
                      <a:pt x="183" y="72"/>
                    </a:lnTo>
                    <a:lnTo>
                      <a:pt x="199" y="72"/>
                    </a:lnTo>
                    <a:lnTo>
                      <a:pt x="215" y="67"/>
                    </a:lnTo>
                    <a:lnTo>
                      <a:pt x="231" y="62"/>
                    </a:lnTo>
                    <a:lnTo>
                      <a:pt x="237" y="46"/>
                    </a:lnTo>
                    <a:lnTo>
                      <a:pt x="221" y="41"/>
                    </a:lnTo>
                    <a:lnTo>
                      <a:pt x="204" y="41"/>
                    </a:lnTo>
                    <a:lnTo>
                      <a:pt x="188" y="46"/>
                    </a:lnTo>
                    <a:lnTo>
                      <a:pt x="172" y="46"/>
                    </a:lnTo>
                    <a:lnTo>
                      <a:pt x="156" y="62"/>
                    </a:lnTo>
                    <a:lnTo>
                      <a:pt x="156" y="46"/>
                    </a:lnTo>
                    <a:lnTo>
                      <a:pt x="172" y="36"/>
                    </a:lnTo>
                    <a:lnTo>
                      <a:pt x="188" y="26"/>
                    </a:lnTo>
                    <a:lnTo>
                      <a:pt x="210" y="21"/>
                    </a:lnTo>
                    <a:lnTo>
                      <a:pt x="226" y="15"/>
                    </a:lnTo>
                    <a:lnTo>
                      <a:pt x="242" y="15"/>
                    </a:lnTo>
                    <a:lnTo>
                      <a:pt x="258" y="10"/>
                    </a:lnTo>
                    <a:lnTo>
                      <a:pt x="274" y="10"/>
                    </a:lnTo>
                    <a:lnTo>
                      <a:pt x="290" y="5"/>
                    </a:lnTo>
                    <a:lnTo>
                      <a:pt x="307" y="5"/>
                    </a:lnTo>
                    <a:lnTo>
                      <a:pt x="323" y="0"/>
                    </a:lnTo>
                    <a:lnTo>
                      <a:pt x="339" y="0"/>
                    </a:lnTo>
                    <a:lnTo>
                      <a:pt x="355" y="0"/>
                    </a:lnTo>
                    <a:lnTo>
                      <a:pt x="371" y="0"/>
                    </a:lnTo>
                    <a:lnTo>
                      <a:pt x="387" y="0"/>
                    </a:lnTo>
                    <a:lnTo>
                      <a:pt x="420" y="0"/>
                    </a:lnTo>
                    <a:lnTo>
                      <a:pt x="463" y="0"/>
                    </a:lnTo>
                    <a:lnTo>
                      <a:pt x="484" y="0"/>
                    </a:lnTo>
                    <a:lnTo>
                      <a:pt x="506" y="0"/>
                    </a:lnTo>
                    <a:lnTo>
                      <a:pt x="527" y="5"/>
                    </a:lnTo>
                    <a:lnTo>
                      <a:pt x="543" y="15"/>
                    </a:lnTo>
                    <a:lnTo>
                      <a:pt x="554" y="31"/>
                    </a:lnTo>
                    <a:lnTo>
                      <a:pt x="570" y="36"/>
                    </a:lnTo>
                    <a:lnTo>
                      <a:pt x="586" y="46"/>
                    </a:lnTo>
                    <a:lnTo>
                      <a:pt x="603" y="51"/>
                    </a:lnTo>
                    <a:lnTo>
                      <a:pt x="619" y="51"/>
                    </a:lnTo>
                    <a:lnTo>
                      <a:pt x="635" y="57"/>
                    </a:lnTo>
                    <a:lnTo>
                      <a:pt x="651" y="67"/>
                    </a:lnTo>
                    <a:lnTo>
                      <a:pt x="667" y="77"/>
                    </a:lnTo>
                    <a:lnTo>
                      <a:pt x="678" y="93"/>
                    </a:lnTo>
                    <a:lnTo>
                      <a:pt x="694" y="98"/>
                    </a:lnTo>
                    <a:lnTo>
                      <a:pt x="699" y="113"/>
                    </a:lnTo>
                    <a:lnTo>
                      <a:pt x="715" y="128"/>
                    </a:lnTo>
                    <a:lnTo>
                      <a:pt x="721" y="149"/>
                    </a:lnTo>
                    <a:lnTo>
                      <a:pt x="721" y="164"/>
                    </a:lnTo>
                    <a:lnTo>
                      <a:pt x="726" y="180"/>
                    </a:lnTo>
                    <a:lnTo>
                      <a:pt x="726" y="195"/>
                    </a:lnTo>
                    <a:lnTo>
                      <a:pt x="726" y="211"/>
                    </a:lnTo>
                    <a:lnTo>
                      <a:pt x="726" y="226"/>
                    </a:lnTo>
                    <a:lnTo>
                      <a:pt x="726" y="242"/>
                    </a:lnTo>
                    <a:lnTo>
                      <a:pt x="726" y="257"/>
                    </a:lnTo>
                    <a:lnTo>
                      <a:pt x="737" y="272"/>
                    </a:lnTo>
                    <a:lnTo>
                      <a:pt x="737" y="288"/>
                    </a:lnTo>
                    <a:lnTo>
                      <a:pt x="737" y="303"/>
                    </a:lnTo>
                    <a:lnTo>
                      <a:pt x="737" y="319"/>
                    </a:lnTo>
                    <a:lnTo>
                      <a:pt x="732" y="334"/>
                    </a:lnTo>
                    <a:lnTo>
                      <a:pt x="715" y="349"/>
                    </a:lnTo>
                    <a:lnTo>
                      <a:pt x="694" y="360"/>
                    </a:lnTo>
                    <a:lnTo>
                      <a:pt x="678" y="365"/>
                    </a:lnTo>
                    <a:lnTo>
                      <a:pt x="662" y="375"/>
                    </a:lnTo>
                    <a:lnTo>
                      <a:pt x="646" y="380"/>
                    </a:lnTo>
                    <a:lnTo>
                      <a:pt x="629" y="385"/>
                    </a:lnTo>
                    <a:lnTo>
                      <a:pt x="613" y="396"/>
                    </a:lnTo>
                    <a:lnTo>
                      <a:pt x="597" y="401"/>
                    </a:lnTo>
                    <a:lnTo>
                      <a:pt x="581" y="401"/>
                    </a:lnTo>
                    <a:lnTo>
                      <a:pt x="559" y="406"/>
                    </a:lnTo>
                    <a:lnTo>
                      <a:pt x="538" y="406"/>
                    </a:lnTo>
                    <a:lnTo>
                      <a:pt x="522" y="406"/>
                    </a:lnTo>
                    <a:lnTo>
                      <a:pt x="500" y="406"/>
                    </a:lnTo>
                    <a:lnTo>
                      <a:pt x="484" y="406"/>
                    </a:lnTo>
                    <a:lnTo>
                      <a:pt x="468" y="406"/>
                    </a:lnTo>
                    <a:lnTo>
                      <a:pt x="452" y="406"/>
                    </a:lnTo>
                    <a:lnTo>
                      <a:pt x="436" y="406"/>
                    </a:lnTo>
                    <a:lnTo>
                      <a:pt x="420" y="406"/>
                    </a:lnTo>
                    <a:lnTo>
                      <a:pt x="403" y="406"/>
                    </a:lnTo>
                    <a:lnTo>
                      <a:pt x="387" y="406"/>
                    </a:lnTo>
                    <a:lnTo>
                      <a:pt x="371" y="406"/>
                    </a:lnTo>
                    <a:lnTo>
                      <a:pt x="355" y="406"/>
                    </a:lnTo>
                    <a:lnTo>
                      <a:pt x="339" y="406"/>
                    </a:lnTo>
                    <a:lnTo>
                      <a:pt x="323" y="406"/>
                    </a:lnTo>
                    <a:lnTo>
                      <a:pt x="307" y="406"/>
                    </a:lnTo>
                    <a:lnTo>
                      <a:pt x="285" y="406"/>
                    </a:lnTo>
                    <a:lnTo>
                      <a:pt x="269" y="406"/>
                    </a:lnTo>
                    <a:lnTo>
                      <a:pt x="253" y="406"/>
                    </a:lnTo>
                    <a:lnTo>
                      <a:pt x="237" y="406"/>
                    </a:lnTo>
                    <a:lnTo>
                      <a:pt x="221" y="406"/>
                    </a:lnTo>
                    <a:lnTo>
                      <a:pt x="204" y="406"/>
                    </a:lnTo>
                    <a:lnTo>
                      <a:pt x="188" y="396"/>
                    </a:lnTo>
                    <a:lnTo>
                      <a:pt x="172" y="391"/>
                    </a:lnTo>
                    <a:lnTo>
                      <a:pt x="156" y="385"/>
                    </a:lnTo>
                    <a:lnTo>
                      <a:pt x="140" y="380"/>
                    </a:lnTo>
                    <a:lnTo>
                      <a:pt x="124" y="375"/>
                    </a:lnTo>
                    <a:lnTo>
                      <a:pt x="108" y="365"/>
                    </a:lnTo>
                    <a:lnTo>
                      <a:pt x="91" y="355"/>
                    </a:lnTo>
                    <a:lnTo>
                      <a:pt x="81" y="339"/>
                    </a:lnTo>
                    <a:lnTo>
                      <a:pt x="65" y="334"/>
                    </a:lnTo>
                    <a:lnTo>
                      <a:pt x="59" y="319"/>
                    </a:lnTo>
                    <a:lnTo>
                      <a:pt x="43" y="303"/>
                    </a:lnTo>
                    <a:lnTo>
                      <a:pt x="38" y="288"/>
                    </a:lnTo>
                    <a:lnTo>
                      <a:pt x="22" y="272"/>
                    </a:lnTo>
                    <a:lnTo>
                      <a:pt x="16" y="252"/>
                    </a:lnTo>
                    <a:lnTo>
                      <a:pt x="5" y="231"/>
                    </a:lnTo>
                    <a:lnTo>
                      <a:pt x="0" y="216"/>
                    </a:lnTo>
                    <a:lnTo>
                      <a:pt x="0" y="200"/>
                    </a:lnTo>
                    <a:lnTo>
                      <a:pt x="0" y="185"/>
                    </a:lnTo>
                    <a:lnTo>
                      <a:pt x="0" y="170"/>
                    </a:lnTo>
                    <a:lnTo>
                      <a:pt x="5" y="149"/>
                    </a:lnTo>
                    <a:lnTo>
                      <a:pt x="11" y="134"/>
                    </a:lnTo>
                    <a:lnTo>
                      <a:pt x="27" y="123"/>
                    </a:lnTo>
                    <a:lnTo>
                      <a:pt x="38" y="108"/>
                    </a:lnTo>
                    <a:lnTo>
                      <a:pt x="54" y="108"/>
                    </a:lnTo>
                    <a:lnTo>
                      <a:pt x="70" y="103"/>
                    </a:lnTo>
                    <a:lnTo>
                      <a:pt x="86" y="98"/>
                    </a:lnTo>
                    <a:lnTo>
                      <a:pt x="102" y="98"/>
                    </a:lnTo>
                    <a:lnTo>
                      <a:pt x="113" y="82"/>
                    </a:lnTo>
                    <a:lnTo>
                      <a:pt x="113" y="67"/>
                    </a:lnTo>
                    <a:lnTo>
                      <a:pt x="129" y="98"/>
                    </a:lnTo>
                  </a:path>
                </a:pathLst>
              </a:custGeom>
              <a:solidFill>
                <a:srgbClr val="EAEAEA"/>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CC"/>
                  </a:solidFill>
                  <a:ea typeface="黑体" panose="02010609060101010101" pitchFamily="49" charset="-122"/>
                </a:endParaRPr>
              </a:p>
            </p:txBody>
          </p:sp>
          <p:sp>
            <p:nvSpPr>
              <p:cNvPr id="1035295" name="Freeform 32"/>
              <p:cNvSpPr>
                <a:spLocks noChangeArrowheads="1"/>
              </p:cNvSpPr>
              <p:nvPr/>
            </p:nvSpPr>
            <p:spPr bwMode="auto">
              <a:xfrm>
                <a:off x="3193" y="270"/>
                <a:ext cx="117" cy="118"/>
              </a:xfrm>
              <a:custGeom>
                <a:avLst/>
                <a:gdLst>
                  <a:gd name="T0" fmla="*/ 5 w 117"/>
                  <a:gd name="T1" fmla="*/ 66 h 118"/>
                  <a:gd name="T2" fmla="*/ 0 w 117"/>
                  <a:gd name="T3" fmla="*/ 51 h 118"/>
                  <a:gd name="T4" fmla="*/ 0 w 117"/>
                  <a:gd name="T5" fmla="*/ 36 h 118"/>
                  <a:gd name="T6" fmla="*/ 16 w 117"/>
                  <a:gd name="T7" fmla="*/ 25 h 118"/>
                  <a:gd name="T8" fmla="*/ 32 w 117"/>
                  <a:gd name="T9" fmla="*/ 15 h 118"/>
                  <a:gd name="T10" fmla="*/ 47 w 117"/>
                  <a:gd name="T11" fmla="*/ 0 h 118"/>
                  <a:gd name="T12" fmla="*/ 63 w 117"/>
                  <a:gd name="T13" fmla="*/ 0 h 118"/>
                  <a:gd name="T14" fmla="*/ 79 w 117"/>
                  <a:gd name="T15" fmla="*/ 0 h 118"/>
                  <a:gd name="T16" fmla="*/ 84 w 117"/>
                  <a:gd name="T17" fmla="*/ 15 h 118"/>
                  <a:gd name="T18" fmla="*/ 95 w 117"/>
                  <a:gd name="T19" fmla="*/ 31 h 118"/>
                  <a:gd name="T20" fmla="*/ 105 w 117"/>
                  <a:gd name="T21" fmla="*/ 46 h 118"/>
                  <a:gd name="T22" fmla="*/ 111 w 117"/>
                  <a:gd name="T23" fmla="*/ 61 h 118"/>
                  <a:gd name="T24" fmla="*/ 116 w 117"/>
                  <a:gd name="T25" fmla="*/ 76 h 118"/>
                  <a:gd name="T26" fmla="*/ 116 w 117"/>
                  <a:gd name="T27" fmla="*/ 92 h 118"/>
                  <a:gd name="T28" fmla="*/ 116 w 117"/>
                  <a:gd name="T29" fmla="*/ 107 h 118"/>
                  <a:gd name="T30" fmla="*/ 100 w 117"/>
                  <a:gd name="T31" fmla="*/ 117 h 118"/>
                  <a:gd name="T32" fmla="*/ 84 w 117"/>
                  <a:gd name="T33" fmla="*/ 117 h 118"/>
                  <a:gd name="T34" fmla="*/ 69 w 117"/>
                  <a:gd name="T35" fmla="*/ 117 h 118"/>
                  <a:gd name="T36" fmla="*/ 53 w 117"/>
                  <a:gd name="T37" fmla="*/ 117 h 118"/>
                  <a:gd name="T38" fmla="*/ 37 w 117"/>
                  <a:gd name="T39" fmla="*/ 112 h 118"/>
                  <a:gd name="T40" fmla="*/ 21 w 117"/>
                  <a:gd name="T41" fmla="*/ 102 h 118"/>
                  <a:gd name="T42" fmla="*/ 11 w 117"/>
                  <a:gd name="T43" fmla="*/ 86 h 118"/>
                  <a:gd name="T44" fmla="*/ 5 w 117"/>
                  <a:gd name="T45" fmla="*/ 71 h 118"/>
                  <a:gd name="T46" fmla="*/ 5 w 117"/>
                  <a:gd name="T47" fmla="*/ 66 h 1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117" h="118">
                    <a:moveTo>
                      <a:pt x="5" y="66"/>
                    </a:moveTo>
                    <a:lnTo>
                      <a:pt x="0" y="51"/>
                    </a:lnTo>
                    <a:lnTo>
                      <a:pt x="0" y="36"/>
                    </a:lnTo>
                    <a:lnTo>
                      <a:pt x="16" y="25"/>
                    </a:lnTo>
                    <a:lnTo>
                      <a:pt x="32" y="15"/>
                    </a:lnTo>
                    <a:lnTo>
                      <a:pt x="47" y="0"/>
                    </a:lnTo>
                    <a:lnTo>
                      <a:pt x="63" y="0"/>
                    </a:lnTo>
                    <a:lnTo>
                      <a:pt x="79" y="0"/>
                    </a:lnTo>
                    <a:lnTo>
                      <a:pt x="84" y="15"/>
                    </a:lnTo>
                    <a:lnTo>
                      <a:pt x="95" y="31"/>
                    </a:lnTo>
                    <a:lnTo>
                      <a:pt x="105" y="46"/>
                    </a:lnTo>
                    <a:lnTo>
                      <a:pt x="111" y="61"/>
                    </a:lnTo>
                    <a:lnTo>
                      <a:pt x="116" y="76"/>
                    </a:lnTo>
                    <a:lnTo>
                      <a:pt x="116" y="92"/>
                    </a:lnTo>
                    <a:lnTo>
                      <a:pt x="116" y="107"/>
                    </a:lnTo>
                    <a:lnTo>
                      <a:pt x="100" y="117"/>
                    </a:lnTo>
                    <a:lnTo>
                      <a:pt x="84" y="117"/>
                    </a:lnTo>
                    <a:lnTo>
                      <a:pt x="69" y="117"/>
                    </a:lnTo>
                    <a:lnTo>
                      <a:pt x="53" y="117"/>
                    </a:lnTo>
                    <a:lnTo>
                      <a:pt x="37" y="112"/>
                    </a:lnTo>
                    <a:lnTo>
                      <a:pt x="21" y="102"/>
                    </a:lnTo>
                    <a:lnTo>
                      <a:pt x="11" y="86"/>
                    </a:lnTo>
                    <a:lnTo>
                      <a:pt x="5" y="71"/>
                    </a:lnTo>
                    <a:lnTo>
                      <a:pt x="5" y="66"/>
                    </a:lnTo>
                  </a:path>
                </a:pathLst>
              </a:custGeom>
              <a:solidFill>
                <a:srgbClr val="EAEAEA"/>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CC"/>
                  </a:solidFill>
                  <a:ea typeface="黑体" panose="02010609060101010101" pitchFamily="49" charset="-122"/>
                </a:endParaRPr>
              </a:p>
            </p:txBody>
          </p:sp>
          <p:sp>
            <p:nvSpPr>
              <p:cNvPr id="1035296" name="Freeform 33"/>
              <p:cNvSpPr>
                <a:spLocks noChangeArrowheads="1"/>
              </p:cNvSpPr>
              <p:nvPr/>
            </p:nvSpPr>
            <p:spPr bwMode="auto">
              <a:xfrm>
                <a:off x="3469" y="239"/>
                <a:ext cx="82" cy="87"/>
              </a:xfrm>
              <a:custGeom>
                <a:avLst/>
                <a:gdLst>
                  <a:gd name="T0" fmla="*/ 0 w 82"/>
                  <a:gd name="T1" fmla="*/ 0 h 87"/>
                  <a:gd name="T2" fmla="*/ 16 w 82"/>
                  <a:gd name="T3" fmla="*/ 10 h 87"/>
                  <a:gd name="T4" fmla="*/ 32 w 82"/>
                  <a:gd name="T5" fmla="*/ 20 h 87"/>
                  <a:gd name="T6" fmla="*/ 49 w 82"/>
                  <a:gd name="T7" fmla="*/ 20 h 87"/>
                  <a:gd name="T8" fmla="*/ 65 w 82"/>
                  <a:gd name="T9" fmla="*/ 30 h 87"/>
                  <a:gd name="T10" fmla="*/ 76 w 82"/>
                  <a:gd name="T11" fmla="*/ 46 h 87"/>
                  <a:gd name="T12" fmla="*/ 81 w 82"/>
                  <a:gd name="T13" fmla="*/ 61 h 87"/>
                  <a:gd name="T14" fmla="*/ 81 w 82"/>
                  <a:gd name="T15" fmla="*/ 76 h 87"/>
                  <a:gd name="T16" fmla="*/ 65 w 82"/>
                  <a:gd name="T17" fmla="*/ 86 h 87"/>
                  <a:gd name="T18" fmla="*/ 49 w 82"/>
                  <a:gd name="T19" fmla="*/ 86 h 87"/>
                  <a:gd name="T20" fmla="*/ 27 w 82"/>
                  <a:gd name="T21" fmla="*/ 81 h 87"/>
                  <a:gd name="T22" fmla="*/ 11 w 82"/>
                  <a:gd name="T23" fmla="*/ 71 h 87"/>
                  <a:gd name="T24" fmla="*/ 5 w 82"/>
                  <a:gd name="T25" fmla="*/ 56 h 87"/>
                  <a:gd name="T26" fmla="*/ 0 w 82"/>
                  <a:gd name="T27" fmla="*/ 40 h 87"/>
                  <a:gd name="T28" fmla="*/ 0 w 82"/>
                  <a:gd name="T29" fmla="*/ 25 h 87"/>
                  <a:gd name="T30" fmla="*/ 11 w 82"/>
                  <a:gd name="T31" fmla="*/ 10 h 87"/>
                  <a:gd name="T32" fmla="*/ 0 w 82"/>
                  <a:gd name="T33" fmla="*/ 0 h 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82" h="87">
                    <a:moveTo>
                      <a:pt x="0" y="0"/>
                    </a:moveTo>
                    <a:lnTo>
                      <a:pt x="16" y="10"/>
                    </a:lnTo>
                    <a:lnTo>
                      <a:pt x="32" y="20"/>
                    </a:lnTo>
                    <a:lnTo>
                      <a:pt x="49" y="20"/>
                    </a:lnTo>
                    <a:lnTo>
                      <a:pt x="65" y="30"/>
                    </a:lnTo>
                    <a:lnTo>
                      <a:pt x="76" y="46"/>
                    </a:lnTo>
                    <a:lnTo>
                      <a:pt x="81" y="61"/>
                    </a:lnTo>
                    <a:lnTo>
                      <a:pt x="81" y="76"/>
                    </a:lnTo>
                    <a:lnTo>
                      <a:pt x="65" y="86"/>
                    </a:lnTo>
                    <a:lnTo>
                      <a:pt x="49" y="86"/>
                    </a:lnTo>
                    <a:lnTo>
                      <a:pt x="27" y="81"/>
                    </a:lnTo>
                    <a:lnTo>
                      <a:pt x="11" y="71"/>
                    </a:lnTo>
                    <a:lnTo>
                      <a:pt x="5" y="56"/>
                    </a:lnTo>
                    <a:lnTo>
                      <a:pt x="0" y="40"/>
                    </a:lnTo>
                    <a:lnTo>
                      <a:pt x="0" y="25"/>
                    </a:lnTo>
                    <a:lnTo>
                      <a:pt x="11" y="10"/>
                    </a:lnTo>
                    <a:lnTo>
                      <a:pt x="0" y="0"/>
                    </a:lnTo>
                  </a:path>
                </a:pathLst>
              </a:custGeom>
              <a:solidFill>
                <a:srgbClr val="EAEAEA"/>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CC"/>
                  </a:solidFill>
                  <a:ea typeface="黑体" panose="02010609060101010101" pitchFamily="49" charset="-122"/>
                </a:endParaRPr>
              </a:p>
            </p:txBody>
          </p:sp>
        </p:grpSp>
        <p:sp>
          <p:nvSpPr>
            <p:cNvPr id="1035297" name="Text Box 34"/>
            <p:cNvSpPr txBox="1">
              <a:spLocks noChangeArrowheads="1"/>
            </p:cNvSpPr>
            <p:nvPr/>
          </p:nvSpPr>
          <p:spPr bwMode="auto">
            <a:xfrm>
              <a:off x="4967" y="1856"/>
              <a:ext cx="342" cy="222"/>
            </a:xfrm>
            <a:prstGeom prst="rect">
              <a:avLst/>
            </a:prstGeom>
            <a:solidFill>
              <a:srgbClr val="EAEAEA"/>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zh-CN" altLang="en-US" sz="2000" b="1">
                  <a:solidFill>
                    <a:srgbClr val="0000CC"/>
                  </a:solidFill>
                  <a:ea typeface="黑体" panose="02010609060101010101" pitchFamily="49" charset="-122"/>
                </a:rPr>
                <a:t>网 </a:t>
              </a:r>
              <a:r>
                <a:rPr lang="en-US" altLang="zh-CN" sz="2000" b="1">
                  <a:solidFill>
                    <a:srgbClr val="0000CC"/>
                  </a:solidFill>
                  <a:ea typeface="黑体" panose="02010609060101010101" pitchFamily="49" charset="-122"/>
                </a:rPr>
                <a:t>3</a:t>
              </a:r>
            </a:p>
          </p:txBody>
        </p:sp>
      </p:grpSp>
      <p:grpSp>
        <p:nvGrpSpPr>
          <p:cNvPr id="1035298" name="Group 35"/>
          <p:cNvGrpSpPr>
            <a:grpSpLocks/>
          </p:cNvGrpSpPr>
          <p:nvPr/>
        </p:nvGrpSpPr>
        <p:grpSpPr bwMode="auto">
          <a:xfrm>
            <a:off x="4532313" y="631825"/>
            <a:ext cx="1276350" cy="858838"/>
            <a:chOff x="4830" y="1752"/>
            <a:chExt cx="667" cy="477"/>
          </a:xfrm>
        </p:grpSpPr>
        <p:grpSp>
          <p:nvGrpSpPr>
            <p:cNvPr id="1035299" name="Group 36"/>
            <p:cNvGrpSpPr>
              <a:grpSpLocks/>
            </p:cNvGrpSpPr>
            <p:nvPr/>
          </p:nvGrpSpPr>
          <p:grpSpPr bwMode="auto">
            <a:xfrm>
              <a:off x="4830" y="1752"/>
              <a:ext cx="667" cy="477"/>
              <a:chOff x="2949" y="196"/>
              <a:chExt cx="941" cy="598"/>
            </a:xfrm>
          </p:grpSpPr>
          <p:sp>
            <p:nvSpPr>
              <p:cNvPr id="1035300" name="Oval 37"/>
              <p:cNvSpPr>
                <a:spLocks noChangeArrowheads="1"/>
              </p:cNvSpPr>
              <p:nvPr/>
            </p:nvSpPr>
            <p:spPr bwMode="auto">
              <a:xfrm>
                <a:off x="3168" y="196"/>
                <a:ext cx="407" cy="162"/>
              </a:xfrm>
              <a:prstGeom prst="ellipse">
                <a:avLst/>
              </a:prstGeom>
              <a:solidFill>
                <a:srgbClr val="EAEAEA"/>
              </a:solidFill>
              <a:ln w="12700">
                <a:solidFill>
                  <a:schemeClr val="tx1"/>
                </a:solidFill>
                <a:round/>
                <a:headEnd/>
                <a:tailEnd/>
              </a:ln>
            </p:spPr>
            <p:txBody>
              <a:bodyPr wrap="none" anchor="ctr"/>
              <a:lstStyle/>
              <a:p>
                <a:pPr eaLnBrk="0" hangingPunct="0"/>
                <a:endParaRPr lang="zh-CN" altLang="en-US" b="1">
                  <a:solidFill>
                    <a:srgbClr val="0000CC"/>
                  </a:solidFill>
                  <a:ea typeface="黑体" panose="02010609060101010101" pitchFamily="49" charset="-122"/>
                </a:endParaRPr>
              </a:p>
            </p:txBody>
          </p:sp>
          <p:sp>
            <p:nvSpPr>
              <p:cNvPr id="1035301" name="Oval 38"/>
              <p:cNvSpPr>
                <a:spLocks noChangeArrowheads="1"/>
              </p:cNvSpPr>
              <p:nvPr/>
            </p:nvSpPr>
            <p:spPr bwMode="auto">
              <a:xfrm rot="900000">
                <a:off x="3512" y="252"/>
                <a:ext cx="275" cy="131"/>
              </a:xfrm>
              <a:prstGeom prst="ellipse">
                <a:avLst/>
              </a:prstGeom>
              <a:solidFill>
                <a:srgbClr val="EAEAEA"/>
              </a:solidFill>
              <a:ln w="12700">
                <a:solidFill>
                  <a:schemeClr val="tx1"/>
                </a:solidFill>
                <a:round/>
                <a:headEnd/>
                <a:tailEnd/>
              </a:ln>
            </p:spPr>
            <p:txBody>
              <a:bodyPr wrap="none" anchor="ctr"/>
              <a:lstStyle/>
              <a:p>
                <a:pPr eaLnBrk="0" hangingPunct="0"/>
                <a:endParaRPr lang="zh-CN" altLang="en-US" b="1">
                  <a:solidFill>
                    <a:srgbClr val="0000CC"/>
                  </a:solidFill>
                  <a:ea typeface="黑体" panose="02010609060101010101" pitchFamily="49" charset="-122"/>
                </a:endParaRPr>
              </a:p>
            </p:txBody>
          </p:sp>
          <p:sp>
            <p:nvSpPr>
              <p:cNvPr id="1035302" name="Oval 39"/>
              <p:cNvSpPr>
                <a:spLocks noChangeArrowheads="1"/>
              </p:cNvSpPr>
              <p:nvPr/>
            </p:nvSpPr>
            <p:spPr bwMode="auto">
              <a:xfrm rot="1500000">
                <a:off x="3650" y="385"/>
                <a:ext cx="240" cy="153"/>
              </a:xfrm>
              <a:prstGeom prst="ellipse">
                <a:avLst/>
              </a:prstGeom>
              <a:solidFill>
                <a:srgbClr val="EAEAEA"/>
              </a:solidFill>
              <a:ln w="12700">
                <a:solidFill>
                  <a:schemeClr val="tx1"/>
                </a:solidFill>
                <a:round/>
                <a:headEnd/>
                <a:tailEnd/>
              </a:ln>
            </p:spPr>
            <p:txBody>
              <a:bodyPr wrap="none" anchor="ctr"/>
              <a:lstStyle/>
              <a:p>
                <a:pPr eaLnBrk="0" hangingPunct="0"/>
                <a:endParaRPr lang="zh-CN" altLang="en-US" b="1">
                  <a:solidFill>
                    <a:srgbClr val="0000CC"/>
                  </a:solidFill>
                  <a:ea typeface="黑体" panose="02010609060101010101" pitchFamily="49" charset="-122"/>
                </a:endParaRPr>
              </a:p>
            </p:txBody>
          </p:sp>
          <p:sp>
            <p:nvSpPr>
              <p:cNvPr id="1035303" name="Oval 40"/>
              <p:cNvSpPr>
                <a:spLocks noChangeArrowheads="1"/>
              </p:cNvSpPr>
              <p:nvPr/>
            </p:nvSpPr>
            <p:spPr bwMode="auto">
              <a:xfrm rot="-1560000">
                <a:off x="3573" y="537"/>
                <a:ext cx="291" cy="189"/>
              </a:xfrm>
              <a:prstGeom prst="ellipse">
                <a:avLst/>
              </a:prstGeom>
              <a:solidFill>
                <a:srgbClr val="EAEAEA"/>
              </a:solidFill>
              <a:ln w="12700">
                <a:solidFill>
                  <a:schemeClr val="tx1"/>
                </a:solidFill>
                <a:round/>
                <a:headEnd/>
                <a:tailEnd/>
              </a:ln>
            </p:spPr>
            <p:txBody>
              <a:bodyPr wrap="none" anchor="ctr"/>
              <a:lstStyle/>
              <a:p>
                <a:pPr eaLnBrk="0" hangingPunct="0"/>
                <a:endParaRPr lang="zh-CN" altLang="en-US" b="1">
                  <a:solidFill>
                    <a:srgbClr val="0000CC"/>
                  </a:solidFill>
                  <a:ea typeface="黑体" panose="02010609060101010101" pitchFamily="49" charset="-122"/>
                </a:endParaRPr>
              </a:p>
            </p:txBody>
          </p:sp>
          <p:sp>
            <p:nvSpPr>
              <p:cNvPr id="1035304" name="Oval 41"/>
              <p:cNvSpPr>
                <a:spLocks noChangeArrowheads="1"/>
              </p:cNvSpPr>
              <p:nvPr/>
            </p:nvSpPr>
            <p:spPr bwMode="auto">
              <a:xfrm>
                <a:off x="3216" y="555"/>
                <a:ext cx="471" cy="239"/>
              </a:xfrm>
              <a:prstGeom prst="ellipse">
                <a:avLst/>
              </a:prstGeom>
              <a:solidFill>
                <a:srgbClr val="EAEAEA"/>
              </a:solidFill>
              <a:ln w="12700">
                <a:solidFill>
                  <a:schemeClr val="tx1"/>
                </a:solidFill>
                <a:round/>
                <a:headEnd/>
                <a:tailEnd/>
              </a:ln>
            </p:spPr>
            <p:txBody>
              <a:bodyPr wrap="none" anchor="ctr"/>
              <a:lstStyle/>
              <a:p>
                <a:pPr eaLnBrk="0" hangingPunct="0"/>
                <a:endParaRPr lang="zh-CN" altLang="en-US" b="1">
                  <a:solidFill>
                    <a:srgbClr val="0000CC"/>
                  </a:solidFill>
                  <a:ea typeface="黑体" panose="02010609060101010101" pitchFamily="49" charset="-122"/>
                </a:endParaRPr>
              </a:p>
            </p:txBody>
          </p:sp>
          <p:sp>
            <p:nvSpPr>
              <p:cNvPr id="1035305" name="Oval 42"/>
              <p:cNvSpPr>
                <a:spLocks noChangeArrowheads="1"/>
              </p:cNvSpPr>
              <p:nvPr/>
            </p:nvSpPr>
            <p:spPr bwMode="auto">
              <a:xfrm rot="1080000">
                <a:off x="3023" y="555"/>
                <a:ext cx="265" cy="156"/>
              </a:xfrm>
              <a:prstGeom prst="ellipse">
                <a:avLst/>
              </a:prstGeom>
              <a:solidFill>
                <a:srgbClr val="EAEAEA"/>
              </a:solidFill>
              <a:ln w="12700">
                <a:solidFill>
                  <a:schemeClr val="tx1"/>
                </a:solidFill>
                <a:round/>
                <a:headEnd/>
                <a:tailEnd/>
              </a:ln>
            </p:spPr>
            <p:txBody>
              <a:bodyPr wrap="none" anchor="ctr"/>
              <a:lstStyle/>
              <a:p>
                <a:pPr eaLnBrk="0" hangingPunct="0"/>
                <a:endParaRPr lang="zh-CN" altLang="en-US" b="1">
                  <a:solidFill>
                    <a:srgbClr val="0000CC"/>
                  </a:solidFill>
                  <a:ea typeface="黑体" panose="02010609060101010101" pitchFamily="49" charset="-122"/>
                </a:endParaRPr>
              </a:p>
            </p:txBody>
          </p:sp>
          <p:sp>
            <p:nvSpPr>
              <p:cNvPr id="1035306" name="Oval 43"/>
              <p:cNvSpPr>
                <a:spLocks noChangeArrowheads="1"/>
              </p:cNvSpPr>
              <p:nvPr/>
            </p:nvSpPr>
            <p:spPr bwMode="auto">
              <a:xfrm>
                <a:off x="2949" y="432"/>
                <a:ext cx="217" cy="156"/>
              </a:xfrm>
              <a:prstGeom prst="ellipse">
                <a:avLst/>
              </a:prstGeom>
              <a:solidFill>
                <a:srgbClr val="EAEAEA"/>
              </a:solidFill>
              <a:ln w="12700">
                <a:solidFill>
                  <a:schemeClr val="tx1"/>
                </a:solidFill>
                <a:round/>
                <a:headEnd/>
                <a:tailEnd/>
              </a:ln>
            </p:spPr>
            <p:txBody>
              <a:bodyPr wrap="none" anchor="ctr"/>
              <a:lstStyle/>
              <a:p>
                <a:pPr eaLnBrk="0" hangingPunct="0"/>
                <a:endParaRPr lang="zh-CN" altLang="en-US" b="1">
                  <a:solidFill>
                    <a:srgbClr val="0000CC"/>
                  </a:solidFill>
                  <a:ea typeface="黑体" panose="02010609060101010101" pitchFamily="49" charset="-122"/>
                </a:endParaRPr>
              </a:p>
            </p:txBody>
          </p:sp>
          <p:sp>
            <p:nvSpPr>
              <p:cNvPr id="1035307" name="Oval 44"/>
              <p:cNvSpPr>
                <a:spLocks noChangeArrowheads="1"/>
              </p:cNvSpPr>
              <p:nvPr/>
            </p:nvSpPr>
            <p:spPr bwMode="auto">
              <a:xfrm rot="-1860000">
                <a:off x="2984" y="310"/>
                <a:ext cx="295" cy="156"/>
              </a:xfrm>
              <a:prstGeom prst="ellipse">
                <a:avLst/>
              </a:prstGeom>
              <a:solidFill>
                <a:srgbClr val="EAEAEA"/>
              </a:solidFill>
              <a:ln w="12700">
                <a:solidFill>
                  <a:schemeClr val="tx1"/>
                </a:solidFill>
                <a:round/>
                <a:headEnd/>
                <a:tailEnd/>
              </a:ln>
            </p:spPr>
            <p:txBody>
              <a:bodyPr wrap="none" anchor="ctr"/>
              <a:lstStyle/>
              <a:p>
                <a:pPr eaLnBrk="0" hangingPunct="0"/>
                <a:endParaRPr lang="zh-CN" altLang="en-US" b="1">
                  <a:solidFill>
                    <a:srgbClr val="0000CC"/>
                  </a:solidFill>
                  <a:ea typeface="黑体" panose="02010609060101010101" pitchFamily="49" charset="-122"/>
                </a:endParaRPr>
              </a:p>
            </p:txBody>
          </p:sp>
          <p:sp>
            <p:nvSpPr>
              <p:cNvPr id="1035308" name="Freeform 45"/>
              <p:cNvSpPr>
                <a:spLocks noChangeArrowheads="1"/>
              </p:cNvSpPr>
              <p:nvPr/>
            </p:nvSpPr>
            <p:spPr bwMode="auto">
              <a:xfrm>
                <a:off x="3051" y="300"/>
                <a:ext cx="738" cy="407"/>
              </a:xfrm>
              <a:custGeom>
                <a:avLst/>
                <a:gdLst>
                  <a:gd name="T0" fmla="*/ 108 w 738"/>
                  <a:gd name="T1" fmla="*/ 82 h 407"/>
                  <a:gd name="T2" fmla="*/ 145 w 738"/>
                  <a:gd name="T3" fmla="*/ 77 h 407"/>
                  <a:gd name="T4" fmla="*/ 183 w 738"/>
                  <a:gd name="T5" fmla="*/ 72 h 407"/>
                  <a:gd name="T6" fmla="*/ 215 w 738"/>
                  <a:gd name="T7" fmla="*/ 67 h 407"/>
                  <a:gd name="T8" fmla="*/ 237 w 738"/>
                  <a:gd name="T9" fmla="*/ 46 h 407"/>
                  <a:gd name="T10" fmla="*/ 204 w 738"/>
                  <a:gd name="T11" fmla="*/ 41 h 407"/>
                  <a:gd name="T12" fmla="*/ 172 w 738"/>
                  <a:gd name="T13" fmla="*/ 46 h 407"/>
                  <a:gd name="T14" fmla="*/ 156 w 738"/>
                  <a:gd name="T15" fmla="*/ 46 h 407"/>
                  <a:gd name="T16" fmla="*/ 188 w 738"/>
                  <a:gd name="T17" fmla="*/ 26 h 407"/>
                  <a:gd name="T18" fmla="*/ 226 w 738"/>
                  <a:gd name="T19" fmla="*/ 15 h 407"/>
                  <a:gd name="T20" fmla="*/ 258 w 738"/>
                  <a:gd name="T21" fmla="*/ 10 h 407"/>
                  <a:gd name="T22" fmla="*/ 290 w 738"/>
                  <a:gd name="T23" fmla="*/ 5 h 407"/>
                  <a:gd name="T24" fmla="*/ 323 w 738"/>
                  <a:gd name="T25" fmla="*/ 0 h 407"/>
                  <a:gd name="T26" fmla="*/ 355 w 738"/>
                  <a:gd name="T27" fmla="*/ 0 h 407"/>
                  <a:gd name="T28" fmla="*/ 387 w 738"/>
                  <a:gd name="T29" fmla="*/ 0 h 407"/>
                  <a:gd name="T30" fmla="*/ 463 w 738"/>
                  <a:gd name="T31" fmla="*/ 0 h 407"/>
                  <a:gd name="T32" fmla="*/ 506 w 738"/>
                  <a:gd name="T33" fmla="*/ 0 h 407"/>
                  <a:gd name="T34" fmla="*/ 543 w 738"/>
                  <a:gd name="T35" fmla="*/ 15 h 407"/>
                  <a:gd name="T36" fmla="*/ 570 w 738"/>
                  <a:gd name="T37" fmla="*/ 36 h 407"/>
                  <a:gd name="T38" fmla="*/ 603 w 738"/>
                  <a:gd name="T39" fmla="*/ 51 h 407"/>
                  <a:gd name="T40" fmla="*/ 635 w 738"/>
                  <a:gd name="T41" fmla="*/ 57 h 407"/>
                  <a:gd name="T42" fmla="*/ 667 w 738"/>
                  <a:gd name="T43" fmla="*/ 77 h 407"/>
                  <a:gd name="T44" fmla="*/ 694 w 738"/>
                  <a:gd name="T45" fmla="*/ 98 h 407"/>
                  <a:gd name="T46" fmla="*/ 715 w 738"/>
                  <a:gd name="T47" fmla="*/ 128 h 407"/>
                  <a:gd name="T48" fmla="*/ 721 w 738"/>
                  <a:gd name="T49" fmla="*/ 164 h 407"/>
                  <a:gd name="T50" fmla="*/ 726 w 738"/>
                  <a:gd name="T51" fmla="*/ 195 h 407"/>
                  <a:gd name="T52" fmla="*/ 726 w 738"/>
                  <a:gd name="T53" fmla="*/ 226 h 407"/>
                  <a:gd name="T54" fmla="*/ 726 w 738"/>
                  <a:gd name="T55" fmla="*/ 257 h 407"/>
                  <a:gd name="T56" fmla="*/ 737 w 738"/>
                  <a:gd name="T57" fmla="*/ 288 h 407"/>
                  <a:gd name="T58" fmla="*/ 737 w 738"/>
                  <a:gd name="T59" fmla="*/ 319 h 407"/>
                  <a:gd name="T60" fmla="*/ 715 w 738"/>
                  <a:gd name="T61" fmla="*/ 349 h 407"/>
                  <a:gd name="T62" fmla="*/ 678 w 738"/>
                  <a:gd name="T63" fmla="*/ 365 h 407"/>
                  <a:gd name="T64" fmla="*/ 646 w 738"/>
                  <a:gd name="T65" fmla="*/ 380 h 407"/>
                  <a:gd name="T66" fmla="*/ 613 w 738"/>
                  <a:gd name="T67" fmla="*/ 396 h 407"/>
                  <a:gd name="T68" fmla="*/ 581 w 738"/>
                  <a:gd name="T69" fmla="*/ 401 h 407"/>
                  <a:gd name="T70" fmla="*/ 538 w 738"/>
                  <a:gd name="T71" fmla="*/ 406 h 407"/>
                  <a:gd name="T72" fmla="*/ 500 w 738"/>
                  <a:gd name="T73" fmla="*/ 406 h 407"/>
                  <a:gd name="T74" fmla="*/ 468 w 738"/>
                  <a:gd name="T75" fmla="*/ 406 h 407"/>
                  <a:gd name="T76" fmla="*/ 436 w 738"/>
                  <a:gd name="T77" fmla="*/ 406 h 407"/>
                  <a:gd name="T78" fmla="*/ 403 w 738"/>
                  <a:gd name="T79" fmla="*/ 406 h 407"/>
                  <a:gd name="T80" fmla="*/ 371 w 738"/>
                  <a:gd name="T81" fmla="*/ 406 h 407"/>
                  <a:gd name="T82" fmla="*/ 339 w 738"/>
                  <a:gd name="T83" fmla="*/ 406 h 407"/>
                  <a:gd name="T84" fmla="*/ 307 w 738"/>
                  <a:gd name="T85" fmla="*/ 406 h 407"/>
                  <a:gd name="T86" fmla="*/ 269 w 738"/>
                  <a:gd name="T87" fmla="*/ 406 h 407"/>
                  <a:gd name="T88" fmla="*/ 237 w 738"/>
                  <a:gd name="T89" fmla="*/ 406 h 407"/>
                  <a:gd name="T90" fmla="*/ 204 w 738"/>
                  <a:gd name="T91" fmla="*/ 406 h 407"/>
                  <a:gd name="T92" fmla="*/ 172 w 738"/>
                  <a:gd name="T93" fmla="*/ 391 h 407"/>
                  <a:gd name="T94" fmla="*/ 140 w 738"/>
                  <a:gd name="T95" fmla="*/ 380 h 407"/>
                  <a:gd name="T96" fmla="*/ 108 w 738"/>
                  <a:gd name="T97" fmla="*/ 365 h 407"/>
                  <a:gd name="T98" fmla="*/ 81 w 738"/>
                  <a:gd name="T99" fmla="*/ 339 h 407"/>
                  <a:gd name="T100" fmla="*/ 59 w 738"/>
                  <a:gd name="T101" fmla="*/ 319 h 407"/>
                  <a:gd name="T102" fmla="*/ 38 w 738"/>
                  <a:gd name="T103" fmla="*/ 288 h 407"/>
                  <a:gd name="T104" fmla="*/ 16 w 738"/>
                  <a:gd name="T105" fmla="*/ 252 h 407"/>
                  <a:gd name="T106" fmla="*/ 0 w 738"/>
                  <a:gd name="T107" fmla="*/ 216 h 407"/>
                  <a:gd name="T108" fmla="*/ 0 w 738"/>
                  <a:gd name="T109" fmla="*/ 185 h 407"/>
                  <a:gd name="T110" fmla="*/ 5 w 738"/>
                  <a:gd name="T111" fmla="*/ 149 h 407"/>
                  <a:gd name="T112" fmla="*/ 27 w 738"/>
                  <a:gd name="T113" fmla="*/ 123 h 407"/>
                  <a:gd name="T114" fmla="*/ 54 w 738"/>
                  <a:gd name="T115" fmla="*/ 108 h 407"/>
                  <a:gd name="T116" fmla="*/ 86 w 738"/>
                  <a:gd name="T117" fmla="*/ 98 h 407"/>
                  <a:gd name="T118" fmla="*/ 113 w 738"/>
                  <a:gd name="T119" fmla="*/ 82 h 407"/>
                  <a:gd name="T120" fmla="*/ 129 w 738"/>
                  <a:gd name="T121" fmla="*/ 98 h 40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Lst>
                <a:rect l="0" t="0" r="r" b="b"/>
                <a:pathLst>
                  <a:path w="738" h="407">
                    <a:moveTo>
                      <a:pt x="91" y="82"/>
                    </a:moveTo>
                    <a:lnTo>
                      <a:pt x="108" y="82"/>
                    </a:lnTo>
                    <a:lnTo>
                      <a:pt x="124" y="82"/>
                    </a:lnTo>
                    <a:lnTo>
                      <a:pt x="145" y="77"/>
                    </a:lnTo>
                    <a:lnTo>
                      <a:pt x="161" y="77"/>
                    </a:lnTo>
                    <a:lnTo>
                      <a:pt x="183" y="72"/>
                    </a:lnTo>
                    <a:lnTo>
                      <a:pt x="199" y="72"/>
                    </a:lnTo>
                    <a:lnTo>
                      <a:pt x="215" y="67"/>
                    </a:lnTo>
                    <a:lnTo>
                      <a:pt x="231" y="62"/>
                    </a:lnTo>
                    <a:lnTo>
                      <a:pt x="237" y="46"/>
                    </a:lnTo>
                    <a:lnTo>
                      <a:pt x="221" y="41"/>
                    </a:lnTo>
                    <a:lnTo>
                      <a:pt x="204" y="41"/>
                    </a:lnTo>
                    <a:lnTo>
                      <a:pt x="188" y="46"/>
                    </a:lnTo>
                    <a:lnTo>
                      <a:pt x="172" y="46"/>
                    </a:lnTo>
                    <a:lnTo>
                      <a:pt x="156" y="62"/>
                    </a:lnTo>
                    <a:lnTo>
                      <a:pt x="156" y="46"/>
                    </a:lnTo>
                    <a:lnTo>
                      <a:pt x="172" y="36"/>
                    </a:lnTo>
                    <a:lnTo>
                      <a:pt x="188" y="26"/>
                    </a:lnTo>
                    <a:lnTo>
                      <a:pt x="210" y="21"/>
                    </a:lnTo>
                    <a:lnTo>
                      <a:pt x="226" y="15"/>
                    </a:lnTo>
                    <a:lnTo>
                      <a:pt x="242" y="15"/>
                    </a:lnTo>
                    <a:lnTo>
                      <a:pt x="258" y="10"/>
                    </a:lnTo>
                    <a:lnTo>
                      <a:pt x="274" y="10"/>
                    </a:lnTo>
                    <a:lnTo>
                      <a:pt x="290" y="5"/>
                    </a:lnTo>
                    <a:lnTo>
                      <a:pt x="307" y="5"/>
                    </a:lnTo>
                    <a:lnTo>
                      <a:pt x="323" y="0"/>
                    </a:lnTo>
                    <a:lnTo>
                      <a:pt x="339" y="0"/>
                    </a:lnTo>
                    <a:lnTo>
                      <a:pt x="355" y="0"/>
                    </a:lnTo>
                    <a:lnTo>
                      <a:pt x="371" y="0"/>
                    </a:lnTo>
                    <a:lnTo>
                      <a:pt x="387" y="0"/>
                    </a:lnTo>
                    <a:lnTo>
                      <a:pt x="420" y="0"/>
                    </a:lnTo>
                    <a:lnTo>
                      <a:pt x="463" y="0"/>
                    </a:lnTo>
                    <a:lnTo>
                      <a:pt x="484" y="0"/>
                    </a:lnTo>
                    <a:lnTo>
                      <a:pt x="506" y="0"/>
                    </a:lnTo>
                    <a:lnTo>
                      <a:pt x="527" y="5"/>
                    </a:lnTo>
                    <a:lnTo>
                      <a:pt x="543" y="15"/>
                    </a:lnTo>
                    <a:lnTo>
                      <a:pt x="554" y="31"/>
                    </a:lnTo>
                    <a:lnTo>
                      <a:pt x="570" y="36"/>
                    </a:lnTo>
                    <a:lnTo>
                      <a:pt x="586" y="46"/>
                    </a:lnTo>
                    <a:lnTo>
                      <a:pt x="603" y="51"/>
                    </a:lnTo>
                    <a:lnTo>
                      <a:pt x="619" y="51"/>
                    </a:lnTo>
                    <a:lnTo>
                      <a:pt x="635" y="57"/>
                    </a:lnTo>
                    <a:lnTo>
                      <a:pt x="651" y="67"/>
                    </a:lnTo>
                    <a:lnTo>
                      <a:pt x="667" y="77"/>
                    </a:lnTo>
                    <a:lnTo>
                      <a:pt x="678" y="93"/>
                    </a:lnTo>
                    <a:lnTo>
                      <a:pt x="694" y="98"/>
                    </a:lnTo>
                    <a:lnTo>
                      <a:pt x="699" y="113"/>
                    </a:lnTo>
                    <a:lnTo>
                      <a:pt x="715" y="128"/>
                    </a:lnTo>
                    <a:lnTo>
                      <a:pt x="721" y="149"/>
                    </a:lnTo>
                    <a:lnTo>
                      <a:pt x="721" y="164"/>
                    </a:lnTo>
                    <a:lnTo>
                      <a:pt x="726" y="180"/>
                    </a:lnTo>
                    <a:lnTo>
                      <a:pt x="726" y="195"/>
                    </a:lnTo>
                    <a:lnTo>
                      <a:pt x="726" y="211"/>
                    </a:lnTo>
                    <a:lnTo>
                      <a:pt x="726" y="226"/>
                    </a:lnTo>
                    <a:lnTo>
                      <a:pt x="726" y="242"/>
                    </a:lnTo>
                    <a:lnTo>
                      <a:pt x="726" y="257"/>
                    </a:lnTo>
                    <a:lnTo>
                      <a:pt x="737" y="272"/>
                    </a:lnTo>
                    <a:lnTo>
                      <a:pt x="737" y="288"/>
                    </a:lnTo>
                    <a:lnTo>
                      <a:pt x="737" y="303"/>
                    </a:lnTo>
                    <a:lnTo>
                      <a:pt x="737" y="319"/>
                    </a:lnTo>
                    <a:lnTo>
                      <a:pt x="732" y="334"/>
                    </a:lnTo>
                    <a:lnTo>
                      <a:pt x="715" y="349"/>
                    </a:lnTo>
                    <a:lnTo>
                      <a:pt x="694" y="360"/>
                    </a:lnTo>
                    <a:lnTo>
                      <a:pt x="678" y="365"/>
                    </a:lnTo>
                    <a:lnTo>
                      <a:pt x="662" y="375"/>
                    </a:lnTo>
                    <a:lnTo>
                      <a:pt x="646" y="380"/>
                    </a:lnTo>
                    <a:lnTo>
                      <a:pt x="629" y="385"/>
                    </a:lnTo>
                    <a:lnTo>
                      <a:pt x="613" y="396"/>
                    </a:lnTo>
                    <a:lnTo>
                      <a:pt x="597" y="401"/>
                    </a:lnTo>
                    <a:lnTo>
                      <a:pt x="581" y="401"/>
                    </a:lnTo>
                    <a:lnTo>
                      <a:pt x="559" y="406"/>
                    </a:lnTo>
                    <a:lnTo>
                      <a:pt x="538" y="406"/>
                    </a:lnTo>
                    <a:lnTo>
                      <a:pt x="522" y="406"/>
                    </a:lnTo>
                    <a:lnTo>
                      <a:pt x="500" y="406"/>
                    </a:lnTo>
                    <a:lnTo>
                      <a:pt x="484" y="406"/>
                    </a:lnTo>
                    <a:lnTo>
                      <a:pt x="468" y="406"/>
                    </a:lnTo>
                    <a:lnTo>
                      <a:pt x="452" y="406"/>
                    </a:lnTo>
                    <a:lnTo>
                      <a:pt x="436" y="406"/>
                    </a:lnTo>
                    <a:lnTo>
                      <a:pt x="420" y="406"/>
                    </a:lnTo>
                    <a:lnTo>
                      <a:pt x="403" y="406"/>
                    </a:lnTo>
                    <a:lnTo>
                      <a:pt x="387" y="406"/>
                    </a:lnTo>
                    <a:lnTo>
                      <a:pt x="371" y="406"/>
                    </a:lnTo>
                    <a:lnTo>
                      <a:pt x="355" y="406"/>
                    </a:lnTo>
                    <a:lnTo>
                      <a:pt x="339" y="406"/>
                    </a:lnTo>
                    <a:lnTo>
                      <a:pt x="323" y="406"/>
                    </a:lnTo>
                    <a:lnTo>
                      <a:pt x="307" y="406"/>
                    </a:lnTo>
                    <a:lnTo>
                      <a:pt x="285" y="406"/>
                    </a:lnTo>
                    <a:lnTo>
                      <a:pt x="269" y="406"/>
                    </a:lnTo>
                    <a:lnTo>
                      <a:pt x="253" y="406"/>
                    </a:lnTo>
                    <a:lnTo>
                      <a:pt x="237" y="406"/>
                    </a:lnTo>
                    <a:lnTo>
                      <a:pt x="221" y="406"/>
                    </a:lnTo>
                    <a:lnTo>
                      <a:pt x="204" y="406"/>
                    </a:lnTo>
                    <a:lnTo>
                      <a:pt x="188" y="396"/>
                    </a:lnTo>
                    <a:lnTo>
                      <a:pt x="172" y="391"/>
                    </a:lnTo>
                    <a:lnTo>
                      <a:pt x="156" y="385"/>
                    </a:lnTo>
                    <a:lnTo>
                      <a:pt x="140" y="380"/>
                    </a:lnTo>
                    <a:lnTo>
                      <a:pt x="124" y="375"/>
                    </a:lnTo>
                    <a:lnTo>
                      <a:pt x="108" y="365"/>
                    </a:lnTo>
                    <a:lnTo>
                      <a:pt x="91" y="355"/>
                    </a:lnTo>
                    <a:lnTo>
                      <a:pt x="81" y="339"/>
                    </a:lnTo>
                    <a:lnTo>
                      <a:pt x="65" y="334"/>
                    </a:lnTo>
                    <a:lnTo>
                      <a:pt x="59" y="319"/>
                    </a:lnTo>
                    <a:lnTo>
                      <a:pt x="43" y="303"/>
                    </a:lnTo>
                    <a:lnTo>
                      <a:pt x="38" y="288"/>
                    </a:lnTo>
                    <a:lnTo>
                      <a:pt x="22" y="272"/>
                    </a:lnTo>
                    <a:lnTo>
                      <a:pt x="16" y="252"/>
                    </a:lnTo>
                    <a:lnTo>
                      <a:pt x="5" y="231"/>
                    </a:lnTo>
                    <a:lnTo>
                      <a:pt x="0" y="216"/>
                    </a:lnTo>
                    <a:lnTo>
                      <a:pt x="0" y="200"/>
                    </a:lnTo>
                    <a:lnTo>
                      <a:pt x="0" y="185"/>
                    </a:lnTo>
                    <a:lnTo>
                      <a:pt x="0" y="170"/>
                    </a:lnTo>
                    <a:lnTo>
                      <a:pt x="5" y="149"/>
                    </a:lnTo>
                    <a:lnTo>
                      <a:pt x="11" y="134"/>
                    </a:lnTo>
                    <a:lnTo>
                      <a:pt x="27" y="123"/>
                    </a:lnTo>
                    <a:lnTo>
                      <a:pt x="38" y="108"/>
                    </a:lnTo>
                    <a:lnTo>
                      <a:pt x="54" y="108"/>
                    </a:lnTo>
                    <a:lnTo>
                      <a:pt x="70" y="103"/>
                    </a:lnTo>
                    <a:lnTo>
                      <a:pt x="86" y="98"/>
                    </a:lnTo>
                    <a:lnTo>
                      <a:pt x="102" y="98"/>
                    </a:lnTo>
                    <a:lnTo>
                      <a:pt x="113" y="82"/>
                    </a:lnTo>
                    <a:lnTo>
                      <a:pt x="113" y="67"/>
                    </a:lnTo>
                    <a:lnTo>
                      <a:pt x="129" y="98"/>
                    </a:lnTo>
                  </a:path>
                </a:pathLst>
              </a:custGeom>
              <a:solidFill>
                <a:srgbClr val="EAEAEA"/>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CC"/>
                  </a:solidFill>
                  <a:ea typeface="黑体" panose="02010609060101010101" pitchFamily="49" charset="-122"/>
                </a:endParaRPr>
              </a:p>
            </p:txBody>
          </p:sp>
          <p:sp>
            <p:nvSpPr>
              <p:cNvPr id="1035309" name="Freeform 46"/>
              <p:cNvSpPr>
                <a:spLocks noChangeArrowheads="1"/>
              </p:cNvSpPr>
              <p:nvPr/>
            </p:nvSpPr>
            <p:spPr bwMode="auto">
              <a:xfrm>
                <a:off x="3193" y="270"/>
                <a:ext cx="117" cy="118"/>
              </a:xfrm>
              <a:custGeom>
                <a:avLst/>
                <a:gdLst>
                  <a:gd name="T0" fmla="*/ 5 w 117"/>
                  <a:gd name="T1" fmla="*/ 66 h 118"/>
                  <a:gd name="T2" fmla="*/ 0 w 117"/>
                  <a:gd name="T3" fmla="*/ 51 h 118"/>
                  <a:gd name="T4" fmla="*/ 0 w 117"/>
                  <a:gd name="T5" fmla="*/ 36 h 118"/>
                  <a:gd name="T6" fmla="*/ 16 w 117"/>
                  <a:gd name="T7" fmla="*/ 25 h 118"/>
                  <a:gd name="T8" fmla="*/ 32 w 117"/>
                  <a:gd name="T9" fmla="*/ 15 h 118"/>
                  <a:gd name="T10" fmla="*/ 47 w 117"/>
                  <a:gd name="T11" fmla="*/ 0 h 118"/>
                  <a:gd name="T12" fmla="*/ 63 w 117"/>
                  <a:gd name="T13" fmla="*/ 0 h 118"/>
                  <a:gd name="T14" fmla="*/ 79 w 117"/>
                  <a:gd name="T15" fmla="*/ 0 h 118"/>
                  <a:gd name="T16" fmla="*/ 84 w 117"/>
                  <a:gd name="T17" fmla="*/ 15 h 118"/>
                  <a:gd name="T18" fmla="*/ 95 w 117"/>
                  <a:gd name="T19" fmla="*/ 31 h 118"/>
                  <a:gd name="T20" fmla="*/ 105 w 117"/>
                  <a:gd name="T21" fmla="*/ 46 h 118"/>
                  <a:gd name="T22" fmla="*/ 111 w 117"/>
                  <a:gd name="T23" fmla="*/ 61 h 118"/>
                  <a:gd name="T24" fmla="*/ 116 w 117"/>
                  <a:gd name="T25" fmla="*/ 76 h 118"/>
                  <a:gd name="T26" fmla="*/ 116 w 117"/>
                  <a:gd name="T27" fmla="*/ 92 h 118"/>
                  <a:gd name="T28" fmla="*/ 116 w 117"/>
                  <a:gd name="T29" fmla="*/ 107 h 118"/>
                  <a:gd name="T30" fmla="*/ 100 w 117"/>
                  <a:gd name="T31" fmla="*/ 117 h 118"/>
                  <a:gd name="T32" fmla="*/ 84 w 117"/>
                  <a:gd name="T33" fmla="*/ 117 h 118"/>
                  <a:gd name="T34" fmla="*/ 69 w 117"/>
                  <a:gd name="T35" fmla="*/ 117 h 118"/>
                  <a:gd name="T36" fmla="*/ 53 w 117"/>
                  <a:gd name="T37" fmla="*/ 117 h 118"/>
                  <a:gd name="T38" fmla="*/ 37 w 117"/>
                  <a:gd name="T39" fmla="*/ 112 h 118"/>
                  <a:gd name="T40" fmla="*/ 21 w 117"/>
                  <a:gd name="T41" fmla="*/ 102 h 118"/>
                  <a:gd name="T42" fmla="*/ 11 w 117"/>
                  <a:gd name="T43" fmla="*/ 86 h 118"/>
                  <a:gd name="T44" fmla="*/ 5 w 117"/>
                  <a:gd name="T45" fmla="*/ 71 h 118"/>
                  <a:gd name="T46" fmla="*/ 5 w 117"/>
                  <a:gd name="T47" fmla="*/ 66 h 1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117" h="118">
                    <a:moveTo>
                      <a:pt x="5" y="66"/>
                    </a:moveTo>
                    <a:lnTo>
                      <a:pt x="0" y="51"/>
                    </a:lnTo>
                    <a:lnTo>
                      <a:pt x="0" y="36"/>
                    </a:lnTo>
                    <a:lnTo>
                      <a:pt x="16" y="25"/>
                    </a:lnTo>
                    <a:lnTo>
                      <a:pt x="32" y="15"/>
                    </a:lnTo>
                    <a:lnTo>
                      <a:pt x="47" y="0"/>
                    </a:lnTo>
                    <a:lnTo>
                      <a:pt x="63" y="0"/>
                    </a:lnTo>
                    <a:lnTo>
                      <a:pt x="79" y="0"/>
                    </a:lnTo>
                    <a:lnTo>
                      <a:pt x="84" y="15"/>
                    </a:lnTo>
                    <a:lnTo>
                      <a:pt x="95" y="31"/>
                    </a:lnTo>
                    <a:lnTo>
                      <a:pt x="105" y="46"/>
                    </a:lnTo>
                    <a:lnTo>
                      <a:pt x="111" y="61"/>
                    </a:lnTo>
                    <a:lnTo>
                      <a:pt x="116" y="76"/>
                    </a:lnTo>
                    <a:lnTo>
                      <a:pt x="116" y="92"/>
                    </a:lnTo>
                    <a:lnTo>
                      <a:pt x="116" y="107"/>
                    </a:lnTo>
                    <a:lnTo>
                      <a:pt x="100" y="117"/>
                    </a:lnTo>
                    <a:lnTo>
                      <a:pt x="84" y="117"/>
                    </a:lnTo>
                    <a:lnTo>
                      <a:pt x="69" y="117"/>
                    </a:lnTo>
                    <a:lnTo>
                      <a:pt x="53" y="117"/>
                    </a:lnTo>
                    <a:lnTo>
                      <a:pt x="37" y="112"/>
                    </a:lnTo>
                    <a:lnTo>
                      <a:pt x="21" y="102"/>
                    </a:lnTo>
                    <a:lnTo>
                      <a:pt x="11" y="86"/>
                    </a:lnTo>
                    <a:lnTo>
                      <a:pt x="5" y="71"/>
                    </a:lnTo>
                    <a:lnTo>
                      <a:pt x="5" y="66"/>
                    </a:lnTo>
                  </a:path>
                </a:pathLst>
              </a:custGeom>
              <a:solidFill>
                <a:srgbClr val="EAEAEA"/>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CC"/>
                  </a:solidFill>
                  <a:ea typeface="黑体" panose="02010609060101010101" pitchFamily="49" charset="-122"/>
                </a:endParaRPr>
              </a:p>
            </p:txBody>
          </p:sp>
          <p:sp>
            <p:nvSpPr>
              <p:cNvPr id="1035310" name="Freeform 47"/>
              <p:cNvSpPr>
                <a:spLocks noChangeArrowheads="1"/>
              </p:cNvSpPr>
              <p:nvPr/>
            </p:nvSpPr>
            <p:spPr bwMode="auto">
              <a:xfrm>
                <a:off x="3469" y="239"/>
                <a:ext cx="82" cy="87"/>
              </a:xfrm>
              <a:custGeom>
                <a:avLst/>
                <a:gdLst>
                  <a:gd name="T0" fmla="*/ 0 w 82"/>
                  <a:gd name="T1" fmla="*/ 0 h 87"/>
                  <a:gd name="T2" fmla="*/ 16 w 82"/>
                  <a:gd name="T3" fmla="*/ 10 h 87"/>
                  <a:gd name="T4" fmla="*/ 32 w 82"/>
                  <a:gd name="T5" fmla="*/ 20 h 87"/>
                  <a:gd name="T6" fmla="*/ 49 w 82"/>
                  <a:gd name="T7" fmla="*/ 20 h 87"/>
                  <a:gd name="T8" fmla="*/ 65 w 82"/>
                  <a:gd name="T9" fmla="*/ 30 h 87"/>
                  <a:gd name="T10" fmla="*/ 76 w 82"/>
                  <a:gd name="T11" fmla="*/ 46 h 87"/>
                  <a:gd name="T12" fmla="*/ 81 w 82"/>
                  <a:gd name="T13" fmla="*/ 61 h 87"/>
                  <a:gd name="T14" fmla="*/ 81 w 82"/>
                  <a:gd name="T15" fmla="*/ 76 h 87"/>
                  <a:gd name="T16" fmla="*/ 65 w 82"/>
                  <a:gd name="T17" fmla="*/ 86 h 87"/>
                  <a:gd name="T18" fmla="*/ 49 w 82"/>
                  <a:gd name="T19" fmla="*/ 86 h 87"/>
                  <a:gd name="T20" fmla="*/ 27 w 82"/>
                  <a:gd name="T21" fmla="*/ 81 h 87"/>
                  <a:gd name="T22" fmla="*/ 11 w 82"/>
                  <a:gd name="T23" fmla="*/ 71 h 87"/>
                  <a:gd name="T24" fmla="*/ 5 w 82"/>
                  <a:gd name="T25" fmla="*/ 56 h 87"/>
                  <a:gd name="T26" fmla="*/ 0 w 82"/>
                  <a:gd name="T27" fmla="*/ 40 h 87"/>
                  <a:gd name="T28" fmla="*/ 0 w 82"/>
                  <a:gd name="T29" fmla="*/ 25 h 87"/>
                  <a:gd name="T30" fmla="*/ 11 w 82"/>
                  <a:gd name="T31" fmla="*/ 10 h 87"/>
                  <a:gd name="T32" fmla="*/ 0 w 82"/>
                  <a:gd name="T33" fmla="*/ 0 h 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82" h="87">
                    <a:moveTo>
                      <a:pt x="0" y="0"/>
                    </a:moveTo>
                    <a:lnTo>
                      <a:pt x="16" y="10"/>
                    </a:lnTo>
                    <a:lnTo>
                      <a:pt x="32" y="20"/>
                    </a:lnTo>
                    <a:lnTo>
                      <a:pt x="49" y="20"/>
                    </a:lnTo>
                    <a:lnTo>
                      <a:pt x="65" y="30"/>
                    </a:lnTo>
                    <a:lnTo>
                      <a:pt x="76" y="46"/>
                    </a:lnTo>
                    <a:lnTo>
                      <a:pt x="81" y="61"/>
                    </a:lnTo>
                    <a:lnTo>
                      <a:pt x="81" y="76"/>
                    </a:lnTo>
                    <a:lnTo>
                      <a:pt x="65" y="86"/>
                    </a:lnTo>
                    <a:lnTo>
                      <a:pt x="49" y="86"/>
                    </a:lnTo>
                    <a:lnTo>
                      <a:pt x="27" y="81"/>
                    </a:lnTo>
                    <a:lnTo>
                      <a:pt x="11" y="71"/>
                    </a:lnTo>
                    <a:lnTo>
                      <a:pt x="5" y="56"/>
                    </a:lnTo>
                    <a:lnTo>
                      <a:pt x="0" y="40"/>
                    </a:lnTo>
                    <a:lnTo>
                      <a:pt x="0" y="25"/>
                    </a:lnTo>
                    <a:lnTo>
                      <a:pt x="11" y="10"/>
                    </a:lnTo>
                    <a:lnTo>
                      <a:pt x="0" y="0"/>
                    </a:lnTo>
                  </a:path>
                </a:pathLst>
              </a:custGeom>
              <a:solidFill>
                <a:srgbClr val="EAEAEA"/>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CC"/>
                  </a:solidFill>
                  <a:ea typeface="黑体" panose="02010609060101010101" pitchFamily="49" charset="-122"/>
                </a:endParaRPr>
              </a:p>
            </p:txBody>
          </p:sp>
        </p:grpSp>
        <p:sp>
          <p:nvSpPr>
            <p:cNvPr id="1035311" name="Text Box 48"/>
            <p:cNvSpPr txBox="1">
              <a:spLocks noChangeArrowheads="1"/>
            </p:cNvSpPr>
            <p:nvPr/>
          </p:nvSpPr>
          <p:spPr bwMode="auto">
            <a:xfrm>
              <a:off x="4967" y="1856"/>
              <a:ext cx="342" cy="222"/>
            </a:xfrm>
            <a:prstGeom prst="rect">
              <a:avLst/>
            </a:prstGeom>
            <a:solidFill>
              <a:srgbClr val="EAEAEA"/>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zh-CN" altLang="en-US" sz="2000" b="1">
                  <a:solidFill>
                    <a:srgbClr val="0000CC"/>
                  </a:solidFill>
                  <a:ea typeface="黑体" panose="02010609060101010101" pitchFamily="49" charset="-122"/>
                </a:rPr>
                <a:t>网 </a:t>
              </a:r>
              <a:r>
                <a:rPr lang="en-US" altLang="zh-CN" sz="2000" b="1">
                  <a:solidFill>
                    <a:srgbClr val="0000CC"/>
                  </a:solidFill>
                  <a:ea typeface="黑体" panose="02010609060101010101" pitchFamily="49" charset="-122"/>
                </a:rPr>
                <a:t>2</a:t>
              </a:r>
            </a:p>
          </p:txBody>
        </p:sp>
      </p:grpSp>
      <p:sp>
        <p:nvSpPr>
          <p:cNvPr id="1035312" name="Line 49"/>
          <p:cNvSpPr>
            <a:spLocks noChangeShapeType="1"/>
          </p:cNvSpPr>
          <p:nvPr/>
        </p:nvSpPr>
        <p:spPr bwMode="auto">
          <a:xfrm>
            <a:off x="1785938" y="2436813"/>
            <a:ext cx="7010400"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CC"/>
              </a:solidFill>
              <a:ea typeface="黑体" panose="02010609060101010101" pitchFamily="49" charset="-122"/>
            </a:endParaRPr>
          </a:p>
        </p:txBody>
      </p:sp>
      <p:pic>
        <p:nvPicPr>
          <p:cNvPr id="1035313" name="Picture 50"/>
          <p:cNvPicPr>
            <a:picLocks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2813050" y="2282825"/>
            <a:ext cx="790575" cy="3381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035314" name="Text Box 51"/>
          <p:cNvSpPr txBox="1">
            <a:spLocks noChangeArrowheads="1"/>
          </p:cNvSpPr>
          <p:nvPr/>
        </p:nvSpPr>
        <p:spPr bwMode="auto">
          <a:xfrm>
            <a:off x="6945313" y="2530475"/>
            <a:ext cx="465137"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en-US" altLang="zh-CN" sz="2000" b="1">
                <a:solidFill>
                  <a:srgbClr val="0000CC"/>
                </a:solidFill>
                <a:ea typeface="黑体" panose="02010609060101010101" pitchFamily="49" charset="-122"/>
              </a:rPr>
              <a:t>R</a:t>
            </a:r>
            <a:r>
              <a:rPr lang="en-US" altLang="zh-CN" sz="2000" b="1" baseline="-25000">
                <a:solidFill>
                  <a:srgbClr val="0000CC"/>
                </a:solidFill>
                <a:ea typeface="黑体" panose="02010609060101010101" pitchFamily="49" charset="-122"/>
              </a:rPr>
              <a:t>2</a:t>
            </a:r>
            <a:endParaRPr lang="en-US" altLang="zh-CN" sz="2000" b="1">
              <a:solidFill>
                <a:srgbClr val="0000CC"/>
              </a:solidFill>
              <a:ea typeface="黑体" panose="02010609060101010101" pitchFamily="49" charset="-122"/>
            </a:endParaRPr>
          </a:p>
        </p:txBody>
      </p:sp>
      <p:sp>
        <p:nvSpPr>
          <p:cNvPr id="1035315" name="Text Box 52"/>
          <p:cNvSpPr txBox="1">
            <a:spLocks noChangeArrowheads="1"/>
          </p:cNvSpPr>
          <p:nvPr/>
        </p:nvSpPr>
        <p:spPr bwMode="auto">
          <a:xfrm>
            <a:off x="3048000" y="2530475"/>
            <a:ext cx="465138"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en-US" altLang="zh-CN" sz="2000" b="1">
                <a:solidFill>
                  <a:srgbClr val="0000CC"/>
                </a:solidFill>
                <a:ea typeface="黑体" panose="02010609060101010101" pitchFamily="49" charset="-122"/>
              </a:rPr>
              <a:t>R</a:t>
            </a:r>
            <a:r>
              <a:rPr lang="en-US" altLang="zh-CN" sz="2000" b="1" baseline="-25000">
                <a:solidFill>
                  <a:srgbClr val="0000CC"/>
                </a:solidFill>
                <a:ea typeface="黑体" panose="02010609060101010101" pitchFamily="49" charset="-122"/>
              </a:rPr>
              <a:t>1</a:t>
            </a:r>
            <a:endParaRPr lang="en-US" altLang="zh-CN" sz="2000" b="1">
              <a:solidFill>
                <a:srgbClr val="0000CC"/>
              </a:solidFill>
              <a:ea typeface="黑体" panose="02010609060101010101" pitchFamily="49" charset="-122"/>
            </a:endParaRPr>
          </a:p>
        </p:txBody>
      </p:sp>
      <p:pic>
        <p:nvPicPr>
          <p:cNvPr id="1035316" name="Picture 53"/>
          <p:cNvPicPr>
            <a:picLocks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6708775" y="2282825"/>
            <a:ext cx="790575" cy="3381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1035317" name="Group 54"/>
          <p:cNvGrpSpPr>
            <a:grpSpLocks/>
          </p:cNvGrpSpPr>
          <p:nvPr/>
        </p:nvGrpSpPr>
        <p:grpSpPr bwMode="auto">
          <a:xfrm>
            <a:off x="768350" y="2005013"/>
            <a:ext cx="1277938" cy="858837"/>
            <a:chOff x="4830" y="1752"/>
            <a:chExt cx="667" cy="477"/>
          </a:xfrm>
        </p:grpSpPr>
        <p:grpSp>
          <p:nvGrpSpPr>
            <p:cNvPr id="1035318" name="Group 55"/>
            <p:cNvGrpSpPr>
              <a:grpSpLocks/>
            </p:cNvGrpSpPr>
            <p:nvPr/>
          </p:nvGrpSpPr>
          <p:grpSpPr bwMode="auto">
            <a:xfrm>
              <a:off x="4830" y="1752"/>
              <a:ext cx="667" cy="477"/>
              <a:chOff x="2949" y="196"/>
              <a:chExt cx="941" cy="598"/>
            </a:xfrm>
          </p:grpSpPr>
          <p:sp>
            <p:nvSpPr>
              <p:cNvPr id="1035319" name="Oval 56"/>
              <p:cNvSpPr>
                <a:spLocks noChangeArrowheads="1"/>
              </p:cNvSpPr>
              <p:nvPr/>
            </p:nvSpPr>
            <p:spPr bwMode="auto">
              <a:xfrm>
                <a:off x="3168" y="196"/>
                <a:ext cx="407" cy="162"/>
              </a:xfrm>
              <a:prstGeom prst="ellipse">
                <a:avLst/>
              </a:prstGeom>
              <a:solidFill>
                <a:srgbClr val="EAEAEA"/>
              </a:solidFill>
              <a:ln w="12700">
                <a:solidFill>
                  <a:schemeClr val="tx1"/>
                </a:solidFill>
                <a:round/>
                <a:headEnd/>
                <a:tailEnd/>
              </a:ln>
            </p:spPr>
            <p:txBody>
              <a:bodyPr wrap="none" anchor="ctr"/>
              <a:lstStyle/>
              <a:p>
                <a:pPr eaLnBrk="0" hangingPunct="0"/>
                <a:endParaRPr lang="zh-CN" altLang="en-US" b="1">
                  <a:solidFill>
                    <a:srgbClr val="0000CC"/>
                  </a:solidFill>
                  <a:ea typeface="黑体" panose="02010609060101010101" pitchFamily="49" charset="-122"/>
                </a:endParaRPr>
              </a:p>
            </p:txBody>
          </p:sp>
          <p:sp>
            <p:nvSpPr>
              <p:cNvPr id="1035320" name="Oval 57"/>
              <p:cNvSpPr>
                <a:spLocks noChangeArrowheads="1"/>
              </p:cNvSpPr>
              <p:nvPr/>
            </p:nvSpPr>
            <p:spPr bwMode="auto">
              <a:xfrm rot="900000">
                <a:off x="3512" y="252"/>
                <a:ext cx="275" cy="131"/>
              </a:xfrm>
              <a:prstGeom prst="ellipse">
                <a:avLst/>
              </a:prstGeom>
              <a:solidFill>
                <a:srgbClr val="EAEAEA"/>
              </a:solidFill>
              <a:ln w="12700">
                <a:solidFill>
                  <a:schemeClr val="tx1"/>
                </a:solidFill>
                <a:round/>
                <a:headEnd/>
                <a:tailEnd/>
              </a:ln>
            </p:spPr>
            <p:txBody>
              <a:bodyPr wrap="none" anchor="ctr"/>
              <a:lstStyle/>
              <a:p>
                <a:pPr eaLnBrk="0" hangingPunct="0"/>
                <a:endParaRPr lang="zh-CN" altLang="en-US" b="1">
                  <a:solidFill>
                    <a:srgbClr val="0000CC"/>
                  </a:solidFill>
                  <a:ea typeface="黑体" panose="02010609060101010101" pitchFamily="49" charset="-122"/>
                </a:endParaRPr>
              </a:p>
            </p:txBody>
          </p:sp>
          <p:sp>
            <p:nvSpPr>
              <p:cNvPr id="1035321" name="Oval 58"/>
              <p:cNvSpPr>
                <a:spLocks noChangeArrowheads="1"/>
              </p:cNvSpPr>
              <p:nvPr/>
            </p:nvSpPr>
            <p:spPr bwMode="auto">
              <a:xfrm rot="1500000">
                <a:off x="3650" y="385"/>
                <a:ext cx="240" cy="153"/>
              </a:xfrm>
              <a:prstGeom prst="ellipse">
                <a:avLst/>
              </a:prstGeom>
              <a:solidFill>
                <a:srgbClr val="EAEAEA"/>
              </a:solidFill>
              <a:ln w="12700">
                <a:solidFill>
                  <a:schemeClr val="tx1"/>
                </a:solidFill>
                <a:round/>
                <a:headEnd/>
                <a:tailEnd/>
              </a:ln>
            </p:spPr>
            <p:txBody>
              <a:bodyPr wrap="none" anchor="ctr"/>
              <a:lstStyle/>
              <a:p>
                <a:pPr eaLnBrk="0" hangingPunct="0"/>
                <a:endParaRPr lang="zh-CN" altLang="en-US" b="1">
                  <a:solidFill>
                    <a:srgbClr val="0000CC"/>
                  </a:solidFill>
                  <a:ea typeface="黑体" panose="02010609060101010101" pitchFamily="49" charset="-122"/>
                </a:endParaRPr>
              </a:p>
            </p:txBody>
          </p:sp>
          <p:sp>
            <p:nvSpPr>
              <p:cNvPr id="1035322" name="Oval 59"/>
              <p:cNvSpPr>
                <a:spLocks noChangeArrowheads="1"/>
              </p:cNvSpPr>
              <p:nvPr/>
            </p:nvSpPr>
            <p:spPr bwMode="auto">
              <a:xfrm rot="-1560000">
                <a:off x="3573" y="537"/>
                <a:ext cx="291" cy="189"/>
              </a:xfrm>
              <a:prstGeom prst="ellipse">
                <a:avLst/>
              </a:prstGeom>
              <a:solidFill>
                <a:srgbClr val="EAEAEA"/>
              </a:solidFill>
              <a:ln w="12700">
                <a:solidFill>
                  <a:schemeClr val="tx1"/>
                </a:solidFill>
                <a:round/>
                <a:headEnd/>
                <a:tailEnd/>
              </a:ln>
            </p:spPr>
            <p:txBody>
              <a:bodyPr wrap="none" anchor="ctr"/>
              <a:lstStyle/>
              <a:p>
                <a:pPr eaLnBrk="0" hangingPunct="0"/>
                <a:endParaRPr lang="zh-CN" altLang="en-US" b="1">
                  <a:solidFill>
                    <a:srgbClr val="0000CC"/>
                  </a:solidFill>
                  <a:ea typeface="黑体" panose="02010609060101010101" pitchFamily="49" charset="-122"/>
                </a:endParaRPr>
              </a:p>
            </p:txBody>
          </p:sp>
          <p:sp>
            <p:nvSpPr>
              <p:cNvPr id="1035323" name="Oval 60"/>
              <p:cNvSpPr>
                <a:spLocks noChangeArrowheads="1"/>
              </p:cNvSpPr>
              <p:nvPr/>
            </p:nvSpPr>
            <p:spPr bwMode="auto">
              <a:xfrm>
                <a:off x="3216" y="555"/>
                <a:ext cx="471" cy="239"/>
              </a:xfrm>
              <a:prstGeom prst="ellipse">
                <a:avLst/>
              </a:prstGeom>
              <a:solidFill>
                <a:srgbClr val="EAEAEA"/>
              </a:solidFill>
              <a:ln w="12700">
                <a:solidFill>
                  <a:schemeClr val="tx1"/>
                </a:solidFill>
                <a:round/>
                <a:headEnd/>
                <a:tailEnd/>
              </a:ln>
            </p:spPr>
            <p:txBody>
              <a:bodyPr wrap="none" anchor="ctr"/>
              <a:lstStyle/>
              <a:p>
                <a:pPr eaLnBrk="0" hangingPunct="0"/>
                <a:endParaRPr lang="zh-CN" altLang="en-US" b="1">
                  <a:solidFill>
                    <a:srgbClr val="0000CC"/>
                  </a:solidFill>
                  <a:ea typeface="黑体" panose="02010609060101010101" pitchFamily="49" charset="-122"/>
                </a:endParaRPr>
              </a:p>
            </p:txBody>
          </p:sp>
          <p:sp>
            <p:nvSpPr>
              <p:cNvPr id="1035324" name="Oval 61"/>
              <p:cNvSpPr>
                <a:spLocks noChangeArrowheads="1"/>
              </p:cNvSpPr>
              <p:nvPr/>
            </p:nvSpPr>
            <p:spPr bwMode="auto">
              <a:xfrm rot="1080000">
                <a:off x="3023" y="555"/>
                <a:ext cx="265" cy="156"/>
              </a:xfrm>
              <a:prstGeom prst="ellipse">
                <a:avLst/>
              </a:prstGeom>
              <a:solidFill>
                <a:srgbClr val="EAEAEA"/>
              </a:solidFill>
              <a:ln w="12700">
                <a:solidFill>
                  <a:schemeClr val="tx1"/>
                </a:solidFill>
                <a:round/>
                <a:headEnd/>
                <a:tailEnd/>
              </a:ln>
            </p:spPr>
            <p:txBody>
              <a:bodyPr wrap="none" anchor="ctr"/>
              <a:lstStyle/>
              <a:p>
                <a:pPr eaLnBrk="0" hangingPunct="0"/>
                <a:endParaRPr lang="zh-CN" altLang="en-US" b="1">
                  <a:solidFill>
                    <a:srgbClr val="0000CC"/>
                  </a:solidFill>
                  <a:ea typeface="黑体" panose="02010609060101010101" pitchFamily="49" charset="-122"/>
                </a:endParaRPr>
              </a:p>
            </p:txBody>
          </p:sp>
          <p:sp>
            <p:nvSpPr>
              <p:cNvPr id="1035325" name="Oval 62"/>
              <p:cNvSpPr>
                <a:spLocks noChangeArrowheads="1"/>
              </p:cNvSpPr>
              <p:nvPr/>
            </p:nvSpPr>
            <p:spPr bwMode="auto">
              <a:xfrm>
                <a:off x="2949" y="432"/>
                <a:ext cx="217" cy="156"/>
              </a:xfrm>
              <a:prstGeom prst="ellipse">
                <a:avLst/>
              </a:prstGeom>
              <a:solidFill>
                <a:srgbClr val="EAEAEA"/>
              </a:solidFill>
              <a:ln w="12700">
                <a:solidFill>
                  <a:schemeClr val="tx1"/>
                </a:solidFill>
                <a:round/>
                <a:headEnd/>
                <a:tailEnd/>
              </a:ln>
            </p:spPr>
            <p:txBody>
              <a:bodyPr wrap="none" anchor="ctr"/>
              <a:lstStyle/>
              <a:p>
                <a:pPr eaLnBrk="0" hangingPunct="0"/>
                <a:endParaRPr lang="zh-CN" altLang="en-US" b="1">
                  <a:solidFill>
                    <a:srgbClr val="0000CC"/>
                  </a:solidFill>
                  <a:ea typeface="黑体" panose="02010609060101010101" pitchFamily="49" charset="-122"/>
                </a:endParaRPr>
              </a:p>
            </p:txBody>
          </p:sp>
          <p:sp>
            <p:nvSpPr>
              <p:cNvPr id="1035326" name="Oval 63"/>
              <p:cNvSpPr>
                <a:spLocks noChangeArrowheads="1"/>
              </p:cNvSpPr>
              <p:nvPr/>
            </p:nvSpPr>
            <p:spPr bwMode="auto">
              <a:xfrm rot="-1860000">
                <a:off x="2984" y="310"/>
                <a:ext cx="295" cy="156"/>
              </a:xfrm>
              <a:prstGeom prst="ellipse">
                <a:avLst/>
              </a:prstGeom>
              <a:solidFill>
                <a:srgbClr val="EAEAEA"/>
              </a:solidFill>
              <a:ln w="12700">
                <a:solidFill>
                  <a:schemeClr val="tx1"/>
                </a:solidFill>
                <a:round/>
                <a:headEnd/>
                <a:tailEnd/>
              </a:ln>
            </p:spPr>
            <p:txBody>
              <a:bodyPr wrap="none" anchor="ctr"/>
              <a:lstStyle/>
              <a:p>
                <a:pPr eaLnBrk="0" hangingPunct="0"/>
                <a:endParaRPr lang="zh-CN" altLang="en-US" b="1">
                  <a:solidFill>
                    <a:srgbClr val="0000CC"/>
                  </a:solidFill>
                  <a:ea typeface="黑体" panose="02010609060101010101" pitchFamily="49" charset="-122"/>
                </a:endParaRPr>
              </a:p>
            </p:txBody>
          </p:sp>
          <p:sp>
            <p:nvSpPr>
              <p:cNvPr id="1035327" name="Freeform 64"/>
              <p:cNvSpPr>
                <a:spLocks noChangeArrowheads="1"/>
              </p:cNvSpPr>
              <p:nvPr/>
            </p:nvSpPr>
            <p:spPr bwMode="auto">
              <a:xfrm>
                <a:off x="3051" y="300"/>
                <a:ext cx="738" cy="407"/>
              </a:xfrm>
              <a:custGeom>
                <a:avLst/>
                <a:gdLst>
                  <a:gd name="T0" fmla="*/ 108 w 738"/>
                  <a:gd name="T1" fmla="*/ 82 h 407"/>
                  <a:gd name="T2" fmla="*/ 145 w 738"/>
                  <a:gd name="T3" fmla="*/ 77 h 407"/>
                  <a:gd name="T4" fmla="*/ 183 w 738"/>
                  <a:gd name="T5" fmla="*/ 72 h 407"/>
                  <a:gd name="T6" fmla="*/ 215 w 738"/>
                  <a:gd name="T7" fmla="*/ 67 h 407"/>
                  <a:gd name="T8" fmla="*/ 237 w 738"/>
                  <a:gd name="T9" fmla="*/ 46 h 407"/>
                  <a:gd name="T10" fmla="*/ 204 w 738"/>
                  <a:gd name="T11" fmla="*/ 41 h 407"/>
                  <a:gd name="T12" fmla="*/ 172 w 738"/>
                  <a:gd name="T13" fmla="*/ 46 h 407"/>
                  <a:gd name="T14" fmla="*/ 156 w 738"/>
                  <a:gd name="T15" fmla="*/ 46 h 407"/>
                  <a:gd name="T16" fmla="*/ 188 w 738"/>
                  <a:gd name="T17" fmla="*/ 26 h 407"/>
                  <a:gd name="T18" fmla="*/ 226 w 738"/>
                  <a:gd name="T19" fmla="*/ 15 h 407"/>
                  <a:gd name="T20" fmla="*/ 258 w 738"/>
                  <a:gd name="T21" fmla="*/ 10 h 407"/>
                  <a:gd name="T22" fmla="*/ 290 w 738"/>
                  <a:gd name="T23" fmla="*/ 5 h 407"/>
                  <a:gd name="T24" fmla="*/ 323 w 738"/>
                  <a:gd name="T25" fmla="*/ 0 h 407"/>
                  <a:gd name="T26" fmla="*/ 355 w 738"/>
                  <a:gd name="T27" fmla="*/ 0 h 407"/>
                  <a:gd name="T28" fmla="*/ 387 w 738"/>
                  <a:gd name="T29" fmla="*/ 0 h 407"/>
                  <a:gd name="T30" fmla="*/ 463 w 738"/>
                  <a:gd name="T31" fmla="*/ 0 h 407"/>
                  <a:gd name="T32" fmla="*/ 506 w 738"/>
                  <a:gd name="T33" fmla="*/ 0 h 407"/>
                  <a:gd name="T34" fmla="*/ 543 w 738"/>
                  <a:gd name="T35" fmla="*/ 15 h 407"/>
                  <a:gd name="T36" fmla="*/ 570 w 738"/>
                  <a:gd name="T37" fmla="*/ 36 h 407"/>
                  <a:gd name="T38" fmla="*/ 603 w 738"/>
                  <a:gd name="T39" fmla="*/ 51 h 407"/>
                  <a:gd name="T40" fmla="*/ 635 w 738"/>
                  <a:gd name="T41" fmla="*/ 57 h 407"/>
                  <a:gd name="T42" fmla="*/ 667 w 738"/>
                  <a:gd name="T43" fmla="*/ 77 h 407"/>
                  <a:gd name="T44" fmla="*/ 694 w 738"/>
                  <a:gd name="T45" fmla="*/ 98 h 407"/>
                  <a:gd name="T46" fmla="*/ 715 w 738"/>
                  <a:gd name="T47" fmla="*/ 128 h 407"/>
                  <a:gd name="T48" fmla="*/ 721 w 738"/>
                  <a:gd name="T49" fmla="*/ 164 h 407"/>
                  <a:gd name="T50" fmla="*/ 726 w 738"/>
                  <a:gd name="T51" fmla="*/ 195 h 407"/>
                  <a:gd name="T52" fmla="*/ 726 w 738"/>
                  <a:gd name="T53" fmla="*/ 226 h 407"/>
                  <a:gd name="T54" fmla="*/ 726 w 738"/>
                  <a:gd name="T55" fmla="*/ 257 h 407"/>
                  <a:gd name="T56" fmla="*/ 737 w 738"/>
                  <a:gd name="T57" fmla="*/ 288 h 407"/>
                  <a:gd name="T58" fmla="*/ 737 w 738"/>
                  <a:gd name="T59" fmla="*/ 319 h 407"/>
                  <a:gd name="T60" fmla="*/ 715 w 738"/>
                  <a:gd name="T61" fmla="*/ 349 h 407"/>
                  <a:gd name="T62" fmla="*/ 678 w 738"/>
                  <a:gd name="T63" fmla="*/ 365 h 407"/>
                  <a:gd name="T64" fmla="*/ 646 w 738"/>
                  <a:gd name="T65" fmla="*/ 380 h 407"/>
                  <a:gd name="T66" fmla="*/ 613 w 738"/>
                  <a:gd name="T67" fmla="*/ 396 h 407"/>
                  <a:gd name="T68" fmla="*/ 581 w 738"/>
                  <a:gd name="T69" fmla="*/ 401 h 407"/>
                  <a:gd name="T70" fmla="*/ 538 w 738"/>
                  <a:gd name="T71" fmla="*/ 406 h 407"/>
                  <a:gd name="T72" fmla="*/ 500 w 738"/>
                  <a:gd name="T73" fmla="*/ 406 h 407"/>
                  <a:gd name="T74" fmla="*/ 468 w 738"/>
                  <a:gd name="T75" fmla="*/ 406 h 407"/>
                  <a:gd name="T76" fmla="*/ 436 w 738"/>
                  <a:gd name="T77" fmla="*/ 406 h 407"/>
                  <a:gd name="T78" fmla="*/ 403 w 738"/>
                  <a:gd name="T79" fmla="*/ 406 h 407"/>
                  <a:gd name="T80" fmla="*/ 371 w 738"/>
                  <a:gd name="T81" fmla="*/ 406 h 407"/>
                  <a:gd name="T82" fmla="*/ 339 w 738"/>
                  <a:gd name="T83" fmla="*/ 406 h 407"/>
                  <a:gd name="T84" fmla="*/ 307 w 738"/>
                  <a:gd name="T85" fmla="*/ 406 h 407"/>
                  <a:gd name="T86" fmla="*/ 269 w 738"/>
                  <a:gd name="T87" fmla="*/ 406 h 407"/>
                  <a:gd name="T88" fmla="*/ 237 w 738"/>
                  <a:gd name="T89" fmla="*/ 406 h 407"/>
                  <a:gd name="T90" fmla="*/ 204 w 738"/>
                  <a:gd name="T91" fmla="*/ 406 h 407"/>
                  <a:gd name="T92" fmla="*/ 172 w 738"/>
                  <a:gd name="T93" fmla="*/ 391 h 407"/>
                  <a:gd name="T94" fmla="*/ 140 w 738"/>
                  <a:gd name="T95" fmla="*/ 380 h 407"/>
                  <a:gd name="T96" fmla="*/ 108 w 738"/>
                  <a:gd name="T97" fmla="*/ 365 h 407"/>
                  <a:gd name="T98" fmla="*/ 81 w 738"/>
                  <a:gd name="T99" fmla="*/ 339 h 407"/>
                  <a:gd name="T100" fmla="*/ 59 w 738"/>
                  <a:gd name="T101" fmla="*/ 319 h 407"/>
                  <a:gd name="T102" fmla="*/ 38 w 738"/>
                  <a:gd name="T103" fmla="*/ 288 h 407"/>
                  <a:gd name="T104" fmla="*/ 16 w 738"/>
                  <a:gd name="T105" fmla="*/ 252 h 407"/>
                  <a:gd name="T106" fmla="*/ 0 w 738"/>
                  <a:gd name="T107" fmla="*/ 216 h 407"/>
                  <a:gd name="T108" fmla="*/ 0 w 738"/>
                  <a:gd name="T109" fmla="*/ 185 h 407"/>
                  <a:gd name="T110" fmla="*/ 5 w 738"/>
                  <a:gd name="T111" fmla="*/ 149 h 407"/>
                  <a:gd name="T112" fmla="*/ 27 w 738"/>
                  <a:gd name="T113" fmla="*/ 123 h 407"/>
                  <a:gd name="T114" fmla="*/ 54 w 738"/>
                  <a:gd name="T115" fmla="*/ 108 h 407"/>
                  <a:gd name="T116" fmla="*/ 86 w 738"/>
                  <a:gd name="T117" fmla="*/ 98 h 407"/>
                  <a:gd name="T118" fmla="*/ 113 w 738"/>
                  <a:gd name="T119" fmla="*/ 82 h 407"/>
                  <a:gd name="T120" fmla="*/ 129 w 738"/>
                  <a:gd name="T121" fmla="*/ 98 h 40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Lst>
                <a:rect l="0" t="0" r="r" b="b"/>
                <a:pathLst>
                  <a:path w="738" h="407">
                    <a:moveTo>
                      <a:pt x="91" y="82"/>
                    </a:moveTo>
                    <a:lnTo>
                      <a:pt x="108" y="82"/>
                    </a:lnTo>
                    <a:lnTo>
                      <a:pt x="124" y="82"/>
                    </a:lnTo>
                    <a:lnTo>
                      <a:pt x="145" y="77"/>
                    </a:lnTo>
                    <a:lnTo>
                      <a:pt x="161" y="77"/>
                    </a:lnTo>
                    <a:lnTo>
                      <a:pt x="183" y="72"/>
                    </a:lnTo>
                    <a:lnTo>
                      <a:pt x="199" y="72"/>
                    </a:lnTo>
                    <a:lnTo>
                      <a:pt x="215" y="67"/>
                    </a:lnTo>
                    <a:lnTo>
                      <a:pt x="231" y="62"/>
                    </a:lnTo>
                    <a:lnTo>
                      <a:pt x="237" y="46"/>
                    </a:lnTo>
                    <a:lnTo>
                      <a:pt x="221" y="41"/>
                    </a:lnTo>
                    <a:lnTo>
                      <a:pt x="204" y="41"/>
                    </a:lnTo>
                    <a:lnTo>
                      <a:pt x="188" y="46"/>
                    </a:lnTo>
                    <a:lnTo>
                      <a:pt x="172" y="46"/>
                    </a:lnTo>
                    <a:lnTo>
                      <a:pt x="156" y="62"/>
                    </a:lnTo>
                    <a:lnTo>
                      <a:pt x="156" y="46"/>
                    </a:lnTo>
                    <a:lnTo>
                      <a:pt x="172" y="36"/>
                    </a:lnTo>
                    <a:lnTo>
                      <a:pt x="188" y="26"/>
                    </a:lnTo>
                    <a:lnTo>
                      <a:pt x="210" y="21"/>
                    </a:lnTo>
                    <a:lnTo>
                      <a:pt x="226" y="15"/>
                    </a:lnTo>
                    <a:lnTo>
                      <a:pt x="242" y="15"/>
                    </a:lnTo>
                    <a:lnTo>
                      <a:pt x="258" y="10"/>
                    </a:lnTo>
                    <a:lnTo>
                      <a:pt x="274" y="10"/>
                    </a:lnTo>
                    <a:lnTo>
                      <a:pt x="290" y="5"/>
                    </a:lnTo>
                    <a:lnTo>
                      <a:pt x="307" y="5"/>
                    </a:lnTo>
                    <a:lnTo>
                      <a:pt x="323" y="0"/>
                    </a:lnTo>
                    <a:lnTo>
                      <a:pt x="339" y="0"/>
                    </a:lnTo>
                    <a:lnTo>
                      <a:pt x="355" y="0"/>
                    </a:lnTo>
                    <a:lnTo>
                      <a:pt x="371" y="0"/>
                    </a:lnTo>
                    <a:lnTo>
                      <a:pt x="387" y="0"/>
                    </a:lnTo>
                    <a:lnTo>
                      <a:pt x="420" y="0"/>
                    </a:lnTo>
                    <a:lnTo>
                      <a:pt x="463" y="0"/>
                    </a:lnTo>
                    <a:lnTo>
                      <a:pt x="484" y="0"/>
                    </a:lnTo>
                    <a:lnTo>
                      <a:pt x="506" y="0"/>
                    </a:lnTo>
                    <a:lnTo>
                      <a:pt x="527" y="5"/>
                    </a:lnTo>
                    <a:lnTo>
                      <a:pt x="543" y="15"/>
                    </a:lnTo>
                    <a:lnTo>
                      <a:pt x="554" y="31"/>
                    </a:lnTo>
                    <a:lnTo>
                      <a:pt x="570" y="36"/>
                    </a:lnTo>
                    <a:lnTo>
                      <a:pt x="586" y="46"/>
                    </a:lnTo>
                    <a:lnTo>
                      <a:pt x="603" y="51"/>
                    </a:lnTo>
                    <a:lnTo>
                      <a:pt x="619" y="51"/>
                    </a:lnTo>
                    <a:lnTo>
                      <a:pt x="635" y="57"/>
                    </a:lnTo>
                    <a:lnTo>
                      <a:pt x="651" y="67"/>
                    </a:lnTo>
                    <a:lnTo>
                      <a:pt x="667" y="77"/>
                    </a:lnTo>
                    <a:lnTo>
                      <a:pt x="678" y="93"/>
                    </a:lnTo>
                    <a:lnTo>
                      <a:pt x="694" y="98"/>
                    </a:lnTo>
                    <a:lnTo>
                      <a:pt x="699" y="113"/>
                    </a:lnTo>
                    <a:lnTo>
                      <a:pt x="715" y="128"/>
                    </a:lnTo>
                    <a:lnTo>
                      <a:pt x="721" y="149"/>
                    </a:lnTo>
                    <a:lnTo>
                      <a:pt x="721" y="164"/>
                    </a:lnTo>
                    <a:lnTo>
                      <a:pt x="726" y="180"/>
                    </a:lnTo>
                    <a:lnTo>
                      <a:pt x="726" y="195"/>
                    </a:lnTo>
                    <a:lnTo>
                      <a:pt x="726" y="211"/>
                    </a:lnTo>
                    <a:lnTo>
                      <a:pt x="726" y="226"/>
                    </a:lnTo>
                    <a:lnTo>
                      <a:pt x="726" y="242"/>
                    </a:lnTo>
                    <a:lnTo>
                      <a:pt x="726" y="257"/>
                    </a:lnTo>
                    <a:lnTo>
                      <a:pt x="737" y="272"/>
                    </a:lnTo>
                    <a:lnTo>
                      <a:pt x="737" y="288"/>
                    </a:lnTo>
                    <a:lnTo>
                      <a:pt x="737" y="303"/>
                    </a:lnTo>
                    <a:lnTo>
                      <a:pt x="737" y="319"/>
                    </a:lnTo>
                    <a:lnTo>
                      <a:pt x="732" y="334"/>
                    </a:lnTo>
                    <a:lnTo>
                      <a:pt x="715" y="349"/>
                    </a:lnTo>
                    <a:lnTo>
                      <a:pt x="694" y="360"/>
                    </a:lnTo>
                    <a:lnTo>
                      <a:pt x="678" y="365"/>
                    </a:lnTo>
                    <a:lnTo>
                      <a:pt x="662" y="375"/>
                    </a:lnTo>
                    <a:lnTo>
                      <a:pt x="646" y="380"/>
                    </a:lnTo>
                    <a:lnTo>
                      <a:pt x="629" y="385"/>
                    </a:lnTo>
                    <a:lnTo>
                      <a:pt x="613" y="396"/>
                    </a:lnTo>
                    <a:lnTo>
                      <a:pt x="597" y="401"/>
                    </a:lnTo>
                    <a:lnTo>
                      <a:pt x="581" y="401"/>
                    </a:lnTo>
                    <a:lnTo>
                      <a:pt x="559" y="406"/>
                    </a:lnTo>
                    <a:lnTo>
                      <a:pt x="538" y="406"/>
                    </a:lnTo>
                    <a:lnTo>
                      <a:pt x="522" y="406"/>
                    </a:lnTo>
                    <a:lnTo>
                      <a:pt x="500" y="406"/>
                    </a:lnTo>
                    <a:lnTo>
                      <a:pt x="484" y="406"/>
                    </a:lnTo>
                    <a:lnTo>
                      <a:pt x="468" y="406"/>
                    </a:lnTo>
                    <a:lnTo>
                      <a:pt x="452" y="406"/>
                    </a:lnTo>
                    <a:lnTo>
                      <a:pt x="436" y="406"/>
                    </a:lnTo>
                    <a:lnTo>
                      <a:pt x="420" y="406"/>
                    </a:lnTo>
                    <a:lnTo>
                      <a:pt x="403" y="406"/>
                    </a:lnTo>
                    <a:lnTo>
                      <a:pt x="387" y="406"/>
                    </a:lnTo>
                    <a:lnTo>
                      <a:pt x="371" y="406"/>
                    </a:lnTo>
                    <a:lnTo>
                      <a:pt x="355" y="406"/>
                    </a:lnTo>
                    <a:lnTo>
                      <a:pt x="339" y="406"/>
                    </a:lnTo>
                    <a:lnTo>
                      <a:pt x="323" y="406"/>
                    </a:lnTo>
                    <a:lnTo>
                      <a:pt x="307" y="406"/>
                    </a:lnTo>
                    <a:lnTo>
                      <a:pt x="285" y="406"/>
                    </a:lnTo>
                    <a:lnTo>
                      <a:pt x="269" y="406"/>
                    </a:lnTo>
                    <a:lnTo>
                      <a:pt x="253" y="406"/>
                    </a:lnTo>
                    <a:lnTo>
                      <a:pt x="237" y="406"/>
                    </a:lnTo>
                    <a:lnTo>
                      <a:pt x="221" y="406"/>
                    </a:lnTo>
                    <a:lnTo>
                      <a:pt x="204" y="406"/>
                    </a:lnTo>
                    <a:lnTo>
                      <a:pt x="188" y="396"/>
                    </a:lnTo>
                    <a:lnTo>
                      <a:pt x="172" y="391"/>
                    </a:lnTo>
                    <a:lnTo>
                      <a:pt x="156" y="385"/>
                    </a:lnTo>
                    <a:lnTo>
                      <a:pt x="140" y="380"/>
                    </a:lnTo>
                    <a:lnTo>
                      <a:pt x="124" y="375"/>
                    </a:lnTo>
                    <a:lnTo>
                      <a:pt x="108" y="365"/>
                    </a:lnTo>
                    <a:lnTo>
                      <a:pt x="91" y="355"/>
                    </a:lnTo>
                    <a:lnTo>
                      <a:pt x="81" y="339"/>
                    </a:lnTo>
                    <a:lnTo>
                      <a:pt x="65" y="334"/>
                    </a:lnTo>
                    <a:lnTo>
                      <a:pt x="59" y="319"/>
                    </a:lnTo>
                    <a:lnTo>
                      <a:pt x="43" y="303"/>
                    </a:lnTo>
                    <a:lnTo>
                      <a:pt x="38" y="288"/>
                    </a:lnTo>
                    <a:lnTo>
                      <a:pt x="22" y="272"/>
                    </a:lnTo>
                    <a:lnTo>
                      <a:pt x="16" y="252"/>
                    </a:lnTo>
                    <a:lnTo>
                      <a:pt x="5" y="231"/>
                    </a:lnTo>
                    <a:lnTo>
                      <a:pt x="0" y="216"/>
                    </a:lnTo>
                    <a:lnTo>
                      <a:pt x="0" y="200"/>
                    </a:lnTo>
                    <a:lnTo>
                      <a:pt x="0" y="185"/>
                    </a:lnTo>
                    <a:lnTo>
                      <a:pt x="0" y="170"/>
                    </a:lnTo>
                    <a:lnTo>
                      <a:pt x="5" y="149"/>
                    </a:lnTo>
                    <a:lnTo>
                      <a:pt x="11" y="134"/>
                    </a:lnTo>
                    <a:lnTo>
                      <a:pt x="27" y="123"/>
                    </a:lnTo>
                    <a:lnTo>
                      <a:pt x="38" y="108"/>
                    </a:lnTo>
                    <a:lnTo>
                      <a:pt x="54" y="108"/>
                    </a:lnTo>
                    <a:lnTo>
                      <a:pt x="70" y="103"/>
                    </a:lnTo>
                    <a:lnTo>
                      <a:pt x="86" y="98"/>
                    </a:lnTo>
                    <a:lnTo>
                      <a:pt x="102" y="98"/>
                    </a:lnTo>
                    <a:lnTo>
                      <a:pt x="113" y="82"/>
                    </a:lnTo>
                    <a:lnTo>
                      <a:pt x="113" y="67"/>
                    </a:lnTo>
                    <a:lnTo>
                      <a:pt x="129" y="98"/>
                    </a:lnTo>
                  </a:path>
                </a:pathLst>
              </a:custGeom>
              <a:solidFill>
                <a:srgbClr val="EAEAEA"/>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CC"/>
                  </a:solidFill>
                  <a:ea typeface="黑体" panose="02010609060101010101" pitchFamily="49" charset="-122"/>
                </a:endParaRPr>
              </a:p>
            </p:txBody>
          </p:sp>
          <p:sp>
            <p:nvSpPr>
              <p:cNvPr id="1035328" name="Freeform 65"/>
              <p:cNvSpPr>
                <a:spLocks noChangeArrowheads="1"/>
              </p:cNvSpPr>
              <p:nvPr/>
            </p:nvSpPr>
            <p:spPr bwMode="auto">
              <a:xfrm>
                <a:off x="3193" y="270"/>
                <a:ext cx="117" cy="118"/>
              </a:xfrm>
              <a:custGeom>
                <a:avLst/>
                <a:gdLst>
                  <a:gd name="T0" fmla="*/ 5 w 117"/>
                  <a:gd name="T1" fmla="*/ 66 h 118"/>
                  <a:gd name="T2" fmla="*/ 0 w 117"/>
                  <a:gd name="T3" fmla="*/ 51 h 118"/>
                  <a:gd name="T4" fmla="*/ 0 w 117"/>
                  <a:gd name="T5" fmla="*/ 36 h 118"/>
                  <a:gd name="T6" fmla="*/ 16 w 117"/>
                  <a:gd name="T7" fmla="*/ 25 h 118"/>
                  <a:gd name="T8" fmla="*/ 32 w 117"/>
                  <a:gd name="T9" fmla="*/ 15 h 118"/>
                  <a:gd name="T10" fmla="*/ 47 w 117"/>
                  <a:gd name="T11" fmla="*/ 0 h 118"/>
                  <a:gd name="T12" fmla="*/ 63 w 117"/>
                  <a:gd name="T13" fmla="*/ 0 h 118"/>
                  <a:gd name="T14" fmla="*/ 79 w 117"/>
                  <a:gd name="T15" fmla="*/ 0 h 118"/>
                  <a:gd name="T16" fmla="*/ 84 w 117"/>
                  <a:gd name="T17" fmla="*/ 15 h 118"/>
                  <a:gd name="T18" fmla="*/ 95 w 117"/>
                  <a:gd name="T19" fmla="*/ 31 h 118"/>
                  <a:gd name="T20" fmla="*/ 105 w 117"/>
                  <a:gd name="T21" fmla="*/ 46 h 118"/>
                  <a:gd name="T22" fmla="*/ 111 w 117"/>
                  <a:gd name="T23" fmla="*/ 61 h 118"/>
                  <a:gd name="T24" fmla="*/ 116 w 117"/>
                  <a:gd name="T25" fmla="*/ 76 h 118"/>
                  <a:gd name="T26" fmla="*/ 116 w 117"/>
                  <a:gd name="T27" fmla="*/ 92 h 118"/>
                  <a:gd name="T28" fmla="*/ 116 w 117"/>
                  <a:gd name="T29" fmla="*/ 107 h 118"/>
                  <a:gd name="T30" fmla="*/ 100 w 117"/>
                  <a:gd name="T31" fmla="*/ 117 h 118"/>
                  <a:gd name="T32" fmla="*/ 84 w 117"/>
                  <a:gd name="T33" fmla="*/ 117 h 118"/>
                  <a:gd name="T34" fmla="*/ 69 w 117"/>
                  <a:gd name="T35" fmla="*/ 117 h 118"/>
                  <a:gd name="T36" fmla="*/ 53 w 117"/>
                  <a:gd name="T37" fmla="*/ 117 h 118"/>
                  <a:gd name="T38" fmla="*/ 37 w 117"/>
                  <a:gd name="T39" fmla="*/ 112 h 118"/>
                  <a:gd name="T40" fmla="*/ 21 w 117"/>
                  <a:gd name="T41" fmla="*/ 102 h 118"/>
                  <a:gd name="T42" fmla="*/ 11 w 117"/>
                  <a:gd name="T43" fmla="*/ 86 h 118"/>
                  <a:gd name="T44" fmla="*/ 5 w 117"/>
                  <a:gd name="T45" fmla="*/ 71 h 118"/>
                  <a:gd name="T46" fmla="*/ 5 w 117"/>
                  <a:gd name="T47" fmla="*/ 66 h 1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117" h="118">
                    <a:moveTo>
                      <a:pt x="5" y="66"/>
                    </a:moveTo>
                    <a:lnTo>
                      <a:pt x="0" y="51"/>
                    </a:lnTo>
                    <a:lnTo>
                      <a:pt x="0" y="36"/>
                    </a:lnTo>
                    <a:lnTo>
                      <a:pt x="16" y="25"/>
                    </a:lnTo>
                    <a:lnTo>
                      <a:pt x="32" y="15"/>
                    </a:lnTo>
                    <a:lnTo>
                      <a:pt x="47" y="0"/>
                    </a:lnTo>
                    <a:lnTo>
                      <a:pt x="63" y="0"/>
                    </a:lnTo>
                    <a:lnTo>
                      <a:pt x="79" y="0"/>
                    </a:lnTo>
                    <a:lnTo>
                      <a:pt x="84" y="15"/>
                    </a:lnTo>
                    <a:lnTo>
                      <a:pt x="95" y="31"/>
                    </a:lnTo>
                    <a:lnTo>
                      <a:pt x="105" y="46"/>
                    </a:lnTo>
                    <a:lnTo>
                      <a:pt x="111" y="61"/>
                    </a:lnTo>
                    <a:lnTo>
                      <a:pt x="116" y="76"/>
                    </a:lnTo>
                    <a:lnTo>
                      <a:pt x="116" y="92"/>
                    </a:lnTo>
                    <a:lnTo>
                      <a:pt x="116" y="107"/>
                    </a:lnTo>
                    <a:lnTo>
                      <a:pt x="100" y="117"/>
                    </a:lnTo>
                    <a:lnTo>
                      <a:pt x="84" y="117"/>
                    </a:lnTo>
                    <a:lnTo>
                      <a:pt x="69" y="117"/>
                    </a:lnTo>
                    <a:lnTo>
                      <a:pt x="53" y="117"/>
                    </a:lnTo>
                    <a:lnTo>
                      <a:pt x="37" y="112"/>
                    </a:lnTo>
                    <a:lnTo>
                      <a:pt x="21" y="102"/>
                    </a:lnTo>
                    <a:lnTo>
                      <a:pt x="11" y="86"/>
                    </a:lnTo>
                    <a:lnTo>
                      <a:pt x="5" y="71"/>
                    </a:lnTo>
                    <a:lnTo>
                      <a:pt x="5" y="66"/>
                    </a:lnTo>
                  </a:path>
                </a:pathLst>
              </a:custGeom>
              <a:solidFill>
                <a:srgbClr val="EAEAEA"/>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CC"/>
                  </a:solidFill>
                  <a:ea typeface="黑体" panose="02010609060101010101" pitchFamily="49" charset="-122"/>
                </a:endParaRPr>
              </a:p>
            </p:txBody>
          </p:sp>
          <p:sp>
            <p:nvSpPr>
              <p:cNvPr id="1035329" name="Freeform 66"/>
              <p:cNvSpPr>
                <a:spLocks noChangeArrowheads="1"/>
              </p:cNvSpPr>
              <p:nvPr/>
            </p:nvSpPr>
            <p:spPr bwMode="auto">
              <a:xfrm>
                <a:off x="3469" y="239"/>
                <a:ext cx="82" cy="87"/>
              </a:xfrm>
              <a:custGeom>
                <a:avLst/>
                <a:gdLst>
                  <a:gd name="T0" fmla="*/ 0 w 82"/>
                  <a:gd name="T1" fmla="*/ 0 h 87"/>
                  <a:gd name="T2" fmla="*/ 16 w 82"/>
                  <a:gd name="T3" fmla="*/ 10 h 87"/>
                  <a:gd name="T4" fmla="*/ 32 w 82"/>
                  <a:gd name="T5" fmla="*/ 20 h 87"/>
                  <a:gd name="T6" fmla="*/ 49 w 82"/>
                  <a:gd name="T7" fmla="*/ 20 h 87"/>
                  <a:gd name="T8" fmla="*/ 65 w 82"/>
                  <a:gd name="T9" fmla="*/ 30 h 87"/>
                  <a:gd name="T10" fmla="*/ 76 w 82"/>
                  <a:gd name="T11" fmla="*/ 46 h 87"/>
                  <a:gd name="T12" fmla="*/ 81 w 82"/>
                  <a:gd name="T13" fmla="*/ 61 h 87"/>
                  <a:gd name="T14" fmla="*/ 81 w 82"/>
                  <a:gd name="T15" fmla="*/ 76 h 87"/>
                  <a:gd name="T16" fmla="*/ 65 w 82"/>
                  <a:gd name="T17" fmla="*/ 86 h 87"/>
                  <a:gd name="T18" fmla="*/ 49 w 82"/>
                  <a:gd name="T19" fmla="*/ 86 h 87"/>
                  <a:gd name="T20" fmla="*/ 27 w 82"/>
                  <a:gd name="T21" fmla="*/ 81 h 87"/>
                  <a:gd name="T22" fmla="*/ 11 w 82"/>
                  <a:gd name="T23" fmla="*/ 71 h 87"/>
                  <a:gd name="T24" fmla="*/ 5 w 82"/>
                  <a:gd name="T25" fmla="*/ 56 h 87"/>
                  <a:gd name="T26" fmla="*/ 0 w 82"/>
                  <a:gd name="T27" fmla="*/ 40 h 87"/>
                  <a:gd name="T28" fmla="*/ 0 w 82"/>
                  <a:gd name="T29" fmla="*/ 25 h 87"/>
                  <a:gd name="T30" fmla="*/ 11 w 82"/>
                  <a:gd name="T31" fmla="*/ 10 h 87"/>
                  <a:gd name="T32" fmla="*/ 0 w 82"/>
                  <a:gd name="T33" fmla="*/ 0 h 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82" h="87">
                    <a:moveTo>
                      <a:pt x="0" y="0"/>
                    </a:moveTo>
                    <a:lnTo>
                      <a:pt x="16" y="10"/>
                    </a:lnTo>
                    <a:lnTo>
                      <a:pt x="32" y="20"/>
                    </a:lnTo>
                    <a:lnTo>
                      <a:pt x="49" y="20"/>
                    </a:lnTo>
                    <a:lnTo>
                      <a:pt x="65" y="30"/>
                    </a:lnTo>
                    <a:lnTo>
                      <a:pt x="76" y="46"/>
                    </a:lnTo>
                    <a:lnTo>
                      <a:pt x="81" y="61"/>
                    </a:lnTo>
                    <a:lnTo>
                      <a:pt x="81" y="76"/>
                    </a:lnTo>
                    <a:lnTo>
                      <a:pt x="65" y="86"/>
                    </a:lnTo>
                    <a:lnTo>
                      <a:pt x="49" y="86"/>
                    </a:lnTo>
                    <a:lnTo>
                      <a:pt x="27" y="81"/>
                    </a:lnTo>
                    <a:lnTo>
                      <a:pt x="11" y="71"/>
                    </a:lnTo>
                    <a:lnTo>
                      <a:pt x="5" y="56"/>
                    </a:lnTo>
                    <a:lnTo>
                      <a:pt x="0" y="40"/>
                    </a:lnTo>
                    <a:lnTo>
                      <a:pt x="0" y="25"/>
                    </a:lnTo>
                    <a:lnTo>
                      <a:pt x="11" y="10"/>
                    </a:lnTo>
                    <a:lnTo>
                      <a:pt x="0" y="0"/>
                    </a:lnTo>
                  </a:path>
                </a:pathLst>
              </a:custGeom>
              <a:solidFill>
                <a:srgbClr val="EAEAEA"/>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CC"/>
                  </a:solidFill>
                  <a:ea typeface="黑体" panose="02010609060101010101" pitchFamily="49" charset="-122"/>
                </a:endParaRPr>
              </a:p>
            </p:txBody>
          </p:sp>
        </p:grpSp>
        <p:sp>
          <p:nvSpPr>
            <p:cNvPr id="1035330" name="Text Box 67"/>
            <p:cNvSpPr txBox="1">
              <a:spLocks noChangeArrowheads="1"/>
            </p:cNvSpPr>
            <p:nvPr/>
          </p:nvSpPr>
          <p:spPr bwMode="auto">
            <a:xfrm>
              <a:off x="4967" y="1856"/>
              <a:ext cx="342" cy="222"/>
            </a:xfrm>
            <a:prstGeom prst="rect">
              <a:avLst/>
            </a:prstGeom>
            <a:solidFill>
              <a:srgbClr val="EAEAEA"/>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zh-CN" altLang="en-US" sz="2000" b="1">
                  <a:solidFill>
                    <a:srgbClr val="0000CC"/>
                  </a:solidFill>
                  <a:ea typeface="黑体" panose="02010609060101010101" pitchFamily="49" charset="-122"/>
                </a:rPr>
                <a:t>网 </a:t>
              </a:r>
              <a:r>
                <a:rPr lang="en-US" altLang="zh-CN" sz="2000" b="1">
                  <a:solidFill>
                    <a:srgbClr val="0000CC"/>
                  </a:solidFill>
                  <a:ea typeface="黑体" panose="02010609060101010101" pitchFamily="49" charset="-122"/>
                </a:rPr>
                <a:t>1</a:t>
              </a:r>
            </a:p>
          </p:txBody>
        </p:sp>
      </p:grpSp>
      <p:grpSp>
        <p:nvGrpSpPr>
          <p:cNvPr id="1035331" name="Group 68"/>
          <p:cNvGrpSpPr>
            <a:grpSpLocks/>
          </p:cNvGrpSpPr>
          <p:nvPr/>
        </p:nvGrpSpPr>
        <p:grpSpPr bwMode="auto">
          <a:xfrm>
            <a:off x="8356600" y="2005013"/>
            <a:ext cx="1277938" cy="858837"/>
            <a:chOff x="4830" y="1752"/>
            <a:chExt cx="667" cy="477"/>
          </a:xfrm>
        </p:grpSpPr>
        <p:grpSp>
          <p:nvGrpSpPr>
            <p:cNvPr id="1035332" name="Group 69"/>
            <p:cNvGrpSpPr>
              <a:grpSpLocks/>
            </p:cNvGrpSpPr>
            <p:nvPr/>
          </p:nvGrpSpPr>
          <p:grpSpPr bwMode="auto">
            <a:xfrm>
              <a:off x="4830" y="1752"/>
              <a:ext cx="667" cy="477"/>
              <a:chOff x="2949" y="196"/>
              <a:chExt cx="941" cy="598"/>
            </a:xfrm>
          </p:grpSpPr>
          <p:sp>
            <p:nvSpPr>
              <p:cNvPr id="1035333" name="Oval 70"/>
              <p:cNvSpPr>
                <a:spLocks noChangeArrowheads="1"/>
              </p:cNvSpPr>
              <p:nvPr/>
            </p:nvSpPr>
            <p:spPr bwMode="auto">
              <a:xfrm>
                <a:off x="3168" y="196"/>
                <a:ext cx="407" cy="162"/>
              </a:xfrm>
              <a:prstGeom prst="ellipse">
                <a:avLst/>
              </a:prstGeom>
              <a:solidFill>
                <a:srgbClr val="EAEAEA"/>
              </a:solidFill>
              <a:ln w="12700">
                <a:solidFill>
                  <a:schemeClr val="tx1"/>
                </a:solidFill>
                <a:round/>
                <a:headEnd/>
                <a:tailEnd/>
              </a:ln>
            </p:spPr>
            <p:txBody>
              <a:bodyPr wrap="none" anchor="ctr"/>
              <a:lstStyle/>
              <a:p>
                <a:pPr eaLnBrk="0" hangingPunct="0"/>
                <a:endParaRPr lang="zh-CN" altLang="en-US" b="1">
                  <a:solidFill>
                    <a:srgbClr val="0000CC"/>
                  </a:solidFill>
                  <a:ea typeface="黑体" panose="02010609060101010101" pitchFamily="49" charset="-122"/>
                </a:endParaRPr>
              </a:p>
            </p:txBody>
          </p:sp>
          <p:sp>
            <p:nvSpPr>
              <p:cNvPr id="1035334" name="Oval 71"/>
              <p:cNvSpPr>
                <a:spLocks noChangeArrowheads="1"/>
              </p:cNvSpPr>
              <p:nvPr/>
            </p:nvSpPr>
            <p:spPr bwMode="auto">
              <a:xfrm rot="900000">
                <a:off x="3512" y="252"/>
                <a:ext cx="275" cy="131"/>
              </a:xfrm>
              <a:prstGeom prst="ellipse">
                <a:avLst/>
              </a:prstGeom>
              <a:solidFill>
                <a:srgbClr val="EAEAEA"/>
              </a:solidFill>
              <a:ln w="12700">
                <a:solidFill>
                  <a:schemeClr val="tx1"/>
                </a:solidFill>
                <a:round/>
                <a:headEnd/>
                <a:tailEnd/>
              </a:ln>
            </p:spPr>
            <p:txBody>
              <a:bodyPr wrap="none" anchor="ctr"/>
              <a:lstStyle/>
              <a:p>
                <a:pPr eaLnBrk="0" hangingPunct="0"/>
                <a:endParaRPr lang="zh-CN" altLang="en-US" b="1">
                  <a:solidFill>
                    <a:srgbClr val="0000CC"/>
                  </a:solidFill>
                  <a:ea typeface="黑体" panose="02010609060101010101" pitchFamily="49" charset="-122"/>
                </a:endParaRPr>
              </a:p>
            </p:txBody>
          </p:sp>
          <p:sp>
            <p:nvSpPr>
              <p:cNvPr id="1035335" name="Oval 72"/>
              <p:cNvSpPr>
                <a:spLocks noChangeArrowheads="1"/>
              </p:cNvSpPr>
              <p:nvPr/>
            </p:nvSpPr>
            <p:spPr bwMode="auto">
              <a:xfrm rot="1500000">
                <a:off x="3650" y="385"/>
                <a:ext cx="240" cy="153"/>
              </a:xfrm>
              <a:prstGeom prst="ellipse">
                <a:avLst/>
              </a:prstGeom>
              <a:solidFill>
                <a:srgbClr val="EAEAEA"/>
              </a:solidFill>
              <a:ln w="12700">
                <a:solidFill>
                  <a:schemeClr val="tx1"/>
                </a:solidFill>
                <a:round/>
                <a:headEnd/>
                <a:tailEnd/>
              </a:ln>
            </p:spPr>
            <p:txBody>
              <a:bodyPr wrap="none" anchor="ctr"/>
              <a:lstStyle/>
              <a:p>
                <a:pPr eaLnBrk="0" hangingPunct="0"/>
                <a:endParaRPr lang="zh-CN" altLang="en-US" b="1">
                  <a:solidFill>
                    <a:srgbClr val="0000CC"/>
                  </a:solidFill>
                  <a:ea typeface="黑体" panose="02010609060101010101" pitchFamily="49" charset="-122"/>
                </a:endParaRPr>
              </a:p>
            </p:txBody>
          </p:sp>
          <p:sp>
            <p:nvSpPr>
              <p:cNvPr id="1035336" name="Oval 73"/>
              <p:cNvSpPr>
                <a:spLocks noChangeArrowheads="1"/>
              </p:cNvSpPr>
              <p:nvPr/>
            </p:nvSpPr>
            <p:spPr bwMode="auto">
              <a:xfrm rot="-1560000">
                <a:off x="3573" y="537"/>
                <a:ext cx="291" cy="189"/>
              </a:xfrm>
              <a:prstGeom prst="ellipse">
                <a:avLst/>
              </a:prstGeom>
              <a:solidFill>
                <a:srgbClr val="EAEAEA"/>
              </a:solidFill>
              <a:ln w="12700">
                <a:solidFill>
                  <a:schemeClr val="tx1"/>
                </a:solidFill>
                <a:round/>
                <a:headEnd/>
                <a:tailEnd/>
              </a:ln>
            </p:spPr>
            <p:txBody>
              <a:bodyPr wrap="none" anchor="ctr"/>
              <a:lstStyle/>
              <a:p>
                <a:pPr eaLnBrk="0" hangingPunct="0"/>
                <a:endParaRPr lang="zh-CN" altLang="en-US" b="1">
                  <a:solidFill>
                    <a:srgbClr val="0000CC"/>
                  </a:solidFill>
                  <a:ea typeface="黑体" panose="02010609060101010101" pitchFamily="49" charset="-122"/>
                </a:endParaRPr>
              </a:p>
            </p:txBody>
          </p:sp>
          <p:sp>
            <p:nvSpPr>
              <p:cNvPr id="1035337" name="Oval 74"/>
              <p:cNvSpPr>
                <a:spLocks noChangeArrowheads="1"/>
              </p:cNvSpPr>
              <p:nvPr/>
            </p:nvSpPr>
            <p:spPr bwMode="auto">
              <a:xfrm>
                <a:off x="3216" y="555"/>
                <a:ext cx="471" cy="239"/>
              </a:xfrm>
              <a:prstGeom prst="ellipse">
                <a:avLst/>
              </a:prstGeom>
              <a:solidFill>
                <a:srgbClr val="EAEAEA"/>
              </a:solidFill>
              <a:ln w="12700">
                <a:solidFill>
                  <a:schemeClr val="tx1"/>
                </a:solidFill>
                <a:round/>
                <a:headEnd/>
                <a:tailEnd/>
              </a:ln>
            </p:spPr>
            <p:txBody>
              <a:bodyPr wrap="none" anchor="ctr"/>
              <a:lstStyle/>
              <a:p>
                <a:pPr eaLnBrk="0" hangingPunct="0"/>
                <a:endParaRPr lang="zh-CN" altLang="en-US" b="1">
                  <a:solidFill>
                    <a:srgbClr val="0000CC"/>
                  </a:solidFill>
                  <a:ea typeface="黑体" panose="02010609060101010101" pitchFamily="49" charset="-122"/>
                </a:endParaRPr>
              </a:p>
            </p:txBody>
          </p:sp>
          <p:sp>
            <p:nvSpPr>
              <p:cNvPr id="1035338" name="Oval 75"/>
              <p:cNvSpPr>
                <a:spLocks noChangeArrowheads="1"/>
              </p:cNvSpPr>
              <p:nvPr/>
            </p:nvSpPr>
            <p:spPr bwMode="auto">
              <a:xfrm rot="1080000">
                <a:off x="3023" y="555"/>
                <a:ext cx="265" cy="156"/>
              </a:xfrm>
              <a:prstGeom prst="ellipse">
                <a:avLst/>
              </a:prstGeom>
              <a:solidFill>
                <a:srgbClr val="EAEAEA"/>
              </a:solidFill>
              <a:ln w="12700">
                <a:solidFill>
                  <a:schemeClr val="tx1"/>
                </a:solidFill>
                <a:round/>
                <a:headEnd/>
                <a:tailEnd/>
              </a:ln>
            </p:spPr>
            <p:txBody>
              <a:bodyPr wrap="none" anchor="ctr"/>
              <a:lstStyle/>
              <a:p>
                <a:pPr eaLnBrk="0" hangingPunct="0"/>
                <a:endParaRPr lang="zh-CN" altLang="en-US" b="1">
                  <a:solidFill>
                    <a:srgbClr val="0000CC"/>
                  </a:solidFill>
                  <a:ea typeface="黑体" panose="02010609060101010101" pitchFamily="49" charset="-122"/>
                </a:endParaRPr>
              </a:p>
            </p:txBody>
          </p:sp>
          <p:sp>
            <p:nvSpPr>
              <p:cNvPr id="1035339" name="Oval 76"/>
              <p:cNvSpPr>
                <a:spLocks noChangeArrowheads="1"/>
              </p:cNvSpPr>
              <p:nvPr/>
            </p:nvSpPr>
            <p:spPr bwMode="auto">
              <a:xfrm>
                <a:off x="2949" y="432"/>
                <a:ext cx="217" cy="156"/>
              </a:xfrm>
              <a:prstGeom prst="ellipse">
                <a:avLst/>
              </a:prstGeom>
              <a:solidFill>
                <a:srgbClr val="EAEAEA"/>
              </a:solidFill>
              <a:ln w="12700">
                <a:solidFill>
                  <a:schemeClr val="tx1"/>
                </a:solidFill>
                <a:round/>
                <a:headEnd/>
                <a:tailEnd/>
              </a:ln>
            </p:spPr>
            <p:txBody>
              <a:bodyPr wrap="none" anchor="ctr"/>
              <a:lstStyle/>
              <a:p>
                <a:pPr eaLnBrk="0" hangingPunct="0"/>
                <a:endParaRPr lang="zh-CN" altLang="en-US" b="1">
                  <a:solidFill>
                    <a:srgbClr val="0000CC"/>
                  </a:solidFill>
                  <a:ea typeface="黑体" panose="02010609060101010101" pitchFamily="49" charset="-122"/>
                </a:endParaRPr>
              </a:p>
            </p:txBody>
          </p:sp>
          <p:sp>
            <p:nvSpPr>
              <p:cNvPr id="1035340" name="Oval 77"/>
              <p:cNvSpPr>
                <a:spLocks noChangeArrowheads="1"/>
              </p:cNvSpPr>
              <p:nvPr/>
            </p:nvSpPr>
            <p:spPr bwMode="auto">
              <a:xfrm rot="-1860000">
                <a:off x="2984" y="310"/>
                <a:ext cx="295" cy="156"/>
              </a:xfrm>
              <a:prstGeom prst="ellipse">
                <a:avLst/>
              </a:prstGeom>
              <a:solidFill>
                <a:srgbClr val="EAEAEA"/>
              </a:solidFill>
              <a:ln w="12700">
                <a:solidFill>
                  <a:schemeClr val="tx1"/>
                </a:solidFill>
                <a:round/>
                <a:headEnd/>
                <a:tailEnd/>
              </a:ln>
            </p:spPr>
            <p:txBody>
              <a:bodyPr wrap="none" anchor="ctr"/>
              <a:lstStyle/>
              <a:p>
                <a:pPr eaLnBrk="0" hangingPunct="0"/>
                <a:endParaRPr lang="zh-CN" altLang="en-US" b="1">
                  <a:solidFill>
                    <a:srgbClr val="0000CC"/>
                  </a:solidFill>
                  <a:ea typeface="黑体" panose="02010609060101010101" pitchFamily="49" charset="-122"/>
                </a:endParaRPr>
              </a:p>
            </p:txBody>
          </p:sp>
          <p:sp>
            <p:nvSpPr>
              <p:cNvPr id="1035341" name="Freeform 78"/>
              <p:cNvSpPr>
                <a:spLocks noChangeArrowheads="1"/>
              </p:cNvSpPr>
              <p:nvPr/>
            </p:nvSpPr>
            <p:spPr bwMode="auto">
              <a:xfrm>
                <a:off x="3051" y="300"/>
                <a:ext cx="738" cy="407"/>
              </a:xfrm>
              <a:custGeom>
                <a:avLst/>
                <a:gdLst>
                  <a:gd name="T0" fmla="*/ 108 w 738"/>
                  <a:gd name="T1" fmla="*/ 82 h 407"/>
                  <a:gd name="T2" fmla="*/ 145 w 738"/>
                  <a:gd name="T3" fmla="*/ 77 h 407"/>
                  <a:gd name="T4" fmla="*/ 183 w 738"/>
                  <a:gd name="T5" fmla="*/ 72 h 407"/>
                  <a:gd name="T6" fmla="*/ 215 w 738"/>
                  <a:gd name="T7" fmla="*/ 67 h 407"/>
                  <a:gd name="T8" fmla="*/ 237 w 738"/>
                  <a:gd name="T9" fmla="*/ 46 h 407"/>
                  <a:gd name="T10" fmla="*/ 204 w 738"/>
                  <a:gd name="T11" fmla="*/ 41 h 407"/>
                  <a:gd name="T12" fmla="*/ 172 w 738"/>
                  <a:gd name="T13" fmla="*/ 46 h 407"/>
                  <a:gd name="T14" fmla="*/ 156 w 738"/>
                  <a:gd name="T15" fmla="*/ 46 h 407"/>
                  <a:gd name="T16" fmla="*/ 188 w 738"/>
                  <a:gd name="T17" fmla="*/ 26 h 407"/>
                  <a:gd name="T18" fmla="*/ 226 w 738"/>
                  <a:gd name="T19" fmla="*/ 15 h 407"/>
                  <a:gd name="T20" fmla="*/ 258 w 738"/>
                  <a:gd name="T21" fmla="*/ 10 h 407"/>
                  <a:gd name="T22" fmla="*/ 290 w 738"/>
                  <a:gd name="T23" fmla="*/ 5 h 407"/>
                  <a:gd name="T24" fmla="*/ 323 w 738"/>
                  <a:gd name="T25" fmla="*/ 0 h 407"/>
                  <a:gd name="T26" fmla="*/ 355 w 738"/>
                  <a:gd name="T27" fmla="*/ 0 h 407"/>
                  <a:gd name="T28" fmla="*/ 387 w 738"/>
                  <a:gd name="T29" fmla="*/ 0 h 407"/>
                  <a:gd name="T30" fmla="*/ 463 w 738"/>
                  <a:gd name="T31" fmla="*/ 0 h 407"/>
                  <a:gd name="T32" fmla="*/ 506 w 738"/>
                  <a:gd name="T33" fmla="*/ 0 h 407"/>
                  <a:gd name="T34" fmla="*/ 543 w 738"/>
                  <a:gd name="T35" fmla="*/ 15 h 407"/>
                  <a:gd name="T36" fmla="*/ 570 w 738"/>
                  <a:gd name="T37" fmla="*/ 36 h 407"/>
                  <a:gd name="T38" fmla="*/ 603 w 738"/>
                  <a:gd name="T39" fmla="*/ 51 h 407"/>
                  <a:gd name="T40" fmla="*/ 635 w 738"/>
                  <a:gd name="T41" fmla="*/ 57 h 407"/>
                  <a:gd name="T42" fmla="*/ 667 w 738"/>
                  <a:gd name="T43" fmla="*/ 77 h 407"/>
                  <a:gd name="T44" fmla="*/ 694 w 738"/>
                  <a:gd name="T45" fmla="*/ 98 h 407"/>
                  <a:gd name="T46" fmla="*/ 715 w 738"/>
                  <a:gd name="T47" fmla="*/ 128 h 407"/>
                  <a:gd name="T48" fmla="*/ 721 w 738"/>
                  <a:gd name="T49" fmla="*/ 164 h 407"/>
                  <a:gd name="T50" fmla="*/ 726 w 738"/>
                  <a:gd name="T51" fmla="*/ 195 h 407"/>
                  <a:gd name="T52" fmla="*/ 726 w 738"/>
                  <a:gd name="T53" fmla="*/ 226 h 407"/>
                  <a:gd name="T54" fmla="*/ 726 w 738"/>
                  <a:gd name="T55" fmla="*/ 257 h 407"/>
                  <a:gd name="T56" fmla="*/ 737 w 738"/>
                  <a:gd name="T57" fmla="*/ 288 h 407"/>
                  <a:gd name="T58" fmla="*/ 737 w 738"/>
                  <a:gd name="T59" fmla="*/ 319 h 407"/>
                  <a:gd name="T60" fmla="*/ 715 w 738"/>
                  <a:gd name="T61" fmla="*/ 349 h 407"/>
                  <a:gd name="T62" fmla="*/ 678 w 738"/>
                  <a:gd name="T63" fmla="*/ 365 h 407"/>
                  <a:gd name="T64" fmla="*/ 646 w 738"/>
                  <a:gd name="T65" fmla="*/ 380 h 407"/>
                  <a:gd name="T66" fmla="*/ 613 w 738"/>
                  <a:gd name="T67" fmla="*/ 396 h 407"/>
                  <a:gd name="T68" fmla="*/ 581 w 738"/>
                  <a:gd name="T69" fmla="*/ 401 h 407"/>
                  <a:gd name="T70" fmla="*/ 538 w 738"/>
                  <a:gd name="T71" fmla="*/ 406 h 407"/>
                  <a:gd name="T72" fmla="*/ 500 w 738"/>
                  <a:gd name="T73" fmla="*/ 406 h 407"/>
                  <a:gd name="T74" fmla="*/ 468 w 738"/>
                  <a:gd name="T75" fmla="*/ 406 h 407"/>
                  <a:gd name="T76" fmla="*/ 436 w 738"/>
                  <a:gd name="T77" fmla="*/ 406 h 407"/>
                  <a:gd name="T78" fmla="*/ 403 w 738"/>
                  <a:gd name="T79" fmla="*/ 406 h 407"/>
                  <a:gd name="T80" fmla="*/ 371 w 738"/>
                  <a:gd name="T81" fmla="*/ 406 h 407"/>
                  <a:gd name="T82" fmla="*/ 339 w 738"/>
                  <a:gd name="T83" fmla="*/ 406 h 407"/>
                  <a:gd name="T84" fmla="*/ 307 w 738"/>
                  <a:gd name="T85" fmla="*/ 406 h 407"/>
                  <a:gd name="T86" fmla="*/ 269 w 738"/>
                  <a:gd name="T87" fmla="*/ 406 h 407"/>
                  <a:gd name="T88" fmla="*/ 237 w 738"/>
                  <a:gd name="T89" fmla="*/ 406 h 407"/>
                  <a:gd name="T90" fmla="*/ 204 w 738"/>
                  <a:gd name="T91" fmla="*/ 406 h 407"/>
                  <a:gd name="T92" fmla="*/ 172 w 738"/>
                  <a:gd name="T93" fmla="*/ 391 h 407"/>
                  <a:gd name="T94" fmla="*/ 140 w 738"/>
                  <a:gd name="T95" fmla="*/ 380 h 407"/>
                  <a:gd name="T96" fmla="*/ 108 w 738"/>
                  <a:gd name="T97" fmla="*/ 365 h 407"/>
                  <a:gd name="T98" fmla="*/ 81 w 738"/>
                  <a:gd name="T99" fmla="*/ 339 h 407"/>
                  <a:gd name="T100" fmla="*/ 59 w 738"/>
                  <a:gd name="T101" fmla="*/ 319 h 407"/>
                  <a:gd name="T102" fmla="*/ 38 w 738"/>
                  <a:gd name="T103" fmla="*/ 288 h 407"/>
                  <a:gd name="T104" fmla="*/ 16 w 738"/>
                  <a:gd name="T105" fmla="*/ 252 h 407"/>
                  <a:gd name="T106" fmla="*/ 0 w 738"/>
                  <a:gd name="T107" fmla="*/ 216 h 407"/>
                  <a:gd name="T108" fmla="*/ 0 w 738"/>
                  <a:gd name="T109" fmla="*/ 185 h 407"/>
                  <a:gd name="T110" fmla="*/ 5 w 738"/>
                  <a:gd name="T111" fmla="*/ 149 h 407"/>
                  <a:gd name="T112" fmla="*/ 27 w 738"/>
                  <a:gd name="T113" fmla="*/ 123 h 407"/>
                  <a:gd name="T114" fmla="*/ 54 w 738"/>
                  <a:gd name="T115" fmla="*/ 108 h 407"/>
                  <a:gd name="T116" fmla="*/ 86 w 738"/>
                  <a:gd name="T117" fmla="*/ 98 h 407"/>
                  <a:gd name="T118" fmla="*/ 113 w 738"/>
                  <a:gd name="T119" fmla="*/ 82 h 407"/>
                  <a:gd name="T120" fmla="*/ 129 w 738"/>
                  <a:gd name="T121" fmla="*/ 98 h 40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Lst>
                <a:rect l="0" t="0" r="r" b="b"/>
                <a:pathLst>
                  <a:path w="738" h="407">
                    <a:moveTo>
                      <a:pt x="91" y="82"/>
                    </a:moveTo>
                    <a:lnTo>
                      <a:pt x="108" y="82"/>
                    </a:lnTo>
                    <a:lnTo>
                      <a:pt x="124" y="82"/>
                    </a:lnTo>
                    <a:lnTo>
                      <a:pt x="145" y="77"/>
                    </a:lnTo>
                    <a:lnTo>
                      <a:pt x="161" y="77"/>
                    </a:lnTo>
                    <a:lnTo>
                      <a:pt x="183" y="72"/>
                    </a:lnTo>
                    <a:lnTo>
                      <a:pt x="199" y="72"/>
                    </a:lnTo>
                    <a:lnTo>
                      <a:pt x="215" y="67"/>
                    </a:lnTo>
                    <a:lnTo>
                      <a:pt x="231" y="62"/>
                    </a:lnTo>
                    <a:lnTo>
                      <a:pt x="237" y="46"/>
                    </a:lnTo>
                    <a:lnTo>
                      <a:pt x="221" y="41"/>
                    </a:lnTo>
                    <a:lnTo>
                      <a:pt x="204" y="41"/>
                    </a:lnTo>
                    <a:lnTo>
                      <a:pt x="188" y="46"/>
                    </a:lnTo>
                    <a:lnTo>
                      <a:pt x="172" y="46"/>
                    </a:lnTo>
                    <a:lnTo>
                      <a:pt x="156" y="62"/>
                    </a:lnTo>
                    <a:lnTo>
                      <a:pt x="156" y="46"/>
                    </a:lnTo>
                    <a:lnTo>
                      <a:pt x="172" y="36"/>
                    </a:lnTo>
                    <a:lnTo>
                      <a:pt x="188" y="26"/>
                    </a:lnTo>
                    <a:lnTo>
                      <a:pt x="210" y="21"/>
                    </a:lnTo>
                    <a:lnTo>
                      <a:pt x="226" y="15"/>
                    </a:lnTo>
                    <a:lnTo>
                      <a:pt x="242" y="15"/>
                    </a:lnTo>
                    <a:lnTo>
                      <a:pt x="258" y="10"/>
                    </a:lnTo>
                    <a:lnTo>
                      <a:pt x="274" y="10"/>
                    </a:lnTo>
                    <a:lnTo>
                      <a:pt x="290" y="5"/>
                    </a:lnTo>
                    <a:lnTo>
                      <a:pt x="307" y="5"/>
                    </a:lnTo>
                    <a:lnTo>
                      <a:pt x="323" y="0"/>
                    </a:lnTo>
                    <a:lnTo>
                      <a:pt x="339" y="0"/>
                    </a:lnTo>
                    <a:lnTo>
                      <a:pt x="355" y="0"/>
                    </a:lnTo>
                    <a:lnTo>
                      <a:pt x="371" y="0"/>
                    </a:lnTo>
                    <a:lnTo>
                      <a:pt x="387" y="0"/>
                    </a:lnTo>
                    <a:lnTo>
                      <a:pt x="420" y="0"/>
                    </a:lnTo>
                    <a:lnTo>
                      <a:pt x="463" y="0"/>
                    </a:lnTo>
                    <a:lnTo>
                      <a:pt x="484" y="0"/>
                    </a:lnTo>
                    <a:lnTo>
                      <a:pt x="506" y="0"/>
                    </a:lnTo>
                    <a:lnTo>
                      <a:pt x="527" y="5"/>
                    </a:lnTo>
                    <a:lnTo>
                      <a:pt x="543" y="15"/>
                    </a:lnTo>
                    <a:lnTo>
                      <a:pt x="554" y="31"/>
                    </a:lnTo>
                    <a:lnTo>
                      <a:pt x="570" y="36"/>
                    </a:lnTo>
                    <a:lnTo>
                      <a:pt x="586" y="46"/>
                    </a:lnTo>
                    <a:lnTo>
                      <a:pt x="603" y="51"/>
                    </a:lnTo>
                    <a:lnTo>
                      <a:pt x="619" y="51"/>
                    </a:lnTo>
                    <a:lnTo>
                      <a:pt x="635" y="57"/>
                    </a:lnTo>
                    <a:lnTo>
                      <a:pt x="651" y="67"/>
                    </a:lnTo>
                    <a:lnTo>
                      <a:pt x="667" y="77"/>
                    </a:lnTo>
                    <a:lnTo>
                      <a:pt x="678" y="93"/>
                    </a:lnTo>
                    <a:lnTo>
                      <a:pt x="694" y="98"/>
                    </a:lnTo>
                    <a:lnTo>
                      <a:pt x="699" y="113"/>
                    </a:lnTo>
                    <a:lnTo>
                      <a:pt x="715" y="128"/>
                    </a:lnTo>
                    <a:lnTo>
                      <a:pt x="721" y="149"/>
                    </a:lnTo>
                    <a:lnTo>
                      <a:pt x="721" y="164"/>
                    </a:lnTo>
                    <a:lnTo>
                      <a:pt x="726" y="180"/>
                    </a:lnTo>
                    <a:lnTo>
                      <a:pt x="726" y="195"/>
                    </a:lnTo>
                    <a:lnTo>
                      <a:pt x="726" y="211"/>
                    </a:lnTo>
                    <a:lnTo>
                      <a:pt x="726" y="226"/>
                    </a:lnTo>
                    <a:lnTo>
                      <a:pt x="726" y="242"/>
                    </a:lnTo>
                    <a:lnTo>
                      <a:pt x="726" y="257"/>
                    </a:lnTo>
                    <a:lnTo>
                      <a:pt x="737" y="272"/>
                    </a:lnTo>
                    <a:lnTo>
                      <a:pt x="737" y="288"/>
                    </a:lnTo>
                    <a:lnTo>
                      <a:pt x="737" y="303"/>
                    </a:lnTo>
                    <a:lnTo>
                      <a:pt x="737" y="319"/>
                    </a:lnTo>
                    <a:lnTo>
                      <a:pt x="732" y="334"/>
                    </a:lnTo>
                    <a:lnTo>
                      <a:pt x="715" y="349"/>
                    </a:lnTo>
                    <a:lnTo>
                      <a:pt x="694" y="360"/>
                    </a:lnTo>
                    <a:lnTo>
                      <a:pt x="678" y="365"/>
                    </a:lnTo>
                    <a:lnTo>
                      <a:pt x="662" y="375"/>
                    </a:lnTo>
                    <a:lnTo>
                      <a:pt x="646" y="380"/>
                    </a:lnTo>
                    <a:lnTo>
                      <a:pt x="629" y="385"/>
                    </a:lnTo>
                    <a:lnTo>
                      <a:pt x="613" y="396"/>
                    </a:lnTo>
                    <a:lnTo>
                      <a:pt x="597" y="401"/>
                    </a:lnTo>
                    <a:lnTo>
                      <a:pt x="581" y="401"/>
                    </a:lnTo>
                    <a:lnTo>
                      <a:pt x="559" y="406"/>
                    </a:lnTo>
                    <a:lnTo>
                      <a:pt x="538" y="406"/>
                    </a:lnTo>
                    <a:lnTo>
                      <a:pt x="522" y="406"/>
                    </a:lnTo>
                    <a:lnTo>
                      <a:pt x="500" y="406"/>
                    </a:lnTo>
                    <a:lnTo>
                      <a:pt x="484" y="406"/>
                    </a:lnTo>
                    <a:lnTo>
                      <a:pt x="468" y="406"/>
                    </a:lnTo>
                    <a:lnTo>
                      <a:pt x="452" y="406"/>
                    </a:lnTo>
                    <a:lnTo>
                      <a:pt x="436" y="406"/>
                    </a:lnTo>
                    <a:lnTo>
                      <a:pt x="420" y="406"/>
                    </a:lnTo>
                    <a:lnTo>
                      <a:pt x="403" y="406"/>
                    </a:lnTo>
                    <a:lnTo>
                      <a:pt x="387" y="406"/>
                    </a:lnTo>
                    <a:lnTo>
                      <a:pt x="371" y="406"/>
                    </a:lnTo>
                    <a:lnTo>
                      <a:pt x="355" y="406"/>
                    </a:lnTo>
                    <a:lnTo>
                      <a:pt x="339" y="406"/>
                    </a:lnTo>
                    <a:lnTo>
                      <a:pt x="323" y="406"/>
                    </a:lnTo>
                    <a:lnTo>
                      <a:pt x="307" y="406"/>
                    </a:lnTo>
                    <a:lnTo>
                      <a:pt x="285" y="406"/>
                    </a:lnTo>
                    <a:lnTo>
                      <a:pt x="269" y="406"/>
                    </a:lnTo>
                    <a:lnTo>
                      <a:pt x="253" y="406"/>
                    </a:lnTo>
                    <a:lnTo>
                      <a:pt x="237" y="406"/>
                    </a:lnTo>
                    <a:lnTo>
                      <a:pt x="221" y="406"/>
                    </a:lnTo>
                    <a:lnTo>
                      <a:pt x="204" y="406"/>
                    </a:lnTo>
                    <a:lnTo>
                      <a:pt x="188" y="396"/>
                    </a:lnTo>
                    <a:lnTo>
                      <a:pt x="172" y="391"/>
                    </a:lnTo>
                    <a:lnTo>
                      <a:pt x="156" y="385"/>
                    </a:lnTo>
                    <a:lnTo>
                      <a:pt x="140" y="380"/>
                    </a:lnTo>
                    <a:lnTo>
                      <a:pt x="124" y="375"/>
                    </a:lnTo>
                    <a:lnTo>
                      <a:pt x="108" y="365"/>
                    </a:lnTo>
                    <a:lnTo>
                      <a:pt x="91" y="355"/>
                    </a:lnTo>
                    <a:lnTo>
                      <a:pt x="81" y="339"/>
                    </a:lnTo>
                    <a:lnTo>
                      <a:pt x="65" y="334"/>
                    </a:lnTo>
                    <a:lnTo>
                      <a:pt x="59" y="319"/>
                    </a:lnTo>
                    <a:lnTo>
                      <a:pt x="43" y="303"/>
                    </a:lnTo>
                    <a:lnTo>
                      <a:pt x="38" y="288"/>
                    </a:lnTo>
                    <a:lnTo>
                      <a:pt x="22" y="272"/>
                    </a:lnTo>
                    <a:lnTo>
                      <a:pt x="16" y="252"/>
                    </a:lnTo>
                    <a:lnTo>
                      <a:pt x="5" y="231"/>
                    </a:lnTo>
                    <a:lnTo>
                      <a:pt x="0" y="216"/>
                    </a:lnTo>
                    <a:lnTo>
                      <a:pt x="0" y="200"/>
                    </a:lnTo>
                    <a:lnTo>
                      <a:pt x="0" y="185"/>
                    </a:lnTo>
                    <a:lnTo>
                      <a:pt x="0" y="170"/>
                    </a:lnTo>
                    <a:lnTo>
                      <a:pt x="5" y="149"/>
                    </a:lnTo>
                    <a:lnTo>
                      <a:pt x="11" y="134"/>
                    </a:lnTo>
                    <a:lnTo>
                      <a:pt x="27" y="123"/>
                    </a:lnTo>
                    <a:lnTo>
                      <a:pt x="38" y="108"/>
                    </a:lnTo>
                    <a:lnTo>
                      <a:pt x="54" y="108"/>
                    </a:lnTo>
                    <a:lnTo>
                      <a:pt x="70" y="103"/>
                    </a:lnTo>
                    <a:lnTo>
                      <a:pt x="86" y="98"/>
                    </a:lnTo>
                    <a:lnTo>
                      <a:pt x="102" y="98"/>
                    </a:lnTo>
                    <a:lnTo>
                      <a:pt x="113" y="82"/>
                    </a:lnTo>
                    <a:lnTo>
                      <a:pt x="113" y="67"/>
                    </a:lnTo>
                    <a:lnTo>
                      <a:pt x="129" y="98"/>
                    </a:lnTo>
                  </a:path>
                </a:pathLst>
              </a:custGeom>
              <a:solidFill>
                <a:srgbClr val="EAEAEA"/>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CC"/>
                  </a:solidFill>
                  <a:ea typeface="黑体" panose="02010609060101010101" pitchFamily="49" charset="-122"/>
                </a:endParaRPr>
              </a:p>
            </p:txBody>
          </p:sp>
          <p:sp>
            <p:nvSpPr>
              <p:cNvPr id="1035342" name="Freeform 79"/>
              <p:cNvSpPr>
                <a:spLocks noChangeArrowheads="1"/>
              </p:cNvSpPr>
              <p:nvPr/>
            </p:nvSpPr>
            <p:spPr bwMode="auto">
              <a:xfrm>
                <a:off x="3193" y="270"/>
                <a:ext cx="117" cy="118"/>
              </a:xfrm>
              <a:custGeom>
                <a:avLst/>
                <a:gdLst>
                  <a:gd name="T0" fmla="*/ 5 w 117"/>
                  <a:gd name="T1" fmla="*/ 66 h 118"/>
                  <a:gd name="T2" fmla="*/ 0 w 117"/>
                  <a:gd name="T3" fmla="*/ 51 h 118"/>
                  <a:gd name="T4" fmla="*/ 0 w 117"/>
                  <a:gd name="T5" fmla="*/ 36 h 118"/>
                  <a:gd name="T6" fmla="*/ 16 w 117"/>
                  <a:gd name="T7" fmla="*/ 25 h 118"/>
                  <a:gd name="T8" fmla="*/ 32 w 117"/>
                  <a:gd name="T9" fmla="*/ 15 h 118"/>
                  <a:gd name="T10" fmla="*/ 47 w 117"/>
                  <a:gd name="T11" fmla="*/ 0 h 118"/>
                  <a:gd name="T12" fmla="*/ 63 w 117"/>
                  <a:gd name="T13" fmla="*/ 0 h 118"/>
                  <a:gd name="T14" fmla="*/ 79 w 117"/>
                  <a:gd name="T15" fmla="*/ 0 h 118"/>
                  <a:gd name="T16" fmla="*/ 84 w 117"/>
                  <a:gd name="T17" fmla="*/ 15 h 118"/>
                  <a:gd name="T18" fmla="*/ 95 w 117"/>
                  <a:gd name="T19" fmla="*/ 31 h 118"/>
                  <a:gd name="T20" fmla="*/ 105 w 117"/>
                  <a:gd name="T21" fmla="*/ 46 h 118"/>
                  <a:gd name="T22" fmla="*/ 111 w 117"/>
                  <a:gd name="T23" fmla="*/ 61 h 118"/>
                  <a:gd name="T24" fmla="*/ 116 w 117"/>
                  <a:gd name="T25" fmla="*/ 76 h 118"/>
                  <a:gd name="T26" fmla="*/ 116 w 117"/>
                  <a:gd name="T27" fmla="*/ 92 h 118"/>
                  <a:gd name="T28" fmla="*/ 116 w 117"/>
                  <a:gd name="T29" fmla="*/ 107 h 118"/>
                  <a:gd name="T30" fmla="*/ 100 w 117"/>
                  <a:gd name="T31" fmla="*/ 117 h 118"/>
                  <a:gd name="T32" fmla="*/ 84 w 117"/>
                  <a:gd name="T33" fmla="*/ 117 h 118"/>
                  <a:gd name="T34" fmla="*/ 69 w 117"/>
                  <a:gd name="T35" fmla="*/ 117 h 118"/>
                  <a:gd name="T36" fmla="*/ 53 w 117"/>
                  <a:gd name="T37" fmla="*/ 117 h 118"/>
                  <a:gd name="T38" fmla="*/ 37 w 117"/>
                  <a:gd name="T39" fmla="*/ 112 h 118"/>
                  <a:gd name="T40" fmla="*/ 21 w 117"/>
                  <a:gd name="T41" fmla="*/ 102 h 118"/>
                  <a:gd name="T42" fmla="*/ 11 w 117"/>
                  <a:gd name="T43" fmla="*/ 86 h 118"/>
                  <a:gd name="T44" fmla="*/ 5 w 117"/>
                  <a:gd name="T45" fmla="*/ 71 h 118"/>
                  <a:gd name="T46" fmla="*/ 5 w 117"/>
                  <a:gd name="T47" fmla="*/ 66 h 1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117" h="118">
                    <a:moveTo>
                      <a:pt x="5" y="66"/>
                    </a:moveTo>
                    <a:lnTo>
                      <a:pt x="0" y="51"/>
                    </a:lnTo>
                    <a:lnTo>
                      <a:pt x="0" y="36"/>
                    </a:lnTo>
                    <a:lnTo>
                      <a:pt x="16" y="25"/>
                    </a:lnTo>
                    <a:lnTo>
                      <a:pt x="32" y="15"/>
                    </a:lnTo>
                    <a:lnTo>
                      <a:pt x="47" y="0"/>
                    </a:lnTo>
                    <a:lnTo>
                      <a:pt x="63" y="0"/>
                    </a:lnTo>
                    <a:lnTo>
                      <a:pt x="79" y="0"/>
                    </a:lnTo>
                    <a:lnTo>
                      <a:pt x="84" y="15"/>
                    </a:lnTo>
                    <a:lnTo>
                      <a:pt x="95" y="31"/>
                    </a:lnTo>
                    <a:lnTo>
                      <a:pt x="105" y="46"/>
                    </a:lnTo>
                    <a:lnTo>
                      <a:pt x="111" y="61"/>
                    </a:lnTo>
                    <a:lnTo>
                      <a:pt x="116" y="76"/>
                    </a:lnTo>
                    <a:lnTo>
                      <a:pt x="116" y="92"/>
                    </a:lnTo>
                    <a:lnTo>
                      <a:pt x="116" y="107"/>
                    </a:lnTo>
                    <a:lnTo>
                      <a:pt x="100" y="117"/>
                    </a:lnTo>
                    <a:lnTo>
                      <a:pt x="84" y="117"/>
                    </a:lnTo>
                    <a:lnTo>
                      <a:pt x="69" y="117"/>
                    </a:lnTo>
                    <a:lnTo>
                      <a:pt x="53" y="117"/>
                    </a:lnTo>
                    <a:lnTo>
                      <a:pt x="37" y="112"/>
                    </a:lnTo>
                    <a:lnTo>
                      <a:pt x="21" y="102"/>
                    </a:lnTo>
                    <a:lnTo>
                      <a:pt x="11" y="86"/>
                    </a:lnTo>
                    <a:lnTo>
                      <a:pt x="5" y="71"/>
                    </a:lnTo>
                    <a:lnTo>
                      <a:pt x="5" y="66"/>
                    </a:lnTo>
                  </a:path>
                </a:pathLst>
              </a:custGeom>
              <a:solidFill>
                <a:srgbClr val="EAEAEA"/>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CC"/>
                  </a:solidFill>
                  <a:ea typeface="黑体" panose="02010609060101010101" pitchFamily="49" charset="-122"/>
                </a:endParaRPr>
              </a:p>
            </p:txBody>
          </p:sp>
          <p:sp>
            <p:nvSpPr>
              <p:cNvPr id="1035343" name="Freeform 80"/>
              <p:cNvSpPr>
                <a:spLocks noChangeArrowheads="1"/>
              </p:cNvSpPr>
              <p:nvPr/>
            </p:nvSpPr>
            <p:spPr bwMode="auto">
              <a:xfrm>
                <a:off x="3469" y="239"/>
                <a:ext cx="82" cy="87"/>
              </a:xfrm>
              <a:custGeom>
                <a:avLst/>
                <a:gdLst>
                  <a:gd name="T0" fmla="*/ 0 w 82"/>
                  <a:gd name="T1" fmla="*/ 0 h 87"/>
                  <a:gd name="T2" fmla="*/ 16 w 82"/>
                  <a:gd name="T3" fmla="*/ 10 h 87"/>
                  <a:gd name="T4" fmla="*/ 32 w 82"/>
                  <a:gd name="T5" fmla="*/ 20 h 87"/>
                  <a:gd name="T6" fmla="*/ 49 w 82"/>
                  <a:gd name="T7" fmla="*/ 20 h 87"/>
                  <a:gd name="T8" fmla="*/ 65 w 82"/>
                  <a:gd name="T9" fmla="*/ 30 h 87"/>
                  <a:gd name="T10" fmla="*/ 76 w 82"/>
                  <a:gd name="T11" fmla="*/ 46 h 87"/>
                  <a:gd name="T12" fmla="*/ 81 w 82"/>
                  <a:gd name="T13" fmla="*/ 61 h 87"/>
                  <a:gd name="T14" fmla="*/ 81 w 82"/>
                  <a:gd name="T15" fmla="*/ 76 h 87"/>
                  <a:gd name="T16" fmla="*/ 65 w 82"/>
                  <a:gd name="T17" fmla="*/ 86 h 87"/>
                  <a:gd name="T18" fmla="*/ 49 w 82"/>
                  <a:gd name="T19" fmla="*/ 86 h 87"/>
                  <a:gd name="T20" fmla="*/ 27 w 82"/>
                  <a:gd name="T21" fmla="*/ 81 h 87"/>
                  <a:gd name="T22" fmla="*/ 11 w 82"/>
                  <a:gd name="T23" fmla="*/ 71 h 87"/>
                  <a:gd name="T24" fmla="*/ 5 w 82"/>
                  <a:gd name="T25" fmla="*/ 56 h 87"/>
                  <a:gd name="T26" fmla="*/ 0 w 82"/>
                  <a:gd name="T27" fmla="*/ 40 h 87"/>
                  <a:gd name="T28" fmla="*/ 0 w 82"/>
                  <a:gd name="T29" fmla="*/ 25 h 87"/>
                  <a:gd name="T30" fmla="*/ 11 w 82"/>
                  <a:gd name="T31" fmla="*/ 10 h 87"/>
                  <a:gd name="T32" fmla="*/ 0 w 82"/>
                  <a:gd name="T33" fmla="*/ 0 h 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82" h="87">
                    <a:moveTo>
                      <a:pt x="0" y="0"/>
                    </a:moveTo>
                    <a:lnTo>
                      <a:pt x="16" y="10"/>
                    </a:lnTo>
                    <a:lnTo>
                      <a:pt x="32" y="20"/>
                    </a:lnTo>
                    <a:lnTo>
                      <a:pt x="49" y="20"/>
                    </a:lnTo>
                    <a:lnTo>
                      <a:pt x="65" y="30"/>
                    </a:lnTo>
                    <a:lnTo>
                      <a:pt x="76" y="46"/>
                    </a:lnTo>
                    <a:lnTo>
                      <a:pt x="81" y="61"/>
                    </a:lnTo>
                    <a:lnTo>
                      <a:pt x="81" y="76"/>
                    </a:lnTo>
                    <a:lnTo>
                      <a:pt x="65" y="86"/>
                    </a:lnTo>
                    <a:lnTo>
                      <a:pt x="49" y="86"/>
                    </a:lnTo>
                    <a:lnTo>
                      <a:pt x="27" y="81"/>
                    </a:lnTo>
                    <a:lnTo>
                      <a:pt x="11" y="71"/>
                    </a:lnTo>
                    <a:lnTo>
                      <a:pt x="5" y="56"/>
                    </a:lnTo>
                    <a:lnTo>
                      <a:pt x="0" y="40"/>
                    </a:lnTo>
                    <a:lnTo>
                      <a:pt x="0" y="25"/>
                    </a:lnTo>
                    <a:lnTo>
                      <a:pt x="11" y="10"/>
                    </a:lnTo>
                    <a:lnTo>
                      <a:pt x="0" y="0"/>
                    </a:lnTo>
                  </a:path>
                </a:pathLst>
              </a:custGeom>
              <a:solidFill>
                <a:srgbClr val="EAEAEA"/>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CC"/>
                  </a:solidFill>
                  <a:ea typeface="黑体" panose="02010609060101010101" pitchFamily="49" charset="-122"/>
                </a:endParaRPr>
              </a:p>
            </p:txBody>
          </p:sp>
        </p:grpSp>
        <p:sp>
          <p:nvSpPr>
            <p:cNvPr id="1035344" name="Text Box 81"/>
            <p:cNvSpPr txBox="1">
              <a:spLocks noChangeArrowheads="1"/>
            </p:cNvSpPr>
            <p:nvPr/>
          </p:nvSpPr>
          <p:spPr bwMode="auto">
            <a:xfrm>
              <a:off x="4967" y="1856"/>
              <a:ext cx="342" cy="222"/>
            </a:xfrm>
            <a:prstGeom prst="rect">
              <a:avLst/>
            </a:prstGeom>
            <a:solidFill>
              <a:srgbClr val="EAEAEA"/>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zh-CN" altLang="en-US" sz="2000" b="1">
                  <a:solidFill>
                    <a:srgbClr val="0000CC"/>
                  </a:solidFill>
                  <a:ea typeface="黑体" panose="02010609060101010101" pitchFamily="49" charset="-122"/>
                </a:rPr>
                <a:t>网 </a:t>
              </a:r>
              <a:r>
                <a:rPr lang="en-US" altLang="zh-CN" sz="2000" b="1">
                  <a:solidFill>
                    <a:srgbClr val="0000CC"/>
                  </a:solidFill>
                  <a:ea typeface="黑体" panose="02010609060101010101" pitchFamily="49" charset="-122"/>
                </a:rPr>
                <a:t>3</a:t>
              </a:r>
            </a:p>
          </p:txBody>
        </p:sp>
      </p:grpSp>
      <p:grpSp>
        <p:nvGrpSpPr>
          <p:cNvPr id="1035345" name="Group 82"/>
          <p:cNvGrpSpPr>
            <a:grpSpLocks/>
          </p:cNvGrpSpPr>
          <p:nvPr/>
        </p:nvGrpSpPr>
        <p:grpSpPr bwMode="auto">
          <a:xfrm>
            <a:off x="4532313" y="2005013"/>
            <a:ext cx="1276350" cy="858837"/>
            <a:chOff x="4830" y="1752"/>
            <a:chExt cx="667" cy="477"/>
          </a:xfrm>
        </p:grpSpPr>
        <p:grpSp>
          <p:nvGrpSpPr>
            <p:cNvPr id="1035346" name="Group 83"/>
            <p:cNvGrpSpPr>
              <a:grpSpLocks/>
            </p:cNvGrpSpPr>
            <p:nvPr/>
          </p:nvGrpSpPr>
          <p:grpSpPr bwMode="auto">
            <a:xfrm>
              <a:off x="4830" y="1752"/>
              <a:ext cx="667" cy="477"/>
              <a:chOff x="2949" y="196"/>
              <a:chExt cx="941" cy="598"/>
            </a:xfrm>
          </p:grpSpPr>
          <p:sp>
            <p:nvSpPr>
              <p:cNvPr id="1035347" name="Oval 84"/>
              <p:cNvSpPr>
                <a:spLocks noChangeArrowheads="1"/>
              </p:cNvSpPr>
              <p:nvPr/>
            </p:nvSpPr>
            <p:spPr bwMode="auto">
              <a:xfrm>
                <a:off x="3168" y="196"/>
                <a:ext cx="407" cy="162"/>
              </a:xfrm>
              <a:prstGeom prst="ellipse">
                <a:avLst/>
              </a:prstGeom>
              <a:solidFill>
                <a:srgbClr val="EAEAEA"/>
              </a:solidFill>
              <a:ln w="12700">
                <a:solidFill>
                  <a:schemeClr val="tx1"/>
                </a:solidFill>
                <a:round/>
                <a:headEnd/>
                <a:tailEnd/>
              </a:ln>
            </p:spPr>
            <p:txBody>
              <a:bodyPr wrap="none" anchor="ctr"/>
              <a:lstStyle/>
              <a:p>
                <a:pPr eaLnBrk="0" hangingPunct="0"/>
                <a:endParaRPr lang="zh-CN" altLang="en-US" b="1">
                  <a:solidFill>
                    <a:srgbClr val="0000CC"/>
                  </a:solidFill>
                  <a:ea typeface="黑体" panose="02010609060101010101" pitchFamily="49" charset="-122"/>
                </a:endParaRPr>
              </a:p>
            </p:txBody>
          </p:sp>
          <p:sp>
            <p:nvSpPr>
              <p:cNvPr id="1035348" name="Oval 85"/>
              <p:cNvSpPr>
                <a:spLocks noChangeArrowheads="1"/>
              </p:cNvSpPr>
              <p:nvPr/>
            </p:nvSpPr>
            <p:spPr bwMode="auto">
              <a:xfrm rot="900000">
                <a:off x="3512" y="252"/>
                <a:ext cx="275" cy="131"/>
              </a:xfrm>
              <a:prstGeom prst="ellipse">
                <a:avLst/>
              </a:prstGeom>
              <a:solidFill>
                <a:srgbClr val="EAEAEA"/>
              </a:solidFill>
              <a:ln w="12700">
                <a:solidFill>
                  <a:schemeClr val="tx1"/>
                </a:solidFill>
                <a:round/>
                <a:headEnd/>
                <a:tailEnd/>
              </a:ln>
            </p:spPr>
            <p:txBody>
              <a:bodyPr wrap="none" anchor="ctr"/>
              <a:lstStyle/>
              <a:p>
                <a:pPr eaLnBrk="0" hangingPunct="0"/>
                <a:endParaRPr lang="zh-CN" altLang="en-US" b="1">
                  <a:solidFill>
                    <a:srgbClr val="0000CC"/>
                  </a:solidFill>
                  <a:ea typeface="黑体" panose="02010609060101010101" pitchFamily="49" charset="-122"/>
                </a:endParaRPr>
              </a:p>
            </p:txBody>
          </p:sp>
          <p:sp>
            <p:nvSpPr>
              <p:cNvPr id="1035349" name="Oval 86"/>
              <p:cNvSpPr>
                <a:spLocks noChangeArrowheads="1"/>
              </p:cNvSpPr>
              <p:nvPr/>
            </p:nvSpPr>
            <p:spPr bwMode="auto">
              <a:xfrm rot="1500000">
                <a:off x="3650" y="385"/>
                <a:ext cx="240" cy="153"/>
              </a:xfrm>
              <a:prstGeom prst="ellipse">
                <a:avLst/>
              </a:prstGeom>
              <a:solidFill>
                <a:srgbClr val="EAEAEA"/>
              </a:solidFill>
              <a:ln w="12700">
                <a:solidFill>
                  <a:schemeClr val="tx1"/>
                </a:solidFill>
                <a:round/>
                <a:headEnd/>
                <a:tailEnd/>
              </a:ln>
            </p:spPr>
            <p:txBody>
              <a:bodyPr wrap="none" anchor="ctr"/>
              <a:lstStyle/>
              <a:p>
                <a:pPr eaLnBrk="0" hangingPunct="0"/>
                <a:endParaRPr lang="zh-CN" altLang="en-US" b="1">
                  <a:solidFill>
                    <a:srgbClr val="0000CC"/>
                  </a:solidFill>
                  <a:ea typeface="黑体" panose="02010609060101010101" pitchFamily="49" charset="-122"/>
                </a:endParaRPr>
              </a:p>
            </p:txBody>
          </p:sp>
          <p:sp>
            <p:nvSpPr>
              <p:cNvPr id="1035350" name="Oval 87"/>
              <p:cNvSpPr>
                <a:spLocks noChangeArrowheads="1"/>
              </p:cNvSpPr>
              <p:nvPr/>
            </p:nvSpPr>
            <p:spPr bwMode="auto">
              <a:xfrm rot="-1560000">
                <a:off x="3573" y="537"/>
                <a:ext cx="291" cy="189"/>
              </a:xfrm>
              <a:prstGeom prst="ellipse">
                <a:avLst/>
              </a:prstGeom>
              <a:solidFill>
                <a:srgbClr val="EAEAEA"/>
              </a:solidFill>
              <a:ln w="12700">
                <a:solidFill>
                  <a:schemeClr val="tx1"/>
                </a:solidFill>
                <a:round/>
                <a:headEnd/>
                <a:tailEnd/>
              </a:ln>
            </p:spPr>
            <p:txBody>
              <a:bodyPr wrap="none" anchor="ctr"/>
              <a:lstStyle/>
              <a:p>
                <a:pPr eaLnBrk="0" hangingPunct="0"/>
                <a:endParaRPr lang="zh-CN" altLang="en-US" b="1">
                  <a:solidFill>
                    <a:srgbClr val="0000CC"/>
                  </a:solidFill>
                  <a:ea typeface="黑体" panose="02010609060101010101" pitchFamily="49" charset="-122"/>
                </a:endParaRPr>
              </a:p>
            </p:txBody>
          </p:sp>
          <p:sp>
            <p:nvSpPr>
              <p:cNvPr id="1035351" name="Oval 88"/>
              <p:cNvSpPr>
                <a:spLocks noChangeArrowheads="1"/>
              </p:cNvSpPr>
              <p:nvPr/>
            </p:nvSpPr>
            <p:spPr bwMode="auto">
              <a:xfrm>
                <a:off x="3216" y="555"/>
                <a:ext cx="471" cy="239"/>
              </a:xfrm>
              <a:prstGeom prst="ellipse">
                <a:avLst/>
              </a:prstGeom>
              <a:solidFill>
                <a:srgbClr val="EAEAEA"/>
              </a:solidFill>
              <a:ln w="12700">
                <a:solidFill>
                  <a:schemeClr val="tx1"/>
                </a:solidFill>
                <a:round/>
                <a:headEnd/>
                <a:tailEnd/>
              </a:ln>
            </p:spPr>
            <p:txBody>
              <a:bodyPr wrap="none" anchor="ctr"/>
              <a:lstStyle/>
              <a:p>
                <a:pPr eaLnBrk="0" hangingPunct="0"/>
                <a:endParaRPr lang="zh-CN" altLang="en-US" b="1">
                  <a:solidFill>
                    <a:srgbClr val="0000CC"/>
                  </a:solidFill>
                  <a:ea typeface="黑体" panose="02010609060101010101" pitchFamily="49" charset="-122"/>
                </a:endParaRPr>
              </a:p>
            </p:txBody>
          </p:sp>
          <p:sp>
            <p:nvSpPr>
              <p:cNvPr id="1035352" name="Oval 89"/>
              <p:cNvSpPr>
                <a:spLocks noChangeArrowheads="1"/>
              </p:cNvSpPr>
              <p:nvPr/>
            </p:nvSpPr>
            <p:spPr bwMode="auto">
              <a:xfrm rot="1080000">
                <a:off x="3023" y="555"/>
                <a:ext cx="265" cy="156"/>
              </a:xfrm>
              <a:prstGeom prst="ellipse">
                <a:avLst/>
              </a:prstGeom>
              <a:solidFill>
                <a:srgbClr val="EAEAEA"/>
              </a:solidFill>
              <a:ln w="12700">
                <a:solidFill>
                  <a:schemeClr val="tx1"/>
                </a:solidFill>
                <a:round/>
                <a:headEnd/>
                <a:tailEnd/>
              </a:ln>
            </p:spPr>
            <p:txBody>
              <a:bodyPr wrap="none" anchor="ctr"/>
              <a:lstStyle/>
              <a:p>
                <a:pPr eaLnBrk="0" hangingPunct="0"/>
                <a:endParaRPr lang="zh-CN" altLang="en-US" b="1">
                  <a:solidFill>
                    <a:srgbClr val="0000CC"/>
                  </a:solidFill>
                  <a:ea typeface="黑体" panose="02010609060101010101" pitchFamily="49" charset="-122"/>
                </a:endParaRPr>
              </a:p>
            </p:txBody>
          </p:sp>
          <p:sp>
            <p:nvSpPr>
              <p:cNvPr id="1035353" name="Oval 90"/>
              <p:cNvSpPr>
                <a:spLocks noChangeArrowheads="1"/>
              </p:cNvSpPr>
              <p:nvPr/>
            </p:nvSpPr>
            <p:spPr bwMode="auto">
              <a:xfrm>
                <a:off x="2949" y="432"/>
                <a:ext cx="217" cy="156"/>
              </a:xfrm>
              <a:prstGeom prst="ellipse">
                <a:avLst/>
              </a:prstGeom>
              <a:solidFill>
                <a:srgbClr val="EAEAEA"/>
              </a:solidFill>
              <a:ln w="12700">
                <a:solidFill>
                  <a:schemeClr val="tx1"/>
                </a:solidFill>
                <a:round/>
                <a:headEnd/>
                <a:tailEnd/>
              </a:ln>
            </p:spPr>
            <p:txBody>
              <a:bodyPr wrap="none" anchor="ctr"/>
              <a:lstStyle/>
              <a:p>
                <a:pPr eaLnBrk="0" hangingPunct="0"/>
                <a:endParaRPr lang="zh-CN" altLang="en-US" b="1">
                  <a:solidFill>
                    <a:srgbClr val="0000CC"/>
                  </a:solidFill>
                  <a:ea typeface="黑体" panose="02010609060101010101" pitchFamily="49" charset="-122"/>
                </a:endParaRPr>
              </a:p>
            </p:txBody>
          </p:sp>
          <p:sp>
            <p:nvSpPr>
              <p:cNvPr id="1035354" name="Oval 91"/>
              <p:cNvSpPr>
                <a:spLocks noChangeArrowheads="1"/>
              </p:cNvSpPr>
              <p:nvPr/>
            </p:nvSpPr>
            <p:spPr bwMode="auto">
              <a:xfrm rot="-1860000">
                <a:off x="2984" y="310"/>
                <a:ext cx="295" cy="156"/>
              </a:xfrm>
              <a:prstGeom prst="ellipse">
                <a:avLst/>
              </a:prstGeom>
              <a:solidFill>
                <a:srgbClr val="EAEAEA"/>
              </a:solidFill>
              <a:ln w="12700">
                <a:solidFill>
                  <a:schemeClr val="tx1"/>
                </a:solidFill>
                <a:round/>
                <a:headEnd/>
                <a:tailEnd/>
              </a:ln>
            </p:spPr>
            <p:txBody>
              <a:bodyPr wrap="none" anchor="ctr"/>
              <a:lstStyle/>
              <a:p>
                <a:pPr eaLnBrk="0" hangingPunct="0"/>
                <a:endParaRPr lang="zh-CN" altLang="en-US" b="1">
                  <a:solidFill>
                    <a:srgbClr val="0000CC"/>
                  </a:solidFill>
                  <a:ea typeface="黑体" panose="02010609060101010101" pitchFamily="49" charset="-122"/>
                </a:endParaRPr>
              </a:p>
            </p:txBody>
          </p:sp>
          <p:sp>
            <p:nvSpPr>
              <p:cNvPr id="1035355" name="Freeform 92"/>
              <p:cNvSpPr>
                <a:spLocks noChangeArrowheads="1"/>
              </p:cNvSpPr>
              <p:nvPr/>
            </p:nvSpPr>
            <p:spPr bwMode="auto">
              <a:xfrm>
                <a:off x="3051" y="300"/>
                <a:ext cx="738" cy="407"/>
              </a:xfrm>
              <a:custGeom>
                <a:avLst/>
                <a:gdLst>
                  <a:gd name="T0" fmla="*/ 108 w 738"/>
                  <a:gd name="T1" fmla="*/ 82 h 407"/>
                  <a:gd name="T2" fmla="*/ 145 w 738"/>
                  <a:gd name="T3" fmla="*/ 77 h 407"/>
                  <a:gd name="T4" fmla="*/ 183 w 738"/>
                  <a:gd name="T5" fmla="*/ 72 h 407"/>
                  <a:gd name="T6" fmla="*/ 215 w 738"/>
                  <a:gd name="T7" fmla="*/ 67 h 407"/>
                  <a:gd name="T8" fmla="*/ 237 w 738"/>
                  <a:gd name="T9" fmla="*/ 46 h 407"/>
                  <a:gd name="T10" fmla="*/ 204 w 738"/>
                  <a:gd name="T11" fmla="*/ 41 h 407"/>
                  <a:gd name="T12" fmla="*/ 172 w 738"/>
                  <a:gd name="T13" fmla="*/ 46 h 407"/>
                  <a:gd name="T14" fmla="*/ 156 w 738"/>
                  <a:gd name="T15" fmla="*/ 46 h 407"/>
                  <a:gd name="T16" fmla="*/ 188 w 738"/>
                  <a:gd name="T17" fmla="*/ 26 h 407"/>
                  <a:gd name="T18" fmla="*/ 226 w 738"/>
                  <a:gd name="T19" fmla="*/ 15 h 407"/>
                  <a:gd name="T20" fmla="*/ 258 w 738"/>
                  <a:gd name="T21" fmla="*/ 10 h 407"/>
                  <a:gd name="T22" fmla="*/ 290 w 738"/>
                  <a:gd name="T23" fmla="*/ 5 h 407"/>
                  <a:gd name="T24" fmla="*/ 323 w 738"/>
                  <a:gd name="T25" fmla="*/ 0 h 407"/>
                  <a:gd name="T26" fmla="*/ 355 w 738"/>
                  <a:gd name="T27" fmla="*/ 0 h 407"/>
                  <a:gd name="T28" fmla="*/ 387 w 738"/>
                  <a:gd name="T29" fmla="*/ 0 h 407"/>
                  <a:gd name="T30" fmla="*/ 463 w 738"/>
                  <a:gd name="T31" fmla="*/ 0 h 407"/>
                  <a:gd name="T32" fmla="*/ 506 w 738"/>
                  <a:gd name="T33" fmla="*/ 0 h 407"/>
                  <a:gd name="T34" fmla="*/ 543 w 738"/>
                  <a:gd name="T35" fmla="*/ 15 h 407"/>
                  <a:gd name="T36" fmla="*/ 570 w 738"/>
                  <a:gd name="T37" fmla="*/ 36 h 407"/>
                  <a:gd name="T38" fmla="*/ 603 w 738"/>
                  <a:gd name="T39" fmla="*/ 51 h 407"/>
                  <a:gd name="T40" fmla="*/ 635 w 738"/>
                  <a:gd name="T41" fmla="*/ 57 h 407"/>
                  <a:gd name="T42" fmla="*/ 667 w 738"/>
                  <a:gd name="T43" fmla="*/ 77 h 407"/>
                  <a:gd name="T44" fmla="*/ 694 w 738"/>
                  <a:gd name="T45" fmla="*/ 98 h 407"/>
                  <a:gd name="T46" fmla="*/ 715 w 738"/>
                  <a:gd name="T47" fmla="*/ 128 h 407"/>
                  <a:gd name="T48" fmla="*/ 721 w 738"/>
                  <a:gd name="T49" fmla="*/ 164 h 407"/>
                  <a:gd name="T50" fmla="*/ 726 w 738"/>
                  <a:gd name="T51" fmla="*/ 195 h 407"/>
                  <a:gd name="T52" fmla="*/ 726 w 738"/>
                  <a:gd name="T53" fmla="*/ 226 h 407"/>
                  <a:gd name="T54" fmla="*/ 726 w 738"/>
                  <a:gd name="T55" fmla="*/ 257 h 407"/>
                  <a:gd name="T56" fmla="*/ 737 w 738"/>
                  <a:gd name="T57" fmla="*/ 288 h 407"/>
                  <a:gd name="T58" fmla="*/ 737 w 738"/>
                  <a:gd name="T59" fmla="*/ 319 h 407"/>
                  <a:gd name="T60" fmla="*/ 715 w 738"/>
                  <a:gd name="T61" fmla="*/ 349 h 407"/>
                  <a:gd name="T62" fmla="*/ 678 w 738"/>
                  <a:gd name="T63" fmla="*/ 365 h 407"/>
                  <a:gd name="T64" fmla="*/ 646 w 738"/>
                  <a:gd name="T65" fmla="*/ 380 h 407"/>
                  <a:gd name="T66" fmla="*/ 613 w 738"/>
                  <a:gd name="T67" fmla="*/ 396 h 407"/>
                  <a:gd name="T68" fmla="*/ 581 w 738"/>
                  <a:gd name="T69" fmla="*/ 401 h 407"/>
                  <a:gd name="T70" fmla="*/ 538 w 738"/>
                  <a:gd name="T71" fmla="*/ 406 h 407"/>
                  <a:gd name="T72" fmla="*/ 500 w 738"/>
                  <a:gd name="T73" fmla="*/ 406 h 407"/>
                  <a:gd name="T74" fmla="*/ 468 w 738"/>
                  <a:gd name="T75" fmla="*/ 406 h 407"/>
                  <a:gd name="T76" fmla="*/ 436 w 738"/>
                  <a:gd name="T77" fmla="*/ 406 h 407"/>
                  <a:gd name="T78" fmla="*/ 403 w 738"/>
                  <a:gd name="T79" fmla="*/ 406 h 407"/>
                  <a:gd name="T80" fmla="*/ 371 w 738"/>
                  <a:gd name="T81" fmla="*/ 406 h 407"/>
                  <a:gd name="T82" fmla="*/ 339 w 738"/>
                  <a:gd name="T83" fmla="*/ 406 h 407"/>
                  <a:gd name="T84" fmla="*/ 307 w 738"/>
                  <a:gd name="T85" fmla="*/ 406 h 407"/>
                  <a:gd name="T86" fmla="*/ 269 w 738"/>
                  <a:gd name="T87" fmla="*/ 406 h 407"/>
                  <a:gd name="T88" fmla="*/ 237 w 738"/>
                  <a:gd name="T89" fmla="*/ 406 h 407"/>
                  <a:gd name="T90" fmla="*/ 204 w 738"/>
                  <a:gd name="T91" fmla="*/ 406 h 407"/>
                  <a:gd name="T92" fmla="*/ 172 w 738"/>
                  <a:gd name="T93" fmla="*/ 391 h 407"/>
                  <a:gd name="T94" fmla="*/ 140 w 738"/>
                  <a:gd name="T95" fmla="*/ 380 h 407"/>
                  <a:gd name="T96" fmla="*/ 108 w 738"/>
                  <a:gd name="T97" fmla="*/ 365 h 407"/>
                  <a:gd name="T98" fmla="*/ 81 w 738"/>
                  <a:gd name="T99" fmla="*/ 339 h 407"/>
                  <a:gd name="T100" fmla="*/ 59 w 738"/>
                  <a:gd name="T101" fmla="*/ 319 h 407"/>
                  <a:gd name="T102" fmla="*/ 38 w 738"/>
                  <a:gd name="T103" fmla="*/ 288 h 407"/>
                  <a:gd name="T104" fmla="*/ 16 w 738"/>
                  <a:gd name="T105" fmla="*/ 252 h 407"/>
                  <a:gd name="T106" fmla="*/ 0 w 738"/>
                  <a:gd name="T107" fmla="*/ 216 h 407"/>
                  <a:gd name="T108" fmla="*/ 0 w 738"/>
                  <a:gd name="T109" fmla="*/ 185 h 407"/>
                  <a:gd name="T110" fmla="*/ 5 w 738"/>
                  <a:gd name="T111" fmla="*/ 149 h 407"/>
                  <a:gd name="T112" fmla="*/ 27 w 738"/>
                  <a:gd name="T113" fmla="*/ 123 h 407"/>
                  <a:gd name="T114" fmla="*/ 54 w 738"/>
                  <a:gd name="T115" fmla="*/ 108 h 407"/>
                  <a:gd name="T116" fmla="*/ 86 w 738"/>
                  <a:gd name="T117" fmla="*/ 98 h 407"/>
                  <a:gd name="T118" fmla="*/ 113 w 738"/>
                  <a:gd name="T119" fmla="*/ 82 h 407"/>
                  <a:gd name="T120" fmla="*/ 129 w 738"/>
                  <a:gd name="T121" fmla="*/ 98 h 40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Lst>
                <a:rect l="0" t="0" r="r" b="b"/>
                <a:pathLst>
                  <a:path w="738" h="407">
                    <a:moveTo>
                      <a:pt x="91" y="82"/>
                    </a:moveTo>
                    <a:lnTo>
                      <a:pt x="108" y="82"/>
                    </a:lnTo>
                    <a:lnTo>
                      <a:pt x="124" y="82"/>
                    </a:lnTo>
                    <a:lnTo>
                      <a:pt x="145" y="77"/>
                    </a:lnTo>
                    <a:lnTo>
                      <a:pt x="161" y="77"/>
                    </a:lnTo>
                    <a:lnTo>
                      <a:pt x="183" y="72"/>
                    </a:lnTo>
                    <a:lnTo>
                      <a:pt x="199" y="72"/>
                    </a:lnTo>
                    <a:lnTo>
                      <a:pt x="215" y="67"/>
                    </a:lnTo>
                    <a:lnTo>
                      <a:pt x="231" y="62"/>
                    </a:lnTo>
                    <a:lnTo>
                      <a:pt x="237" y="46"/>
                    </a:lnTo>
                    <a:lnTo>
                      <a:pt x="221" y="41"/>
                    </a:lnTo>
                    <a:lnTo>
                      <a:pt x="204" y="41"/>
                    </a:lnTo>
                    <a:lnTo>
                      <a:pt x="188" y="46"/>
                    </a:lnTo>
                    <a:lnTo>
                      <a:pt x="172" y="46"/>
                    </a:lnTo>
                    <a:lnTo>
                      <a:pt x="156" y="62"/>
                    </a:lnTo>
                    <a:lnTo>
                      <a:pt x="156" y="46"/>
                    </a:lnTo>
                    <a:lnTo>
                      <a:pt x="172" y="36"/>
                    </a:lnTo>
                    <a:lnTo>
                      <a:pt x="188" y="26"/>
                    </a:lnTo>
                    <a:lnTo>
                      <a:pt x="210" y="21"/>
                    </a:lnTo>
                    <a:lnTo>
                      <a:pt x="226" y="15"/>
                    </a:lnTo>
                    <a:lnTo>
                      <a:pt x="242" y="15"/>
                    </a:lnTo>
                    <a:lnTo>
                      <a:pt x="258" y="10"/>
                    </a:lnTo>
                    <a:lnTo>
                      <a:pt x="274" y="10"/>
                    </a:lnTo>
                    <a:lnTo>
                      <a:pt x="290" y="5"/>
                    </a:lnTo>
                    <a:lnTo>
                      <a:pt x="307" y="5"/>
                    </a:lnTo>
                    <a:lnTo>
                      <a:pt x="323" y="0"/>
                    </a:lnTo>
                    <a:lnTo>
                      <a:pt x="339" y="0"/>
                    </a:lnTo>
                    <a:lnTo>
                      <a:pt x="355" y="0"/>
                    </a:lnTo>
                    <a:lnTo>
                      <a:pt x="371" y="0"/>
                    </a:lnTo>
                    <a:lnTo>
                      <a:pt x="387" y="0"/>
                    </a:lnTo>
                    <a:lnTo>
                      <a:pt x="420" y="0"/>
                    </a:lnTo>
                    <a:lnTo>
                      <a:pt x="463" y="0"/>
                    </a:lnTo>
                    <a:lnTo>
                      <a:pt x="484" y="0"/>
                    </a:lnTo>
                    <a:lnTo>
                      <a:pt x="506" y="0"/>
                    </a:lnTo>
                    <a:lnTo>
                      <a:pt x="527" y="5"/>
                    </a:lnTo>
                    <a:lnTo>
                      <a:pt x="543" y="15"/>
                    </a:lnTo>
                    <a:lnTo>
                      <a:pt x="554" y="31"/>
                    </a:lnTo>
                    <a:lnTo>
                      <a:pt x="570" y="36"/>
                    </a:lnTo>
                    <a:lnTo>
                      <a:pt x="586" y="46"/>
                    </a:lnTo>
                    <a:lnTo>
                      <a:pt x="603" y="51"/>
                    </a:lnTo>
                    <a:lnTo>
                      <a:pt x="619" y="51"/>
                    </a:lnTo>
                    <a:lnTo>
                      <a:pt x="635" y="57"/>
                    </a:lnTo>
                    <a:lnTo>
                      <a:pt x="651" y="67"/>
                    </a:lnTo>
                    <a:lnTo>
                      <a:pt x="667" y="77"/>
                    </a:lnTo>
                    <a:lnTo>
                      <a:pt x="678" y="93"/>
                    </a:lnTo>
                    <a:lnTo>
                      <a:pt x="694" y="98"/>
                    </a:lnTo>
                    <a:lnTo>
                      <a:pt x="699" y="113"/>
                    </a:lnTo>
                    <a:lnTo>
                      <a:pt x="715" y="128"/>
                    </a:lnTo>
                    <a:lnTo>
                      <a:pt x="721" y="149"/>
                    </a:lnTo>
                    <a:lnTo>
                      <a:pt x="721" y="164"/>
                    </a:lnTo>
                    <a:lnTo>
                      <a:pt x="726" y="180"/>
                    </a:lnTo>
                    <a:lnTo>
                      <a:pt x="726" y="195"/>
                    </a:lnTo>
                    <a:lnTo>
                      <a:pt x="726" y="211"/>
                    </a:lnTo>
                    <a:lnTo>
                      <a:pt x="726" y="226"/>
                    </a:lnTo>
                    <a:lnTo>
                      <a:pt x="726" y="242"/>
                    </a:lnTo>
                    <a:lnTo>
                      <a:pt x="726" y="257"/>
                    </a:lnTo>
                    <a:lnTo>
                      <a:pt x="737" y="272"/>
                    </a:lnTo>
                    <a:lnTo>
                      <a:pt x="737" y="288"/>
                    </a:lnTo>
                    <a:lnTo>
                      <a:pt x="737" y="303"/>
                    </a:lnTo>
                    <a:lnTo>
                      <a:pt x="737" y="319"/>
                    </a:lnTo>
                    <a:lnTo>
                      <a:pt x="732" y="334"/>
                    </a:lnTo>
                    <a:lnTo>
                      <a:pt x="715" y="349"/>
                    </a:lnTo>
                    <a:lnTo>
                      <a:pt x="694" y="360"/>
                    </a:lnTo>
                    <a:lnTo>
                      <a:pt x="678" y="365"/>
                    </a:lnTo>
                    <a:lnTo>
                      <a:pt x="662" y="375"/>
                    </a:lnTo>
                    <a:lnTo>
                      <a:pt x="646" y="380"/>
                    </a:lnTo>
                    <a:lnTo>
                      <a:pt x="629" y="385"/>
                    </a:lnTo>
                    <a:lnTo>
                      <a:pt x="613" y="396"/>
                    </a:lnTo>
                    <a:lnTo>
                      <a:pt x="597" y="401"/>
                    </a:lnTo>
                    <a:lnTo>
                      <a:pt x="581" y="401"/>
                    </a:lnTo>
                    <a:lnTo>
                      <a:pt x="559" y="406"/>
                    </a:lnTo>
                    <a:lnTo>
                      <a:pt x="538" y="406"/>
                    </a:lnTo>
                    <a:lnTo>
                      <a:pt x="522" y="406"/>
                    </a:lnTo>
                    <a:lnTo>
                      <a:pt x="500" y="406"/>
                    </a:lnTo>
                    <a:lnTo>
                      <a:pt x="484" y="406"/>
                    </a:lnTo>
                    <a:lnTo>
                      <a:pt x="468" y="406"/>
                    </a:lnTo>
                    <a:lnTo>
                      <a:pt x="452" y="406"/>
                    </a:lnTo>
                    <a:lnTo>
                      <a:pt x="436" y="406"/>
                    </a:lnTo>
                    <a:lnTo>
                      <a:pt x="420" y="406"/>
                    </a:lnTo>
                    <a:lnTo>
                      <a:pt x="403" y="406"/>
                    </a:lnTo>
                    <a:lnTo>
                      <a:pt x="387" y="406"/>
                    </a:lnTo>
                    <a:lnTo>
                      <a:pt x="371" y="406"/>
                    </a:lnTo>
                    <a:lnTo>
                      <a:pt x="355" y="406"/>
                    </a:lnTo>
                    <a:lnTo>
                      <a:pt x="339" y="406"/>
                    </a:lnTo>
                    <a:lnTo>
                      <a:pt x="323" y="406"/>
                    </a:lnTo>
                    <a:lnTo>
                      <a:pt x="307" y="406"/>
                    </a:lnTo>
                    <a:lnTo>
                      <a:pt x="285" y="406"/>
                    </a:lnTo>
                    <a:lnTo>
                      <a:pt x="269" y="406"/>
                    </a:lnTo>
                    <a:lnTo>
                      <a:pt x="253" y="406"/>
                    </a:lnTo>
                    <a:lnTo>
                      <a:pt x="237" y="406"/>
                    </a:lnTo>
                    <a:lnTo>
                      <a:pt x="221" y="406"/>
                    </a:lnTo>
                    <a:lnTo>
                      <a:pt x="204" y="406"/>
                    </a:lnTo>
                    <a:lnTo>
                      <a:pt x="188" y="396"/>
                    </a:lnTo>
                    <a:lnTo>
                      <a:pt x="172" y="391"/>
                    </a:lnTo>
                    <a:lnTo>
                      <a:pt x="156" y="385"/>
                    </a:lnTo>
                    <a:lnTo>
                      <a:pt x="140" y="380"/>
                    </a:lnTo>
                    <a:lnTo>
                      <a:pt x="124" y="375"/>
                    </a:lnTo>
                    <a:lnTo>
                      <a:pt x="108" y="365"/>
                    </a:lnTo>
                    <a:lnTo>
                      <a:pt x="91" y="355"/>
                    </a:lnTo>
                    <a:lnTo>
                      <a:pt x="81" y="339"/>
                    </a:lnTo>
                    <a:lnTo>
                      <a:pt x="65" y="334"/>
                    </a:lnTo>
                    <a:lnTo>
                      <a:pt x="59" y="319"/>
                    </a:lnTo>
                    <a:lnTo>
                      <a:pt x="43" y="303"/>
                    </a:lnTo>
                    <a:lnTo>
                      <a:pt x="38" y="288"/>
                    </a:lnTo>
                    <a:lnTo>
                      <a:pt x="22" y="272"/>
                    </a:lnTo>
                    <a:lnTo>
                      <a:pt x="16" y="252"/>
                    </a:lnTo>
                    <a:lnTo>
                      <a:pt x="5" y="231"/>
                    </a:lnTo>
                    <a:lnTo>
                      <a:pt x="0" y="216"/>
                    </a:lnTo>
                    <a:lnTo>
                      <a:pt x="0" y="200"/>
                    </a:lnTo>
                    <a:lnTo>
                      <a:pt x="0" y="185"/>
                    </a:lnTo>
                    <a:lnTo>
                      <a:pt x="0" y="170"/>
                    </a:lnTo>
                    <a:lnTo>
                      <a:pt x="5" y="149"/>
                    </a:lnTo>
                    <a:lnTo>
                      <a:pt x="11" y="134"/>
                    </a:lnTo>
                    <a:lnTo>
                      <a:pt x="27" y="123"/>
                    </a:lnTo>
                    <a:lnTo>
                      <a:pt x="38" y="108"/>
                    </a:lnTo>
                    <a:lnTo>
                      <a:pt x="54" y="108"/>
                    </a:lnTo>
                    <a:lnTo>
                      <a:pt x="70" y="103"/>
                    </a:lnTo>
                    <a:lnTo>
                      <a:pt x="86" y="98"/>
                    </a:lnTo>
                    <a:lnTo>
                      <a:pt x="102" y="98"/>
                    </a:lnTo>
                    <a:lnTo>
                      <a:pt x="113" y="82"/>
                    </a:lnTo>
                    <a:lnTo>
                      <a:pt x="113" y="67"/>
                    </a:lnTo>
                    <a:lnTo>
                      <a:pt x="129" y="98"/>
                    </a:lnTo>
                  </a:path>
                </a:pathLst>
              </a:custGeom>
              <a:solidFill>
                <a:srgbClr val="EAEAEA"/>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CC"/>
                  </a:solidFill>
                  <a:ea typeface="黑体" panose="02010609060101010101" pitchFamily="49" charset="-122"/>
                </a:endParaRPr>
              </a:p>
            </p:txBody>
          </p:sp>
          <p:sp>
            <p:nvSpPr>
              <p:cNvPr id="1035356" name="Freeform 93"/>
              <p:cNvSpPr>
                <a:spLocks noChangeArrowheads="1"/>
              </p:cNvSpPr>
              <p:nvPr/>
            </p:nvSpPr>
            <p:spPr bwMode="auto">
              <a:xfrm>
                <a:off x="3193" y="270"/>
                <a:ext cx="117" cy="118"/>
              </a:xfrm>
              <a:custGeom>
                <a:avLst/>
                <a:gdLst>
                  <a:gd name="T0" fmla="*/ 5 w 117"/>
                  <a:gd name="T1" fmla="*/ 66 h 118"/>
                  <a:gd name="T2" fmla="*/ 0 w 117"/>
                  <a:gd name="T3" fmla="*/ 51 h 118"/>
                  <a:gd name="T4" fmla="*/ 0 w 117"/>
                  <a:gd name="T5" fmla="*/ 36 h 118"/>
                  <a:gd name="T6" fmla="*/ 16 w 117"/>
                  <a:gd name="T7" fmla="*/ 25 h 118"/>
                  <a:gd name="T8" fmla="*/ 32 w 117"/>
                  <a:gd name="T9" fmla="*/ 15 h 118"/>
                  <a:gd name="T10" fmla="*/ 47 w 117"/>
                  <a:gd name="T11" fmla="*/ 0 h 118"/>
                  <a:gd name="T12" fmla="*/ 63 w 117"/>
                  <a:gd name="T13" fmla="*/ 0 h 118"/>
                  <a:gd name="T14" fmla="*/ 79 w 117"/>
                  <a:gd name="T15" fmla="*/ 0 h 118"/>
                  <a:gd name="T16" fmla="*/ 84 w 117"/>
                  <a:gd name="T17" fmla="*/ 15 h 118"/>
                  <a:gd name="T18" fmla="*/ 95 w 117"/>
                  <a:gd name="T19" fmla="*/ 31 h 118"/>
                  <a:gd name="T20" fmla="*/ 105 w 117"/>
                  <a:gd name="T21" fmla="*/ 46 h 118"/>
                  <a:gd name="T22" fmla="*/ 111 w 117"/>
                  <a:gd name="T23" fmla="*/ 61 h 118"/>
                  <a:gd name="T24" fmla="*/ 116 w 117"/>
                  <a:gd name="T25" fmla="*/ 76 h 118"/>
                  <a:gd name="T26" fmla="*/ 116 w 117"/>
                  <a:gd name="T27" fmla="*/ 92 h 118"/>
                  <a:gd name="T28" fmla="*/ 116 w 117"/>
                  <a:gd name="T29" fmla="*/ 107 h 118"/>
                  <a:gd name="T30" fmla="*/ 100 w 117"/>
                  <a:gd name="T31" fmla="*/ 117 h 118"/>
                  <a:gd name="T32" fmla="*/ 84 w 117"/>
                  <a:gd name="T33" fmla="*/ 117 h 118"/>
                  <a:gd name="T34" fmla="*/ 69 w 117"/>
                  <a:gd name="T35" fmla="*/ 117 h 118"/>
                  <a:gd name="T36" fmla="*/ 53 w 117"/>
                  <a:gd name="T37" fmla="*/ 117 h 118"/>
                  <a:gd name="T38" fmla="*/ 37 w 117"/>
                  <a:gd name="T39" fmla="*/ 112 h 118"/>
                  <a:gd name="T40" fmla="*/ 21 w 117"/>
                  <a:gd name="T41" fmla="*/ 102 h 118"/>
                  <a:gd name="T42" fmla="*/ 11 w 117"/>
                  <a:gd name="T43" fmla="*/ 86 h 118"/>
                  <a:gd name="T44" fmla="*/ 5 w 117"/>
                  <a:gd name="T45" fmla="*/ 71 h 118"/>
                  <a:gd name="T46" fmla="*/ 5 w 117"/>
                  <a:gd name="T47" fmla="*/ 66 h 1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117" h="118">
                    <a:moveTo>
                      <a:pt x="5" y="66"/>
                    </a:moveTo>
                    <a:lnTo>
                      <a:pt x="0" y="51"/>
                    </a:lnTo>
                    <a:lnTo>
                      <a:pt x="0" y="36"/>
                    </a:lnTo>
                    <a:lnTo>
                      <a:pt x="16" y="25"/>
                    </a:lnTo>
                    <a:lnTo>
                      <a:pt x="32" y="15"/>
                    </a:lnTo>
                    <a:lnTo>
                      <a:pt x="47" y="0"/>
                    </a:lnTo>
                    <a:lnTo>
                      <a:pt x="63" y="0"/>
                    </a:lnTo>
                    <a:lnTo>
                      <a:pt x="79" y="0"/>
                    </a:lnTo>
                    <a:lnTo>
                      <a:pt x="84" y="15"/>
                    </a:lnTo>
                    <a:lnTo>
                      <a:pt x="95" y="31"/>
                    </a:lnTo>
                    <a:lnTo>
                      <a:pt x="105" y="46"/>
                    </a:lnTo>
                    <a:lnTo>
                      <a:pt x="111" y="61"/>
                    </a:lnTo>
                    <a:lnTo>
                      <a:pt x="116" y="76"/>
                    </a:lnTo>
                    <a:lnTo>
                      <a:pt x="116" y="92"/>
                    </a:lnTo>
                    <a:lnTo>
                      <a:pt x="116" y="107"/>
                    </a:lnTo>
                    <a:lnTo>
                      <a:pt x="100" y="117"/>
                    </a:lnTo>
                    <a:lnTo>
                      <a:pt x="84" y="117"/>
                    </a:lnTo>
                    <a:lnTo>
                      <a:pt x="69" y="117"/>
                    </a:lnTo>
                    <a:lnTo>
                      <a:pt x="53" y="117"/>
                    </a:lnTo>
                    <a:lnTo>
                      <a:pt x="37" y="112"/>
                    </a:lnTo>
                    <a:lnTo>
                      <a:pt x="21" y="102"/>
                    </a:lnTo>
                    <a:lnTo>
                      <a:pt x="11" y="86"/>
                    </a:lnTo>
                    <a:lnTo>
                      <a:pt x="5" y="71"/>
                    </a:lnTo>
                    <a:lnTo>
                      <a:pt x="5" y="66"/>
                    </a:lnTo>
                  </a:path>
                </a:pathLst>
              </a:custGeom>
              <a:solidFill>
                <a:srgbClr val="EAEAEA"/>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CC"/>
                  </a:solidFill>
                  <a:ea typeface="黑体" panose="02010609060101010101" pitchFamily="49" charset="-122"/>
                </a:endParaRPr>
              </a:p>
            </p:txBody>
          </p:sp>
          <p:sp>
            <p:nvSpPr>
              <p:cNvPr id="1035357" name="Freeform 94"/>
              <p:cNvSpPr>
                <a:spLocks noChangeArrowheads="1"/>
              </p:cNvSpPr>
              <p:nvPr/>
            </p:nvSpPr>
            <p:spPr bwMode="auto">
              <a:xfrm>
                <a:off x="3469" y="239"/>
                <a:ext cx="82" cy="87"/>
              </a:xfrm>
              <a:custGeom>
                <a:avLst/>
                <a:gdLst>
                  <a:gd name="T0" fmla="*/ 0 w 82"/>
                  <a:gd name="T1" fmla="*/ 0 h 87"/>
                  <a:gd name="T2" fmla="*/ 16 w 82"/>
                  <a:gd name="T3" fmla="*/ 10 h 87"/>
                  <a:gd name="T4" fmla="*/ 32 w 82"/>
                  <a:gd name="T5" fmla="*/ 20 h 87"/>
                  <a:gd name="T6" fmla="*/ 49 w 82"/>
                  <a:gd name="T7" fmla="*/ 20 h 87"/>
                  <a:gd name="T8" fmla="*/ 65 w 82"/>
                  <a:gd name="T9" fmla="*/ 30 h 87"/>
                  <a:gd name="T10" fmla="*/ 76 w 82"/>
                  <a:gd name="T11" fmla="*/ 46 h 87"/>
                  <a:gd name="T12" fmla="*/ 81 w 82"/>
                  <a:gd name="T13" fmla="*/ 61 h 87"/>
                  <a:gd name="T14" fmla="*/ 81 w 82"/>
                  <a:gd name="T15" fmla="*/ 76 h 87"/>
                  <a:gd name="T16" fmla="*/ 65 w 82"/>
                  <a:gd name="T17" fmla="*/ 86 h 87"/>
                  <a:gd name="T18" fmla="*/ 49 w 82"/>
                  <a:gd name="T19" fmla="*/ 86 h 87"/>
                  <a:gd name="T20" fmla="*/ 27 w 82"/>
                  <a:gd name="T21" fmla="*/ 81 h 87"/>
                  <a:gd name="T22" fmla="*/ 11 w 82"/>
                  <a:gd name="T23" fmla="*/ 71 h 87"/>
                  <a:gd name="T24" fmla="*/ 5 w 82"/>
                  <a:gd name="T25" fmla="*/ 56 h 87"/>
                  <a:gd name="T26" fmla="*/ 0 w 82"/>
                  <a:gd name="T27" fmla="*/ 40 h 87"/>
                  <a:gd name="T28" fmla="*/ 0 w 82"/>
                  <a:gd name="T29" fmla="*/ 25 h 87"/>
                  <a:gd name="T30" fmla="*/ 11 w 82"/>
                  <a:gd name="T31" fmla="*/ 10 h 87"/>
                  <a:gd name="T32" fmla="*/ 0 w 82"/>
                  <a:gd name="T33" fmla="*/ 0 h 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82" h="87">
                    <a:moveTo>
                      <a:pt x="0" y="0"/>
                    </a:moveTo>
                    <a:lnTo>
                      <a:pt x="16" y="10"/>
                    </a:lnTo>
                    <a:lnTo>
                      <a:pt x="32" y="20"/>
                    </a:lnTo>
                    <a:lnTo>
                      <a:pt x="49" y="20"/>
                    </a:lnTo>
                    <a:lnTo>
                      <a:pt x="65" y="30"/>
                    </a:lnTo>
                    <a:lnTo>
                      <a:pt x="76" y="46"/>
                    </a:lnTo>
                    <a:lnTo>
                      <a:pt x="81" y="61"/>
                    </a:lnTo>
                    <a:lnTo>
                      <a:pt x="81" y="76"/>
                    </a:lnTo>
                    <a:lnTo>
                      <a:pt x="65" y="86"/>
                    </a:lnTo>
                    <a:lnTo>
                      <a:pt x="49" y="86"/>
                    </a:lnTo>
                    <a:lnTo>
                      <a:pt x="27" y="81"/>
                    </a:lnTo>
                    <a:lnTo>
                      <a:pt x="11" y="71"/>
                    </a:lnTo>
                    <a:lnTo>
                      <a:pt x="5" y="56"/>
                    </a:lnTo>
                    <a:lnTo>
                      <a:pt x="0" y="40"/>
                    </a:lnTo>
                    <a:lnTo>
                      <a:pt x="0" y="25"/>
                    </a:lnTo>
                    <a:lnTo>
                      <a:pt x="11" y="10"/>
                    </a:lnTo>
                    <a:lnTo>
                      <a:pt x="0" y="0"/>
                    </a:lnTo>
                  </a:path>
                </a:pathLst>
              </a:custGeom>
              <a:solidFill>
                <a:srgbClr val="EAEAEA"/>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CC"/>
                  </a:solidFill>
                  <a:ea typeface="黑体" panose="02010609060101010101" pitchFamily="49" charset="-122"/>
                </a:endParaRPr>
              </a:p>
            </p:txBody>
          </p:sp>
        </p:grpSp>
        <p:sp>
          <p:nvSpPr>
            <p:cNvPr id="1035358" name="Text Box 95"/>
            <p:cNvSpPr txBox="1">
              <a:spLocks noChangeArrowheads="1"/>
            </p:cNvSpPr>
            <p:nvPr/>
          </p:nvSpPr>
          <p:spPr bwMode="auto">
            <a:xfrm>
              <a:off x="4967" y="1856"/>
              <a:ext cx="342" cy="222"/>
            </a:xfrm>
            <a:prstGeom prst="rect">
              <a:avLst/>
            </a:prstGeom>
            <a:solidFill>
              <a:srgbClr val="EAEAEA"/>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zh-CN" altLang="en-US" sz="2000" b="1">
                  <a:solidFill>
                    <a:srgbClr val="0000CC"/>
                  </a:solidFill>
                  <a:ea typeface="黑体" panose="02010609060101010101" pitchFamily="49" charset="-122"/>
                </a:rPr>
                <a:t>网 </a:t>
              </a:r>
              <a:r>
                <a:rPr lang="en-US" altLang="zh-CN" sz="2000" b="1">
                  <a:solidFill>
                    <a:srgbClr val="0000CC"/>
                  </a:solidFill>
                  <a:ea typeface="黑体" panose="02010609060101010101" pitchFamily="49" charset="-122"/>
                </a:rPr>
                <a:t>2</a:t>
              </a:r>
            </a:p>
          </p:txBody>
        </p:sp>
      </p:grpSp>
      <p:grpSp>
        <p:nvGrpSpPr>
          <p:cNvPr id="1035359" name="Group 96"/>
          <p:cNvGrpSpPr>
            <a:grpSpLocks/>
          </p:cNvGrpSpPr>
          <p:nvPr/>
        </p:nvGrpSpPr>
        <p:grpSpPr bwMode="auto">
          <a:xfrm>
            <a:off x="746125" y="1916113"/>
            <a:ext cx="1298575" cy="971550"/>
            <a:chOff x="434" y="1298"/>
            <a:chExt cx="755" cy="612"/>
          </a:xfrm>
        </p:grpSpPr>
        <p:sp>
          <p:nvSpPr>
            <p:cNvPr id="1035360" name="Line 97"/>
            <p:cNvSpPr>
              <a:spLocks noChangeShapeType="1"/>
            </p:cNvSpPr>
            <p:nvPr/>
          </p:nvSpPr>
          <p:spPr bwMode="auto">
            <a:xfrm>
              <a:off x="434" y="1298"/>
              <a:ext cx="755" cy="612"/>
            </a:xfrm>
            <a:prstGeom prst="line">
              <a:avLst/>
            </a:prstGeom>
            <a:noFill/>
            <a:ln w="76200">
              <a:solidFill>
                <a:srgbClr val="FF0000"/>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CC"/>
                </a:solidFill>
                <a:ea typeface="黑体" panose="02010609060101010101" pitchFamily="49" charset="-122"/>
              </a:endParaRPr>
            </a:p>
          </p:txBody>
        </p:sp>
        <p:sp>
          <p:nvSpPr>
            <p:cNvPr id="1035361" name="Line 98"/>
            <p:cNvSpPr>
              <a:spLocks noChangeShapeType="1"/>
            </p:cNvSpPr>
            <p:nvPr/>
          </p:nvSpPr>
          <p:spPr bwMode="auto">
            <a:xfrm flipH="1">
              <a:off x="434" y="1298"/>
              <a:ext cx="755" cy="612"/>
            </a:xfrm>
            <a:prstGeom prst="line">
              <a:avLst/>
            </a:prstGeom>
            <a:noFill/>
            <a:ln w="76200">
              <a:solidFill>
                <a:srgbClr val="FF0000"/>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CC"/>
                </a:solidFill>
                <a:ea typeface="黑体" panose="02010609060101010101" pitchFamily="49" charset="-122"/>
              </a:endParaRPr>
            </a:p>
          </p:txBody>
        </p:sp>
      </p:grpSp>
      <p:sp>
        <p:nvSpPr>
          <p:cNvPr id="1035362" name="Text Box 99"/>
          <p:cNvSpPr txBox="1">
            <a:spLocks noChangeArrowheads="1"/>
          </p:cNvSpPr>
          <p:nvPr/>
        </p:nvSpPr>
        <p:spPr bwMode="auto">
          <a:xfrm>
            <a:off x="612775" y="3068638"/>
            <a:ext cx="1668463"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lnSpc>
                <a:spcPct val="90000"/>
              </a:lnSpc>
            </a:pPr>
            <a:r>
              <a:rPr lang="zh-CN" altLang="en-US" sz="2000" b="1">
                <a:solidFill>
                  <a:srgbClr val="0000CC"/>
                </a:solidFill>
                <a:ea typeface="黑体" panose="02010609060101010101" pitchFamily="49" charset="-122"/>
              </a:rPr>
              <a:t>网</a:t>
            </a:r>
            <a:r>
              <a:rPr lang="zh-CN" altLang="en-US" sz="1000" b="1">
                <a:solidFill>
                  <a:srgbClr val="0000CC"/>
                </a:solidFill>
                <a:ea typeface="黑体" panose="02010609060101010101" pitchFamily="49" charset="-122"/>
              </a:rPr>
              <a:t> </a:t>
            </a:r>
            <a:r>
              <a:rPr lang="en-US" altLang="zh-CN" sz="2000" b="1">
                <a:solidFill>
                  <a:srgbClr val="0000CC"/>
                </a:solidFill>
                <a:ea typeface="黑体" panose="02010609060101010101" pitchFamily="49" charset="-122"/>
              </a:rPr>
              <a:t>1</a:t>
            </a:r>
            <a:r>
              <a:rPr lang="zh-CN" altLang="en-US" sz="2000" b="1">
                <a:solidFill>
                  <a:srgbClr val="0000CC"/>
                </a:solidFill>
                <a:ea typeface="黑体" panose="02010609060101010101" pitchFamily="49" charset="-122"/>
              </a:rPr>
              <a:t>出了故障</a:t>
            </a:r>
          </a:p>
        </p:txBody>
      </p:sp>
      <p:sp>
        <p:nvSpPr>
          <p:cNvPr id="1035363" name="Text Box 100"/>
          <p:cNvSpPr txBox="1">
            <a:spLocks noChangeArrowheads="1"/>
          </p:cNvSpPr>
          <p:nvPr/>
        </p:nvSpPr>
        <p:spPr bwMode="auto">
          <a:xfrm>
            <a:off x="266700" y="304800"/>
            <a:ext cx="441325" cy="1323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zh-CN" altLang="en-US" sz="2000" b="1">
                <a:solidFill>
                  <a:srgbClr val="0000CC"/>
                </a:solidFill>
                <a:ea typeface="黑体" panose="02010609060101010101" pitchFamily="49" charset="-122"/>
              </a:rPr>
              <a:t>正</a:t>
            </a:r>
          </a:p>
          <a:p>
            <a:pPr eaLnBrk="0" hangingPunct="0"/>
            <a:r>
              <a:rPr lang="zh-CN" altLang="en-US" sz="2000" b="1">
                <a:solidFill>
                  <a:srgbClr val="0000CC"/>
                </a:solidFill>
                <a:ea typeface="黑体" panose="02010609060101010101" pitchFamily="49" charset="-122"/>
              </a:rPr>
              <a:t>常</a:t>
            </a:r>
          </a:p>
          <a:p>
            <a:pPr eaLnBrk="0" hangingPunct="0"/>
            <a:r>
              <a:rPr lang="zh-CN" altLang="en-US" sz="2000" b="1">
                <a:solidFill>
                  <a:srgbClr val="0000CC"/>
                </a:solidFill>
                <a:ea typeface="黑体" panose="02010609060101010101" pitchFamily="49" charset="-122"/>
              </a:rPr>
              <a:t>情</a:t>
            </a:r>
          </a:p>
          <a:p>
            <a:pPr eaLnBrk="0" hangingPunct="0"/>
            <a:r>
              <a:rPr lang="zh-CN" altLang="en-US" sz="2000" b="1">
                <a:solidFill>
                  <a:srgbClr val="0000CC"/>
                </a:solidFill>
                <a:ea typeface="黑体" panose="02010609060101010101" pitchFamily="49" charset="-122"/>
              </a:rPr>
              <a:t>况</a:t>
            </a:r>
          </a:p>
        </p:txBody>
      </p:sp>
      <p:grpSp>
        <p:nvGrpSpPr>
          <p:cNvPr id="1035364" name="Group 101"/>
          <p:cNvGrpSpPr>
            <a:grpSpLocks/>
          </p:cNvGrpSpPr>
          <p:nvPr/>
        </p:nvGrpSpPr>
        <p:grpSpPr bwMode="auto">
          <a:xfrm>
            <a:off x="2436813" y="498475"/>
            <a:ext cx="1593850" cy="312738"/>
            <a:chOff x="1491" y="212"/>
            <a:chExt cx="853" cy="240"/>
          </a:xfrm>
        </p:grpSpPr>
        <p:sp>
          <p:nvSpPr>
            <p:cNvPr id="1035365" name="AutoShape 102"/>
            <p:cNvSpPr>
              <a:spLocks noChangeArrowheads="1"/>
            </p:cNvSpPr>
            <p:nvPr/>
          </p:nvSpPr>
          <p:spPr bwMode="auto">
            <a:xfrm>
              <a:off x="2089" y="271"/>
              <a:ext cx="255" cy="122"/>
            </a:xfrm>
            <a:prstGeom prst="rightArrow">
              <a:avLst>
                <a:gd name="adj1" fmla="val 50000"/>
                <a:gd name="adj2" fmla="val 52244"/>
              </a:avLst>
            </a:prstGeom>
            <a:solidFill>
              <a:srgbClr val="CCECFF"/>
            </a:solidFill>
            <a:ln w="9525">
              <a:solidFill>
                <a:schemeClr val="tx1"/>
              </a:solidFill>
              <a:miter lim="800000"/>
              <a:headEnd/>
              <a:tailEnd/>
            </a:ln>
          </p:spPr>
          <p:txBody>
            <a:bodyPr wrap="none" anchor="ctr"/>
            <a:lstStyle/>
            <a:p>
              <a:pPr eaLnBrk="0" hangingPunct="0"/>
              <a:endParaRPr lang="zh-CN" altLang="en-US" b="1">
                <a:solidFill>
                  <a:srgbClr val="0000CC"/>
                </a:solidFill>
                <a:ea typeface="黑体" panose="02010609060101010101" pitchFamily="49" charset="-122"/>
              </a:endParaRPr>
            </a:p>
          </p:txBody>
        </p:sp>
        <p:sp>
          <p:nvSpPr>
            <p:cNvPr id="1035366" name="Rectangle 103"/>
            <p:cNvSpPr>
              <a:spLocks noChangeArrowheads="1"/>
            </p:cNvSpPr>
            <p:nvPr/>
          </p:nvSpPr>
          <p:spPr bwMode="auto">
            <a:xfrm>
              <a:off x="1491" y="212"/>
              <a:ext cx="632" cy="240"/>
            </a:xfrm>
            <a:prstGeom prst="rect">
              <a:avLst/>
            </a:prstGeom>
            <a:solidFill>
              <a:srgbClr val="CCECFF"/>
            </a:solidFill>
            <a:ln w="9525">
              <a:solidFill>
                <a:schemeClr val="tx1"/>
              </a:solidFill>
              <a:miter lim="800000"/>
              <a:headEnd/>
              <a:tailEnd/>
            </a:ln>
          </p:spPr>
          <p:txBody>
            <a:bodyPr wrap="none" anchor="ctr"/>
            <a:lstStyle/>
            <a:p>
              <a:pPr eaLnBrk="0" hangingPunct="0"/>
              <a:endParaRPr lang="zh-CN" altLang="en-US" b="1">
                <a:solidFill>
                  <a:srgbClr val="0000CC"/>
                </a:solidFill>
                <a:ea typeface="黑体" panose="02010609060101010101" pitchFamily="49" charset="-122"/>
              </a:endParaRPr>
            </a:p>
          </p:txBody>
        </p:sp>
      </p:grpSp>
      <p:sp>
        <p:nvSpPr>
          <p:cNvPr id="1035367" name="Text Box 104"/>
          <p:cNvSpPr txBox="1">
            <a:spLocks noChangeArrowheads="1"/>
          </p:cNvSpPr>
          <p:nvPr/>
        </p:nvSpPr>
        <p:spPr bwMode="auto">
          <a:xfrm>
            <a:off x="2457450" y="573088"/>
            <a:ext cx="893763" cy="2460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lnSpc>
                <a:spcPct val="50000"/>
              </a:lnSpc>
            </a:pPr>
            <a:r>
              <a:rPr lang="en-US" altLang="zh-CN" sz="2000" b="1">
                <a:solidFill>
                  <a:srgbClr val="0000CC"/>
                </a:solidFill>
                <a:ea typeface="黑体" panose="02010609060101010101" pitchFamily="49" charset="-122"/>
              </a:rPr>
              <a:t>1  1  </a:t>
            </a:r>
            <a:r>
              <a:rPr lang="en-US" altLang="zh-CN" sz="2000" b="1">
                <a:solidFill>
                  <a:srgbClr val="0000CC"/>
                </a:solidFill>
                <a:ea typeface="黑体" panose="02010609060101010101" pitchFamily="49" charset="-122"/>
                <a:sym typeface="Symbol" panose="05050102010706020507" pitchFamily="18" charset="2"/>
              </a:rPr>
              <a:t></a:t>
            </a:r>
            <a:endParaRPr lang="en-US" altLang="zh-CN" sz="2000" b="1" baseline="-25000">
              <a:solidFill>
                <a:srgbClr val="0000CC"/>
              </a:solidFill>
              <a:ea typeface="黑体" panose="02010609060101010101" pitchFamily="49" charset="-122"/>
              <a:sym typeface="Symbol" panose="05050102010706020507" pitchFamily="18" charset="2"/>
            </a:endParaRPr>
          </a:p>
        </p:txBody>
      </p:sp>
      <p:sp>
        <p:nvSpPr>
          <p:cNvPr id="1035368" name="Text Box 105"/>
          <p:cNvSpPr txBox="1">
            <a:spLocks noChangeArrowheads="1"/>
          </p:cNvSpPr>
          <p:nvPr/>
        </p:nvSpPr>
        <p:spPr bwMode="auto">
          <a:xfrm rot="5400000">
            <a:off x="6900069" y="4595019"/>
            <a:ext cx="414338" cy="368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en-US" altLang="zh-CN" b="1">
                <a:solidFill>
                  <a:srgbClr val="0000CC"/>
                </a:solidFill>
                <a:ea typeface="黑体" panose="02010609060101010101" pitchFamily="49" charset="-122"/>
              </a:rPr>
              <a:t>…</a:t>
            </a:r>
          </a:p>
        </p:txBody>
      </p:sp>
      <p:grpSp>
        <p:nvGrpSpPr>
          <p:cNvPr id="1035369" name="Group 106"/>
          <p:cNvGrpSpPr>
            <a:grpSpLocks/>
          </p:cNvGrpSpPr>
          <p:nvPr/>
        </p:nvGrpSpPr>
        <p:grpSpPr bwMode="auto">
          <a:xfrm>
            <a:off x="2732088" y="4219575"/>
            <a:ext cx="1595437" cy="312738"/>
            <a:chOff x="1491" y="212"/>
            <a:chExt cx="853" cy="240"/>
          </a:xfrm>
        </p:grpSpPr>
        <p:sp>
          <p:nvSpPr>
            <p:cNvPr id="1035370" name="AutoShape 107"/>
            <p:cNvSpPr>
              <a:spLocks noChangeArrowheads="1"/>
            </p:cNvSpPr>
            <p:nvPr/>
          </p:nvSpPr>
          <p:spPr bwMode="auto">
            <a:xfrm>
              <a:off x="2089" y="271"/>
              <a:ext cx="255" cy="122"/>
            </a:xfrm>
            <a:prstGeom prst="rightArrow">
              <a:avLst>
                <a:gd name="adj1" fmla="val 50000"/>
                <a:gd name="adj2" fmla="val 52244"/>
              </a:avLst>
            </a:prstGeom>
            <a:solidFill>
              <a:srgbClr val="CCECFF"/>
            </a:solidFill>
            <a:ln w="9525">
              <a:solidFill>
                <a:schemeClr val="tx1"/>
              </a:solidFill>
              <a:miter lim="800000"/>
              <a:headEnd/>
              <a:tailEnd/>
            </a:ln>
          </p:spPr>
          <p:txBody>
            <a:bodyPr wrap="none" anchor="ctr"/>
            <a:lstStyle/>
            <a:p>
              <a:pPr eaLnBrk="0" hangingPunct="0"/>
              <a:endParaRPr lang="zh-CN" altLang="en-US" b="1">
                <a:solidFill>
                  <a:srgbClr val="0000CC"/>
                </a:solidFill>
                <a:ea typeface="黑体" panose="02010609060101010101" pitchFamily="49" charset="-122"/>
              </a:endParaRPr>
            </a:p>
          </p:txBody>
        </p:sp>
        <p:sp>
          <p:nvSpPr>
            <p:cNvPr id="1035371" name="Rectangle 108"/>
            <p:cNvSpPr>
              <a:spLocks noChangeArrowheads="1"/>
            </p:cNvSpPr>
            <p:nvPr/>
          </p:nvSpPr>
          <p:spPr bwMode="auto">
            <a:xfrm>
              <a:off x="1491" y="212"/>
              <a:ext cx="632" cy="240"/>
            </a:xfrm>
            <a:prstGeom prst="rect">
              <a:avLst/>
            </a:prstGeom>
            <a:solidFill>
              <a:srgbClr val="CCECFF"/>
            </a:solidFill>
            <a:ln w="9525">
              <a:solidFill>
                <a:schemeClr val="tx1"/>
              </a:solidFill>
              <a:miter lim="800000"/>
              <a:headEnd/>
              <a:tailEnd/>
            </a:ln>
          </p:spPr>
          <p:txBody>
            <a:bodyPr wrap="none" anchor="ctr"/>
            <a:lstStyle/>
            <a:p>
              <a:pPr eaLnBrk="0" hangingPunct="0"/>
              <a:endParaRPr lang="zh-CN" altLang="en-US" b="1">
                <a:solidFill>
                  <a:srgbClr val="0000CC"/>
                </a:solidFill>
                <a:ea typeface="黑体" panose="02010609060101010101" pitchFamily="49" charset="-122"/>
              </a:endParaRPr>
            </a:p>
          </p:txBody>
        </p:sp>
      </p:grpSp>
      <p:grpSp>
        <p:nvGrpSpPr>
          <p:cNvPr id="1035372" name="Group 109"/>
          <p:cNvGrpSpPr>
            <a:grpSpLocks/>
          </p:cNvGrpSpPr>
          <p:nvPr/>
        </p:nvGrpSpPr>
        <p:grpSpPr bwMode="auto">
          <a:xfrm>
            <a:off x="2732088" y="3140075"/>
            <a:ext cx="1595437" cy="312738"/>
            <a:chOff x="1491" y="212"/>
            <a:chExt cx="853" cy="240"/>
          </a:xfrm>
        </p:grpSpPr>
        <p:sp>
          <p:nvSpPr>
            <p:cNvPr id="1035373" name="AutoShape 110"/>
            <p:cNvSpPr>
              <a:spLocks noChangeArrowheads="1"/>
            </p:cNvSpPr>
            <p:nvPr/>
          </p:nvSpPr>
          <p:spPr bwMode="auto">
            <a:xfrm>
              <a:off x="2089" y="271"/>
              <a:ext cx="255" cy="122"/>
            </a:xfrm>
            <a:prstGeom prst="rightArrow">
              <a:avLst>
                <a:gd name="adj1" fmla="val 50000"/>
                <a:gd name="adj2" fmla="val 52244"/>
              </a:avLst>
            </a:prstGeom>
            <a:solidFill>
              <a:srgbClr val="CCECFF"/>
            </a:solidFill>
            <a:ln w="9525">
              <a:solidFill>
                <a:schemeClr val="tx1"/>
              </a:solidFill>
              <a:miter lim="800000"/>
              <a:headEnd/>
              <a:tailEnd/>
            </a:ln>
          </p:spPr>
          <p:txBody>
            <a:bodyPr wrap="none" anchor="ctr"/>
            <a:lstStyle/>
            <a:p>
              <a:pPr eaLnBrk="0" hangingPunct="0"/>
              <a:endParaRPr lang="zh-CN" altLang="en-US" b="1">
                <a:solidFill>
                  <a:srgbClr val="0000CC"/>
                </a:solidFill>
                <a:ea typeface="黑体" panose="02010609060101010101" pitchFamily="49" charset="-122"/>
              </a:endParaRPr>
            </a:p>
          </p:txBody>
        </p:sp>
        <p:sp>
          <p:nvSpPr>
            <p:cNvPr id="1035374" name="Rectangle 111"/>
            <p:cNvSpPr>
              <a:spLocks noChangeArrowheads="1"/>
            </p:cNvSpPr>
            <p:nvPr/>
          </p:nvSpPr>
          <p:spPr bwMode="auto">
            <a:xfrm>
              <a:off x="1491" y="212"/>
              <a:ext cx="632" cy="240"/>
            </a:xfrm>
            <a:prstGeom prst="rect">
              <a:avLst/>
            </a:prstGeom>
            <a:solidFill>
              <a:srgbClr val="CCECFF"/>
            </a:solidFill>
            <a:ln w="9525">
              <a:solidFill>
                <a:schemeClr val="tx1"/>
              </a:solidFill>
              <a:miter lim="800000"/>
              <a:headEnd/>
              <a:tailEnd/>
            </a:ln>
          </p:spPr>
          <p:txBody>
            <a:bodyPr wrap="none" anchor="ctr"/>
            <a:lstStyle/>
            <a:p>
              <a:pPr eaLnBrk="0" hangingPunct="0"/>
              <a:endParaRPr lang="zh-CN" altLang="en-US" b="1">
                <a:solidFill>
                  <a:srgbClr val="0000CC"/>
                </a:solidFill>
                <a:ea typeface="黑体" panose="02010609060101010101" pitchFamily="49" charset="-122"/>
              </a:endParaRPr>
            </a:p>
          </p:txBody>
        </p:sp>
      </p:grpSp>
      <p:sp>
        <p:nvSpPr>
          <p:cNvPr id="1035375" name="Text Box 112"/>
          <p:cNvSpPr txBox="1">
            <a:spLocks noChangeArrowheads="1"/>
          </p:cNvSpPr>
          <p:nvPr/>
        </p:nvSpPr>
        <p:spPr bwMode="auto">
          <a:xfrm>
            <a:off x="2693988" y="3206750"/>
            <a:ext cx="1035050" cy="2476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lnSpc>
                <a:spcPct val="50000"/>
              </a:lnSpc>
            </a:pPr>
            <a:r>
              <a:rPr lang="en-US" altLang="zh-CN" sz="2000" b="1">
                <a:solidFill>
                  <a:srgbClr val="0000CC"/>
                </a:solidFill>
                <a:ea typeface="黑体" panose="02010609060101010101" pitchFamily="49" charset="-122"/>
              </a:rPr>
              <a:t>1  16  </a:t>
            </a:r>
            <a:r>
              <a:rPr lang="en-US" altLang="zh-CN" sz="2000" b="1">
                <a:solidFill>
                  <a:srgbClr val="0000CC"/>
                </a:solidFill>
                <a:ea typeface="黑体" panose="02010609060101010101" pitchFamily="49" charset="-122"/>
                <a:sym typeface="Symbol" panose="05050102010706020507" pitchFamily="18" charset="2"/>
              </a:rPr>
              <a:t></a:t>
            </a:r>
            <a:endParaRPr lang="en-US" altLang="zh-CN" sz="2000" b="1" baseline="-25000">
              <a:solidFill>
                <a:srgbClr val="0000CC"/>
              </a:solidFill>
              <a:ea typeface="黑体" panose="02010609060101010101" pitchFamily="49" charset="-122"/>
              <a:sym typeface="Symbol" panose="05050102010706020507" pitchFamily="18" charset="2"/>
            </a:endParaRPr>
          </a:p>
        </p:txBody>
      </p:sp>
      <p:grpSp>
        <p:nvGrpSpPr>
          <p:cNvPr id="1035376" name="Group 113"/>
          <p:cNvGrpSpPr>
            <a:grpSpLocks/>
          </p:cNvGrpSpPr>
          <p:nvPr/>
        </p:nvGrpSpPr>
        <p:grpSpPr bwMode="auto">
          <a:xfrm>
            <a:off x="2690813" y="3643313"/>
            <a:ext cx="1636712" cy="312737"/>
            <a:chOff x="1565" y="2478"/>
            <a:chExt cx="951" cy="197"/>
          </a:xfrm>
        </p:grpSpPr>
        <p:grpSp>
          <p:nvGrpSpPr>
            <p:cNvPr id="1035377" name="Group 114"/>
            <p:cNvGrpSpPr>
              <a:grpSpLocks/>
            </p:cNvGrpSpPr>
            <p:nvPr/>
          </p:nvGrpSpPr>
          <p:grpSpPr bwMode="auto">
            <a:xfrm>
              <a:off x="1589" y="2478"/>
              <a:ext cx="927" cy="197"/>
              <a:chOff x="1491" y="212"/>
              <a:chExt cx="853" cy="240"/>
            </a:xfrm>
          </p:grpSpPr>
          <p:sp>
            <p:nvSpPr>
              <p:cNvPr id="1035378" name="AutoShape 115"/>
              <p:cNvSpPr>
                <a:spLocks noChangeArrowheads="1"/>
              </p:cNvSpPr>
              <p:nvPr/>
            </p:nvSpPr>
            <p:spPr bwMode="auto">
              <a:xfrm>
                <a:off x="2089" y="271"/>
                <a:ext cx="255" cy="122"/>
              </a:xfrm>
              <a:prstGeom prst="rightArrow">
                <a:avLst>
                  <a:gd name="adj1" fmla="val 50000"/>
                  <a:gd name="adj2" fmla="val 52244"/>
                </a:avLst>
              </a:prstGeom>
              <a:solidFill>
                <a:srgbClr val="CCECFF"/>
              </a:solidFill>
              <a:ln w="9525">
                <a:solidFill>
                  <a:schemeClr val="tx1"/>
                </a:solidFill>
                <a:miter lim="800000"/>
                <a:headEnd/>
                <a:tailEnd/>
              </a:ln>
            </p:spPr>
            <p:txBody>
              <a:bodyPr wrap="none" anchor="ctr"/>
              <a:lstStyle/>
              <a:p>
                <a:pPr eaLnBrk="0" hangingPunct="0"/>
                <a:endParaRPr lang="zh-CN" altLang="en-US" b="1">
                  <a:solidFill>
                    <a:srgbClr val="0000CC"/>
                  </a:solidFill>
                  <a:ea typeface="黑体" panose="02010609060101010101" pitchFamily="49" charset="-122"/>
                </a:endParaRPr>
              </a:p>
            </p:txBody>
          </p:sp>
          <p:sp>
            <p:nvSpPr>
              <p:cNvPr id="1035379" name="Rectangle 116"/>
              <p:cNvSpPr>
                <a:spLocks noChangeArrowheads="1"/>
              </p:cNvSpPr>
              <p:nvPr/>
            </p:nvSpPr>
            <p:spPr bwMode="auto">
              <a:xfrm>
                <a:off x="1491" y="212"/>
                <a:ext cx="632" cy="240"/>
              </a:xfrm>
              <a:prstGeom prst="rect">
                <a:avLst/>
              </a:prstGeom>
              <a:solidFill>
                <a:srgbClr val="CCECFF"/>
              </a:solidFill>
              <a:ln w="9525">
                <a:solidFill>
                  <a:schemeClr val="tx1"/>
                </a:solidFill>
                <a:miter lim="800000"/>
                <a:headEnd/>
                <a:tailEnd/>
              </a:ln>
            </p:spPr>
            <p:txBody>
              <a:bodyPr wrap="none" anchor="ctr"/>
              <a:lstStyle/>
              <a:p>
                <a:pPr eaLnBrk="0" hangingPunct="0"/>
                <a:endParaRPr lang="zh-CN" altLang="en-US" b="1">
                  <a:solidFill>
                    <a:srgbClr val="0000CC"/>
                  </a:solidFill>
                  <a:ea typeface="黑体" panose="02010609060101010101" pitchFamily="49" charset="-122"/>
                </a:endParaRPr>
              </a:p>
            </p:txBody>
          </p:sp>
        </p:grpSp>
        <p:sp>
          <p:nvSpPr>
            <p:cNvPr id="1035380" name="Text Box 117"/>
            <p:cNvSpPr txBox="1">
              <a:spLocks noChangeArrowheads="1"/>
            </p:cNvSpPr>
            <p:nvPr/>
          </p:nvSpPr>
          <p:spPr bwMode="auto">
            <a:xfrm>
              <a:off x="1565" y="2518"/>
              <a:ext cx="600" cy="15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lnSpc>
                  <a:spcPct val="50000"/>
                </a:lnSpc>
              </a:pPr>
              <a:r>
                <a:rPr lang="en-US" altLang="zh-CN" sz="2000" b="1">
                  <a:solidFill>
                    <a:srgbClr val="0000CC"/>
                  </a:solidFill>
                  <a:ea typeface="黑体" panose="02010609060101010101" pitchFamily="49" charset="-122"/>
                </a:rPr>
                <a:t>1  3  </a:t>
              </a:r>
              <a:r>
                <a:rPr lang="en-US" altLang="zh-CN" sz="2000" b="1">
                  <a:solidFill>
                    <a:srgbClr val="0000CC"/>
                  </a:solidFill>
                  <a:ea typeface="黑体" panose="02010609060101010101" pitchFamily="49" charset="-122"/>
                  <a:sym typeface="Symbol" panose="05050102010706020507" pitchFamily="18" charset="2"/>
                </a:rPr>
                <a:t>R</a:t>
              </a:r>
              <a:r>
                <a:rPr lang="en-US" altLang="zh-CN" sz="2000" b="1" baseline="-25000">
                  <a:solidFill>
                    <a:srgbClr val="0000CC"/>
                  </a:solidFill>
                  <a:ea typeface="黑体" panose="02010609060101010101" pitchFamily="49" charset="-122"/>
                  <a:sym typeface="Symbol" panose="05050102010706020507" pitchFamily="18" charset="2"/>
                </a:rPr>
                <a:t>2</a:t>
              </a:r>
            </a:p>
          </p:txBody>
        </p:sp>
      </p:grpSp>
      <p:sp>
        <p:nvSpPr>
          <p:cNvPr id="1035381" name="Text Box 118"/>
          <p:cNvSpPr txBox="1">
            <a:spLocks noChangeArrowheads="1"/>
          </p:cNvSpPr>
          <p:nvPr/>
        </p:nvSpPr>
        <p:spPr bwMode="auto">
          <a:xfrm>
            <a:off x="2725738" y="4297363"/>
            <a:ext cx="1033462" cy="2476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lnSpc>
                <a:spcPct val="50000"/>
              </a:lnSpc>
            </a:pPr>
            <a:r>
              <a:rPr lang="en-US" altLang="zh-CN" sz="2000" b="1">
                <a:solidFill>
                  <a:srgbClr val="0000CC"/>
                </a:solidFill>
                <a:ea typeface="黑体" panose="02010609060101010101" pitchFamily="49" charset="-122"/>
              </a:rPr>
              <a:t>1  5  </a:t>
            </a:r>
            <a:r>
              <a:rPr lang="en-US" altLang="zh-CN" sz="2000" b="1">
                <a:solidFill>
                  <a:srgbClr val="0000CC"/>
                </a:solidFill>
                <a:ea typeface="黑体" panose="02010609060101010101" pitchFamily="49" charset="-122"/>
                <a:sym typeface="Symbol" panose="05050102010706020507" pitchFamily="18" charset="2"/>
              </a:rPr>
              <a:t>R</a:t>
            </a:r>
            <a:r>
              <a:rPr lang="en-US" altLang="zh-CN" sz="2000" b="1" baseline="-25000">
                <a:solidFill>
                  <a:srgbClr val="0000CC"/>
                </a:solidFill>
                <a:ea typeface="黑体" panose="02010609060101010101" pitchFamily="49" charset="-122"/>
                <a:sym typeface="Symbol" panose="05050102010706020507" pitchFamily="18" charset="2"/>
              </a:rPr>
              <a:t>2</a:t>
            </a:r>
          </a:p>
        </p:txBody>
      </p:sp>
      <p:grpSp>
        <p:nvGrpSpPr>
          <p:cNvPr id="1035382" name="Group 119"/>
          <p:cNvGrpSpPr>
            <a:grpSpLocks/>
          </p:cNvGrpSpPr>
          <p:nvPr/>
        </p:nvGrpSpPr>
        <p:grpSpPr bwMode="auto">
          <a:xfrm>
            <a:off x="2701925" y="5084763"/>
            <a:ext cx="1625600" cy="331787"/>
            <a:chOff x="1571" y="3313"/>
            <a:chExt cx="945" cy="209"/>
          </a:xfrm>
        </p:grpSpPr>
        <p:grpSp>
          <p:nvGrpSpPr>
            <p:cNvPr id="1035383" name="Group 120"/>
            <p:cNvGrpSpPr>
              <a:grpSpLocks/>
            </p:cNvGrpSpPr>
            <p:nvPr/>
          </p:nvGrpSpPr>
          <p:grpSpPr bwMode="auto">
            <a:xfrm>
              <a:off x="1589" y="3313"/>
              <a:ext cx="927" cy="197"/>
              <a:chOff x="1491" y="212"/>
              <a:chExt cx="853" cy="240"/>
            </a:xfrm>
          </p:grpSpPr>
          <p:sp>
            <p:nvSpPr>
              <p:cNvPr id="1035384" name="AutoShape 121"/>
              <p:cNvSpPr>
                <a:spLocks noChangeArrowheads="1"/>
              </p:cNvSpPr>
              <p:nvPr/>
            </p:nvSpPr>
            <p:spPr bwMode="auto">
              <a:xfrm>
                <a:off x="2089" y="271"/>
                <a:ext cx="255" cy="122"/>
              </a:xfrm>
              <a:prstGeom prst="rightArrow">
                <a:avLst>
                  <a:gd name="adj1" fmla="val 50000"/>
                  <a:gd name="adj2" fmla="val 52244"/>
                </a:avLst>
              </a:prstGeom>
              <a:solidFill>
                <a:srgbClr val="CCECFF"/>
              </a:solidFill>
              <a:ln w="9525">
                <a:solidFill>
                  <a:schemeClr val="tx1"/>
                </a:solidFill>
                <a:miter lim="800000"/>
                <a:headEnd/>
                <a:tailEnd/>
              </a:ln>
            </p:spPr>
            <p:txBody>
              <a:bodyPr wrap="none" anchor="ctr"/>
              <a:lstStyle/>
              <a:p>
                <a:pPr eaLnBrk="0" hangingPunct="0"/>
                <a:endParaRPr lang="zh-CN" altLang="en-US" b="1">
                  <a:solidFill>
                    <a:srgbClr val="0000CC"/>
                  </a:solidFill>
                  <a:ea typeface="黑体" panose="02010609060101010101" pitchFamily="49" charset="-122"/>
                </a:endParaRPr>
              </a:p>
            </p:txBody>
          </p:sp>
          <p:sp>
            <p:nvSpPr>
              <p:cNvPr id="1035385" name="Rectangle 122"/>
              <p:cNvSpPr>
                <a:spLocks noChangeArrowheads="1"/>
              </p:cNvSpPr>
              <p:nvPr/>
            </p:nvSpPr>
            <p:spPr bwMode="auto">
              <a:xfrm>
                <a:off x="1491" y="212"/>
                <a:ext cx="632" cy="240"/>
              </a:xfrm>
              <a:prstGeom prst="rect">
                <a:avLst/>
              </a:prstGeom>
              <a:solidFill>
                <a:srgbClr val="CCECFF"/>
              </a:solidFill>
              <a:ln w="9525">
                <a:solidFill>
                  <a:schemeClr val="tx1"/>
                </a:solidFill>
                <a:miter lim="800000"/>
                <a:headEnd/>
                <a:tailEnd/>
              </a:ln>
            </p:spPr>
            <p:txBody>
              <a:bodyPr wrap="none" anchor="ctr"/>
              <a:lstStyle/>
              <a:p>
                <a:pPr eaLnBrk="0" hangingPunct="0"/>
                <a:endParaRPr lang="zh-CN" altLang="en-US" b="1">
                  <a:solidFill>
                    <a:srgbClr val="0000CC"/>
                  </a:solidFill>
                  <a:ea typeface="黑体" panose="02010609060101010101" pitchFamily="49" charset="-122"/>
                </a:endParaRPr>
              </a:p>
            </p:txBody>
          </p:sp>
        </p:grpSp>
        <p:sp>
          <p:nvSpPr>
            <p:cNvPr id="1035386" name="Text Box 123"/>
            <p:cNvSpPr txBox="1">
              <a:spLocks noChangeArrowheads="1"/>
            </p:cNvSpPr>
            <p:nvPr/>
          </p:nvSpPr>
          <p:spPr bwMode="auto">
            <a:xfrm>
              <a:off x="1571" y="3367"/>
              <a:ext cx="683" cy="15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lnSpc>
                  <a:spcPct val="50000"/>
                </a:lnSpc>
              </a:pPr>
              <a:r>
                <a:rPr lang="en-US" altLang="zh-CN" sz="2000" b="1">
                  <a:solidFill>
                    <a:srgbClr val="0000CC"/>
                  </a:solidFill>
                  <a:ea typeface="黑体" panose="02010609060101010101" pitchFamily="49" charset="-122"/>
                </a:rPr>
                <a:t>1  16  </a:t>
              </a:r>
              <a:r>
                <a:rPr lang="en-US" altLang="zh-CN" sz="2000" b="1">
                  <a:solidFill>
                    <a:srgbClr val="0000CC"/>
                  </a:solidFill>
                  <a:ea typeface="黑体" panose="02010609060101010101" pitchFamily="49" charset="-122"/>
                  <a:sym typeface="Symbol" panose="05050102010706020507" pitchFamily="18" charset="2"/>
                </a:rPr>
                <a:t>R</a:t>
              </a:r>
              <a:r>
                <a:rPr lang="en-US" altLang="zh-CN" sz="2000" b="1" baseline="-25000">
                  <a:solidFill>
                    <a:srgbClr val="0000CC"/>
                  </a:solidFill>
                  <a:ea typeface="黑体" panose="02010609060101010101" pitchFamily="49" charset="-122"/>
                  <a:sym typeface="Symbol" panose="05050102010706020507" pitchFamily="18" charset="2"/>
                </a:rPr>
                <a:t>2</a:t>
              </a:r>
            </a:p>
          </p:txBody>
        </p:sp>
      </p:grpSp>
      <p:grpSp>
        <p:nvGrpSpPr>
          <p:cNvPr id="579708" name="Group 124"/>
          <p:cNvGrpSpPr/>
          <p:nvPr/>
        </p:nvGrpSpPr>
        <p:grpSpPr bwMode="auto">
          <a:xfrm flipH="1">
            <a:off x="6045068" y="521261"/>
            <a:ext cx="1594246" cy="312737"/>
            <a:chOff x="1491" y="212"/>
            <a:chExt cx="853" cy="240"/>
          </a:xfrm>
          <a:solidFill>
            <a:srgbClr val="66FF66"/>
          </a:solidFill>
        </p:grpSpPr>
        <p:sp>
          <p:nvSpPr>
            <p:cNvPr id="579709" name="AutoShape 125"/>
            <p:cNvSpPr>
              <a:spLocks noChangeArrowheads="1"/>
            </p:cNvSpPr>
            <p:nvPr/>
          </p:nvSpPr>
          <p:spPr bwMode="auto">
            <a:xfrm>
              <a:off x="2089" y="271"/>
              <a:ext cx="255" cy="122"/>
            </a:xfrm>
            <a:prstGeom prst="rightArrow">
              <a:avLst>
                <a:gd name="adj1" fmla="val 50000"/>
                <a:gd name="adj2" fmla="val 52254"/>
              </a:avLst>
            </a:prstGeom>
            <a:grp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noProof="1">
                <a:solidFill>
                  <a:srgbClr val="0000CC"/>
                </a:solidFill>
                <a:latin typeface="+mn-lt"/>
                <a:ea typeface="黑体" panose="02010609060101010101" pitchFamily="2" charset="-122"/>
              </a:endParaRPr>
            </a:p>
          </p:txBody>
        </p:sp>
        <p:sp>
          <p:nvSpPr>
            <p:cNvPr id="579710" name="Rectangle 126"/>
            <p:cNvSpPr>
              <a:spLocks noChangeArrowheads="1"/>
            </p:cNvSpPr>
            <p:nvPr/>
          </p:nvSpPr>
          <p:spPr bwMode="auto">
            <a:xfrm>
              <a:off x="1491" y="212"/>
              <a:ext cx="632" cy="240"/>
            </a:xfrm>
            <a:prstGeom prst="rect">
              <a:avLst/>
            </a:prstGeom>
            <a:grpFill/>
            <a:ln w="9525">
              <a:solidFill>
                <a:schemeClr val="tx1"/>
              </a:solidFill>
              <a:miter lim="800000"/>
            </a:ln>
            <a:effectLst/>
            <a:extLst>
              <a:ext uri="{AF507438-7753-43E0-B8FC-AC1667EBCBE1}">
                <a14:hiddenEffects xmlns:a14="http://schemas.microsoft.com/office/drawing/2010/main">
                  <a:effectLst>
                    <a:outerShdw dist="45791" dir="2021404" algn="ctr" rotWithShape="0">
                      <a:schemeClr val="bg2"/>
                    </a:outerShdw>
                  </a:effectLst>
                </a14:hiddenEffects>
              </a:ext>
            </a:extLst>
          </p:spPr>
          <p:txBody>
            <a:bodyPr wrap="none" anchor="ctr"/>
            <a:lstStyle/>
            <a:p>
              <a:endParaRPr lang="zh-CN" altLang="en-US" b="1" noProof="1">
                <a:solidFill>
                  <a:srgbClr val="0000CC"/>
                </a:solidFill>
                <a:latin typeface="+mn-lt"/>
                <a:ea typeface="黑体" panose="02010609060101010101" pitchFamily="2" charset="-122"/>
              </a:endParaRPr>
            </a:p>
          </p:txBody>
        </p:sp>
      </p:grpSp>
      <p:sp>
        <p:nvSpPr>
          <p:cNvPr id="1035388" name="Text Box 127"/>
          <p:cNvSpPr txBox="1">
            <a:spLocks noChangeArrowheads="1"/>
          </p:cNvSpPr>
          <p:nvPr/>
        </p:nvSpPr>
        <p:spPr bwMode="auto">
          <a:xfrm>
            <a:off x="6467475" y="615950"/>
            <a:ext cx="1033463" cy="2460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lnSpc>
                <a:spcPct val="50000"/>
              </a:lnSpc>
            </a:pPr>
            <a:r>
              <a:rPr lang="en-US" altLang="zh-CN" sz="2000" b="1">
                <a:solidFill>
                  <a:srgbClr val="0000CC"/>
                </a:solidFill>
                <a:ea typeface="黑体" panose="02010609060101010101" pitchFamily="49" charset="-122"/>
              </a:rPr>
              <a:t>1  2  </a:t>
            </a:r>
            <a:r>
              <a:rPr lang="en-US" altLang="zh-CN" sz="2000" b="1">
                <a:solidFill>
                  <a:srgbClr val="0000CC"/>
                </a:solidFill>
                <a:ea typeface="黑体" panose="02010609060101010101" pitchFamily="49" charset="-122"/>
                <a:sym typeface="Symbol" panose="05050102010706020507" pitchFamily="18" charset="2"/>
              </a:rPr>
              <a:t>R</a:t>
            </a:r>
            <a:r>
              <a:rPr lang="en-US" altLang="zh-CN" sz="2000" b="1" baseline="-25000">
                <a:solidFill>
                  <a:srgbClr val="0000CC"/>
                </a:solidFill>
                <a:ea typeface="黑体" panose="02010609060101010101" pitchFamily="49" charset="-122"/>
                <a:sym typeface="Symbol" panose="05050102010706020507" pitchFamily="18" charset="2"/>
              </a:rPr>
              <a:t>1</a:t>
            </a:r>
          </a:p>
        </p:txBody>
      </p:sp>
      <p:grpSp>
        <p:nvGrpSpPr>
          <p:cNvPr id="579712" name="Group 128"/>
          <p:cNvGrpSpPr/>
          <p:nvPr/>
        </p:nvGrpSpPr>
        <p:grpSpPr bwMode="auto">
          <a:xfrm flipH="1">
            <a:off x="6045068" y="3088408"/>
            <a:ext cx="1594246" cy="312737"/>
            <a:chOff x="1491" y="212"/>
            <a:chExt cx="853" cy="240"/>
          </a:xfrm>
          <a:solidFill>
            <a:srgbClr val="66FF66"/>
          </a:solidFill>
        </p:grpSpPr>
        <p:sp>
          <p:nvSpPr>
            <p:cNvPr id="579713" name="AutoShape 129"/>
            <p:cNvSpPr>
              <a:spLocks noChangeArrowheads="1"/>
            </p:cNvSpPr>
            <p:nvPr/>
          </p:nvSpPr>
          <p:spPr bwMode="auto">
            <a:xfrm>
              <a:off x="2089" y="271"/>
              <a:ext cx="255" cy="122"/>
            </a:xfrm>
            <a:prstGeom prst="rightArrow">
              <a:avLst>
                <a:gd name="adj1" fmla="val 50000"/>
                <a:gd name="adj2" fmla="val 52254"/>
              </a:avLst>
            </a:prstGeom>
            <a:grp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noProof="1">
                <a:solidFill>
                  <a:srgbClr val="0000CC"/>
                </a:solidFill>
                <a:latin typeface="+mn-lt"/>
                <a:ea typeface="黑体" panose="02010609060101010101" pitchFamily="2" charset="-122"/>
              </a:endParaRPr>
            </a:p>
          </p:txBody>
        </p:sp>
        <p:sp>
          <p:nvSpPr>
            <p:cNvPr id="579714" name="Rectangle 130"/>
            <p:cNvSpPr>
              <a:spLocks noChangeArrowheads="1"/>
            </p:cNvSpPr>
            <p:nvPr/>
          </p:nvSpPr>
          <p:spPr bwMode="auto">
            <a:xfrm>
              <a:off x="1491" y="212"/>
              <a:ext cx="632" cy="240"/>
            </a:xfrm>
            <a:prstGeom prst="rect">
              <a:avLst/>
            </a:prstGeom>
            <a:grpFill/>
            <a:ln w="9525">
              <a:solidFill>
                <a:schemeClr val="tx1"/>
              </a:solidFill>
              <a:miter lim="800000"/>
            </a:ln>
            <a:effectLst/>
            <a:extLst>
              <a:ext uri="{AF507438-7753-43E0-B8FC-AC1667EBCBE1}">
                <a14:hiddenEffects xmlns:a14="http://schemas.microsoft.com/office/drawing/2010/main">
                  <a:effectLst>
                    <a:outerShdw dist="45791" dir="2021404" algn="ctr" rotWithShape="0">
                      <a:schemeClr val="bg2"/>
                    </a:outerShdw>
                  </a:effectLst>
                </a14:hiddenEffects>
              </a:ext>
            </a:extLst>
          </p:spPr>
          <p:txBody>
            <a:bodyPr wrap="none" anchor="ctr"/>
            <a:lstStyle/>
            <a:p>
              <a:endParaRPr lang="zh-CN" altLang="en-US" b="1" noProof="1">
                <a:solidFill>
                  <a:srgbClr val="0000CC"/>
                </a:solidFill>
                <a:latin typeface="+mn-lt"/>
                <a:ea typeface="黑体" panose="02010609060101010101" pitchFamily="2" charset="-122"/>
              </a:endParaRPr>
            </a:p>
          </p:txBody>
        </p:sp>
      </p:grpSp>
      <p:sp>
        <p:nvSpPr>
          <p:cNvPr id="1035390" name="Text Box 131"/>
          <p:cNvSpPr txBox="1">
            <a:spLocks noChangeArrowheads="1"/>
          </p:cNvSpPr>
          <p:nvPr/>
        </p:nvSpPr>
        <p:spPr bwMode="auto">
          <a:xfrm>
            <a:off x="6467475" y="3182938"/>
            <a:ext cx="1033463" cy="2476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lnSpc>
                <a:spcPct val="50000"/>
              </a:lnSpc>
            </a:pPr>
            <a:r>
              <a:rPr lang="en-US" altLang="zh-CN" sz="2000" b="1">
                <a:solidFill>
                  <a:srgbClr val="0000CC"/>
                </a:solidFill>
                <a:ea typeface="黑体" panose="02010609060101010101" pitchFamily="49" charset="-122"/>
              </a:rPr>
              <a:t>1  2  </a:t>
            </a:r>
            <a:r>
              <a:rPr lang="en-US" altLang="zh-CN" sz="2000" b="1">
                <a:solidFill>
                  <a:srgbClr val="0000CC"/>
                </a:solidFill>
                <a:ea typeface="黑体" panose="02010609060101010101" pitchFamily="49" charset="-122"/>
                <a:sym typeface="Symbol" panose="05050102010706020507" pitchFamily="18" charset="2"/>
              </a:rPr>
              <a:t>R</a:t>
            </a:r>
            <a:r>
              <a:rPr lang="en-US" altLang="zh-CN" sz="2000" b="1" baseline="-25000">
                <a:solidFill>
                  <a:srgbClr val="0000CC"/>
                </a:solidFill>
                <a:ea typeface="黑体" panose="02010609060101010101" pitchFamily="49" charset="-122"/>
                <a:sym typeface="Symbol" panose="05050102010706020507" pitchFamily="18" charset="2"/>
              </a:rPr>
              <a:t>1</a:t>
            </a:r>
          </a:p>
        </p:txBody>
      </p:sp>
      <p:grpSp>
        <p:nvGrpSpPr>
          <p:cNvPr id="579716" name="Group 132"/>
          <p:cNvGrpSpPr/>
          <p:nvPr/>
        </p:nvGrpSpPr>
        <p:grpSpPr bwMode="auto">
          <a:xfrm>
            <a:off x="6045068" y="3932965"/>
            <a:ext cx="1594246" cy="328613"/>
            <a:chOff x="3515" y="2704"/>
            <a:chExt cx="927" cy="207"/>
          </a:xfrm>
          <a:solidFill>
            <a:srgbClr val="66FF66"/>
          </a:solidFill>
        </p:grpSpPr>
        <p:grpSp>
          <p:nvGrpSpPr>
            <p:cNvPr id="579717" name="Group 133"/>
            <p:cNvGrpSpPr/>
            <p:nvPr/>
          </p:nvGrpSpPr>
          <p:grpSpPr bwMode="auto">
            <a:xfrm flipH="1">
              <a:off x="3515" y="2704"/>
              <a:ext cx="927" cy="197"/>
              <a:chOff x="1491" y="212"/>
              <a:chExt cx="853" cy="240"/>
            </a:xfrm>
            <a:grpFill/>
          </p:grpSpPr>
          <p:sp>
            <p:nvSpPr>
              <p:cNvPr id="579718" name="AutoShape 134"/>
              <p:cNvSpPr>
                <a:spLocks noChangeArrowheads="1"/>
              </p:cNvSpPr>
              <p:nvPr/>
            </p:nvSpPr>
            <p:spPr bwMode="auto">
              <a:xfrm>
                <a:off x="2089" y="271"/>
                <a:ext cx="255" cy="122"/>
              </a:xfrm>
              <a:prstGeom prst="rightArrow">
                <a:avLst>
                  <a:gd name="adj1" fmla="val 50000"/>
                  <a:gd name="adj2" fmla="val 52254"/>
                </a:avLst>
              </a:prstGeom>
              <a:grp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noProof="1">
                  <a:solidFill>
                    <a:srgbClr val="0000CC"/>
                  </a:solidFill>
                  <a:latin typeface="+mn-lt"/>
                  <a:ea typeface="黑体" panose="02010609060101010101" pitchFamily="2" charset="-122"/>
                </a:endParaRPr>
              </a:p>
            </p:txBody>
          </p:sp>
          <p:sp>
            <p:nvSpPr>
              <p:cNvPr id="579719" name="Rectangle 135"/>
              <p:cNvSpPr>
                <a:spLocks noChangeArrowheads="1"/>
              </p:cNvSpPr>
              <p:nvPr/>
            </p:nvSpPr>
            <p:spPr bwMode="auto">
              <a:xfrm>
                <a:off x="1491" y="212"/>
                <a:ext cx="632" cy="240"/>
              </a:xfrm>
              <a:prstGeom prst="rect">
                <a:avLst/>
              </a:prstGeom>
              <a:grpFill/>
              <a:ln w="9525">
                <a:solidFill>
                  <a:schemeClr val="tx1"/>
                </a:solidFill>
                <a:miter lim="800000"/>
              </a:ln>
              <a:effectLst/>
              <a:extLst>
                <a:ext uri="{AF507438-7753-43E0-B8FC-AC1667EBCBE1}">
                  <a14:hiddenEffects xmlns:a14="http://schemas.microsoft.com/office/drawing/2010/main">
                    <a:effectLst>
                      <a:outerShdw dist="45791" dir="2021404" algn="ctr" rotWithShape="0">
                        <a:schemeClr val="bg2"/>
                      </a:outerShdw>
                    </a:effectLst>
                  </a14:hiddenEffects>
                </a:ext>
              </a:extLst>
            </p:spPr>
            <p:txBody>
              <a:bodyPr wrap="none" anchor="ctr"/>
              <a:lstStyle/>
              <a:p>
                <a:endParaRPr lang="zh-CN" altLang="en-US" b="1" noProof="1">
                  <a:solidFill>
                    <a:srgbClr val="0000CC"/>
                  </a:solidFill>
                  <a:latin typeface="+mn-lt"/>
                  <a:ea typeface="黑体" panose="02010609060101010101" pitchFamily="2" charset="-122"/>
                </a:endParaRPr>
              </a:p>
            </p:txBody>
          </p:sp>
        </p:grpSp>
        <p:sp>
          <p:nvSpPr>
            <p:cNvPr id="579720" name="Text Box 136"/>
            <p:cNvSpPr txBox="1">
              <a:spLocks noChangeArrowheads="1"/>
            </p:cNvSpPr>
            <p:nvPr/>
          </p:nvSpPr>
          <p:spPr bwMode="auto">
            <a:xfrm>
              <a:off x="3771" y="2756"/>
              <a:ext cx="600" cy="155"/>
            </a:xfrm>
            <a:prstGeom prst="rect">
              <a:avLst/>
            </a:prstGeom>
            <a:no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nSpc>
                  <a:spcPct val="50000"/>
                </a:lnSpc>
              </a:pPr>
              <a:r>
                <a:rPr kumimoji="1" lang="en-US" altLang="zh-CN" sz="2000" b="1" noProof="1">
                  <a:solidFill>
                    <a:srgbClr val="0000CC"/>
                  </a:solidFill>
                  <a:latin typeface="+mn-lt"/>
                  <a:ea typeface="黑体" panose="02010609060101010101" pitchFamily="2" charset="-122"/>
                </a:rPr>
                <a:t>1  4  </a:t>
              </a:r>
              <a:r>
                <a:rPr kumimoji="1" lang="en-US" altLang="zh-CN" sz="2000" b="1" noProof="1">
                  <a:solidFill>
                    <a:srgbClr val="0000CC"/>
                  </a:solidFill>
                  <a:latin typeface="+mn-lt"/>
                  <a:ea typeface="黑体" panose="02010609060101010101" pitchFamily="2" charset="-122"/>
                  <a:sym typeface="Symbol" panose="05050102010706020507" pitchFamily="18" charset="2"/>
                </a:rPr>
                <a:t>R</a:t>
              </a:r>
              <a:r>
                <a:rPr kumimoji="1" lang="en-US" altLang="zh-CN" sz="2000" b="1" baseline="-25000" noProof="1">
                  <a:solidFill>
                    <a:srgbClr val="0000CC"/>
                  </a:solidFill>
                  <a:latin typeface="+mn-lt"/>
                  <a:ea typeface="黑体" panose="02010609060101010101" pitchFamily="2" charset="-122"/>
                  <a:sym typeface="Symbol" panose="05050102010706020507" pitchFamily="18" charset="2"/>
                </a:rPr>
                <a:t>1</a:t>
              </a:r>
            </a:p>
          </p:txBody>
        </p:sp>
      </p:grpSp>
      <p:grpSp>
        <p:nvGrpSpPr>
          <p:cNvPr id="579721" name="Group 137"/>
          <p:cNvGrpSpPr/>
          <p:nvPr/>
        </p:nvGrpSpPr>
        <p:grpSpPr bwMode="auto">
          <a:xfrm>
            <a:off x="6045069" y="5085491"/>
            <a:ext cx="1594247" cy="319088"/>
            <a:chOff x="3515" y="3540"/>
            <a:chExt cx="927" cy="201"/>
          </a:xfrm>
          <a:solidFill>
            <a:srgbClr val="66FF66"/>
          </a:solidFill>
        </p:grpSpPr>
        <p:grpSp>
          <p:nvGrpSpPr>
            <p:cNvPr id="579722" name="Group 138"/>
            <p:cNvGrpSpPr/>
            <p:nvPr/>
          </p:nvGrpSpPr>
          <p:grpSpPr bwMode="auto">
            <a:xfrm flipH="1">
              <a:off x="3515" y="3540"/>
              <a:ext cx="927" cy="197"/>
              <a:chOff x="1491" y="212"/>
              <a:chExt cx="853" cy="240"/>
            </a:xfrm>
            <a:grpFill/>
          </p:grpSpPr>
          <p:sp>
            <p:nvSpPr>
              <p:cNvPr id="579723" name="AutoShape 139"/>
              <p:cNvSpPr>
                <a:spLocks noChangeArrowheads="1"/>
              </p:cNvSpPr>
              <p:nvPr/>
            </p:nvSpPr>
            <p:spPr bwMode="auto">
              <a:xfrm>
                <a:off x="2089" y="271"/>
                <a:ext cx="255" cy="122"/>
              </a:xfrm>
              <a:prstGeom prst="rightArrow">
                <a:avLst>
                  <a:gd name="adj1" fmla="val 50000"/>
                  <a:gd name="adj2" fmla="val 52254"/>
                </a:avLst>
              </a:prstGeom>
              <a:grp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noProof="1">
                  <a:solidFill>
                    <a:srgbClr val="0000CC"/>
                  </a:solidFill>
                  <a:latin typeface="+mn-lt"/>
                  <a:ea typeface="黑体" panose="02010609060101010101" pitchFamily="2" charset="-122"/>
                </a:endParaRPr>
              </a:p>
            </p:txBody>
          </p:sp>
          <p:sp>
            <p:nvSpPr>
              <p:cNvPr id="579724" name="Rectangle 140"/>
              <p:cNvSpPr>
                <a:spLocks noChangeArrowheads="1"/>
              </p:cNvSpPr>
              <p:nvPr/>
            </p:nvSpPr>
            <p:spPr bwMode="auto">
              <a:xfrm>
                <a:off x="1491" y="212"/>
                <a:ext cx="632" cy="240"/>
              </a:xfrm>
              <a:prstGeom prst="rect">
                <a:avLst/>
              </a:prstGeom>
              <a:grpFill/>
              <a:ln w="9525">
                <a:solidFill>
                  <a:schemeClr val="tx1"/>
                </a:solidFill>
                <a:miter lim="800000"/>
              </a:ln>
              <a:effectLst/>
              <a:extLst>
                <a:ext uri="{AF507438-7753-43E0-B8FC-AC1667EBCBE1}">
                  <a14:hiddenEffects xmlns:a14="http://schemas.microsoft.com/office/drawing/2010/main">
                    <a:effectLst>
                      <a:outerShdw dist="45791" dir="2021404" algn="ctr" rotWithShape="0">
                        <a:schemeClr val="bg2"/>
                      </a:outerShdw>
                    </a:effectLst>
                  </a14:hiddenEffects>
                </a:ext>
              </a:extLst>
            </p:spPr>
            <p:txBody>
              <a:bodyPr wrap="none" anchor="ctr"/>
              <a:lstStyle/>
              <a:p>
                <a:endParaRPr lang="zh-CN" altLang="en-US" b="1" noProof="1">
                  <a:solidFill>
                    <a:srgbClr val="0000CC"/>
                  </a:solidFill>
                  <a:latin typeface="+mn-lt"/>
                  <a:ea typeface="黑体" panose="02010609060101010101" pitchFamily="2" charset="-122"/>
                </a:endParaRPr>
              </a:p>
            </p:txBody>
          </p:sp>
        </p:grpSp>
        <p:sp>
          <p:nvSpPr>
            <p:cNvPr id="579725" name="Text Box 141"/>
            <p:cNvSpPr txBox="1">
              <a:spLocks noChangeArrowheads="1"/>
            </p:cNvSpPr>
            <p:nvPr/>
          </p:nvSpPr>
          <p:spPr bwMode="auto">
            <a:xfrm>
              <a:off x="3748" y="3586"/>
              <a:ext cx="683" cy="155"/>
            </a:xfrm>
            <a:prstGeom prst="rect">
              <a:avLst/>
            </a:prstGeom>
            <a:no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nSpc>
                  <a:spcPct val="50000"/>
                </a:lnSpc>
              </a:pPr>
              <a:r>
                <a:rPr kumimoji="1" lang="en-US" altLang="zh-CN" sz="2000" b="1" noProof="1">
                  <a:solidFill>
                    <a:srgbClr val="0000CC"/>
                  </a:solidFill>
                  <a:latin typeface="+mn-lt"/>
                  <a:ea typeface="黑体" panose="02010609060101010101" pitchFamily="2" charset="-122"/>
                </a:rPr>
                <a:t>1  16  </a:t>
              </a:r>
              <a:r>
                <a:rPr kumimoji="1" lang="en-US" altLang="zh-CN" sz="2000" b="1" noProof="1">
                  <a:solidFill>
                    <a:srgbClr val="0000CC"/>
                  </a:solidFill>
                  <a:latin typeface="+mn-lt"/>
                  <a:ea typeface="黑体" panose="02010609060101010101" pitchFamily="2" charset="-122"/>
                  <a:sym typeface="Symbol" panose="05050102010706020507" pitchFamily="18" charset="2"/>
                </a:rPr>
                <a:t>R</a:t>
              </a:r>
              <a:r>
                <a:rPr kumimoji="1" lang="en-US" altLang="zh-CN" sz="2000" b="1" baseline="-25000" noProof="1">
                  <a:solidFill>
                    <a:srgbClr val="0000CC"/>
                  </a:solidFill>
                  <a:latin typeface="+mn-lt"/>
                  <a:ea typeface="黑体" panose="02010609060101010101" pitchFamily="2" charset="-122"/>
                  <a:sym typeface="Symbol" panose="05050102010706020507" pitchFamily="18" charset="2"/>
                </a:rPr>
                <a:t>1</a:t>
              </a:r>
            </a:p>
          </p:txBody>
        </p:sp>
      </p:grpSp>
      <p:sp>
        <p:nvSpPr>
          <p:cNvPr id="1035393" name="Text Box 142"/>
          <p:cNvSpPr txBox="1">
            <a:spLocks noChangeArrowheads="1"/>
          </p:cNvSpPr>
          <p:nvPr/>
        </p:nvSpPr>
        <p:spPr bwMode="auto">
          <a:xfrm rot="5400000">
            <a:off x="3154363" y="4594225"/>
            <a:ext cx="414338"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en-US" altLang="zh-CN" b="1">
                <a:solidFill>
                  <a:srgbClr val="0000CC"/>
                </a:solidFill>
                <a:ea typeface="黑体" panose="02010609060101010101" pitchFamily="49" charset="-122"/>
              </a:rPr>
              <a:t>…</a:t>
            </a:r>
          </a:p>
        </p:txBody>
      </p:sp>
      <p:sp>
        <p:nvSpPr>
          <p:cNvPr id="1035394" name="Text Box 143"/>
          <p:cNvSpPr txBox="1">
            <a:spLocks noChangeArrowheads="1"/>
          </p:cNvSpPr>
          <p:nvPr/>
        </p:nvSpPr>
        <p:spPr bwMode="auto">
          <a:xfrm>
            <a:off x="338138" y="5589588"/>
            <a:ext cx="9510712" cy="954087"/>
          </a:xfrm>
          <a:prstGeom prst="rect">
            <a:avLst/>
          </a:prstGeom>
          <a:solidFill>
            <a:srgbClr val="FFFF66"/>
          </a:solidFill>
          <a:ln w="9525">
            <a:solidFill>
              <a:schemeClr val="tx2"/>
            </a:solidFill>
            <a:miter lim="800000"/>
            <a:headEnd/>
            <a:tailEnd/>
          </a:ln>
        </p:spPr>
        <p:txBody>
          <a:bodyPr>
            <a:spAutoFit/>
          </a:bodyPr>
          <a:lstStyle/>
          <a:p>
            <a:pPr algn="just" eaLnBrk="0" hangingPunct="0"/>
            <a:r>
              <a:rPr lang="zh-CN" altLang="en-US" sz="2800" b="1">
                <a:solidFill>
                  <a:srgbClr val="0000CC"/>
                </a:solidFill>
                <a:ea typeface="黑体" panose="02010609060101010101" pitchFamily="49" charset="-122"/>
              </a:rPr>
              <a:t>这样不断更新下去，直到 </a:t>
            </a:r>
            <a:r>
              <a:rPr lang="en-US" altLang="zh-CN" sz="2800" b="1">
                <a:solidFill>
                  <a:srgbClr val="0000CC"/>
                </a:solidFill>
                <a:ea typeface="黑体" panose="02010609060101010101" pitchFamily="49" charset="-122"/>
              </a:rPr>
              <a:t>R</a:t>
            </a:r>
            <a:r>
              <a:rPr lang="en-US" altLang="zh-CN" sz="2800" b="1" baseline="-25000">
                <a:solidFill>
                  <a:srgbClr val="0000CC"/>
                </a:solidFill>
                <a:ea typeface="黑体" panose="02010609060101010101" pitchFamily="49" charset="-122"/>
              </a:rPr>
              <a:t>1 </a:t>
            </a:r>
            <a:r>
              <a:rPr lang="zh-CN" altLang="en-US" sz="2800" b="1">
                <a:solidFill>
                  <a:srgbClr val="0000CC"/>
                </a:solidFill>
                <a:ea typeface="黑体" panose="02010609060101010101" pitchFamily="49" charset="-122"/>
              </a:rPr>
              <a:t>和 </a:t>
            </a:r>
            <a:r>
              <a:rPr lang="en-US" altLang="zh-CN" sz="2800" b="1">
                <a:solidFill>
                  <a:srgbClr val="0000CC"/>
                </a:solidFill>
                <a:ea typeface="黑体" panose="02010609060101010101" pitchFamily="49" charset="-122"/>
              </a:rPr>
              <a:t>R</a:t>
            </a:r>
            <a:r>
              <a:rPr lang="en-US" altLang="zh-CN" sz="2800" b="1" baseline="-25000">
                <a:solidFill>
                  <a:srgbClr val="0000CC"/>
                </a:solidFill>
                <a:ea typeface="黑体" panose="02010609060101010101" pitchFamily="49" charset="-122"/>
              </a:rPr>
              <a:t>2 </a:t>
            </a:r>
            <a:r>
              <a:rPr lang="zh-CN" altLang="en-US" sz="2800" b="1">
                <a:solidFill>
                  <a:srgbClr val="0000CC"/>
                </a:solidFill>
                <a:ea typeface="黑体" panose="02010609060101010101" pitchFamily="49" charset="-122"/>
              </a:rPr>
              <a:t>到网 </a:t>
            </a:r>
            <a:r>
              <a:rPr lang="en-US" altLang="zh-CN" sz="2800" b="1">
                <a:solidFill>
                  <a:srgbClr val="0000CC"/>
                </a:solidFill>
                <a:ea typeface="黑体" panose="02010609060101010101" pitchFamily="49" charset="-122"/>
              </a:rPr>
              <a:t>1 </a:t>
            </a:r>
            <a:r>
              <a:rPr lang="zh-CN" altLang="en-US" sz="2800" b="1">
                <a:solidFill>
                  <a:srgbClr val="0000CC"/>
                </a:solidFill>
                <a:ea typeface="黑体" panose="02010609060101010101" pitchFamily="49" charset="-122"/>
              </a:rPr>
              <a:t>的距离都增大到 </a:t>
            </a:r>
            <a:r>
              <a:rPr lang="en-US" altLang="zh-CN" sz="2800" b="1">
                <a:solidFill>
                  <a:srgbClr val="0000CC"/>
                </a:solidFill>
                <a:ea typeface="黑体" panose="02010609060101010101" pitchFamily="49" charset="-122"/>
              </a:rPr>
              <a:t>16 </a:t>
            </a:r>
            <a:r>
              <a:rPr lang="zh-CN" altLang="en-US" sz="2800" b="1">
                <a:solidFill>
                  <a:srgbClr val="0000CC"/>
                </a:solidFill>
                <a:ea typeface="黑体" panose="02010609060101010101" pitchFamily="49" charset="-122"/>
              </a:rPr>
              <a:t>时，</a:t>
            </a:r>
            <a:r>
              <a:rPr lang="en-US" altLang="zh-CN" sz="2800" b="1">
                <a:solidFill>
                  <a:srgbClr val="0000CC"/>
                </a:solidFill>
                <a:ea typeface="黑体" panose="02010609060101010101" pitchFamily="49" charset="-122"/>
              </a:rPr>
              <a:t>R</a:t>
            </a:r>
            <a:r>
              <a:rPr lang="en-US" altLang="zh-CN" sz="2800" b="1" baseline="-25000">
                <a:solidFill>
                  <a:srgbClr val="0000CC"/>
                </a:solidFill>
                <a:ea typeface="黑体" panose="02010609060101010101" pitchFamily="49" charset="-122"/>
              </a:rPr>
              <a:t>1 </a:t>
            </a:r>
            <a:r>
              <a:rPr lang="zh-CN" altLang="en-US" sz="2800" b="1">
                <a:solidFill>
                  <a:srgbClr val="0000CC"/>
                </a:solidFill>
                <a:ea typeface="黑体" panose="02010609060101010101" pitchFamily="49" charset="-122"/>
              </a:rPr>
              <a:t>和 </a:t>
            </a:r>
            <a:r>
              <a:rPr lang="en-US" altLang="zh-CN" sz="2800" b="1">
                <a:solidFill>
                  <a:srgbClr val="0000CC"/>
                </a:solidFill>
                <a:ea typeface="黑体" panose="02010609060101010101" pitchFamily="49" charset="-122"/>
              </a:rPr>
              <a:t>R</a:t>
            </a:r>
            <a:r>
              <a:rPr lang="en-US" altLang="zh-CN" sz="2800" b="1" baseline="-25000">
                <a:solidFill>
                  <a:srgbClr val="0000CC"/>
                </a:solidFill>
                <a:ea typeface="黑体" panose="02010609060101010101" pitchFamily="49" charset="-122"/>
              </a:rPr>
              <a:t>2 </a:t>
            </a:r>
            <a:r>
              <a:rPr lang="zh-CN" altLang="en-US" sz="2800" b="1">
                <a:solidFill>
                  <a:srgbClr val="0000CC"/>
                </a:solidFill>
                <a:ea typeface="黑体" panose="02010609060101010101" pitchFamily="49" charset="-122"/>
              </a:rPr>
              <a:t>才知道网 </a:t>
            </a:r>
            <a:r>
              <a:rPr lang="en-US" altLang="zh-CN" sz="2800" b="1">
                <a:solidFill>
                  <a:srgbClr val="0000CC"/>
                </a:solidFill>
                <a:ea typeface="黑体" panose="02010609060101010101" pitchFamily="49" charset="-122"/>
              </a:rPr>
              <a:t>1 </a:t>
            </a:r>
            <a:r>
              <a:rPr lang="zh-CN" altLang="en-US" sz="2800" b="1">
                <a:solidFill>
                  <a:srgbClr val="0000CC"/>
                </a:solidFill>
                <a:ea typeface="黑体" panose="02010609060101010101" pitchFamily="49" charset="-122"/>
              </a:rPr>
              <a:t>是不可达的。 </a:t>
            </a:r>
          </a:p>
        </p:txBody>
      </p:sp>
      <p:sp>
        <p:nvSpPr>
          <p:cNvPr id="579728" name="Text Box 144"/>
          <p:cNvSpPr txBox="1">
            <a:spLocks noChangeArrowheads="1"/>
          </p:cNvSpPr>
          <p:nvPr/>
        </p:nvSpPr>
        <p:spPr bwMode="auto">
          <a:xfrm>
            <a:off x="338138" y="134938"/>
            <a:ext cx="9510712" cy="1384300"/>
          </a:xfrm>
          <a:prstGeom prst="rect">
            <a:avLst/>
          </a:prstGeom>
          <a:solidFill>
            <a:srgbClr val="CCECFF"/>
          </a:solidFill>
          <a:ln w="9525">
            <a:solidFill>
              <a:schemeClr val="tx2"/>
            </a:solidFill>
            <a:miter lim="800000"/>
            <a:headEnd/>
            <a:tailEnd/>
          </a:ln>
        </p:spPr>
        <p:txBody>
          <a:bodyPr>
            <a:spAutoFit/>
          </a:bodyPr>
          <a:lstStyle/>
          <a:p>
            <a:pPr algn="just" eaLnBrk="0" hangingPunct="0"/>
            <a:r>
              <a:rPr lang="zh-CN" altLang="en-US" sz="2800" b="1">
                <a:solidFill>
                  <a:srgbClr val="0000CC"/>
                </a:solidFill>
                <a:ea typeface="黑体" panose="02010609060101010101" pitchFamily="49" charset="-122"/>
              </a:rPr>
              <a:t>这就是</a:t>
            </a:r>
            <a:r>
              <a:rPr lang="zh-CN" altLang="en-US" sz="2800" b="1">
                <a:solidFill>
                  <a:srgbClr val="C00000"/>
                </a:solidFill>
                <a:ea typeface="黑体" panose="02010609060101010101" pitchFamily="49" charset="-122"/>
              </a:rPr>
              <a:t>好消息传播得快，而坏消息传播得慢</a:t>
            </a:r>
            <a:r>
              <a:rPr lang="zh-CN" altLang="en-US" sz="2800" b="1">
                <a:solidFill>
                  <a:srgbClr val="0000CC"/>
                </a:solidFill>
                <a:ea typeface="黑体" panose="02010609060101010101" pitchFamily="49" charset="-122"/>
              </a:rPr>
              <a:t>。网络出故障的传播时间往往需要较长的时间</a:t>
            </a:r>
            <a:r>
              <a:rPr lang="en-US" altLang="zh-CN" sz="2800" b="1">
                <a:solidFill>
                  <a:srgbClr val="0000CC"/>
                </a:solidFill>
                <a:ea typeface="黑体" panose="02010609060101010101" pitchFamily="49" charset="-122"/>
              </a:rPr>
              <a:t>(</a:t>
            </a:r>
            <a:r>
              <a:rPr lang="zh-CN" altLang="en-US" sz="2800" b="1">
                <a:solidFill>
                  <a:srgbClr val="0000CC"/>
                </a:solidFill>
                <a:ea typeface="黑体" panose="02010609060101010101" pitchFamily="49" charset="-122"/>
              </a:rPr>
              <a:t>例如数分钟</a:t>
            </a:r>
            <a:r>
              <a:rPr lang="en-US" altLang="zh-CN" sz="2800" b="1">
                <a:solidFill>
                  <a:srgbClr val="0000CC"/>
                </a:solidFill>
                <a:ea typeface="黑体" panose="02010609060101010101" pitchFamily="49" charset="-122"/>
              </a:rPr>
              <a:t>)</a:t>
            </a:r>
            <a:r>
              <a:rPr lang="zh-CN" altLang="en-US" sz="2800" b="1">
                <a:solidFill>
                  <a:srgbClr val="0000CC"/>
                </a:solidFill>
                <a:ea typeface="黑体" panose="02010609060101010101" pitchFamily="49" charset="-122"/>
              </a:rPr>
              <a:t>。这是 </a:t>
            </a:r>
            <a:r>
              <a:rPr lang="en-US" altLang="zh-CN" sz="2800" b="1">
                <a:solidFill>
                  <a:srgbClr val="0000CC"/>
                </a:solidFill>
                <a:ea typeface="黑体" panose="02010609060101010101" pitchFamily="49" charset="-122"/>
              </a:rPr>
              <a:t>RIP </a:t>
            </a:r>
            <a:r>
              <a:rPr lang="zh-CN" altLang="en-US" sz="2800" b="1">
                <a:solidFill>
                  <a:srgbClr val="0000CC"/>
                </a:solidFill>
                <a:ea typeface="黑体" panose="02010609060101010101" pitchFamily="49" charset="-122"/>
              </a:rPr>
              <a:t>的一个主要缺点。 </a:t>
            </a:r>
          </a:p>
        </p:txBody>
      </p:sp>
      <p:sp>
        <p:nvSpPr>
          <p:cNvPr id="1035396" name="灯片编号占位符 3"/>
          <p:cNvSpPr>
            <a:spLocks noGrp="1" noChangeArrowheads="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p>
            <a:fld id="{140C8BCF-E0D8-49EE-B17B-4DFDE66FCCF6}" type="slidenum">
              <a:rPr lang="zh-CN" altLang="en-US" smtClean="0"/>
              <a:pPr/>
              <a:t>32</a:t>
            </a:fld>
            <a:endParaRPr lang="en-US" altLang="zh-CN" smtClean="0"/>
          </a:p>
        </p:txBody>
      </p:sp>
      <p:sp>
        <p:nvSpPr>
          <p:cNvPr id="1035397" name="页脚占位符 4"/>
          <p:cNvSpPr>
            <a:spLocks noGrp="1" noChangeArrowheads="1"/>
          </p:cNvSpPr>
          <p:nvPr>
            <p:ph type="ftr"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p>
            <a:r>
              <a:rPr lang="en-US" altLang="zh-CN" smtClean="0"/>
              <a:t>ppt课件</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499"/>
                                          </p:stCondLst>
                                        </p:cTn>
                                        <p:tgtEl>
                                          <p:spTgt spid="57972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79728" grpId="0" animBg="1"/>
    </p:bld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37313" name="Rectangle 2"/>
          <p:cNvSpPr>
            <a:spLocks noGrp="1" noChangeArrowheads="1"/>
          </p:cNvSpPr>
          <p:nvPr>
            <p:ph type="title"/>
          </p:nvPr>
        </p:nvSpPr>
        <p:spPr>
          <a:xfrm>
            <a:off x="495300" y="188913"/>
            <a:ext cx="9066213" cy="792162"/>
          </a:xfrm>
        </p:spPr>
        <p:txBody>
          <a:bodyPr/>
          <a:lstStyle/>
          <a:p>
            <a:pPr algn="ctr"/>
            <a:r>
              <a:rPr lang="en-US" altLang="zh-CN" smtClean="0">
                <a:ea typeface="黑体" panose="02010609060101010101" pitchFamily="49" charset="-122"/>
              </a:rPr>
              <a:t>RIP </a:t>
            </a:r>
            <a:r>
              <a:rPr lang="zh-CN" altLang="en-US" smtClean="0">
                <a:ea typeface="黑体" panose="02010609060101010101" pitchFamily="49" charset="-122"/>
              </a:rPr>
              <a:t>协议的优缺点 </a:t>
            </a:r>
          </a:p>
        </p:txBody>
      </p:sp>
      <p:sp>
        <p:nvSpPr>
          <p:cNvPr id="1037314" name="Rectangle 3"/>
          <p:cNvSpPr>
            <a:spLocks noGrp="1" noChangeArrowheads="1"/>
          </p:cNvSpPr>
          <p:nvPr>
            <p:ph idx="1"/>
          </p:nvPr>
        </p:nvSpPr>
        <p:spPr>
          <a:xfrm>
            <a:off x="495300" y="1196975"/>
            <a:ext cx="9066213" cy="4933950"/>
          </a:xfrm>
        </p:spPr>
        <p:txBody>
          <a:bodyPr/>
          <a:lstStyle/>
          <a:p>
            <a:r>
              <a:rPr lang="zh-CN" altLang="en-US" smtClean="0">
                <a:solidFill>
                  <a:srgbClr val="FF0000"/>
                </a:solidFill>
                <a:ea typeface="黑体" panose="02010609060101010101" pitchFamily="49" charset="-122"/>
              </a:rPr>
              <a:t>优点：</a:t>
            </a:r>
            <a:endParaRPr lang="en-US" altLang="zh-CN" smtClean="0">
              <a:solidFill>
                <a:srgbClr val="FF0000"/>
              </a:solidFill>
              <a:ea typeface="黑体" panose="02010609060101010101" pitchFamily="49" charset="-122"/>
            </a:endParaRPr>
          </a:p>
          <a:p>
            <a:pPr lvl="1"/>
            <a:r>
              <a:rPr lang="zh-CN" altLang="en-US" smtClean="0">
                <a:ea typeface="黑体" panose="02010609060101010101" pitchFamily="49" charset="-122"/>
              </a:rPr>
              <a:t>实现简单，开销较小。</a:t>
            </a:r>
            <a:endParaRPr lang="en-US" altLang="zh-CN" smtClean="0">
              <a:ea typeface="黑体" panose="02010609060101010101" pitchFamily="49" charset="-122"/>
            </a:endParaRPr>
          </a:p>
          <a:p>
            <a:r>
              <a:rPr lang="zh-CN" altLang="en-US" smtClean="0">
                <a:solidFill>
                  <a:srgbClr val="0000FF"/>
                </a:solidFill>
                <a:ea typeface="黑体" panose="02010609060101010101" pitchFamily="49" charset="-122"/>
              </a:rPr>
              <a:t>缺点：</a:t>
            </a:r>
          </a:p>
          <a:p>
            <a:pPr lvl="1"/>
            <a:r>
              <a:rPr lang="en-US" altLang="zh-CN" smtClean="0">
                <a:ea typeface="黑体" panose="02010609060101010101" pitchFamily="49" charset="-122"/>
              </a:rPr>
              <a:t>RIP </a:t>
            </a:r>
            <a:r>
              <a:rPr lang="zh-CN" altLang="en-US" smtClean="0">
                <a:ea typeface="黑体" panose="02010609060101010101" pitchFamily="49" charset="-122"/>
              </a:rPr>
              <a:t>限制了网络的规模，它能使用的最大距离为 </a:t>
            </a:r>
            <a:r>
              <a:rPr lang="en-US" altLang="zh-CN" smtClean="0">
                <a:ea typeface="黑体" panose="02010609060101010101" pitchFamily="49" charset="-122"/>
              </a:rPr>
              <a:t>15</a:t>
            </a:r>
            <a:r>
              <a:rPr lang="zh-CN" altLang="en-US" smtClean="0">
                <a:ea typeface="黑体" panose="02010609060101010101" pitchFamily="49" charset="-122"/>
              </a:rPr>
              <a:t>（</a:t>
            </a:r>
            <a:r>
              <a:rPr lang="en-US" altLang="zh-CN" smtClean="0">
                <a:ea typeface="黑体" panose="02010609060101010101" pitchFamily="49" charset="-122"/>
              </a:rPr>
              <a:t>16 </a:t>
            </a:r>
            <a:r>
              <a:rPr lang="zh-CN" altLang="en-US" smtClean="0">
                <a:ea typeface="黑体" panose="02010609060101010101" pitchFamily="49" charset="-122"/>
              </a:rPr>
              <a:t>表示不可达）。</a:t>
            </a:r>
          </a:p>
          <a:p>
            <a:pPr lvl="1"/>
            <a:r>
              <a:rPr lang="zh-CN" altLang="en-US" smtClean="0">
                <a:ea typeface="黑体" panose="02010609060101010101" pitchFamily="49" charset="-122"/>
              </a:rPr>
              <a:t>路由器之间交换的路由信息是路由器中的完整路由表，因而随着网络规模的扩大，开销也就增加。 </a:t>
            </a:r>
          </a:p>
          <a:p>
            <a:pPr lvl="1"/>
            <a:r>
              <a:rPr lang="zh-CN" altLang="zh-CN" smtClean="0">
                <a:ea typeface="黑体" panose="02010609060101010101" pitchFamily="49" charset="-122"/>
              </a:rPr>
              <a:t>“坏消息传播得慢”，使更新过程的收敛时间过长</a:t>
            </a:r>
            <a:r>
              <a:rPr lang="zh-CN" altLang="en-US" smtClean="0">
                <a:ea typeface="黑体" panose="02010609060101010101" pitchFamily="49" charset="-122"/>
              </a:rPr>
              <a:t>。</a:t>
            </a:r>
          </a:p>
        </p:txBody>
      </p:sp>
      <p:sp>
        <p:nvSpPr>
          <p:cNvPr id="1037315" name="灯片编号占位符 3"/>
          <p:cNvSpPr>
            <a:spLocks noGrp="1" noChangeArrowheads="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95FB9B5F-574D-44A1-A0DF-9B9C3B7455D0}" type="slidenum">
              <a:rPr lang="zh-CN" altLang="en-US" smtClean="0"/>
              <a:pPr eaLnBrk="1" hangingPunct="1"/>
              <a:t>33</a:t>
            </a:fld>
            <a:endParaRPr lang="en-US" altLang="zh-CN" smtClean="0"/>
          </a:p>
        </p:txBody>
      </p:sp>
      <p:sp>
        <p:nvSpPr>
          <p:cNvPr id="1037316" name="页脚占位符 4"/>
          <p:cNvSpPr>
            <a:spLocks noGrp="1" noChangeArrowheads="1"/>
          </p:cNvSpPr>
          <p:nvPr>
            <p:ph type="ftr"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zh-CN" smtClean="0"/>
              <a:t>ppt课件</a:t>
            </a:r>
          </a:p>
        </p:txBody>
      </p:sp>
    </p:spTree>
  </p:cSld>
  <p:clrMapOvr>
    <a:masterClrMapping/>
  </p:clrMapOvr>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39361" name="Rectangle 2"/>
          <p:cNvSpPr>
            <a:spLocks noGrp="1" noChangeArrowheads="1"/>
          </p:cNvSpPr>
          <p:nvPr>
            <p:ph type="title"/>
          </p:nvPr>
        </p:nvSpPr>
        <p:spPr>
          <a:xfrm>
            <a:off x="495300" y="188913"/>
            <a:ext cx="9066213" cy="792162"/>
          </a:xfrm>
        </p:spPr>
        <p:txBody>
          <a:bodyPr/>
          <a:lstStyle/>
          <a:p>
            <a:r>
              <a:rPr lang="en-US" altLang="zh-CN" smtClean="0">
                <a:ea typeface="黑体" panose="02010609060101010101" pitchFamily="49" charset="-122"/>
              </a:rPr>
              <a:t>4.5.3  </a:t>
            </a:r>
            <a:r>
              <a:rPr lang="zh-CN" altLang="en-US" smtClean="0">
                <a:ea typeface="黑体" panose="02010609060101010101" pitchFamily="49" charset="-122"/>
              </a:rPr>
              <a:t>内部网关协议 </a:t>
            </a:r>
            <a:r>
              <a:rPr lang="en-US" altLang="zh-CN" smtClean="0">
                <a:ea typeface="黑体" panose="02010609060101010101" pitchFamily="49" charset="-122"/>
              </a:rPr>
              <a:t>OSPF</a:t>
            </a:r>
            <a:endParaRPr lang="en-US" altLang="zh-CN" sz="3600" smtClean="0">
              <a:ea typeface="黑体" panose="02010609060101010101" pitchFamily="49" charset="-122"/>
            </a:endParaRPr>
          </a:p>
        </p:txBody>
      </p:sp>
      <p:sp>
        <p:nvSpPr>
          <p:cNvPr id="1039362" name="Rectangle 3"/>
          <p:cNvSpPr>
            <a:spLocks noGrp="1" noChangeArrowheads="1"/>
          </p:cNvSpPr>
          <p:nvPr>
            <p:ph idx="1"/>
          </p:nvPr>
        </p:nvSpPr>
        <p:spPr>
          <a:xfrm>
            <a:off x="495300" y="1196975"/>
            <a:ext cx="9066213" cy="4933950"/>
          </a:xfrm>
        </p:spPr>
        <p:txBody>
          <a:bodyPr/>
          <a:lstStyle/>
          <a:p>
            <a:pPr>
              <a:spcBef>
                <a:spcPts val="1200"/>
              </a:spcBef>
            </a:pPr>
            <a:r>
              <a:rPr lang="zh-CN" altLang="zh-CN" u="sng" dirty="0" smtClean="0">
                <a:solidFill>
                  <a:srgbClr val="FF0000"/>
                </a:solidFill>
                <a:ea typeface="黑体" panose="02010609060101010101" pitchFamily="49" charset="-122"/>
              </a:rPr>
              <a:t>开放最短路径优先</a:t>
            </a:r>
            <a:r>
              <a:rPr lang="en-US" altLang="zh-CN" u="sng" dirty="0" smtClean="0">
                <a:solidFill>
                  <a:srgbClr val="FF0000"/>
                </a:solidFill>
                <a:ea typeface="黑体" panose="02010609060101010101" pitchFamily="49" charset="-122"/>
              </a:rPr>
              <a:t> OSPF (Open Shortest Path First)</a:t>
            </a:r>
            <a:r>
              <a:rPr lang="zh-CN" altLang="zh-CN" dirty="0" smtClean="0">
                <a:ea typeface="黑体" panose="02010609060101010101" pitchFamily="49" charset="-122"/>
              </a:rPr>
              <a:t>是为克服</a:t>
            </a:r>
            <a:r>
              <a:rPr lang="en-US" altLang="zh-CN" dirty="0" smtClean="0">
                <a:ea typeface="黑体" panose="02010609060101010101" pitchFamily="49" charset="-122"/>
              </a:rPr>
              <a:t> RIP </a:t>
            </a:r>
            <a:r>
              <a:rPr lang="zh-CN" altLang="zh-CN" dirty="0" smtClean="0">
                <a:ea typeface="黑体" panose="02010609060101010101" pitchFamily="49" charset="-122"/>
              </a:rPr>
              <a:t>的缺点在</a:t>
            </a:r>
            <a:r>
              <a:rPr lang="en-US" altLang="zh-CN" dirty="0" smtClean="0">
                <a:ea typeface="黑体" panose="02010609060101010101" pitchFamily="49" charset="-122"/>
              </a:rPr>
              <a:t>1989</a:t>
            </a:r>
            <a:r>
              <a:rPr lang="zh-CN" altLang="zh-CN" dirty="0" smtClean="0">
                <a:ea typeface="黑体" panose="02010609060101010101" pitchFamily="49" charset="-122"/>
              </a:rPr>
              <a:t>年开发出来的。</a:t>
            </a:r>
            <a:endParaRPr lang="en-US" altLang="zh-CN" dirty="0" smtClean="0">
              <a:ea typeface="黑体" panose="02010609060101010101" pitchFamily="49" charset="-122"/>
            </a:endParaRPr>
          </a:p>
          <a:p>
            <a:pPr>
              <a:spcBef>
                <a:spcPts val="1200"/>
              </a:spcBef>
            </a:pPr>
            <a:r>
              <a:rPr lang="en-US" altLang="zh-CN" dirty="0" smtClean="0">
                <a:solidFill>
                  <a:srgbClr val="0000FF"/>
                </a:solidFill>
                <a:ea typeface="黑体" panose="02010609060101010101" pitchFamily="49" charset="-122"/>
              </a:rPr>
              <a:t>OSPF </a:t>
            </a:r>
            <a:r>
              <a:rPr lang="zh-CN" altLang="zh-CN" dirty="0" smtClean="0">
                <a:solidFill>
                  <a:srgbClr val="0000FF"/>
                </a:solidFill>
                <a:ea typeface="黑体" panose="02010609060101010101" pitchFamily="49" charset="-122"/>
              </a:rPr>
              <a:t>的原理很简单，但实现起来却较复杂。</a:t>
            </a:r>
            <a:endParaRPr lang="en-US" altLang="zh-CN" dirty="0" smtClean="0">
              <a:solidFill>
                <a:srgbClr val="0000FF"/>
              </a:solidFill>
              <a:ea typeface="黑体" panose="02010609060101010101" pitchFamily="49" charset="-122"/>
            </a:endParaRPr>
          </a:p>
        </p:txBody>
      </p:sp>
      <p:sp>
        <p:nvSpPr>
          <p:cNvPr id="1039363" name="灯片编号占位符 3"/>
          <p:cNvSpPr>
            <a:spLocks noGrp="1" noChangeArrowheads="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53A4AC5A-859B-468A-8C8A-880195548DC4}" type="slidenum">
              <a:rPr lang="zh-CN" altLang="en-US" smtClean="0"/>
              <a:pPr eaLnBrk="1" hangingPunct="1"/>
              <a:t>34</a:t>
            </a:fld>
            <a:endParaRPr lang="en-US" altLang="zh-CN" smtClean="0"/>
          </a:p>
        </p:txBody>
      </p:sp>
      <p:sp>
        <p:nvSpPr>
          <p:cNvPr id="1039364" name="页脚占位符 4"/>
          <p:cNvSpPr>
            <a:spLocks noGrp="1" noChangeArrowheads="1"/>
          </p:cNvSpPr>
          <p:nvPr>
            <p:ph type="ftr"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zh-CN" smtClean="0"/>
              <a:t>ppt课件</a:t>
            </a:r>
          </a:p>
        </p:txBody>
      </p:sp>
    </p:spTree>
  </p:cSld>
  <p:clrMapOvr>
    <a:masterClrMapping/>
  </p:clrMapOvr>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1409" name="Rectangle 2"/>
          <p:cNvSpPr>
            <a:spLocks noGrp="1" noChangeArrowheads="1"/>
          </p:cNvSpPr>
          <p:nvPr>
            <p:ph type="title"/>
          </p:nvPr>
        </p:nvSpPr>
        <p:spPr>
          <a:xfrm>
            <a:off x="495300" y="188913"/>
            <a:ext cx="9066213" cy="792162"/>
          </a:xfrm>
        </p:spPr>
        <p:txBody>
          <a:bodyPr/>
          <a:lstStyle/>
          <a:p>
            <a:pPr>
              <a:lnSpc>
                <a:spcPct val="90000"/>
              </a:lnSpc>
            </a:pPr>
            <a:r>
              <a:rPr lang="en-US" altLang="zh-CN" smtClean="0">
                <a:ea typeface="黑体" panose="02010609060101010101" pitchFamily="49" charset="-122"/>
              </a:rPr>
              <a:t>1.  OSPF </a:t>
            </a:r>
            <a:r>
              <a:rPr lang="zh-CN" altLang="en-US" smtClean="0">
                <a:ea typeface="黑体" panose="02010609060101010101" pitchFamily="49" charset="-122"/>
              </a:rPr>
              <a:t>协议的基本特点</a:t>
            </a:r>
          </a:p>
        </p:txBody>
      </p:sp>
      <p:sp>
        <p:nvSpPr>
          <p:cNvPr id="580611" name="Rectangle 3"/>
          <p:cNvSpPr>
            <a:spLocks noGrp="1" noChangeArrowheads="1"/>
          </p:cNvSpPr>
          <p:nvPr>
            <p:ph idx="1"/>
          </p:nvPr>
        </p:nvSpPr>
        <p:spPr>
          <a:xfrm>
            <a:off x="495300" y="1196975"/>
            <a:ext cx="9066213" cy="4933950"/>
          </a:xfrm>
        </p:spPr>
        <p:txBody>
          <a:bodyPr/>
          <a:lstStyle/>
          <a:p>
            <a:pPr>
              <a:spcBef>
                <a:spcPts val="1200"/>
              </a:spcBef>
            </a:pPr>
            <a:r>
              <a:rPr lang="zh-CN" altLang="en-US" smtClean="0">
                <a:ea typeface="黑体" panose="02010609060101010101" pitchFamily="49" charset="-122"/>
              </a:rPr>
              <a:t>“</a:t>
            </a:r>
            <a:r>
              <a:rPr lang="zh-CN" altLang="en-US" smtClean="0">
                <a:solidFill>
                  <a:srgbClr val="FF0000"/>
                </a:solidFill>
                <a:ea typeface="黑体" panose="02010609060101010101" pitchFamily="49" charset="-122"/>
              </a:rPr>
              <a:t>开放</a:t>
            </a:r>
            <a:r>
              <a:rPr lang="zh-CN" altLang="en-US" smtClean="0">
                <a:ea typeface="黑体" panose="02010609060101010101" pitchFamily="49" charset="-122"/>
              </a:rPr>
              <a:t>”表明 </a:t>
            </a:r>
            <a:r>
              <a:rPr lang="en-US" altLang="zh-CN" smtClean="0">
                <a:ea typeface="黑体" panose="02010609060101010101" pitchFamily="49" charset="-122"/>
              </a:rPr>
              <a:t>OSPF </a:t>
            </a:r>
            <a:r>
              <a:rPr lang="zh-CN" altLang="en-US" smtClean="0">
                <a:ea typeface="黑体" panose="02010609060101010101" pitchFamily="49" charset="-122"/>
              </a:rPr>
              <a:t>协议不是受某一家厂商控制，而是公开发表的。</a:t>
            </a:r>
          </a:p>
          <a:p>
            <a:pPr>
              <a:spcBef>
                <a:spcPts val="1200"/>
              </a:spcBef>
            </a:pPr>
            <a:r>
              <a:rPr lang="zh-CN" altLang="en-US" smtClean="0">
                <a:ea typeface="黑体" panose="02010609060101010101" pitchFamily="49" charset="-122"/>
              </a:rPr>
              <a:t>“</a:t>
            </a:r>
            <a:r>
              <a:rPr lang="zh-CN" altLang="en-US" smtClean="0">
                <a:solidFill>
                  <a:srgbClr val="FF0000"/>
                </a:solidFill>
                <a:ea typeface="黑体" panose="02010609060101010101" pitchFamily="49" charset="-122"/>
              </a:rPr>
              <a:t>最短路径优先</a:t>
            </a:r>
            <a:r>
              <a:rPr lang="zh-CN" altLang="en-US" smtClean="0">
                <a:ea typeface="黑体" panose="02010609060101010101" pitchFamily="49" charset="-122"/>
              </a:rPr>
              <a:t>”是因为使用了 </a:t>
            </a:r>
            <a:r>
              <a:rPr lang="en-US" altLang="zh-CN" smtClean="0">
                <a:ea typeface="黑体" panose="02010609060101010101" pitchFamily="49" charset="-122"/>
              </a:rPr>
              <a:t>Dijkstra </a:t>
            </a:r>
            <a:r>
              <a:rPr lang="zh-CN" altLang="en-US" smtClean="0">
                <a:ea typeface="黑体" panose="02010609060101010101" pitchFamily="49" charset="-122"/>
              </a:rPr>
              <a:t>提出的最短路径算法 </a:t>
            </a:r>
            <a:r>
              <a:rPr lang="en-US" altLang="zh-CN" smtClean="0">
                <a:ea typeface="黑体" panose="02010609060101010101" pitchFamily="49" charset="-122"/>
              </a:rPr>
              <a:t>SPF</a:t>
            </a:r>
          </a:p>
          <a:p>
            <a:pPr>
              <a:spcBef>
                <a:spcPts val="1200"/>
              </a:spcBef>
            </a:pPr>
            <a:r>
              <a:rPr lang="zh-CN" altLang="en-US" smtClean="0">
                <a:ea typeface="黑体" panose="02010609060101010101" pitchFamily="49" charset="-122"/>
              </a:rPr>
              <a:t>采用</a:t>
            </a:r>
            <a:r>
              <a:rPr lang="zh-CN" altLang="en-US" smtClean="0">
                <a:solidFill>
                  <a:srgbClr val="FF0000"/>
                </a:solidFill>
                <a:ea typeface="黑体" panose="02010609060101010101" pitchFamily="49" charset="-122"/>
              </a:rPr>
              <a:t>分布式的链路状态协议</a:t>
            </a:r>
            <a:r>
              <a:rPr lang="zh-CN" altLang="en-US" smtClean="0">
                <a:ea typeface="黑体" panose="02010609060101010101" pitchFamily="49" charset="-122"/>
              </a:rPr>
              <a:t> </a:t>
            </a:r>
            <a:r>
              <a:rPr lang="en-US" altLang="zh-CN" smtClean="0">
                <a:ea typeface="黑体" panose="02010609060101010101" pitchFamily="49" charset="-122"/>
              </a:rPr>
              <a:t>(link state protocol)</a:t>
            </a:r>
            <a:r>
              <a:rPr lang="zh-CN" altLang="en-US" smtClean="0">
                <a:ea typeface="黑体" panose="02010609060101010101" pitchFamily="49" charset="-122"/>
              </a:rPr>
              <a:t>。 </a:t>
            </a:r>
          </a:p>
          <a:p>
            <a:pPr>
              <a:spcBef>
                <a:spcPts val="1200"/>
              </a:spcBef>
            </a:pPr>
            <a:r>
              <a:rPr lang="zh-CN" altLang="en-US" smtClean="0">
                <a:solidFill>
                  <a:srgbClr val="0000FF"/>
                </a:solidFill>
                <a:ea typeface="黑体" panose="02010609060101010101" pitchFamily="49" charset="-122"/>
              </a:rPr>
              <a:t>注意：</a:t>
            </a:r>
            <a:r>
              <a:rPr lang="en-US" altLang="zh-CN" smtClean="0">
                <a:ea typeface="黑体" panose="02010609060101010101" pitchFamily="49" charset="-122"/>
              </a:rPr>
              <a:t>OSPF </a:t>
            </a:r>
            <a:r>
              <a:rPr lang="zh-CN" altLang="en-US" smtClean="0">
                <a:ea typeface="黑体" panose="02010609060101010101" pitchFamily="49" charset="-122"/>
              </a:rPr>
              <a:t>只是一个协议的名字，它并不表示其他的路由选择协议不是“最短路径优先”。</a:t>
            </a:r>
          </a:p>
        </p:txBody>
      </p:sp>
      <p:sp>
        <p:nvSpPr>
          <p:cNvPr id="1041411" name="灯片编号占位符 3"/>
          <p:cNvSpPr>
            <a:spLocks noGrp="1" noChangeArrowheads="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82F242E5-FEB6-446C-A5FF-7404BC57CB5C}" type="slidenum">
              <a:rPr lang="zh-CN" altLang="en-US" smtClean="0"/>
              <a:pPr eaLnBrk="1" hangingPunct="1"/>
              <a:t>35</a:t>
            </a:fld>
            <a:endParaRPr lang="en-US" altLang="zh-CN" smtClean="0"/>
          </a:p>
        </p:txBody>
      </p:sp>
      <p:sp>
        <p:nvSpPr>
          <p:cNvPr id="1041412" name="页脚占位符 4"/>
          <p:cNvSpPr>
            <a:spLocks noGrp="1" noChangeArrowheads="1"/>
          </p:cNvSpPr>
          <p:nvPr>
            <p:ph type="ftr"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zh-CN" smtClean="0"/>
              <a:t>ppt课件</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80611">
                                            <p:txEl>
                                              <p:pRg st="0" end="0"/>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580611">
                                            <p:txEl>
                                              <p:pRg st="1" end="1"/>
                                            </p:txEl>
                                          </p:spTgt>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580611">
                                            <p:txEl>
                                              <p:pRg st="2" end="2"/>
                                            </p:txEl>
                                          </p:spTgt>
                                        </p:tgtEl>
                                        <p:attrNameLst>
                                          <p:attrName>style.visibility</p:attrName>
                                        </p:attrNameLst>
                                      </p:cBhvr>
                                      <p:to>
                                        <p:strVal val="visible"/>
                                      </p:to>
                                    </p:set>
                                  </p:childTnLst>
                                </p:cTn>
                              </p:par>
                            </p:childTnLst>
                          </p:cTn>
                        </p:par>
                      </p:childTnLst>
                    </p:cTn>
                  </p:par>
                  <p:par>
                    <p:cTn id="15" fill="hold" nodeType="clickPar">
                      <p:stCondLst>
                        <p:cond delay="indefinite"/>
                      </p:stCondLst>
                      <p:childTnLst>
                        <p:par>
                          <p:cTn id="16" fill="hold" nodeType="withGroup">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580611">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80611" grpId="0" build="p"/>
    </p:bld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3457" name="Rectangle 2"/>
          <p:cNvSpPr>
            <a:spLocks noGrp="1" noChangeArrowheads="1"/>
          </p:cNvSpPr>
          <p:nvPr>
            <p:ph type="title"/>
          </p:nvPr>
        </p:nvSpPr>
        <p:spPr>
          <a:xfrm>
            <a:off x="495300" y="188913"/>
            <a:ext cx="9066213" cy="792162"/>
          </a:xfrm>
        </p:spPr>
        <p:txBody>
          <a:bodyPr/>
          <a:lstStyle/>
          <a:p>
            <a:pPr algn="ctr"/>
            <a:r>
              <a:rPr lang="zh-CN" altLang="en-US" smtClean="0">
                <a:ea typeface="黑体" panose="02010609060101010101" pitchFamily="49" charset="-122"/>
              </a:rPr>
              <a:t>三个要点 </a:t>
            </a:r>
          </a:p>
        </p:txBody>
      </p:sp>
      <p:sp>
        <p:nvSpPr>
          <p:cNvPr id="581635" name="Rectangle 3"/>
          <p:cNvSpPr>
            <a:spLocks noGrp="1" noChangeArrowheads="1"/>
          </p:cNvSpPr>
          <p:nvPr>
            <p:ph idx="1"/>
          </p:nvPr>
        </p:nvSpPr>
        <p:spPr>
          <a:xfrm>
            <a:off x="495300" y="1196975"/>
            <a:ext cx="9066213" cy="4933950"/>
          </a:xfrm>
        </p:spPr>
        <p:txBody>
          <a:bodyPr/>
          <a:lstStyle/>
          <a:p>
            <a:r>
              <a:rPr lang="zh-CN" altLang="en-US" smtClean="0">
                <a:solidFill>
                  <a:srgbClr val="FF0000"/>
                </a:solidFill>
                <a:ea typeface="黑体" panose="02010609060101010101" pitchFamily="49" charset="-122"/>
              </a:rPr>
              <a:t>向本自治系统中所有路由器发送信息，</a:t>
            </a:r>
            <a:r>
              <a:rPr lang="zh-CN" altLang="en-US" smtClean="0">
                <a:ea typeface="黑体" panose="02010609060101010101" pitchFamily="49" charset="-122"/>
              </a:rPr>
              <a:t>这里使用的方法是</a:t>
            </a:r>
            <a:r>
              <a:rPr lang="zh-CN" altLang="en-US" smtClean="0">
                <a:solidFill>
                  <a:srgbClr val="FF0000"/>
                </a:solidFill>
                <a:ea typeface="黑体" panose="02010609060101010101" pitchFamily="49" charset="-122"/>
              </a:rPr>
              <a:t>洪泛法。</a:t>
            </a:r>
          </a:p>
          <a:p>
            <a:r>
              <a:rPr lang="zh-CN" altLang="en-US" smtClean="0">
                <a:ea typeface="黑体" panose="02010609060101010101" pitchFamily="49" charset="-122"/>
              </a:rPr>
              <a:t>发送的信息就是与本路由器</a:t>
            </a:r>
            <a:r>
              <a:rPr lang="zh-CN" altLang="en-US" smtClean="0">
                <a:solidFill>
                  <a:srgbClr val="FF0000"/>
                </a:solidFill>
                <a:ea typeface="黑体" panose="02010609060101010101" pitchFamily="49" charset="-122"/>
              </a:rPr>
              <a:t>相邻</a:t>
            </a:r>
            <a:r>
              <a:rPr lang="zh-CN" altLang="en-US" smtClean="0">
                <a:ea typeface="黑体" panose="02010609060101010101" pitchFamily="49" charset="-122"/>
              </a:rPr>
              <a:t>的所有路由器的链路状态，但这只是路由器所知道的</a:t>
            </a:r>
            <a:r>
              <a:rPr lang="zh-CN" altLang="en-US" smtClean="0">
                <a:solidFill>
                  <a:srgbClr val="FF0000"/>
                </a:solidFill>
                <a:ea typeface="黑体" panose="02010609060101010101" pitchFamily="49" charset="-122"/>
              </a:rPr>
              <a:t>部分信息。</a:t>
            </a:r>
            <a:endParaRPr lang="en-US" altLang="zh-CN" smtClean="0">
              <a:solidFill>
                <a:srgbClr val="FF0000"/>
              </a:solidFill>
              <a:ea typeface="黑体" panose="02010609060101010101" pitchFamily="49" charset="-122"/>
            </a:endParaRPr>
          </a:p>
          <a:p>
            <a:pPr lvl="1"/>
            <a:r>
              <a:rPr lang="zh-CN" altLang="en-US" smtClean="0">
                <a:solidFill>
                  <a:srgbClr val="0000FF"/>
                </a:solidFill>
                <a:ea typeface="黑体" panose="02010609060101010101" pitchFamily="49" charset="-122"/>
              </a:rPr>
              <a:t>“链路状态”就是说明本路由器都和哪些路由器相邻，以及该链路的“</a:t>
            </a:r>
            <a:r>
              <a:rPr lang="zh-CN" altLang="en-US" smtClean="0">
                <a:solidFill>
                  <a:srgbClr val="FF0000"/>
                </a:solidFill>
                <a:ea typeface="黑体" panose="02010609060101010101" pitchFamily="49" charset="-122"/>
              </a:rPr>
              <a:t>度量</a:t>
            </a:r>
            <a:r>
              <a:rPr lang="zh-CN" altLang="en-US" smtClean="0">
                <a:solidFill>
                  <a:srgbClr val="0000FF"/>
                </a:solidFill>
                <a:ea typeface="黑体" panose="02010609060101010101" pitchFamily="49" charset="-122"/>
              </a:rPr>
              <a:t>”</a:t>
            </a:r>
            <a:r>
              <a:rPr lang="en-US" altLang="zh-CN" smtClean="0">
                <a:solidFill>
                  <a:srgbClr val="0000FF"/>
                </a:solidFill>
                <a:ea typeface="黑体" panose="02010609060101010101" pitchFamily="49" charset="-122"/>
              </a:rPr>
              <a:t>(metric)</a:t>
            </a:r>
            <a:r>
              <a:rPr lang="zh-CN" altLang="en-US" smtClean="0">
                <a:solidFill>
                  <a:srgbClr val="0000FF"/>
                </a:solidFill>
                <a:ea typeface="黑体" panose="02010609060101010101" pitchFamily="49" charset="-122"/>
              </a:rPr>
              <a:t>。 </a:t>
            </a:r>
          </a:p>
          <a:p>
            <a:r>
              <a:rPr lang="zh-CN" altLang="en-US" smtClean="0">
                <a:ea typeface="黑体" panose="02010609060101010101" pitchFamily="49" charset="-122"/>
              </a:rPr>
              <a:t>只有当链路状态</a:t>
            </a:r>
            <a:r>
              <a:rPr lang="zh-CN" altLang="en-US" smtClean="0">
                <a:solidFill>
                  <a:srgbClr val="FF0000"/>
                </a:solidFill>
                <a:ea typeface="黑体" panose="02010609060101010101" pitchFamily="49" charset="-122"/>
              </a:rPr>
              <a:t>发生变化</a:t>
            </a:r>
            <a:r>
              <a:rPr lang="zh-CN" altLang="en-US" smtClean="0">
                <a:ea typeface="黑体" panose="02010609060101010101" pitchFamily="49" charset="-122"/>
              </a:rPr>
              <a:t>时，路由器才用洪泛法向所有路由器发送此信息。  </a:t>
            </a:r>
          </a:p>
        </p:txBody>
      </p:sp>
      <p:sp>
        <p:nvSpPr>
          <p:cNvPr id="1043459" name="灯片编号占位符 3"/>
          <p:cNvSpPr>
            <a:spLocks noGrp="1" noChangeArrowheads="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A7A6833B-DB81-47E0-A412-D074A45D1943}" type="slidenum">
              <a:rPr lang="zh-CN" altLang="en-US" smtClean="0"/>
              <a:pPr eaLnBrk="1" hangingPunct="1"/>
              <a:t>36</a:t>
            </a:fld>
            <a:endParaRPr lang="en-US" altLang="zh-CN" smtClean="0"/>
          </a:p>
        </p:txBody>
      </p:sp>
      <p:sp>
        <p:nvSpPr>
          <p:cNvPr id="1043460" name="页脚占位符 4"/>
          <p:cNvSpPr>
            <a:spLocks noGrp="1" noChangeArrowheads="1"/>
          </p:cNvSpPr>
          <p:nvPr>
            <p:ph type="ftr"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zh-CN" smtClean="0"/>
              <a:t>ppt课件</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81635">
                                            <p:txEl>
                                              <p:pRg st="1" end="1"/>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581635">
                                            <p:txEl>
                                              <p:pRg st="2" end="2"/>
                                            </p:txEl>
                                          </p:spTgt>
                                        </p:tgtEl>
                                        <p:attrNameLst>
                                          <p:attrName>style.visibility</p:attrName>
                                        </p:attrNameLst>
                                      </p:cBhvr>
                                      <p:to>
                                        <p:strVal val="visible"/>
                                      </p:to>
                                    </p:set>
                                  </p:childTnLst>
                                </p:cTn>
                              </p:par>
                            </p:childTnLst>
                          </p:cTn>
                        </p:par>
                      </p:childTnLst>
                    </p:cTn>
                  </p:par>
                  <p:par>
                    <p:cTn id="9" fill="hold" nodeType="clickPar">
                      <p:stCondLst>
                        <p:cond delay="indefinite"/>
                      </p:stCondLst>
                      <p:childTnLst>
                        <p:par>
                          <p:cTn id="10" fill="hold" nodeType="withGroup">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581635">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81635" grpId="0" build="p"/>
    </p:bld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5505" name="Rectangle 2"/>
          <p:cNvSpPr>
            <a:spLocks noGrp="1" noChangeArrowheads="1"/>
          </p:cNvSpPr>
          <p:nvPr>
            <p:ph type="title"/>
          </p:nvPr>
        </p:nvSpPr>
        <p:spPr>
          <a:xfrm>
            <a:off x="495300" y="188913"/>
            <a:ext cx="9066213" cy="792162"/>
          </a:xfrm>
        </p:spPr>
        <p:txBody>
          <a:bodyPr/>
          <a:lstStyle/>
          <a:p>
            <a:pPr algn="ctr"/>
            <a:r>
              <a:rPr lang="zh-CN" altLang="en-US" sz="4000" smtClean="0">
                <a:ea typeface="黑体" panose="02010609060101010101" pitchFamily="49" charset="-122"/>
              </a:rPr>
              <a:t>链路状态数据库 </a:t>
            </a:r>
            <a:r>
              <a:rPr lang="en-US" altLang="zh-CN" sz="3200" smtClean="0">
                <a:ea typeface="黑体" panose="02010609060101010101" pitchFamily="49" charset="-122"/>
              </a:rPr>
              <a:t>(link-state database)</a:t>
            </a:r>
            <a:r>
              <a:rPr lang="en-US" altLang="zh-CN" sz="4000" smtClean="0">
                <a:ea typeface="黑体" panose="02010609060101010101" pitchFamily="49" charset="-122"/>
              </a:rPr>
              <a:t> </a:t>
            </a:r>
          </a:p>
        </p:txBody>
      </p:sp>
      <p:sp>
        <p:nvSpPr>
          <p:cNvPr id="582659" name="Rectangle 3"/>
          <p:cNvSpPr>
            <a:spLocks noGrp="1" noChangeArrowheads="1"/>
          </p:cNvSpPr>
          <p:nvPr>
            <p:ph idx="1"/>
          </p:nvPr>
        </p:nvSpPr>
        <p:spPr>
          <a:xfrm>
            <a:off x="495300" y="1196975"/>
            <a:ext cx="9066213" cy="4933950"/>
          </a:xfrm>
        </p:spPr>
        <p:txBody>
          <a:bodyPr/>
          <a:lstStyle/>
          <a:p>
            <a:pPr>
              <a:lnSpc>
                <a:spcPct val="100000"/>
              </a:lnSpc>
            </a:pPr>
            <a:r>
              <a:rPr lang="zh-CN" altLang="en-US" dirty="0" smtClean="0">
                <a:ea typeface="黑体" panose="02010609060101010101" pitchFamily="49" charset="-122"/>
              </a:rPr>
              <a:t>由于各路由器之间频繁地交换链路状态信息，因此</a:t>
            </a:r>
            <a:r>
              <a:rPr lang="zh-CN" altLang="en-US" dirty="0" smtClean="0">
                <a:solidFill>
                  <a:srgbClr val="FF0000"/>
                </a:solidFill>
                <a:ea typeface="黑体" panose="02010609060101010101" pitchFamily="49" charset="-122"/>
              </a:rPr>
              <a:t>所有的路由器</a:t>
            </a:r>
            <a:r>
              <a:rPr lang="zh-CN" altLang="en-US" dirty="0" smtClean="0">
                <a:ea typeface="黑体" panose="02010609060101010101" pitchFamily="49" charset="-122"/>
              </a:rPr>
              <a:t>最终都能建立一个</a:t>
            </a:r>
            <a:r>
              <a:rPr lang="zh-CN" altLang="en-US" dirty="0" smtClean="0">
                <a:solidFill>
                  <a:srgbClr val="FF0000"/>
                </a:solidFill>
                <a:ea typeface="黑体" panose="02010609060101010101" pitchFamily="49" charset="-122"/>
              </a:rPr>
              <a:t>链路状态数据库</a:t>
            </a:r>
            <a:r>
              <a:rPr lang="zh-CN" altLang="en-US" dirty="0" smtClean="0">
                <a:ea typeface="黑体" panose="02010609060101010101" pitchFamily="49" charset="-122"/>
              </a:rPr>
              <a:t>。</a:t>
            </a:r>
          </a:p>
          <a:p>
            <a:pPr>
              <a:lnSpc>
                <a:spcPct val="100000"/>
              </a:lnSpc>
            </a:pPr>
            <a:r>
              <a:rPr lang="zh-CN" altLang="en-US" dirty="0" smtClean="0">
                <a:ea typeface="黑体" panose="02010609060101010101" pitchFamily="49" charset="-122"/>
              </a:rPr>
              <a:t>这个数据库实际上就是</a:t>
            </a:r>
            <a:r>
              <a:rPr lang="zh-CN" altLang="en-US" dirty="0" smtClean="0">
                <a:solidFill>
                  <a:srgbClr val="FF0000"/>
                </a:solidFill>
                <a:ea typeface="黑体" panose="02010609060101010101" pitchFamily="49" charset="-122"/>
              </a:rPr>
              <a:t>全网的拓扑结构图，它在全网范围内是一致的</a:t>
            </a:r>
            <a:r>
              <a:rPr lang="zh-CN" altLang="en-US" dirty="0" smtClean="0">
                <a:ea typeface="黑体" panose="02010609060101010101" pitchFamily="49" charset="-122"/>
              </a:rPr>
              <a:t>（这称为链路状态数据库的同步）。</a:t>
            </a:r>
          </a:p>
          <a:p>
            <a:pPr>
              <a:lnSpc>
                <a:spcPct val="100000"/>
              </a:lnSpc>
            </a:pPr>
            <a:r>
              <a:rPr lang="en-US" altLang="zh-CN" dirty="0" smtClean="0">
                <a:ea typeface="黑体" panose="02010609060101010101" pitchFamily="49" charset="-122"/>
              </a:rPr>
              <a:t>OSPF </a:t>
            </a:r>
            <a:r>
              <a:rPr lang="zh-CN" altLang="en-US" dirty="0" smtClean="0">
                <a:ea typeface="黑体" panose="02010609060101010101" pitchFamily="49" charset="-122"/>
              </a:rPr>
              <a:t>的链路状态数据库能</a:t>
            </a:r>
            <a:r>
              <a:rPr lang="zh-CN" altLang="en-US" dirty="0" smtClean="0">
                <a:solidFill>
                  <a:srgbClr val="FF0000"/>
                </a:solidFill>
                <a:ea typeface="黑体" panose="02010609060101010101" pitchFamily="49" charset="-122"/>
              </a:rPr>
              <a:t>较快地进行更新，</a:t>
            </a:r>
            <a:r>
              <a:rPr lang="zh-CN" altLang="en-US" dirty="0" smtClean="0">
                <a:ea typeface="黑体" panose="02010609060101010101" pitchFamily="49" charset="-122"/>
              </a:rPr>
              <a:t>使各个路由器能及时更新其路由表。</a:t>
            </a:r>
            <a:endParaRPr lang="en-US" altLang="zh-CN" dirty="0" smtClean="0">
              <a:ea typeface="黑体" panose="02010609060101010101" pitchFamily="49" charset="-122"/>
            </a:endParaRPr>
          </a:p>
          <a:p>
            <a:pPr>
              <a:lnSpc>
                <a:spcPct val="100000"/>
              </a:lnSpc>
            </a:pPr>
            <a:r>
              <a:rPr lang="en-US" altLang="zh-CN" dirty="0" smtClean="0">
                <a:solidFill>
                  <a:srgbClr val="0000FF"/>
                </a:solidFill>
                <a:ea typeface="黑体" panose="02010609060101010101" pitchFamily="49" charset="-122"/>
              </a:rPr>
              <a:t>OSPF </a:t>
            </a:r>
            <a:r>
              <a:rPr lang="zh-CN" altLang="en-US" dirty="0" smtClean="0">
                <a:solidFill>
                  <a:srgbClr val="0000FF"/>
                </a:solidFill>
                <a:ea typeface="黑体" panose="02010609060101010101" pitchFamily="49" charset="-122"/>
              </a:rPr>
              <a:t>的更新过程收敛得快是其重要优点。</a:t>
            </a:r>
          </a:p>
        </p:txBody>
      </p:sp>
      <p:sp>
        <p:nvSpPr>
          <p:cNvPr id="1045507" name="灯片编号占位符 3"/>
          <p:cNvSpPr>
            <a:spLocks noGrp="1" noChangeArrowheads="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3DF2D218-C781-479B-A175-DC55F9A4EE5A}" type="slidenum">
              <a:rPr lang="zh-CN" altLang="en-US" smtClean="0"/>
              <a:pPr eaLnBrk="1" hangingPunct="1"/>
              <a:t>37</a:t>
            </a:fld>
            <a:endParaRPr lang="en-US" altLang="zh-CN" smtClean="0"/>
          </a:p>
        </p:txBody>
      </p:sp>
      <p:sp>
        <p:nvSpPr>
          <p:cNvPr id="1045508" name="页脚占位符 4"/>
          <p:cNvSpPr>
            <a:spLocks noGrp="1" noChangeArrowheads="1"/>
          </p:cNvSpPr>
          <p:nvPr>
            <p:ph type="ftr"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zh-CN" smtClean="0"/>
              <a:t>ppt课件</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82659">
                                            <p:txEl>
                                              <p:pRg st="1" end="1"/>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582659">
                                            <p:txEl>
                                              <p:pRg st="2" end="2"/>
                                            </p:txEl>
                                          </p:spTgt>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582659">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82659" grpId="0" build="p"/>
    </p:bld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7553" name="Rectangle 2"/>
          <p:cNvSpPr>
            <a:spLocks noGrp="1" noChangeArrowheads="1"/>
          </p:cNvSpPr>
          <p:nvPr>
            <p:ph type="title"/>
          </p:nvPr>
        </p:nvSpPr>
        <p:spPr>
          <a:xfrm>
            <a:off x="495300" y="188913"/>
            <a:ext cx="9066213" cy="792162"/>
          </a:xfrm>
        </p:spPr>
        <p:txBody>
          <a:bodyPr/>
          <a:lstStyle/>
          <a:p>
            <a:pPr algn="ctr"/>
            <a:r>
              <a:rPr lang="en-US" altLang="zh-CN" smtClean="0">
                <a:ea typeface="黑体" panose="02010609060101010101" pitchFamily="49" charset="-122"/>
              </a:rPr>
              <a:t>OSPF </a:t>
            </a:r>
            <a:r>
              <a:rPr lang="zh-CN" altLang="en-US" smtClean="0">
                <a:ea typeface="黑体" panose="02010609060101010101" pitchFamily="49" charset="-122"/>
              </a:rPr>
              <a:t>的区域 </a:t>
            </a:r>
            <a:r>
              <a:rPr lang="en-US" altLang="zh-CN" smtClean="0">
                <a:ea typeface="黑体" panose="02010609060101010101" pitchFamily="49" charset="-122"/>
              </a:rPr>
              <a:t>(area) </a:t>
            </a:r>
          </a:p>
        </p:txBody>
      </p:sp>
      <p:sp>
        <p:nvSpPr>
          <p:cNvPr id="583683" name="Rectangle 3"/>
          <p:cNvSpPr>
            <a:spLocks noGrp="1" noChangeArrowheads="1"/>
          </p:cNvSpPr>
          <p:nvPr>
            <p:ph idx="1"/>
          </p:nvPr>
        </p:nvSpPr>
        <p:spPr>
          <a:xfrm>
            <a:off x="495300" y="1196975"/>
            <a:ext cx="9066213" cy="4933950"/>
          </a:xfrm>
        </p:spPr>
        <p:txBody>
          <a:bodyPr/>
          <a:lstStyle/>
          <a:p>
            <a:r>
              <a:rPr lang="zh-CN" altLang="en-US" dirty="0" smtClean="0">
                <a:ea typeface="黑体" panose="02010609060101010101" pitchFamily="49" charset="-122"/>
              </a:rPr>
              <a:t>为了使 </a:t>
            </a:r>
            <a:r>
              <a:rPr lang="en-US" altLang="zh-CN" dirty="0" smtClean="0">
                <a:ea typeface="黑体" panose="02010609060101010101" pitchFamily="49" charset="-122"/>
              </a:rPr>
              <a:t>OSPF </a:t>
            </a:r>
            <a:r>
              <a:rPr lang="zh-CN" altLang="en-US" dirty="0" smtClean="0">
                <a:ea typeface="黑体" panose="02010609060101010101" pitchFamily="49" charset="-122"/>
              </a:rPr>
              <a:t>能够用于</a:t>
            </a:r>
            <a:r>
              <a:rPr lang="zh-CN" altLang="en-US" dirty="0" smtClean="0">
                <a:solidFill>
                  <a:srgbClr val="0000CC"/>
                </a:solidFill>
                <a:ea typeface="黑体" panose="02010609060101010101" pitchFamily="49" charset="-122"/>
              </a:rPr>
              <a:t>规模很大的网络</a:t>
            </a:r>
            <a:r>
              <a:rPr lang="zh-CN" altLang="en-US" dirty="0" smtClean="0">
                <a:ea typeface="黑体" panose="02010609060101010101" pitchFamily="49" charset="-122"/>
              </a:rPr>
              <a:t>，</a:t>
            </a:r>
            <a:r>
              <a:rPr lang="en-US" altLang="zh-CN" dirty="0" smtClean="0">
                <a:ea typeface="黑体" panose="02010609060101010101" pitchFamily="49" charset="-122"/>
              </a:rPr>
              <a:t>OSPF </a:t>
            </a:r>
            <a:r>
              <a:rPr lang="zh-CN" altLang="en-US" dirty="0" smtClean="0">
                <a:ea typeface="黑体" panose="02010609060101010101" pitchFamily="49" charset="-122"/>
              </a:rPr>
              <a:t>将一个自治系统再划分为若干个更小的范围，叫作</a:t>
            </a:r>
            <a:r>
              <a:rPr lang="zh-CN" altLang="en-US" dirty="0" smtClean="0">
                <a:solidFill>
                  <a:srgbClr val="FF0000"/>
                </a:solidFill>
                <a:ea typeface="黑体" panose="02010609060101010101" pitchFamily="49" charset="-122"/>
              </a:rPr>
              <a:t>区域。</a:t>
            </a:r>
          </a:p>
          <a:p>
            <a:r>
              <a:rPr lang="zh-CN" altLang="en-US" dirty="0" smtClean="0">
                <a:ea typeface="黑体" panose="02010609060101010101" pitchFamily="49" charset="-122"/>
              </a:rPr>
              <a:t>每一个区域都有一个 </a:t>
            </a:r>
            <a:r>
              <a:rPr lang="en-US" altLang="zh-CN" dirty="0" smtClean="0">
                <a:ea typeface="黑体" panose="02010609060101010101" pitchFamily="49" charset="-122"/>
              </a:rPr>
              <a:t>32 </a:t>
            </a:r>
            <a:r>
              <a:rPr lang="zh-CN" altLang="en-US" dirty="0" smtClean="0">
                <a:ea typeface="黑体" panose="02010609060101010101" pitchFamily="49" charset="-122"/>
              </a:rPr>
              <a:t>位的区域标识符（用点分十进制表示）。</a:t>
            </a:r>
          </a:p>
          <a:p>
            <a:r>
              <a:rPr lang="zh-CN" altLang="en-US" dirty="0" smtClean="0">
                <a:ea typeface="黑体" panose="02010609060101010101" pitchFamily="49" charset="-122"/>
              </a:rPr>
              <a:t>区域也不能太大，在一个区域内的路由器最好不超过 </a:t>
            </a:r>
            <a:r>
              <a:rPr lang="en-US" altLang="zh-CN" dirty="0" smtClean="0">
                <a:ea typeface="黑体" panose="02010609060101010101" pitchFamily="49" charset="-122"/>
              </a:rPr>
              <a:t>200 </a:t>
            </a:r>
            <a:r>
              <a:rPr lang="zh-CN" altLang="en-US" dirty="0" smtClean="0">
                <a:ea typeface="黑体" panose="02010609060101010101" pitchFamily="49" charset="-122"/>
              </a:rPr>
              <a:t>个。  </a:t>
            </a:r>
          </a:p>
        </p:txBody>
      </p:sp>
      <p:sp>
        <p:nvSpPr>
          <p:cNvPr id="1047555" name="灯片编号占位符 3"/>
          <p:cNvSpPr>
            <a:spLocks noGrp="1" noChangeArrowheads="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43909271-08D4-4F02-861A-7E30CD7ED540}" type="slidenum">
              <a:rPr lang="zh-CN" altLang="en-US" smtClean="0"/>
              <a:pPr eaLnBrk="1" hangingPunct="1"/>
              <a:t>38</a:t>
            </a:fld>
            <a:endParaRPr lang="en-US" altLang="zh-CN" smtClean="0"/>
          </a:p>
        </p:txBody>
      </p:sp>
      <p:sp>
        <p:nvSpPr>
          <p:cNvPr id="1047556" name="页脚占位符 4"/>
          <p:cNvSpPr>
            <a:spLocks noGrp="1" noChangeArrowheads="1"/>
          </p:cNvSpPr>
          <p:nvPr>
            <p:ph type="ftr"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zh-CN" smtClean="0"/>
              <a:t>ppt课件</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583683">
                                            <p:txEl>
                                              <p:pRg st="1" end="1"/>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nodeType="clickEffect">
                                  <p:stCondLst>
                                    <p:cond delay="0"/>
                                  </p:stCondLst>
                                  <p:childTnLst>
                                    <p:set>
                                      <p:cBhvr>
                                        <p:cTn id="10" dur="1" fill="hold">
                                          <p:stCondLst>
                                            <p:cond delay="0"/>
                                          </p:stCondLst>
                                        </p:cTn>
                                        <p:tgtEl>
                                          <p:spTgt spid="583683">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584706" name="Group 2"/>
          <p:cNvGrpSpPr>
            <a:grpSpLocks/>
          </p:cNvGrpSpPr>
          <p:nvPr/>
        </p:nvGrpSpPr>
        <p:grpSpPr bwMode="auto">
          <a:xfrm>
            <a:off x="249238" y="1819275"/>
            <a:ext cx="9599612" cy="3760788"/>
            <a:chOff x="79" y="1560"/>
            <a:chExt cx="5582" cy="2369"/>
          </a:xfrm>
        </p:grpSpPr>
        <p:sp>
          <p:nvSpPr>
            <p:cNvPr id="1049602" name="AutoShape 3"/>
            <p:cNvSpPr>
              <a:spLocks noChangeArrowheads="1"/>
            </p:cNvSpPr>
            <p:nvPr/>
          </p:nvSpPr>
          <p:spPr bwMode="auto">
            <a:xfrm>
              <a:off x="79" y="1570"/>
              <a:ext cx="5582" cy="2359"/>
            </a:xfrm>
            <a:prstGeom prst="roundRect">
              <a:avLst>
                <a:gd name="adj" fmla="val 16667"/>
              </a:avLst>
            </a:prstGeom>
            <a:solidFill>
              <a:srgbClr val="CCECFF"/>
            </a:solidFill>
            <a:ln w="19050">
              <a:solidFill>
                <a:schemeClr val="tx1"/>
              </a:solidFill>
              <a:round/>
              <a:headEnd/>
              <a:tailEnd/>
            </a:ln>
            <a:effectLst>
              <a:outerShdw dist="35921" dir="2700000" algn="ctr" rotWithShape="0">
                <a:schemeClr val="bg2"/>
              </a:outerShdw>
            </a:effectLst>
          </p:spPr>
          <p:txBody>
            <a:bodyPr wrap="none" anchor="ctr"/>
            <a:lstStyle/>
            <a:p>
              <a:pPr eaLnBrk="0" hangingPunct="0"/>
              <a:endParaRPr lang="zh-CN" altLang="en-US" b="1">
                <a:solidFill>
                  <a:srgbClr val="0000CC"/>
                </a:solidFill>
                <a:ea typeface="黑体" panose="02010609060101010101" pitchFamily="49" charset="-122"/>
              </a:endParaRPr>
            </a:p>
          </p:txBody>
        </p:sp>
        <p:sp>
          <p:nvSpPr>
            <p:cNvPr id="1049603" name="Text Box 4"/>
            <p:cNvSpPr txBox="1">
              <a:spLocks noChangeArrowheads="1"/>
            </p:cNvSpPr>
            <p:nvPr/>
          </p:nvSpPr>
          <p:spPr bwMode="auto">
            <a:xfrm>
              <a:off x="247" y="1560"/>
              <a:ext cx="1119" cy="2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zh-CN" altLang="en-US" sz="2400" b="1">
                  <a:solidFill>
                    <a:srgbClr val="0000CC"/>
                  </a:solidFill>
                  <a:ea typeface="黑体" panose="02010609060101010101" pitchFamily="49" charset="-122"/>
                </a:rPr>
                <a:t>自治系统 </a:t>
              </a:r>
              <a:r>
                <a:rPr lang="en-US" altLang="zh-CN" sz="2400" b="1">
                  <a:solidFill>
                    <a:srgbClr val="0000CC"/>
                  </a:solidFill>
                  <a:ea typeface="黑体" panose="02010609060101010101" pitchFamily="49" charset="-122"/>
                </a:rPr>
                <a:t>AS</a:t>
              </a:r>
            </a:p>
          </p:txBody>
        </p:sp>
      </p:grpSp>
      <p:sp>
        <p:nvSpPr>
          <p:cNvPr id="1049604" name="Rectangle 5"/>
          <p:cNvSpPr>
            <a:spLocks noGrp="1" noChangeArrowheads="1"/>
          </p:cNvSpPr>
          <p:nvPr>
            <p:ph type="title"/>
          </p:nvPr>
        </p:nvSpPr>
        <p:spPr/>
        <p:txBody>
          <a:bodyPr/>
          <a:lstStyle/>
          <a:p>
            <a:pPr algn="ctr"/>
            <a:r>
              <a:rPr lang="en-US" altLang="zh-CN" sz="4000" smtClean="0">
                <a:ea typeface="黑体" panose="02010609060101010101" pitchFamily="49" charset="-122"/>
              </a:rPr>
              <a:t>OSPF </a:t>
            </a:r>
            <a:r>
              <a:rPr lang="zh-CN" altLang="en-US" sz="4000" smtClean="0">
                <a:ea typeface="黑体" panose="02010609060101010101" pitchFamily="49" charset="-122"/>
              </a:rPr>
              <a:t>划分为两种不同的区域 </a:t>
            </a:r>
          </a:p>
        </p:txBody>
      </p:sp>
      <p:sp>
        <p:nvSpPr>
          <p:cNvPr id="584710" name="Oval 6"/>
          <p:cNvSpPr>
            <a:spLocks noChangeArrowheads="1"/>
          </p:cNvSpPr>
          <p:nvPr/>
        </p:nvSpPr>
        <p:spPr bwMode="auto">
          <a:xfrm>
            <a:off x="3910013" y="2406650"/>
            <a:ext cx="3135312" cy="1511300"/>
          </a:xfrm>
          <a:prstGeom prst="ellipse">
            <a:avLst/>
          </a:prstGeom>
          <a:solidFill>
            <a:srgbClr val="FFCCFF"/>
          </a:solidFill>
          <a:ln w="9525">
            <a:solidFill>
              <a:schemeClr val="tx1"/>
            </a:solidFill>
            <a:round/>
            <a:headEnd/>
            <a:tailEnd/>
          </a:ln>
          <a:effectLst>
            <a:outerShdw dist="35921" dir="2700000" algn="ctr" rotWithShape="0">
              <a:schemeClr val="bg2"/>
            </a:outerShdw>
          </a:effectLst>
        </p:spPr>
        <p:txBody>
          <a:bodyPr wrap="none" anchor="ctr"/>
          <a:lstStyle/>
          <a:p>
            <a:pPr eaLnBrk="0" hangingPunct="0"/>
            <a:endParaRPr lang="zh-CN" altLang="en-US" b="1">
              <a:solidFill>
                <a:srgbClr val="0000CC"/>
              </a:solidFill>
              <a:ea typeface="黑体" panose="02010609060101010101" pitchFamily="49" charset="-122"/>
            </a:endParaRPr>
          </a:p>
        </p:txBody>
      </p:sp>
      <p:sp>
        <p:nvSpPr>
          <p:cNvPr id="584711" name="Oval 7"/>
          <p:cNvSpPr>
            <a:spLocks noChangeArrowheads="1"/>
          </p:cNvSpPr>
          <p:nvPr/>
        </p:nvSpPr>
        <p:spPr bwMode="auto">
          <a:xfrm>
            <a:off x="361950" y="2336800"/>
            <a:ext cx="3430588" cy="2406650"/>
          </a:xfrm>
          <a:prstGeom prst="ellipse">
            <a:avLst/>
          </a:prstGeom>
          <a:solidFill>
            <a:srgbClr val="FFFF99"/>
          </a:solidFill>
          <a:ln w="9525">
            <a:solidFill>
              <a:schemeClr val="tx1"/>
            </a:solidFill>
            <a:round/>
            <a:headEnd/>
            <a:tailEnd/>
          </a:ln>
          <a:effectLst>
            <a:outerShdw dist="35921" dir="2700000" algn="ctr" rotWithShape="0">
              <a:schemeClr val="bg2"/>
            </a:outerShdw>
          </a:effectLst>
        </p:spPr>
        <p:txBody>
          <a:bodyPr wrap="none" anchor="ctr"/>
          <a:lstStyle/>
          <a:p>
            <a:pPr eaLnBrk="0" hangingPunct="0"/>
            <a:endParaRPr lang="zh-CN" altLang="en-US" b="1">
              <a:solidFill>
                <a:srgbClr val="0000CC"/>
              </a:solidFill>
              <a:ea typeface="黑体" panose="02010609060101010101" pitchFamily="49" charset="-122"/>
            </a:endParaRPr>
          </a:p>
        </p:txBody>
      </p:sp>
      <p:sp>
        <p:nvSpPr>
          <p:cNvPr id="584712" name="Oval 8"/>
          <p:cNvSpPr>
            <a:spLocks noChangeArrowheads="1"/>
          </p:cNvSpPr>
          <p:nvPr/>
        </p:nvSpPr>
        <p:spPr bwMode="auto">
          <a:xfrm>
            <a:off x="7127875" y="2336800"/>
            <a:ext cx="2605088" cy="2406650"/>
          </a:xfrm>
          <a:prstGeom prst="ellipse">
            <a:avLst/>
          </a:prstGeom>
          <a:solidFill>
            <a:srgbClr val="FFFF99"/>
          </a:solidFill>
          <a:ln w="9525">
            <a:solidFill>
              <a:schemeClr val="tx1"/>
            </a:solidFill>
            <a:round/>
            <a:headEnd/>
            <a:tailEnd/>
          </a:ln>
          <a:effectLst>
            <a:outerShdw dist="35921" dir="2700000" algn="ctr" rotWithShape="0">
              <a:schemeClr val="bg2"/>
            </a:outerShdw>
          </a:effectLst>
        </p:spPr>
        <p:txBody>
          <a:bodyPr wrap="none" anchor="ctr"/>
          <a:lstStyle/>
          <a:p>
            <a:pPr eaLnBrk="0" hangingPunct="0"/>
            <a:endParaRPr lang="zh-CN" altLang="en-US" b="1">
              <a:solidFill>
                <a:srgbClr val="0000CC"/>
              </a:solidFill>
              <a:ea typeface="黑体" panose="02010609060101010101" pitchFamily="49" charset="-122"/>
            </a:endParaRPr>
          </a:p>
        </p:txBody>
      </p:sp>
      <p:sp>
        <p:nvSpPr>
          <p:cNvPr id="584713" name="Text Box 9"/>
          <p:cNvSpPr txBox="1">
            <a:spLocks noChangeArrowheads="1"/>
          </p:cNvSpPr>
          <p:nvPr/>
        </p:nvSpPr>
        <p:spPr bwMode="auto">
          <a:xfrm>
            <a:off x="1089025" y="4716463"/>
            <a:ext cx="1828800" cy="461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zh-CN" altLang="en-US" sz="2400" b="1">
                <a:solidFill>
                  <a:srgbClr val="C00000"/>
                </a:solidFill>
                <a:ea typeface="黑体" panose="02010609060101010101" pitchFamily="49" charset="-122"/>
              </a:rPr>
              <a:t>区域 </a:t>
            </a:r>
            <a:r>
              <a:rPr lang="en-US" altLang="zh-CN" sz="2400" b="1">
                <a:solidFill>
                  <a:srgbClr val="C00000"/>
                </a:solidFill>
                <a:ea typeface="黑体" panose="02010609060101010101" pitchFamily="49" charset="-122"/>
              </a:rPr>
              <a:t>0.0.0.1</a:t>
            </a:r>
          </a:p>
        </p:txBody>
      </p:sp>
      <p:sp>
        <p:nvSpPr>
          <p:cNvPr id="584714" name="Text Box 10"/>
          <p:cNvSpPr txBox="1">
            <a:spLocks noChangeArrowheads="1"/>
          </p:cNvSpPr>
          <p:nvPr/>
        </p:nvSpPr>
        <p:spPr bwMode="auto">
          <a:xfrm>
            <a:off x="7640638" y="4787900"/>
            <a:ext cx="1830387"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zh-CN" altLang="en-US" sz="2400" b="1">
                <a:solidFill>
                  <a:srgbClr val="C00000"/>
                </a:solidFill>
                <a:ea typeface="黑体" panose="02010609060101010101" pitchFamily="49" charset="-122"/>
              </a:rPr>
              <a:t>区域 </a:t>
            </a:r>
            <a:r>
              <a:rPr lang="en-US" altLang="zh-CN" sz="2400" b="1">
                <a:solidFill>
                  <a:srgbClr val="C00000"/>
                </a:solidFill>
                <a:ea typeface="黑体" panose="02010609060101010101" pitchFamily="49" charset="-122"/>
              </a:rPr>
              <a:t>0.0.0.3</a:t>
            </a:r>
          </a:p>
        </p:txBody>
      </p:sp>
      <p:sp>
        <p:nvSpPr>
          <p:cNvPr id="584715" name="Text Box 11"/>
          <p:cNvSpPr txBox="1">
            <a:spLocks noChangeArrowheads="1"/>
          </p:cNvSpPr>
          <p:nvPr/>
        </p:nvSpPr>
        <p:spPr bwMode="auto">
          <a:xfrm>
            <a:off x="3913188" y="1903413"/>
            <a:ext cx="2447925" cy="461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zh-CN" altLang="en-US" sz="2400" b="1">
                <a:solidFill>
                  <a:srgbClr val="C00000"/>
                </a:solidFill>
                <a:ea typeface="黑体" panose="02010609060101010101" pitchFamily="49" charset="-122"/>
              </a:rPr>
              <a:t>主干区域 </a:t>
            </a:r>
            <a:r>
              <a:rPr lang="en-US" altLang="zh-CN" sz="2400" b="1">
                <a:solidFill>
                  <a:srgbClr val="C00000"/>
                </a:solidFill>
                <a:ea typeface="黑体" panose="02010609060101010101" pitchFamily="49" charset="-122"/>
              </a:rPr>
              <a:t>0.0.0.0</a:t>
            </a:r>
          </a:p>
        </p:txBody>
      </p:sp>
      <p:sp>
        <p:nvSpPr>
          <p:cNvPr id="1049611" name="Line 12"/>
          <p:cNvSpPr>
            <a:spLocks noChangeShapeType="1"/>
          </p:cNvSpPr>
          <p:nvPr/>
        </p:nvSpPr>
        <p:spPr bwMode="auto">
          <a:xfrm flipV="1">
            <a:off x="5478463" y="1719263"/>
            <a:ext cx="1154112" cy="962025"/>
          </a:xfrm>
          <a:prstGeom prst="line">
            <a:avLst/>
          </a:prstGeom>
          <a:noFill/>
          <a:ln w="38100">
            <a:solidFill>
              <a:srgbClr val="333399"/>
            </a:solidFill>
            <a:round/>
            <a:headEnd/>
            <a:tailEnd type="triangle" w="sm" len="me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CC"/>
              </a:solidFill>
              <a:ea typeface="黑体" panose="02010609060101010101" pitchFamily="49" charset="-122"/>
            </a:endParaRPr>
          </a:p>
        </p:txBody>
      </p:sp>
      <p:sp>
        <p:nvSpPr>
          <p:cNvPr id="1049612" name="Text Box 13"/>
          <p:cNvSpPr txBox="1">
            <a:spLocks noChangeArrowheads="1"/>
          </p:cNvSpPr>
          <p:nvPr/>
        </p:nvSpPr>
        <p:spPr bwMode="auto">
          <a:xfrm>
            <a:off x="5764213" y="1268413"/>
            <a:ext cx="2338387" cy="461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zh-CN" altLang="en-US" sz="2400" b="1">
                <a:solidFill>
                  <a:srgbClr val="0000CC"/>
                </a:solidFill>
                <a:ea typeface="黑体" panose="02010609060101010101" pitchFamily="49" charset="-122"/>
              </a:rPr>
              <a:t>至其他自治系统</a:t>
            </a:r>
          </a:p>
        </p:txBody>
      </p:sp>
      <p:sp>
        <p:nvSpPr>
          <p:cNvPr id="1049613" name="Line 14"/>
          <p:cNvSpPr>
            <a:spLocks noChangeShapeType="1"/>
          </p:cNvSpPr>
          <p:nvPr/>
        </p:nvSpPr>
        <p:spPr bwMode="auto">
          <a:xfrm>
            <a:off x="7127875" y="3230563"/>
            <a:ext cx="908050" cy="273050"/>
          </a:xfrm>
          <a:prstGeom prst="line">
            <a:avLst/>
          </a:prstGeom>
          <a:noFill/>
          <a:ln w="19050">
            <a:solidFill>
              <a:srgbClr val="333399"/>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CC"/>
              </a:solidFill>
              <a:ea typeface="黑体" panose="02010609060101010101" pitchFamily="49" charset="-122"/>
            </a:endParaRPr>
          </a:p>
        </p:txBody>
      </p:sp>
      <p:sp>
        <p:nvSpPr>
          <p:cNvPr id="1049614" name="Line 15"/>
          <p:cNvSpPr>
            <a:spLocks noChangeShapeType="1"/>
          </p:cNvSpPr>
          <p:nvPr/>
        </p:nvSpPr>
        <p:spPr bwMode="auto">
          <a:xfrm flipV="1">
            <a:off x="8201025" y="3436938"/>
            <a:ext cx="822325" cy="136525"/>
          </a:xfrm>
          <a:prstGeom prst="line">
            <a:avLst/>
          </a:prstGeom>
          <a:noFill/>
          <a:ln w="19050">
            <a:solidFill>
              <a:srgbClr val="333399"/>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CC"/>
              </a:solidFill>
              <a:ea typeface="黑体" panose="02010609060101010101" pitchFamily="49" charset="-122"/>
            </a:endParaRPr>
          </a:p>
        </p:txBody>
      </p:sp>
      <p:sp>
        <p:nvSpPr>
          <p:cNvPr id="1049615" name="Line 16"/>
          <p:cNvSpPr>
            <a:spLocks noChangeShapeType="1"/>
          </p:cNvSpPr>
          <p:nvPr/>
        </p:nvSpPr>
        <p:spPr bwMode="auto">
          <a:xfrm>
            <a:off x="8613775" y="2749550"/>
            <a:ext cx="409575" cy="687388"/>
          </a:xfrm>
          <a:prstGeom prst="line">
            <a:avLst/>
          </a:prstGeom>
          <a:noFill/>
          <a:ln w="19050">
            <a:solidFill>
              <a:srgbClr val="333399"/>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CC"/>
              </a:solidFill>
              <a:ea typeface="黑体" panose="02010609060101010101" pitchFamily="49" charset="-122"/>
            </a:endParaRPr>
          </a:p>
        </p:txBody>
      </p:sp>
      <p:sp>
        <p:nvSpPr>
          <p:cNvPr id="1049616" name="Line 17"/>
          <p:cNvSpPr>
            <a:spLocks noChangeShapeType="1"/>
          </p:cNvSpPr>
          <p:nvPr/>
        </p:nvSpPr>
        <p:spPr bwMode="auto">
          <a:xfrm flipH="1">
            <a:off x="8528050" y="3503613"/>
            <a:ext cx="495300" cy="757237"/>
          </a:xfrm>
          <a:prstGeom prst="line">
            <a:avLst/>
          </a:prstGeom>
          <a:noFill/>
          <a:ln w="19050">
            <a:solidFill>
              <a:srgbClr val="333399"/>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CC"/>
              </a:solidFill>
              <a:ea typeface="黑体" panose="02010609060101010101" pitchFamily="49" charset="-122"/>
            </a:endParaRPr>
          </a:p>
        </p:txBody>
      </p:sp>
      <p:sp>
        <p:nvSpPr>
          <p:cNvPr id="1049617" name="Line 18"/>
          <p:cNvSpPr>
            <a:spLocks noChangeShapeType="1"/>
          </p:cNvSpPr>
          <p:nvPr/>
        </p:nvSpPr>
        <p:spPr bwMode="auto">
          <a:xfrm flipV="1">
            <a:off x="5889625" y="3230563"/>
            <a:ext cx="1069975" cy="138112"/>
          </a:xfrm>
          <a:prstGeom prst="line">
            <a:avLst/>
          </a:prstGeom>
          <a:noFill/>
          <a:ln w="28575">
            <a:solidFill>
              <a:srgbClr val="333399"/>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CC"/>
              </a:solidFill>
              <a:ea typeface="黑体" panose="02010609060101010101" pitchFamily="49" charset="-122"/>
            </a:endParaRPr>
          </a:p>
        </p:txBody>
      </p:sp>
      <p:sp>
        <p:nvSpPr>
          <p:cNvPr id="1049618" name="Line 19"/>
          <p:cNvSpPr>
            <a:spLocks noChangeShapeType="1"/>
          </p:cNvSpPr>
          <p:nvPr/>
        </p:nvSpPr>
        <p:spPr bwMode="auto">
          <a:xfrm>
            <a:off x="5561013" y="2681288"/>
            <a:ext cx="163512" cy="617537"/>
          </a:xfrm>
          <a:prstGeom prst="line">
            <a:avLst/>
          </a:prstGeom>
          <a:noFill/>
          <a:ln w="28575">
            <a:solidFill>
              <a:srgbClr val="333399"/>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CC"/>
              </a:solidFill>
              <a:ea typeface="黑体" panose="02010609060101010101" pitchFamily="49" charset="-122"/>
            </a:endParaRPr>
          </a:p>
        </p:txBody>
      </p:sp>
      <p:sp>
        <p:nvSpPr>
          <p:cNvPr id="1049619" name="Line 20"/>
          <p:cNvSpPr>
            <a:spLocks noChangeShapeType="1"/>
          </p:cNvSpPr>
          <p:nvPr/>
        </p:nvSpPr>
        <p:spPr bwMode="auto">
          <a:xfrm flipH="1">
            <a:off x="5478463" y="3436938"/>
            <a:ext cx="246062" cy="481012"/>
          </a:xfrm>
          <a:prstGeom prst="line">
            <a:avLst/>
          </a:prstGeom>
          <a:noFill/>
          <a:ln w="28575">
            <a:solidFill>
              <a:srgbClr val="333399"/>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CC"/>
              </a:solidFill>
              <a:ea typeface="黑体" panose="02010609060101010101" pitchFamily="49" charset="-122"/>
            </a:endParaRPr>
          </a:p>
        </p:txBody>
      </p:sp>
      <p:sp>
        <p:nvSpPr>
          <p:cNvPr id="1049620" name="Line 21"/>
          <p:cNvSpPr>
            <a:spLocks noChangeShapeType="1"/>
          </p:cNvSpPr>
          <p:nvPr/>
        </p:nvSpPr>
        <p:spPr bwMode="auto">
          <a:xfrm>
            <a:off x="3744913" y="3094038"/>
            <a:ext cx="1733550" cy="274637"/>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CC"/>
              </a:solidFill>
              <a:ea typeface="黑体" panose="02010609060101010101" pitchFamily="49" charset="-122"/>
            </a:endParaRPr>
          </a:p>
        </p:txBody>
      </p:sp>
      <p:sp>
        <p:nvSpPr>
          <p:cNvPr id="1049621" name="Line 22"/>
          <p:cNvSpPr>
            <a:spLocks noChangeShapeType="1"/>
          </p:cNvSpPr>
          <p:nvPr/>
        </p:nvSpPr>
        <p:spPr bwMode="auto">
          <a:xfrm flipV="1">
            <a:off x="3827463" y="2749550"/>
            <a:ext cx="1568450" cy="344488"/>
          </a:xfrm>
          <a:prstGeom prst="line">
            <a:avLst/>
          </a:prstGeom>
          <a:noFill/>
          <a:ln w="28575">
            <a:solidFill>
              <a:srgbClr val="333399"/>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CC"/>
              </a:solidFill>
              <a:ea typeface="黑体" panose="02010609060101010101" pitchFamily="49" charset="-122"/>
            </a:endParaRPr>
          </a:p>
        </p:txBody>
      </p:sp>
      <p:sp>
        <p:nvSpPr>
          <p:cNvPr id="1049622" name="Line 23"/>
          <p:cNvSpPr>
            <a:spLocks noChangeShapeType="1"/>
          </p:cNvSpPr>
          <p:nvPr/>
        </p:nvSpPr>
        <p:spPr bwMode="auto">
          <a:xfrm flipH="1">
            <a:off x="1187450" y="2749550"/>
            <a:ext cx="1236663" cy="344488"/>
          </a:xfrm>
          <a:prstGeom prst="line">
            <a:avLst/>
          </a:prstGeom>
          <a:noFill/>
          <a:ln w="19050">
            <a:solidFill>
              <a:schemeClr val="tx2"/>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CC"/>
              </a:solidFill>
              <a:ea typeface="黑体" panose="02010609060101010101" pitchFamily="49" charset="-122"/>
            </a:endParaRPr>
          </a:p>
        </p:txBody>
      </p:sp>
      <p:sp>
        <p:nvSpPr>
          <p:cNvPr id="1049623" name="Line 24"/>
          <p:cNvSpPr>
            <a:spLocks noChangeShapeType="1"/>
          </p:cNvSpPr>
          <p:nvPr/>
        </p:nvSpPr>
        <p:spPr bwMode="auto">
          <a:xfrm>
            <a:off x="2424113" y="2816225"/>
            <a:ext cx="496887" cy="757238"/>
          </a:xfrm>
          <a:prstGeom prst="line">
            <a:avLst/>
          </a:prstGeom>
          <a:noFill/>
          <a:ln w="19050">
            <a:solidFill>
              <a:schemeClr val="tx2"/>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CC"/>
              </a:solidFill>
              <a:ea typeface="黑体" panose="02010609060101010101" pitchFamily="49" charset="-122"/>
            </a:endParaRPr>
          </a:p>
        </p:txBody>
      </p:sp>
      <p:sp>
        <p:nvSpPr>
          <p:cNvPr id="1049624" name="Line 25"/>
          <p:cNvSpPr>
            <a:spLocks noChangeShapeType="1"/>
          </p:cNvSpPr>
          <p:nvPr/>
        </p:nvSpPr>
        <p:spPr bwMode="auto">
          <a:xfrm flipV="1">
            <a:off x="3001963" y="3160713"/>
            <a:ext cx="742950" cy="412750"/>
          </a:xfrm>
          <a:prstGeom prst="line">
            <a:avLst/>
          </a:prstGeom>
          <a:noFill/>
          <a:ln w="19050">
            <a:solidFill>
              <a:schemeClr val="tx2"/>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CC"/>
              </a:solidFill>
              <a:ea typeface="黑体" panose="02010609060101010101" pitchFamily="49" charset="-122"/>
            </a:endParaRPr>
          </a:p>
        </p:txBody>
      </p:sp>
      <p:sp>
        <p:nvSpPr>
          <p:cNvPr id="1049625" name="Line 26"/>
          <p:cNvSpPr>
            <a:spLocks noChangeShapeType="1"/>
          </p:cNvSpPr>
          <p:nvPr/>
        </p:nvSpPr>
        <p:spPr bwMode="auto">
          <a:xfrm flipH="1">
            <a:off x="1763713" y="3643313"/>
            <a:ext cx="1074737" cy="138112"/>
          </a:xfrm>
          <a:prstGeom prst="line">
            <a:avLst/>
          </a:prstGeom>
          <a:noFill/>
          <a:ln w="19050">
            <a:solidFill>
              <a:schemeClr val="tx2"/>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CC"/>
              </a:solidFill>
              <a:ea typeface="黑体" panose="02010609060101010101" pitchFamily="49" charset="-122"/>
            </a:endParaRPr>
          </a:p>
        </p:txBody>
      </p:sp>
      <p:sp>
        <p:nvSpPr>
          <p:cNvPr id="1049626" name="Line 27"/>
          <p:cNvSpPr>
            <a:spLocks noChangeShapeType="1"/>
          </p:cNvSpPr>
          <p:nvPr/>
        </p:nvSpPr>
        <p:spPr bwMode="auto">
          <a:xfrm>
            <a:off x="1763713" y="3848100"/>
            <a:ext cx="414337" cy="412750"/>
          </a:xfrm>
          <a:prstGeom prst="line">
            <a:avLst/>
          </a:prstGeom>
          <a:noFill/>
          <a:ln w="19050">
            <a:solidFill>
              <a:schemeClr val="tx2"/>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CC"/>
              </a:solidFill>
              <a:ea typeface="黑体" panose="02010609060101010101" pitchFamily="49" charset="-122"/>
            </a:endParaRPr>
          </a:p>
        </p:txBody>
      </p:sp>
      <p:grpSp>
        <p:nvGrpSpPr>
          <p:cNvPr id="1049627" name="Group 28"/>
          <p:cNvGrpSpPr>
            <a:grpSpLocks/>
          </p:cNvGrpSpPr>
          <p:nvPr/>
        </p:nvGrpSpPr>
        <p:grpSpPr bwMode="auto">
          <a:xfrm>
            <a:off x="2589213" y="3368675"/>
            <a:ext cx="742950" cy="479425"/>
            <a:chOff x="2949" y="196"/>
            <a:chExt cx="941" cy="598"/>
          </a:xfrm>
        </p:grpSpPr>
        <p:sp>
          <p:nvSpPr>
            <p:cNvPr id="1049628" name="Oval 29"/>
            <p:cNvSpPr>
              <a:spLocks noChangeArrowheads="1"/>
            </p:cNvSpPr>
            <p:nvPr/>
          </p:nvSpPr>
          <p:spPr bwMode="auto">
            <a:xfrm>
              <a:off x="3168" y="196"/>
              <a:ext cx="407" cy="162"/>
            </a:xfrm>
            <a:prstGeom prst="ellipse">
              <a:avLst/>
            </a:prstGeom>
            <a:solidFill>
              <a:srgbClr val="EAEAEA"/>
            </a:solidFill>
            <a:ln w="12700">
              <a:solidFill>
                <a:schemeClr val="tx1"/>
              </a:solidFill>
              <a:round/>
              <a:headEnd/>
              <a:tailEnd/>
            </a:ln>
          </p:spPr>
          <p:txBody>
            <a:bodyPr wrap="none" anchor="ctr"/>
            <a:lstStyle/>
            <a:p>
              <a:pPr eaLnBrk="0" hangingPunct="0"/>
              <a:endParaRPr lang="zh-CN" altLang="en-US" b="1">
                <a:solidFill>
                  <a:srgbClr val="0000CC"/>
                </a:solidFill>
                <a:ea typeface="黑体" panose="02010609060101010101" pitchFamily="49" charset="-122"/>
              </a:endParaRPr>
            </a:p>
          </p:txBody>
        </p:sp>
        <p:sp>
          <p:nvSpPr>
            <p:cNvPr id="1049629" name="Oval 30"/>
            <p:cNvSpPr>
              <a:spLocks noChangeArrowheads="1"/>
            </p:cNvSpPr>
            <p:nvPr/>
          </p:nvSpPr>
          <p:spPr bwMode="auto">
            <a:xfrm rot="900000">
              <a:off x="3512" y="252"/>
              <a:ext cx="275" cy="131"/>
            </a:xfrm>
            <a:prstGeom prst="ellipse">
              <a:avLst/>
            </a:prstGeom>
            <a:solidFill>
              <a:srgbClr val="EAEAEA"/>
            </a:solidFill>
            <a:ln w="12700">
              <a:solidFill>
                <a:schemeClr val="tx1"/>
              </a:solidFill>
              <a:round/>
              <a:headEnd/>
              <a:tailEnd/>
            </a:ln>
          </p:spPr>
          <p:txBody>
            <a:bodyPr wrap="none" anchor="ctr"/>
            <a:lstStyle/>
            <a:p>
              <a:pPr eaLnBrk="0" hangingPunct="0"/>
              <a:endParaRPr lang="zh-CN" altLang="en-US" b="1">
                <a:solidFill>
                  <a:srgbClr val="0000CC"/>
                </a:solidFill>
                <a:ea typeface="黑体" panose="02010609060101010101" pitchFamily="49" charset="-122"/>
              </a:endParaRPr>
            </a:p>
          </p:txBody>
        </p:sp>
        <p:sp>
          <p:nvSpPr>
            <p:cNvPr id="1049630" name="Oval 31"/>
            <p:cNvSpPr>
              <a:spLocks noChangeArrowheads="1"/>
            </p:cNvSpPr>
            <p:nvPr/>
          </p:nvSpPr>
          <p:spPr bwMode="auto">
            <a:xfrm rot="1500000">
              <a:off x="3650" y="385"/>
              <a:ext cx="240" cy="153"/>
            </a:xfrm>
            <a:prstGeom prst="ellipse">
              <a:avLst/>
            </a:prstGeom>
            <a:solidFill>
              <a:srgbClr val="EAEAEA"/>
            </a:solidFill>
            <a:ln w="12700">
              <a:solidFill>
                <a:schemeClr val="tx1"/>
              </a:solidFill>
              <a:round/>
              <a:headEnd/>
              <a:tailEnd/>
            </a:ln>
          </p:spPr>
          <p:txBody>
            <a:bodyPr wrap="none" anchor="ctr"/>
            <a:lstStyle/>
            <a:p>
              <a:pPr eaLnBrk="0" hangingPunct="0"/>
              <a:endParaRPr lang="zh-CN" altLang="en-US" b="1">
                <a:solidFill>
                  <a:srgbClr val="0000CC"/>
                </a:solidFill>
                <a:ea typeface="黑体" panose="02010609060101010101" pitchFamily="49" charset="-122"/>
              </a:endParaRPr>
            </a:p>
          </p:txBody>
        </p:sp>
        <p:sp>
          <p:nvSpPr>
            <p:cNvPr id="1049631" name="Oval 32"/>
            <p:cNvSpPr>
              <a:spLocks noChangeArrowheads="1"/>
            </p:cNvSpPr>
            <p:nvPr/>
          </p:nvSpPr>
          <p:spPr bwMode="auto">
            <a:xfrm rot="-1560000">
              <a:off x="3573" y="537"/>
              <a:ext cx="291" cy="189"/>
            </a:xfrm>
            <a:prstGeom prst="ellipse">
              <a:avLst/>
            </a:prstGeom>
            <a:solidFill>
              <a:srgbClr val="EAEAEA"/>
            </a:solidFill>
            <a:ln w="12700">
              <a:solidFill>
                <a:schemeClr val="tx1"/>
              </a:solidFill>
              <a:round/>
              <a:headEnd/>
              <a:tailEnd/>
            </a:ln>
          </p:spPr>
          <p:txBody>
            <a:bodyPr wrap="none" anchor="ctr"/>
            <a:lstStyle/>
            <a:p>
              <a:pPr eaLnBrk="0" hangingPunct="0"/>
              <a:endParaRPr lang="zh-CN" altLang="en-US" b="1">
                <a:solidFill>
                  <a:srgbClr val="0000CC"/>
                </a:solidFill>
                <a:ea typeface="黑体" panose="02010609060101010101" pitchFamily="49" charset="-122"/>
              </a:endParaRPr>
            </a:p>
          </p:txBody>
        </p:sp>
        <p:sp>
          <p:nvSpPr>
            <p:cNvPr id="1049632" name="Oval 33"/>
            <p:cNvSpPr>
              <a:spLocks noChangeArrowheads="1"/>
            </p:cNvSpPr>
            <p:nvPr/>
          </p:nvSpPr>
          <p:spPr bwMode="auto">
            <a:xfrm>
              <a:off x="3216" y="555"/>
              <a:ext cx="471" cy="239"/>
            </a:xfrm>
            <a:prstGeom prst="ellipse">
              <a:avLst/>
            </a:prstGeom>
            <a:solidFill>
              <a:srgbClr val="EAEAEA"/>
            </a:solidFill>
            <a:ln w="12700">
              <a:solidFill>
                <a:schemeClr val="tx1"/>
              </a:solidFill>
              <a:round/>
              <a:headEnd/>
              <a:tailEnd/>
            </a:ln>
          </p:spPr>
          <p:txBody>
            <a:bodyPr wrap="none" anchor="ctr"/>
            <a:lstStyle/>
            <a:p>
              <a:pPr eaLnBrk="0" hangingPunct="0"/>
              <a:endParaRPr lang="zh-CN" altLang="en-US" b="1">
                <a:solidFill>
                  <a:srgbClr val="0000CC"/>
                </a:solidFill>
                <a:ea typeface="黑体" panose="02010609060101010101" pitchFamily="49" charset="-122"/>
              </a:endParaRPr>
            </a:p>
          </p:txBody>
        </p:sp>
        <p:sp>
          <p:nvSpPr>
            <p:cNvPr id="1049633" name="Oval 34"/>
            <p:cNvSpPr>
              <a:spLocks noChangeArrowheads="1"/>
            </p:cNvSpPr>
            <p:nvPr/>
          </p:nvSpPr>
          <p:spPr bwMode="auto">
            <a:xfrm rot="1080000">
              <a:off x="3023" y="555"/>
              <a:ext cx="265" cy="156"/>
            </a:xfrm>
            <a:prstGeom prst="ellipse">
              <a:avLst/>
            </a:prstGeom>
            <a:solidFill>
              <a:srgbClr val="EAEAEA"/>
            </a:solidFill>
            <a:ln w="12700">
              <a:solidFill>
                <a:schemeClr val="tx1"/>
              </a:solidFill>
              <a:round/>
              <a:headEnd/>
              <a:tailEnd/>
            </a:ln>
          </p:spPr>
          <p:txBody>
            <a:bodyPr wrap="none" anchor="ctr"/>
            <a:lstStyle/>
            <a:p>
              <a:pPr eaLnBrk="0" hangingPunct="0"/>
              <a:endParaRPr lang="zh-CN" altLang="en-US" b="1">
                <a:solidFill>
                  <a:srgbClr val="0000CC"/>
                </a:solidFill>
                <a:ea typeface="黑体" panose="02010609060101010101" pitchFamily="49" charset="-122"/>
              </a:endParaRPr>
            </a:p>
          </p:txBody>
        </p:sp>
        <p:sp>
          <p:nvSpPr>
            <p:cNvPr id="1049634" name="Oval 35"/>
            <p:cNvSpPr>
              <a:spLocks noChangeArrowheads="1"/>
            </p:cNvSpPr>
            <p:nvPr/>
          </p:nvSpPr>
          <p:spPr bwMode="auto">
            <a:xfrm>
              <a:off x="2949" y="432"/>
              <a:ext cx="217" cy="156"/>
            </a:xfrm>
            <a:prstGeom prst="ellipse">
              <a:avLst/>
            </a:prstGeom>
            <a:solidFill>
              <a:srgbClr val="EAEAEA"/>
            </a:solidFill>
            <a:ln w="12700">
              <a:solidFill>
                <a:schemeClr val="tx1"/>
              </a:solidFill>
              <a:round/>
              <a:headEnd/>
              <a:tailEnd/>
            </a:ln>
          </p:spPr>
          <p:txBody>
            <a:bodyPr wrap="none" anchor="ctr"/>
            <a:lstStyle/>
            <a:p>
              <a:pPr eaLnBrk="0" hangingPunct="0"/>
              <a:endParaRPr lang="zh-CN" altLang="en-US" b="1">
                <a:solidFill>
                  <a:srgbClr val="0000CC"/>
                </a:solidFill>
                <a:ea typeface="黑体" panose="02010609060101010101" pitchFamily="49" charset="-122"/>
              </a:endParaRPr>
            </a:p>
          </p:txBody>
        </p:sp>
        <p:sp>
          <p:nvSpPr>
            <p:cNvPr id="1049635" name="Oval 36"/>
            <p:cNvSpPr>
              <a:spLocks noChangeArrowheads="1"/>
            </p:cNvSpPr>
            <p:nvPr/>
          </p:nvSpPr>
          <p:spPr bwMode="auto">
            <a:xfrm rot="-1860000">
              <a:off x="2984" y="310"/>
              <a:ext cx="295" cy="156"/>
            </a:xfrm>
            <a:prstGeom prst="ellipse">
              <a:avLst/>
            </a:prstGeom>
            <a:solidFill>
              <a:srgbClr val="EAEAEA"/>
            </a:solidFill>
            <a:ln w="12700">
              <a:solidFill>
                <a:schemeClr val="tx1"/>
              </a:solidFill>
              <a:round/>
              <a:headEnd/>
              <a:tailEnd/>
            </a:ln>
          </p:spPr>
          <p:txBody>
            <a:bodyPr wrap="none" anchor="ctr"/>
            <a:lstStyle/>
            <a:p>
              <a:pPr eaLnBrk="0" hangingPunct="0"/>
              <a:endParaRPr lang="zh-CN" altLang="en-US" b="1">
                <a:solidFill>
                  <a:srgbClr val="0000CC"/>
                </a:solidFill>
                <a:ea typeface="黑体" panose="02010609060101010101" pitchFamily="49" charset="-122"/>
              </a:endParaRPr>
            </a:p>
          </p:txBody>
        </p:sp>
        <p:sp>
          <p:nvSpPr>
            <p:cNvPr id="1049636" name="Freeform 37"/>
            <p:cNvSpPr>
              <a:spLocks noChangeArrowheads="1"/>
            </p:cNvSpPr>
            <p:nvPr/>
          </p:nvSpPr>
          <p:spPr bwMode="auto">
            <a:xfrm>
              <a:off x="3051" y="300"/>
              <a:ext cx="738" cy="407"/>
            </a:xfrm>
            <a:custGeom>
              <a:avLst/>
              <a:gdLst>
                <a:gd name="T0" fmla="*/ 108 w 738"/>
                <a:gd name="T1" fmla="*/ 82 h 407"/>
                <a:gd name="T2" fmla="*/ 145 w 738"/>
                <a:gd name="T3" fmla="*/ 77 h 407"/>
                <a:gd name="T4" fmla="*/ 183 w 738"/>
                <a:gd name="T5" fmla="*/ 72 h 407"/>
                <a:gd name="T6" fmla="*/ 215 w 738"/>
                <a:gd name="T7" fmla="*/ 67 h 407"/>
                <a:gd name="T8" fmla="*/ 237 w 738"/>
                <a:gd name="T9" fmla="*/ 46 h 407"/>
                <a:gd name="T10" fmla="*/ 204 w 738"/>
                <a:gd name="T11" fmla="*/ 41 h 407"/>
                <a:gd name="T12" fmla="*/ 172 w 738"/>
                <a:gd name="T13" fmla="*/ 46 h 407"/>
                <a:gd name="T14" fmla="*/ 156 w 738"/>
                <a:gd name="T15" fmla="*/ 46 h 407"/>
                <a:gd name="T16" fmla="*/ 188 w 738"/>
                <a:gd name="T17" fmla="*/ 26 h 407"/>
                <a:gd name="T18" fmla="*/ 226 w 738"/>
                <a:gd name="T19" fmla="*/ 15 h 407"/>
                <a:gd name="T20" fmla="*/ 258 w 738"/>
                <a:gd name="T21" fmla="*/ 10 h 407"/>
                <a:gd name="T22" fmla="*/ 290 w 738"/>
                <a:gd name="T23" fmla="*/ 5 h 407"/>
                <a:gd name="T24" fmla="*/ 323 w 738"/>
                <a:gd name="T25" fmla="*/ 0 h 407"/>
                <a:gd name="T26" fmla="*/ 355 w 738"/>
                <a:gd name="T27" fmla="*/ 0 h 407"/>
                <a:gd name="T28" fmla="*/ 387 w 738"/>
                <a:gd name="T29" fmla="*/ 0 h 407"/>
                <a:gd name="T30" fmla="*/ 463 w 738"/>
                <a:gd name="T31" fmla="*/ 0 h 407"/>
                <a:gd name="T32" fmla="*/ 506 w 738"/>
                <a:gd name="T33" fmla="*/ 0 h 407"/>
                <a:gd name="T34" fmla="*/ 543 w 738"/>
                <a:gd name="T35" fmla="*/ 15 h 407"/>
                <a:gd name="T36" fmla="*/ 570 w 738"/>
                <a:gd name="T37" fmla="*/ 36 h 407"/>
                <a:gd name="T38" fmla="*/ 603 w 738"/>
                <a:gd name="T39" fmla="*/ 51 h 407"/>
                <a:gd name="T40" fmla="*/ 635 w 738"/>
                <a:gd name="T41" fmla="*/ 57 h 407"/>
                <a:gd name="T42" fmla="*/ 667 w 738"/>
                <a:gd name="T43" fmla="*/ 77 h 407"/>
                <a:gd name="T44" fmla="*/ 694 w 738"/>
                <a:gd name="T45" fmla="*/ 98 h 407"/>
                <a:gd name="T46" fmla="*/ 715 w 738"/>
                <a:gd name="T47" fmla="*/ 128 h 407"/>
                <a:gd name="T48" fmla="*/ 721 w 738"/>
                <a:gd name="T49" fmla="*/ 164 h 407"/>
                <a:gd name="T50" fmla="*/ 726 w 738"/>
                <a:gd name="T51" fmla="*/ 195 h 407"/>
                <a:gd name="T52" fmla="*/ 726 w 738"/>
                <a:gd name="T53" fmla="*/ 226 h 407"/>
                <a:gd name="T54" fmla="*/ 726 w 738"/>
                <a:gd name="T55" fmla="*/ 257 h 407"/>
                <a:gd name="T56" fmla="*/ 737 w 738"/>
                <a:gd name="T57" fmla="*/ 288 h 407"/>
                <a:gd name="T58" fmla="*/ 737 w 738"/>
                <a:gd name="T59" fmla="*/ 319 h 407"/>
                <a:gd name="T60" fmla="*/ 715 w 738"/>
                <a:gd name="T61" fmla="*/ 349 h 407"/>
                <a:gd name="T62" fmla="*/ 678 w 738"/>
                <a:gd name="T63" fmla="*/ 365 h 407"/>
                <a:gd name="T64" fmla="*/ 646 w 738"/>
                <a:gd name="T65" fmla="*/ 380 h 407"/>
                <a:gd name="T66" fmla="*/ 613 w 738"/>
                <a:gd name="T67" fmla="*/ 396 h 407"/>
                <a:gd name="T68" fmla="*/ 581 w 738"/>
                <a:gd name="T69" fmla="*/ 401 h 407"/>
                <a:gd name="T70" fmla="*/ 538 w 738"/>
                <a:gd name="T71" fmla="*/ 406 h 407"/>
                <a:gd name="T72" fmla="*/ 500 w 738"/>
                <a:gd name="T73" fmla="*/ 406 h 407"/>
                <a:gd name="T74" fmla="*/ 468 w 738"/>
                <a:gd name="T75" fmla="*/ 406 h 407"/>
                <a:gd name="T76" fmla="*/ 436 w 738"/>
                <a:gd name="T77" fmla="*/ 406 h 407"/>
                <a:gd name="T78" fmla="*/ 403 w 738"/>
                <a:gd name="T79" fmla="*/ 406 h 407"/>
                <a:gd name="T80" fmla="*/ 371 w 738"/>
                <a:gd name="T81" fmla="*/ 406 h 407"/>
                <a:gd name="T82" fmla="*/ 339 w 738"/>
                <a:gd name="T83" fmla="*/ 406 h 407"/>
                <a:gd name="T84" fmla="*/ 307 w 738"/>
                <a:gd name="T85" fmla="*/ 406 h 407"/>
                <a:gd name="T86" fmla="*/ 269 w 738"/>
                <a:gd name="T87" fmla="*/ 406 h 407"/>
                <a:gd name="T88" fmla="*/ 237 w 738"/>
                <a:gd name="T89" fmla="*/ 406 h 407"/>
                <a:gd name="T90" fmla="*/ 204 w 738"/>
                <a:gd name="T91" fmla="*/ 406 h 407"/>
                <a:gd name="T92" fmla="*/ 172 w 738"/>
                <a:gd name="T93" fmla="*/ 391 h 407"/>
                <a:gd name="T94" fmla="*/ 140 w 738"/>
                <a:gd name="T95" fmla="*/ 380 h 407"/>
                <a:gd name="T96" fmla="*/ 108 w 738"/>
                <a:gd name="T97" fmla="*/ 365 h 407"/>
                <a:gd name="T98" fmla="*/ 81 w 738"/>
                <a:gd name="T99" fmla="*/ 339 h 407"/>
                <a:gd name="T100" fmla="*/ 59 w 738"/>
                <a:gd name="T101" fmla="*/ 319 h 407"/>
                <a:gd name="T102" fmla="*/ 38 w 738"/>
                <a:gd name="T103" fmla="*/ 288 h 407"/>
                <a:gd name="T104" fmla="*/ 16 w 738"/>
                <a:gd name="T105" fmla="*/ 252 h 407"/>
                <a:gd name="T106" fmla="*/ 0 w 738"/>
                <a:gd name="T107" fmla="*/ 216 h 407"/>
                <a:gd name="T108" fmla="*/ 0 w 738"/>
                <a:gd name="T109" fmla="*/ 185 h 407"/>
                <a:gd name="T110" fmla="*/ 5 w 738"/>
                <a:gd name="T111" fmla="*/ 149 h 407"/>
                <a:gd name="T112" fmla="*/ 27 w 738"/>
                <a:gd name="T113" fmla="*/ 123 h 407"/>
                <a:gd name="T114" fmla="*/ 54 w 738"/>
                <a:gd name="T115" fmla="*/ 108 h 407"/>
                <a:gd name="T116" fmla="*/ 86 w 738"/>
                <a:gd name="T117" fmla="*/ 98 h 407"/>
                <a:gd name="T118" fmla="*/ 113 w 738"/>
                <a:gd name="T119" fmla="*/ 82 h 407"/>
                <a:gd name="T120" fmla="*/ 129 w 738"/>
                <a:gd name="T121" fmla="*/ 98 h 40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Lst>
              <a:rect l="0" t="0" r="r" b="b"/>
              <a:pathLst>
                <a:path w="738" h="407">
                  <a:moveTo>
                    <a:pt x="91" y="82"/>
                  </a:moveTo>
                  <a:lnTo>
                    <a:pt x="108" y="82"/>
                  </a:lnTo>
                  <a:lnTo>
                    <a:pt x="124" y="82"/>
                  </a:lnTo>
                  <a:lnTo>
                    <a:pt x="145" y="77"/>
                  </a:lnTo>
                  <a:lnTo>
                    <a:pt x="161" y="77"/>
                  </a:lnTo>
                  <a:lnTo>
                    <a:pt x="183" y="72"/>
                  </a:lnTo>
                  <a:lnTo>
                    <a:pt x="199" y="72"/>
                  </a:lnTo>
                  <a:lnTo>
                    <a:pt x="215" y="67"/>
                  </a:lnTo>
                  <a:lnTo>
                    <a:pt x="231" y="62"/>
                  </a:lnTo>
                  <a:lnTo>
                    <a:pt x="237" y="46"/>
                  </a:lnTo>
                  <a:lnTo>
                    <a:pt x="221" y="41"/>
                  </a:lnTo>
                  <a:lnTo>
                    <a:pt x="204" y="41"/>
                  </a:lnTo>
                  <a:lnTo>
                    <a:pt x="188" y="46"/>
                  </a:lnTo>
                  <a:lnTo>
                    <a:pt x="172" y="46"/>
                  </a:lnTo>
                  <a:lnTo>
                    <a:pt x="156" y="62"/>
                  </a:lnTo>
                  <a:lnTo>
                    <a:pt x="156" y="46"/>
                  </a:lnTo>
                  <a:lnTo>
                    <a:pt x="172" y="36"/>
                  </a:lnTo>
                  <a:lnTo>
                    <a:pt x="188" y="26"/>
                  </a:lnTo>
                  <a:lnTo>
                    <a:pt x="210" y="21"/>
                  </a:lnTo>
                  <a:lnTo>
                    <a:pt x="226" y="15"/>
                  </a:lnTo>
                  <a:lnTo>
                    <a:pt x="242" y="15"/>
                  </a:lnTo>
                  <a:lnTo>
                    <a:pt x="258" y="10"/>
                  </a:lnTo>
                  <a:lnTo>
                    <a:pt x="274" y="10"/>
                  </a:lnTo>
                  <a:lnTo>
                    <a:pt x="290" y="5"/>
                  </a:lnTo>
                  <a:lnTo>
                    <a:pt x="307" y="5"/>
                  </a:lnTo>
                  <a:lnTo>
                    <a:pt x="323" y="0"/>
                  </a:lnTo>
                  <a:lnTo>
                    <a:pt x="339" y="0"/>
                  </a:lnTo>
                  <a:lnTo>
                    <a:pt x="355" y="0"/>
                  </a:lnTo>
                  <a:lnTo>
                    <a:pt x="371" y="0"/>
                  </a:lnTo>
                  <a:lnTo>
                    <a:pt x="387" y="0"/>
                  </a:lnTo>
                  <a:lnTo>
                    <a:pt x="420" y="0"/>
                  </a:lnTo>
                  <a:lnTo>
                    <a:pt x="463" y="0"/>
                  </a:lnTo>
                  <a:lnTo>
                    <a:pt x="484" y="0"/>
                  </a:lnTo>
                  <a:lnTo>
                    <a:pt x="506" y="0"/>
                  </a:lnTo>
                  <a:lnTo>
                    <a:pt x="527" y="5"/>
                  </a:lnTo>
                  <a:lnTo>
                    <a:pt x="543" y="15"/>
                  </a:lnTo>
                  <a:lnTo>
                    <a:pt x="554" y="31"/>
                  </a:lnTo>
                  <a:lnTo>
                    <a:pt x="570" y="36"/>
                  </a:lnTo>
                  <a:lnTo>
                    <a:pt x="586" y="46"/>
                  </a:lnTo>
                  <a:lnTo>
                    <a:pt x="603" y="51"/>
                  </a:lnTo>
                  <a:lnTo>
                    <a:pt x="619" y="51"/>
                  </a:lnTo>
                  <a:lnTo>
                    <a:pt x="635" y="57"/>
                  </a:lnTo>
                  <a:lnTo>
                    <a:pt x="651" y="67"/>
                  </a:lnTo>
                  <a:lnTo>
                    <a:pt x="667" y="77"/>
                  </a:lnTo>
                  <a:lnTo>
                    <a:pt x="678" y="93"/>
                  </a:lnTo>
                  <a:lnTo>
                    <a:pt x="694" y="98"/>
                  </a:lnTo>
                  <a:lnTo>
                    <a:pt x="699" y="113"/>
                  </a:lnTo>
                  <a:lnTo>
                    <a:pt x="715" y="128"/>
                  </a:lnTo>
                  <a:lnTo>
                    <a:pt x="721" y="149"/>
                  </a:lnTo>
                  <a:lnTo>
                    <a:pt x="721" y="164"/>
                  </a:lnTo>
                  <a:lnTo>
                    <a:pt x="726" y="180"/>
                  </a:lnTo>
                  <a:lnTo>
                    <a:pt x="726" y="195"/>
                  </a:lnTo>
                  <a:lnTo>
                    <a:pt x="726" y="211"/>
                  </a:lnTo>
                  <a:lnTo>
                    <a:pt x="726" y="226"/>
                  </a:lnTo>
                  <a:lnTo>
                    <a:pt x="726" y="242"/>
                  </a:lnTo>
                  <a:lnTo>
                    <a:pt x="726" y="257"/>
                  </a:lnTo>
                  <a:lnTo>
                    <a:pt x="737" y="272"/>
                  </a:lnTo>
                  <a:lnTo>
                    <a:pt x="737" y="288"/>
                  </a:lnTo>
                  <a:lnTo>
                    <a:pt x="737" y="303"/>
                  </a:lnTo>
                  <a:lnTo>
                    <a:pt x="737" y="319"/>
                  </a:lnTo>
                  <a:lnTo>
                    <a:pt x="732" y="334"/>
                  </a:lnTo>
                  <a:lnTo>
                    <a:pt x="715" y="349"/>
                  </a:lnTo>
                  <a:lnTo>
                    <a:pt x="694" y="360"/>
                  </a:lnTo>
                  <a:lnTo>
                    <a:pt x="678" y="365"/>
                  </a:lnTo>
                  <a:lnTo>
                    <a:pt x="662" y="375"/>
                  </a:lnTo>
                  <a:lnTo>
                    <a:pt x="646" y="380"/>
                  </a:lnTo>
                  <a:lnTo>
                    <a:pt x="629" y="385"/>
                  </a:lnTo>
                  <a:lnTo>
                    <a:pt x="613" y="396"/>
                  </a:lnTo>
                  <a:lnTo>
                    <a:pt x="597" y="401"/>
                  </a:lnTo>
                  <a:lnTo>
                    <a:pt x="581" y="401"/>
                  </a:lnTo>
                  <a:lnTo>
                    <a:pt x="559" y="406"/>
                  </a:lnTo>
                  <a:lnTo>
                    <a:pt x="538" y="406"/>
                  </a:lnTo>
                  <a:lnTo>
                    <a:pt x="522" y="406"/>
                  </a:lnTo>
                  <a:lnTo>
                    <a:pt x="500" y="406"/>
                  </a:lnTo>
                  <a:lnTo>
                    <a:pt x="484" y="406"/>
                  </a:lnTo>
                  <a:lnTo>
                    <a:pt x="468" y="406"/>
                  </a:lnTo>
                  <a:lnTo>
                    <a:pt x="452" y="406"/>
                  </a:lnTo>
                  <a:lnTo>
                    <a:pt x="436" y="406"/>
                  </a:lnTo>
                  <a:lnTo>
                    <a:pt x="420" y="406"/>
                  </a:lnTo>
                  <a:lnTo>
                    <a:pt x="403" y="406"/>
                  </a:lnTo>
                  <a:lnTo>
                    <a:pt x="387" y="406"/>
                  </a:lnTo>
                  <a:lnTo>
                    <a:pt x="371" y="406"/>
                  </a:lnTo>
                  <a:lnTo>
                    <a:pt x="355" y="406"/>
                  </a:lnTo>
                  <a:lnTo>
                    <a:pt x="339" y="406"/>
                  </a:lnTo>
                  <a:lnTo>
                    <a:pt x="323" y="406"/>
                  </a:lnTo>
                  <a:lnTo>
                    <a:pt x="307" y="406"/>
                  </a:lnTo>
                  <a:lnTo>
                    <a:pt x="285" y="406"/>
                  </a:lnTo>
                  <a:lnTo>
                    <a:pt x="269" y="406"/>
                  </a:lnTo>
                  <a:lnTo>
                    <a:pt x="253" y="406"/>
                  </a:lnTo>
                  <a:lnTo>
                    <a:pt x="237" y="406"/>
                  </a:lnTo>
                  <a:lnTo>
                    <a:pt x="221" y="406"/>
                  </a:lnTo>
                  <a:lnTo>
                    <a:pt x="204" y="406"/>
                  </a:lnTo>
                  <a:lnTo>
                    <a:pt x="188" y="396"/>
                  </a:lnTo>
                  <a:lnTo>
                    <a:pt x="172" y="391"/>
                  </a:lnTo>
                  <a:lnTo>
                    <a:pt x="156" y="385"/>
                  </a:lnTo>
                  <a:lnTo>
                    <a:pt x="140" y="380"/>
                  </a:lnTo>
                  <a:lnTo>
                    <a:pt x="124" y="375"/>
                  </a:lnTo>
                  <a:lnTo>
                    <a:pt x="108" y="365"/>
                  </a:lnTo>
                  <a:lnTo>
                    <a:pt x="91" y="355"/>
                  </a:lnTo>
                  <a:lnTo>
                    <a:pt x="81" y="339"/>
                  </a:lnTo>
                  <a:lnTo>
                    <a:pt x="65" y="334"/>
                  </a:lnTo>
                  <a:lnTo>
                    <a:pt x="59" y="319"/>
                  </a:lnTo>
                  <a:lnTo>
                    <a:pt x="43" y="303"/>
                  </a:lnTo>
                  <a:lnTo>
                    <a:pt x="38" y="288"/>
                  </a:lnTo>
                  <a:lnTo>
                    <a:pt x="22" y="272"/>
                  </a:lnTo>
                  <a:lnTo>
                    <a:pt x="16" y="252"/>
                  </a:lnTo>
                  <a:lnTo>
                    <a:pt x="5" y="231"/>
                  </a:lnTo>
                  <a:lnTo>
                    <a:pt x="0" y="216"/>
                  </a:lnTo>
                  <a:lnTo>
                    <a:pt x="0" y="200"/>
                  </a:lnTo>
                  <a:lnTo>
                    <a:pt x="0" y="185"/>
                  </a:lnTo>
                  <a:lnTo>
                    <a:pt x="0" y="170"/>
                  </a:lnTo>
                  <a:lnTo>
                    <a:pt x="5" y="149"/>
                  </a:lnTo>
                  <a:lnTo>
                    <a:pt x="11" y="134"/>
                  </a:lnTo>
                  <a:lnTo>
                    <a:pt x="27" y="123"/>
                  </a:lnTo>
                  <a:lnTo>
                    <a:pt x="38" y="108"/>
                  </a:lnTo>
                  <a:lnTo>
                    <a:pt x="54" y="108"/>
                  </a:lnTo>
                  <a:lnTo>
                    <a:pt x="70" y="103"/>
                  </a:lnTo>
                  <a:lnTo>
                    <a:pt x="86" y="98"/>
                  </a:lnTo>
                  <a:lnTo>
                    <a:pt x="102" y="98"/>
                  </a:lnTo>
                  <a:lnTo>
                    <a:pt x="113" y="82"/>
                  </a:lnTo>
                  <a:lnTo>
                    <a:pt x="113" y="67"/>
                  </a:lnTo>
                  <a:lnTo>
                    <a:pt x="129" y="98"/>
                  </a:lnTo>
                </a:path>
              </a:pathLst>
            </a:custGeom>
            <a:solidFill>
              <a:srgbClr val="EAEAEA"/>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CC"/>
                </a:solidFill>
                <a:ea typeface="黑体" panose="02010609060101010101" pitchFamily="49" charset="-122"/>
              </a:endParaRPr>
            </a:p>
          </p:txBody>
        </p:sp>
        <p:sp>
          <p:nvSpPr>
            <p:cNvPr id="1049637" name="Freeform 38"/>
            <p:cNvSpPr>
              <a:spLocks noChangeArrowheads="1"/>
            </p:cNvSpPr>
            <p:nvPr/>
          </p:nvSpPr>
          <p:spPr bwMode="auto">
            <a:xfrm>
              <a:off x="3193" y="270"/>
              <a:ext cx="117" cy="118"/>
            </a:xfrm>
            <a:custGeom>
              <a:avLst/>
              <a:gdLst>
                <a:gd name="T0" fmla="*/ 5 w 117"/>
                <a:gd name="T1" fmla="*/ 66 h 118"/>
                <a:gd name="T2" fmla="*/ 0 w 117"/>
                <a:gd name="T3" fmla="*/ 51 h 118"/>
                <a:gd name="T4" fmla="*/ 0 w 117"/>
                <a:gd name="T5" fmla="*/ 36 h 118"/>
                <a:gd name="T6" fmla="*/ 16 w 117"/>
                <a:gd name="T7" fmla="*/ 25 h 118"/>
                <a:gd name="T8" fmla="*/ 32 w 117"/>
                <a:gd name="T9" fmla="*/ 15 h 118"/>
                <a:gd name="T10" fmla="*/ 47 w 117"/>
                <a:gd name="T11" fmla="*/ 0 h 118"/>
                <a:gd name="T12" fmla="*/ 63 w 117"/>
                <a:gd name="T13" fmla="*/ 0 h 118"/>
                <a:gd name="T14" fmla="*/ 79 w 117"/>
                <a:gd name="T15" fmla="*/ 0 h 118"/>
                <a:gd name="T16" fmla="*/ 84 w 117"/>
                <a:gd name="T17" fmla="*/ 15 h 118"/>
                <a:gd name="T18" fmla="*/ 95 w 117"/>
                <a:gd name="T19" fmla="*/ 31 h 118"/>
                <a:gd name="T20" fmla="*/ 105 w 117"/>
                <a:gd name="T21" fmla="*/ 46 h 118"/>
                <a:gd name="T22" fmla="*/ 111 w 117"/>
                <a:gd name="T23" fmla="*/ 61 h 118"/>
                <a:gd name="T24" fmla="*/ 116 w 117"/>
                <a:gd name="T25" fmla="*/ 76 h 118"/>
                <a:gd name="T26" fmla="*/ 116 w 117"/>
                <a:gd name="T27" fmla="*/ 92 h 118"/>
                <a:gd name="T28" fmla="*/ 116 w 117"/>
                <a:gd name="T29" fmla="*/ 107 h 118"/>
                <a:gd name="T30" fmla="*/ 100 w 117"/>
                <a:gd name="T31" fmla="*/ 117 h 118"/>
                <a:gd name="T32" fmla="*/ 84 w 117"/>
                <a:gd name="T33" fmla="*/ 117 h 118"/>
                <a:gd name="T34" fmla="*/ 69 w 117"/>
                <a:gd name="T35" fmla="*/ 117 h 118"/>
                <a:gd name="T36" fmla="*/ 53 w 117"/>
                <a:gd name="T37" fmla="*/ 117 h 118"/>
                <a:gd name="T38" fmla="*/ 37 w 117"/>
                <a:gd name="T39" fmla="*/ 112 h 118"/>
                <a:gd name="T40" fmla="*/ 21 w 117"/>
                <a:gd name="T41" fmla="*/ 102 h 118"/>
                <a:gd name="T42" fmla="*/ 11 w 117"/>
                <a:gd name="T43" fmla="*/ 86 h 118"/>
                <a:gd name="T44" fmla="*/ 5 w 117"/>
                <a:gd name="T45" fmla="*/ 71 h 118"/>
                <a:gd name="T46" fmla="*/ 5 w 117"/>
                <a:gd name="T47" fmla="*/ 66 h 1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117" h="118">
                  <a:moveTo>
                    <a:pt x="5" y="66"/>
                  </a:moveTo>
                  <a:lnTo>
                    <a:pt x="0" y="51"/>
                  </a:lnTo>
                  <a:lnTo>
                    <a:pt x="0" y="36"/>
                  </a:lnTo>
                  <a:lnTo>
                    <a:pt x="16" y="25"/>
                  </a:lnTo>
                  <a:lnTo>
                    <a:pt x="32" y="15"/>
                  </a:lnTo>
                  <a:lnTo>
                    <a:pt x="47" y="0"/>
                  </a:lnTo>
                  <a:lnTo>
                    <a:pt x="63" y="0"/>
                  </a:lnTo>
                  <a:lnTo>
                    <a:pt x="79" y="0"/>
                  </a:lnTo>
                  <a:lnTo>
                    <a:pt x="84" y="15"/>
                  </a:lnTo>
                  <a:lnTo>
                    <a:pt x="95" y="31"/>
                  </a:lnTo>
                  <a:lnTo>
                    <a:pt x="105" y="46"/>
                  </a:lnTo>
                  <a:lnTo>
                    <a:pt x="111" y="61"/>
                  </a:lnTo>
                  <a:lnTo>
                    <a:pt x="116" y="76"/>
                  </a:lnTo>
                  <a:lnTo>
                    <a:pt x="116" y="92"/>
                  </a:lnTo>
                  <a:lnTo>
                    <a:pt x="116" y="107"/>
                  </a:lnTo>
                  <a:lnTo>
                    <a:pt x="100" y="117"/>
                  </a:lnTo>
                  <a:lnTo>
                    <a:pt x="84" y="117"/>
                  </a:lnTo>
                  <a:lnTo>
                    <a:pt x="69" y="117"/>
                  </a:lnTo>
                  <a:lnTo>
                    <a:pt x="53" y="117"/>
                  </a:lnTo>
                  <a:lnTo>
                    <a:pt x="37" y="112"/>
                  </a:lnTo>
                  <a:lnTo>
                    <a:pt x="21" y="102"/>
                  </a:lnTo>
                  <a:lnTo>
                    <a:pt x="11" y="86"/>
                  </a:lnTo>
                  <a:lnTo>
                    <a:pt x="5" y="71"/>
                  </a:lnTo>
                  <a:lnTo>
                    <a:pt x="5" y="66"/>
                  </a:lnTo>
                </a:path>
              </a:pathLst>
            </a:custGeom>
            <a:solidFill>
              <a:srgbClr val="EAEAEA"/>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CC"/>
                </a:solidFill>
                <a:ea typeface="黑体" panose="02010609060101010101" pitchFamily="49" charset="-122"/>
              </a:endParaRPr>
            </a:p>
          </p:txBody>
        </p:sp>
        <p:sp>
          <p:nvSpPr>
            <p:cNvPr id="1049638" name="Freeform 39"/>
            <p:cNvSpPr>
              <a:spLocks noChangeArrowheads="1"/>
            </p:cNvSpPr>
            <p:nvPr/>
          </p:nvSpPr>
          <p:spPr bwMode="auto">
            <a:xfrm>
              <a:off x="3469" y="239"/>
              <a:ext cx="82" cy="87"/>
            </a:xfrm>
            <a:custGeom>
              <a:avLst/>
              <a:gdLst>
                <a:gd name="T0" fmla="*/ 0 w 82"/>
                <a:gd name="T1" fmla="*/ 0 h 87"/>
                <a:gd name="T2" fmla="*/ 16 w 82"/>
                <a:gd name="T3" fmla="*/ 10 h 87"/>
                <a:gd name="T4" fmla="*/ 32 w 82"/>
                <a:gd name="T5" fmla="*/ 20 h 87"/>
                <a:gd name="T6" fmla="*/ 49 w 82"/>
                <a:gd name="T7" fmla="*/ 20 h 87"/>
                <a:gd name="T8" fmla="*/ 65 w 82"/>
                <a:gd name="T9" fmla="*/ 30 h 87"/>
                <a:gd name="T10" fmla="*/ 76 w 82"/>
                <a:gd name="T11" fmla="*/ 46 h 87"/>
                <a:gd name="T12" fmla="*/ 81 w 82"/>
                <a:gd name="T13" fmla="*/ 61 h 87"/>
                <a:gd name="T14" fmla="*/ 81 w 82"/>
                <a:gd name="T15" fmla="*/ 76 h 87"/>
                <a:gd name="T16" fmla="*/ 65 w 82"/>
                <a:gd name="T17" fmla="*/ 86 h 87"/>
                <a:gd name="T18" fmla="*/ 49 w 82"/>
                <a:gd name="T19" fmla="*/ 86 h 87"/>
                <a:gd name="T20" fmla="*/ 27 w 82"/>
                <a:gd name="T21" fmla="*/ 81 h 87"/>
                <a:gd name="T22" fmla="*/ 11 w 82"/>
                <a:gd name="T23" fmla="*/ 71 h 87"/>
                <a:gd name="T24" fmla="*/ 5 w 82"/>
                <a:gd name="T25" fmla="*/ 56 h 87"/>
                <a:gd name="T26" fmla="*/ 0 w 82"/>
                <a:gd name="T27" fmla="*/ 40 h 87"/>
                <a:gd name="T28" fmla="*/ 0 w 82"/>
                <a:gd name="T29" fmla="*/ 25 h 87"/>
                <a:gd name="T30" fmla="*/ 11 w 82"/>
                <a:gd name="T31" fmla="*/ 10 h 87"/>
                <a:gd name="T32" fmla="*/ 0 w 82"/>
                <a:gd name="T33" fmla="*/ 0 h 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82" h="87">
                  <a:moveTo>
                    <a:pt x="0" y="0"/>
                  </a:moveTo>
                  <a:lnTo>
                    <a:pt x="16" y="10"/>
                  </a:lnTo>
                  <a:lnTo>
                    <a:pt x="32" y="20"/>
                  </a:lnTo>
                  <a:lnTo>
                    <a:pt x="49" y="20"/>
                  </a:lnTo>
                  <a:lnTo>
                    <a:pt x="65" y="30"/>
                  </a:lnTo>
                  <a:lnTo>
                    <a:pt x="76" y="46"/>
                  </a:lnTo>
                  <a:lnTo>
                    <a:pt x="81" y="61"/>
                  </a:lnTo>
                  <a:lnTo>
                    <a:pt x="81" y="76"/>
                  </a:lnTo>
                  <a:lnTo>
                    <a:pt x="65" y="86"/>
                  </a:lnTo>
                  <a:lnTo>
                    <a:pt x="49" y="86"/>
                  </a:lnTo>
                  <a:lnTo>
                    <a:pt x="27" y="81"/>
                  </a:lnTo>
                  <a:lnTo>
                    <a:pt x="11" y="71"/>
                  </a:lnTo>
                  <a:lnTo>
                    <a:pt x="5" y="56"/>
                  </a:lnTo>
                  <a:lnTo>
                    <a:pt x="0" y="40"/>
                  </a:lnTo>
                  <a:lnTo>
                    <a:pt x="0" y="25"/>
                  </a:lnTo>
                  <a:lnTo>
                    <a:pt x="11" y="10"/>
                  </a:lnTo>
                  <a:lnTo>
                    <a:pt x="0" y="0"/>
                  </a:lnTo>
                </a:path>
              </a:pathLst>
            </a:custGeom>
            <a:solidFill>
              <a:srgbClr val="EAEAEA"/>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CC"/>
                </a:solidFill>
                <a:ea typeface="黑体" panose="02010609060101010101" pitchFamily="49" charset="-122"/>
              </a:endParaRPr>
            </a:p>
          </p:txBody>
        </p:sp>
      </p:grpSp>
      <p:pic>
        <p:nvPicPr>
          <p:cNvPr id="1049639" name="Picture 40"/>
          <p:cNvPicPr>
            <a:picLocks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352550" y="3643313"/>
            <a:ext cx="563563" cy="314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049640" name="Picture 41"/>
          <p:cNvPicPr>
            <a:picLocks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2095500" y="2611438"/>
            <a:ext cx="563563" cy="3159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049641" name="Picture 42"/>
          <p:cNvPicPr>
            <a:picLocks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3497263" y="2955925"/>
            <a:ext cx="561975" cy="314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049642" name="Picture 43"/>
          <p:cNvPicPr>
            <a:picLocks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5229225" y="2543175"/>
            <a:ext cx="563563" cy="314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049643" name="Picture 44"/>
          <p:cNvPicPr>
            <a:picLocks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5478463" y="3230563"/>
            <a:ext cx="561975" cy="314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049644" name="Picture 45"/>
          <p:cNvPicPr>
            <a:picLocks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8778875" y="3298825"/>
            <a:ext cx="561975" cy="3159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049645" name="Picture 46"/>
          <p:cNvPicPr>
            <a:picLocks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6797675" y="3094038"/>
            <a:ext cx="561975" cy="3127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1049646" name="Group 47"/>
          <p:cNvGrpSpPr>
            <a:grpSpLocks/>
          </p:cNvGrpSpPr>
          <p:nvPr/>
        </p:nvGrpSpPr>
        <p:grpSpPr bwMode="auto">
          <a:xfrm>
            <a:off x="1846263" y="4056063"/>
            <a:ext cx="742950" cy="479425"/>
            <a:chOff x="2949" y="196"/>
            <a:chExt cx="941" cy="598"/>
          </a:xfrm>
        </p:grpSpPr>
        <p:sp>
          <p:nvSpPr>
            <p:cNvPr id="1049647" name="Oval 48"/>
            <p:cNvSpPr>
              <a:spLocks noChangeArrowheads="1"/>
            </p:cNvSpPr>
            <p:nvPr/>
          </p:nvSpPr>
          <p:spPr bwMode="auto">
            <a:xfrm>
              <a:off x="3168" y="196"/>
              <a:ext cx="407" cy="162"/>
            </a:xfrm>
            <a:prstGeom prst="ellipse">
              <a:avLst/>
            </a:prstGeom>
            <a:solidFill>
              <a:srgbClr val="EAEAEA"/>
            </a:solidFill>
            <a:ln w="12700">
              <a:solidFill>
                <a:schemeClr val="tx1"/>
              </a:solidFill>
              <a:round/>
              <a:headEnd/>
              <a:tailEnd/>
            </a:ln>
          </p:spPr>
          <p:txBody>
            <a:bodyPr wrap="none" anchor="ctr"/>
            <a:lstStyle/>
            <a:p>
              <a:pPr eaLnBrk="0" hangingPunct="0"/>
              <a:endParaRPr lang="zh-CN" altLang="en-US" b="1">
                <a:solidFill>
                  <a:srgbClr val="0000CC"/>
                </a:solidFill>
                <a:ea typeface="黑体" panose="02010609060101010101" pitchFamily="49" charset="-122"/>
              </a:endParaRPr>
            </a:p>
          </p:txBody>
        </p:sp>
        <p:sp>
          <p:nvSpPr>
            <p:cNvPr id="1049648" name="Oval 49"/>
            <p:cNvSpPr>
              <a:spLocks noChangeArrowheads="1"/>
            </p:cNvSpPr>
            <p:nvPr/>
          </p:nvSpPr>
          <p:spPr bwMode="auto">
            <a:xfrm rot="900000">
              <a:off x="3512" y="252"/>
              <a:ext cx="275" cy="131"/>
            </a:xfrm>
            <a:prstGeom prst="ellipse">
              <a:avLst/>
            </a:prstGeom>
            <a:solidFill>
              <a:srgbClr val="EAEAEA"/>
            </a:solidFill>
            <a:ln w="12700">
              <a:solidFill>
                <a:schemeClr val="tx1"/>
              </a:solidFill>
              <a:round/>
              <a:headEnd/>
              <a:tailEnd/>
            </a:ln>
          </p:spPr>
          <p:txBody>
            <a:bodyPr wrap="none" anchor="ctr"/>
            <a:lstStyle/>
            <a:p>
              <a:pPr eaLnBrk="0" hangingPunct="0"/>
              <a:endParaRPr lang="zh-CN" altLang="en-US" b="1">
                <a:solidFill>
                  <a:srgbClr val="0000CC"/>
                </a:solidFill>
                <a:ea typeface="黑体" panose="02010609060101010101" pitchFamily="49" charset="-122"/>
              </a:endParaRPr>
            </a:p>
          </p:txBody>
        </p:sp>
        <p:sp>
          <p:nvSpPr>
            <p:cNvPr id="1049649" name="Oval 50"/>
            <p:cNvSpPr>
              <a:spLocks noChangeArrowheads="1"/>
            </p:cNvSpPr>
            <p:nvPr/>
          </p:nvSpPr>
          <p:spPr bwMode="auto">
            <a:xfrm rot="1500000">
              <a:off x="3650" y="385"/>
              <a:ext cx="240" cy="153"/>
            </a:xfrm>
            <a:prstGeom prst="ellipse">
              <a:avLst/>
            </a:prstGeom>
            <a:solidFill>
              <a:srgbClr val="EAEAEA"/>
            </a:solidFill>
            <a:ln w="12700">
              <a:solidFill>
                <a:schemeClr val="tx1"/>
              </a:solidFill>
              <a:round/>
              <a:headEnd/>
              <a:tailEnd/>
            </a:ln>
          </p:spPr>
          <p:txBody>
            <a:bodyPr wrap="none" anchor="ctr"/>
            <a:lstStyle/>
            <a:p>
              <a:pPr eaLnBrk="0" hangingPunct="0"/>
              <a:endParaRPr lang="zh-CN" altLang="en-US" b="1">
                <a:solidFill>
                  <a:srgbClr val="0000CC"/>
                </a:solidFill>
                <a:ea typeface="黑体" panose="02010609060101010101" pitchFamily="49" charset="-122"/>
              </a:endParaRPr>
            </a:p>
          </p:txBody>
        </p:sp>
        <p:sp>
          <p:nvSpPr>
            <p:cNvPr id="1049650" name="Oval 51"/>
            <p:cNvSpPr>
              <a:spLocks noChangeArrowheads="1"/>
            </p:cNvSpPr>
            <p:nvPr/>
          </p:nvSpPr>
          <p:spPr bwMode="auto">
            <a:xfrm rot="-1560000">
              <a:off x="3573" y="537"/>
              <a:ext cx="291" cy="189"/>
            </a:xfrm>
            <a:prstGeom prst="ellipse">
              <a:avLst/>
            </a:prstGeom>
            <a:solidFill>
              <a:srgbClr val="EAEAEA"/>
            </a:solidFill>
            <a:ln w="12700">
              <a:solidFill>
                <a:schemeClr val="tx1"/>
              </a:solidFill>
              <a:round/>
              <a:headEnd/>
              <a:tailEnd/>
            </a:ln>
          </p:spPr>
          <p:txBody>
            <a:bodyPr wrap="none" anchor="ctr"/>
            <a:lstStyle/>
            <a:p>
              <a:pPr eaLnBrk="0" hangingPunct="0"/>
              <a:endParaRPr lang="zh-CN" altLang="en-US" b="1">
                <a:solidFill>
                  <a:srgbClr val="0000CC"/>
                </a:solidFill>
                <a:ea typeface="黑体" panose="02010609060101010101" pitchFamily="49" charset="-122"/>
              </a:endParaRPr>
            </a:p>
          </p:txBody>
        </p:sp>
        <p:sp>
          <p:nvSpPr>
            <p:cNvPr id="1049651" name="Oval 52"/>
            <p:cNvSpPr>
              <a:spLocks noChangeArrowheads="1"/>
            </p:cNvSpPr>
            <p:nvPr/>
          </p:nvSpPr>
          <p:spPr bwMode="auto">
            <a:xfrm>
              <a:off x="3216" y="555"/>
              <a:ext cx="471" cy="239"/>
            </a:xfrm>
            <a:prstGeom prst="ellipse">
              <a:avLst/>
            </a:prstGeom>
            <a:solidFill>
              <a:srgbClr val="EAEAEA"/>
            </a:solidFill>
            <a:ln w="12700">
              <a:solidFill>
                <a:schemeClr val="tx1"/>
              </a:solidFill>
              <a:round/>
              <a:headEnd/>
              <a:tailEnd/>
            </a:ln>
          </p:spPr>
          <p:txBody>
            <a:bodyPr wrap="none" anchor="ctr"/>
            <a:lstStyle/>
            <a:p>
              <a:pPr eaLnBrk="0" hangingPunct="0"/>
              <a:endParaRPr lang="zh-CN" altLang="en-US" b="1">
                <a:solidFill>
                  <a:srgbClr val="0000CC"/>
                </a:solidFill>
                <a:ea typeface="黑体" panose="02010609060101010101" pitchFamily="49" charset="-122"/>
              </a:endParaRPr>
            </a:p>
          </p:txBody>
        </p:sp>
        <p:sp>
          <p:nvSpPr>
            <p:cNvPr id="1049652" name="Oval 53"/>
            <p:cNvSpPr>
              <a:spLocks noChangeArrowheads="1"/>
            </p:cNvSpPr>
            <p:nvPr/>
          </p:nvSpPr>
          <p:spPr bwMode="auto">
            <a:xfrm rot="1080000">
              <a:off x="3023" y="555"/>
              <a:ext cx="265" cy="156"/>
            </a:xfrm>
            <a:prstGeom prst="ellipse">
              <a:avLst/>
            </a:prstGeom>
            <a:solidFill>
              <a:srgbClr val="EAEAEA"/>
            </a:solidFill>
            <a:ln w="12700">
              <a:solidFill>
                <a:schemeClr val="tx1"/>
              </a:solidFill>
              <a:round/>
              <a:headEnd/>
              <a:tailEnd/>
            </a:ln>
          </p:spPr>
          <p:txBody>
            <a:bodyPr wrap="none" anchor="ctr"/>
            <a:lstStyle/>
            <a:p>
              <a:pPr eaLnBrk="0" hangingPunct="0"/>
              <a:endParaRPr lang="zh-CN" altLang="en-US" b="1">
                <a:solidFill>
                  <a:srgbClr val="0000CC"/>
                </a:solidFill>
                <a:ea typeface="黑体" panose="02010609060101010101" pitchFamily="49" charset="-122"/>
              </a:endParaRPr>
            </a:p>
          </p:txBody>
        </p:sp>
        <p:sp>
          <p:nvSpPr>
            <p:cNvPr id="1049653" name="Oval 54"/>
            <p:cNvSpPr>
              <a:spLocks noChangeArrowheads="1"/>
            </p:cNvSpPr>
            <p:nvPr/>
          </p:nvSpPr>
          <p:spPr bwMode="auto">
            <a:xfrm>
              <a:off x="2949" y="432"/>
              <a:ext cx="217" cy="156"/>
            </a:xfrm>
            <a:prstGeom prst="ellipse">
              <a:avLst/>
            </a:prstGeom>
            <a:solidFill>
              <a:srgbClr val="EAEAEA"/>
            </a:solidFill>
            <a:ln w="12700">
              <a:solidFill>
                <a:schemeClr val="tx1"/>
              </a:solidFill>
              <a:round/>
              <a:headEnd/>
              <a:tailEnd/>
            </a:ln>
          </p:spPr>
          <p:txBody>
            <a:bodyPr wrap="none" anchor="ctr"/>
            <a:lstStyle/>
            <a:p>
              <a:pPr eaLnBrk="0" hangingPunct="0"/>
              <a:endParaRPr lang="zh-CN" altLang="en-US" b="1">
                <a:solidFill>
                  <a:srgbClr val="0000CC"/>
                </a:solidFill>
                <a:ea typeface="黑体" panose="02010609060101010101" pitchFamily="49" charset="-122"/>
              </a:endParaRPr>
            </a:p>
          </p:txBody>
        </p:sp>
        <p:sp>
          <p:nvSpPr>
            <p:cNvPr id="1049654" name="Oval 55"/>
            <p:cNvSpPr>
              <a:spLocks noChangeArrowheads="1"/>
            </p:cNvSpPr>
            <p:nvPr/>
          </p:nvSpPr>
          <p:spPr bwMode="auto">
            <a:xfrm rot="-1860000">
              <a:off x="2984" y="310"/>
              <a:ext cx="295" cy="156"/>
            </a:xfrm>
            <a:prstGeom prst="ellipse">
              <a:avLst/>
            </a:prstGeom>
            <a:solidFill>
              <a:srgbClr val="EAEAEA"/>
            </a:solidFill>
            <a:ln w="12700">
              <a:solidFill>
                <a:schemeClr val="tx1"/>
              </a:solidFill>
              <a:round/>
              <a:headEnd/>
              <a:tailEnd/>
            </a:ln>
          </p:spPr>
          <p:txBody>
            <a:bodyPr wrap="none" anchor="ctr"/>
            <a:lstStyle/>
            <a:p>
              <a:pPr eaLnBrk="0" hangingPunct="0"/>
              <a:endParaRPr lang="zh-CN" altLang="en-US" b="1">
                <a:solidFill>
                  <a:srgbClr val="0000CC"/>
                </a:solidFill>
                <a:ea typeface="黑体" panose="02010609060101010101" pitchFamily="49" charset="-122"/>
              </a:endParaRPr>
            </a:p>
          </p:txBody>
        </p:sp>
        <p:sp>
          <p:nvSpPr>
            <p:cNvPr id="1049655" name="Freeform 56"/>
            <p:cNvSpPr>
              <a:spLocks noChangeArrowheads="1"/>
            </p:cNvSpPr>
            <p:nvPr/>
          </p:nvSpPr>
          <p:spPr bwMode="auto">
            <a:xfrm>
              <a:off x="3051" y="300"/>
              <a:ext cx="738" cy="407"/>
            </a:xfrm>
            <a:custGeom>
              <a:avLst/>
              <a:gdLst>
                <a:gd name="T0" fmla="*/ 108 w 738"/>
                <a:gd name="T1" fmla="*/ 82 h 407"/>
                <a:gd name="T2" fmla="*/ 145 w 738"/>
                <a:gd name="T3" fmla="*/ 77 h 407"/>
                <a:gd name="T4" fmla="*/ 183 w 738"/>
                <a:gd name="T5" fmla="*/ 72 h 407"/>
                <a:gd name="T6" fmla="*/ 215 w 738"/>
                <a:gd name="T7" fmla="*/ 67 h 407"/>
                <a:gd name="T8" fmla="*/ 237 w 738"/>
                <a:gd name="T9" fmla="*/ 46 h 407"/>
                <a:gd name="T10" fmla="*/ 204 w 738"/>
                <a:gd name="T11" fmla="*/ 41 h 407"/>
                <a:gd name="T12" fmla="*/ 172 w 738"/>
                <a:gd name="T13" fmla="*/ 46 h 407"/>
                <a:gd name="T14" fmla="*/ 156 w 738"/>
                <a:gd name="T15" fmla="*/ 46 h 407"/>
                <a:gd name="T16" fmla="*/ 188 w 738"/>
                <a:gd name="T17" fmla="*/ 26 h 407"/>
                <a:gd name="T18" fmla="*/ 226 w 738"/>
                <a:gd name="T19" fmla="*/ 15 h 407"/>
                <a:gd name="T20" fmla="*/ 258 w 738"/>
                <a:gd name="T21" fmla="*/ 10 h 407"/>
                <a:gd name="T22" fmla="*/ 290 w 738"/>
                <a:gd name="T23" fmla="*/ 5 h 407"/>
                <a:gd name="T24" fmla="*/ 323 w 738"/>
                <a:gd name="T25" fmla="*/ 0 h 407"/>
                <a:gd name="T26" fmla="*/ 355 w 738"/>
                <a:gd name="T27" fmla="*/ 0 h 407"/>
                <a:gd name="T28" fmla="*/ 387 w 738"/>
                <a:gd name="T29" fmla="*/ 0 h 407"/>
                <a:gd name="T30" fmla="*/ 463 w 738"/>
                <a:gd name="T31" fmla="*/ 0 h 407"/>
                <a:gd name="T32" fmla="*/ 506 w 738"/>
                <a:gd name="T33" fmla="*/ 0 h 407"/>
                <a:gd name="T34" fmla="*/ 543 w 738"/>
                <a:gd name="T35" fmla="*/ 15 h 407"/>
                <a:gd name="T36" fmla="*/ 570 w 738"/>
                <a:gd name="T37" fmla="*/ 36 h 407"/>
                <a:gd name="T38" fmla="*/ 603 w 738"/>
                <a:gd name="T39" fmla="*/ 51 h 407"/>
                <a:gd name="T40" fmla="*/ 635 w 738"/>
                <a:gd name="T41" fmla="*/ 57 h 407"/>
                <a:gd name="T42" fmla="*/ 667 w 738"/>
                <a:gd name="T43" fmla="*/ 77 h 407"/>
                <a:gd name="T44" fmla="*/ 694 w 738"/>
                <a:gd name="T45" fmla="*/ 98 h 407"/>
                <a:gd name="T46" fmla="*/ 715 w 738"/>
                <a:gd name="T47" fmla="*/ 128 h 407"/>
                <a:gd name="T48" fmla="*/ 721 w 738"/>
                <a:gd name="T49" fmla="*/ 164 h 407"/>
                <a:gd name="T50" fmla="*/ 726 w 738"/>
                <a:gd name="T51" fmla="*/ 195 h 407"/>
                <a:gd name="T52" fmla="*/ 726 w 738"/>
                <a:gd name="T53" fmla="*/ 226 h 407"/>
                <a:gd name="T54" fmla="*/ 726 w 738"/>
                <a:gd name="T55" fmla="*/ 257 h 407"/>
                <a:gd name="T56" fmla="*/ 737 w 738"/>
                <a:gd name="T57" fmla="*/ 288 h 407"/>
                <a:gd name="T58" fmla="*/ 737 w 738"/>
                <a:gd name="T59" fmla="*/ 319 h 407"/>
                <a:gd name="T60" fmla="*/ 715 w 738"/>
                <a:gd name="T61" fmla="*/ 349 h 407"/>
                <a:gd name="T62" fmla="*/ 678 w 738"/>
                <a:gd name="T63" fmla="*/ 365 h 407"/>
                <a:gd name="T64" fmla="*/ 646 w 738"/>
                <a:gd name="T65" fmla="*/ 380 h 407"/>
                <a:gd name="T66" fmla="*/ 613 w 738"/>
                <a:gd name="T67" fmla="*/ 396 h 407"/>
                <a:gd name="T68" fmla="*/ 581 w 738"/>
                <a:gd name="T69" fmla="*/ 401 h 407"/>
                <a:gd name="T70" fmla="*/ 538 w 738"/>
                <a:gd name="T71" fmla="*/ 406 h 407"/>
                <a:gd name="T72" fmla="*/ 500 w 738"/>
                <a:gd name="T73" fmla="*/ 406 h 407"/>
                <a:gd name="T74" fmla="*/ 468 w 738"/>
                <a:gd name="T75" fmla="*/ 406 h 407"/>
                <a:gd name="T76" fmla="*/ 436 w 738"/>
                <a:gd name="T77" fmla="*/ 406 h 407"/>
                <a:gd name="T78" fmla="*/ 403 w 738"/>
                <a:gd name="T79" fmla="*/ 406 h 407"/>
                <a:gd name="T80" fmla="*/ 371 w 738"/>
                <a:gd name="T81" fmla="*/ 406 h 407"/>
                <a:gd name="T82" fmla="*/ 339 w 738"/>
                <a:gd name="T83" fmla="*/ 406 h 407"/>
                <a:gd name="T84" fmla="*/ 307 w 738"/>
                <a:gd name="T85" fmla="*/ 406 h 407"/>
                <a:gd name="T86" fmla="*/ 269 w 738"/>
                <a:gd name="T87" fmla="*/ 406 h 407"/>
                <a:gd name="T88" fmla="*/ 237 w 738"/>
                <a:gd name="T89" fmla="*/ 406 h 407"/>
                <a:gd name="T90" fmla="*/ 204 w 738"/>
                <a:gd name="T91" fmla="*/ 406 h 407"/>
                <a:gd name="T92" fmla="*/ 172 w 738"/>
                <a:gd name="T93" fmla="*/ 391 h 407"/>
                <a:gd name="T94" fmla="*/ 140 w 738"/>
                <a:gd name="T95" fmla="*/ 380 h 407"/>
                <a:gd name="T96" fmla="*/ 108 w 738"/>
                <a:gd name="T97" fmla="*/ 365 h 407"/>
                <a:gd name="T98" fmla="*/ 81 w 738"/>
                <a:gd name="T99" fmla="*/ 339 h 407"/>
                <a:gd name="T100" fmla="*/ 59 w 738"/>
                <a:gd name="T101" fmla="*/ 319 h 407"/>
                <a:gd name="T102" fmla="*/ 38 w 738"/>
                <a:gd name="T103" fmla="*/ 288 h 407"/>
                <a:gd name="T104" fmla="*/ 16 w 738"/>
                <a:gd name="T105" fmla="*/ 252 h 407"/>
                <a:gd name="T106" fmla="*/ 0 w 738"/>
                <a:gd name="T107" fmla="*/ 216 h 407"/>
                <a:gd name="T108" fmla="*/ 0 w 738"/>
                <a:gd name="T109" fmla="*/ 185 h 407"/>
                <a:gd name="T110" fmla="*/ 5 w 738"/>
                <a:gd name="T111" fmla="*/ 149 h 407"/>
                <a:gd name="T112" fmla="*/ 27 w 738"/>
                <a:gd name="T113" fmla="*/ 123 h 407"/>
                <a:gd name="T114" fmla="*/ 54 w 738"/>
                <a:gd name="T115" fmla="*/ 108 h 407"/>
                <a:gd name="T116" fmla="*/ 86 w 738"/>
                <a:gd name="T117" fmla="*/ 98 h 407"/>
                <a:gd name="T118" fmla="*/ 113 w 738"/>
                <a:gd name="T119" fmla="*/ 82 h 407"/>
                <a:gd name="T120" fmla="*/ 129 w 738"/>
                <a:gd name="T121" fmla="*/ 98 h 40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Lst>
              <a:rect l="0" t="0" r="r" b="b"/>
              <a:pathLst>
                <a:path w="738" h="407">
                  <a:moveTo>
                    <a:pt x="91" y="82"/>
                  </a:moveTo>
                  <a:lnTo>
                    <a:pt x="108" y="82"/>
                  </a:lnTo>
                  <a:lnTo>
                    <a:pt x="124" y="82"/>
                  </a:lnTo>
                  <a:lnTo>
                    <a:pt x="145" y="77"/>
                  </a:lnTo>
                  <a:lnTo>
                    <a:pt x="161" y="77"/>
                  </a:lnTo>
                  <a:lnTo>
                    <a:pt x="183" y="72"/>
                  </a:lnTo>
                  <a:lnTo>
                    <a:pt x="199" y="72"/>
                  </a:lnTo>
                  <a:lnTo>
                    <a:pt x="215" y="67"/>
                  </a:lnTo>
                  <a:lnTo>
                    <a:pt x="231" y="62"/>
                  </a:lnTo>
                  <a:lnTo>
                    <a:pt x="237" y="46"/>
                  </a:lnTo>
                  <a:lnTo>
                    <a:pt x="221" y="41"/>
                  </a:lnTo>
                  <a:lnTo>
                    <a:pt x="204" y="41"/>
                  </a:lnTo>
                  <a:lnTo>
                    <a:pt x="188" y="46"/>
                  </a:lnTo>
                  <a:lnTo>
                    <a:pt x="172" y="46"/>
                  </a:lnTo>
                  <a:lnTo>
                    <a:pt x="156" y="62"/>
                  </a:lnTo>
                  <a:lnTo>
                    <a:pt x="156" y="46"/>
                  </a:lnTo>
                  <a:lnTo>
                    <a:pt x="172" y="36"/>
                  </a:lnTo>
                  <a:lnTo>
                    <a:pt x="188" y="26"/>
                  </a:lnTo>
                  <a:lnTo>
                    <a:pt x="210" y="21"/>
                  </a:lnTo>
                  <a:lnTo>
                    <a:pt x="226" y="15"/>
                  </a:lnTo>
                  <a:lnTo>
                    <a:pt x="242" y="15"/>
                  </a:lnTo>
                  <a:lnTo>
                    <a:pt x="258" y="10"/>
                  </a:lnTo>
                  <a:lnTo>
                    <a:pt x="274" y="10"/>
                  </a:lnTo>
                  <a:lnTo>
                    <a:pt x="290" y="5"/>
                  </a:lnTo>
                  <a:lnTo>
                    <a:pt x="307" y="5"/>
                  </a:lnTo>
                  <a:lnTo>
                    <a:pt x="323" y="0"/>
                  </a:lnTo>
                  <a:lnTo>
                    <a:pt x="339" y="0"/>
                  </a:lnTo>
                  <a:lnTo>
                    <a:pt x="355" y="0"/>
                  </a:lnTo>
                  <a:lnTo>
                    <a:pt x="371" y="0"/>
                  </a:lnTo>
                  <a:lnTo>
                    <a:pt x="387" y="0"/>
                  </a:lnTo>
                  <a:lnTo>
                    <a:pt x="420" y="0"/>
                  </a:lnTo>
                  <a:lnTo>
                    <a:pt x="463" y="0"/>
                  </a:lnTo>
                  <a:lnTo>
                    <a:pt x="484" y="0"/>
                  </a:lnTo>
                  <a:lnTo>
                    <a:pt x="506" y="0"/>
                  </a:lnTo>
                  <a:lnTo>
                    <a:pt x="527" y="5"/>
                  </a:lnTo>
                  <a:lnTo>
                    <a:pt x="543" y="15"/>
                  </a:lnTo>
                  <a:lnTo>
                    <a:pt x="554" y="31"/>
                  </a:lnTo>
                  <a:lnTo>
                    <a:pt x="570" y="36"/>
                  </a:lnTo>
                  <a:lnTo>
                    <a:pt x="586" y="46"/>
                  </a:lnTo>
                  <a:lnTo>
                    <a:pt x="603" y="51"/>
                  </a:lnTo>
                  <a:lnTo>
                    <a:pt x="619" y="51"/>
                  </a:lnTo>
                  <a:lnTo>
                    <a:pt x="635" y="57"/>
                  </a:lnTo>
                  <a:lnTo>
                    <a:pt x="651" y="67"/>
                  </a:lnTo>
                  <a:lnTo>
                    <a:pt x="667" y="77"/>
                  </a:lnTo>
                  <a:lnTo>
                    <a:pt x="678" y="93"/>
                  </a:lnTo>
                  <a:lnTo>
                    <a:pt x="694" y="98"/>
                  </a:lnTo>
                  <a:lnTo>
                    <a:pt x="699" y="113"/>
                  </a:lnTo>
                  <a:lnTo>
                    <a:pt x="715" y="128"/>
                  </a:lnTo>
                  <a:lnTo>
                    <a:pt x="721" y="149"/>
                  </a:lnTo>
                  <a:lnTo>
                    <a:pt x="721" y="164"/>
                  </a:lnTo>
                  <a:lnTo>
                    <a:pt x="726" y="180"/>
                  </a:lnTo>
                  <a:lnTo>
                    <a:pt x="726" y="195"/>
                  </a:lnTo>
                  <a:lnTo>
                    <a:pt x="726" y="211"/>
                  </a:lnTo>
                  <a:lnTo>
                    <a:pt x="726" y="226"/>
                  </a:lnTo>
                  <a:lnTo>
                    <a:pt x="726" y="242"/>
                  </a:lnTo>
                  <a:lnTo>
                    <a:pt x="726" y="257"/>
                  </a:lnTo>
                  <a:lnTo>
                    <a:pt x="737" y="272"/>
                  </a:lnTo>
                  <a:lnTo>
                    <a:pt x="737" y="288"/>
                  </a:lnTo>
                  <a:lnTo>
                    <a:pt x="737" y="303"/>
                  </a:lnTo>
                  <a:lnTo>
                    <a:pt x="737" y="319"/>
                  </a:lnTo>
                  <a:lnTo>
                    <a:pt x="732" y="334"/>
                  </a:lnTo>
                  <a:lnTo>
                    <a:pt x="715" y="349"/>
                  </a:lnTo>
                  <a:lnTo>
                    <a:pt x="694" y="360"/>
                  </a:lnTo>
                  <a:lnTo>
                    <a:pt x="678" y="365"/>
                  </a:lnTo>
                  <a:lnTo>
                    <a:pt x="662" y="375"/>
                  </a:lnTo>
                  <a:lnTo>
                    <a:pt x="646" y="380"/>
                  </a:lnTo>
                  <a:lnTo>
                    <a:pt x="629" y="385"/>
                  </a:lnTo>
                  <a:lnTo>
                    <a:pt x="613" y="396"/>
                  </a:lnTo>
                  <a:lnTo>
                    <a:pt x="597" y="401"/>
                  </a:lnTo>
                  <a:lnTo>
                    <a:pt x="581" y="401"/>
                  </a:lnTo>
                  <a:lnTo>
                    <a:pt x="559" y="406"/>
                  </a:lnTo>
                  <a:lnTo>
                    <a:pt x="538" y="406"/>
                  </a:lnTo>
                  <a:lnTo>
                    <a:pt x="522" y="406"/>
                  </a:lnTo>
                  <a:lnTo>
                    <a:pt x="500" y="406"/>
                  </a:lnTo>
                  <a:lnTo>
                    <a:pt x="484" y="406"/>
                  </a:lnTo>
                  <a:lnTo>
                    <a:pt x="468" y="406"/>
                  </a:lnTo>
                  <a:lnTo>
                    <a:pt x="452" y="406"/>
                  </a:lnTo>
                  <a:lnTo>
                    <a:pt x="436" y="406"/>
                  </a:lnTo>
                  <a:lnTo>
                    <a:pt x="420" y="406"/>
                  </a:lnTo>
                  <a:lnTo>
                    <a:pt x="403" y="406"/>
                  </a:lnTo>
                  <a:lnTo>
                    <a:pt x="387" y="406"/>
                  </a:lnTo>
                  <a:lnTo>
                    <a:pt x="371" y="406"/>
                  </a:lnTo>
                  <a:lnTo>
                    <a:pt x="355" y="406"/>
                  </a:lnTo>
                  <a:lnTo>
                    <a:pt x="339" y="406"/>
                  </a:lnTo>
                  <a:lnTo>
                    <a:pt x="323" y="406"/>
                  </a:lnTo>
                  <a:lnTo>
                    <a:pt x="307" y="406"/>
                  </a:lnTo>
                  <a:lnTo>
                    <a:pt x="285" y="406"/>
                  </a:lnTo>
                  <a:lnTo>
                    <a:pt x="269" y="406"/>
                  </a:lnTo>
                  <a:lnTo>
                    <a:pt x="253" y="406"/>
                  </a:lnTo>
                  <a:lnTo>
                    <a:pt x="237" y="406"/>
                  </a:lnTo>
                  <a:lnTo>
                    <a:pt x="221" y="406"/>
                  </a:lnTo>
                  <a:lnTo>
                    <a:pt x="204" y="406"/>
                  </a:lnTo>
                  <a:lnTo>
                    <a:pt x="188" y="396"/>
                  </a:lnTo>
                  <a:lnTo>
                    <a:pt x="172" y="391"/>
                  </a:lnTo>
                  <a:lnTo>
                    <a:pt x="156" y="385"/>
                  </a:lnTo>
                  <a:lnTo>
                    <a:pt x="140" y="380"/>
                  </a:lnTo>
                  <a:lnTo>
                    <a:pt x="124" y="375"/>
                  </a:lnTo>
                  <a:lnTo>
                    <a:pt x="108" y="365"/>
                  </a:lnTo>
                  <a:lnTo>
                    <a:pt x="91" y="355"/>
                  </a:lnTo>
                  <a:lnTo>
                    <a:pt x="81" y="339"/>
                  </a:lnTo>
                  <a:lnTo>
                    <a:pt x="65" y="334"/>
                  </a:lnTo>
                  <a:lnTo>
                    <a:pt x="59" y="319"/>
                  </a:lnTo>
                  <a:lnTo>
                    <a:pt x="43" y="303"/>
                  </a:lnTo>
                  <a:lnTo>
                    <a:pt x="38" y="288"/>
                  </a:lnTo>
                  <a:lnTo>
                    <a:pt x="22" y="272"/>
                  </a:lnTo>
                  <a:lnTo>
                    <a:pt x="16" y="252"/>
                  </a:lnTo>
                  <a:lnTo>
                    <a:pt x="5" y="231"/>
                  </a:lnTo>
                  <a:lnTo>
                    <a:pt x="0" y="216"/>
                  </a:lnTo>
                  <a:lnTo>
                    <a:pt x="0" y="200"/>
                  </a:lnTo>
                  <a:lnTo>
                    <a:pt x="0" y="185"/>
                  </a:lnTo>
                  <a:lnTo>
                    <a:pt x="0" y="170"/>
                  </a:lnTo>
                  <a:lnTo>
                    <a:pt x="5" y="149"/>
                  </a:lnTo>
                  <a:lnTo>
                    <a:pt x="11" y="134"/>
                  </a:lnTo>
                  <a:lnTo>
                    <a:pt x="27" y="123"/>
                  </a:lnTo>
                  <a:lnTo>
                    <a:pt x="38" y="108"/>
                  </a:lnTo>
                  <a:lnTo>
                    <a:pt x="54" y="108"/>
                  </a:lnTo>
                  <a:lnTo>
                    <a:pt x="70" y="103"/>
                  </a:lnTo>
                  <a:lnTo>
                    <a:pt x="86" y="98"/>
                  </a:lnTo>
                  <a:lnTo>
                    <a:pt x="102" y="98"/>
                  </a:lnTo>
                  <a:lnTo>
                    <a:pt x="113" y="82"/>
                  </a:lnTo>
                  <a:lnTo>
                    <a:pt x="113" y="67"/>
                  </a:lnTo>
                  <a:lnTo>
                    <a:pt x="129" y="98"/>
                  </a:lnTo>
                </a:path>
              </a:pathLst>
            </a:custGeom>
            <a:solidFill>
              <a:srgbClr val="EAEAEA"/>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CC"/>
                </a:solidFill>
                <a:ea typeface="黑体" panose="02010609060101010101" pitchFamily="49" charset="-122"/>
              </a:endParaRPr>
            </a:p>
          </p:txBody>
        </p:sp>
        <p:sp>
          <p:nvSpPr>
            <p:cNvPr id="1049656" name="Freeform 57"/>
            <p:cNvSpPr>
              <a:spLocks noChangeArrowheads="1"/>
            </p:cNvSpPr>
            <p:nvPr/>
          </p:nvSpPr>
          <p:spPr bwMode="auto">
            <a:xfrm>
              <a:off x="3193" y="270"/>
              <a:ext cx="117" cy="118"/>
            </a:xfrm>
            <a:custGeom>
              <a:avLst/>
              <a:gdLst>
                <a:gd name="T0" fmla="*/ 5 w 117"/>
                <a:gd name="T1" fmla="*/ 66 h 118"/>
                <a:gd name="T2" fmla="*/ 0 w 117"/>
                <a:gd name="T3" fmla="*/ 51 h 118"/>
                <a:gd name="T4" fmla="*/ 0 w 117"/>
                <a:gd name="T5" fmla="*/ 36 h 118"/>
                <a:gd name="T6" fmla="*/ 16 w 117"/>
                <a:gd name="T7" fmla="*/ 25 h 118"/>
                <a:gd name="T8" fmla="*/ 32 w 117"/>
                <a:gd name="T9" fmla="*/ 15 h 118"/>
                <a:gd name="T10" fmla="*/ 47 w 117"/>
                <a:gd name="T11" fmla="*/ 0 h 118"/>
                <a:gd name="T12" fmla="*/ 63 w 117"/>
                <a:gd name="T13" fmla="*/ 0 h 118"/>
                <a:gd name="T14" fmla="*/ 79 w 117"/>
                <a:gd name="T15" fmla="*/ 0 h 118"/>
                <a:gd name="T16" fmla="*/ 84 w 117"/>
                <a:gd name="T17" fmla="*/ 15 h 118"/>
                <a:gd name="T18" fmla="*/ 95 w 117"/>
                <a:gd name="T19" fmla="*/ 31 h 118"/>
                <a:gd name="T20" fmla="*/ 105 w 117"/>
                <a:gd name="T21" fmla="*/ 46 h 118"/>
                <a:gd name="T22" fmla="*/ 111 w 117"/>
                <a:gd name="T23" fmla="*/ 61 h 118"/>
                <a:gd name="T24" fmla="*/ 116 w 117"/>
                <a:gd name="T25" fmla="*/ 76 h 118"/>
                <a:gd name="T26" fmla="*/ 116 w 117"/>
                <a:gd name="T27" fmla="*/ 92 h 118"/>
                <a:gd name="T28" fmla="*/ 116 w 117"/>
                <a:gd name="T29" fmla="*/ 107 h 118"/>
                <a:gd name="T30" fmla="*/ 100 w 117"/>
                <a:gd name="T31" fmla="*/ 117 h 118"/>
                <a:gd name="T32" fmla="*/ 84 w 117"/>
                <a:gd name="T33" fmla="*/ 117 h 118"/>
                <a:gd name="T34" fmla="*/ 69 w 117"/>
                <a:gd name="T35" fmla="*/ 117 h 118"/>
                <a:gd name="T36" fmla="*/ 53 w 117"/>
                <a:gd name="T37" fmla="*/ 117 h 118"/>
                <a:gd name="T38" fmla="*/ 37 w 117"/>
                <a:gd name="T39" fmla="*/ 112 h 118"/>
                <a:gd name="T40" fmla="*/ 21 w 117"/>
                <a:gd name="T41" fmla="*/ 102 h 118"/>
                <a:gd name="T42" fmla="*/ 11 w 117"/>
                <a:gd name="T43" fmla="*/ 86 h 118"/>
                <a:gd name="T44" fmla="*/ 5 w 117"/>
                <a:gd name="T45" fmla="*/ 71 h 118"/>
                <a:gd name="T46" fmla="*/ 5 w 117"/>
                <a:gd name="T47" fmla="*/ 66 h 1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117" h="118">
                  <a:moveTo>
                    <a:pt x="5" y="66"/>
                  </a:moveTo>
                  <a:lnTo>
                    <a:pt x="0" y="51"/>
                  </a:lnTo>
                  <a:lnTo>
                    <a:pt x="0" y="36"/>
                  </a:lnTo>
                  <a:lnTo>
                    <a:pt x="16" y="25"/>
                  </a:lnTo>
                  <a:lnTo>
                    <a:pt x="32" y="15"/>
                  </a:lnTo>
                  <a:lnTo>
                    <a:pt x="47" y="0"/>
                  </a:lnTo>
                  <a:lnTo>
                    <a:pt x="63" y="0"/>
                  </a:lnTo>
                  <a:lnTo>
                    <a:pt x="79" y="0"/>
                  </a:lnTo>
                  <a:lnTo>
                    <a:pt x="84" y="15"/>
                  </a:lnTo>
                  <a:lnTo>
                    <a:pt x="95" y="31"/>
                  </a:lnTo>
                  <a:lnTo>
                    <a:pt x="105" y="46"/>
                  </a:lnTo>
                  <a:lnTo>
                    <a:pt x="111" y="61"/>
                  </a:lnTo>
                  <a:lnTo>
                    <a:pt x="116" y="76"/>
                  </a:lnTo>
                  <a:lnTo>
                    <a:pt x="116" y="92"/>
                  </a:lnTo>
                  <a:lnTo>
                    <a:pt x="116" y="107"/>
                  </a:lnTo>
                  <a:lnTo>
                    <a:pt x="100" y="117"/>
                  </a:lnTo>
                  <a:lnTo>
                    <a:pt x="84" y="117"/>
                  </a:lnTo>
                  <a:lnTo>
                    <a:pt x="69" y="117"/>
                  </a:lnTo>
                  <a:lnTo>
                    <a:pt x="53" y="117"/>
                  </a:lnTo>
                  <a:lnTo>
                    <a:pt x="37" y="112"/>
                  </a:lnTo>
                  <a:lnTo>
                    <a:pt x="21" y="102"/>
                  </a:lnTo>
                  <a:lnTo>
                    <a:pt x="11" y="86"/>
                  </a:lnTo>
                  <a:lnTo>
                    <a:pt x="5" y="71"/>
                  </a:lnTo>
                  <a:lnTo>
                    <a:pt x="5" y="66"/>
                  </a:lnTo>
                </a:path>
              </a:pathLst>
            </a:custGeom>
            <a:solidFill>
              <a:srgbClr val="EAEAEA"/>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CC"/>
                </a:solidFill>
                <a:ea typeface="黑体" panose="02010609060101010101" pitchFamily="49" charset="-122"/>
              </a:endParaRPr>
            </a:p>
          </p:txBody>
        </p:sp>
        <p:sp>
          <p:nvSpPr>
            <p:cNvPr id="1049657" name="Freeform 58"/>
            <p:cNvSpPr>
              <a:spLocks noChangeArrowheads="1"/>
            </p:cNvSpPr>
            <p:nvPr/>
          </p:nvSpPr>
          <p:spPr bwMode="auto">
            <a:xfrm>
              <a:off x="3469" y="239"/>
              <a:ext cx="82" cy="87"/>
            </a:xfrm>
            <a:custGeom>
              <a:avLst/>
              <a:gdLst>
                <a:gd name="T0" fmla="*/ 0 w 82"/>
                <a:gd name="T1" fmla="*/ 0 h 87"/>
                <a:gd name="T2" fmla="*/ 16 w 82"/>
                <a:gd name="T3" fmla="*/ 10 h 87"/>
                <a:gd name="T4" fmla="*/ 32 w 82"/>
                <a:gd name="T5" fmla="*/ 20 h 87"/>
                <a:gd name="T6" fmla="*/ 49 w 82"/>
                <a:gd name="T7" fmla="*/ 20 h 87"/>
                <a:gd name="T8" fmla="*/ 65 w 82"/>
                <a:gd name="T9" fmla="*/ 30 h 87"/>
                <a:gd name="T10" fmla="*/ 76 w 82"/>
                <a:gd name="T11" fmla="*/ 46 h 87"/>
                <a:gd name="T12" fmla="*/ 81 w 82"/>
                <a:gd name="T13" fmla="*/ 61 h 87"/>
                <a:gd name="T14" fmla="*/ 81 w 82"/>
                <a:gd name="T15" fmla="*/ 76 h 87"/>
                <a:gd name="T16" fmla="*/ 65 w 82"/>
                <a:gd name="T17" fmla="*/ 86 h 87"/>
                <a:gd name="T18" fmla="*/ 49 w 82"/>
                <a:gd name="T19" fmla="*/ 86 h 87"/>
                <a:gd name="T20" fmla="*/ 27 w 82"/>
                <a:gd name="T21" fmla="*/ 81 h 87"/>
                <a:gd name="T22" fmla="*/ 11 w 82"/>
                <a:gd name="T23" fmla="*/ 71 h 87"/>
                <a:gd name="T24" fmla="*/ 5 w 82"/>
                <a:gd name="T25" fmla="*/ 56 h 87"/>
                <a:gd name="T26" fmla="*/ 0 w 82"/>
                <a:gd name="T27" fmla="*/ 40 h 87"/>
                <a:gd name="T28" fmla="*/ 0 w 82"/>
                <a:gd name="T29" fmla="*/ 25 h 87"/>
                <a:gd name="T30" fmla="*/ 11 w 82"/>
                <a:gd name="T31" fmla="*/ 10 h 87"/>
                <a:gd name="T32" fmla="*/ 0 w 82"/>
                <a:gd name="T33" fmla="*/ 0 h 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82" h="87">
                  <a:moveTo>
                    <a:pt x="0" y="0"/>
                  </a:moveTo>
                  <a:lnTo>
                    <a:pt x="16" y="10"/>
                  </a:lnTo>
                  <a:lnTo>
                    <a:pt x="32" y="20"/>
                  </a:lnTo>
                  <a:lnTo>
                    <a:pt x="49" y="20"/>
                  </a:lnTo>
                  <a:lnTo>
                    <a:pt x="65" y="30"/>
                  </a:lnTo>
                  <a:lnTo>
                    <a:pt x="76" y="46"/>
                  </a:lnTo>
                  <a:lnTo>
                    <a:pt x="81" y="61"/>
                  </a:lnTo>
                  <a:lnTo>
                    <a:pt x="81" y="76"/>
                  </a:lnTo>
                  <a:lnTo>
                    <a:pt x="65" y="86"/>
                  </a:lnTo>
                  <a:lnTo>
                    <a:pt x="49" y="86"/>
                  </a:lnTo>
                  <a:lnTo>
                    <a:pt x="27" y="81"/>
                  </a:lnTo>
                  <a:lnTo>
                    <a:pt x="11" y="71"/>
                  </a:lnTo>
                  <a:lnTo>
                    <a:pt x="5" y="56"/>
                  </a:lnTo>
                  <a:lnTo>
                    <a:pt x="0" y="40"/>
                  </a:lnTo>
                  <a:lnTo>
                    <a:pt x="0" y="25"/>
                  </a:lnTo>
                  <a:lnTo>
                    <a:pt x="11" y="10"/>
                  </a:lnTo>
                  <a:lnTo>
                    <a:pt x="0" y="0"/>
                  </a:lnTo>
                </a:path>
              </a:pathLst>
            </a:custGeom>
            <a:solidFill>
              <a:srgbClr val="EAEAEA"/>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CC"/>
                </a:solidFill>
                <a:ea typeface="黑体" panose="02010609060101010101" pitchFamily="49" charset="-122"/>
              </a:endParaRPr>
            </a:p>
          </p:txBody>
        </p:sp>
      </p:grpSp>
      <p:grpSp>
        <p:nvGrpSpPr>
          <p:cNvPr id="1049658" name="Group 59"/>
          <p:cNvGrpSpPr>
            <a:grpSpLocks/>
          </p:cNvGrpSpPr>
          <p:nvPr/>
        </p:nvGrpSpPr>
        <p:grpSpPr bwMode="auto">
          <a:xfrm>
            <a:off x="857250" y="2886075"/>
            <a:ext cx="742950" cy="482600"/>
            <a:chOff x="2949" y="196"/>
            <a:chExt cx="941" cy="598"/>
          </a:xfrm>
        </p:grpSpPr>
        <p:sp>
          <p:nvSpPr>
            <p:cNvPr id="1049659" name="Oval 60"/>
            <p:cNvSpPr>
              <a:spLocks noChangeArrowheads="1"/>
            </p:cNvSpPr>
            <p:nvPr/>
          </p:nvSpPr>
          <p:spPr bwMode="auto">
            <a:xfrm>
              <a:off x="3168" y="196"/>
              <a:ext cx="407" cy="162"/>
            </a:xfrm>
            <a:prstGeom prst="ellipse">
              <a:avLst/>
            </a:prstGeom>
            <a:solidFill>
              <a:srgbClr val="EAEAEA"/>
            </a:solidFill>
            <a:ln w="12700">
              <a:solidFill>
                <a:schemeClr val="tx1"/>
              </a:solidFill>
              <a:round/>
              <a:headEnd/>
              <a:tailEnd/>
            </a:ln>
          </p:spPr>
          <p:txBody>
            <a:bodyPr wrap="none" anchor="ctr"/>
            <a:lstStyle/>
            <a:p>
              <a:pPr eaLnBrk="0" hangingPunct="0"/>
              <a:endParaRPr lang="zh-CN" altLang="en-US" b="1">
                <a:solidFill>
                  <a:srgbClr val="0000CC"/>
                </a:solidFill>
                <a:ea typeface="黑体" panose="02010609060101010101" pitchFamily="49" charset="-122"/>
              </a:endParaRPr>
            </a:p>
          </p:txBody>
        </p:sp>
        <p:sp>
          <p:nvSpPr>
            <p:cNvPr id="1049660" name="Oval 61"/>
            <p:cNvSpPr>
              <a:spLocks noChangeArrowheads="1"/>
            </p:cNvSpPr>
            <p:nvPr/>
          </p:nvSpPr>
          <p:spPr bwMode="auto">
            <a:xfrm rot="900000">
              <a:off x="3512" y="252"/>
              <a:ext cx="275" cy="131"/>
            </a:xfrm>
            <a:prstGeom prst="ellipse">
              <a:avLst/>
            </a:prstGeom>
            <a:solidFill>
              <a:srgbClr val="EAEAEA"/>
            </a:solidFill>
            <a:ln w="12700">
              <a:solidFill>
                <a:schemeClr val="tx1"/>
              </a:solidFill>
              <a:round/>
              <a:headEnd/>
              <a:tailEnd/>
            </a:ln>
          </p:spPr>
          <p:txBody>
            <a:bodyPr wrap="none" anchor="ctr"/>
            <a:lstStyle/>
            <a:p>
              <a:pPr eaLnBrk="0" hangingPunct="0"/>
              <a:endParaRPr lang="zh-CN" altLang="en-US" b="1">
                <a:solidFill>
                  <a:srgbClr val="0000CC"/>
                </a:solidFill>
                <a:ea typeface="黑体" panose="02010609060101010101" pitchFamily="49" charset="-122"/>
              </a:endParaRPr>
            </a:p>
          </p:txBody>
        </p:sp>
        <p:sp>
          <p:nvSpPr>
            <p:cNvPr id="1049661" name="Oval 62"/>
            <p:cNvSpPr>
              <a:spLocks noChangeArrowheads="1"/>
            </p:cNvSpPr>
            <p:nvPr/>
          </p:nvSpPr>
          <p:spPr bwMode="auto">
            <a:xfrm rot="1500000">
              <a:off x="3650" y="385"/>
              <a:ext cx="240" cy="153"/>
            </a:xfrm>
            <a:prstGeom prst="ellipse">
              <a:avLst/>
            </a:prstGeom>
            <a:solidFill>
              <a:srgbClr val="EAEAEA"/>
            </a:solidFill>
            <a:ln w="12700">
              <a:solidFill>
                <a:schemeClr val="tx1"/>
              </a:solidFill>
              <a:round/>
              <a:headEnd/>
              <a:tailEnd/>
            </a:ln>
          </p:spPr>
          <p:txBody>
            <a:bodyPr wrap="none" anchor="ctr"/>
            <a:lstStyle/>
            <a:p>
              <a:pPr eaLnBrk="0" hangingPunct="0"/>
              <a:endParaRPr lang="zh-CN" altLang="en-US" b="1">
                <a:solidFill>
                  <a:srgbClr val="0000CC"/>
                </a:solidFill>
                <a:ea typeface="黑体" panose="02010609060101010101" pitchFamily="49" charset="-122"/>
              </a:endParaRPr>
            </a:p>
          </p:txBody>
        </p:sp>
        <p:sp>
          <p:nvSpPr>
            <p:cNvPr id="1049662" name="Oval 63"/>
            <p:cNvSpPr>
              <a:spLocks noChangeArrowheads="1"/>
            </p:cNvSpPr>
            <p:nvPr/>
          </p:nvSpPr>
          <p:spPr bwMode="auto">
            <a:xfrm rot="-1560000">
              <a:off x="3573" y="537"/>
              <a:ext cx="291" cy="189"/>
            </a:xfrm>
            <a:prstGeom prst="ellipse">
              <a:avLst/>
            </a:prstGeom>
            <a:solidFill>
              <a:srgbClr val="EAEAEA"/>
            </a:solidFill>
            <a:ln w="12700">
              <a:solidFill>
                <a:schemeClr val="tx1"/>
              </a:solidFill>
              <a:round/>
              <a:headEnd/>
              <a:tailEnd/>
            </a:ln>
          </p:spPr>
          <p:txBody>
            <a:bodyPr wrap="none" anchor="ctr"/>
            <a:lstStyle/>
            <a:p>
              <a:pPr eaLnBrk="0" hangingPunct="0"/>
              <a:endParaRPr lang="zh-CN" altLang="en-US" b="1">
                <a:solidFill>
                  <a:srgbClr val="0000CC"/>
                </a:solidFill>
                <a:ea typeface="黑体" panose="02010609060101010101" pitchFamily="49" charset="-122"/>
              </a:endParaRPr>
            </a:p>
          </p:txBody>
        </p:sp>
        <p:sp>
          <p:nvSpPr>
            <p:cNvPr id="1049663" name="Oval 64"/>
            <p:cNvSpPr>
              <a:spLocks noChangeArrowheads="1"/>
            </p:cNvSpPr>
            <p:nvPr/>
          </p:nvSpPr>
          <p:spPr bwMode="auto">
            <a:xfrm>
              <a:off x="3216" y="555"/>
              <a:ext cx="471" cy="239"/>
            </a:xfrm>
            <a:prstGeom prst="ellipse">
              <a:avLst/>
            </a:prstGeom>
            <a:solidFill>
              <a:srgbClr val="EAEAEA"/>
            </a:solidFill>
            <a:ln w="12700">
              <a:solidFill>
                <a:schemeClr val="tx1"/>
              </a:solidFill>
              <a:round/>
              <a:headEnd/>
              <a:tailEnd/>
            </a:ln>
          </p:spPr>
          <p:txBody>
            <a:bodyPr wrap="none" anchor="ctr"/>
            <a:lstStyle/>
            <a:p>
              <a:pPr eaLnBrk="0" hangingPunct="0"/>
              <a:endParaRPr lang="zh-CN" altLang="en-US" b="1">
                <a:solidFill>
                  <a:srgbClr val="0000CC"/>
                </a:solidFill>
                <a:ea typeface="黑体" panose="02010609060101010101" pitchFamily="49" charset="-122"/>
              </a:endParaRPr>
            </a:p>
          </p:txBody>
        </p:sp>
        <p:sp>
          <p:nvSpPr>
            <p:cNvPr id="1049664" name="Oval 65"/>
            <p:cNvSpPr>
              <a:spLocks noChangeArrowheads="1"/>
            </p:cNvSpPr>
            <p:nvPr/>
          </p:nvSpPr>
          <p:spPr bwMode="auto">
            <a:xfrm rot="1080000">
              <a:off x="3023" y="555"/>
              <a:ext cx="265" cy="156"/>
            </a:xfrm>
            <a:prstGeom prst="ellipse">
              <a:avLst/>
            </a:prstGeom>
            <a:solidFill>
              <a:srgbClr val="EAEAEA"/>
            </a:solidFill>
            <a:ln w="12700">
              <a:solidFill>
                <a:schemeClr val="tx1"/>
              </a:solidFill>
              <a:round/>
              <a:headEnd/>
              <a:tailEnd/>
            </a:ln>
          </p:spPr>
          <p:txBody>
            <a:bodyPr wrap="none" anchor="ctr"/>
            <a:lstStyle/>
            <a:p>
              <a:pPr eaLnBrk="0" hangingPunct="0"/>
              <a:endParaRPr lang="zh-CN" altLang="en-US" b="1">
                <a:solidFill>
                  <a:srgbClr val="0000CC"/>
                </a:solidFill>
                <a:ea typeface="黑体" panose="02010609060101010101" pitchFamily="49" charset="-122"/>
              </a:endParaRPr>
            </a:p>
          </p:txBody>
        </p:sp>
        <p:sp>
          <p:nvSpPr>
            <p:cNvPr id="1049665" name="Oval 66"/>
            <p:cNvSpPr>
              <a:spLocks noChangeArrowheads="1"/>
            </p:cNvSpPr>
            <p:nvPr/>
          </p:nvSpPr>
          <p:spPr bwMode="auto">
            <a:xfrm>
              <a:off x="2949" y="432"/>
              <a:ext cx="217" cy="156"/>
            </a:xfrm>
            <a:prstGeom prst="ellipse">
              <a:avLst/>
            </a:prstGeom>
            <a:solidFill>
              <a:srgbClr val="EAEAEA"/>
            </a:solidFill>
            <a:ln w="12700">
              <a:solidFill>
                <a:schemeClr val="tx1"/>
              </a:solidFill>
              <a:round/>
              <a:headEnd/>
              <a:tailEnd/>
            </a:ln>
          </p:spPr>
          <p:txBody>
            <a:bodyPr wrap="none" anchor="ctr"/>
            <a:lstStyle/>
            <a:p>
              <a:pPr eaLnBrk="0" hangingPunct="0"/>
              <a:endParaRPr lang="zh-CN" altLang="en-US" b="1">
                <a:solidFill>
                  <a:srgbClr val="0000CC"/>
                </a:solidFill>
                <a:ea typeface="黑体" panose="02010609060101010101" pitchFamily="49" charset="-122"/>
              </a:endParaRPr>
            </a:p>
          </p:txBody>
        </p:sp>
        <p:sp>
          <p:nvSpPr>
            <p:cNvPr id="1049666" name="Oval 67"/>
            <p:cNvSpPr>
              <a:spLocks noChangeArrowheads="1"/>
            </p:cNvSpPr>
            <p:nvPr/>
          </p:nvSpPr>
          <p:spPr bwMode="auto">
            <a:xfrm rot="-1860000">
              <a:off x="2984" y="310"/>
              <a:ext cx="295" cy="156"/>
            </a:xfrm>
            <a:prstGeom prst="ellipse">
              <a:avLst/>
            </a:prstGeom>
            <a:solidFill>
              <a:srgbClr val="EAEAEA"/>
            </a:solidFill>
            <a:ln w="12700">
              <a:solidFill>
                <a:schemeClr val="tx1"/>
              </a:solidFill>
              <a:round/>
              <a:headEnd/>
              <a:tailEnd/>
            </a:ln>
          </p:spPr>
          <p:txBody>
            <a:bodyPr wrap="none" anchor="ctr"/>
            <a:lstStyle/>
            <a:p>
              <a:pPr eaLnBrk="0" hangingPunct="0"/>
              <a:endParaRPr lang="zh-CN" altLang="en-US" b="1">
                <a:solidFill>
                  <a:srgbClr val="0000CC"/>
                </a:solidFill>
                <a:ea typeface="黑体" panose="02010609060101010101" pitchFamily="49" charset="-122"/>
              </a:endParaRPr>
            </a:p>
          </p:txBody>
        </p:sp>
        <p:sp>
          <p:nvSpPr>
            <p:cNvPr id="1049667" name="Freeform 68"/>
            <p:cNvSpPr>
              <a:spLocks noChangeArrowheads="1"/>
            </p:cNvSpPr>
            <p:nvPr/>
          </p:nvSpPr>
          <p:spPr bwMode="auto">
            <a:xfrm>
              <a:off x="3051" y="300"/>
              <a:ext cx="738" cy="407"/>
            </a:xfrm>
            <a:custGeom>
              <a:avLst/>
              <a:gdLst>
                <a:gd name="T0" fmla="*/ 108 w 738"/>
                <a:gd name="T1" fmla="*/ 82 h 407"/>
                <a:gd name="T2" fmla="*/ 145 w 738"/>
                <a:gd name="T3" fmla="*/ 77 h 407"/>
                <a:gd name="T4" fmla="*/ 183 w 738"/>
                <a:gd name="T5" fmla="*/ 72 h 407"/>
                <a:gd name="T6" fmla="*/ 215 w 738"/>
                <a:gd name="T7" fmla="*/ 67 h 407"/>
                <a:gd name="T8" fmla="*/ 237 w 738"/>
                <a:gd name="T9" fmla="*/ 46 h 407"/>
                <a:gd name="T10" fmla="*/ 204 w 738"/>
                <a:gd name="T11" fmla="*/ 41 h 407"/>
                <a:gd name="T12" fmla="*/ 172 w 738"/>
                <a:gd name="T13" fmla="*/ 46 h 407"/>
                <a:gd name="T14" fmla="*/ 156 w 738"/>
                <a:gd name="T15" fmla="*/ 46 h 407"/>
                <a:gd name="T16" fmla="*/ 188 w 738"/>
                <a:gd name="T17" fmla="*/ 26 h 407"/>
                <a:gd name="T18" fmla="*/ 226 w 738"/>
                <a:gd name="T19" fmla="*/ 15 h 407"/>
                <a:gd name="T20" fmla="*/ 258 w 738"/>
                <a:gd name="T21" fmla="*/ 10 h 407"/>
                <a:gd name="T22" fmla="*/ 290 w 738"/>
                <a:gd name="T23" fmla="*/ 5 h 407"/>
                <a:gd name="T24" fmla="*/ 323 w 738"/>
                <a:gd name="T25" fmla="*/ 0 h 407"/>
                <a:gd name="T26" fmla="*/ 355 w 738"/>
                <a:gd name="T27" fmla="*/ 0 h 407"/>
                <a:gd name="T28" fmla="*/ 387 w 738"/>
                <a:gd name="T29" fmla="*/ 0 h 407"/>
                <a:gd name="T30" fmla="*/ 463 w 738"/>
                <a:gd name="T31" fmla="*/ 0 h 407"/>
                <a:gd name="T32" fmla="*/ 506 w 738"/>
                <a:gd name="T33" fmla="*/ 0 h 407"/>
                <a:gd name="T34" fmla="*/ 543 w 738"/>
                <a:gd name="T35" fmla="*/ 15 h 407"/>
                <a:gd name="T36" fmla="*/ 570 w 738"/>
                <a:gd name="T37" fmla="*/ 36 h 407"/>
                <a:gd name="T38" fmla="*/ 603 w 738"/>
                <a:gd name="T39" fmla="*/ 51 h 407"/>
                <a:gd name="T40" fmla="*/ 635 w 738"/>
                <a:gd name="T41" fmla="*/ 57 h 407"/>
                <a:gd name="T42" fmla="*/ 667 w 738"/>
                <a:gd name="T43" fmla="*/ 77 h 407"/>
                <a:gd name="T44" fmla="*/ 694 w 738"/>
                <a:gd name="T45" fmla="*/ 98 h 407"/>
                <a:gd name="T46" fmla="*/ 715 w 738"/>
                <a:gd name="T47" fmla="*/ 128 h 407"/>
                <a:gd name="T48" fmla="*/ 721 w 738"/>
                <a:gd name="T49" fmla="*/ 164 h 407"/>
                <a:gd name="T50" fmla="*/ 726 w 738"/>
                <a:gd name="T51" fmla="*/ 195 h 407"/>
                <a:gd name="T52" fmla="*/ 726 w 738"/>
                <a:gd name="T53" fmla="*/ 226 h 407"/>
                <a:gd name="T54" fmla="*/ 726 w 738"/>
                <a:gd name="T55" fmla="*/ 257 h 407"/>
                <a:gd name="T56" fmla="*/ 737 w 738"/>
                <a:gd name="T57" fmla="*/ 288 h 407"/>
                <a:gd name="T58" fmla="*/ 737 w 738"/>
                <a:gd name="T59" fmla="*/ 319 h 407"/>
                <a:gd name="T60" fmla="*/ 715 w 738"/>
                <a:gd name="T61" fmla="*/ 349 h 407"/>
                <a:gd name="T62" fmla="*/ 678 w 738"/>
                <a:gd name="T63" fmla="*/ 365 h 407"/>
                <a:gd name="T64" fmla="*/ 646 w 738"/>
                <a:gd name="T65" fmla="*/ 380 h 407"/>
                <a:gd name="T66" fmla="*/ 613 w 738"/>
                <a:gd name="T67" fmla="*/ 396 h 407"/>
                <a:gd name="T68" fmla="*/ 581 w 738"/>
                <a:gd name="T69" fmla="*/ 401 h 407"/>
                <a:gd name="T70" fmla="*/ 538 w 738"/>
                <a:gd name="T71" fmla="*/ 406 h 407"/>
                <a:gd name="T72" fmla="*/ 500 w 738"/>
                <a:gd name="T73" fmla="*/ 406 h 407"/>
                <a:gd name="T74" fmla="*/ 468 w 738"/>
                <a:gd name="T75" fmla="*/ 406 h 407"/>
                <a:gd name="T76" fmla="*/ 436 w 738"/>
                <a:gd name="T77" fmla="*/ 406 h 407"/>
                <a:gd name="T78" fmla="*/ 403 w 738"/>
                <a:gd name="T79" fmla="*/ 406 h 407"/>
                <a:gd name="T80" fmla="*/ 371 w 738"/>
                <a:gd name="T81" fmla="*/ 406 h 407"/>
                <a:gd name="T82" fmla="*/ 339 w 738"/>
                <a:gd name="T83" fmla="*/ 406 h 407"/>
                <a:gd name="T84" fmla="*/ 307 w 738"/>
                <a:gd name="T85" fmla="*/ 406 h 407"/>
                <a:gd name="T86" fmla="*/ 269 w 738"/>
                <a:gd name="T87" fmla="*/ 406 h 407"/>
                <a:gd name="T88" fmla="*/ 237 w 738"/>
                <a:gd name="T89" fmla="*/ 406 h 407"/>
                <a:gd name="T90" fmla="*/ 204 w 738"/>
                <a:gd name="T91" fmla="*/ 406 h 407"/>
                <a:gd name="T92" fmla="*/ 172 w 738"/>
                <a:gd name="T93" fmla="*/ 391 h 407"/>
                <a:gd name="T94" fmla="*/ 140 w 738"/>
                <a:gd name="T95" fmla="*/ 380 h 407"/>
                <a:gd name="T96" fmla="*/ 108 w 738"/>
                <a:gd name="T97" fmla="*/ 365 h 407"/>
                <a:gd name="T98" fmla="*/ 81 w 738"/>
                <a:gd name="T99" fmla="*/ 339 h 407"/>
                <a:gd name="T100" fmla="*/ 59 w 738"/>
                <a:gd name="T101" fmla="*/ 319 h 407"/>
                <a:gd name="T102" fmla="*/ 38 w 738"/>
                <a:gd name="T103" fmla="*/ 288 h 407"/>
                <a:gd name="T104" fmla="*/ 16 w 738"/>
                <a:gd name="T105" fmla="*/ 252 h 407"/>
                <a:gd name="T106" fmla="*/ 0 w 738"/>
                <a:gd name="T107" fmla="*/ 216 h 407"/>
                <a:gd name="T108" fmla="*/ 0 w 738"/>
                <a:gd name="T109" fmla="*/ 185 h 407"/>
                <a:gd name="T110" fmla="*/ 5 w 738"/>
                <a:gd name="T111" fmla="*/ 149 h 407"/>
                <a:gd name="T112" fmla="*/ 27 w 738"/>
                <a:gd name="T113" fmla="*/ 123 h 407"/>
                <a:gd name="T114" fmla="*/ 54 w 738"/>
                <a:gd name="T115" fmla="*/ 108 h 407"/>
                <a:gd name="T116" fmla="*/ 86 w 738"/>
                <a:gd name="T117" fmla="*/ 98 h 407"/>
                <a:gd name="T118" fmla="*/ 113 w 738"/>
                <a:gd name="T119" fmla="*/ 82 h 407"/>
                <a:gd name="T120" fmla="*/ 129 w 738"/>
                <a:gd name="T121" fmla="*/ 98 h 40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Lst>
              <a:rect l="0" t="0" r="r" b="b"/>
              <a:pathLst>
                <a:path w="738" h="407">
                  <a:moveTo>
                    <a:pt x="91" y="82"/>
                  </a:moveTo>
                  <a:lnTo>
                    <a:pt x="108" y="82"/>
                  </a:lnTo>
                  <a:lnTo>
                    <a:pt x="124" y="82"/>
                  </a:lnTo>
                  <a:lnTo>
                    <a:pt x="145" y="77"/>
                  </a:lnTo>
                  <a:lnTo>
                    <a:pt x="161" y="77"/>
                  </a:lnTo>
                  <a:lnTo>
                    <a:pt x="183" y="72"/>
                  </a:lnTo>
                  <a:lnTo>
                    <a:pt x="199" y="72"/>
                  </a:lnTo>
                  <a:lnTo>
                    <a:pt x="215" y="67"/>
                  </a:lnTo>
                  <a:lnTo>
                    <a:pt x="231" y="62"/>
                  </a:lnTo>
                  <a:lnTo>
                    <a:pt x="237" y="46"/>
                  </a:lnTo>
                  <a:lnTo>
                    <a:pt x="221" y="41"/>
                  </a:lnTo>
                  <a:lnTo>
                    <a:pt x="204" y="41"/>
                  </a:lnTo>
                  <a:lnTo>
                    <a:pt x="188" y="46"/>
                  </a:lnTo>
                  <a:lnTo>
                    <a:pt x="172" y="46"/>
                  </a:lnTo>
                  <a:lnTo>
                    <a:pt x="156" y="62"/>
                  </a:lnTo>
                  <a:lnTo>
                    <a:pt x="156" y="46"/>
                  </a:lnTo>
                  <a:lnTo>
                    <a:pt x="172" y="36"/>
                  </a:lnTo>
                  <a:lnTo>
                    <a:pt x="188" y="26"/>
                  </a:lnTo>
                  <a:lnTo>
                    <a:pt x="210" y="21"/>
                  </a:lnTo>
                  <a:lnTo>
                    <a:pt x="226" y="15"/>
                  </a:lnTo>
                  <a:lnTo>
                    <a:pt x="242" y="15"/>
                  </a:lnTo>
                  <a:lnTo>
                    <a:pt x="258" y="10"/>
                  </a:lnTo>
                  <a:lnTo>
                    <a:pt x="274" y="10"/>
                  </a:lnTo>
                  <a:lnTo>
                    <a:pt x="290" y="5"/>
                  </a:lnTo>
                  <a:lnTo>
                    <a:pt x="307" y="5"/>
                  </a:lnTo>
                  <a:lnTo>
                    <a:pt x="323" y="0"/>
                  </a:lnTo>
                  <a:lnTo>
                    <a:pt x="339" y="0"/>
                  </a:lnTo>
                  <a:lnTo>
                    <a:pt x="355" y="0"/>
                  </a:lnTo>
                  <a:lnTo>
                    <a:pt x="371" y="0"/>
                  </a:lnTo>
                  <a:lnTo>
                    <a:pt x="387" y="0"/>
                  </a:lnTo>
                  <a:lnTo>
                    <a:pt x="420" y="0"/>
                  </a:lnTo>
                  <a:lnTo>
                    <a:pt x="463" y="0"/>
                  </a:lnTo>
                  <a:lnTo>
                    <a:pt x="484" y="0"/>
                  </a:lnTo>
                  <a:lnTo>
                    <a:pt x="506" y="0"/>
                  </a:lnTo>
                  <a:lnTo>
                    <a:pt x="527" y="5"/>
                  </a:lnTo>
                  <a:lnTo>
                    <a:pt x="543" y="15"/>
                  </a:lnTo>
                  <a:lnTo>
                    <a:pt x="554" y="31"/>
                  </a:lnTo>
                  <a:lnTo>
                    <a:pt x="570" y="36"/>
                  </a:lnTo>
                  <a:lnTo>
                    <a:pt x="586" y="46"/>
                  </a:lnTo>
                  <a:lnTo>
                    <a:pt x="603" y="51"/>
                  </a:lnTo>
                  <a:lnTo>
                    <a:pt x="619" y="51"/>
                  </a:lnTo>
                  <a:lnTo>
                    <a:pt x="635" y="57"/>
                  </a:lnTo>
                  <a:lnTo>
                    <a:pt x="651" y="67"/>
                  </a:lnTo>
                  <a:lnTo>
                    <a:pt x="667" y="77"/>
                  </a:lnTo>
                  <a:lnTo>
                    <a:pt x="678" y="93"/>
                  </a:lnTo>
                  <a:lnTo>
                    <a:pt x="694" y="98"/>
                  </a:lnTo>
                  <a:lnTo>
                    <a:pt x="699" y="113"/>
                  </a:lnTo>
                  <a:lnTo>
                    <a:pt x="715" y="128"/>
                  </a:lnTo>
                  <a:lnTo>
                    <a:pt x="721" y="149"/>
                  </a:lnTo>
                  <a:lnTo>
                    <a:pt x="721" y="164"/>
                  </a:lnTo>
                  <a:lnTo>
                    <a:pt x="726" y="180"/>
                  </a:lnTo>
                  <a:lnTo>
                    <a:pt x="726" y="195"/>
                  </a:lnTo>
                  <a:lnTo>
                    <a:pt x="726" y="211"/>
                  </a:lnTo>
                  <a:lnTo>
                    <a:pt x="726" y="226"/>
                  </a:lnTo>
                  <a:lnTo>
                    <a:pt x="726" y="242"/>
                  </a:lnTo>
                  <a:lnTo>
                    <a:pt x="726" y="257"/>
                  </a:lnTo>
                  <a:lnTo>
                    <a:pt x="737" y="272"/>
                  </a:lnTo>
                  <a:lnTo>
                    <a:pt x="737" y="288"/>
                  </a:lnTo>
                  <a:lnTo>
                    <a:pt x="737" y="303"/>
                  </a:lnTo>
                  <a:lnTo>
                    <a:pt x="737" y="319"/>
                  </a:lnTo>
                  <a:lnTo>
                    <a:pt x="732" y="334"/>
                  </a:lnTo>
                  <a:lnTo>
                    <a:pt x="715" y="349"/>
                  </a:lnTo>
                  <a:lnTo>
                    <a:pt x="694" y="360"/>
                  </a:lnTo>
                  <a:lnTo>
                    <a:pt x="678" y="365"/>
                  </a:lnTo>
                  <a:lnTo>
                    <a:pt x="662" y="375"/>
                  </a:lnTo>
                  <a:lnTo>
                    <a:pt x="646" y="380"/>
                  </a:lnTo>
                  <a:lnTo>
                    <a:pt x="629" y="385"/>
                  </a:lnTo>
                  <a:lnTo>
                    <a:pt x="613" y="396"/>
                  </a:lnTo>
                  <a:lnTo>
                    <a:pt x="597" y="401"/>
                  </a:lnTo>
                  <a:lnTo>
                    <a:pt x="581" y="401"/>
                  </a:lnTo>
                  <a:lnTo>
                    <a:pt x="559" y="406"/>
                  </a:lnTo>
                  <a:lnTo>
                    <a:pt x="538" y="406"/>
                  </a:lnTo>
                  <a:lnTo>
                    <a:pt x="522" y="406"/>
                  </a:lnTo>
                  <a:lnTo>
                    <a:pt x="500" y="406"/>
                  </a:lnTo>
                  <a:lnTo>
                    <a:pt x="484" y="406"/>
                  </a:lnTo>
                  <a:lnTo>
                    <a:pt x="468" y="406"/>
                  </a:lnTo>
                  <a:lnTo>
                    <a:pt x="452" y="406"/>
                  </a:lnTo>
                  <a:lnTo>
                    <a:pt x="436" y="406"/>
                  </a:lnTo>
                  <a:lnTo>
                    <a:pt x="420" y="406"/>
                  </a:lnTo>
                  <a:lnTo>
                    <a:pt x="403" y="406"/>
                  </a:lnTo>
                  <a:lnTo>
                    <a:pt x="387" y="406"/>
                  </a:lnTo>
                  <a:lnTo>
                    <a:pt x="371" y="406"/>
                  </a:lnTo>
                  <a:lnTo>
                    <a:pt x="355" y="406"/>
                  </a:lnTo>
                  <a:lnTo>
                    <a:pt x="339" y="406"/>
                  </a:lnTo>
                  <a:lnTo>
                    <a:pt x="323" y="406"/>
                  </a:lnTo>
                  <a:lnTo>
                    <a:pt x="307" y="406"/>
                  </a:lnTo>
                  <a:lnTo>
                    <a:pt x="285" y="406"/>
                  </a:lnTo>
                  <a:lnTo>
                    <a:pt x="269" y="406"/>
                  </a:lnTo>
                  <a:lnTo>
                    <a:pt x="253" y="406"/>
                  </a:lnTo>
                  <a:lnTo>
                    <a:pt x="237" y="406"/>
                  </a:lnTo>
                  <a:lnTo>
                    <a:pt x="221" y="406"/>
                  </a:lnTo>
                  <a:lnTo>
                    <a:pt x="204" y="406"/>
                  </a:lnTo>
                  <a:lnTo>
                    <a:pt x="188" y="396"/>
                  </a:lnTo>
                  <a:lnTo>
                    <a:pt x="172" y="391"/>
                  </a:lnTo>
                  <a:lnTo>
                    <a:pt x="156" y="385"/>
                  </a:lnTo>
                  <a:lnTo>
                    <a:pt x="140" y="380"/>
                  </a:lnTo>
                  <a:lnTo>
                    <a:pt x="124" y="375"/>
                  </a:lnTo>
                  <a:lnTo>
                    <a:pt x="108" y="365"/>
                  </a:lnTo>
                  <a:lnTo>
                    <a:pt x="91" y="355"/>
                  </a:lnTo>
                  <a:lnTo>
                    <a:pt x="81" y="339"/>
                  </a:lnTo>
                  <a:lnTo>
                    <a:pt x="65" y="334"/>
                  </a:lnTo>
                  <a:lnTo>
                    <a:pt x="59" y="319"/>
                  </a:lnTo>
                  <a:lnTo>
                    <a:pt x="43" y="303"/>
                  </a:lnTo>
                  <a:lnTo>
                    <a:pt x="38" y="288"/>
                  </a:lnTo>
                  <a:lnTo>
                    <a:pt x="22" y="272"/>
                  </a:lnTo>
                  <a:lnTo>
                    <a:pt x="16" y="252"/>
                  </a:lnTo>
                  <a:lnTo>
                    <a:pt x="5" y="231"/>
                  </a:lnTo>
                  <a:lnTo>
                    <a:pt x="0" y="216"/>
                  </a:lnTo>
                  <a:lnTo>
                    <a:pt x="0" y="200"/>
                  </a:lnTo>
                  <a:lnTo>
                    <a:pt x="0" y="185"/>
                  </a:lnTo>
                  <a:lnTo>
                    <a:pt x="0" y="170"/>
                  </a:lnTo>
                  <a:lnTo>
                    <a:pt x="5" y="149"/>
                  </a:lnTo>
                  <a:lnTo>
                    <a:pt x="11" y="134"/>
                  </a:lnTo>
                  <a:lnTo>
                    <a:pt x="27" y="123"/>
                  </a:lnTo>
                  <a:lnTo>
                    <a:pt x="38" y="108"/>
                  </a:lnTo>
                  <a:lnTo>
                    <a:pt x="54" y="108"/>
                  </a:lnTo>
                  <a:lnTo>
                    <a:pt x="70" y="103"/>
                  </a:lnTo>
                  <a:lnTo>
                    <a:pt x="86" y="98"/>
                  </a:lnTo>
                  <a:lnTo>
                    <a:pt x="102" y="98"/>
                  </a:lnTo>
                  <a:lnTo>
                    <a:pt x="113" y="82"/>
                  </a:lnTo>
                  <a:lnTo>
                    <a:pt x="113" y="67"/>
                  </a:lnTo>
                  <a:lnTo>
                    <a:pt x="129" y="98"/>
                  </a:lnTo>
                </a:path>
              </a:pathLst>
            </a:custGeom>
            <a:solidFill>
              <a:srgbClr val="EAEAEA"/>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CC"/>
                </a:solidFill>
                <a:ea typeface="黑体" panose="02010609060101010101" pitchFamily="49" charset="-122"/>
              </a:endParaRPr>
            </a:p>
          </p:txBody>
        </p:sp>
        <p:sp>
          <p:nvSpPr>
            <p:cNvPr id="1049668" name="Freeform 69"/>
            <p:cNvSpPr>
              <a:spLocks noChangeArrowheads="1"/>
            </p:cNvSpPr>
            <p:nvPr/>
          </p:nvSpPr>
          <p:spPr bwMode="auto">
            <a:xfrm>
              <a:off x="3193" y="270"/>
              <a:ext cx="117" cy="118"/>
            </a:xfrm>
            <a:custGeom>
              <a:avLst/>
              <a:gdLst>
                <a:gd name="T0" fmla="*/ 5 w 117"/>
                <a:gd name="T1" fmla="*/ 66 h 118"/>
                <a:gd name="T2" fmla="*/ 0 w 117"/>
                <a:gd name="T3" fmla="*/ 51 h 118"/>
                <a:gd name="T4" fmla="*/ 0 w 117"/>
                <a:gd name="T5" fmla="*/ 36 h 118"/>
                <a:gd name="T6" fmla="*/ 16 w 117"/>
                <a:gd name="T7" fmla="*/ 25 h 118"/>
                <a:gd name="T8" fmla="*/ 32 w 117"/>
                <a:gd name="T9" fmla="*/ 15 h 118"/>
                <a:gd name="T10" fmla="*/ 47 w 117"/>
                <a:gd name="T11" fmla="*/ 0 h 118"/>
                <a:gd name="T12" fmla="*/ 63 w 117"/>
                <a:gd name="T13" fmla="*/ 0 h 118"/>
                <a:gd name="T14" fmla="*/ 79 w 117"/>
                <a:gd name="T15" fmla="*/ 0 h 118"/>
                <a:gd name="T16" fmla="*/ 84 w 117"/>
                <a:gd name="T17" fmla="*/ 15 h 118"/>
                <a:gd name="T18" fmla="*/ 95 w 117"/>
                <a:gd name="T19" fmla="*/ 31 h 118"/>
                <a:gd name="T20" fmla="*/ 105 w 117"/>
                <a:gd name="T21" fmla="*/ 46 h 118"/>
                <a:gd name="T22" fmla="*/ 111 w 117"/>
                <a:gd name="T23" fmla="*/ 61 h 118"/>
                <a:gd name="T24" fmla="*/ 116 w 117"/>
                <a:gd name="T25" fmla="*/ 76 h 118"/>
                <a:gd name="T26" fmla="*/ 116 w 117"/>
                <a:gd name="T27" fmla="*/ 92 h 118"/>
                <a:gd name="T28" fmla="*/ 116 w 117"/>
                <a:gd name="T29" fmla="*/ 107 h 118"/>
                <a:gd name="T30" fmla="*/ 100 w 117"/>
                <a:gd name="T31" fmla="*/ 117 h 118"/>
                <a:gd name="T32" fmla="*/ 84 w 117"/>
                <a:gd name="T33" fmla="*/ 117 h 118"/>
                <a:gd name="T34" fmla="*/ 69 w 117"/>
                <a:gd name="T35" fmla="*/ 117 h 118"/>
                <a:gd name="T36" fmla="*/ 53 w 117"/>
                <a:gd name="T37" fmla="*/ 117 h 118"/>
                <a:gd name="T38" fmla="*/ 37 w 117"/>
                <a:gd name="T39" fmla="*/ 112 h 118"/>
                <a:gd name="T40" fmla="*/ 21 w 117"/>
                <a:gd name="T41" fmla="*/ 102 h 118"/>
                <a:gd name="T42" fmla="*/ 11 w 117"/>
                <a:gd name="T43" fmla="*/ 86 h 118"/>
                <a:gd name="T44" fmla="*/ 5 w 117"/>
                <a:gd name="T45" fmla="*/ 71 h 118"/>
                <a:gd name="T46" fmla="*/ 5 w 117"/>
                <a:gd name="T47" fmla="*/ 66 h 1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117" h="118">
                  <a:moveTo>
                    <a:pt x="5" y="66"/>
                  </a:moveTo>
                  <a:lnTo>
                    <a:pt x="0" y="51"/>
                  </a:lnTo>
                  <a:lnTo>
                    <a:pt x="0" y="36"/>
                  </a:lnTo>
                  <a:lnTo>
                    <a:pt x="16" y="25"/>
                  </a:lnTo>
                  <a:lnTo>
                    <a:pt x="32" y="15"/>
                  </a:lnTo>
                  <a:lnTo>
                    <a:pt x="47" y="0"/>
                  </a:lnTo>
                  <a:lnTo>
                    <a:pt x="63" y="0"/>
                  </a:lnTo>
                  <a:lnTo>
                    <a:pt x="79" y="0"/>
                  </a:lnTo>
                  <a:lnTo>
                    <a:pt x="84" y="15"/>
                  </a:lnTo>
                  <a:lnTo>
                    <a:pt x="95" y="31"/>
                  </a:lnTo>
                  <a:lnTo>
                    <a:pt x="105" y="46"/>
                  </a:lnTo>
                  <a:lnTo>
                    <a:pt x="111" y="61"/>
                  </a:lnTo>
                  <a:lnTo>
                    <a:pt x="116" y="76"/>
                  </a:lnTo>
                  <a:lnTo>
                    <a:pt x="116" y="92"/>
                  </a:lnTo>
                  <a:lnTo>
                    <a:pt x="116" y="107"/>
                  </a:lnTo>
                  <a:lnTo>
                    <a:pt x="100" y="117"/>
                  </a:lnTo>
                  <a:lnTo>
                    <a:pt x="84" y="117"/>
                  </a:lnTo>
                  <a:lnTo>
                    <a:pt x="69" y="117"/>
                  </a:lnTo>
                  <a:lnTo>
                    <a:pt x="53" y="117"/>
                  </a:lnTo>
                  <a:lnTo>
                    <a:pt x="37" y="112"/>
                  </a:lnTo>
                  <a:lnTo>
                    <a:pt x="21" y="102"/>
                  </a:lnTo>
                  <a:lnTo>
                    <a:pt x="11" y="86"/>
                  </a:lnTo>
                  <a:lnTo>
                    <a:pt x="5" y="71"/>
                  </a:lnTo>
                  <a:lnTo>
                    <a:pt x="5" y="66"/>
                  </a:lnTo>
                </a:path>
              </a:pathLst>
            </a:custGeom>
            <a:solidFill>
              <a:srgbClr val="EAEAEA"/>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CC"/>
                </a:solidFill>
                <a:ea typeface="黑体" panose="02010609060101010101" pitchFamily="49" charset="-122"/>
              </a:endParaRPr>
            </a:p>
          </p:txBody>
        </p:sp>
        <p:sp>
          <p:nvSpPr>
            <p:cNvPr id="1049669" name="Freeform 70"/>
            <p:cNvSpPr>
              <a:spLocks noChangeArrowheads="1"/>
            </p:cNvSpPr>
            <p:nvPr/>
          </p:nvSpPr>
          <p:spPr bwMode="auto">
            <a:xfrm>
              <a:off x="3469" y="239"/>
              <a:ext cx="82" cy="87"/>
            </a:xfrm>
            <a:custGeom>
              <a:avLst/>
              <a:gdLst>
                <a:gd name="T0" fmla="*/ 0 w 82"/>
                <a:gd name="T1" fmla="*/ 0 h 87"/>
                <a:gd name="T2" fmla="*/ 16 w 82"/>
                <a:gd name="T3" fmla="*/ 10 h 87"/>
                <a:gd name="T4" fmla="*/ 32 w 82"/>
                <a:gd name="T5" fmla="*/ 20 h 87"/>
                <a:gd name="T6" fmla="*/ 49 w 82"/>
                <a:gd name="T7" fmla="*/ 20 h 87"/>
                <a:gd name="T8" fmla="*/ 65 w 82"/>
                <a:gd name="T9" fmla="*/ 30 h 87"/>
                <a:gd name="T10" fmla="*/ 76 w 82"/>
                <a:gd name="T11" fmla="*/ 46 h 87"/>
                <a:gd name="T12" fmla="*/ 81 w 82"/>
                <a:gd name="T13" fmla="*/ 61 h 87"/>
                <a:gd name="T14" fmla="*/ 81 w 82"/>
                <a:gd name="T15" fmla="*/ 76 h 87"/>
                <a:gd name="T16" fmla="*/ 65 w 82"/>
                <a:gd name="T17" fmla="*/ 86 h 87"/>
                <a:gd name="T18" fmla="*/ 49 w 82"/>
                <a:gd name="T19" fmla="*/ 86 h 87"/>
                <a:gd name="T20" fmla="*/ 27 w 82"/>
                <a:gd name="T21" fmla="*/ 81 h 87"/>
                <a:gd name="T22" fmla="*/ 11 w 82"/>
                <a:gd name="T23" fmla="*/ 71 h 87"/>
                <a:gd name="T24" fmla="*/ 5 w 82"/>
                <a:gd name="T25" fmla="*/ 56 h 87"/>
                <a:gd name="T26" fmla="*/ 0 w 82"/>
                <a:gd name="T27" fmla="*/ 40 h 87"/>
                <a:gd name="T28" fmla="*/ 0 w 82"/>
                <a:gd name="T29" fmla="*/ 25 h 87"/>
                <a:gd name="T30" fmla="*/ 11 w 82"/>
                <a:gd name="T31" fmla="*/ 10 h 87"/>
                <a:gd name="T32" fmla="*/ 0 w 82"/>
                <a:gd name="T33" fmla="*/ 0 h 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82" h="87">
                  <a:moveTo>
                    <a:pt x="0" y="0"/>
                  </a:moveTo>
                  <a:lnTo>
                    <a:pt x="16" y="10"/>
                  </a:lnTo>
                  <a:lnTo>
                    <a:pt x="32" y="20"/>
                  </a:lnTo>
                  <a:lnTo>
                    <a:pt x="49" y="20"/>
                  </a:lnTo>
                  <a:lnTo>
                    <a:pt x="65" y="30"/>
                  </a:lnTo>
                  <a:lnTo>
                    <a:pt x="76" y="46"/>
                  </a:lnTo>
                  <a:lnTo>
                    <a:pt x="81" y="61"/>
                  </a:lnTo>
                  <a:lnTo>
                    <a:pt x="81" y="76"/>
                  </a:lnTo>
                  <a:lnTo>
                    <a:pt x="65" y="86"/>
                  </a:lnTo>
                  <a:lnTo>
                    <a:pt x="49" y="86"/>
                  </a:lnTo>
                  <a:lnTo>
                    <a:pt x="27" y="81"/>
                  </a:lnTo>
                  <a:lnTo>
                    <a:pt x="11" y="71"/>
                  </a:lnTo>
                  <a:lnTo>
                    <a:pt x="5" y="56"/>
                  </a:lnTo>
                  <a:lnTo>
                    <a:pt x="0" y="40"/>
                  </a:lnTo>
                  <a:lnTo>
                    <a:pt x="0" y="25"/>
                  </a:lnTo>
                  <a:lnTo>
                    <a:pt x="11" y="10"/>
                  </a:lnTo>
                  <a:lnTo>
                    <a:pt x="0" y="0"/>
                  </a:lnTo>
                </a:path>
              </a:pathLst>
            </a:custGeom>
            <a:solidFill>
              <a:srgbClr val="EAEAEA"/>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CC"/>
                </a:solidFill>
                <a:ea typeface="黑体" panose="02010609060101010101" pitchFamily="49" charset="-122"/>
              </a:endParaRPr>
            </a:p>
          </p:txBody>
        </p:sp>
      </p:grpSp>
      <p:grpSp>
        <p:nvGrpSpPr>
          <p:cNvPr id="1049670" name="Group 71"/>
          <p:cNvGrpSpPr>
            <a:grpSpLocks/>
          </p:cNvGrpSpPr>
          <p:nvPr/>
        </p:nvGrpSpPr>
        <p:grpSpPr bwMode="auto">
          <a:xfrm>
            <a:off x="8201025" y="2474913"/>
            <a:ext cx="739775" cy="481012"/>
            <a:chOff x="2949" y="196"/>
            <a:chExt cx="941" cy="598"/>
          </a:xfrm>
        </p:grpSpPr>
        <p:sp>
          <p:nvSpPr>
            <p:cNvPr id="1049671" name="Oval 72"/>
            <p:cNvSpPr>
              <a:spLocks noChangeArrowheads="1"/>
            </p:cNvSpPr>
            <p:nvPr/>
          </p:nvSpPr>
          <p:spPr bwMode="auto">
            <a:xfrm>
              <a:off x="3168" y="196"/>
              <a:ext cx="407" cy="162"/>
            </a:xfrm>
            <a:prstGeom prst="ellipse">
              <a:avLst/>
            </a:prstGeom>
            <a:solidFill>
              <a:srgbClr val="EAEAEA"/>
            </a:solidFill>
            <a:ln w="12700">
              <a:solidFill>
                <a:schemeClr val="tx1"/>
              </a:solidFill>
              <a:round/>
              <a:headEnd/>
              <a:tailEnd/>
            </a:ln>
          </p:spPr>
          <p:txBody>
            <a:bodyPr wrap="none" anchor="ctr"/>
            <a:lstStyle/>
            <a:p>
              <a:pPr eaLnBrk="0" hangingPunct="0"/>
              <a:endParaRPr lang="zh-CN" altLang="en-US" b="1">
                <a:solidFill>
                  <a:srgbClr val="0000CC"/>
                </a:solidFill>
                <a:ea typeface="黑体" panose="02010609060101010101" pitchFamily="49" charset="-122"/>
              </a:endParaRPr>
            </a:p>
          </p:txBody>
        </p:sp>
        <p:sp>
          <p:nvSpPr>
            <p:cNvPr id="1049672" name="Oval 73"/>
            <p:cNvSpPr>
              <a:spLocks noChangeArrowheads="1"/>
            </p:cNvSpPr>
            <p:nvPr/>
          </p:nvSpPr>
          <p:spPr bwMode="auto">
            <a:xfrm rot="900000">
              <a:off x="3512" y="252"/>
              <a:ext cx="275" cy="131"/>
            </a:xfrm>
            <a:prstGeom prst="ellipse">
              <a:avLst/>
            </a:prstGeom>
            <a:solidFill>
              <a:srgbClr val="EAEAEA"/>
            </a:solidFill>
            <a:ln w="12700">
              <a:solidFill>
                <a:schemeClr val="tx1"/>
              </a:solidFill>
              <a:round/>
              <a:headEnd/>
              <a:tailEnd/>
            </a:ln>
          </p:spPr>
          <p:txBody>
            <a:bodyPr wrap="none" anchor="ctr"/>
            <a:lstStyle/>
            <a:p>
              <a:pPr eaLnBrk="0" hangingPunct="0"/>
              <a:endParaRPr lang="zh-CN" altLang="en-US" b="1">
                <a:solidFill>
                  <a:srgbClr val="0000CC"/>
                </a:solidFill>
                <a:ea typeface="黑体" panose="02010609060101010101" pitchFamily="49" charset="-122"/>
              </a:endParaRPr>
            </a:p>
          </p:txBody>
        </p:sp>
        <p:sp>
          <p:nvSpPr>
            <p:cNvPr id="1049673" name="Oval 74"/>
            <p:cNvSpPr>
              <a:spLocks noChangeArrowheads="1"/>
            </p:cNvSpPr>
            <p:nvPr/>
          </p:nvSpPr>
          <p:spPr bwMode="auto">
            <a:xfrm rot="1500000">
              <a:off x="3650" y="385"/>
              <a:ext cx="240" cy="153"/>
            </a:xfrm>
            <a:prstGeom prst="ellipse">
              <a:avLst/>
            </a:prstGeom>
            <a:solidFill>
              <a:srgbClr val="EAEAEA"/>
            </a:solidFill>
            <a:ln w="12700">
              <a:solidFill>
                <a:schemeClr val="tx1"/>
              </a:solidFill>
              <a:round/>
              <a:headEnd/>
              <a:tailEnd/>
            </a:ln>
          </p:spPr>
          <p:txBody>
            <a:bodyPr wrap="none" anchor="ctr"/>
            <a:lstStyle/>
            <a:p>
              <a:pPr eaLnBrk="0" hangingPunct="0"/>
              <a:endParaRPr lang="zh-CN" altLang="en-US" b="1">
                <a:solidFill>
                  <a:srgbClr val="0000CC"/>
                </a:solidFill>
                <a:ea typeface="黑体" panose="02010609060101010101" pitchFamily="49" charset="-122"/>
              </a:endParaRPr>
            </a:p>
          </p:txBody>
        </p:sp>
        <p:sp>
          <p:nvSpPr>
            <p:cNvPr id="1049674" name="Oval 75"/>
            <p:cNvSpPr>
              <a:spLocks noChangeArrowheads="1"/>
            </p:cNvSpPr>
            <p:nvPr/>
          </p:nvSpPr>
          <p:spPr bwMode="auto">
            <a:xfrm rot="-1560000">
              <a:off x="3573" y="537"/>
              <a:ext cx="291" cy="189"/>
            </a:xfrm>
            <a:prstGeom prst="ellipse">
              <a:avLst/>
            </a:prstGeom>
            <a:solidFill>
              <a:srgbClr val="EAEAEA"/>
            </a:solidFill>
            <a:ln w="12700">
              <a:solidFill>
                <a:schemeClr val="tx1"/>
              </a:solidFill>
              <a:round/>
              <a:headEnd/>
              <a:tailEnd/>
            </a:ln>
          </p:spPr>
          <p:txBody>
            <a:bodyPr wrap="none" anchor="ctr"/>
            <a:lstStyle/>
            <a:p>
              <a:pPr eaLnBrk="0" hangingPunct="0"/>
              <a:endParaRPr lang="zh-CN" altLang="en-US" b="1">
                <a:solidFill>
                  <a:srgbClr val="0000CC"/>
                </a:solidFill>
                <a:ea typeface="黑体" panose="02010609060101010101" pitchFamily="49" charset="-122"/>
              </a:endParaRPr>
            </a:p>
          </p:txBody>
        </p:sp>
        <p:sp>
          <p:nvSpPr>
            <p:cNvPr id="1049675" name="Oval 76"/>
            <p:cNvSpPr>
              <a:spLocks noChangeArrowheads="1"/>
            </p:cNvSpPr>
            <p:nvPr/>
          </p:nvSpPr>
          <p:spPr bwMode="auto">
            <a:xfrm>
              <a:off x="3216" y="555"/>
              <a:ext cx="471" cy="239"/>
            </a:xfrm>
            <a:prstGeom prst="ellipse">
              <a:avLst/>
            </a:prstGeom>
            <a:solidFill>
              <a:srgbClr val="EAEAEA"/>
            </a:solidFill>
            <a:ln w="12700">
              <a:solidFill>
                <a:schemeClr val="tx1"/>
              </a:solidFill>
              <a:round/>
              <a:headEnd/>
              <a:tailEnd/>
            </a:ln>
          </p:spPr>
          <p:txBody>
            <a:bodyPr wrap="none" anchor="ctr"/>
            <a:lstStyle/>
            <a:p>
              <a:pPr eaLnBrk="0" hangingPunct="0"/>
              <a:endParaRPr lang="zh-CN" altLang="en-US" b="1">
                <a:solidFill>
                  <a:srgbClr val="0000CC"/>
                </a:solidFill>
                <a:ea typeface="黑体" panose="02010609060101010101" pitchFamily="49" charset="-122"/>
              </a:endParaRPr>
            </a:p>
          </p:txBody>
        </p:sp>
        <p:sp>
          <p:nvSpPr>
            <p:cNvPr id="1049676" name="Oval 77"/>
            <p:cNvSpPr>
              <a:spLocks noChangeArrowheads="1"/>
            </p:cNvSpPr>
            <p:nvPr/>
          </p:nvSpPr>
          <p:spPr bwMode="auto">
            <a:xfrm rot="1080000">
              <a:off x="3023" y="555"/>
              <a:ext cx="265" cy="156"/>
            </a:xfrm>
            <a:prstGeom prst="ellipse">
              <a:avLst/>
            </a:prstGeom>
            <a:solidFill>
              <a:srgbClr val="EAEAEA"/>
            </a:solidFill>
            <a:ln w="12700">
              <a:solidFill>
                <a:schemeClr val="tx1"/>
              </a:solidFill>
              <a:round/>
              <a:headEnd/>
              <a:tailEnd/>
            </a:ln>
          </p:spPr>
          <p:txBody>
            <a:bodyPr wrap="none" anchor="ctr"/>
            <a:lstStyle/>
            <a:p>
              <a:pPr eaLnBrk="0" hangingPunct="0"/>
              <a:endParaRPr lang="zh-CN" altLang="en-US" b="1">
                <a:solidFill>
                  <a:srgbClr val="0000CC"/>
                </a:solidFill>
                <a:ea typeface="黑体" panose="02010609060101010101" pitchFamily="49" charset="-122"/>
              </a:endParaRPr>
            </a:p>
          </p:txBody>
        </p:sp>
        <p:sp>
          <p:nvSpPr>
            <p:cNvPr id="1049677" name="Oval 78"/>
            <p:cNvSpPr>
              <a:spLocks noChangeArrowheads="1"/>
            </p:cNvSpPr>
            <p:nvPr/>
          </p:nvSpPr>
          <p:spPr bwMode="auto">
            <a:xfrm>
              <a:off x="2949" y="432"/>
              <a:ext cx="217" cy="156"/>
            </a:xfrm>
            <a:prstGeom prst="ellipse">
              <a:avLst/>
            </a:prstGeom>
            <a:solidFill>
              <a:srgbClr val="EAEAEA"/>
            </a:solidFill>
            <a:ln w="12700">
              <a:solidFill>
                <a:schemeClr val="tx1"/>
              </a:solidFill>
              <a:round/>
              <a:headEnd/>
              <a:tailEnd/>
            </a:ln>
          </p:spPr>
          <p:txBody>
            <a:bodyPr wrap="none" anchor="ctr"/>
            <a:lstStyle/>
            <a:p>
              <a:pPr eaLnBrk="0" hangingPunct="0"/>
              <a:endParaRPr lang="zh-CN" altLang="en-US" b="1">
                <a:solidFill>
                  <a:srgbClr val="0000CC"/>
                </a:solidFill>
                <a:ea typeface="黑体" panose="02010609060101010101" pitchFamily="49" charset="-122"/>
              </a:endParaRPr>
            </a:p>
          </p:txBody>
        </p:sp>
        <p:sp>
          <p:nvSpPr>
            <p:cNvPr id="1049678" name="Oval 79"/>
            <p:cNvSpPr>
              <a:spLocks noChangeArrowheads="1"/>
            </p:cNvSpPr>
            <p:nvPr/>
          </p:nvSpPr>
          <p:spPr bwMode="auto">
            <a:xfrm rot="-1860000">
              <a:off x="2984" y="310"/>
              <a:ext cx="295" cy="156"/>
            </a:xfrm>
            <a:prstGeom prst="ellipse">
              <a:avLst/>
            </a:prstGeom>
            <a:solidFill>
              <a:srgbClr val="EAEAEA"/>
            </a:solidFill>
            <a:ln w="12700">
              <a:solidFill>
                <a:schemeClr val="tx1"/>
              </a:solidFill>
              <a:round/>
              <a:headEnd/>
              <a:tailEnd/>
            </a:ln>
          </p:spPr>
          <p:txBody>
            <a:bodyPr wrap="none" anchor="ctr"/>
            <a:lstStyle/>
            <a:p>
              <a:pPr eaLnBrk="0" hangingPunct="0"/>
              <a:endParaRPr lang="zh-CN" altLang="en-US" b="1">
                <a:solidFill>
                  <a:srgbClr val="0000CC"/>
                </a:solidFill>
                <a:ea typeface="黑体" panose="02010609060101010101" pitchFamily="49" charset="-122"/>
              </a:endParaRPr>
            </a:p>
          </p:txBody>
        </p:sp>
        <p:sp>
          <p:nvSpPr>
            <p:cNvPr id="1049679" name="Freeform 80"/>
            <p:cNvSpPr>
              <a:spLocks noChangeArrowheads="1"/>
            </p:cNvSpPr>
            <p:nvPr/>
          </p:nvSpPr>
          <p:spPr bwMode="auto">
            <a:xfrm>
              <a:off x="3051" y="300"/>
              <a:ext cx="738" cy="407"/>
            </a:xfrm>
            <a:custGeom>
              <a:avLst/>
              <a:gdLst>
                <a:gd name="T0" fmla="*/ 108 w 738"/>
                <a:gd name="T1" fmla="*/ 82 h 407"/>
                <a:gd name="T2" fmla="*/ 145 w 738"/>
                <a:gd name="T3" fmla="*/ 77 h 407"/>
                <a:gd name="T4" fmla="*/ 183 w 738"/>
                <a:gd name="T5" fmla="*/ 72 h 407"/>
                <a:gd name="T6" fmla="*/ 215 w 738"/>
                <a:gd name="T7" fmla="*/ 67 h 407"/>
                <a:gd name="T8" fmla="*/ 237 w 738"/>
                <a:gd name="T9" fmla="*/ 46 h 407"/>
                <a:gd name="T10" fmla="*/ 204 w 738"/>
                <a:gd name="T11" fmla="*/ 41 h 407"/>
                <a:gd name="T12" fmla="*/ 172 w 738"/>
                <a:gd name="T13" fmla="*/ 46 h 407"/>
                <a:gd name="T14" fmla="*/ 156 w 738"/>
                <a:gd name="T15" fmla="*/ 46 h 407"/>
                <a:gd name="T16" fmla="*/ 188 w 738"/>
                <a:gd name="T17" fmla="*/ 26 h 407"/>
                <a:gd name="T18" fmla="*/ 226 w 738"/>
                <a:gd name="T19" fmla="*/ 15 h 407"/>
                <a:gd name="T20" fmla="*/ 258 w 738"/>
                <a:gd name="T21" fmla="*/ 10 h 407"/>
                <a:gd name="T22" fmla="*/ 290 w 738"/>
                <a:gd name="T23" fmla="*/ 5 h 407"/>
                <a:gd name="T24" fmla="*/ 323 w 738"/>
                <a:gd name="T25" fmla="*/ 0 h 407"/>
                <a:gd name="T26" fmla="*/ 355 w 738"/>
                <a:gd name="T27" fmla="*/ 0 h 407"/>
                <a:gd name="T28" fmla="*/ 387 w 738"/>
                <a:gd name="T29" fmla="*/ 0 h 407"/>
                <a:gd name="T30" fmla="*/ 463 w 738"/>
                <a:gd name="T31" fmla="*/ 0 h 407"/>
                <a:gd name="T32" fmla="*/ 506 w 738"/>
                <a:gd name="T33" fmla="*/ 0 h 407"/>
                <a:gd name="T34" fmla="*/ 543 w 738"/>
                <a:gd name="T35" fmla="*/ 15 h 407"/>
                <a:gd name="T36" fmla="*/ 570 w 738"/>
                <a:gd name="T37" fmla="*/ 36 h 407"/>
                <a:gd name="T38" fmla="*/ 603 w 738"/>
                <a:gd name="T39" fmla="*/ 51 h 407"/>
                <a:gd name="T40" fmla="*/ 635 w 738"/>
                <a:gd name="T41" fmla="*/ 57 h 407"/>
                <a:gd name="T42" fmla="*/ 667 w 738"/>
                <a:gd name="T43" fmla="*/ 77 h 407"/>
                <a:gd name="T44" fmla="*/ 694 w 738"/>
                <a:gd name="T45" fmla="*/ 98 h 407"/>
                <a:gd name="T46" fmla="*/ 715 w 738"/>
                <a:gd name="T47" fmla="*/ 128 h 407"/>
                <a:gd name="T48" fmla="*/ 721 w 738"/>
                <a:gd name="T49" fmla="*/ 164 h 407"/>
                <a:gd name="T50" fmla="*/ 726 w 738"/>
                <a:gd name="T51" fmla="*/ 195 h 407"/>
                <a:gd name="T52" fmla="*/ 726 w 738"/>
                <a:gd name="T53" fmla="*/ 226 h 407"/>
                <a:gd name="T54" fmla="*/ 726 w 738"/>
                <a:gd name="T55" fmla="*/ 257 h 407"/>
                <a:gd name="T56" fmla="*/ 737 w 738"/>
                <a:gd name="T57" fmla="*/ 288 h 407"/>
                <a:gd name="T58" fmla="*/ 737 w 738"/>
                <a:gd name="T59" fmla="*/ 319 h 407"/>
                <a:gd name="T60" fmla="*/ 715 w 738"/>
                <a:gd name="T61" fmla="*/ 349 h 407"/>
                <a:gd name="T62" fmla="*/ 678 w 738"/>
                <a:gd name="T63" fmla="*/ 365 h 407"/>
                <a:gd name="T64" fmla="*/ 646 w 738"/>
                <a:gd name="T65" fmla="*/ 380 h 407"/>
                <a:gd name="T66" fmla="*/ 613 w 738"/>
                <a:gd name="T67" fmla="*/ 396 h 407"/>
                <a:gd name="T68" fmla="*/ 581 w 738"/>
                <a:gd name="T69" fmla="*/ 401 h 407"/>
                <a:gd name="T70" fmla="*/ 538 w 738"/>
                <a:gd name="T71" fmla="*/ 406 h 407"/>
                <a:gd name="T72" fmla="*/ 500 w 738"/>
                <a:gd name="T73" fmla="*/ 406 h 407"/>
                <a:gd name="T74" fmla="*/ 468 w 738"/>
                <a:gd name="T75" fmla="*/ 406 h 407"/>
                <a:gd name="T76" fmla="*/ 436 w 738"/>
                <a:gd name="T77" fmla="*/ 406 h 407"/>
                <a:gd name="T78" fmla="*/ 403 w 738"/>
                <a:gd name="T79" fmla="*/ 406 h 407"/>
                <a:gd name="T80" fmla="*/ 371 w 738"/>
                <a:gd name="T81" fmla="*/ 406 h 407"/>
                <a:gd name="T82" fmla="*/ 339 w 738"/>
                <a:gd name="T83" fmla="*/ 406 h 407"/>
                <a:gd name="T84" fmla="*/ 307 w 738"/>
                <a:gd name="T85" fmla="*/ 406 h 407"/>
                <a:gd name="T86" fmla="*/ 269 w 738"/>
                <a:gd name="T87" fmla="*/ 406 h 407"/>
                <a:gd name="T88" fmla="*/ 237 w 738"/>
                <a:gd name="T89" fmla="*/ 406 h 407"/>
                <a:gd name="T90" fmla="*/ 204 w 738"/>
                <a:gd name="T91" fmla="*/ 406 h 407"/>
                <a:gd name="T92" fmla="*/ 172 w 738"/>
                <a:gd name="T93" fmla="*/ 391 h 407"/>
                <a:gd name="T94" fmla="*/ 140 w 738"/>
                <a:gd name="T95" fmla="*/ 380 h 407"/>
                <a:gd name="T96" fmla="*/ 108 w 738"/>
                <a:gd name="T97" fmla="*/ 365 h 407"/>
                <a:gd name="T98" fmla="*/ 81 w 738"/>
                <a:gd name="T99" fmla="*/ 339 h 407"/>
                <a:gd name="T100" fmla="*/ 59 w 738"/>
                <a:gd name="T101" fmla="*/ 319 h 407"/>
                <a:gd name="T102" fmla="*/ 38 w 738"/>
                <a:gd name="T103" fmla="*/ 288 h 407"/>
                <a:gd name="T104" fmla="*/ 16 w 738"/>
                <a:gd name="T105" fmla="*/ 252 h 407"/>
                <a:gd name="T106" fmla="*/ 0 w 738"/>
                <a:gd name="T107" fmla="*/ 216 h 407"/>
                <a:gd name="T108" fmla="*/ 0 w 738"/>
                <a:gd name="T109" fmla="*/ 185 h 407"/>
                <a:gd name="T110" fmla="*/ 5 w 738"/>
                <a:gd name="T111" fmla="*/ 149 h 407"/>
                <a:gd name="T112" fmla="*/ 27 w 738"/>
                <a:gd name="T113" fmla="*/ 123 h 407"/>
                <a:gd name="T114" fmla="*/ 54 w 738"/>
                <a:gd name="T115" fmla="*/ 108 h 407"/>
                <a:gd name="T116" fmla="*/ 86 w 738"/>
                <a:gd name="T117" fmla="*/ 98 h 407"/>
                <a:gd name="T118" fmla="*/ 113 w 738"/>
                <a:gd name="T119" fmla="*/ 82 h 407"/>
                <a:gd name="T120" fmla="*/ 129 w 738"/>
                <a:gd name="T121" fmla="*/ 98 h 40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Lst>
              <a:rect l="0" t="0" r="r" b="b"/>
              <a:pathLst>
                <a:path w="738" h="407">
                  <a:moveTo>
                    <a:pt x="91" y="82"/>
                  </a:moveTo>
                  <a:lnTo>
                    <a:pt x="108" y="82"/>
                  </a:lnTo>
                  <a:lnTo>
                    <a:pt x="124" y="82"/>
                  </a:lnTo>
                  <a:lnTo>
                    <a:pt x="145" y="77"/>
                  </a:lnTo>
                  <a:lnTo>
                    <a:pt x="161" y="77"/>
                  </a:lnTo>
                  <a:lnTo>
                    <a:pt x="183" y="72"/>
                  </a:lnTo>
                  <a:lnTo>
                    <a:pt x="199" y="72"/>
                  </a:lnTo>
                  <a:lnTo>
                    <a:pt x="215" y="67"/>
                  </a:lnTo>
                  <a:lnTo>
                    <a:pt x="231" y="62"/>
                  </a:lnTo>
                  <a:lnTo>
                    <a:pt x="237" y="46"/>
                  </a:lnTo>
                  <a:lnTo>
                    <a:pt x="221" y="41"/>
                  </a:lnTo>
                  <a:lnTo>
                    <a:pt x="204" y="41"/>
                  </a:lnTo>
                  <a:lnTo>
                    <a:pt x="188" y="46"/>
                  </a:lnTo>
                  <a:lnTo>
                    <a:pt x="172" y="46"/>
                  </a:lnTo>
                  <a:lnTo>
                    <a:pt x="156" y="62"/>
                  </a:lnTo>
                  <a:lnTo>
                    <a:pt x="156" y="46"/>
                  </a:lnTo>
                  <a:lnTo>
                    <a:pt x="172" y="36"/>
                  </a:lnTo>
                  <a:lnTo>
                    <a:pt x="188" y="26"/>
                  </a:lnTo>
                  <a:lnTo>
                    <a:pt x="210" y="21"/>
                  </a:lnTo>
                  <a:lnTo>
                    <a:pt x="226" y="15"/>
                  </a:lnTo>
                  <a:lnTo>
                    <a:pt x="242" y="15"/>
                  </a:lnTo>
                  <a:lnTo>
                    <a:pt x="258" y="10"/>
                  </a:lnTo>
                  <a:lnTo>
                    <a:pt x="274" y="10"/>
                  </a:lnTo>
                  <a:lnTo>
                    <a:pt x="290" y="5"/>
                  </a:lnTo>
                  <a:lnTo>
                    <a:pt x="307" y="5"/>
                  </a:lnTo>
                  <a:lnTo>
                    <a:pt x="323" y="0"/>
                  </a:lnTo>
                  <a:lnTo>
                    <a:pt x="339" y="0"/>
                  </a:lnTo>
                  <a:lnTo>
                    <a:pt x="355" y="0"/>
                  </a:lnTo>
                  <a:lnTo>
                    <a:pt x="371" y="0"/>
                  </a:lnTo>
                  <a:lnTo>
                    <a:pt x="387" y="0"/>
                  </a:lnTo>
                  <a:lnTo>
                    <a:pt x="420" y="0"/>
                  </a:lnTo>
                  <a:lnTo>
                    <a:pt x="463" y="0"/>
                  </a:lnTo>
                  <a:lnTo>
                    <a:pt x="484" y="0"/>
                  </a:lnTo>
                  <a:lnTo>
                    <a:pt x="506" y="0"/>
                  </a:lnTo>
                  <a:lnTo>
                    <a:pt x="527" y="5"/>
                  </a:lnTo>
                  <a:lnTo>
                    <a:pt x="543" y="15"/>
                  </a:lnTo>
                  <a:lnTo>
                    <a:pt x="554" y="31"/>
                  </a:lnTo>
                  <a:lnTo>
                    <a:pt x="570" y="36"/>
                  </a:lnTo>
                  <a:lnTo>
                    <a:pt x="586" y="46"/>
                  </a:lnTo>
                  <a:lnTo>
                    <a:pt x="603" y="51"/>
                  </a:lnTo>
                  <a:lnTo>
                    <a:pt x="619" y="51"/>
                  </a:lnTo>
                  <a:lnTo>
                    <a:pt x="635" y="57"/>
                  </a:lnTo>
                  <a:lnTo>
                    <a:pt x="651" y="67"/>
                  </a:lnTo>
                  <a:lnTo>
                    <a:pt x="667" y="77"/>
                  </a:lnTo>
                  <a:lnTo>
                    <a:pt x="678" y="93"/>
                  </a:lnTo>
                  <a:lnTo>
                    <a:pt x="694" y="98"/>
                  </a:lnTo>
                  <a:lnTo>
                    <a:pt x="699" y="113"/>
                  </a:lnTo>
                  <a:lnTo>
                    <a:pt x="715" y="128"/>
                  </a:lnTo>
                  <a:lnTo>
                    <a:pt x="721" y="149"/>
                  </a:lnTo>
                  <a:lnTo>
                    <a:pt x="721" y="164"/>
                  </a:lnTo>
                  <a:lnTo>
                    <a:pt x="726" y="180"/>
                  </a:lnTo>
                  <a:lnTo>
                    <a:pt x="726" y="195"/>
                  </a:lnTo>
                  <a:lnTo>
                    <a:pt x="726" y="211"/>
                  </a:lnTo>
                  <a:lnTo>
                    <a:pt x="726" y="226"/>
                  </a:lnTo>
                  <a:lnTo>
                    <a:pt x="726" y="242"/>
                  </a:lnTo>
                  <a:lnTo>
                    <a:pt x="726" y="257"/>
                  </a:lnTo>
                  <a:lnTo>
                    <a:pt x="737" y="272"/>
                  </a:lnTo>
                  <a:lnTo>
                    <a:pt x="737" y="288"/>
                  </a:lnTo>
                  <a:lnTo>
                    <a:pt x="737" y="303"/>
                  </a:lnTo>
                  <a:lnTo>
                    <a:pt x="737" y="319"/>
                  </a:lnTo>
                  <a:lnTo>
                    <a:pt x="732" y="334"/>
                  </a:lnTo>
                  <a:lnTo>
                    <a:pt x="715" y="349"/>
                  </a:lnTo>
                  <a:lnTo>
                    <a:pt x="694" y="360"/>
                  </a:lnTo>
                  <a:lnTo>
                    <a:pt x="678" y="365"/>
                  </a:lnTo>
                  <a:lnTo>
                    <a:pt x="662" y="375"/>
                  </a:lnTo>
                  <a:lnTo>
                    <a:pt x="646" y="380"/>
                  </a:lnTo>
                  <a:lnTo>
                    <a:pt x="629" y="385"/>
                  </a:lnTo>
                  <a:lnTo>
                    <a:pt x="613" y="396"/>
                  </a:lnTo>
                  <a:lnTo>
                    <a:pt x="597" y="401"/>
                  </a:lnTo>
                  <a:lnTo>
                    <a:pt x="581" y="401"/>
                  </a:lnTo>
                  <a:lnTo>
                    <a:pt x="559" y="406"/>
                  </a:lnTo>
                  <a:lnTo>
                    <a:pt x="538" y="406"/>
                  </a:lnTo>
                  <a:lnTo>
                    <a:pt x="522" y="406"/>
                  </a:lnTo>
                  <a:lnTo>
                    <a:pt x="500" y="406"/>
                  </a:lnTo>
                  <a:lnTo>
                    <a:pt x="484" y="406"/>
                  </a:lnTo>
                  <a:lnTo>
                    <a:pt x="468" y="406"/>
                  </a:lnTo>
                  <a:lnTo>
                    <a:pt x="452" y="406"/>
                  </a:lnTo>
                  <a:lnTo>
                    <a:pt x="436" y="406"/>
                  </a:lnTo>
                  <a:lnTo>
                    <a:pt x="420" y="406"/>
                  </a:lnTo>
                  <a:lnTo>
                    <a:pt x="403" y="406"/>
                  </a:lnTo>
                  <a:lnTo>
                    <a:pt x="387" y="406"/>
                  </a:lnTo>
                  <a:lnTo>
                    <a:pt x="371" y="406"/>
                  </a:lnTo>
                  <a:lnTo>
                    <a:pt x="355" y="406"/>
                  </a:lnTo>
                  <a:lnTo>
                    <a:pt x="339" y="406"/>
                  </a:lnTo>
                  <a:lnTo>
                    <a:pt x="323" y="406"/>
                  </a:lnTo>
                  <a:lnTo>
                    <a:pt x="307" y="406"/>
                  </a:lnTo>
                  <a:lnTo>
                    <a:pt x="285" y="406"/>
                  </a:lnTo>
                  <a:lnTo>
                    <a:pt x="269" y="406"/>
                  </a:lnTo>
                  <a:lnTo>
                    <a:pt x="253" y="406"/>
                  </a:lnTo>
                  <a:lnTo>
                    <a:pt x="237" y="406"/>
                  </a:lnTo>
                  <a:lnTo>
                    <a:pt x="221" y="406"/>
                  </a:lnTo>
                  <a:lnTo>
                    <a:pt x="204" y="406"/>
                  </a:lnTo>
                  <a:lnTo>
                    <a:pt x="188" y="396"/>
                  </a:lnTo>
                  <a:lnTo>
                    <a:pt x="172" y="391"/>
                  </a:lnTo>
                  <a:lnTo>
                    <a:pt x="156" y="385"/>
                  </a:lnTo>
                  <a:lnTo>
                    <a:pt x="140" y="380"/>
                  </a:lnTo>
                  <a:lnTo>
                    <a:pt x="124" y="375"/>
                  </a:lnTo>
                  <a:lnTo>
                    <a:pt x="108" y="365"/>
                  </a:lnTo>
                  <a:lnTo>
                    <a:pt x="91" y="355"/>
                  </a:lnTo>
                  <a:lnTo>
                    <a:pt x="81" y="339"/>
                  </a:lnTo>
                  <a:lnTo>
                    <a:pt x="65" y="334"/>
                  </a:lnTo>
                  <a:lnTo>
                    <a:pt x="59" y="319"/>
                  </a:lnTo>
                  <a:lnTo>
                    <a:pt x="43" y="303"/>
                  </a:lnTo>
                  <a:lnTo>
                    <a:pt x="38" y="288"/>
                  </a:lnTo>
                  <a:lnTo>
                    <a:pt x="22" y="272"/>
                  </a:lnTo>
                  <a:lnTo>
                    <a:pt x="16" y="252"/>
                  </a:lnTo>
                  <a:lnTo>
                    <a:pt x="5" y="231"/>
                  </a:lnTo>
                  <a:lnTo>
                    <a:pt x="0" y="216"/>
                  </a:lnTo>
                  <a:lnTo>
                    <a:pt x="0" y="200"/>
                  </a:lnTo>
                  <a:lnTo>
                    <a:pt x="0" y="185"/>
                  </a:lnTo>
                  <a:lnTo>
                    <a:pt x="0" y="170"/>
                  </a:lnTo>
                  <a:lnTo>
                    <a:pt x="5" y="149"/>
                  </a:lnTo>
                  <a:lnTo>
                    <a:pt x="11" y="134"/>
                  </a:lnTo>
                  <a:lnTo>
                    <a:pt x="27" y="123"/>
                  </a:lnTo>
                  <a:lnTo>
                    <a:pt x="38" y="108"/>
                  </a:lnTo>
                  <a:lnTo>
                    <a:pt x="54" y="108"/>
                  </a:lnTo>
                  <a:lnTo>
                    <a:pt x="70" y="103"/>
                  </a:lnTo>
                  <a:lnTo>
                    <a:pt x="86" y="98"/>
                  </a:lnTo>
                  <a:lnTo>
                    <a:pt x="102" y="98"/>
                  </a:lnTo>
                  <a:lnTo>
                    <a:pt x="113" y="82"/>
                  </a:lnTo>
                  <a:lnTo>
                    <a:pt x="113" y="67"/>
                  </a:lnTo>
                  <a:lnTo>
                    <a:pt x="129" y="98"/>
                  </a:lnTo>
                </a:path>
              </a:pathLst>
            </a:custGeom>
            <a:solidFill>
              <a:srgbClr val="EAEAEA"/>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CC"/>
                </a:solidFill>
                <a:ea typeface="黑体" panose="02010609060101010101" pitchFamily="49" charset="-122"/>
              </a:endParaRPr>
            </a:p>
          </p:txBody>
        </p:sp>
        <p:sp>
          <p:nvSpPr>
            <p:cNvPr id="1049680" name="Freeform 81"/>
            <p:cNvSpPr>
              <a:spLocks noChangeArrowheads="1"/>
            </p:cNvSpPr>
            <p:nvPr/>
          </p:nvSpPr>
          <p:spPr bwMode="auto">
            <a:xfrm>
              <a:off x="3193" y="270"/>
              <a:ext cx="117" cy="118"/>
            </a:xfrm>
            <a:custGeom>
              <a:avLst/>
              <a:gdLst>
                <a:gd name="T0" fmla="*/ 5 w 117"/>
                <a:gd name="T1" fmla="*/ 66 h 118"/>
                <a:gd name="T2" fmla="*/ 0 w 117"/>
                <a:gd name="T3" fmla="*/ 51 h 118"/>
                <a:gd name="T4" fmla="*/ 0 w 117"/>
                <a:gd name="T5" fmla="*/ 36 h 118"/>
                <a:gd name="T6" fmla="*/ 16 w 117"/>
                <a:gd name="T7" fmla="*/ 25 h 118"/>
                <a:gd name="T8" fmla="*/ 32 w 117"/>
                <a:gd name="T9" fmla="*/ 15 h 118"/>
                <a:gd name="T10" fmla="*/ 47 w 117"/>
                <a:gd name="T11" fmla="*/ 0 h 118"/>
                <a:gd name="T12" fmla="*/ 63 w 117"/>
                <a:gd name="T13" fmla="*/ 0 h 118"/>
                <a:gd name="T14" fmla="*/ 79 w 117"/>
                <a:gd name="T15" fmla="*/ 0 h 118"/>
                <a:gd name="T16" fmla="*/ 84 w 117"/>
                <a:gd name="T17" fmla="*/ 15 h 118"/>
                <a:gd name="T18" fmla="*/ 95 w 117"/>
                <a:gd name="T19" fmla="*/ 31 h 118"/>
                <a:gd name="T20" fmla="*/ 105 w 117"/>
                <a:gd name="T21" fmla="*/ 46 h 118"/>
                <a:gd name="T22" fmla="*/ 111 w 117"/>
                <a:gd name="T23" fmla="*/ 61 h 118"/>
                <a:gd name="T24" fmla="*/ 116 w 117"/>
                <a:gd name="T25" fmla="*/ 76 h 118"/>
                <a:gd name="T26" fmla="*/ 116 w 117"/>
                <a:gd name="T27" fmla="*/ 92 h 118"/>
                <a:gd name="T28" fmla="*/ 116 w 117"/>
                <a:gd name="T29" fmla="*/ 107 h 118"/>
                <a:gd name="T30" fmla="*/ 100 w 117"/>
                <a:gd name="T31" fmla="*/ 117 h 118"/>
                <a:gd name="T32" fmla="*/ 84 w 117"/>
                <a:gd name="T33" fmla="*/ 117 h 118"/>
                <a:gd name="T34" fmla="*/ 69 w 117"/>
                <a:gd name="T35" fmla="*/ 117 h 118"/>
                <a:gd name="T36" fmla="*/ 53 w 117"/>
                <a:gd name="T37" fmla="*/ 117 h 118"/>
                <a:gd name="T38" fmla="*/ 37 w 117"/>
                <a:gd name="T39" fmla="*/ 112 h 118"/>
                <a:gd name="T40" fmla="*/ 21 w 117"/>
                <a:gd name="T41" fmla="*/ 102 h 118"/>
                <a:gd name="T42" fmla="*/ 11 w 117"/>
                <a:gd name="T43" fmla="*/ 86 h 118"/>
                <a:gd name="T44" fmla="*/ 5 w 117"/>
                <a:gd name="T45" fmla="*/ 71 h 118"/>
                <a:gd name="T46" fmla="*/ 5 w 117"/>
                <a:gd name="T47" fmla="*/ 66 h 1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117" h="118">
                  <a:moveTo>
                    <a:pt x="5" y="66"/>
                  </a:moveTo>
                  <a:lnTo>
                    <a:pt x="0" y="51"/>
                  </a:lnTo>
                  <a:lnTo>
                    <a:pt x="0" y="36"/>
                  </a:lnTo>
                  <a:lnTo>
                    <a:pt x="16" y="25"/>
                  </a:lnTo>
                  <a:lnTo>
                    <a:pt x="32" y="15"/>
                  </a:lnTo>
                  <a:lnTo>
                    <a:pt x="47" y="0"/>
                  </a:lnTo>
                  <a:lnTo>
                    <a:pt x="63" y="0"/>
                  </a:lnTo>
                  <a:lnTo>
                    <a:pt x="79" y="0"/>
                  </a:lnTo>
                  <a:lnTo>
                    <a:pt x="84" y="15"/>
                  </a:lnTo>
                  <a:lnTo>
                    <a:pt x="95" y="31"/>
                  </a:lnTo>
                  <a:lnTo>
                    <a:pt x="105" y="46"/>
                  </a:lnTo>
                  <a:lnTo>
                    <a:pt x="111" y="61"/>
                  </a:lnTo>
                  <a:lnTo>
                    <a:pt x="116" y="76"/>
                  </a:lnTo>
                  <a:lnTo>
                    <a:pt x="116" y="92"/>
                  </a:lnTo>
                  <a:lnTo>
                    <a:pt x="116" y="107"/>
                  </a:lnTo>
                  <a:lnTo>
                    <a:pt x="100" y="117"/>
                  </a:lnTo>
                  <a:lnTo>
                    <a:pt x="84" y="117"/>
                  </a:lnTo>
                  <a:lnTo>
                    <a:pt x="69" y="117"/>
                  </a:lnTo>
                  <a:lnTo>
                    <a:pt x="53" y="117"/>
                  </a:lnTo>
                  <a:lnTo>
                    <a:pt x="37" y="112"/>
                  </a:lnTo>
                  <a:lnTo>
                    <a:pt x="21" y="102"/>
                  </a:lnTo>
                  <a:lnTo>
                    <a:pt x="11" y="86"/>
                  </a:lnTo>
                  <a:lnTo>
                    <a:pt x="5" y="71"/>
                  </a:lnTo>
                  <a:lnTo>
                    <a:pt x="5" y="66"/>
                  </a:lnTo>
                </a:path>
              </a:pathLst>
            </a:custGeom>
            <a:solidFill>
              <a:srgbClr val="EAEAEA"/>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CC"/>
                </a:solidFill>
                <a:ea typeface="黑体" panose="02010609060101010101" pitchFamily="49" charset="-122"/>
              </a:endParaRPr>
            </a:p>
          </p:txBody>
        </p:sp>
        <p:sp>
          <p:nvSpPr>
            <p:cNvPr id="1049681" name="Freeform 82"/>
            <p:cNvSpPr>
              <a:spLocks noChangeArrowheads="1"/>
            </p:cNvSpPr>
            <p:nvPr/>
          </p:nvSpPr>
          <p:spPr bwMode="auto">
            <a:xfrm>
              <a:off x="3469" y="239"/>
              <a:ext cx="82" cy="87"/>
            </a:xfrm>
            <a:custGeom>
              <a:avLst/>
              <a:gdLst>
                <a:gd name="T0" fmla="*/ 0 w 82"/>
                <a:gd name="T1" fmla="*/ 0 h 87"/>
                <a:gd name="T2" fmla="*/ 16 w 82"/>
                <a:gd name="T3" fmla="*/ 10 h 87"/>
                <a:gd name="T4" fmla="*/ 32 w 82"/>
                <a:gd name="T5" fmla="*/ 20 h 87"/>
                <a:gd name="T6" fmla="*/ 49 w 82"/>
                <a:gd name="T7" fmla="*/ 20 h 87"/>
                <a:gd name="T8" fmla="*/ 65 w 82"/>
                <a:gd name="T9" fmla="*/ 30 h 87"/>
                <a:gd name="T10" fmla="*/ 76 w 82"/>
                <a:gd name="T11" fmla="*/ 46 h 87"/>
                <a:gd name="T12" fmla="*/ 81 w 82"/>
                <a:gd name="T13" fmla="*/ 61 h 87"/>
                <a:gd name="T14" fmla="*/ 81 w 82"/>
                <a:gd name="T15" fmla="*/ 76 h 87"/>
                <a:gd name="T16" fmla="*/ 65 w 82"/>
                <a:gd name="T17" fmla="*/ 86 h 87"/>
                <a:gd name="T18" fmla="*/ 49 w 82"/>
                <a:gd name="T19" fmla="*/ 86 h 87"/>
                <a:gd name="T20" fmla="*/ 27 w 82"/>
                <a:gd name="T21" fmla="*/ 81 h 87"/>
                <a:gd name="T22" fmla="*/ 11 w 82"/>
                <a:gd name="T23" fmla="*/ 71 h 87"/>
                <a:gd name="T24" fmla="*/ 5 w 82"/>
                <a:gd name="T25" fmla="*/ 56 h 87"/>
                <a:gd name="T26" fmla="*/ 0 w 82"/>
                <a:gd name="T27" fmla="*/ 40 h 87"/>
                <a:gd name="T28" fmla="*/ 0 w 82"/>
                <a:gd name="T29" fmla="*/ 25 h 87"/>
                <a:gd name="T30" fmla="*/ 11 w 82"/>
                <a:gd name="T31" fmla="*/ 10 h 87"/>
                <a:gd name="T32" fmla="*/ 0 w 82"/>
                <a:gd name="T33" fmla="*/ 0 h 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82" h="87">
                  <a:moveTo>
                    <a:pt x="0" y="0"/>
                  </a:moveTo>
                  <a:lnTo>
                    <a:pt x="16" y="10"/>
                  </a:lnTo>
                  <a:lnTo>
                    <a:pt x="32" y="20"/>
                  </a:lnTo>
                  <a:lnTo>
                    <a:pt x="49" y="20"/>
                  </a:lnTo>
                  <a:lnTo>
                    <a:pt x="65" y="30"/>
                  </a:lnTo>
                  <a:lnTo>
                    <a:pt x="76" y="46"/>
                  </a:lnTo>
                  <a:lnTo>
                    <a:pt x="81" y="61"/>
                  </a:lnTo>
                  <a:lnTo>
                    <a:pt x="81" y="76"/>
                  </a:lnTo>
                  <a:lnTo>
                    <a:pt x="65" y="86"/>
                  </a:lnTo>
                  <a:lnTo>
                    <a:pt x="49" y="86"/>
                  </a:lnTo>
                  <a:lnTo>
                    <a:pt x="27" y="81"/>
                  </a:lnTo>
                  <a:lnTo>
                    <a:pt x="11" y="71"/>
                  </a:lnTo>
                  <a:lnTo>
                    <a:pt x="5" y="56"/>
                  </a:lnTo>
                  <a:lnTo>
                    <a:pt x="0" y="40"/>
                  </a:lnTo>
                  <a:lnTo>
                    <a:pt x="0" y="25"/>
                  </a:lnTo>
                  <a:lnTo>
                    <a:pt x="11" y="10"/>
                  </a:lnTo>
                  <a:lnTo>
                    <a:pt x="0" y="0"/>
                  </a:lnTo>
                </a:path>
              </a:pathLst>
            </a:custGeom>
            <a:solidFill>
              <a:srgbClr val="EAEAEA"/>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CC"/>
                </a:solidFill>
                <a:ea typeface="黑体" panose="02010609060101010101" pitchFamily="49" charset="-122"/>
              </a:endParaRPr>
            </a:p>
          </p:txBody>
        </p:sp>
      </p:grpSp>
      <p:grpSp>
        <p:nvGrpSpPr>
          <p:cNvPr id="1049682" name="Group 83"/>
          <p:cNvGrpSpPr>
            <a:grpSpLocks/>
          </p:cNvGrpSpPr>
          <p:nvPr/>
        </p:nvGrpSpPr>
        <p:grpSpPr bwMode="auto">
          <a:xfrm>
            <a:off x="8118475" y="4056063"/>
            <a:ext cx="742950" cy="479425"/>
            <a:chOff x="2949" y="196"/>
            <a:chExt cx="941" cy="598"/>
          </a:xfrm>
        </p:grpSpPr>
        <p:sp>
          <p:nvSpPr>
            <p:cNvPr id="1049683" name="Oval 84"/>
            <p:cNvSpPr>
              <a:spLocks noChangeArrowheads="1"/>
            </p:cNvSpPr>
            <p:nvPr/>
          </p:nvSpPr>
          <p:spPr bwMode="auto">
            <a:xfrm>
              <a:off x="3168" y="196"/>
              <a:ext cx="407" cy="162"/>
            </a:xfrm>
            <a:prstGeom prst="ellipse">
              <a:avLst/>
            </a:prstGeom>
            <a:solidFill>
              <a:srgbClr val="EAEAEA"/>
            </a:solidFill>
            <a:ln w="12700">
              <a:solidFill>
                <a:schemeClr val="tx1"/>
              </a:solidFill>
              <a:round/>
              <a:headEnd/>
              <a:tailEnd/>
            </a:ln>
          </p:spPr>
          <p:txBody>
            <a:bodyPr wrap="none" anchor="ctr"/>
            <a:lstStyle/>
            <a:p>
              <a:pPr eaLnBrk="0" hangingPunct="0"/>
              <a:endParaRPr lang="zh-CN" altLang="en-US" b="1">
                <a:solidFill>
                  <a:srgbClr val="0000CC"/>
                </a:solidFill>
                <a:ea typeface="黑体" panose="02010609060101010101" pitchFamily="49" charset="-122"/>
              </a:endParaRPr>
            </a:p>
          </p:txBody>
        </p:sp>
        <p:sp>
          <p:nvSpPr>
            <p:cNvPr id="1049684" name="Oval 85"/>
            <p:cNvSpPr>
              <a:spLocks noChangeArrowheads="1"/>
            </p:cNvSpPr>
            <p:nvPr/>
          </p:nvSpPr>
          <p:spPr bwMode="auto">
            <a:xfrm rot="900000">
              <a:off x="3512" y="252"/>
              <a:ext cx="275" cy="131"/>
            </a:xfrm>
            <a:prstGeom prst="ellipse">
              <a:avLst/>
            </a:prstGeom>
            <a:solidFill>
              <a:srgbClr val="EAEAEA"/>
            </a:solidFill>
            <a:ln w="12700">
              <a:solidFill>
                <a:schemeClr val="tx1"/>
              </a:solidFill>
              <a:round/>
              <a:headEnd/>
              <a:tailEnd/>
            </a:ln>
          </p:spPr>
          <p:txBody>
            <a:bodyPr wrap="none" anchor="ctr"/>
            <a:lstStyle/>
            <a:p>
              <a:pPr eaLnBrk="0" hangingPunct="0"/>
              <a:endParaRPr lang="zh-CN" altLang="en-US" b="1">
                <a:solidFill>
                  <a:srgbClr val="0000CC"/>
                </a:solidFill>
                <a:ea typeface="黑体" panose="02010609060101010101" pitchFamily="49" charset="-122"/>
              </a:endParaRPr>
            </a:p>
          </p:txBody>
        </p:sp>
        <p:sp>
          <p:nvSpPr>
            <p:cNvPr id="1049685" name="Oval 86"/>
            <p:cNvSpPr>
              <a:spLocks noChangeArrowheads="1"/>
            </p:cNvSpPr>
            <p:nvPr/>
          </p:nvSpPr>
          <p:spPr bwMode="auto">
            <a:xfrm rot="1500000">
              <a:off x="3650" y="385"/>
              <a:ext cx="240" cy="153"/>
            </a:xfrm>
            <a:prstGeom prst="ellipse">
              <a:avLst/>
            </a:prstGeom>
            <a:solidFill>
              <a:srgbClr val="EAEAEA"/>
            </a:solidFill>
            <a:ln w="12700">
              <a:solidFill>
                <a:schemeClr val="tx1"/>
              </a:solidFill>
              <a:round/>
              <a:headEnd/>
              <a:tailEnd/>
            </a:ln>
          </p:spPr>
          <p:txBody>
            <a:bodyPr wrap="none" anchor="ctr"/>
            <a:lstStyle/>
            <a:p>
              <a:pPr eaLnBrk="0" hangingPunct="0"/>
              <a:endParaRPr lang="zh-CN" altLang="en-US" b="1">
                <a:solidFill>
                  <a:srgbClr val="0000CC"/>
                </a:solidFill>
                <a:ea typeface="黑体" panose="02010609060101010101" pitchFamily="49" charset="-122"/>
              </a:endParaRPr>
            </a:p>
          </p:txBody>
        </p:sp>
        <p:sp>
          <p:nvSpPr>
            <p:cNvPr id="1049686" name="Oval 87"/>
            <p:cNvSpPr>
              <a:spLocks noChangeArrowheads="1"/>
            </p:cNvSpPr>
            <p:nvPr/>
          </p:nvSpPr>
          <p:spPr bwMode="auto">
            <a:xfrm rot="-1560000">
              <a:off x="3573" y="537"/>
              <a:ext cx="291" cy="189"/>
            </a:xfrm>
            <a:prstGeom prst="ellipse">
              <a:avLst/>
            </a:prstGeom>
            <a:solidFill>
              <a:srgbClr val="EAEAEA"/>
            </a:solidFill>
            <a:ln w="12700">
              <a:solidFill>
                <a:schemeClr val="tx1"/>
              </a:solidFill>
              <a:round/>
              <a:headEnd/>
              <a:tailEnd/>
            </a:ln>
          </p:spPr>
          <p:txBody>
            <a:bodyPr wrap="none" anchor="ctr"/>
            <a:lstStyle/>
            <a:p>
              <a:pPr eaLnBrk="0" hangingPunct="0"/>
              <a:endParaRPr lang="zh-CN" altLang="en-US" b="1">
                <a:solidFill>
                  <a:srgbClr val="0000CC"/>
                </a:solidFill>
                <a:ea typeface="黑体" panose="02010609060101010101" pitchFamily="49" charset="-122"/>
              </a:endParaRPr>
            </a:p>
          </p:txBody>
        </p:sp>
        <p:sp>
          <p:nvSpPr>
            <p:cNvPr id="1049687" name="Oval 88"/>
            <p:cNvSpPr>
              <a:spLocks noChangeArrowheads="1"/>
            </p:cNvSpPr>
            <p:nvPr/>
          </p:nvSpPr>
          <p:spPr bwMode="auto">
            <a:xfrm>
              <a:off x="3216" y="555"/>
              <a:ext cx="471" cy="239"/>
            </a:xfrm>
            <a:prstGeom prst="ellipse">
              <a:avLst/>
            </a:prstGeom>
            <a:solidFill>
              <a:srgbClr val="EAEAEA"/>
            </a:solidFill>
            <a:ln w="12700">
              <a:solidFill>
                <a:schemeClr val="tx1"/>
              </a:solidFill>
              <a:round/>
              <a:headEnd/>
              <a:tailEnd/>
            </a:ln>
          </p:spPr>
          <p:txBody>
            <a:bodyPr wrap="none" anchor="ctr"/>
            <a:lstStyle/>
            <a:p>
              <a:pPr eaLnBrk="0" hangingPunct="0"/>
              <a:endParaRPr lang="zh-CN" altLang="en-US" b="1">
                <a:solidFill>
                  <a:srgbClr val="0000CC"/>
                </a:solidFill>
                <a:ea typeface="黑体" panose="02010609060101010101" pitchFamily="49" charset="-122"/>
              </a:endParaRPr>
            </a:p>
          </p:txBody>
        </p:sp>
        <p:sp>
          <p:nvSpPr>
            <p:cNvPr id="1049688" name="Oval 89"/>
            <p:cNvSpPr>
              <a:spLocks noChangeArrowheads="1"/>
            </p:cNvSpPr>
            <p:nvPr/>
          </p:nvSpPr>
          <p:spPr bwMode="auto">
            <a:xfrm rot="1080000">
              <a:off x="3023" y="555"/>
              <a:ext cx="265" cy="156"/>
            </a:xfrm>
            <a:prstGeom prst="ellipse">
              <a:avLst/>
            </a:prstGeom>
            <a:solidFill>
              <a:srgbClr val="EAEAEA"/>
            </a:solidFill>
            <a:ln w="12700">
              <a:solidFill>
                <a:schemeClr val="tx1"/>
              </a:solidFill>
              <a:round/>
              <a:headEnd/>
              <a:tailEnd/>
            </a:ln>
          </p:spPr>
          <p:txBody>
            <a:bodyPr wrap="none" anchor="ctr"/>
            <a:lstStyle/>
            <a:p>
              <a:pPr eaLnBrk="0" hangingPunct="0"/>
              <a:endParaRPr lang="zh-CN" altLang="en-US" b="1">
                <a:solidFill>
                  <a:srgbClr val="0000CC"/>
                </a:solidFill>
                <a:ea typeface="黑体" panose="02010609060101010101" pitchFamily="49" charset="-122"/>
              </a:endParaRPr>
            </a:p>
          </p:txBody>
        </p:sp>
        <p:sp>
          <p:nvSpPr>
            <p:cNvPr id="1049689" name="Oval 90"/>
            <p:cNvSpPr>
              <a:spLocks noChangeArrowheads="1"/>
            </p:cNvSpPr>
            <p:nvPr/>
          </p:nvSpPr>
          <p:spPr bwMode="auto">
            <a:xfrm>
              <a:off x="2949" y="432"/>
              <a:ext cx="217" cy="156"/>
            </a:xfrm>
            <a:prstGeom prst="ellipse">
              <a:avLst/>
            </a:prstGeom>
            <a:solidFill>
              <a:srgbClr val="EAEAEA"/>
            </a:solidFill>
            <a:ln w="12700">
              <a:solidFill>
                <a:schemeClr val="tx1"/>
              </a:solidFill>
              <a:round/>
              <a:headEnd/>
              <a:tailEnd/>
            </a:ln>
          </p:spPr>
          <p:txBody>
            <a:bodyPr wrap="none" anchor="ctr"/>
            <a:lstStyle/>
            <a:p>
              <a:pPr eaLnBrk="0" hangingPunct="0"/>
              <a:endParaRPr lang="zh-CN" altLang="en-US" b="1">
                <a:solidFill>
                  <a:srgbClr val="0000CC"/>
                </a:solidFill>
                <a:ea typeface="黑体" panose="02010609060101010101" pitchFamily="49" charset="-122"/>
              </a:endParaRPr>
            </a:p>
          </p:txBody>
        </p:sp>
        <p:sp>
          <p:nvSpPr>
            <p:cNvPr id="1049690" name="Oval 91"/>
            <p:cNvSpPr>
              <a:spLocks noChangeArrowheads="1"/>
            </p:cNvSpPr>
            <p:nvPr/>
          </p:nvSpPr>
          <p:spPr bwMode="auto">
            <a:xfrm rot="-1860000">
              <a:off x="2984" y="310"/>
              <a:ext cx="295" cy="156"/>
            </a:xfrm>
            <a:prstGeom prst="ellipse">
              <a:avLst/>
            </a:prstGeom>
            <a:solidFill>
              <a:srgbClr val="EAEAEA"/>
            </a:solidFill>
            <a:ln w="12700">
              <a:solidFill>
                <a:schemeClr val="tx1"/>
              </a:solidFill>
              <a:round/>
              <a:headEnd/>
              <a:tailEnd/>
            </a:ln>
          </p:spPr>
          <p:txBody>
            <a:bodyPr wrap="none" anchor="ctr"/>
            <a:lstStyle/>
            <a:p>
              <a:pPr eaLnBrk="0" hangingPunct="0"/>
              <a:endParaRPr lang="zh-CN" altLang="en-US" b="1">
                <a:solidFill>
                  <a:srgbClr val="0000CC"/>
                </a:solidFill>
                <a:ea typeface="黑体" panose="02010609060101010101" pitchFamily="49" charset="-122"/>
              </a:endParaRPr>
            </a:p>
          </p:txBody>
        </p:sp>
        <p:sp>
          <p:nvSpPr>
            <p:cNvPr id="1049691" name="Freeform 92"/>
            <p:cNvSpPr>
              <a:spLocks noChangeArrowheads="1"/>
            </p:cNvSpPr>
            <p:nvPr/>
          </p:nvSpPr>
          <p:spPr bwMode="auto">
            <a:xfrm>
              <a:off x="3051" y="300"/>
              <a:ext cx="738" cy="407"/>
            </a:xfrm>
            <a:custGeom>
              <a:avLst/>
              <a:gdLst>
                <a:gd name="T0" fmla="*/ 108 w 738"/>
                <a:gd name="T1" fmla="*/ 82 h 407"/>
                <a:gd name="T2" fmla="*/ 145 w 738"/>
                <a:gd name="T3" fmla="*/ 77 h 407"/>
                <a:gd name="T4" fmla="*/ 183 w 738"/>
                <a:gd name="T5" fmla="*/ 72 h 407"/>
                <a:gd name="T6" fmla="*/ 215 w 738"/>
                <a:gd name="T7" fmla="*/ 67 h 407"/>
                <a:gd name="T8" fmla="*/ 237 w 738"/>
                <a:gd name="T9" fmla="*/ 46 h 407"/>
                <a:gd name="T10" fmla="*/ 204 w 738"/>
                <a:gd name="T11" fmla="*/ 41 h 407"/>
                <a:gd name="T12" fmla="*/ 172 w 738"/>
                <a:gd name="T13" fmla="*/ 46 h 407"/>
                <a:gd name="T14" fmla="*/ 156 w 738"/>
                <a:gd name="T15" fmla="*/ 46 h 407"/>
                <a:gd name="T16" fmla="*/ 188 w 738"/>
                <a:gd name="T17" fmla="*/ 26 h 407"/>
                <a:gd name="T18" fmla="*/ 226 w 738"/>
                <a:gd name="T19" fmla="*/ 15 h 407"/>
                <a:gd name="T20" fmla="*/ 258 w 738"/>
                <a:gd name="T21" fmla="*/ 10 h 407"/>
                <a:gd name="T22" fmla="*/ 290 w 738"/>
                <a:gd name="T23" fmla="*/ 5 h 407"/>
                <a:gd name="T24" fmla="*/ 323 w 738"/>
                <a:gd name="T25" fmla="*/ 0 h 407"/>
                <a:gd name="T26" fmla="*/ 355 w 738"/>
                <a:gd name="T27" fmla="*/ 0 h 407"/>
                <a:gd name="T28" fmla="*/ 387 w 738"/>
                <a:gd name="T29" fmla="*/ 0 h 407"/>
                <a:gd name="T30" fmla="*/ 463 w 738"/>
                <a:gd name="T31" fmla="*/ 0 h 407"/>
                <a:gd name="T32" fmla="*/ 506 w 738"/>
                <a:gd name="T33" fmla="*/ 0 h 407"/>
                <a:gd name="T34" fmla="*/ 543 w 738"/>
                <a:gd name="T35" fmla="*/ 15 h 407"/>
                <a:gd name="T36" fmla="*/ 570 w 738"/>
                <a:gd name="T37" fmla="*/ 36 h 407"/>
                <a:gd name="T38" fmla="*/ 603 w 738"/>
                <a:gd name="T39" fmla="*/ 51 h 407"/>
                <a:gd name="T40" fmla="*/ 635 w 738"/>
                <a:gd name="T41" fmla="*/ 57 h 407"/>
                <a:gd name="T42" fmla="*/ 667 w 738"/>
                <a:gd name="T43" fmla="*/ 77 h 407"/>
                <a:gd name="T44" fmla="*/ 694 w 738"/>
                <a:gd name="T45" fmla="*/ 98 h 407"/>
                <a:gd name="T46" fmla="*/ 715 w 738"/>
                <a:gd name="T47" fmla="*/ 128 h 407"/>
                <a:gd name="T48" fmla="*/ 721 w 738"/>
                <a:gd name="T49" fmla="*/ 164 h 407"/>
                <a:gd name="T50" fmla="*/ 726 w 738"/>
                <a:gd name="T51" fmla="*/ 195 h 407"/>
                <a:gd name="T52" fmla="*/ 726 w 738"/>
                <a:gd name="T53" fmla="*/ 226 h 407"/>
                <a:gd name="T54" fmla="*/ 726 w 738"/>
                <a:gd name="T55" fmla="*/ 257 h 407"/>
                <a:gd name="T56" fmla="*/ 737 w 738"/>
                <a:gd name="T57" fmla="*/ 288 h 407"/>
                <a:gd name="T58" fmla="*/ 737 w 738"/>
                <a:gd name="T59" fmla="*/ 319 h 407"/>
                <a:gd name="T60" fmla="*/ 715 w 738"/>
                <a:gd name="T61" fmla="*/ 349 h 407"/>
                <a:gd name="T62" fmla="*/ 678 w 738"/>
                <a:gd name="T63" fmla="*/ 365 h 407"/>
                <a:gd name="T64" fmla="*/ 646 w 738"/>
                <a:gd name="T65" fmla="*/ 380 h 407"/>
                <a:gd name="T66" fmla="*/ 613 w 738"/>
                <a:gd name="T67" fmla="*/ 396 h 407"/>
                <a:gd name="T68" fmla="*/ 581 w 738"/>
                <a:gd name="T69" fmla="*/ 401 h 407"/>
                <a:gd name="T70" fmla="*/ 538 w 738"/>
                <a:gd name="T71" fmla="*/ 406 h 407"/>
                <a:gd name="T72" fmla="*/ 500 w 738"/>
                <a:gd name="T73" fmla="*/ 406 h 407"/>
                <a:gd name="T74" fmla="*/ 468 w 738"/>
                <a:gd name="T75" fmla="*/ 406 h 407"/>
                <a:gd name="T76" fmla="*/ 436 w 738"/>
                <a:gd name="T77" fmla="*/ 406 h 407"/>
                <a:gd name="T78" fmla="*/ 403 w 738"/>
                <a:gd name="T79" fmla="*/ 406 h 407"/>
                <a:gd name="T80" fmla="*/ 371 w 738"/>
                <a:gd name="T81" fmla="*/ 406 h 407"/>
                <a:gd name="T82" fmla="*/ 339 w 738"/>
                <a:gd name="T83" fmla="*/ 406 h 407"/>
                <a:gd name="T84" fmla="*/ 307 w 738"/>
                <a:gd name="T85" fmla="*/ 406 h 407"/>
                <a:gd name="T86" fmla="*/ 269 w 738"/>
                <a:gd name="T87" fmla="*/ 406 h 407"/>
                <a:gd name="T88" fmla="*/ 237 w 738"/>
                <a:gd name="T89" fmla="*/ 406 h 407"/>
                <a:gd name="T90" fmla="*/ 204 w 738"/>
                <a:gd name="T91" fmla="*/ 406 h 407"/>
                <a:gd name="T92" fmla="*/ 172 w 738"/>
                <a:gd name="T93" fmla="*/ 391 h 407"/>
                <a:gd name="T94" fmla="*/ 140 w 738"/>
                <a:gd name="T95" fmla="*/ 380 h 407"/>
                <a:gd name="T96" fmla="*/ 108 w 738"/>
                <a:gd name="T97" fmla="*/ 365 h 407"/>
                <a:gd name="T98" fmla="*/ 81 w 738"/>
                <a:gd name="T99" fmla="*/ 339 h 407"/>
                <a:gd name="T100" fmla="*/ 59 w 738"/>
                <a:gd name="T101" fmla="*/ 319 h 407"/>
                <a:gd name="T102" fmla="*/ 38 w 738"/>
                <a:gd name="T103" fmla="*/ 288 h 407"/>
                <a:gd name="T104" fmla="*/ 16 w 738"/>
                <a:gd name="T105" fmla="*/ 252 h 407"/>
                <a:gd name="T106" fmla="*/ 0 w 738"/>
                <a:gd name="T107" fmla="*/ 216 h 407"/>
                <a:gd name="T108" fmla="*/ 0 w 738"/>
                <a:gd name="T109" fmla="*/ 185 h 407"/>
                <a:gd name="T110" fmla="*/ 5 w 738"/>
                <a:gd name="T111" fmla="*/ 149 h 407"/>
                <a:gd name="T112" fmla="*/ 27 w 738"/>
                <a:gd name="T113" fmla="*/ 123 h 407"/>
                <a:gd name="T114" fmla="*/ 54 w 738"/>
                <a:gd name="T115" fmla="*/ 108 h 407"/>
                <a:gd name="T116" fmla="*/ 86 w 738"/>
                <a:gd name="T117" fmla="*/ 98 h 407"/>
                <a:gd name="T118" fmla="*/ 113 w 738"/>
                <a:gd name="T119" fmla="*/ 82 h 407"/>
                <a:gd name="T120" fmla="*/ 129 w 738"/>
                <a:gd name="T121" fmla="*/ 98 h 40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Lst>
              <a:rect l="0" t="0" r="r" b="b"/>
              <a:pathLst>
                <a:path w="738" h="407">
                  <a:moveTo>
                    <a:pt x="91" y="82"/>
                  </a:moveTo>
                  <a:lnTo>
                    <a:pt x="108" y="82"/>
                  </a:lnTo>
                  <a:lnTo>
                    <a:pt x="124" y="82"/>
                  </a:lnTo>
                  <a:lnTo>
                    <a:pt x="145" y="77"/>
                  </a:lnTo>
                  <a:lnTo>
                    <a:pt x="161" y="77"/>
                  </a:lnTo>
                  <a:lnTo>
                    <a:pt x="183" y="72"/>
                  </a:lnTo>
                  <a:lnTo>
                    <a:pt x="199" y="72"/>
                  </a:lnTo>
                  <a:lnTo>
                    <a:pt x="215" y="67"/>
                  </a:lnTo>
                  <a:lnTo>
                    <a:pt x="231" y="62"/>
                  </a:lnTo>
                  <a:lnTo>
                    <a:pt x="237" y="46"/>
                  </a:lnTo>
                  <a:lnTo>
                    <a:pt x="221" y="41"/>
                  </a:lnTo>
                  <a:lnTo>
                    <a:pt x="204" y="41"/>
                  </a:lnTo>
                  <a:lnTo>
                    <a:pt x="188" y="46"/>
                  </a:lnTo>
                  <a:lnTo>
                    <a:pt x="172" y="46"/>
                  </a:lnTo>
                  <a:lnTo>
                    <a:pt x="156" y="62"/>
                  </a:lnTo>
                  <a:lnTo>
                    <a:pt x="156" y="46"/>
                  </a:lnTo>
                  <a:lnTo>
                    <a:pt x="172" y="36"/>
                  </a:lnTo>
                  <a:lnTo>
                    <a:pt x="188" y="26"/>
                  </a:lnTo>
                  <a:lnTo>
                    <a:pt x="210" y="21"/>
                  </a:lnTo>
                  <a:lnTo>
                    <a:pt x="226" y="15"/>
                  </a:lnTo>
                  <a:lnTo>
                    <a:pt x="242" y="15"/>
                  </a:lnTo>
                  <a:lnTo>
                    <a:pt x="258" y="10"/>
                  </a:lnTo>
                  <a:lnTo>
                    <a:pt x="274" y="10"/>
                  </a:lnTo>
                  <a:lnTo>
                    <a:pt x="290" y="5"/>
                  </a:lnTo>
                  <a:lnTo>
                    <a:pt x="307" y="5"/>
                  </a:lnTo>
                  <a:lnTo>
                    <a:pt x="323" y="0"/>
                  </a:lnTo>
                  <a:lnTo>
                    <a:pt x="339" y="0"/>
                  </a:lnTo>
                  <a:lnTo>
                    <a:pt x="355" y="0"/>
                  </a:lnTo>
                  <a:lnTo>
                    <a:pt x="371" y="0"/>
                  </a:lnTo>
                  <a:lnTo>
                    <a:pt x="387" y="0"/>
                  </a:lnTo>
                  <a:lnTo>
                    <a:pt x="420" y="0"/>
                  </a:lnTo>
                  <a:lnTo>
                    <a:pt x="463" y="0"/>
                  </a:lnTo>
                  <a:lnTo>
                    <a:pt x="484" y="0"/>
                  </a:lnTo>
                  <a:lnTo>
                    <a:pt x="506" y="0"/>
                  </a:lnTo>
                  <a:lnTo>
                    <a:pt x="527" y="5"/>
                  </a:lnTo>
                  <a:lnTo>
                    <a:pt x="543" y="15"/>
                  </a:lnTo>
                  <a:lnTo>
                    <a:pt x="554" y="31"/>
                  </a:lnTo>
                  <a:lnTo>
                    <a:pt x="570" y="36"/>
                  </a:lnTo>
                  <a:lnTo>
                    <a:pt x="586" y="46"/>
                  </a:lnTo>
                  <a:lnTo>
                    <a:pt x="603" y="51"/>
                  </a:lnTo>
                  <a:lnTo>
                    <a:pt x="619" y="51"/>
                  </a:lnTo>
                  <a:lnTo>
                    <a:pt x="635" y="57"/>
                  </a:lnTo>
                  <a:lnTo>
                    <a:pt x="651" y="67"/>
                  </a:lnTo>
                  <a:lnTo>
                    <a:pt x="667" y="77"/>
                  </a:lnTo>
                  <a:lnTo>
                    <a:pt x="678" y="93"/>
                  </a:lnTo>
                  <a:lnTo>
                    <a:pt x="694" y="98"/>
                  </a:lnTo>
                  <a:lnTo>
                    <a:pt x="699" y="113"/>
                  </a:lnTo>
                  <a:lnTo>
                    <a:pt x="715" y="128"/>
                  </a:lnTo>
                  <a:lnTo>
                    <a:pt x="721" y="149"/>
                  </a:lnTo>
                  <a:lnTo>
                    <a:pt x="721" y="164"/>
                  </a:lnTo>
                  <a:lnTo>
                    <a:pt x="726" y="180"/>
                  </a:lnTo>
                  <a:lnTo>
                    <a:pt x="726" y="195"/>
                  </a:lnTo>
                  <a:lnTo>
                    <a:pt x="726" y="211"/>
                  </a:lnTo>
                  <a:lnTo>
                    <a:pt x="726" y="226"/>
                  </a:lnTo>
                  <a:lnTo>
                    <a:pt x="726" y="242"/>
                  </a:lnTo>
                  <a:lnTo>
                    <a:pt x="726" y="257"/>
                  </a:lnTo>
                  <a:lnTo>
                    <a:pt x="737" y="272"/>
                  </a:lnTo>
                  <a:lnTo>
                    <a:pt x="737" y="288"/>
                  </a:lnTo>
                  <a:lnTo>
                    <a:pt x="737" y="303"/>
                  </a:lnTo>
                  <a:lnTo>
                    <a:pt x="737" y="319"/>
                  </a:lnTo>
                  <a:lnTo>
                    <a:pt x="732" y="334"/>
                  </a:lnTo>
                  <a:lnTo>
                    <a:pt x="715" y="349"/>
                  </a:lnTo>
                  <a:lnTo>
                    <a:pt x="694" y="360"/>
                  </a:lnTo>
                  <a:lnTo>
                    <a:pt x="678" y="365"/>
                  </a:lnTo>
                  <a:lnTo>
                    <a:pt x="662" y="375"/>
                  </a:lnTo>
                  <a:lnTo>
                    <a:pt x="646" y="380"/>
                  </a:lnTo>
                  <a:lnTo>
                    <a:pt x="629" y="385"/>
                  </a:lnTo>
                  <a:lnTo>
                    <a:pt x="613" y="396"/>
                  </a:lnTo>
                  <a:lnTo>
                    <a:pt x="597" y="401"/>
                  </a:lnTo>
                  <a:lnTo>
                    <a:pt x="581" y="401"/>
                  </a:lnTo>
                  <a:lnTo>
                    <a:pt x="559" y="406"/>
                  </a:lnTo>
                  <a:lnTo>
                    <a:pt x="538" y="406"/>
                  </a:lnTo>
                  <a:lnTo>
                    <a:pt x="522" y="406"/>
                  </a:lnTo>
                  <a:lnTo>
                    <a:pt x="500" y="406"/>
                  </a:lnTo>
                  <a:lnTo>
                    <a:pt x="484" y="406"/>
                  </a:lnTo>
                  <a:lnTo>
                    <a:pt x="468" y="406"/>
                  </a:lnTo>
                  <a:lnTo>
                    <a:pt x="452" y="406"/>
                  </a:lnTo>
                  <a:lnTo>
                    <a:pt x="436" y="406"/>
                  </a:lnTo>
                  <a:lnTo>
                    <a:pt x="420" y="406"/>
                  </a:lnTo>
                  <a:lnTo>
                    <a:pt x="403" y="406"/>
                  </a:lnTo>
                  <a:lnTo>
                    <a:pt x="387" y="406"/>
                  </a:lnTo>
                  <a:lnTo>
                    <a:pt x="371" y="406"/>
                  </a:lnTo>
                  <a:lnTo>
                    <a:pt x="355" y="406"/>
                  </a:lnTo>
                  <a:lnTo>
                    <a:pt x="339" y="406"/>
                  </a:lnTo>
                  <a:lnTo>
                    <a:pt x="323" y="406"/>
                  </a:lnTo>
                  <a:lnTo>
                    <a:pt x="307" y="406"/>
                  </a:lnTo>
                  <a:lnTo>
                    <a:pt x="285" y="406"/>
                  </a:lnTo>
                  <a:lnTo>
                    <a:pt x="269" y="406"/>
                  </a:lnTo>
                  <a:lnTo>
                    <a:pt x="253" y="406"/>
                  </a:lnTo>
                  <a:lnTo>
                    <a:pt x="237" y="406"/>
                  </a:lnTo>
                  <a:lnTo>
                    <a:pt x="221" y="406"/>
                  </a:lnTo>
                  <a:lnTo>
                    <a:pt x="204" y="406"/>
                  </a:lnTo>
                  <a:lnTo>
                    <a:pt x="188" y="396"/>
                  </a:lnTo>
                  <a:lnTo>
                    <a:pt x="172" y="391"/>
                  </a:lnTo>
                  <a:lnTo>
                    <a:pt x="156" y="385"/>
                  </a:lnTo>
                  <a:lnTo>
                    <a:pt x="140" y="380"/>
                  </a:lnTo>
                  <a:lnTo>
                    <a:pt x="124" y="375"/>
                  </a:lnTo>
                  <a:lnTo>
                    <a:pt x="108" y="365"/>
                  </a:lnTo>
                  <a:lnTo>
                    <a:pt x="91" y="355"/>
                  </a:lnTo>
                  <a:lnTo>
                    <a:pt x="81" y="339"/>
                  </a:lnTo>
                  <a:lnTo>
                    <a:pt x="65" y="334"/>
                  </a:lnTo>
                  <a:lnTo>
                    <a:pt x="59" y="319"/>
                  </a:lnTo>
                  <a:lnTo>
                    <a:pt x="43" y="303"/>
                  </a:lnTo>
                  <a:lnTo>
                    <a:pt x="38" y="288"/>
                  </a:lnTo>
                  <a:lnTo>
                    <a:pt x="22" y="272"/>
                  </a:lnTo>
                  <a:lnTo>
                    <a:pt x="16" y="252"/>
                  </a:lnTo>
                  <a:lnTo>
                    <a:pt x="5" y="231"/>
                  </a:lnTo>
                  <a:lnTo>
                    <a:pt x="0" y="216"/>
                  </a:lnTo>
                  <a:lnTo>
                    <a:pt x="0" y="200"/>
                  </a:lnTo>
                  <a:lnTo>
                    <a:pt x="0" y="185"/>
                  </a:lnTo>
                  <a:lnTo>
                    <a:pt x="0" y="170"/>
                  </a:lnTo>
                  <a:lnTo>
                    <a:pt x="5" y="149"/>
                  </a:lnTo>
                  <a:lnTo>
                    <a:pt x="11" y="134"/>
                  </a:lnTo>
                  <a:lnTo>
                    <a:pt x="27" y="123"/>
                  </a:lnTo>
                  <a:lnTo>
                    <a:pt x="38" y="108"/>
                  </a:lnTo>
                  <a:lnTo>
                    <a:pt x="54" y="108"/>
                  </a:lnTo>
                  <a:lnTo>
                    <a:pt x="70" y="103"/>
                  </a:lnTo>
                  <a:lnTo>
                    <a:pt x="86" y="98"/>
                  </a:lnTo>
                  <a:lnTo>
                    <a:pt x="102" y="98"/>
                  </a:lnTo>
                  <a:lnTo>
                    <a:pt x="113" y="82"/>
                  </a:lnTo>
                  <a:lnTo>
                    <a:pt x="113" y="67"/>
                  </a:lnTo>
                  <a:lnTo>
                    <a:pt x="129" y="98"/>
                  </a:lnTo>
                </a:path>
              </a:pathLst>
            </a:custGeom>
            <a:solidFill>
              <a:srgbClr val="EAEAEA"/>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CC"/>
                </a:solidFill>
                <a:ea typeface="黑体" panose="02010609060101010101" pitchFamily="49" charset="-122"/>
              </a:endParaRPr>
            </a:p>
          </p:txBody>
        </p:sp>
        <p:sp>
          <p:nvSpPr>
            <p:cNvPr id="1049692" name="Freeform 93"/>
            <p:cNvSpPr>
              <a:spLocks noChangeArrowheads="1"/>
            </p:cNvSpPr>
            <p:nvPr/>
          </p:nvSpPr>
          <p:spPr bwMode="auto">
            <a:xfrm>
              <a:off x="3193" y="270"/>
              <a:ext cx="117" cy="118"/>
            </a:xfrm>
            <a:custGeom>
              <a:avLst/>
              <a:gdLst>
                <a:gd name="T0" fmla="*/ 5 w 117"/>
                <a:gd name="T1" fmla="*/ 66 h 118"/>
                <a:gd name="T2" fmla="*/ 0 w 117"/>
                <a:gd name="T3" fmla="*/ 51 h 118"/>
                <a:gd name="T4" fmla="*/ 0 w 117"/>
                <a:gd name="T5" fmla="*/ 36 h 118"/>
                <a:gd name="T6" fmla="*/ 16 w 117"/>
                <a:gd name="T7" fmla="*/ 25 h 118"/>
                <a:gd name="T8" fmla="*/ 32 w 117"/>
                <a:gd name="T9" fmla="*/ 15 h 118"/>
                <a:gd name="T10" fmla="*/ 47 w 117"/>
                <a:gd name="T11" fmla="*/ 0 h 118"/>
                <a:gd name="T12" fmla="*/ 63 w 117"/>
                <a:gd name="T13" fmla="*/ 0 h 118"/>
                <a:gd name="T14" fmla="*/ 79 w 117"/>
                <a:gd name="T15" fmla="*/ 0 h 118"/>
                <a:gd name="T16" fmla="*/ 84 w 117"/>
                <a:gd name="T17" fmla="*/ 15 h 118"/>
                <a:gd name="T18" fmla="*/ 95 w 117"/>
                <a:gd name="T19" fmla="*/ 31 h 118"/>
                <a:gd name="T20" fmla="*/ 105 w 117"/>
                <a:gd name="T21" fmla="*/ 46 h 118"/>
                <a:gd name="T22" fmla="*/ 111 w 117"/>
                <a:gd name="T23" fmla="*/ 61 h 118"/>
                <a:gd name="T24" fmla="*/ 116 w 117"/>
                <a:gd name="T25" fmla="*/ 76 h 118"/>
                <a:gd name="T26" fmla="*/ 116 w 117"/>
                <a:gd name="T27" fmla="*/ 92 h 118"/>
                <a:gd name="T28" fmla="*/ 116 w 117"/>
                <a:gd name="T29" fmla="*/ 107 h 118"/>
                <a:gd name="T30" fmla="*/ 100 w 117"/>
                <a:gd name="T31" fmla="*/ 117 h 118"/>
                <a:gd name="T32" fmla="*/ 84 w 117"/>
                <a:gd name="T33" fmla="*/ 117 h 118"/>
                <a:gd name="T34" fmla="*/ 69 w 117"/>
                <a:gd name="T35" fmla="*/ 117 h 118"/>
                <a:gd name="T36" fmla="*/ 53 w 117"/>
                <a:gd name="T37" fmla="*/ 117 h 118"/>
                <a:gd name="T38" fmla="*/ 37 w 117"/>
                <a:gd name="T39" fmla="*/ 112 h 118"/>
                <a:gd name="T40" fmla="*/ 21 w 117"/>
                <a:gd name="T41" fmla="*/ 102 h 118"/>
                <a:gd name="T42" fmla="*/ 11 w 117"/>
                <a:gd name="T43" fmla="*/ 86 h 118"/>
                <a:gd name="T44" fmla="*/ 5 w 117"/>
                <a:gd name="T45" fmla="*/ 71 h 118"/>
                <a:gd name="T46" fmla="*/ 5 w 117"/>
                <a:gd name="T47" fmla="*/ 66 h 1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117" h="118">
                  <a:moveTo>
                    <a:pt x="5" y="66"/>
                  </a:moveTo>
                  <a:lnTo>
                    <a:pt x="0" y="51"/>
                  </a:lnTo>
                  <a:lnTo>
                    <a:pt x="0" y="36"/>
                  </a:lnTo>
                  <a:lnTo>
                    <a:pt x="16" y="25"/>
                  </a:lnTo>
                  <a:lnTo>
                    <a:pt x="32" y="15"/>
                  </a:lnTo>
                  <a:lnTo>
                    <a:pt x="47" y="0"/>
                  </a:lnTo>
                  <a:lnTo>
                    <a:pt x="63" y="0"/>
                  </a:lnTo>
                  <a:lnTo>
                    <a:pt x="79" y="0"/>
                  </a:lnTo>
                  <a:lnTo>
                    <a:pt x="84" y="15"/>
                  </a:lnTo>
                  <a:lnTo>
                    <a:pt x="95" y="31"/>
                  </a:lnTo>
                  <a:lnTo>
                    <a:pt x="105" y="46"/>
                  </a:lnTo>
                  <a:lnTo>
                    <a:pt x="111" y="61"/>
                  </a:lnTo>
                  <a:lnTo>
                    <a:pt x="116" y="76"/>
                  </a:lnTo>
                  <a:lnTo>
                    <a:pt x="116" y="92"/>
                  </a:lnTo>
                  <a:lnTo>
                    <a:pt x="116" y="107"/>
                  </a:lnTo>
                  <a:lnTo>
                    <a:pt x="100" y="117"/>
                  </a:lnTo>
                  <a:lnTo>
                    <a:pt x="84" y="117"/>
                  </a:lnTo>
                  <a:lnTo>
                    <a:pt x="69" y="117"/>
                  </a:lnTo>
                  <a:lnTo>
                    <a:pt x="53" y="117"/>
                  </a:lnTo>
                  <a:lnTo>
                    <a:pt x="37" y="112"/>
                  </a:lnTo>
                  <a:lnTo>
                    <a:pt x="21" y="102"/>
                  </a:lnTo>
                  <a:lnTo>
                    <a:pt x="11" y="86"/>
                  </a:lnTo>
                  <a:lnTo>
                    <a:pt x="5" y="71"/>
                  </a:lnTo>
                  <a:lnTo>
                    <a:pt x="5" y="66"/>
                  </a:lnTo>
                </a:path>
              </a:pathLst>
            </a:custGeom>
            <a:solidFill>
              <a:srgbClr val="EAEAEA"/>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CC"/>
                </a:solidFill>
                <a:ea typeface="黑体" panose="02010609060101010101" pitchFamily="49" charset="-122"/>
              </a:endParaRPr>
            </a:p>
          </p:txBody>
        </p:sp>
        <p:sp>
          <p:nvSpPr>
            <p:cNvPr id="1049693" name="Freeform 94"/>
            <p:cNvSpPr>
              <a:spLocks noChangeArrowheads="1"/>
            </p:cNvSpPr>
            <p:nvPr/>
          </p:nvSpPr>
          <p:spPr bwMode="auto">
            <a:xfrm>
              <a:off x="3469" y="239"/>
              <a:ext cx="82" cy="87"/>
            </a:xfrm>
            <a:custGeom>
              <a:avLst/>
              <a:gdLst>
                <a:gd name="T0" fmla="*/ 0 w 82"/>
                <a:gd name="T1" fmla="*/ 0 h 87"/>
                <a:gd name="T2" fmla="*/ 16 w 82"/>
                <a:gd name="T3" fmla="*/ 10 h 87"/>
                <a:gd name="T4" fmla="*/ 32 w 82"/>
                <a:gd name="T5" fmla="*/ 20 h 87"/>
                <a:gd name="T6" fmla="*/ 49 w 82"/>
                <a:gd name="T7" fmla="*/ 20 h 87"/>
                <a:gd name="T8" fmla="*/ 65 w 82"/>
                <a:gd name="T9" fmla="*/ 30 h 87"/>
                <a:gd name="T10" fmla="*/ 76 w 82"/>
                <a:gd name="T11" fmla="*/ 46 h 87"/>
                <a:gd name="T12" fmla="*/ 81 w 82"/>
                <a:gd name="T13" fmla="*/ 61 h 87"/>
                <a:gd name="T14" fmla="*/ 81 w 82"/>
                <a:gd name="T15" fmla="*/ 76 h 87"/>
                <a:gd name="T16" fmla="*/ 65 w 82"/>
                <a:gd name="T17" fmla="*/ 86 h 87"/>
                <a:gd name="T18" fmla="*/ 49 w 82"/>
                <a:gd name="T19" fmla="*/ 86 h 87"/>
                <a:gd name="T20" fmla="*/ 27 w 82"/>
                <a:gd name="T21" fmla="*/ 81 h 87"/>
                <a:gd name="T22" fmla="*/ 11 w 82"/>
                <a:gd name="T23" fmla="*/ 71 h 87"/>
                <a:gd name="T24" fmla="*/ 5 w 82"/>
                <a:gd name="T25" fmla="*/ 56 h 87"/>
                <a:gd name="T26" fmla="*/ 0 w 82"/>
                <a:gd name="T27" fmla="*/ 40 h 87"/>
                <a:gd name="T28" fmla="*/ 0 w 82"/>
                <a:gd name="T29" fmla="*/ 25 h 87"/>
                <a:gd name="T30" fmla="*/ 11 w 82"/>
                <a:gd name="T31" fmla="*/ 10 h 87"/>
                <a:gd name="T32" fmla="*/ 0 w 82"/>
                <a:gd name="T33" fmla="*/ 0 h 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82" h="87">
                  <a:moveTo>
                    <a:pt x="0" y="0"/>
                  </a:moveTo>
                  <a:lnTo>
                    <a:pt x="16" y="10"/>
                  </a:lnTo>
                  <a:lnTo>
                    <a:pt x="32" y="20"/>
                  </a:lnTo>
                  <a:lnTo>
                    <a:pt x="49" y="20"/>
                  </a:lnTo>
                  <a:lnTo>
                    <a:pt x="65" y="30"/>
                  </a:lnTo>
                  <a:lnTo>
                    <a:pt x="76" y="46"/>
                  </a:lnTo>
                  <a:lnTo>
                    <a:pt x="81" y="61"/>
                  </a:lnTo>
                  <a:lnTo>
                    <a:pt x="81" y="76"/>
                  </a:lnTo>
                  <a:lnTo>
                    <a:pt x="65" y="86"/>
                  </a:lnTo>
                  <a:lnTo>
                    <a:pt x="49" y="86"/>
                  </a:lnTo>
                  <a:lnTo>
                    <a:pt x="27" y="81"/>
                  </a:lnTo>
                  <a:lnTo>
                    <a:pt x="11" y="71"/>
                  </a:lnTo>
                  <a:lnTo>
                    <a:pt x="5" y="56"/>
                  </a:lnTo>
                  <a:lnTo>
                    <a:pt x="0" y="40"/>
                  </a:lnTo>
                  <a:lnTo>
                    <a:pt x="0" y="25"/>
                  </a:lnTo>
                  <a:lnTo>
                    <a:pt x="11" y="10"/>
                  </a:lnTo>
                  <a:lnTo>
                    <a:pt x="0" y="0"/>
                  </a:lnTo>
                </a:path>
              </a:pathLst>
            </a:custGeom>
            <a:solidFill>
              <a:srgbClr val="EAEAEA"/>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CC"/>
                </a:solidFill>
                <a:ea typeface="黑体" panose="02010609060101010101" pitchFamily="49" charset="-122"/>
              </a:endParaRPr>
            </a:p>
          </p:txBody>
        </p:sp>
      </p:grpSp>
      <p:grpSp>
        <p:nvGrpSpPr>
          <p:cNvPr id="1049694" name="Group 95"/>
          <p:cNvGrpSpPr>
            <a:grpSpLocks/>
          </p:cNvGrpSpPr>
          <p:nvPr/>
        </p:nvGrpSpPr>
        <p:grpSpPr bwMode="auto">
          <a:xfrm>
            <a:off x="7702550" y="3298825"/>
            <a:ext cx="742950" cy="482600"/>
            <a:chOff x="2949" y="196"/>
            <a:chExt cx="941" cy="598"/>
          </a:xfrm>
        </p:grpSpPr>
        <p:sp>
          <p:nvSpPr>
            <p:cNvPr id="1049695" name="Oval 96"/>
            <p:cNvSpPr>
              <a:spLocks noChangeArrowheads="1"/>
            </p:cNvSpPr>
            <p:nvPr/>
          </p:nvSpPr>
          <p:spPr bwMode="auto">
            <a:xfrm>
              <a:off x="3168" y="196"/>
              <a:ext cx="407" cy="162"/>
            </a:xfrm>
            <a:prstGeom prst="ellipse">
              <a:avLst/>
            </a:prstGeom>
            <a:solidFill>
              <a:srgbClr val="EAEAEA"/>
            </a:solidFill>
            <a:ln w="12700">
              <a:solidFill>
                <a:schemeClr val="tx1"/>
              </a:solidFill>
              <a:round/>
              <a:headEnd/>
              <a:tailEnd/>
            </a:ln>
          </p:spPr>
          <p:txBody>
            <a:bodyPr wrap="none" anchor="ctr"/>
            <a:lstStyle/>
            <a:p>
              <a:pPr eaLnBrk="0" hangingPunct="0"/>
              <a:endParaRPr lang="zh-CN" altLang="en-US" b="1">
                <a:solidFill>
                  <a:srgbClr val="0000CC"/>
                </a:solidFill>
                <a:ea typeface="黑体" panose="02010609060101010101" pitchFamily="49" charset="-122"/>
              </a:endParaRPr>
            </a:p>
          </p:txBody>
        </p:sp>
        <p:sp>
          <p:nvSpPr>
            <p:cNvPr id="1049696" name="Oval 97"/>
            <p:cNvSpPr>
              <a:spLocks noChangeArrowheads="1"/>
            </p:cNvSpPr>
            <p:nvPr/>
          </p:nvSpPr>
          <p:spPr bwMode="auto">
            <a:xfrm rot="900000">
              <a:off x="3512" y="252"/>
              <a:ext cx="275" cy="131"/>
            </a:xfrm>
            <a:prstGeom prst="ellipse">
              <a:avLst/>
            </a:prstGeom>
            <a:solidFill>
              <a:srgbClr val="EAEAEA"/>
            </a:solidFill>
            <a:ln w="12700">
              <a:solidFill>
                <a:schemeClr val="tx1"/>
              </a:solidFill>
              <a:round/>
              <a:headEnd/>
              <a:tailEnd/>
            </a:ln>
          </p:spPr>
          <p:txBody>
            <a:bodyPr wrap="none" anchor="ctr"/>
            <a:lstStyle/>
            <a:p>
              <a:pPr eaLnBrk="0" hangingPunct="0"/>
              <a:endParaRPr lang="zh-CN" altLang="en-US" b="1">
                <a:solidFill>
                  <a:srgbClr val="0000CC"/>
                </a:solidFill>
                <a:ea typeface="黑体" panose="02010609060101010101" pitchFamily="49" charset="-122"/>
              </a:endParaRPr>
            </a:p>
          </p:txBody>
        </p:sp>
        <p:sp>
          <p:nvSpPr>
            <p:cNvPr id="1049697" name="Oval 98"/>
            <p:cNvSpPr>
              <a:spLocks noChangeArrowheads="1"/>
            </p:cNvSpPr>
            <p:nvPr/>
          </p:nvSpPr>
          <p:spPr bwMode="auto">
            <a:xfrm rot="1500000">
              <a:off x="3650" y="385"/>
              <a:ext cx="240" cy="153"/>
            </a:xfrm>
            <a:prstGeom prst="ellipse">
              <a:avLst/>
            </a:prstGeom>
            <a:solidFill>
              <a:srgbClr val="EAEAEA"/>
            </a:solidFill>
            <a:ln w="12700">
              <a:solidFill>
                <a:schemeClr val="tx1"/>
              </a:solidFill>
              <a:round/>
              <a:headEnd/>
              <a:tailEnd/>
            </a:ln>
          </p:spPr>
          <p:txBody>
            <a:bodyPr wrap="none" anchor="ctr"/>
            <a:lstStyle/>
            <a:p>
              <a:pPr eaLnBrk="0" hangingPunct="0"/>
              <a:endParaRPr lang="zh-CN" altLang="en-US" b="1">
                <a:solidFill>
                  <a:srgbClr val="0000CC"/>
                </a:solidFill>
                <a:ea typeface="黑体" panose="02010609060101010101" pitchFamily="49" charset="-122"/>
              </a:endParaRPr>
            </a:p>
          </p:txBody>
        </p:sp>
        <p:sp>
          <p:nvSpPr>
            <p:cNvPr id="1049698" name="Oval 99"/>
            <p:cNvSpPr>
              <a:spLocks noChangeArrowheads="1"/>
            </p:cNvSpPr>
            <p:nvPr/>
          </p:nvSpPr>
          <p:spPr bwMode="auto">
            <a:xfrm rot="-1560000">
              <a:off x="3573" y="537"/>
              <a:ext cx="291" cy="189"/>
            </a:xfrm>
            <a:prstGeom prst="ellipse">
              <a:avLst/>
            </a:prstGeom>
            <a:solidFill>
              <a:srgbClr val="EAEAEA"/>
            </a:solidFill>
            <a:ln w="12700">
              <a:solidFill>
                <a:schemeClr val="tx1"/>
              </a:solidFill>
              <a:round/>
              <a:headEnd/>
              <a:tailEnd/>
            </a:ln>
          </p:spPr>
          <p:txBody>
            <a:bodyPr wrap="none" anchor="ctr"/>
            <a:lstStyle/>
            <a:p>
              <a:pPr eaLnBrk="0" hangingPunct="0"/>
              <a:endParaRPr lang="zh-CN" altLang="en-US" b="1">
                <a:solidFill>
                  <a:srgbClr val="0000CC"/>
                </a:solidFill>
                <a:ea typeface="黑体" panose="02010609060101010101" pitchFamily="49" charset="-122"/>
              </a:endParaRPr>
            </a:p>
          </p:txBody>
        </p:sp>
        <p:sp>
          <p:nvSpPr>
            <p:cNvPr id="1049699" name="Oval 100"/>
            <p:cNvSpPr>
              <a:spLocks noChangeArrowheads="1"/>
            </p:cNvSpPr>
            <p:nvPr/>
          </p:nvSpPr>
          <p:spPr bwMode="auto">
            <a:xfrm>
              <a:off x="3216" y="555"/>
              <a:ext cx="471" cy="239"/>
            </a:xfrm>
            <a:prstGeom prst="ellipse">
              <a:avLst/>
            </a:prstGeom>
            <a:solidFill>
              <a:srgbClr val="EAEAEA"/>
            </a:solidFill>
            <a:ln w="12700">
              <a:solidFill>
                <a:schemeClr val="tx1"/>
              </a:solidFill>
              <a:round/>
              <a:headEnd/>
              <a:tailEnd/>
            </a:ln>
          </p:spPr>
          <p:txBody>
            <a:bodyPr wrap="none" anchor="ctr"/>
            <a:lstStyle/>
            <a:p>
              <a:pPr eaLnBrk="0" hangingPunct="0"/>
              <a:endParaRPr lang="zh-CN" altLang="en-US" b="1">
                <a:solidFill>
                  <a:srgbClr val="0000CC"/>
                </a:solidFill>
                <a:ea typeface="黑体" panose="02010609060101010101" pitchFamily="49" charset="-122"/>
              </a:endParaRPr>
            </a:p>
          </p:txBody>
        </p:sp>
        <p:sp>
          <p:nvSpPr>
            <p:cNvPr id="1049700" name="Oval 101"/>
            <p:cNvSpPr>
              <a:spLocks noChangeArrowheads="1"/>
            </p:cNvSpPr>
            <p:nvPr/>
          </p:nvSpPr>
          <p:spPr bwMode="auto">
            <a:xfrm rot="1080000">
              <a:off x="3023" y="555"/>
              <a:ext cx="265" cy="156"/>
            </a:xfrm>
            <a:prstGeom prst="ellipse">
              <a:avLst/>
            </a:prstGeom>
            <a:solidFill>
              <a:srgbClr val="EAEAEA"/>
            </a:solidFill>
            <a:ln w="12700">
              <a:solidFill>
                <a:schemeClr val="tx1"/>
              </a:solidFill>
              <a:round/>
              <a:headEnd/>
              <a:tailEnd/>
            </a:ln>
          </p:spPr>
          <p:txBody>
            <a:bodyPr wrap="none" anchor="ctr"/>
            <a:lstStyle/>
            <a:p>
              <a:pPr eaLnBrk="0" hangingPunct="0"/>
              <a:endParaRPr lang="zh-CN" altLang="en-US" b="1">
                <a:solidFill>
                  <a:srgbClr val="0000CC"/>
                </a:solidFill>
                <a:ea typeface="黑体" panose="02010609060101010101" pitchFamily="49" charset="-122"/>
              </a:endParaRPr>
            </a:p>
          </p:txBody>
        </p:sp>
        <p:sp>
          <p:nvSpPr>
            <p:cNvPr id="1049701" name="Oval 102"/>
            <p:cNvSpPr>
              <a:spLocks noChangeArrowheads="1"/>
            </p:cNvSpPr>
            <p:nvPr/>
          </p:nvSpPr>
          <p:spPr bwMode="auto">
            <a:xfrm>
              <a:off x="2949" y="432"/>
              <a:ext cx="217" cy="156"/>
            </a:xfrm>
            <a:prstGeom prst="ellipse">
              <a:avLst/>
            </a:prstGeom>
            <a:solidFill>
              <a:srgbClr val="EAEAEA"/>
            </a:solidFill>
            <a:ln w="12700">
              <a:solidFill>
                <a:schemeClr val="tx1"/>
              </a:solidFill>
              <a:round/>
              <a:headEnd/>
              <a:tailEnd/>
            </a:ln>
          </p:spPr>
          <p:txBody>
            <a:bodyPr wrap="none" anchor="ctr"/>
            <a:lstStyle/>
            <a:p>
              <a:pPr eaLnBrk="0" hangingPunct="0"/>
              <a:endParaRPr lang="zh-CN" altLang="en-US" b="1">
                <a:solidFill>
                  <a:srgbClr val="0000CC"/>
                </a:solidFill>
                <a:ea typeface="黑体" panose="02010609060101010101" pitchFamily="49" charset="-122"/>
              </a:endParaRPr>
            </a:p>
          </p:txBody>
        </p:sp>
        <p:sp>
          <p:nvSpPr>
            <p:cNvPr id="1049702" name="Oval 103"/>
            <p:cNvSpPr>
              <a:spLocks noChangeArrowheads="1"/>
            </p:cNvSpPr>
            <p:nvPr/>
          </p:nvSpPr>
          <p:spPr bwMode="auto">
            <a:xfrm rot="-1860000">
              <a:off x="2984" y="310"/>
              <a:ext cx="295" cy="156"/>
            </a:xfrm>
            <a:prstGeom prst="ellipse">
              <a:avLst/>
            </a:prstGeom>
            <a:solidFill>
              <a:srgbClr val="EAEAEA"/>
            </a:solidFill>
            <a:ln w="12700">
              <a:solidFill>
                <a:schemeClr val="tx1"/>
              </a:solidFill>
              <a:round/>
              <a:headEnd/>
              <a:tailEnd/>
            </a:ln>
          </p:spPr>
          <p:txBody>
            <a:bodyPr wrap="none" anchor="ctr"/>
            <a:lstStyle/>
            <a:p>
              <a:pPr eaLnBrk="0" hangingPunct="0"/>
              <a:endParaRPr lang="zh-CN" altLang="en-US" b="1">
                <a:solidFill>
                  <a:srgbClr val="0000CC"/>
                </a:solidFill>
                <a:ea typeface="黑体" panose="02010609060101010101" pitchFamily="49" charset="-122"/>
              </a:endParaRPr>
            </a:p>
          </p:txBody>
        </p:sp>
        <p:sp>
          <p:nvSpPr>
            <p:cNvPr id="1049703" name="Freeform 104"/>
            <p:cNvSpPr>
              <a:spLocks noChangeArrowheads="1"/>
            </p:cNvSpPr>
            <p:nvPr/>
          </p:nvSpPr>
          <p:spPr bwMode="auto">
            <a:xfrm>
              <a:off x="3051" y="300"/>
              <a:ext cx="738" cy="407"/>
            </a:xfrm>
            <a:custGeom>
              <a:avLst/>
              <a:gdLst>
                <a:gd name="T0" fmla="*/ 108 w 738"/>
                <a:gd name="T1" fmla="*/ 82 h 407"/>
                <a:gd name="T2" fmla="*/ 145 w 738"/>
                <a:gd name="T3" fmla="*/ 77 h 407"/>
                <a:gd name="T4" fmla="*/ 183 w 738"/>
                <a:gd name="T5" fmla="*/ 72 h 407"/>
                <a:gd name="T6" fmla="*/ 215 w 738"/>
                <a:gd name="T7" fmla="*/ 67 h 407"/>
                <a:gd name="T8" fmla="*/ 237 w 738"/>
                <a:gd name="T9" fmla="*/ 46 h 407"/>
                <a:gd name="T10" fmla="*/ 204 w 738"/>
                <a:gd name="T11" fmla="*/ 41 h 407"/>
                <a:gd name="T12" fmla="*/ 172 w 738"/>
                <a:gd name="T13" fmla="*/ 46 h 407"/>
                <a:gd name="T14" fmla="*/ 156 w 738"/>
                <a:gd name="T15" fmla="*/ 46 h 407"/>
                <a:gd name="T16" fmla="*/ 188 w 738"/>
                <a:gd name="T17" fmla="*/ 26 h 407"/>
                <a:gd name="T18" fmla="*/ 226 w 738"/>
                <a:gd name="T19" fmla="*/ 15 h 407"/>
                <a:gd name="T20" fmla="*/ 258 w 738"/>
                <a:gd name="T21" fmla="*/ 10 h 407"/>
                <a:gd name="T22" fmla="*/ 290 w 738"/>
                <a:gd name="T23" fmla="*/ 5 h 407"/>
                <a:gd name="T24" fmla="*/ 323 w 738"/>
                <a:gd name="T25" fmla="*/ 0 h 407"/>
                <a:gd name="T26" fmla="*/ 355 w 738"/>
                <a:gd name="T27" fmla="*/ 0 h 407"/>
                <a:gd name="T28" fmla="*/ 387 w 738"/>
                <a:gd name="T29" fmla="*/ 0 h 407"/>
                <a:gd name="T30" fmla="*/ 463 w 738"/>
                <a:gd name="T31" fmla="*/ 0 h 407"/>
                <a:gd name="T32" fmla="*/ 506 w 738"/>
                <a:gd name="T33" fmla="*/ 0 h 407"/>
                <a:gd name="T34" fmla="*/ 543 w 738"/>
                <a:gd name="T35" fmla="*/ 15 h 407"/>
                <a:gd name="T36" fmla="*/ 570 w 738"/>
                <a:gd name="T37" fmla="*/ 36 h 407"/>
                <a:gd name="T38" fmla="*/ 603 w 738"/>
                <a:gd name="T39" fmla="*/ 51 h 407"/>
                <a:gd name="T40" fmla="*/ 635 w 738"/>
                <a:gd name="T41" fmla="*/ 57 h 407"/>
                <a:gd name="T42" fmla="*/ 667 w 738"/>
                <a:gd name="T43" fmla="*/ 77 h 407"/>
                <a:gd name="T44" fmla="*/ 694 w 738"/>
                <a:gd name="T45" fmla="*/ 98 h 407"/>
                <a:gd name="T46" fmla="*/ 715 w 738"/>
                <a:gd name="T47" fmla="*/ 128 h 407"/>
                <a:gd name="T48" fmla="*/ 721 w 738"/>
                <a:gd name="T49" fmla="*/ 164 h 407"/>
                <a:gd name="T50" fmla="*/ 726 w 738"/>
                <a:gd name="T51" fmla="*/ 195 h 407"/>
                <a:gd name="T52" fmla="*/ 726 w 738"/>
                <a:gd name="T53" fmla="*/ 226 h 407"/>
                <a:gd name="T54" fmla="*/ 726 w 738"/>
                <a:gd name="T55" fmla="*/ 257 h 407"/>
                <a:gd name="T56" fmla="*/ 737 w 738"/>
                <a:gd name="T57" fmla="*/ 288 h 407"/>
                <a:gd name="T58" fmla="*/ 737 w 738"/>
                <a:gd name="T59" fmla="*/ 319 h 407"/>
                <a:gd name="T60" fmla="*/ 715 w 738"/>
                <a:gd name="T61" fmla="*/ 349 h 407"/>
                <a:gd name="T62" fmla="*/ 678 w 738"/>
                <a:gd name="T63" fmla="*/ 365 h 407"/>
                <a:gd name="T64" fmla="*/ 646 w 738"/>
                <a:gd name="T65" fmla="*/ 380 h 407"/>
                <a:gd name="T66" fmla="*/ 613 w 738"/>
                <a:gd name="T67" fmla="*/ 396 h 407"/>
                <a:gd name="T68" fmla="*/ 581 w 738"/>
                <a:gd name="T69" fmla="*/ 401 h 407"/>
                <a:gd name="T70" fmla="*/ 538 w 738"/>
                <a:gd name="T71" fmla="*/ 406 h 407"/>
                <a:gd name="T72" fmla="*/ 500 w 738"/>
                <a:gd name="T73" fmla="*/ 406 h 407"/>
                <a:gd name="T74" fmla="*/ 468 w 738"/>
                <a:gd name="T75" fmla="*/ 406 h 407"/>
                <a:gd name="T76" fmla="*/ 436 w 738"/>
                <a:gd name="T77" fmla="*/ 406 h 407"/>
                <a:gd name="T78" fmla="*/ 403 w 738"/>
                <a:gd name="T79" fmla="*/ 406 h 407"/>
                <a:gd name="T80" fmla="*/ 371 w 738"/>
                <a:gd name="T81" fmla="*/ 406 h 407"/>
                <a:gd name="T82" fmla="*/ 339 w 738"/>
                <a:gd name="T83" fmla="*/ 406 h 407"/>
                <a:gd name="T84" fmla="*/ 307 w 738"/>
                <a:gd name="T85" fmla="*/ 406 h 407"/>
                <a:gd name="T86" fmla="*/ 269 w 738"/>
                <a:gd name="T87" fmla="*/ 406 h 407"/>
                <a:gd name="T88" fmla="*/ 237 w 738"/>
                <a:gd name="T89" fmla="*/ 406 h 407"/>
                <a:gd name="T90" fmla="*/ 204 w 738"/>
                <a:gd name="T91" fmla="*/ 406 h 407"/>
                <a:gd name="T92" fmla="*/ 172 w 738"/>
                <a:gd name="T93" fmla="*/ 391 h 407"/>
                <a:gd name="T94" fmla="*/ 140 w 738"/>
                <a:gd name="T95" fmla="*/ 380 h 407"/>
                <a:gd name="T96" fmla="*/ 108 w 738"/>
                <a:gd name="T97" fmla="*/ 365 h 407"/>
                <a:gd name="T98" fmla="*/ 81 w 738"/>
                <a:gd name="T99" fmla="*/ 339 h 407"/>
                <a:gd name="T100" fmla="*/ 59 w 738"/>
                <a:gd name="T101" fmla="*/ 319 h 407"/>
                <a:gd name="T102" fmla="*/ 38 w 738"/>
                <a:gd name="T103" fmla="*/ 288 h 407"/>
                <a:gd name="T104" fmla="*/ 16 w 738"/>
                <a:gd name="T105" fmla="*/ 252 h 407"/>
                <a:gd name="T106" fmla="*/ 0 w 738"/>
                <a:gd name="T107" fmla="*/ 216 h 407"/>
                <a:gd name="T108" fmla="*/ 0 w 738"/>
                <a:gd name="T109" fmla="*/ 185 h 407"/>
                <a:gd name="T110" fmla="*/ 5 w 738"/>
                <a:gd name="T111" fmla="*/ 149 h 407"/>
                <a:gd name="T112" fmla="*/ 27 w 738"/>
                <a:gd name="T113" fmla="*/ 123 h 407"/>
                <a:gd name="T114" fmla="*/ 54 w 738"/>
                <a:gd name="T115" fmla="*/ 108 h 407"/>
                <a:gd name="T116" fmla="*/ 86 w 738"/>
                <a:gd name="T117" fmla="*/ 98 h 407"/>
                <a:gd name="T118" fmla="*/ 113 w 738"/>
                <a:gd name="T119" fmla="*/ 82 h 407"/>
                <a:gd name="T120" fmla="*/ 129 w 738"/>
                <a:gd name="T121" fmla="*/ 98 h 40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Lst>
              <a:rect l="0" t="0" r="r" b="b"/>
              <a:pathLst>
                <a:path w="738" h="407">
                  <a:moveTo>
                    <a:pt x="91" y="82"/>
                  </a:moveTo>
                  <a:lnTo>
                    <a:pt x="108" y="82"/>
                  </a:lnTo>
                  <a:lnTo>
                    <a:pt x="124" y="82"/>
                  </a:lnTo>
                  <a:lnTo>
                    <a:pt x="145" y="77"/>
                  </a:lnTo>
                  <a:lnTo>
                    <a:pt x="161" y="77"/>
                  </a:lnTo>
                  <a:lnTo>
                    <a:pt x="183" y="72"/>
                  </a:lnTo>
                  <a:lnTo>
                    <a:pt x="199" y="72"/>
                  </a:lnTo>
                  <a:lnTo>
                    <a:pt x="215" y="67"/>
                  </a:lnTo>
                  <a:lnTo>
                    <a:pt x="231" y="62"/>
                  </a:lnTo>
                  <a:lnTo>
                    <a:pt x="237" y="46"/>
                  </a:lnTo>
                  <a:lnTo>
                    <a:pt x="221" y="41"/>
                  </a:lnTo>
                  <a:lnTo>
                    <a:pt x="204" y="41"/>
                  </a:lnTo>
                  <a:lnTo>
                    <a:pt x="188" y="46"/>
                  </a:lnTo>
                  <a:lnTo>
                    <a:pt x="172" y="46"/>
                  </a:lnTo>
                  <a:lnTo>
                    <a:pt x="156" y="62"/>
                  </a:lnTo>
                  <a:lnTo>
                    <a:pt x="156" y="46"/>
                  </a:lnTo>
                  <a:lnTo>
                    <a:pt x="172" y="36"/>
                  </a:lnTo>
                  <a:lnTo>
                    <a:pt x="188" y="26"/>
                  </a:lnTo>
                  <a:lnTo>
                    <a:pt x="210" y="21"/>
                  </a:lnTo>
                  <a:lnTo>
                    <a:pt x="226" y="15"/>
                  </a:lnTo>
                  <a:lnTo>
                    <a:pt x="242" y="15"/>
                  </a:lnTo>
                  <a:lnTo>
                    <a:pt x="258" y="10"/>
                  </a:lnTo>
                  <a:lnTo>
                    <a:pt x="274" y="10"/>
                  </a:lnTo>
                  <a:lnTo>
                    <a:pt x="290" y="5"/>
                  </a:lnTo>
                  <a:lnTo>
                    <a:pt x="307" y="5"/>
                  </a:lnTo>
                  <a:lnTo>
                    <a:pt x="323" y="0"/>
                  </a:lnTo>
                  <a:lnTo>
                    <a:pt x="339" y="0"/>
                  </a:lnTo>
                  <a:lnTo>
                    <a:pt x="355" y="0"/>
                  </a:lnTo>
                  <a:lnTo>
                    <a:pt x="371" y="0"/>
                  </a:lnTo>
                  <a:lnTo>
                    <a:pt x="387" y="0"/>
                  </a:lnTo>
                  <a:lnTo>
                    <a:pt x="420" y="0"/>
                  </a:lnTo>
                  <a:lnTo>
                    <a:pt x="463" y="0"/>
                  </a:lnTo>
                  <a:lnTo>
                    <a:pt x="484" y="0"/>
                  </a:lnTo>
                  <a:lnTo>
                    <a:pt x="506" y="0"/>
                  </a:lnTo>
                  <a:lnTo>
                    <a:pt x="527" y="5"/>
                  </a:lnTo>
                  <a:lnTo>
                    <a:pt x="543" y="15"/>
                  </a:lnTo>
                  <a:lnTo>
                    <a:pt x="554" y="31"/>
                  </a:lnTo>
                  <a:lnTo>
                    <a:pt x="570" y="36"/>
                  </a:lnTo>
                  <a:lnTo>
                    <a:pt x="586" y="46"/>
                  </a:lnTo>
                  <a:lnTo>
                    <a:pt x="603" y="51"/>
                  </a:lnTo>
                  <a:lnTo>
                    <a:pt x="619" y="51"/>
                  </a:lnTo>
                  <a:lnTo>
                    <a:pt x="635" y="57"/>
                  </a:lnTo>
                  <a:lnTo>
                    <a:pt x="651" y="67"/>
                  </a:lnTo>
                  <a:lnTo>
                    <a:pt x="667" y="77"/>
                  </a:lnTo>
                  <a:lnTo>
                    <a:pt x="678" y="93"/>
                  </a:lnTo>
                  <a:lnTo>
                    <a:pt x="694" y="98"/>
                  </a:lnTo>
                  <a:lnTo>
                    <a:pt x="699" y="113"/>
                  </a:lnTo>
                  <a:lnTo>
                    <a:pt x="715" y="128"/>
                  </a:lnTo>
                  <a:lnTo>
                    <a:pt x="721" y="149"/>
                  </a:lnTo>
                  <a:lnTo>
                    <a:pt x="721" y="164"/>
                  </a:lnTo>
                  <a:lnTo>
                    <a:pt x="726" y="180"/>
                  </a:lnTo>
                  <a:lnTo>
                    <a:pt x="726" y="195"/>
                  </a:lnTo>
                  <a:lnTo>
                    <a:pt x="726" y="211"/>
                  </a:lnTo>
                  <a:lnTo>
                    <a:pt x="726" y="226"/>
                  </a:lnTo>
                  <a:lnTo>
                    <a:pt x="726" y="242"/>
                  </a:lnTo>
                  <a:lnTo>
                    <a:pt x="726" y="257"/>
                  </a:lnTo>
                  <a:lnTo>
                    <a:pt x="737" y="272"/>
                  </a:lnTo>
                  <a:lnTo>
                    <a:pt x="737" y="288"/>
                  </a:lnTo>
                  <a:lnTo>
                    <a:pt x="737" y="303"/>
                  </a:lnTo>
                  <a:lnTo>
                    <a:pt x="737" y="319"/>
                  </a:lnTo>
                  <a:lnTo>
                    <a:pt x="732" y="334"/>
                  </a:lnTo>
                  <a:lnTo>
                    <a:pt x="715" y="349"/>
                  </a:lnTo>
                  <a:lnTo>
                    <a:pt x="694" y="360"/>
                  </a:lnTo>
                  <a:lnTo>
                    <a:pt x="678" y="365"/>
                  </a:lnTo>
                  <a:lnTo>
                    <a:pt x="662" y="375"/>
                  </a:lnTo>
                  <a:lnTo>
                    <a:pt x="646" y="380"/>
                  </a:lnTo>
                  <a:lnTo>
                    <a:pt x="629" y="385"/>
                  </a:lnTo>
                  <a:lnTo>
                    <a:pt x="613" y="396"/>
                  </a:lnTo>
                  <a:lnTo>
                    <a:pt x="597" y="401"/>
                  </a:lnTo>
                  <a:lnTo>
                    <a:pt x="581" y="401"/>
                  </a:lnTo>
                  <a:lnTo>
                    <a:pt x="559" y="406"/>
                  </a:lnTo>
                  <a:lnTo>
                    <a:pt x="538" y="406"/>
                  </a:lnTo>
                  <a:lnTo>
                    <a:pt x="522" y="406"/>
                  </a:lnTo>
                  <a:lnTo>
                    <a:pt x="500" y="406"/>
                  </a:lnTo>
                  <a:lnTo>
                    <a:pt x="484" y="406"/>
                  </a:lnTo>
                  <a:lnTo>
                    <a:pt x="468" y="406"/>
                  </a:lnTo>
                  <a:lnTo>
                    <a:pt x="452" y="406"/>
                  </a:lnTo>
                  <a:lnTo>
                    <a:pt x="436" y="406"/>
                  </a:lnTo>
                  <a:lnTo>
                    <a:pt x="420" y="406"/>
                  </a:lnTo>
                  <a:lnTo>
                    <a:pt x="403" y="406"/>
                  </a:lnTo>
                  <a:lnTo>
                    <a:pt x="387" y="406"/>
                  </a:lnTo>
                  <a:lnTo>
                    <a:pt x="371" y="406"/>
                  </a:lnTo>
                  <a:lnTo>
                    <a:pt x="355" y="406"/>
                  </a:lnTo>
                  <a:lnTo>
                    <a:pt x="339" y="406"/>
                  </a:lnTo>
                  <a:lnTo>
                    <a:pt x="323" y="406"/>
                  </a:lnTo>
                  <a:lnTo>
                    <a:pt x="307" y="406"/>
                  </a:lnTo>
                  <a:lnTo>
                    <a:pt x="285" y="406"/>
                  </a:lnTo>
                  <a:lnTo>
                    <a:pt x="269" y="406"/>
                  </a:lnTo>
                  <a:lnTo>
                    <a:pt x="253" y="406"/>
                  </a:lnTo>
                  <a:lnTo>
                    <a:pt x="237" y="406"/>
                  </a:lnTo>
                  <a:lnTo>
                    <a:pt x="221" y="406"/>
                  </a:lnTo>
                  <a:lnTo>
                    <a:pt x="204" y="406"/>
                  </a:lnTo>
                  <a:lnTo>
                    <a:pt x="188" y="396"/>
                  </a:lnTo>
                  <a:lnTo>
                    <a:pt x="172" y="391"/>
                  </a:lnTo>
                  <a:lnTo>
                    <a:pt x="156" y="385"/>
                  </a:lnTo>
                  <a:lnTo>
                    <a:pt x="140" y="380"/>
                  </a:lnTo>
                  <a:lnTo>
                    <a:pt x="124" y="375"/>
                  </a:lnTo>
                  <a:lnTo>
                    <a:pt x="108" y="365"/>
                  </a:lnTo>
                  <a:lnTo>
                    <a:pt x="91" y="355"/>
                  </a:lnTo>
                  <a:lnTo>
                    <a:pt x="81" y="339"/>
                  </a:lnTo>
                  <a:lnTo>
                    <a:pt x="65" y="334"/>
                  </a:lnTo>
                  <a:lnTo>
                    <a:pt x="59" y="319"/>
                  </a:lnTo>
                  <a:lnTo>
                    <a:pt x="43" y="303"/>
                  </a:lnTo>
                  <a:lnTo>
                    <a:pt x="38" y="288"/>
                  </a:lnTo>
                  <a:lnTo>
                    <a:pt x="22" y="272"/>
                  </a:lnTo>
                  <a:lnTo>
                    <a:pt x="16" y="252"/>
                  </a:lnTo>
                  <a:lnTo>
                    <a:pt x="5" y="231"/>
                  </a:lnTo>
                  <a:lnTo>
                    <a:pt x="0" y="216"/>
                  </a:lnTo>
                  <a:lnTo>
                    <a:pt x="0" y="200"/>
                  </a:lnTo>
                  <a:lnTo>
                    <a:pt x="0" y="185"/>
                  </a:lnTo>
                  <a:lnTo>
                    <a:pt x="0" y="170"/>
                  </a:lnTo>
                  <a:lnTo>
                    <a:pt x="5" y="149"/>
                  </a:lnTo>
                  <a:lnTo>
                    <a:pt x="11" y="134"/>
                  </a:lnTo>
                  <a:lnTo>
                    <a:pt x="27" y="123"/>
                  </a:lnTo>
                  <a:lnTo>
                    <a:pt x="38" y="108"/>
                  </a:lnTo>
                  <a:lnTo>
                    <a:pt x="54" y="108"/>
                  </a:lnTo>
                  <a:lnTo>
                    <a:pt x="70" y="103"/>
                  </a:lnTo>
                  <a:lnTo>
                    <a:pt x="86" y="98"/>
                  </a:lnTo>
                  <a:lnTo>
                    <a:pt x="102" y="98"/>
                  </a:lnTo>
                  <a:lnTo>
                    <a:pt x="113" y="82"/>
                  </a:lnTo>
                  <a:lnTo>
                    <a:pt x="113" y="67"/>
                  </a:lnTo>
                  <a:lnTo>
                    <a:pt x="129" y="98"/>
                  </a:lnTo>
                </a:path>
              </a:pathLst>
            </a:custGeom>
            <a:solidFill>
              <a:srgbClr val="EAEAEA"/>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CC"/>
                </a:solidFill>
                <a:ea typeface="黑体" panose="02010609060101010101" pitchFamily="49" charset="-122"/>
              </a:endParaRPr>
            </a:p>
          </p:txBody>
        </p:sp>
        <p:sp>
          <p:nvSpPr>
            <p:cNvPr id="1049704" name="Freeform 105"/>
            <p:cNvSpPr>
              <a:spLocks noChangeArrowheads="1"/>
            </p:cNvSpPr>
            <p:nvPr/>
          </p:nvSpPr>
          <p:spPr bwMode="auto">
            <a:xfrm>
              <a:off x="3193" y="270"/>
              <a:ext cx="117" cy="118"/>
            </a:xfrm>
            <a:custGeom>
              <a:avLst/>
              <a:gdLst>
                <a:gd name="T0" fmla="*/ 5 w 117"/>
                <a:gd name="T1" fmla="*/ 66 h 118"/>
                <a:gd name="T2" fmla="*/ 0 w 117"/>
                <a:gd name="T3" fmla="*/ 51 h 118"/>
                <a:gd name="T4" fmla="*/ 0 w 117"/>
                <a:gd name="T5" fmla="*/ 36 h 118"/>
                <a:gd name="T6" fmla="*/ 16 w 117"/>
                <a:gd name="T7" fmla="*/ 25 h 118"/>
                <a:gd name="T8" fmla="*/ 32 w 117"/>
                <a:gd name="T9" fmla="*/ 15 h 118"/>
                <a:gd name="T10" fmla="*/ 47 w 117"/>
                <a:gd name="T11" fmla="*/ 0 h 118"/>
                <a:gd name="T12" fmla="*/ 63 w 117"/>
                <a:gd name="T13" fmla="*/ 0 h 118"/>
                <a:gd name="T14" fmla="*/ 79 w 117"/>
                <a:gd name="T15" fmla="*/ 0 h 118"/>
                <a:gd name="T16" fmla="*/ 84 w 117"/>
                <a:gd name="T17" fmla="*/ 15 h 118"/>
                <a:gd name="T18" fmla="*/ 95 w 117"/>
                <a:gd name="T19" fmla="*/ 31 h 118"/>
                <a:gd name="T20" fmla="*/ 105 w 117"/>
                <a:gd name="T21" fmla="*/ 46 h 118"/>
                <a:gd name="T22" fmla="*/ 111 w 117"/>
                <a:gd name="T23" fmla="*/ 61 h 118"/>
                <a:gd name="T24" fmla="*/ 116 w 117"/>
                <a:gd name="T25" fmla="*/ 76 h 118"/>
                <a:gd name="T26" fmla="*/ 116 w 117"/>
                <a:gd name="T27" fmla="*/ 92 h 118"/>
                <a:gd name="T28" fmla="*/ 116 w 117"/>
                <a:gd name="T29" fmla="*/ 107 h 118"/>
                <a:gd name="T30" fmla="*/ 100 w 117"/>
                <a:gd name="T31" fmla="*/ 117 h 118"/>
                <a:gd name="T32" fmla="*/ 84 w 117"/>
                <a:gd name="T33" fmla="*/ 117 h 118"/>
                <a:gd name="T34" fmla="*/ 69 w 117"/>
                <a:gd name="T35" fmla="*/ 117 h 118"/>
                <a:gd name="T36" fmla="*/ 53 w 117"/>
                <a:gd name="T37" fmla="*/ 117 h 118"/>
                <a:gd name="T38" fmla="*/ 37 w 117"/>
                <a:gd name="T39" fmla="*/ 112 h 118"/>
                <a:gd name="T40" fmla="*/ 21 w 117"/>
                <a:gd name="T41" fmla="*/ 102 h 118"/>
                <a:gd name="T42" fmla="*/ 11 w 117"/>
                <a:gd name="T43" fmla="*/ 86 h 118"/>
                <a:gd name="T44" fmla="*/ 5 w 117"/>
                <a:gd name="T45" fmla="*/ 71 h 118"/>
                <a:gd name="T46" fmla="*/ 5 w 117"/>
                <a:gd name="T47" fmla="*/ 66 h 1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117" h="118">
                  <a:moveTo>
                    <a:pt x="5" y="66"/>
                  </a:moveTo>
                  <a:lnTo>
                    <a:pt x="0" y="51"/>
                  </a:lnTo>
                  <a:lnTo>
                    <a:pt x="0" y="36"/>
                  </a:lnTo>
                  <a:lnTo>
                    <a:pt x="16" y="25"/>
                  </a:lnTo>
                  <a:lnTo>
                    <a:pt x="32" y="15"/>
                  </a:lnTo>
                  <a:lnTo>
                    <a:pt x="47" y="0"/>
                  </a:lnTo>
                  <a:lnTo>
                    <a:pt x="63" y="0"/>
                  </a:lnTo>
                  <a:lnTo>
                    <a:pt x="79" y="0"/>
                  </a:lnTo>
                  <a:lnTo>
                    <a:pt x="84" y="15"/>
                  </a:lnTo>
                  <a:lnTo>
                    <a:pt x="95" y="31"/>
                  </a:lnTo>
                  <a:lnTo>
                    <a:pt x="105" y="46"/>
                  </a:lnTo>
                  <a:lnTo>
                    <a:pt x="111" y="61"/>
                  </a:lnTo>
                  <a:lnTo>
                    <a:pt x="116" y="76"/>
                  </a:lnTo>
                  <a:lnTo>
                    <a:pt x="116" y="92"/>
                  </a:lnTo>
                  <a:lnTo>
                    <a:pt x="116" y="107"/>
                  </a:lnTo>
                  <a:lnTo>
                    <a:pt x="100" y="117"/>
                  </a:lnTo>
                  <a:lnTo>
                    <a:pt x="84" y="117"/>
                  </a:lnTo>
                  <a:lnTo>
                    <a:pt x="69" y="117"/>
                  </a:lnTo>
                  <a:lnTo>
                    <a:pt x="53" y="117"/>
                  </a:lnTo>
                  <a:lnTo>
                    <a:pt x="37" y="112"/>
                  </a:lnTo>
                  <a:lnTo>
                    <a:pt x="21" y="102"/>
                  </a:lnTo>
                  <a:lnTo>
                    <a:pt x="11" y="86"/>
                  </a:lnTo>
                  <a:lnTo>
                    <a:pt x="5" y="71"/>
                  </a:lnTo>
                  <a:lnTo>
                    <a:pt x="5" y="66"/>
                  </a:lnTo>
                </a:path>
              </a:pathLst>
            </a:custGeom>
            <a:solidFill>
              <a:srgbClr val="EAEAEA"/>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CC"/>
                </a:solidFill>
                <a:ea typeface="黑体" panose="02010609060101010101" pitchFamily="49" charset="-122"/>
              </a:endParaRPr>
            </a:p>
          </p:txBody>
        </p:sp>
        <p:sp>
          <p:nvSpPr>
            <p:cNvPr id="1049705" name="Freeform 106"/>
            <p:cNvSpPr>
              <a:spLocks noChangeArrowheads="1"/>
            </p:cNvSpPr>
            <p:nvPr/>
          </p:nvSpPr>
          <p:spPr bwMode="auto">
            <a:xfrm>
              <a:off x="3469" y="239"/>
              <a:ext cx="82" cy="87"/>
            </a:xfrm>
            <a:custGeom>
              <a:avLst/>
              <a:gdLst>
                <a:gd name="T0" fmla="*/ 0 w 82"/>
                <a:gd name="T1" fmla="*/ 0 h 87"/>
                <a:gd name="T2" fmla="*/ 16 w 82"/>
                <a:gd name="T3" fmla="*/ 10 h 87"/>
                <a:gd name="T4" fmla="*/ 32 w 82"/>
                <a:gd name="T5" fmla="*/ 20 h 87"/>
                <a:gd name="T6" fmla="*/ 49 w 82"/>
                <a:gd name="T7" fmla="*/ 20 h 87"/>
                <a:gd name="T8" fmla="*/ 65 w 82"/>
                <a:gd name="T9" fmla="*/ 30 h 87"/>
                <a:gd name="T10" fmla="*/ 76 w 82"/>
                <a:gd name="T11" fmla="*/ 46 h 87"/>
                <a:gd name="T12" fmla="*/ 81 w 82"/>
                <a:gd name="T13" fmla="*/ 61 h 87"/>
                <a:gd name="T14" fmla="*/ 81 w 82"/>
                <a:gd name="T15" fmla="*/ 76 h 87"/>
                <a:gd name="T16" fmla="*/ 65 w 82"/>
                <a:gd name="T17" fmla="*/ 86 h 87"/>
                <a:gd name="T18" fmla="*/ 49 w 82"/>
                <a:gd name="T19" fmla="*/ 86 h 87"/>
                <a:gd name="T20" fmla="*/ 27 w 82"/>
                <a:gd name="T21" fmla="*/ 81 h 87"/>
                <a:gd name="T22" fmla="*/ 11 w 82"/>
                <a:gd name="T23" fmla="*/ 71 h 87"/>
                <a:gd name="T24" fmla="*/ 5 w 82"/>
                <a:gd name="T25" fmla="*/ 56 h 87"/>
                <a:gd name="T26" fmla="*/ 0 w 82"/>
                <a:gd name="T27" fmla="*/ 40 h 87"/>
                <a:gd name="T28" fmla="*/ 0 w 82"/>
                <a:gd name="T29" fmla="*/ 25 h 87"/>
                <a:gd name="T30" fmla="*/ 11 w 82"/>
                <a:gd name="T31" fmla="*/ 10 h 87"/>
                <a:gd name="T32" fmla="*/ 0 w 82"/>
                <a:gd name="T33" fmla="*/ 0 h 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82" h="87">
                  <a:moveTo>
                    <a:pt x="0" y="0"/>
                  </a:moveTo>
                  <a:lnTo>
                    <a:pt x="16" y="10"/>
                  </a:lnTo>
                  <a:lnTo>
                    <a:pt x="32" y="20"/>
                  </a:lnTo>
                  <a:lnTo>
                    <a:pt x="49" y="20"/>
                  </a:lnTo>
                  <a:lnTo>
                    <a:pt x="65" y="30"/>
                  </a:lnTo>
                  <a:lnTo>
                    <a:pt x="76" y="46"/>
                  </a:lnTo>
                  <a:lnTo>
                    <a:pt x="81" y="61"/>
                  </a:lnTo>
                  <a:lnTo>
                    <a:pt x="81" y="76"/>
                  </a:lnTo>
                  <a:lnTo>
                    <a:pt x="65" y="86"/>
                  </a:lnTo>
                  <a:lnTo>
                    <a:pt x="49" y="86"/>
                  </a:lnTo>
                  <a:lnTo>
                    <a:pt x="27" y="81"/>
                  </a:lnTo>
                  <a:lnTo>
                    <a:pt x="11" y="71"/>
                  </a:lnTo>
                  <a:lnTo>
                    <a:pt x="5" y="56"/>
                  </a:lnTo>
                  <a:lnTo>
                    <a:pt x="0" y="40"/>
                  </a:lnTo>
                  <a:lnTo>
                    <a:pt x="0" y="25"/>
                  </a:lnTo>
                  <a:lnTo>
                    <a:pt x="11" y="10"/>
                  </a:lnTo>
                  <a:lnTo>
                    <a:pt x="0" y="0"/>
                  </a:lnTo>
                </a:path>
              </a:pathLst>
            </a:custGeom>
            <a:solidFill>
              <a:srgbClr val="EAEAEA"/>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CC"/>
                </a:solidFill>
                <a:ea typeface="黑体" panose="02010609060101010101" pitchFamily="49" charset="-122"/>
              </a:endParaRPr>
            </a:p>
          </p:txBody>
        </p:sp>
      </p:grpSp>
      <p:sp>
        <p:nvSpPr>
          <p:cNvPr id="1049706" name="Text Box 107"/>
          <p:cNvSpPr txBox="1">
            <a:spLocks noChangeArrowheads="1"/>
          </p:cNvSpPr>
          <p:nvPr/>
        </p:nvSpPr>
        <p:spPr bwMode="auto">
          <a:xfrm>
            <a:off x="9067800" y="2932113"/>
            <a:ext cx="465138"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en-US" altLang="zh-CN" sz="2000" b="1">
                <a:solidFill>
                  <a:srgbClr val="0000CC"/>
                </a:solidFill>
                <a:ea typeface="黑体" panose="02010609060101010101" pitchFamily="49" charset="-122"/>
              </a:rPr>
              <a:t>R</a:t>
            </a:r>
            <a:r>
              <a:rPr lang="en-US" altLang="zh-CN" sz="2000" b="1" baseline="-25000">
                <a:solidFill>
                  <a:srgbClr val="0000CC"/>
                </a:solidFill>
                <a:ea typeface="黑体" panose="02010609060101010101" pitchFamily="49" charset="-122"/>
              </a:rPr>
              <a:t>9</a:t>
            </a:r>
          </a:p>
        </p:txBody>
      </p:sp>
      <p:sp>
        <p:nvSpPr>
          <p:cNvPr id="1049707" name="Text Box 108"/>
          <p:cNvSpPr txBox="1">
            <a:spLocks noChangeArrowheads="1"/>
          </p:cNvSpPr>
          <p:nvPr/>
        </p:nvSpPr>
        <p:spPr bwMode="auto">
          <a:xfrm>
            <a:off x="6462713" y="2749550"/>
            <a:ext cx="465137"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en-US" altLang="zh-CN" sz="2000" b="1">
                <a:solidFill>
                  <a:srgbClr val="0000CC"/>
                </a:solidFill>
                <a:ea typeface="黑体" panose="02010609060101010101" pitchFamily="49" charset="-122"/>
              </a:rPr>
              <a:t>R</a:t>
            </a:r>
            <a:r>
              <a:rPr lang="en-US" altLang="zh-CN" sz="2000" b="1" baseline="-25000">
                <a:solidFill>
                  <a:srgbClr val="0000CC"/>
                </a:solidFill>
                <a:ea typeface="黑体" panose="02010609060101010101" pitchFamily="49" charset="-122"/>
              </a:rPr>
              <a:t>7</a:t>
            </a:r>
          </a:p>
        </p:txBody>
      </p:sp>
      <p:sp>
        <p:nvSpPr>
          <p:cNvPr id="1049708" name="Text Box 109"/>
          <p:cNvSpPr txBox="1">
            <a:spLocks noChangeArrowheads="1"/>
          </p:cNvSpPr>
          <p:nvPr/>
        </p:nvSpPr>
        <p:spPr bwMode="auto">
          <a:xfrm>
            <a:off x="5778500" y="2419350"/>
            <a:ext cx="465138"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en-US" altLang="zh-CN" sz="2000" b="1">
                <a:solidFill>
                  <a:srgbClr val="0000CC"/>
                </a:solidFill>
                <a:ea typeface="黑体" panose="02010609060101010101" pitchFamily="49" charset="-122"/>
              </a:rPr>
              <a:t>R</a:t>
            </a:r>
            <a:r>
              <a:rPr lang="en-US" altLang="zh-CN" sz="2000" b="1" baseline="-25000">
                <a:solidFill>
                  <a:srgbClr val="0000CC"/>
                </a:solidFill>
                <a:ea typeface="黑体" panose="02010609060101010101" pitchFamily="49" charset="-122"/>
              </a:rPr>
              <a:t>6</a:t>
            </a:r>
          </a:p>
        </p:txBody>
      </p:sp>
      <p:sp>
        <p:nvSpPr>
          <p:cNvPr id="1049709" name="Text Box 110"/>
          <p:cNvSpPr txBox="1">
            <a:spLocks noChangeArrowheads="1"/>
          </p:cNvSpPr>
          <p:nvPr/>
        </p:nvSpPr>
        <p:spPr bwMode="auto">
          <a:xfrm>
            <a:off x="5159375" y="2871788"/>
            <a:ext cx="465138"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en-US" altLang="zh-CN" sz="2000" b="1">
                <a:solidFill>
                  <a:srgbClr val="0000CC"/>
                </a:solidFill>
                <a:ea typeface="黑体" panose="02010609060101010101" pitchFamily="49" charset="-122"/>
              </a:rPr>
              <a:t>R</a:t>
            </a:r>
            <a:r>
              <a:rPr lang="en-US" altLang="zh-CN" sz="2000" b="1" baseline="-25000">
                <a:solidFill>
                  <a:srgbClr val="0000CC"/>
                </a:solidFill>
                <a:ea typeface="黑体" panose="02010609060101010101" pitchFamily="49" charset="-122"/>
              </a:rPr>
              <a:t>5</a:t>
            </a:r>
          </a:p>
        </p:txBody>
      </p:sp>
      <p:sp>
        <p:nvSpPr>
          <p:cNvPr id="1049710" name="Text Box 111"/>
          <p:cNvSpPr txBox="1">
            <a:spLocks noChangeArrowheads="1"/>
          </p:cNvSpPr>
          <p:nvPr/>
        </p:nvSpPr>
        <p:spPr bwMode="auto">
          <a:xfrm>
            <a:off x="4873625" y="3429000"/>
            <a:ext cx="465138"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en-US" altLang="zh-CN" sz="2000" b="1">
                <a:solidFill>
                  <a:srgbClr val="0000CC"/>
                </a:solidFill>
                <a:ea typeface="黑体" panose="02010609060101010101" pitchFamily="49" charset="-122"/>
              </a:rPr>
              <a:t>R</a:t>
            </a:r>
            <a:r>
              <a:rPr lang="en-US" altLang="zh-CN" sz="2000" b="1" baseline="-25000">
                <a:solidFill>
                  <a:srgbClr val="0000CC"/>
                </a:solidFill>
                <a:ea typeface="黑体" panose="02010609060101010101" pitchFamily="49" charset="-122"/>
              </a:rPr>
              <a:t>4</a:t>
            </a:r>
          </a:p>
        </p:txBody>
      </p:sp>
      <p:sp>
        <p:nvSpPr>
          <p:cNvPr id="1049711" name="Text Box 112"/>
          <p:cNvSpPr txBox="1">
            <a:spLocks noChangeArrowheads="1"/>
          </p:cNvSpPr>
          <p:nvPr/>
        </p:nvSpPr>
        <p:spPr bwMode="auto">
          <a:xfrm>
            <a:off x="3505200" y="2554288"/>
            <a:ext cx="465138"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en-US" altLang="zh-CN" sz="2000" b="1">
                <a:solidFill>
                  <a:srgbClr val="0000CC"/>
                </a:solidFill>
                <a:ea typeface="黑体" panose="02010609060101010101" pitchFamily="49" charset="-122"/>
              </a:rPr>
              <a:t>R</a:t>
            </a:r>
            <a:r>
              <a:rPr lang="en-US" altLang="zh-CN" sz="2000" b="1" baseline="-25000">
                <a:solidFill>
                  <a:srgbClr val="0000CC"/>
                </a:solidFill>
                <a:ea typeface="黑体" panose="02010609060101010101" pitchFamily="49" charset="-122"/>
              </a:rPr>
              <a:t>3</a:t>
            </a:r>
          </a:p>
        </p:txBody>
      </p:sp>
      <p:sp>
        <p:nvSpPr>
          <p:cNvPr id="1049712" name="Text Box 113"/>
          <p:cNvSpPr txBox="1">
            <a:spLocks noChangeArrowheads="1"/>
          </p:cNvSpPr>
          <p:nvPr/>
        </p:nvSpPr>
        <p:spPr bwMode="auto">
          <a:xfrm>
            <a:off x="936625" y="3522663"/>
            <a:ext cx="465138"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en-US" altLang="zh-CN" sz="2000" b="1">
                <a:solidFill>
                  <a:srgbClr val="0000CC"/>
                </a:solidFill>
                <a:ea typeface="黑体" panose="02010609060101010101" pitchFamily="49" charset="-122"/>
              </a:rPr>
              <a:t>R</a:t>
            </a:r>
            <a:r>
              <a:rPr lang="en-US" altLang="zh-CN" sz="2000" b="1" baseline="-25000">
                <a:solidFill>
                  <a:srgbClr val="0000CC"/>
                </a:solidFill>
                <a:ea typeface="黑体" panose="02010609060101010101" pitchFamily="49" charset="-122"/>
              </a:rPr>
              <a:t>2</a:t>
            </a:r>
          </a:p>
        </p:txBody>
      </p:sp>
      <p:sp>
        <p:nvSpPr>
          <p:cNvPr id="1049713" name="Text Box 114"/>
          <p:cNvSpPr txBox="1">
            <a:spLocks noChangeArrowheads="1"/>
          </p:cNvSpPr>
          <p:nvPr/>
        </p:nvSpPr>
        <p:spPr bwMode="auto">
          <a:xfrm>
            <a:off x="1725613" y="2324100"/>
            <a:ext cx="465137"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en-US" altLang="zh-CN" sz="2000" b="1">
                <a:solidFill>
                  <a:srgbClr val="0000CC"/>
                </a:solidFill>
                <a:ea typeface="黑体" panose="02010609060101010101" pitchFamily="49" charset="-122"/>
              </a:rPr>
              <a:t>R</a:t>
            </a:r>
            <a:r>
              <a:rPr lang="en-US" altLang="zh-CN" sz="2000" b="1" baseline="-25000">
                <a:solidFill>
                  <a:srgbClr val="0000CC"/>
                </a:solidFill>
                <a:ea typeface="黑体" panose="02010609060101010101" pitchFamily="49" charset="-122"/>
              </a:rPr>
              <a:t>1</a:t>
            </a:r>
          </a:p>
        </p:txBody>
      </p:sp>
      <p:sp>
        <p:nvSpPr>
          <p:cNvPr id="1049714" name="Text Box 115"/>
          <p:cNvSpPr txBox="1">
            <a:spLocks noChangeArrowheads="1"/>
          </p:cNvSpPr>
          <p:nvPr/>
        </p:nvSpPr>
        <p:spPr bwMode="auto">
          <a:xfrm>
            <a:off x="8172450" y="4067175"/>
            <a:ext cx="617538"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zh-CN" altLang="en-US" sz="2000" b="1">
                <a:solidFill>
                  <a:srgbClr val="0000CC"/>
                </a:solidFill>
                <a:ea typeface="黑体" panose="02010609060101010101" pitchFamily="49" charset="-122"/>
              </a:rPr>
              <a:t>网</a:t>
            </a:r>
            <a:r>
              <a:rPr lang="zh-CN" altLang="en-US" sz="700" b="1">
                <a:solidFill>
                  <a:srgbClr val="0000CC"/>
                </a:solidFill>
                <a:ea typeface="黑体" panose="02010609060101010101" pitchFamily="49" charset="-122"/>
              </a:rPr>
              <a:t> </a:t>
            </a:r>
            <a:r>
              <a:rPr lang="en-US" altLang="zh-CN" sz="2000" b="1">
                <a:solidFill>
                  <a:srgbClr val="0000CC"/>
                </a:solidFill>
                <a:ea typeface="黑体" panose="02010609060101010101" pitchFamily="49" charset="-122"/>
              </a:rPr>
              <a:t>8</a:t>
            </a:r>
          </a:p>
        </p:txBody>
      </p:sp>
      <p:sp>
        <p:nvSpPr>
          <p:cNvPr id="1049715" name="Text Box 116"/>
          <p:cNvSpPr txBox="1">
            <a:spLocks noChangeArrowheads="1"/>
          </p:cNvSpPr>
          <p:nvPr/>
        </p:nvSpPr>
        <p:spPr bwMode="auto">
          <a:xfrm>
            <a:off x="8256588" y="2490788"/>
            <a:ext cx="617537"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zh-CN" altLang="en-US" sz="2000" b="1">
                <a:solidFill>
                  <a:srgbClr val="0000CC"/>
                </a:solidFill>
                <a:ea typeface="黑体" panose="02010609060101010101" pitchFamily="49" charset="-122"/>
              </a:rPr>
              <a:t>网</a:t>
            </a:r>
            <a:r>
              <a:rPr lang="zh-CN" altLang="en-US" sz="700" b="1">
                <a:solidFill>
                  <a:srgbClr val="0000CC"/>
                </a:solidFill>
                <a:ea typeface="黑体" panose="02010609060101010101" pitchFamily="49" charset="-122"/>
              </a:rPr>
              <a:t> </a:t>
            </a:r>
            <a:r>
              <a:rPr lang="en-US" altLang="zh-CN" sz="2000" b="1">
                <a:solidFill>
                  <a:srgbClr val="0000CC"/>
                </a:solidFill>
                <a:ea typeface="黑体" panose="02010609060101010101" pitchFamily="49" charset="-122"/>
              </a:rPr>
              <a:t>6</a:t>
            </a:r>
          </a:p>
        </p:txBody>
      </p:sp>
      <p:sp>
        <p:nvSpPr>
          <p:cNvPr id="1049716" name="Text Box 117"/>
          <p:cNvSpPr txBox="1">
            <a:spLocks noChangeArrowheads="1"/>
          </p:cNvSpPr>
          <p:nvPr/>
        </p:nvSpPr>
        <p:spPr bwMode="auto">
          <a:xfrm>
            <a:off x="1885950" y="4103688"/>
            <a:ext cx="623888"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zh-CN" altLang="en-US" sz="2000" b="1">
                <a:solidFill>
                  <a:srgbClr val="0000CC"/>
                </a:solidFill>
                <a:ea typeface="黑体" panose="02010609060101010101" pitchFamily="49" charset="-122"/>
              </a:rPr>
              <a:t>网</a:t>
            </a:r>
            <a:r>
              <a:rPr lang="zh-CN" altLang="en-US" sz="800" b="1">
                <a:solidFill>
                  <a:srgbClr val="0000CC"/>
                </a:solidFill>
                <a:ea typeface="黑体" panose="02010609060101010101" pitchFamily="49" charset="-122"/>
              </a:rPr>
              <a:t> </a:t>
            </a:r>
            <a:r>
              <a:rPr lang="en-US" altLang="zh-CN" sz="2000" b="1">
                <a:solidFill>
                  <a:srgbClr val="0000CC"/>
                </a:solidFill>
                <a:ea typeface="黑体" panose="02010609060101010101" pitchFamily="49" charset="-122"/>
              </a:rPr>
              <a:t>3</a:t>
            </a:r>
          </a:p>
        </p:txBody>
      </p:sp>
      <p:sp>
        <p:nvSpPr>
          <p:cNvPr id="1049717" name="Text Box 118"/>
          <p:cNvSpPr txBox="1">
            <a:spLocks noChangeArrowheads="1"/>
          </p:cNvSpPr>
          <p:nvPr/>
        </p:nvSpPr>
        <p:spPr bwMode="auto">
          <a:xfrm>
            <a:off x="2655888" y="3419475"/>
            <a:ext cx="623887"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zh-CN" altLang="en-US" sz="2000" b="1">
                <a:solidFill>
                  <a:srgbClr val="0000CC"/>
                </a:solidFill>
                <a:ea typeface="黑体" panose="02010609060101010101" pitchFamily="49" charset="-122"/>
              </a:rPr>
              <a:t>网</a:t>
            </a:r>
            <a:r>
              <a:rPr lang="zh-CN" altLang="en-US" sz="800" b="1">
                <a:solidFill>
                  <a:srgbClr val="0000CC"/>
                </a:solidFill>
                <a:ea typeface="黑体" panose="02010609060101010101" pitchFamily="49" charset="-122"/>
              </a:rPr>
              <a:t> </a:t>
            </a:r>
            <a:r>
              <a:rPr lang="en-US" altLang="zh-CN" sz="2000" b="1">
                <a:solidFill>
                  <a:srgbClr val="0000CC"/>
                </a:solidFill>
                <a:ea typeface="黑体" panose="02010609060101010101" pitchFamily="49" charset="-122"/>
              </a:rPr>
              <a:t>2</a:t>
            </a:r>
          </a:p>
        </p:txBody>
      </p:sp>
      <p:sp>
        <p:nvSpPr>
          <p:cNvPr id="1049718" name="Text Box 119"/>
          <p:cNvSpPr txBox="1">
            <a:spLocks noChangeArrowheads="1"/>
          </p:cNvSpPr>
          <p:nvPr/>
        </p:nvSpPr>
        <p:spPr bwMode="auto">
          <a:xfrm>
            <a:off x="928688" y="2916238"/>
            <a:ext cx="630237"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zh-CN" altLang="en-US" sz="2000" b="1">
                <a:solidFill>
                  <a:srgbClr val="0000CC"/>
                </a:solidFill>
                <a:ea typeface="黑体" panose="02010609060101010101" pitchFamily="49" charset="-122"/>
              </a:rPr>
              <a:t>网</a:t>
            </a:r>
            <a:r>
              <a:rPr lang="zh-CN" altLang="en-US" sz="900" b="1">
                <a:solidFill>
                  <a:srgbClr val="0000CC"/>
                </a:solidFill>
                <a:ea typeface="黑体" panose="02010609060101010101" pitchFamily="49" charset="-122"/>
              </a:rPr>
              <a:t> </a:t>
            </a:r>
            <a:r>
              <a:rPr lang="en-US" altLang="zh-CN" sz="2000" b="1">
                <a:solidFill>
                  <a:srgbClr val="0000CC"/>
                </a:solidFill>
                <a:ea typeface="黑体" panose="02010609060101010101" pitchFamily="49" charset="-122"/>
              </a:rPr>
              <a:t>1</a:t>
            </a:r>
          </a:p>
        </p:txBody>
      </p:sp>
      <p:sp>
        <p:nvSpPr>
          <p:cNvPr id="1049719" name="Text Box 120"/>
          <p:cNvSpPr txBox="1">
            <a:spLocks noChangeArrowheads="1"/>
          </p:cNvSpPr>
          <p:nvPr/>
        </p:nvSpPr>
        <p:spPr bwMode="auto">
          <a:xfrm>
            <a:off x="7702550" y="3327400"/>
            <a:ext cx="611188"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zh-CN" altLang="en-US" sz="2000" b="1">
                <a:solidFill>
                  <a:srgbClr val="0000CC"/>
                </a:solidFill>
                <a:ea typeface="黑体" panose="02010609060101010101" pitchFamily="49" charset="-122"/>
              </a:rPr>
              <a:t>网</a:t>
            </a:r>
            <a:r>
              <a:rPr lang="zh-CN" altLang="en-US" sz="600" b="1">
                <a:solidFill>
                  <a:srgbClr val="0000CC"/>
                </a:solidFill>
                <a:ea typeface="黑体" panose="02010609060101010101" pitchFamily="49" charset="-122"/>
              </a:rPr>
              <a:t> </a:t>
            </a:r>
            <a:r>
              <a:rPr lang="en-US" altLang="zh-CN" sz="2000" b="1">
                <a:solidFill>
                  <a:srgbClr val="0000CC"/>
                </a:solidFill>
                <a:ea typeface="黑体" panose="02010609060101010101" pitchFamily="49" charset="-122"/>
              </a:rPr>
              <a:t>7</a:t>
            </a:r>
          </a:p>
        </p:txBody>
      </p:sp>
      <p:sp>
        <p:nvSpPr>
          <p:cNvPr id="584825" name="Oval 121"/>
          <p:cNvSpPr>
            <a:spLocks noChangeArrowheads="1"/>
          </p:cNvSpPr>
          <p:nvPr/>
        </p:nvSpPr>
        <p:spPr bwMode="auto">
          <a:xfrm>
            <a:off x="3744913" y="4003675"/>
            <a:ext cx="3382962" cy="1039813"/>
          </a:xfrm>
          <a:prstGeom prst="ellipse">
            <a:avLst/>
          </a:prstGeom>
          <a:solidFill>
            <a:srgbClr val="FFFF99"/>
          </a:solidFill>
          <a:ln w="9525">
            <a:solidFill>
              <a:schemeClr val="tx1"/>
            </a:solidFill>
            <a:round/>
            <a:headEnd/>
            <a:tailEnd/>
          </a:ln>
          <a:effectLst>
            <a:outerShdw dist="35921" dir="2700000" algn="ctr" rotWithShape="0">
              <a:schemeClr val="bg2"/>
            </a:outerShdw>
          </a:effectLst>
        </p:spPr>
        <p:txBody>
          <a:bodyPr wrap="none" anchor="ctr"/>
          <a:lstStyle/>
          <a:p>
            <a:pPr eaLnBrk="0" hangingPunct="0"/>
            <a:endParaRPr lang="zh-CN" altLang="en-US" b="1">
              <a:solidFill>
                <a:srgbClr val="0000CC"/>
              </a:solidFill>
              <a:ea typeface="黑体" panose="02010609060101010101" pitchFamily="49" charset="-122"/>
            </a:endParaRPr>
          </a:p>
        </p:txBody>
      </p:sp>
      <p:sp>
        <p:nvSpPr>
          <p:cNvPr id="584826" name="Text Box 122"/>
          <p:cNvSpPr txBox="1">
            <a:spLocks noChangeArrowheads="1"/>
          </p:cNvSpPr>
          <p:nvPr/>
        </p:nvSpPr>
        <p:spPr bwMode="auto">
          <a:xfrm>
            <a:off x="4598988" y="5003800"/>
            <a:ext cx="1828800"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zh-CN" altLang="en-US" sz="2400" b="1">
                <a:solidFill>
                  <a:srgbClr val="C00000"/>
                </a:solidFill>
                <a:ea typeface="黑体" panose="02010609060101010101" pitchFamily="49" charset="-122"/>
              </a:rPr>
              <a:t>区域 </a:t>
            </a:r>
            <a:r>
              <a:rPr lang="en-US" altLang="zh-CN" sz="2400" b="1">
                <a:solidFill>
                  <a:srgbClr val="C00000"/>
                </a:solidFill>
                <a:ea typeface="黑体" panose="02010609060101010101" pitchFamily="49" charset="-122"/>
              </a:rPr>
              <a:t>0.0.0.2</a:t>
            </a:r>
          </a:p>
        </p:txBody>
      </p:sp>
      <p:sp>
        <p:nvSpPr>
          <p:cNvPr id="1049722" name="Line 123"/>
          <p:cNvSpPr>
            <a:spLocks noChangeShapeType="1"/>
          </p:cNvSpPr>
          <p:nvPr/>
        </p:nvSpPr>
        <p:spPr bwMode="auto">
          <a:xfrm>
            <a:off x="5395913" y="3917950"/>
            <a:ext cx="989012" cy="520700"/>
          </a:xfrm>
          <a:prstGeom prst="line">
            <a:avLst/>
          </a:prstGeom>
          <a:noFill/>
          <a:ln w="19050">
            <a:solidFill>
              <a:srgbClr val="333399"/>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CC"/>
              </a:solidFill>
              <a:ea typeface="黑体" panose="02010609060101010101" pitchFamily="49" charset="-122"/>
            </a:endParaRPr>
          </a:p>
        </p:txBody>
      </p:sp>
      <p:sp>
        <p:nvSpPr>
          <p:cNvPr id="1049723" name="Line 124"/>
          <p:cNvSpPr>
            <a:spLocks noChangeShapeType="1"/>
          </p:cNvSpPr>
          <p:nvPr/>
        </p:nvSpPr>
        <p:spPr bwMode="auto">
          <a:xfrm flipV="1">
            <a:off x="5561013" y="4524375"/>
            <a:ext cx="906462" cy="260350"/>
          </a:xfrm>
          <a:prstGeom prst="line">
            <a:avLst/>
          </a:prstGeom>
          <a:noFill/>
          <a:ln w="19050">
            <a:solidFill>
              <a:srgbClr val="333399"/>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CC"/>
              </a:solidFill>
              <a:ea typeface="黑体" panose="02010609060101010101" pitchFamily="49" charset="-122"/>
            </a:endParaRPr>
          </a:p>
        </p:txBody>
      </p:sp>
      <p:grpSp>
        <p:nvGrpSpPr>
          <p:cNvPr id="1049724" name="Group 125"/>
          <p:cNvGrpSpPr>
            <a:grpSpLocks/>
          </p:cNvGrpSpPr>
          <p:nvPr/>
        </p:nvGrpSpPr>
        <p:grpSpPr bwMode="auto">
          <a:xfrm>
            <a:off x="6138863" y="4176713"/>
            <a:ext cx="741362" cy="608012"/>
            <a:chOff x="2949" y="196"/>
            <a:chExt cx="941" cy="598"/>
          </a:xfrm>
        </p:grpSpPr>
        <p:sp>
          <p:nvSpPr>
            <p:cNvPr id="1049725" name="Oval 126"/>
            <p:cNvSpPr>
              <a:spLocks noChangeArrowheads="1"/>
            </p:cNvSpPr>
            <p:nvPr/>
          </p:nvSpPr>
          <p:spPr bwMode="auto">
            <a:xfrm>
              <a:off x="3168" y="196"/>
              <a:ext cx="407" cy="162"/>
            </a:xfrm>
            <a:prstGeom prst="ellipse">
              <a:avLst/>
            </a:prstGeom>
            <a:solidFill>
              <a:srgbClr val="EAEAEA"/>
            </a:solidFill>
            <a:ln w="12700">
              <a:solidFill>
                <a:schemeClr val="tx1"/>
              </a:solidFill>
              <a:round/>
              <a:headEnd/>
              <a:tailEnd/>
            </a:ln>
          </p:spPr>
          <p:txBody>
            <a:bodyPr wrap="none" anchor="ctr"/>
            <a:lstStyle/>
            <a:p>
              <a:pPr eaLnBrk="0" hangingPunct="0"/>
              <a:endParaRPr lang="zh-CN" altLang="en-US" b="1">
                <a:solidFill>
                  <a:srgbClr val="0000CC"/>
                </a:solidFill>
                <a:ea typeface="黑体" panose="02010609060101010101" pitchFamily="49" charset="-122"/>
              </a:endParaRPr>
            </a:p>
          </p:txBody>
        </p:sp>
        <p:sp>
          <p:nvSpPr>
            <p:cNvPr id="1049726" name="Oval 127"/>
            <p:cNvSpPr>
              <a:spLocks noChangeArrowheads="1"/>
            </p:cNvSpPr>
            <p:nvPr/>
          </p:nvSpPr>
          <p:spPr bwMode="auto">
            <a:xfrm rot="900000">
              <a:off x="3512" y="252"/>
              <a:ext cx="275" cy="131"/>
            </a:xfrm>
            <a:prstGeom prst="ellipse">
              <a:avLst/>
            </a:prstGeom>
            <a:solidFill>
              <a:srgbClr val="EAEAEA"/>
            </a:solidFill>
            <a:ln w="12700">
              <a:solidFill>
                <a:schemeClr val="tx1"/>
              </a:solidFill>
              <a:round/>
              <a:headEnd/>
              <a:tailEnd/>
            </a:ln>
          </p:spPr>
          <p:txBody>
            <a:bodyPr wrap="none" anchor="ctr"/>
            <a:lstStyle/>
            <a:p>
              <a:pPr eaLnBrk="0" hangingPunct="0"/>
              <a:endParaRPr lang="zh-CN" altLang="en-US" b="1">
                <a:solidFill>
                  <a:srgbClr val="0000CC"/>
                </a:solidFill>
                <a:ea typeface="黑体" panose="02010609060101010101" pitchFamily="49" charset="-122"/>
              </a:endParaRPr>
            </a:p>
          </p:txBody>
        </p:sp>
        <p:sp>
          <p:nvSpPr>
            <p:cNvPr id="1049727" name="Oval 128"/>
            <p:cNvSpPr>
              <a:spLocks noChangeArrowheads="1"/>
            </p:cNvSpPr>
            <p:nvPr/>
          </p:nvSpPr>
          <p:spPr bwMode="auto">
            <a:xfrm rot="1500000">
              <a:off x="3650" y="385"/>
              <a:ext cx="240" cy="153"/>
            </a:xfrm>
            <a:prstGeom prst="ellipse">
              <a:avLst/>
            </a:prstGeom>
            <a:solidFill>
              <a:srgbClr val="EAEAEA"/>
            </a:solidFill>
            <a:ln w="12700">
              <a:solidFill>
                <a:schemeClr val="tx1"/>
              </a:solidFill>
              <a:round/>
              <a:headEnd/>
              <a:tailEnd/>
            </a:ln>
          </p:spPr>
          <p:txBody>
            <a:bodyPr wrap="none" anchor="ctr"/>
            <a:lstStyle/>
            <a:p>
              <a:pPr eaLnBrk="0" hangingPunct="0"/>
              <a:endParaRPr lang="zh-CN" altLang="en-US" b="1">
                <a:solidFill>
                  <a:srgbClr val="0000CC"/>
                </a:solidFill>
                <a:ea typeface="黑体" panose="02010609060101010101" pitchFamily="49" charset="-122"/>
              </a:endParaRPr>
            </a:p>
          </p:txBody>
        </p:sp>
        <p:sp>
          <p:nvSpPr>
            <p:cNvPr id="1049728" name="Oval 129"/>
            <p:cNvSpPr>
              <a:spLocks noChangeArrowheads="1"/>
            </p:cNvSpPr>
            <p:nvPr/>
          </p:nvSpPr>
          <p:spPr bwMode="auto">
            <a:xfrm rot="-1560000">
              <a:off x="3573" y="537"/>
              <a:ext cx="291" cy="189"/>
            </a:xfrm>
            <a:prstGeom prst="ellipse">
              <a:avLst/>
            </a:prstGeom>
            <a:solidFill>
              <a:srgbClr val="EAEAEA"/>
            </a:solidFill>
            <a:ln w="12700">
              <a:solidFill>
                <a:schemeClr val="tx1"/>
              </a:solidFill>
              <a:round/>
              <a:headEnd/>
              <a:tailEnd/>
            </a:ln>
          </p:spPr>
          <p:txBody>
            <a:bodyPr wrap="none" anchor="ctr"/>
            <a:lstStyle/>
            <a:p>
              <a:pPr eaLnBrk="0" hangingPunct="0"/>
              <a:endParaRPr lang="zh-CN" altLang="en-US" b="1">
                <a:solidFill>
                  <a:srgbClr val="0000CC"/>
                </a:solidFill>
                <a:ea typeface="黑体" panose="02010609060101010101" pitchFamily="49" charset="-122"/>
              </a:endParaRPr>
            </a:p>
          </p:txBody>
        </p:sp>
        <p:sp>
          <p:nvSpPr>
            <p:cNvPr id="1049729" name="Oval 130"/>
            <p:cNvSpPr>
              <a:spLocks noChangeArrowheads="1"/>
            </p:cNvSpPr>
            <p:nvPr/>
          </p:nvSpPr>
          <p:spPr bwMode="auto">
            <a:xfrm>
              <a:off x="3216" y="555"/>
              <a:ext cx="471" cy="239"/>
            </a:xfrm>
            <a:prstGeom prst="ellipse">
              <a:avLst/>
            </a:prstGeom>
            <a:solidFill>
              <a:srgbClr val="EAEAEA"/>
            </a:solidFill>
            <a:ln w="12700">
              <a:solidFill>
                <a:schemeClr val="tx1"/>
              </a:solidFill>
              <a:round/>
              <a:headEnd/>
              <a:tailEnd/>
            </a:ln>
          </p:spPr>
          <p:txBody>
            <a:bodyPr wrap="none" anchor="ctr"/>
            <a:lstStyle/>
            <a:p>
              <a:pPr eaLnBrk="0" hangingPunct="0"/>
              <a:endParaRPr lang="zh-CN" altLang="en-US" b="1">
                <a:solidFill>
                  <a:srgbClr val="0000CC"/>
                </a:solidFill>
                <a:ea typeface="黑体" panose="02010609060101010101" pitchFamily="49" charset="-122"/>
              </a:endParaRPr>
            </a:p>
          </p:txBody>
        </p:sp>
        <p:sp>
          <p:nvSpPr>
            <p:cNvPr id="1049730" name="Oval 131"/>
            <p:cNvSpPr>
              <a:spLocks noChangeArrowheads="1"/>
            </p:cNvSpPr>
            <p:nvPr/>
          </p:nvSpPr>
          <p:spPr bwMode="auto">
            <a:xfrm rot="1080000">
              <a:off x="3023" y="555"/>
              <a:ext cx="265" cy="156"/>
            </a:xfrm>
            <a:prstGeom prst="ellipse">
              <a:avLst/>
            </a:prstGeom>
            <a:solidFill>
              <a:srgbClr val="EAEAEA"/>
            </a:solidFill>
            <a:ln w="12700">
              <a:solidFill>
                <a:schemeClr val="tx1"/>
              </a:solidFill>
              <a:round/>
              <a:headEnd/>
              <a:tailEnd/>
            </a:ln>
          </p:spPr>
          <p:txBody>
            <a:bodyPr wrap="none" anchor="ctr"/>
            <a:lstStyle/>
            <a:p>
              <a:pPr eaLnBrk="0" hangingPunct="0"/>
              <a:endParaRPr lang="zh-CN" altLang="en-US" b="1">
                <a:solidFill>
                  <a:srgbClr val="0000CC"/>
                </a:solidFill>
                <a:ea typeface="黑体" panose="02010609060101010101" pitchFamily="49" charset="-122"/>
              </a:endParaRPr>
            </a:p>
          </p:txBody>
        </p:sp>
        <p:sp>
          <p:nvSpPr>
            <p:cNvPr id="1049731" name="Oval 132"/>
            <p:cNvSpPr>
              <a:spLocks noChangeArrowheads="1"/>
            </p:cNvSpPr>
            <p:nvPr/>
          </p:nvSpPr>
          <p:spPr bwMode="auto">
            <a:xfrm>
              <a:off x="2949" y="432"/>
              <a:ext cx="217" cy="156"/>
            </a:xfrm>
            <a:prstGeom prst="ellipse">
              <a:avLst/>
            </a:prstGeom>
            <a:solidFill>
              <a:srgbClr val="EAEAEA"/>
            </a:solidFill>
            <a:ln w="12700">
              <a:solidFill>
                <a:schemeClr val="tx1"/>
              </a:solidFill>
              <a:round/>
              <a:headEnd/>
              <a:tailEnd/>
            </a:ln>
          </p:spPr>
          <p:txBody>
            <a:bodyPr wrap="none" anchor="ctr"/>
            <a:lstStyle/>
            <a:p>
              <a:pPr eaLnBrk="0" hangingPunct="0"/>
              <a:endParaRPr lang="zh-CN" altLang="en-US" b="1">
                <a:solidFill>
                  <a:srgbClr val="0000CC"/>
                </a:solidFill>
                <a:ea typeface="黑体" panose="02010609060101010101" pitchFamily="49" charset="-122"/>
              </a:endParaRPr>
            </a:p>
          </p:txBody>
        </p:sp>
        <p:sp>
          <p:nvSpPr>
            <p:cNvPr id="1049732" name="Oval 133"/>
            <p:cNvSpPr>
              <a:spLocks noChangeArrowheads="1"/>
            </p:cNvSpPr>
            <p:nvPr/>
          </p:nvSpPr>
          <p:spPr bwMode="auto">
            <a:xfrm rot="-1860000">
              <a:off x="2984" y="310"/>
              <a:ext cx="295" cy="156"/>
            </a:xfrm>
            <a:prstGeom prst="ellipse">
              <a:avLst/>
            </a:prstGeom>
            <a:solidFill>
              <a:srgbClr val="EAEAEA"/>
            </a:solidFill>
            <a:ln w="12700">
              <a:solidFill>
                <a:schemeClr val="tx1"/>
              </a:solidFill>
              <a:round/>
              <a:headEnd/>
              <a:tailEnd/>
            </a:ln>
          </p:spPr>
          <p:txBody>
            <a:bodyPr wrap="none" anchor="ctr"/>
            <a:lstStyle/>
            <a:p>
              <a:pPr eaLnBrk="0" hangingPunct="0"/>
              <a:endParaRPr lang="zh-CN" altLang="en-US" b="1">
                <a:solidFill>
                  <a:srgbClr val="0000CC"/>
                </a:solidFill>
                <a:ea typeface="黑体" panose="02010609060101010101" pitchFamily="49" charset="-122"/>
              </a:endParaRPr>
            </a:p>
          </p:txBody>
        </p:sp>
        <p:sp>
          <p:nvSpPr>
            <p:cNvPr id="1049733" name="Freeform 134"/>
            <p:cNvSpPr>
              <a:spLocks noChangeArrowheads="1"/>
            </p:cNvSpPr>
            <p:nvPr/>
          </p:nvSpPr>
          <p:spPr bwMode="auto">
            <a:xfrm>
              <a:off x="3051" y="300"/>
              <a:ext cx="738" cy="407"/>
            </a:xfrm>
            <a:custGeom>
              <a:avLst/>
              <a:gdLst>
                <a:gd name="T0" fmla="*/ 108 w 738"/>
                <a:gd name="T1" fmla="*/ 82 h 407"/>
                <a:gd name="T2" fmla="*/ 145 w 738"/>
                <a:gd name="T3" fmla="*/ 77 h 407"/>
                <a:gd name="T4" fmla="*/ 183 w 738"/>
                <a:gd name="T5" fmla="*/ 72 h 407"/>
                <a:gd name="T6" fmla="*/ 215 w 738"/>
                <a:gd name="T7" fmla="*/ 67 h 407"/>
                <a:gd name="T8" fmla="*/ 237 w 738"/>
                <a:gd name="T9" fmla="*/ 46 h 407"/>
                <a:gd name="T10" fmla="*/ 204 w 738"/>
                <a:gd name="T11" fmla="*/ 41 h 407"/>
                <a:gd name="T12" fmla="*/ 172 w 738"/>
                <a:gd name="T13" fmla="*/ 46 h 407"/>
                <a:gd name="T14" fmla="*/ 156 w 738"/>
                <a:gd name="T15" fmla="*/ 46 h 407"/>
                <a:gd name="T16" fmla="*/ 188 w 738"/>
                <a:gd name="T17" fmla="*/ 26 h 407"/>
                <a:gd name="T18" fmla="*/ 226 w 738"/>
                <a:gd name="T19" fmla="*/ 15 h 407"/>
                <a:gd name="T20" fmla="*/ 258 w 738"/>
                <a:gd name="T21" fmla="*/ 10 h 407"/>
                <a:gd name="T22" fmla="*/ 290 w 738"/>
                <a:gd name="T23" fmla="*/ 5 h 407"/>
                <a:gd name="T24" fmla="*/ 323 w 738"/>
                <a:gd name="T25" fmla="*/ 0 h 407"/>
                <a:gd name="T26" fmla="*/ 355 w 738"/>
                <a:gd name="T27" fmla="*/ 0 h 407"/>
                <a:gd name="T28" fmla="*/ 387 w 738"/>
                <a:gd name="T29" fmla="*/ 0 h 407"/>
                <a:gd name="T30" fmla="*/ 463 w 738"/>
                <a:gd name="T31" fmla="*/ 0 h 407"/>
                <a:gd name="T32" fmla="*/ 506 w 738"/>
                <a:gd name="T33" fmla="*/ 0 h 407"/>
                <a:gd name="T34" fmla="*/ 543 w 738"/>
                <a:gd name="T35" fmla="*/ 15 h 407"/>
                <a:gd name="T36" fmla="*/ 570 w 738"/>
                <a:gd name="T37" fmla="*/ 36 h 407"/>
                <a:gd name="T38" fmla="*/ 603 w 738"/>
                <a:gd name="T39" fmla="*/ 51 h 407"/>
                <a:gd name="T40" fmla="*/ 635 w 738"/>
                <a:gd name="T41" fmla="*/ 57 h 407"/>
                <a:gd name="T42" fmla="*/ 667 w 738"/>
                <a:gd name="T43" fmla="*/ 77 h 407"/>
                <a:gd name="T44" fmla="*/ 694 w 738"/>
                <a:gd name="T45" fmla="*/ 98 h 407"/>
                <a:gd name="T46" fmla="*/ 715 w 738"/>
                <a:gd name="T47" fmla="*/ 128 h 407"/>
                <a:gd name="T48" fmla="*/ 721 w 738"/>
                <a:gd name="T49" fmla="*/ 164 h 407"/>
                <a:gd name="T50" fmla="*/ 726 w 738"/>
                <a:gd name="T51" fmla="*/ 195 h 407"/>
                <a:gd name="T52" fmla="*/ 726 w 738"/>
                <a:gd name="T53" fmla="*/ 226 h 407"/>
                <a:gd name="T54" fmla="*/ 726 w 738"/>
                <a:gd name="T55" fmla="*/ 257 h 407"/>
                <a:gd name="T56" fmla="*/ 737 w 738"/>
                <a:gd name="T57" fmla="*/ 288 h 407"/>
                <a:gd name="T58" fmla="*/ 737 w 738"/>
                <a:gd name="T59" fmla="*/ 319 h 407"/>
                <a:gd name="T60" fmla="*/ 715 w 738"/>
                <a:gd name="T61" fmla="*/ 349 h 407"/>
                <a:gd name="T62" fmla="*/ 678 w 738"/>
                <a:gd name="T63" fmla="*/ 365 h 407"/>
                <a:gd name="T64" fmla="*/ 646 w 738"/>
                <a:gd name="T65" fmla="*/ 380 h 407"/>
                <a:gd name="T66" fmla="*/ 613 w 738"/>
                <a:gd name="T67" fmla="*/ 396 h 407"/>
                <a:gd name="T68" fmla="*/ 581 w 738"/>
                <a:gd name="T69" fmla="*/ 401 h 407"/>
                <a:gd name="T70" fmla="*/ 538 w 738"/>
                <a:gd name="T71" fmla="*/ 406 h 407"/>
                <a:gd name="T72" fmla="*/ 500 w 738"/>
                <a:gd name="T73" fmla="*/ 406 h 407"/>
                <a:gd name="T74" fmla="*/ 468 w 738"/>
                <a:gd name="T75" fmla="*/ 406 h 407"/>
                <a:gd name="T76" fmla="*/ 436 w 738"/>
                <a:gd name="T77" fmla="*/ 406 h 407"/>
                <a:gd name="T78" fmla="*/ 403 w 738"/>
                <a:gd name="T79" fmla="*/ 406 h 407"/>
                <a:gd name="T80" fmla="*/ 371 w 738"/>
                <a:gd name="T81" fmla="*/ 406 h 407"/>
                <a:gd name="T82" fmla="*/ 339 w 738"/>
                <a:gd name="T83" fmla="*/ 406 h 407"/>
                <a:gd name="T84" fmla="*/ 307 w 738"/>
                <a:gd name="T85" fmla="*/ 406 h 407"/>
                <a:gd name="T86" fmla="*/ 269 w 738"/>
                <a:gd name="T87" fmla="*/ 406 h 407"/>
                <a:gd name="T88" fmla="*/ 237 w 738"/>
                <a:gd name="T89" fmla="*/ 406 h 407"/>
                <a:gd name="T90" fmla="*/ 204 w 738"/>
                <a:gd name="T91" fmla="*/ 406 h 407"/>
                <a:gd name="T92" fmla="*/ 172 w 738"/>
                <a:gd name="T93" fmla="*/ 391 h 407"/>
                <a:gd name="T94" fmla="*/ 140 w 738"/>
                <a:gd name="T95" fmla="*/ 380 h 407"/>
                <a:gd name="T96" fmla="*/ 108 w 738"/>
                <a:gd name="T97" fmla="*/ 365 h 407"/>
                <a:gd name="T98" fmla="*/ 81 w 738"/>
                <a:gd name="T99" fmla="*/ 339 h 407"/>
                <a:gd name="T100" fmla="*/ 59 w 738"/>
                <a:gd name="T101" fmla="*/ 319 h 407"/>
                <a:gd name="T102" fmla="*/ 38 w 738"/>
                <a:gd name="T103" fmla="*/ 288 h 407"/>
                <a:gd name="T104" fmla="*/ 16 w 738"/>
                <a:gd name="T105" fmla="*/ 252 h 407"/>
                <a:gd name="T106" fmla="*/ 0 w 738"/>
                <a:gd name="T107" fmla="*/ 216 h 407"/>
                <a:gd name="T108" fmla="*/ 0 w 738"/>
                <a:gd name="T109" fmla="*/ 185 h 407"/>
                <a:gd name="T110" fmla="*/ 5 w 738"/>
                <a:gd name="T111" fmla="*/ 149 h 407"/>
                <a:gd name="T112" fmla="*/ 27 w 738"/>
                <a:gd name="T113" fmla="*/ 123 h 407"/>
                <a:gd name="T114" fmla="*/ 54 w 738"/>
                <a:gd name="T115" fmla="*/ 108 h 407"/>
                <a:gd name="T116" fmla="*/ 86 w 738"/>
                <a:gd name="T117" fmla="*/ 98 h 407"/>
                <a:gd name="T118" fmla="*/ 113 w 738"/>
                <a:gd name="T119" fmla="*/ 82 h 407"/>
                <a:gd name="T120" fmla="*/ 129 w 738"/>
                <a:gd name="T121" fmla="*/ 98 h 40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Lst>
              <a:rect l="0" t="0" r="r" b="b"/>
              <a:pathLst>
                <a:path w="738" h="407">
                  <a:moveTo>
                    <a:pt x="91" y="82"/>
                  </a:moveTo>
                  <a:lnTo>
                    <a:pt x="108" y="82"/>
                  </a:lnTo>
                  <a:lnTo>
                    <a:pt x="124" y="82"/>
                  </a:lnTo>
                  <a:lnTo>
                    <a:pt x="145" y="77"/>
                  </a:lnTo>
                  <a:lnTo>
                    <a:pt x="161" y="77"/>
                  </a:lnTo>
                  <a:lnTo>
                    <a:pt x="183" y="72"/>
                  </a:lnTo>
                  <a:lnTo>
                    <a:pt x="199" y="72"/>
                  </a:lnTo>
                  <a:lnTo>
                    <a:pt x="215" y="67"/>
                  </a:lnTo>
                  <a:lnTo>
                    <a:pt x="231" y="62"/>
                  </a:lnTo>
                  <a:lnTo>
                    <a:pt x="237" y="46"/>
                  </a:lnTo>
                  <a:lnTo>
                    <a:pt x="221" y="41"/>
                  </a:lnTo>
                  <a:lnTo>
                    <a:pt x="204" y="41"/>
                  </a:lnTo>
                  <a:lnTo>
                    <a:pt x="188" y="46"/>
                  </a:lnTo>
                  <a:lnTo>
                    <a:pt x="172" y="46"/>
                  </a:lnTo>
                  <a:lnTo>
                    <a:pt x="156" y="62"/>
                  </a:lnTo>
                  <a:lnTo>
                    <a:pt x="156" y="46"/>
                  </a:lnTo>
                  <a:lnTo>
                    <a:pt x="172" y="36"/>
                  </a:lnTo>
                  <a:lnTo>
                    <a:pt x="188" y="26"/>
                  </a:lnTo>
                  <a:lnTo>
                    <a:pt x="210" y="21"/>
                  </a:lnTo>
                  <a:lnTo>
                    <a:pt x="226" y="15"/>
                  </a:lnTo>
                  <a:lnTo>
                    <a:pt x="242" y="15"/>
                  </a:lnTo>
                  <a:lnTo>
                    <a:pt x="258" y="10"/>
                  </a:lnTo>
                  <a:lnTo>
                    <a:pt x="274" y="10"/>
                  </a:lnTo>
                  <a:lnTo>
                    <a:pt x="290" y="5"/>
                  </a:lnTo>
                  <a:lnTo>
                    <a:pt x="307" y="5"/>
                  </a:lnTo>
                  <a:lnTo>
                    <a:pt x="323" y="0"/>
                  </a:lnTo>
                  <a:lnTo>
                    <a:pt x="339" y="0"/>
                  </a:lnTo>
                  <a:lnTo>
                    <a:pt x="355" y="0"/>
                  </a:lnTo>
                  <a:lnTo>
                    <a:pt x="371" y="0"/>
                  </a:lnTo>
                  <a:lnTo>
                    <a:pt x="387" y="0"/>
                  </a:lnTo>
                  <a:lnTo>
                    <a:pt x="420" y="0"/>
                  </a:lnTo>
                  <a:lnTo>
                    <a:pt x="463" y="0"/>
                  </a:lnTo>
                  <a:lnTo>
                    <a:pt x="484" y="0"/>
                  </a:lnTo>
                  <a:lnTo>
                    <a:pt x="506" y="0"/>
                  </a:lnTo>
                  <a:lnTo>
                    <a:pt x="527" y="5"/>
                  </a:lnTo>
                  <a:lnTo>
                    <a:pt x="543" y="15"/>
                  </a:lnTo>
                  <a:lnTo>
                    <a:pt x="554" y="31"/>
                  </a:lnTo>
                  <a:lnTo>
                    <a:pt x="570" y="36"/>
                  </a:lnTo>
                  <a:lnTo>
                    <a:pt x="586" y="46"/>
                  </a:lnTo>
                  <a:lnTo>
                    <a:pt x="603" y="51"/>
                  </a:lnTo>
                  <a:lnTo>
                    <a:pt x="619" y="51"/>
                  </a:lnTo>
                  <a:lnTo>
                    <a:pt x="635" y="57"/>
                  </a:lnTo>
                  <a:lnTo>
                    <a:pt x="651" y="67"/>
                  </a:lnTo>
                  <a:lnTo>
                    <a:pt x="667" y="77"/>
                  </a:lnTo>
                  <a:lnTo>
                    <a:pt x="678" y="93"/>
                  </a:lnTo>
                  <a:lnTo>
                    <a:pt x="694" y="98"/>
                  </a:lnTo>
                  <a:lnTo>
                    <a:pt x="699" y="113"/>
                  </a:lnTo>
                  <a:lnTo>
                    <a:pt x="715" y="128"/>
                  </a:lnTo>
                  <a:lnTo>
                    <a:pt x="721" y="149"/>
                  </a:lnTo>
                  <a:lnTo>
                    <a:pt x="721" y="164"/>
                  </a:lnTo>
                  <a:lnTo>
                    <a:pt x="726" y="180"/>
                  </a:lnTo>
                  <a:lnTo>
                    <a:pt x="726" y="195"/>
                  </a:lnTo>
                  <a:lnTo>
                    <a:pt x="726" y="211"/>
                  </a:lnTo>
                  <a:lnTo>
                    <a:pt x="726" y="226"/>
                  </a:lnTo>
                  <a:lnTo>
                    <a:pt x="726" y="242"/>
                  </a:lnTo>
                  <a:lnTo>
                    <a:pt x="726" y="257"/>
                  </a:lnTo>
                  <a:lnTo>
                    <a:pt x="737" y="272"/>
                  </a:lnTo>
                  <a:lnTo>
                    <a:pt x="737" y="288"/>
                  </a:lnTo>
                  <a:lnTo>
                    <a:pt x="737" y="303"/>
                  </a:lnTo>
                  <a:lnTo>
                    <a:pt x="737" y="319"/>
                  </a:lnTo>
                  <a:lnTo>
                    <a:pt x="732" y="334"/>
                  </a:lnTo>
                  <a:lnTo>
                    <a:pt x="715" y="349"/>
                  </a:lnTo>
                  <a:lnTo>
                    <a:pt x="694" y="360"/>
                  </a:lnTo>
                  <a:lnTo>
                    <a:pt x="678" y="365"/>
                  </a:lnTo>
                  <a:lnTo>
                    <a:pt x="662" y="375"/>
                  </a:lnTo>
                  <a:lnTo>
                    <a:pt x="646" y="380"/>
                  </a:lnTo>
                  <a:lnTo>
                    <a:pt x="629" y="385"/>
                  </a:lnTo>
                  <a:lnTo>
                    <a:pt x="613" y="396"/>
                  </a:lnTo>
                  <a:lnTo>
                    <a:pt x="597" y="401"/>
                  </a:lnTo>
                  <a:lnTo>
                    <a:pt x="581" y="401"/>
                  </a:lnTo>
                  <a:lnTo>
                    <a:pt x="559" y="406"/>
                  </a:lnTo>
                  <a:lnTo>
                    <a:pt x="538" y="406"/>
                  </a:lnTo>
                  <a:lnTo>
                    <a:pt x="522" y="406"/>
                  </a:lnTo>
                  <a:lnTo>
                    <a:pt x="500" y="406"/>
                  </a:lnTo>
                  <a:lnTo>
                    <a:pt x="484" y="406"/>
                  </a:lnTo>
                  <a:lnTo>
                    <a:pt x="468" y="406"/>
                  </a:lnTo>
                  <a:lnTo>
                    <a:pt x="452" y="406"/>
                  </a:lnTo>
                  <a:lnTo>
                    <a:pt x="436" y="406"/>
                  </a:lnTo>
                  <a:lnTo>
                    <a:pt x="420" y="406"/>
                  </a:lnTo>
                  <a:lnTo>
                    <a:pt x="403" y="406"/>
                  </a:lnTo>
                  <a:lnTo>
                    <a:pt x="387" y="406"/>
                  </a:lnTo>
                  <a:lnTo>
                    <a:pt x="371" y="406"/>
                  </a:lnTo>
                  <a:lnTo>
                    <a:pt x="355" y="406"/>
                  </a:lnTo>
                  <a:lnTo>
                    <a:pt x="339" y="406"/>
                  </a:lnTo>
                  <a:lnTo>
                    <a:pt x="323" y="406"/>
                  </a:lnTo>
                  <a:lnTo>
                    <a:pt x="307" y="406"/>
                  </a:lnTo>
                  <a:lnTo>
                    <a:pt x="285" y="406"/>
                  </a:lnTo>
                  <a:lnTo>
                    <a:pt x="269" y="406"/>
                  </a:lnTo>
                  <a:lnTo>
                    <a:pt x="253" y="406"/>
                  </a:lnTo>
                  <a:lnTo>
                    <a:pt x="237" y="406"/>
                  </a:lnTo>
                  <a:lnTo>
                    <a:pt x="221" y="406"/>
                  </a:lnTo>
                  <a:lnTo>
                    <a:pt x="204" y="406"/>
                  </a:lnTo>
                  <a:lnTo>
                    <a:pt x="188" y="396"/>
                  </a:lnTo>
                  <a:lnTo>
                    <a:pt x="172" y="391"/>
                  </a:lnTo>
                  <a:lnTo>
                    <a:pt x="156" y="385"/>
                  </a:lnTo>
                  <a:lnTo>
                    <a:pt x="140" y="380"/>
                  </a:lnTo>
                  <a:lnTo>
                    <a:pt x="124" y="375"/>
                  </a:lnTo>
                  <a:lnTo>
                    <a:pt x="108" y="365"/>
                  </a:lnTo>
                  <a:lnTo>
                    <a:pt x="91" y="355"/>
                  </a:lnTo>
                  <a:lnTo>
                    <a:pt x="81" y="339"/>
                  </a:lnTo>
                  <a:lnTo>
                    <a:pt x="65" y="334"/>
                  </a:lnTo>
                  <a:lnTo>
                    <a:pt x="59" y="319"/>
                  </a:lnTo>
                  <a:lnTo>
                    <a:pt x="43" y="303"/>
                  </a:lnTo>
                  <a:lnTo>
                    <a:pt x="38" y="288"/>
                  </a:lnTo>
                  <a:lnTo>
                    <a:pt x="22" y="272"/>
                  </a:lnTo>
                  <a:lnTo>
                    <a:pt x="16" y="252"/>
                  </a:lnTo>
                  <a:lnTo>
                    <a:pt x="5" y="231"/>
                  </a:lnTo>
                  <a:lnTo>
                    <a:pt x="0" y="216"/>
                  </a:lnTo>
                  <a:lnTo>
                    <a:pt x="0" y="200"/>
                  </a:lnTo>
                  <a:lnTo>
                    <a:pt x="0" y="185"/>
                  </a:lnTo>
                  <a:lnTo>
                    <a:pt x="0" y="170"/>
                  </a:lnTo>
                  <a:lnTo>
                    <a:pt x="5" y="149"/>
                  </a:lnTo>
                  <a:lnTo>
                    <a:pt x="11" y="134"/>
                  </a:lnTo>
                  <a:lnTo>
                    <a:pt x="27" y="123"/>
                  </a:lnTo>
                  <a:lnTo>
                    <a:pt x="38" y="108"/>
                  </a:lnTo>
                  <a:lnTo>
                    <a:pt x="54" y="108"/>
                  </a:lnTo>
                  <a:lnTo>
                    <a:pt x="70" y="103"/>
                  </a:lnTo>
                  <a:lnTo>
                    <a:pt x="86" y="98"/>
                  </a:lnTo>
                  <a:lnTo>
                    <a:pt x="102" y="98"/>
                  </a:lnTo>
                  <a:lnTo>
                    <a:pt x="113" y="82"/>
                  </a:lnTo>
                  <a:lnTo>
                    <a:pt x="113" y="67"/>
                  </a:lnTo>
                  <a:lnTo>
                    <a:pt x="129" y="98"/>
                  </a:lnTo>
                </a:path>
              </a:pathLst>
            </a:custGeom>
            <a:solidFill>
              <a:srgbClr val="EAEAEA"/>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CC"/>
                </a:solidFill>
                <a:ea typeface="黑体" panose="02010609060101010101" pitchFamily="49" charset="-122"/>
              </a:endParaRPr>
            </a:p>
          </p:txBody>
        </p:sp>
        <p:sp>
          <p:nvSpPr>
            <p:cNvPr id="1049734" name="Freeform 135"/>
            <p:cNvSpPr>
              <a:spLocks noChangeArrowheads="1"/>
            </p:cNvSpPr>
            <p:nvPr/>
          </p:nvSpPr>
          <p:spPr bwMode="auto">
            <a:xfrm>
              <a:off x="3193" y="270"/>
              <a:ext cx="117" cy="118"/>
            </a:xfrm>
            <a:custGeom>
              <a:avLst/>
              <a:gdLst>
                <a:gd name="T0" fmla="*/ 5 w 117"/>
                <a:gd name="T1" fmla="*/ 66 h 118"/>
                <a:gd name="T2" fmla="*/ 0 w 117"/>
                <a:gd name="T3" fmla="*/ 51 h 118"/>
                <a:gd name="T4" fmla="*/ 0 w 117"/>
                <a:gd name="T5" fmla="*/ 36 h 118"/>
                <a:gd name="T6" fmla="*/ 16 w 117"/>
                <a:gd name="T7" fmla="*/ 25 h 118"/>
                <a:gd name="T8" fmla="*/ 32 w 117"/>
                <a:gd name="T9" fmla="*/ 15 h 118"/>
                <a:gd name="T10" fmla="*/ 47 w 117"/>
                <a:gd name="T11" fmla="*/ 0 h 118"/>
                <a:gd name="T12" fmla="*/ 63 w 117"/>
                <a:gd name="T13" fmla="*/ 0 h 118"/>
                <a:gd name="T14" fmla="*/ 79 w 117"/>
                <a:gd name="T15" fmla="*/ 0 h 118"/>
                <a:gd name="T16" fmla="*/ 84 w 117"/>
                <a:gd name="T17" fmla="*/ 15 h 118"/>
                <a:gd name="T18" fmla="*/ 95 w 117"/>
                <a:gd name="T19" fmla="*/ 31 h 118"/>
                <a:gd name="T20" fmla="*/ 105 w 117"/>
                <a:gd name="T21" fmla="*/ 46 h 118"/>
                <a:gd name="T22" fmla="*/ 111 w 117"/>
                <a:gd name="T23" fmla="*/ 61 h 118"/>
                <a:gd name="T24" fmla="*/ 116 w 117"/>
                <a:gd name="T25" fmla="*/ 76 h 118"/>
                <a:gd name="T26" fmla="*/ 116 w 117"/>
                <a:gd name="T27" fmla="*/ 92 h 118"/>
                <a:gd name="T28" fmla="*/ 116 w 117"/>
                <a:gd name="T29" fmla="*/ 107 h 118"/>
                <a:gd name="T30" fmla="*/ 100 w 117"/>
                <a:gd name="T31" fmla="*/ 117 h 118"/>
                <a:gd name="T32" fmla="*/ 84 w 117"/>
                <a:gd name="T33" fmla="*/ 117 h 118"/>
                <a:gd name="T34" fmla="*/ 69 w 117"/>
                <a:gd name="T35" fmla="*/ 117 h 118"/>
                <a:gd name="T36" fmla="*/ 53 w 117"/>
                <a:gd name="T37" fmla="*/ 117 h 118"/>
                <a:gd name="T38" fmla="*/ 37 w 117"/>
                <a:gd name="T39" fmla="*/ 112 h 118"/>
                <a:gd name="T40" fmla="*/ 21 w 117"/>
                <a:gd name="T41" fmla="*/ 102 h 118"/>
                <a:gd name="T42" fmla="*/ 11 w 117"/>
                <a:gd name="T43" fmla="*/ 86 h 118"/>
                <a:gd name="T44" fmla="*/ 5 w 117"/>
                <a:gd name="T45" fmla="*/ 71 h 118"/>
                <a:gd name="T46" fmla="*/ 5 w 117"/>
                <a:gd name="T47" fmla="*/ 66 h 1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117" h="118">
                  <a:moveTo>
                    <a:pt x="5" y="66"/>
                  </a:moveTo>
                  <a:lnTo>
                    <a:pt x="0" y="51"/>
                  </a:lnTo>
                  <a:lnTo>
                    <a:pt x="0" y="36"/>
                  </a:lnTo>
                  <a:lnTo>
                    <a:pt x="16" y="25"/>
                  </a:lnTo>
                  <a:lnTo>
                    <a:pt x="32" y="15"/>
                  </a:lnTo>
                  <a:lnTo>
                    <a:pt x="47" y="0"/>
                  </a:lnTo>
                  <a:lnTo>
                    <a:pt x="63" y="0"/>
                  </a:lnTo>
                  <a:lnTo>
                    <a:pt x="79" y="0"/>
                  </a:lnTo>
                  <a:lnTo>
                    <a:pt x="84" y="15"/>
                  </a:lnTo>
                  <a:lnTo>
                    <a:pt x="95" y="31"/>
                  </a:lnTo>
                  <a:lnTo>
                    <a:pt x="105" y="46"/>
                  </a:lnTo>
                  <a:lnTo>
                    <a:pt x="111" y="61"/>
                  </a:lnTo>
                  <a:lnTo>
                    <a:pt x="116" y="76"/>
                  </a:lnTo>
                  <a:lnTo>
                    <a:pt x="116" y="92"/>
                  </a:lnTo>
                  <a:lnTo>
                    <a:pt x="116" y="107"/>
                  </a:lnTo>
                  <a:lnTo>
                    <a:pt x="100" y="117"/>
                  </a:lnTo>
                  <a:lnTo>
                    <a:pt x="84" y="117"/>
                  </a:lnTo>
                  <a:lnTo>
                    <a:pt x="69" y="117"/>
                  </a:lnTo>
                  <a:lnTo>
                    <a:pt x="53" y="117"/>
                  </a:lnTo>
                  <a:lnTo>
                    <a:pt x="37" y="112"/>
                  </a:lnTo>
                  <a:lnTo>
                    <a:pt x="21" y="102"/>
                  </a:lnTo>
                  <a:lnTo>
                    <a:pt x="11" y="86"/>
                  </a:lnTo>
                  <a:lnTo>
                    <a:pt x="5" y="71"/>
                  </a:lnTo>
                  <a:lnTo>
                    <a:pt x="5" y="66"/>
                  </a:lnTo>
                </a:path>
              </a:pathLst>
            </a:custGeom>
            <a:solidFill>
              <a:srgbClr val="EAEAEA"/>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CC"/>
                </a:solidFill>
                <a:ea typeface="黑体" panose="02010609060101010101" pitchFamily="49" charset="-122"/>
              </a:endParaRPr>
            </a:p>
          </p:txBody>
        </p:sp>
        <p:sp>
          <p:nvSpPr>
            <p:cNvPr id="1049735" name="Freeform 136"/>
            <p:cNvSpPr>
              <a:spLocks noChangeArrowheads="1"/>
            </p:cNvSpPr>
            <p:nvPr/>
          </p:nvSpPr>
          <p:spPr bwMode="auto">
            <a:xfrm>
              <a:off x="3469" y="239"/>
              <a:ext cx="82" cy="87"/>
            </a:xfrm>
            <a:custGeom>
              <a:avLst/>
              <a:gdLst>
                <a:gd name="T0" fmla="*/ 0 w 82"/>
                <a:gd name="T1" fmla="*/ 0 h 87"/>
                <a:gd name="T2" fmla="*/ 16 w 82"/>
                <a:gd name="T3" fmla="*/ 10 h 87"/>
                <a:gd name="T4" fmla="*/ 32 w 82"/>
                <a:gd name="T5" fmla="*/ 20 h 87"/>
                <a:gd name="T6" fmla="*/ 49 w 82"/>
                <a:gd name="T7" fmla="*/ 20 h 87"/>
                <a:gd name="T8" fmla="*/ 65 w 82"/>
                <a:gd name="T9" fmla="*/ 30 h 87"/>
                <a:gd name="T10" fmla="*/ 76 w 82"/>
                <a:gd name="T11" fmla="*/ 46 h 87"/>
                <a:gd name="T12" fmla="*/ 81 w 82"/>
                <a:gd name="T13" fmla="*/ 61 h 87"/>
                <a:gd name="T14" fmla="*/ 81 w 82"/>
                <a:gd name="T15" fmla="*/ 76 h 87"/>
                <a:gd name="T16" fmla="*/ 65 w 82"/>
                <a:gd name="T17" fmla="*/ 86 h 87"/>
                <a:gd name="T18" fmla="*/ 49 w 82"/>
                <a:gd name="T19" fmla="*/ 86 h 87"/>
                <a:gd name="T20" fmla="*/ 27 w 82"/>
                <a:gd name="T21" fmla="*/ 81 h 87"/>
                <a:gd name="T22" fmla="*/ 11 w 82"/>
                <a:gd name="T23" fmla="*/ 71 h 87"/>
                <a:gd name="T24" fmla="*/ 5 w 82"/>
                <a:gd name="T25" fmla="*/ 56 h 87"/>
                <a:gd name="T26" fmla="*/ 0 w 82"/>
                <a:gd name="T27" fmla="*/ 40 h 87"/>
                <a:gd name="T28" fmla="*/ 0 w 82"/>
                <a:gd name="T29" fmla="*/ 25 h 87"/>
                <a:gd name="T30" fmla="*/ 11 w 82"/>
                <a:gd name="T31" fmla="*/ 10 h 87"/>
                <a:gd name="T32" fmla="*/ 0 w 82"/>
                <a:gd name="T33" fmla="*/ 0 h 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82" h="87">
                  <a:moveTo>
                    <a:pt x="0" y="0"/>
                  </a:moveTo>
                  <a:lnTo>
                    <a:pt x="16" y="10"/>
                  </a:lnTo>
                  <a:lnTo>
                    <a:pt x="32" y="20"/>
                  </a:lnTo>
                  <a:lnTo>
                    <a:pt x="49" y="20"/>
                  </a:lnTo>
                  <a:lnTo>
                    <a:pt x="65" y="30"/>
                  </a:lnTo>
                  <a:lnTo>
                    <a:pt x="76" y="46"/>
                  </a:lnTo>
                  <a:lnTo>
                    <a:pt x="81" y="61"/>
                  </a:lnTo>
                  <a:lnTo>
                    <a:pt x="81" y="76"/>
                  </a:lnTo>
                  <a:lnTo>
                    <a:pt x="65" y="86"/>
                  </a:lnTo>
                  <a:lnTo>
                    <a:pt x="49" y="86"/>
                  </a:lnTo>
                  <a:lnTo>
                    <a:pt x="27" y="81"/>
                  </a:lnTo>
                  <a:lnTo>
                    <a:pt x="11" y="71"/>
                  </a:lnTo>
                  <a:lnTo>
                    <a:pt x="5" y="56"/>
                  </a:lnTo>
                  <a:lnTo>
                    <a:pt x="0" y="40"/>
                  </a:lnTo>
                  <a:lnTo>
                    <a:pt x="0" y="25"/>
                  </a:lnTo>
                  <a:lnTo>
                    <a:pt x="11" y="10"/>
                  </a:lnTo>
                  <a:lnTo>
                    <a:pt x="0" y="0"/>
                  </a:lnTo>
                </a:path>
              </a:pathLst>
            </a:custGeom>
            <a:solidFill>
              <a:srgbClr val="EAEAEA"/>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CC"/>
                </a:solidFill>
                <a:ea typeface="黑体" panose="02010609060101010101" pitchFamily="49" charset="-122"/>
              </a:endParaRPr>
            </a:p>
          </p:txBody>
        </p:sp>
      </p:grpSp>
      <p:sp>
        <p:nvSpPr>
          <p:cNvPr id="1049736" name="Text Box 137"/>
          <p:cNvSpPr txBox="1">
            <a:spLocks noChangeArrowheads="1"/>
          </p:cNvSpPr>
          <p:nvPr/>
        </p:nvSpPr>
        <p:spPr bwMode="auto">
          <a:xfrm>
            <a:off x="6167438" y="4222750"/>
            <a:ext cx="655637"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zh-CN" altLang="en-US" sz="2000" b="1">
                <a:solidFill>
                  <a:srgbClr val="0000CC"/>
                </a:solidFill>
                <a:ea typeface="黑体" panose="02010609060101010101" pitchFamily="49" charset="-122"/>
              </a:rPr>
              <a:t>网 </a:t>
            </a:r>
            <a:r>
              <a:rPr lang="en-US" altLang="zh-CN" sz="2000" b="1">
                <a:solidFill>
                  <a:srgbClr val="0000CC"/>
                </a:solidFill>
                <a:ea typeface="黑体" panose="02010609060101010101" pitchFamily="49" charset="-122"/>
              </a:rPr>
              <a:t>4</a:t>
            </a:r>
          </a:p>
        </p:txBody>
      </p:sp>
      <p:sp>
        <p:nvSpPr>
          <p:cNvPr id="1049737" name="Line 138"/>
          <p:cNvSpPr>
            <a:spLocks noChangeShapeType="1"/>
          </p:cNvSpPr>
          <p:nvPr/>
        </p:nvSpPr>
        <p:spPr bwMode="auto">
          <a:xfrm>
            <a:off x="4403725" y="4608513"/>
            <a:ext cx="992188" cy="176212"/>
          </a:xfrm>
          <a:prstGeom prst="line">
            <a:avLst/>
          </a:prstGeom>
          <a:noFill/>
          <a:ln w="19050">
            <a:solidFill>
              <a:srgbClr val="333399"/>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CC"/>
              </a:solidFill>
              <a:ea typeface="黑体" panose="02010609060101010101" pitchFamily="49" charset="-122"/>
            </a:endParaRPr>
          </a:p>
        </p:txBody>
      </p:sp>
      <p:grpSp>
        <p:nvGrpSpPr>
          <p:cNvPr id="1049738" name="Group 139"/>
          <p:cNvGrpSpPr>
            <a:grpSpLocks/>
          </p:cNvGrpSpPr>
          <p:nvPr/>
        </p:nvGrpSpPr>
        <p:grpSpPr bwMode="auto">
          <a:xfrm>
            <a:off x="4075113" y="4262438"/>
            <a:ext cx="742950" cy="608012"/>
            <a:chOff x="2949" y="196"/>
            <a:chExt cx="941" cy="598"/>
          </a:xfrm>
        </p:grpSpPr>
        <p:sp>
          <p:nvSpPr>
            <p:cNvPr id="1049739" name="Oval 140"/>
            <p:cNvSpPr>
              <a:spLocks noChangeArrowheads="1"/>
            </p:cNvSpPr>
            <p:nvPr/>
          </p:nvSpPr>
          <p:spPr bwMode="auto">
            <a:xfrm>
              <a:off x="3168" y="196"/>
              <a:ext cx="407" cy="162"/>
            </a:xfrm>
            <a:prstGeom prst="ellipse">
              <a:avLst/>
            </a:prstGeom>
            <a:solidFill>
              <a:srgbClr val="EAEAEA"/>
            </a:solidFill>
            <a:ln w="12700">
              <a:solidFill>
                <a:schemeClr val="tx1"/>
              </a:solidFill>
              <a:round/>
              <a:headEnd/>
              <a:tailEnd/>
            </a:ln>
          </p:spPr>
          <p:txBody>
            <a:bodyPr wrap="none" anchor="ctr"/>
            <a:lstStyle/>
            <a:p>
              <a:pPr eaLnBrk="0" hangingPunct="0"/>
              <a:endParaRPr lang="zh-CN" altLang="en-US" b="1">
                <a:solidFill>
                  <a:srgbClr val="0000CC"/>
                </a:solidFill>
                <a:ea typeface="黑体" panose="02010609060101010101" pitchFamily="49" charset="-122"/>
              </a:endParaRPr>
            </a:p>
          </p:txBody>
        </p:sp>
        <p:sp>
          <p:nvSpPr>
            <p:cNvPr id="1049740" name="Oval 141"/>
            <p:cNvSpPr>
              <a:spLocks noChangeArrowheads="1"/>
            </p:cNvSpPr>
            <p:nvPr/>
          </p:nvSpPr>
          <p:spPr bwMode="auto">
            <a:xfrm rot="900000">
              <a:off x="3512" y="252"/>
              <a:ext cx="275" cy="131"/>
            </a:xfrm>
            <a:prstGeom prst="ellipse">
              <a:avLst/>
            </a:prstGeom>
            <a:solidFill>
              <a:srgbClr val="EAEAEA"/>
            </a:solidFill>
            <a:ln w="12700">
              <a:solidFill>
                <a:schemeClr val="tx1"/>
              </a:solidFill>
              <a:round/>
              <a:headEnd/>
              <a:tailEnd/>
            </a:ln>
          </p:spPr>
          <p:txBody>
            <a:bodyPr wrap="none" anchor="ctr"/>
            <a:lstStyle/>
            <a:p>
              <a:pPr eaLnBrk="0" hangingPunct="0"/>
              <a:endParaRPr lang="zh-CN" altLang="en-US" b="1">
                <a:solidFill>
                  <a:srgbClr val="0000CC"/>
                </a:solidFill>
                <a:ea typeface="黑体" panose="02010609060101010101" pitchFamily="49" charset="-122"/>
              </a:endParaRPr>
            </a:p>
          </p:txBody>
        </p:sp>
        <p:sp>
          <p:nvSpPr>
            <p:cNvPr id="1049741" name="Oval 142"/>
            <p:cNvSpPr>
              <a:spLocks noChangeArrowheads="1"/>
            </p:cNvSpPr>
            <p:nvPr/>
          </p:nvSpPr>
          <p:spPr bwMode="auto">
            <a:xfrm rot="1500000">
              <a:off x="3650" y="385"/>
              <a:ext cx="240" cy="153"/>
            </a:xfrm>
            <a:prstGeom prst="ellipse">
              <a:avLst/>
            </a:prstGeom>
            <a:solidFill>
              <a:srgbClr val="EAEAEA"/>
            </a:solidFill>
            <a:ln w="12700">
              <a:solidFill>
                <a:schemeClr val="tx1"/>
              </a:solidFill>
              <a:round/>
              <a:headEnd/>
              <a:tailEnd/>
            </a:ln>
          </p:spPr>
          <p:txBody>
            <a:bodyPr wrap="none" anchor="ctr"/>
            <a:lstStyle/>
            <a:p>
              <a:pPr eaLnBrk="0" hangingPunct="0"/>
              <a:endParaRPr lang="zh-CN" altLang="en-US" b="1">
                <a:solidFill>
                  <a:srgbClr val="0000CC"/>
                </a:solidFill>
                <a:ea typeface="黑体" panose="02010609060101010101" pitchFamily="49" charset="-122"/>
              </a:endParaRPr>
            </a:p>
          </p:txBody>
        </p:sp>
        <p:sp>
          <p:nvSpPr>
            <p:cNvPr id="1049742" name="Oval 143"/>
            <p:cNvSpPr>
              <a:spLocks noChangeArrowheads="1"/>
            </p:cNvSpPr>
            <p:nvPr/>
          </p:nvSpPr>
          <p:spPr bwMode="auto">
            <a:xfrm rot="-1560000">
              <a:off x="3573" y="537"/>
              <a:ext cx="291" cy="189"/>
            </a:xfrm>
            <a:prstGeom prst="ellipse">
              <a:avLst/>
            </a:prstGeom>
            <a:solidFill>
              <a:srgbClr val="EAEAEA"/>
            </a:solidFill>
            <a:ln w="12700">
              <a:solidFill>
                <a:schemeClr val="tx1"/>
              </a:solidFill>
              <a:round/>
              <a:headEnd/>
              <a:tailEnd/>
            </a:ln>
          </p:spPr>
          <p:txBody>
            <a:bodyPr wrap="none" anchor="ctr"/>
            <a:lstStyle/>
            <a:p>
              <a:pPr eaLnBrk="0" hangingPunct="0"/>
              <a:endParaRPr lang="zh-CN" altLang="en-US" b="1">
                <a:solidFill>
                  <a:srgbClr val="0000CC"/>
                </a:solidFill>
                <a:ea typeface="黑体" panose="02010609060101010101" pitchFamily="49" charset="-122"/>
              </a:endParaRPr>
            </a:p>
          </p:txBody>
        </p:sp>
        <p:sp>
          <p:nvSpPr>
            <p:cNvPr id="1049743" name="Oval 144"/>
            <p:cNvSpPr>
              <a:spLocks noChangeArrowheads="1"/>
            </p:cNvSpPr>
            <p:nvPr/>
          </p:nvSpPr>
          <p:spPr bwMode="auto">
            <a:xfrm>
              <a:off x="3216" y="555"/>
              <a:ext cx="471" cy="239"/>
            </a:xfrm>
            <a:prstGeom prst="ellipse">
              <a:avLst/>
            </a:prstGeom>
            <a:solidFill>
              <a:srgbClr val="EAEAEA"/>
            </a:solidFill>
            <a:ln w="12700">
              <a:solidFill>
                <a:schemeClr val="tx1"/>
              </a:solidFill>
              <a:round/>
              <a:headEnd/>
              <a:tailEnd/>
            </a:ln>
          </p:spPr>
          <p:txBody>
            <a:bodyPr wrap="none" anchor="ctr"/>
            <a:lstStyle/>
            <a:p>
              <a:pPr eaLnBrk="0" hangingPunct="0"/>
              <a:endParaRPr lang="zh-CN" altLang="en-US" b="1">
                <a:solidFill>
                  <a:srgbClr val="0000CC"/>
                </a:solidFill>
                <a:ea typeface="黑体" panose="02010609060101010101" pitchFamily="49" charset="-122"/>
              </a:endParaRPr>
            </a:p>
          </p:txBody>
        </p:sp>
        <p:sp>
          <p:nvSpPr>
            <p:cNvPr id="1049744" name="Oval 145"/>
            <p:cNvSpPr>
              <a:spLocks noChangeArrowheads="1"/>
            </p:cNvSpPr>
            <p:nvPr/>
          </p:nvSpPr>
          <p:spPr bwMode="auto">
            <a:xfrm rot="1080000">
              <a:off x="3023" y="555"/>
              <a:ext cx="265" cy="156"/>
            </a:xfrm>
            <a:prstGeom prst="ellipse">
              <a:avLst/>
            </a:prstGeom>
            <a:solidFill>
              <a:srgbClr val="EAEAEA"/>
            </a:solidFill>
            <a:ln w="12700">
              <a:solidFill>
                <a:schemeClr val="tx1"/>
              </a:solidFill>
              <a:round/>
              <a:headEnd/>
              <a:tailEnd/>
            </a:ln>
          </p:spPr>
          <p:txBody>
            <a:bodyPr wrap="none" anchor="ctr"/>
            <a:lstStyle/>
            <a:p>
              <a:pPr eaLnBrk="0" hangingPunct="0"/>
              <a:endParaRPr lang="zh-CN" altLang="en-US" b="1">
                <a:solidFill>
                  <a:srgbClr val="0000CC"/>
                </a:solidFill>
                <a:ea typeface="黑体" panose="02010609060101010101" pitchFamily="49" charset="-122"/>
              </a:endParaRPr>
            </a:p>
          </p:txBody>
        </p:sp>
        <p:sp>
          <p:nvSpPr>
            <p:cNvPr id="1049745" name="Oval 146"/>
            <p:cNvSpPr>
              <a:spLocks noChangeArrowheads="1"/>
            </p:cNvSpPr>
            <p:nvPr/>
          </p:nvSpPr>
          <p:spPr bwMode="auto">
            <a:xfrm>
              <a:off x="2949" y="432"/>
              <a:ext cx="217" cy="156"/>
            </a:xfrm>
            <a:prstGeom prst="ellipse">
              <a:avLst/>
            </a:prstGeom>
            <a:solidFill>
              <a:srgbClr val="EAEAEA"/>
            </a:solidFill>
            <a:ln w="12700">
              <a:solidFill>
                <a:schemeClr val="tx1"/>
              </a:solidFill>
              <a:round/>
              <a:headEnd/>
              <a:tailEnd/>
            </a:ln>
          </p:spPr>
          <p:txBody>
            <a:bodyPr wrap="none" anchor="ctr"/>
            <a:lstStyle/>
            <a:p>
              <a:pPr eaLnBrk="0" hangingPunct="0"/>
              <a:endParaRPr lang="zh-CN" altLang="en-US" b="1">
                <a:solidFill>
                  <a:srgbClr val="0000CC"/>
                </a:solidFill>
                <a:ea typeface="黑体" panose="02010609060101010101" pitchFamily="49" charset="-122"/>
              </a:endParaRPr>
            </a:p>
          </p:txBody>
        </p:sp>
        <p:sp>
          <p:nvSpPr>
            <p:cNvPr id="1049746" name="Oval 147"/>
            <p:cNvSpPr>
              <a:spLocks noChangeArrowheads="1"/>
            </p:cNvSpPr>
            <p:nvPr/>
          </p:nvSpPr>
          <p:spPr bwMode="auto">
            <a:xfrm rot="-1860000">
              <a:off x="2984" y="310"/>
              <a:ext cx="295" cy="156"/>
            </a:xfrm>
            <a:prstGeom prst="ellipse">
              <a:avLst/>
            </a:prstGeom>
            <a:solidFill>
              <a:srgbClr val="EAEAEA"/>
            </a:solidFill>
            <a:ln w="12700">
              <a:solidFill>
                <a:schemeClr val="tx1"/>
              </a:solidFill>
              <a:round/>
              <a:headEnd/>
              <a:tailEnd/>
            </a:ln>
          </p:spPr>
          <p:txBody>
            <a:bodyPr wrap="none" anchor="ctr"/>
            <a:lstStyle/>
            <a:p>
              <a:pPr eaLnBrk="0" hangingPunct="0"/>
              <a:endParaRPr lang="zh-CN" altLang="en-US" b="1">
                <a:solidFill>
                  <a:srgbClr val="0000CC"/>
                </a:solidFill>
                <a:ea typeface="黑体" panose="02010609060101010101" pitchFamily="49" charset="-122"/>
              </a:endParaRPr>
            </a:p>
          </p:txBody>
        </p:sp>
        <p:sp>
          <p:nvSpPr>
            <p:cNvPr id="1049747" name="Freeform 148"/>
            <p:cNvSpPr>
              <a:spLocks noChangeArrowheads="1"/>
            </p:cNvSpPr>
            <p:nvPr/>
          </p:nvSpPr>
          <p:spPr bwMode="auto">
            <a:xfrm>
              <a:off x="3051" y="300"/>
              <a:ext cx="738" cy="407"/>
            </a:xfrm>
            <a:custGeom>
              <a:avLst/>
              <a:gdLst>
                <a:gd name="T0" fmla="*/ 108 w 738"/>
                <a:gd name="T1" fmla="*/ 82 h 407"/>
                <a:gd name="T2" fmla="*/ 145 w 738"/>
                <a:gd name="T3" fmla="*/ 77 h 407"/>
                <a:gd name="T4" fmla="*/ 183 w 738"/>
                <a:gd name="T5" fmla="*/ 72 h 407"/>
                <a:gd name="T6" fmla="*/ 215 w 738"/>
                <a:gd name="T7" fmla="*/ 67 h 407"/>
                <a:gd name="T8" fmla="*/ 237 w 738"/>
                <a:gd name="T9" fmla="*/ 46 h 407"/>
                <a:gd name="T10" fmla="*/ 204 w 738"/>
                <a:gd name="T11" fmla="*/ 41 h 407"/>
                <a:gd name="T12" fmla="*/ 172 w 738"/>
                <a:gd name="T13" fmla="*/ 46 h 407"/>
                <a:gd name="T14" fmla="*/ 156 w 738"/>
                <a:gd name="T15" fmla="*/ 46 h 407"/>
                <a:gd name="T16" fmla="*/ 188 w 738"/>
                <a:gd name="T17" fmla="*/ 26 h 407"/>
                <a:gd name="T18" fmla="*/ 226 w 738"/>
                <a:gd name="T19" fmla="*/ 15 h 407"/>
                <a:gd name="T20" fmla="*/ 258 w 738"/>
                <a:gd name="T21" fmla="*/ 10 h 407"/>
                <a:gd name="T22" fmla="*/ 290 w 738"/>
                <a:gd name="T23" fmla="*/ 5 h 407"/>
                <a:gd name="T24" fmla="*/ 323 w 738"/>
                <a:gd name="T25" fmla="*/ 0 h 407"/>
                <a:gd name="T26" fmla="*/ 355 w 738"/>
                <a:gd name="T27" fmla="*/ 0 h 407"/>
                <a:gd name="T28" fmla="*/ 387 w 738"/>
                <a:gd name="T29" fmla="*/ 0 h 407"/>
                <a:gd name="T30" fmla="*/ 463 w 738"/>
                <a:gd name="T31" fmla="*/ 0 h 407"/>
                <a:gd name="T32" fmla="*/ 506 w 738"/>
                <a:gd name="T33" fmla="*/ 0 h 407"/>
                <a:gd name="T34" fmla="*/ 543 w 738"/>
                <a:gd name="T35" fmla="*/ 15 h 407"/>
                <a:gd name="T36" fmla="*/ 570 w 738"/>
                <a:gd name="T37" fmla="*/ 36 h 407"/>
                <a:gd name="T38" fmla="*/ 603 w 738"/>
                <a:gd name="T39" fmla="*/ 51 h 407"/>
                <a:gd name="T40" fmla="*/ 635 w 738"/>
                <a:gd name="T41" fmla="*/ 57 h 407"/>
                <a:gd name="T42" fmla="*/ 667 w 738"/>
                <a:gd name="T43" fmla="*/ 77 h 407"/>
                <a:gd name="T44" fmla="*/ 694 w 738"/>
                <a:gd name="T45" fmla="*/ 98 h 407"/>
                <a:gd name="T46" fmla="*/ 715 w 738"/>
                <a:gd name="T47" fmla="*/ 128 h 407"/>
                <a:gd name="T48" fmla="*/ 721 w 738"/>
                <a:gd name="T49" fmla="*/ 164 h 407"/>
                <a:gd name="T50" fmla="*/ 726 w 738"/>
                <a:gd name="T51" fmla="*/ 195 h 407"/>
                <a:gd name="T52" fmla="*/ 726 w 738"/>
                <a:gd name="T53" fmla="*/ 226 h 407"/>
                <a:gd name="T54" fmla="*/ 726 w 738"/>
                <a:gd name="T55" fmla="*/ 257 h 407"/>
                <a:gd name="T56" fmla="*/ 737 w 738"/>
                <a:gd name="T57" fmla="*/ 288 h 407"/>
                <a:gd name="T58" fmla="*/ 737 w 738"/>
                <a:gd name="T59" fmla="*/ 319 h 407"/>
                <a:gd name="T60" fmla="*/ 715 w 738"/>
                <a:gd name="T61" fmla="*/ 349 h 407"/>
                <a:gd name="T62" fmla="*/ 678 w 738"/>
                <a:gd name="T63" fmla="*/ 365 h 407"/>
                <a:gd name="T64" fmla="*/ 646 w 738"/>
                <a:gd name="T65" fmla="*/ 380 h 407"/>
                <a:gd name="T66" fmla="*/ 613 w 738"/>
                <a:gd name="T67" fmla="*/ 396 h 407"/>
                <a:gd name="T68" fmla="*/ 581 w 738"/>
                <a:gd name="T69" fmla="*/ 401 h 407"/>
                <a:gd name="T70" fmla="*/ 538 w 738"/>
                <a:gd name="T71" fmla="*/ 406 h 407"/>
                <a:gd name="T72" fmla="*/ 500 w 738"/>
                <a:gd name="T73" fmla="*/ 406 h 407"/>
                <a:gd name="T74" fmla="*/ 468 w 738"/>
                <a:gd name="T75" fmla="*/ 406 h 407"/>
                <a:gd name="T76" fmla="*/ 436 w 738"/>
                <a:gd name="T77" fmla="*/ 406 h 407"/>
                <a:gd name="T78" fmla="*/ 403 w 738"/>
                <a:gd name="T79" fmla="*/ 406 h 407"/>
                <a:gd name="T80" fmla="*/ 371 w 738"/>
                <a:gd name="T81" fmla="*/ 406 h 407"/>
                <a:gd name="T82" fmla="*/ 339 w 738"/>
                <a:gd name="T83" fmla="*/ 406 h 407"/>
                <a:gd name="T84" fmla="*/ 307 w 738"/>
                <a:gd name="T85" fmla="*/ 406 h 407"/>
                <a:gd name="T86" fmla="*/ 269 w 738"/>
                <a:gd name="T87" fmla="*/ 406 h 407"/>
                <a:gd name="T88" fmla="*/ 237 w 738"/>
                <a:gd name="T89" fmla="*/ 406 h 407"/>
                <a:gd name="T90" fmla="*/ 204 w 738"/>
                <a:gd name="T91" fmla="*/ 406 h 407"/>
                <a:gd name="T92" fmla="*/ 172 w 738"/>
                <a:gd name="T93" fmla="*/ 391 h 407"/>
                <a:gd name="T94" fmla="*/ 140 w 738"/>
                <a:gd name="T95" fmla="*/ 380 h 407"/>
                <a:gd name="T96" fmla="*/ 108 w 738"/>
                <a:gd name="T97" fmla="*/ 365 h 407"/>
                <a:gd name="T98" fmla="*/ 81 w 738"/>
                <a:gd name="T99" fmla="*/ 339 h 407"/>
                <a:gd name="T100" fmla="*/ 59 w 738"/>
                <a:gd name="T101" fmla="*/ 319 h 407"/>
                <a:gd name="T102" fmla="*/ 38 w 738"/>
                <a:gd name="T103" fmla="*/ 288 h 407"/>
                <a:gd name="T104" fmla="*/ 16 w 738"/>
                <a:gd name="T105" fmla="*/ 252 h 407"/>
                <a:gd name="T106" fmla="*/ 0 w 738"/>
                <a:gd name="T107" fmla="*/ 216 h 407"/>
                <a:gd name="T108" fmla="*/ 0 w 738"/>
                <a:gd name="T109" fmla="*/ 185 h 407"/>
                <a:gd name="T110" fmla="*/ 5 w 738"/>
                <a:gd name="T111" fmla="*/ 149 h 407"/>
                <a:gd name="T112" fmla="*/ 27 w 738"/>
                <a:gd name="T113" fmla="*/ 123 h 407"/>
                <a:gd name="T114" fmla="*/ 54 w 738"/>
                <a:gd name="T115" fmla="*/ 108 h 407"/>
                <a:gd name="T116" fmla="*/ 86 w 738"/>
                <a:gd name="T117" fmla="*/ 98 h 407"/>
                <a:gd name="T118" fmla="*/ 113 w 738"/>
                <a:gd name="T119" fmla="*/ 82 h 407"/>
                <a:gd name="T120" fmla="*/ 129 w 738"/>
                <a:gd name="T121" fmla="*/ 98 h 40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Lst>
              <a:rect l="0" t="0" r="r" b="b"/>
              <a:pathLst>
                <a:path w="738" h="407">
                  <a:moveTo>
                    <a:pt x="91" y="82"/>
                  </a:moveTo>
                  <a:lnTo>
                    <a:pt x="108" y="82"/>
                  </a:lnTo>
                  <a:lnTo>
                    <a:pt x="124" y="82"/>
                  </a:lnTo>
                  <a:lnTo>
                    <a:pt x="145" y="77"/>
                  </a:lnTo>
                  <a:lnTo>
                    <a:pt x="161" y="77"/>
                  </a:lnTo>
                  <a:lnTo>
                    <a:pt x="183" y="72"/>
                  </a:lnTo>
                  <a:lnTo>
                    <a:pt x="199" y="72"/>
                  </a:lnTo>
                  <a:lnTo>
                    <a:pt x="215" y="67"/>
                  </a:lnTo>
                  <a:lnTo>
                    <a:pt x="231" y="62"/>
                  </a:lnTo>
                  <a:lnTo>
                    <a:pt x="237" y="46"/>
                  </a:lnTo>
                  <a:lnTo>
                    <a:pt x="221" y="41"/>
                  </a:lnTo>
                  <a:lnTo>
                    <a:pt x="204" y="41"/>
                  </a:lnTo>
                  <a:lnTo>
                    <a:pt x="188" y="46"/>
                  </a:lnTo>
                  <a:lnTo>
                    <a:pt x="172" y="46"/>
                  </a:lnTo>
                  <a:lnTo>
                    <a:pt x="156" y="62"/>
                  </a:lnTo>
                  <a:lnTo>
                    <a:pt x="156" y="46"/>
                  </a:lnTo>
                  <a:lnTo>
                    <a:pt x="172" y="36"/>
                  </a:lnTo>
                  <a:lnTo>
                    <a:pt x="188" y="26"/>
                  </a:lnTo>
                  <a:lnTo>
                    <a:pt x="210" y="21"/>
                  </a:lnTo>
                  <a:lnTo>
                    <a:pt x="226" y="15"/>
                  </a:lnTo>
                  <a:lnTo>
                    <a:pt x="242" y="15"/>
                  </a:lnTo>
                  <a:lnTo>
                    <a:pt x="258" y="10"/>
                  </a:lnTo>
                  <a:lnTo>
                    <a:pt x="274" y="10"/>
                  </a:lnTo>
                  <a:lnTo>
                    <a:pt x="290" y="5"/>
                  </a:lnTo>
                  <a:lnTo>
                    <a:pt x="307" y="5"/>
                  </a:lnTo>
                  <a:lnTo>
                    <a:pt x="323" y="0"/>
                  </a:lnTo>
                  <a:lnTo>
                    <a:pt x="339" y="0"/>
                  </a:lnTo>
                  <a:lnTo>
                    <a:pt x="355" y="0"/>
                  </a:lnTo>
                  <a:lnTo>
                    <a:pt x="371" y="0"/>
                  </a:lnTo>
                  <a:lnTo>
                    <a:pt x="387" y="0"/>
                  </a:lnTo>
                  <a:lnTo>
                    <a:pt x="420" y="0"/>
                  </a:lnTo>
                  <a:lnTo>
                    <a:pt x="463" y="0"/>
                  </a:lnTo>
                  <a:lnTo>
                    <a:pt x="484" y="0"/>
                  </a:lnTo>
                  <a:lnTo>
                    <a:pt x="506" y="0"/>
                  </a:lnTo>
                  <a:lnTo>
                    <a:pt x="527" y="5"/>
                  </a:lnTo>
                  <a:lnTo>
                    <a:pt x="543" y="15"/>
                  </a:lnTo>
                  <a:lnTo>
                    <a:pt x="554" y="31"/>
                  </a:lnTo>
                  <a:lnTo>
                    <a:pt x="570" y="36"/>
                  </a:lnTo>
                  <a:lnTo>
                    <a:pt x="586" y="46"/>
                  </a:lnTo>
                  <a:lnTo>
                    <a:pt x="603" y="51"/>
                  </a:lnTo>
                  <a:lnTo>
                    <a:pt x="619" y="51"/>
                  </a:lnTo>
                  <a:lnTo>
                    <a:pt x="635" y="57"/>
                  </a:lnTo>
                  <a:lnTo>
                    <a:pt x="651" y="67"/>
                  </a:lnTo>
                  <a:lnTo>
                    <a:pt x="667" y="77"/>
                  </a:lnTo>
                  <a:lnTo>
                    <a:pt x="678" y="93"/>
                  </a:lnTo>
                  <a:lnTo>
                    <a:pt x="694" y="98"/>
                  </a:lnTo>
                  <a:lnTo>
                    <a:pt x="699" y="113"/>
                  </a:lnTo>
                  <a:lnTo>
                    <a:pt x="715" y="128"/>
                  </a:lnTo>
                  <a:lnTo>
                    <a:pt x="721" y="149"/>
                  </a:lnTo>
                  <a:lnTo>
                    <a:pt x="721" y="164"/>
                  </a:lnTo>
                  <a:lnTo>
                    <a:pt x="726" y="180"/>
                  </a:lnTo>
                  <a:lnTo>
                    <a:pt x="726" y="195"/>
                  </a:lnTo>
                  <a:lnTo>
                    <a:pt x="726" y="211"/>
                  </a:lnTo>
                  <a:lnTo>
                    <a:pt x="726" y="226"/>
                  </a:lnTo>
                  <a:lnTo>
                    <a:pt x="726" y="242"/>
                  </a:lnTo>
                  <a:lnTo>
                    <a:pt x="726" y="257"/>
                  </a:lnTo>
                  <a:lnTo>
                    <a:pt x="737" y="272"/>
                  </a:lnTo>
                  <a:lnTo>
                    <a:pt x="737" y="288"/>
                  </a:lnTo>
                  <a:lnTo>
                    <a:pt x="737" y="303"/>
                  </a:lnTo>
                  <a:lnTo>
                    <a:pt x="737" y="319"/>
                  </a:lnTo>
                  <a:lnTo>
                    <a:pt x="732" y="334"/>
                  </a:lnTo>
                  <a:lnTo>
                    <a:pt x="715" y="349"/>
                  </a:lnTo>
                  <a:lnTo>
                    <a:pt x="694" y="360"/>
                  </a:lnTo>
                  <a:lnTo>
                    <a:pt x="678" y="365"/>
                  </a:lnTo>
                  <a:lnTo>
                    <a:pt x="662" y="375"/>
                  </a:lnTo>
                  <a:lnTo>
                    <a:pt x="646" y="380"/>
                  </a:lnTo>
                  <a:lnTo>
                    <a:pt x="629" y="385"/>
                  </a:lnTo>
                  <a:lnTo>
                    <a:pt x="613" y="396"/>
                  </a:lnTo>
                  <a:lnTo>
                    <a:pt x="597" y="401"/>
                  </a:lnTo>
                  <a:lnTo>
                    <a:pt x="581" y="401"/>
                  </a:lnTo>
                  <a:lnTo>
                    <a:pt x="559" y="406"/>
                  </a:lnTo>
                  <a:lnTo>
                    <a:pt x="538" y="406"/>
                  </a:lnTo>
                  <a:lnTo>
                    <a:pt x="522" y="406"/>
                  </a:lnTo>
                  <a:lnTo>
                    <a:pt x="500" y="406"/>
                  </a:lnTo>
                  <a:lnTo>
                    <a:pt x="484" y="406"/>
                  </a:lnTo>
                  <a:lnTo>
                    <a:pt x="468" y="406"/>
                  </a:lnTo>
                  <a:lnTo>
                    <a:pt x="452" y="406"/>
                  </a:lnTo>
                  <a:lnTo>
                    <a:pt x="436" y="406"/>
                  </a:lnTo>
                  <a:lnTo>
                    <a:pt x="420" y="406"/>
                  </a:lnTo>
                  <a:lnTo>
                    <a:pt x="403" y="406"/>
                  </a:lnTo>
                  <a:lnTo>
                    <a:pt x="387" y="406"/>
                  </a:lnTo>
                  <a:lnTo>
                    <a:pt x="371" y="406"/>
                  </a:lnTo>
                  <a:lnTo>
                    <a:pt x="355" y="406"/>
                  </a:lnTo>
                  <a:lnTo>
                    <a:pt x="339" y="406"/>
                  </a:lnTo>
                  <a:lnTo>
                    <a:pt x="323" y="406"/>
                  </a:lnTo>
                  <a:lnTo>
                    <a:pt x="307" y="406"/>
                  </a:lnTo>
                  <a:lnTo>
                    <a:pt x="285" y="406"/>
                  </a:lnTo>
                  <a:lnTo>
                    <a:pt x="269" y="406"/>
                  </a:lnTo>
                  <a:lnTo>
                    <a:pt x="253" y="406"/>
                  </a:lnTo>
                  <a:lnTo>
                    <a:pt x="237" y="406"/>
                  </a:lnTo>
                  <a:lnTo>
                    <a:pt x="221" y="406"/>
                  </a:lnTo>
                  <a:lnTo>
                    <a:pt x="204" y="406"/>
                  </a:lnTo>
                  <a:lnTo>
                    <a:pt x="188" y="396"/>
                  </a:lnTo>
                  <a:lnTo>
                    <a:pt x="172" y="391"/>
                  </a:lnTo>
                  <a:lnTo>
                    <a:pt x="156" y="385"/>
                  </a:lnTo>
                  <a:lnTo>
                    <a:pt x="140" y="380"/>
                  </a:lnTo>
                  <a:lnTo>
                    <a:pt x="124" y="375"/>
                  </a:lnTo>
                  <a:lnTo>
                    <a:pt x="108" y="365"/>
                  </a:lnTo>
                  <a:lnTo>
                    <a:pt x="91" y="355"/>
                  </a:lnTo>
                  <a:lnTo>
                    <a:pt x="81" y="339"/>
                  </a:lnTo>
                  <a:lnTo>
                    <a:pt x="65" y="334"/>
                  </a:lnTo>
                  <a:lnTo>
                    <a:pt x="59" y="319"/>
                  </a:lnTo>
                  <a:lnTo>
                    <a:pt x="43" y="303"/>
                  </a:lnTo>
                  <a:lnTo>
                    <a:pt x="38" y="288"/>
                  </a:lnTo>
                  <a:lnTo>
                    <a:pt x="22" y="272"/>
                  </a:lnTo>
                  <a:lnTo>
                    <a:pt x="16" y="252"/>
                  </a:lnTo>
                  <a:lnTo>
                    <a:pt x="5" y="231"/>
                  </a:lnTo>
                  <a:lnTo>
                    <a:pt x="0" y="216"/>
                  </a:lnTo>
                  <a:lnTo>
                    <a:pt x="0" y="200"/>
                  </a:lnTo>
                  <a:lnTo>
                    <a:pt x="0" y="185"/>
                  </a:lnTo>
                  <a:lnTo>
                    <a:pt x="0" y="170"/>
                  </a:lnTo>
                  <a:lnTo>
                    <a:pt x="5" y="149"/>
                  </a:lnTo>
                  <a:lnTo>
                    <a:pt x="11" y="134"/>
                  </a:lnTo>
                  <a:lnTo>
                    <a:pt x="27" y="123"/>
                  </a:lnTo>
                  <a:lnTo>
                    <a:pt x="38" y="108"/>
                  </a:lnTo>
                  <a:lnTo>
                    <a:pt x="54" y="108"/>
                  </a:lnTo>
                  <a:lnTo>
                    <a:pt x="70" y="103"/>
                  </a:lnTo>
                  <a:lnTo>
                    <a:pt x="86" y="98"/>
                  </a:lnTo>
                  <a:lnTo>
                    <a:pt x="102" y="98"/>
                  </a:lnTo>
                  <a:lnTo>
                    <a:pt x="113" y="82"/>
                  </a:lnTo>
                  <a:lnTo>
                    <a:pt x="113" y="67"/>
                  </a:lnTo>
                  <a:lnTo>
                    <a:pt x="129" y="98"/>
                  </a:lnTo>
                </a:path>
              </a:pathLst>
            </a:custGeom>
            <a:solidFill>
              <a:srgbClr val="EAEAEA"/>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CC"/>
                </a:solidFill>
                <a:ea typeface="黑体" panose="02010609060101010101" pitchFamily="49" charset="-122"/>
              </a:endParaRPr>
            </a:p>
          </p:txBody>
        </p:sp>
        <p:sp>
          <p:nvSpPr>
            <p:cNvPr id="1049748" name="Freeform 149"/>
            <p:cNvSpPr>
              <a:spLocks noChangeArrowheads="1"/>
            </p:cNvSpPr>
            <p:nvPr/>
          </p:nvSpPr>
          <p:spPr bwMode="auto">
            <a:xfrm>
              <a:off x="3193" y="270"/>
              <a:ext cx="117" cy="118"/>
            </a:xfrm>
            <a:custGeom>
              <a:avLst/>
              <a:gdLst>
                <a:gd name="T0" fmla="*/ 5 w 117"/>
                <a:gd name="T1" fmla="*/ 66 h 118"/>
                <a:gd name="T2" fmla="*/ 0 w 117"/>
                <a:gd name="T3" fmla="*/ 51 h 118"/>
                <a:gd name="T4" fmla="*/ 0 w 117"/>
                <a:gd name="T5" fmla="*/ 36 h 118"/>
                <a:gd name="T6" fmla="*/ 16 w 117"/>
                <a:gd name="T7" fmla="*/ 25 h 118"/>
                <a:gd name="T8" fmla="*/ 32 w 117"/>
                <a:gd name="T9" fmla="*/ 15 h 118"/>
                <a:gd name="T10" fmla="*/ 47 w 117"/>
                <a:gd name="T11" fmla="*/ 0 h 118"/>
                <a:gd name="T12" fmla="*/ 63 w 117"/>
                <a:gd name="T13" fmla="*/ 0 h 118"/>
                <a:gd name="T14" fmla="*/ 79 w 117"/>
                <a:gd name="T15" fmla="*/ 0 h 118"/>
                <a:gd name="T16" fmla="*/ 84 w 117"/>
                <a:gd name="T17" fmla="*/ 15 h 118"/>
                <a:gd name="T18" fmla="*/ 95 w 117"/>
                <a:gd name="T19" fmla="*/ 31 h 118"/>
                <a:gd name="T20" fmla="*/ 105 w 117"/>
                <a:gd name="T21" fmla="*/ 46 h 118"/>
                <a:gd name="T22" fmla="*/ 111 w 117"/>
                <a:gd name="T23" fmla="*/ 61 h 118"/>
                <a:gd name="T24" fmla="*/ 116 w 117"/>
                <a:gd name="T25" fmla="*/ 76 h 118"/>
                <a:gd name="T26" fmla="*/ 116 w 117"/>
                <a:gd name="T27" fmla="*/ 92 h 118"/>
                <a:gd name="T28" fmla="*/ 116 w 117"/>
                <a:gd name="T29" fmla="*/ 107 h 118"/>
                <a:gd name="T30" fmla="*/ 100 w 117"/>
                <a:gd name="T31" fmla="*/ 117 h 118"/>
                <a:gd name="T32" fmla="*/ 84 w 117"/>
                <a:gd name="T33" fmla="*/ 117 h 118"/>
                <a:gd name="T34" fmla="*/ 69 w 117"/>
                <a:gd name="T35" fmla="*/ 117 h 118"/>
                <a:gd name="T36" fmla="*/ 53 w 117"/>
                <a:gd name="T37" fmla="*/ 117 h 118"/>
                <a:gd name="T38" fmla="*/ 37 w 117"/>
                <a:gd name="T39" fmla="*/ 112 h 118"/>
                <a:gd name="T40" fmla="*/ 21 w 117"/>
                <a:gd name="T41" fmla="*/ 102 h 118"/>
                <a:gd name="T42" fmla="*/ 11 w 117"/>
                <a:gd name="T43" fmla="*/ 86 h 118"/>
                <a:gd name="T44" fmla="*/ 5 w 117"/>
                <a:gd name="T45" fmla="*/ 71 h 118"/>
                <a:gd name="T46" fmla="*/ 5 w 117"/>
                <a:gd name="T47" fmla="*/ 66 h 1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117" h="118">
                  <a:moveTo>
                    <a:pt x="5" y="66"/>
                  </a:moveTo>
                  <a:lnTo>
                    <a:pt x="0" y="51"/>
                  </a:lnTo>
                  <a:lnTo>
                    <a:pt x="0" y="36"/>
                  </a:lnTo>
                  <a:lnTo>
                    <a:pt x="16" y="25"/>
                  </a:lnTo>
                  <a:lnTo>
                    <a:pt x="32" y="15"/>
                  </a:lnTo>
                  <a:lnTo>
                    <a:pt x="47" y="0"/>
                  </a:lnTo>
                  <a:lnTo>
                    <a:pt x="63" y="0"/>
                  </a:lnTo>
                  <a:lnTo>
                    <a:pt x="79" y="0"/>
                  </a:lnTo>
                  <a:lnTo>
                    <a:pt x="84" y="15"/>
                  </a:lnTo>
                  <a:lnTo>
                    <a:pt x="95" y="31"/>
                  </a:lnTo>
                  <a:lnTo>
                    <a:pt x="105" y="46"/>
                  </a:lnTo>
                  <a:lnTo>
                    <a:pt x="111" y="61"/>
                  </a:lnTo>
                  <a:lnTo>
                    <a:pt x="116" y="76"/>
                  </a:lnTo>
                  <a:lnTo>
                    <a:pt x="116" y="92"/>
                  </a:lnTo>
                  <a:lnTo>
                    <a:pt x="116" y="107"/>
                  </a:lnTo>
                  <a:lnTo>
                    <a:pt x="100" y="117"/>
                  </a:lnTo>
                  <a:lnTo>
                    <a:pt x="84" y="117"/>
                  </a:lnTo>
                  <a:lnTo>
                    <a:pt x="69" y="117"/>
                  </a:lnTo>
                  <a:lnTo>
                    <a:pt x="53" y="117"/>
                  </a:lnTo>
                  <a:lnTo>
                    <a:pt x="37" y="112"/>
                  </a:lnTo>
                  <a:lnTo>
                    <a:pt x="21" y="102"/>
                  </a:lnTo>
                  <a:lnTo>
                    <a:pt x="11" y="86"/>
                  </a:lnTo>
                  <a:lnTo>
                    <a:pt x="5" y="71"/>
                  </a:lnTo>
                  <a:lnTo>
                    <a:pt x="5" y="66"/>
                  </a:lnTo>
                </a:path>
              </a:pathLst>
            </a:custGeom>
            <a:solidFill>
              <a:srgbClr val="EAEAEA"/>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CC"/>
                </a:solidFill>
                <a:ea typeface="黑体" panose="02010609060101010101" pitchFamily="49" charset="-122"/>
              </a:endParaRPr>
            </a:p>
          </p:txBody>
        </p:sp>
        <p:sp>
          <p:nvSpPr>
            <p:cNvPr id="1049749" name="Freeform 150"/>
            <p:cNvSpPr>
              <a:spLocks noChangeArrowheads="1"/>
            </p:cNvSpPr>
            <p:nvPr/>
          </p:nvSpPr>
          <p:spPr bwMode="auto">
            <a:xfrm>
              <a:off x="3469" y="239"/>
              <a:ext cx="82" cy="87"/>
            </a:xfrm>
            <a:custGeom>
              <a:avLst/>
              <a:gdLst>
                <a:gd name="T0" fmla="*/ 0 w 82"/>
                <a:gd name="T1" fmla="*/ 0 h 87"/>
                <a:gd name="T2" fmla="*/ 16 w 82"/>
                <a:gd name="T3" fmla="*/ 10 h 87"/>
                <a:gd name="T4" fmla="*/ 32 w 82"/>
                <a:gd name="T5" fmla="*/ 20 h 87"/>
                <a:gd name="T6" fmla="*/ 49 w 82"/>
                <a:gd name="T7" fmla="*/ 20 h 87"/>
                <a:gd name="T8" fmla="*/ 65 w 82"/>
                <a:gd name="T9" fmla="*/ 30 h 87"/>
                <a:gd name="T10" fmla="*/ 76 w 82"/>
                <a:gd name="T11" fmla="*/ 46 h 87"/>
                <a:gd name="T12" fmla="*/ 81 w 82"/>
                <a:gd name="T13" fmla="*/ 61 h 87"/>
                <a:gd name="T14" fmla="*/ 81 w 82"/>
                <a:gd name="T15" fmla="*/ 76 h 87"/>
                <a:gd name="T16" fmla="*/ 65 w 82"/>
                <a:gd name="T17" fmla="*/ 86 h 87"/>
                <a:gd name="T18" fmla="*/ 49 w 82"/>
                <a:gd name="T19" fmla="*/ 86 h 87"/>
                <a:gd name="T20" fmla="*/ 27 w 82"/>
                <a:gd name="T21" fmla="*/ 81 h 87"/>
                <a:gd name="T22" fmla="*/ 11 w 82"/>
                <a:gd name="T23" fmla="*/ 71 h 87"/>
                <a:gd name="T24" fmla="*/ 5 w 82"/>
                <a:gd name="T25" fmla="*/ 56 h 87"/>
                <a:gd name="T26" fmla="*/ 0 w 82"/>
                <a:gd name="T27" fmla="*/ 40 h 87"/>
                <a:gd name="T28" fmla="*/ 0 w 82"/>
                <a:gd name="T29" fmla="*/ 25 h 87"/>
                <a:gd name="T30" fmla="*/ 11 w 82"/>
                <a:gd name="T31" fmla="*/ 10 h 87"/>
                <a:gd name="T32" fmla="*/ 0 w 82"/>
                <a:gd name="T33" fmla="*/ 0 h 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82" h="87">
                  <a:moveTo>
                    <a:pt x="0" y="0"/>
                  </a:moveTo>
                  <a:lnTo>
                    <a:pt x="16" y="10"/>
                  </a:lnTo>
                  <a:lnTo>
                    <a:pt x="32" y="20"/>
                  </a:lnTo>
                  <a:lnTo>
                    <a:pt x="49" y="20"/>
                  </a:lnTo>
                  <a:lnTo>
                    <a:pt x="65" y="30"/>
                  </a:lnTo>
                  <a:lnTo>
                    <a:pt x="76" y="46"/>
                  </a:lnTo>
                  <a:lnTo>
                    <a:pt x="81" y="61"/>
                  </a:lnTo>
                  <a:lnTo>
                    <a:pt x="81" y="76"/>
                  </a:lnTo>
                  <a:lnTo>
                    <a:pt x="65" y="86"/>
                  </a:lnTo>
                  <a:lnTo>
                    <a:pt x="49" y="86"/>
                  </a:lnTo>
                  <a:lnTo>
                    <a:pt x="27" y="81"/>
                  </a:lnTo>
                  <a:lnTo>
                    <a:pt x="11" y="71"/>
                  </a:lnTo>
                  <a:lnTo>
                    <a:pt x="5" y="56"/>
                  </a:lnTo>
                  <a:lnTo>
                    <a:pt x="0" y="40"/>
                  </a:lnTo>
                  <a:lnTo>
                    <a:pt x="0" y="25"/>
                  </a:lnTo>
                  <a:lnTo>
                    <a:pt x="11" y="10"/>
                  </a:lnTo>
                  <a:lnTo>
                    <a:pt x="0" y="0"/>
                  </a:lnTo>
                </a:path>
              </a:pathLst>
            </a:custGeom>
            <a:solidFill>
              <a:srgbClr val="EAEAEA"/>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CC"/>
                </a:solidFill>
                <a:ea typeface="黑体" panose="02010609060101010101" pitchFamily="49" charset="-122"/>
              </a:endParaRPr>
            </a:p>
          </p:txBody>
        </p:sp>
      </p:grpSp>
      <p:sp>
        <p:nvSpPr>
          <p:cNvPr id="1049750" name="Text Box 151"/>
          <p:cNvSpPr txBox="1">
            <a:spLocks noChangeArrowheads="1"/>
          </p:cNvSpPr>
          <p:nvPr/>
        </p:nvSpPr>
        <p:spPr bwMode="auto">
          <a:xfrm>
            <a:off x="4064000" y="4375150"/>
            <a:ext cx="623888"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zh-CN" altLang="en-US" sz="2000" b="1">
                <a:solidFill>
                  <a:srgbClr val="0000CC"/>
                </a:solidFill>
                <a:ea typeface="黑体" panose="02010609060101010101" pitchFamily="49" charset="-122"/>
              </a:rPr>
              <a:t>网</a:t>
            </a:r>
            <a:r>
              <a:rPr lang="zh-CN" altLang="en-US" sz="800" b="1">
                <a:solidFill>
                  <a:srgbClr val="0000CC"/>
                </a:solidFill>
                <a:ea typeface="黑体" panose="02010609060101010101" pitchFamily="49" charset="-122"/>
              </a:rPr>
              <a:t> </a:t>
            </a:r>
            <a:r>
              <a:rPr lang="en-US" altLang="zh-CN" sz="2000" b="1">
                <a:solidFill>
                  <a:srgbClr val="0000CC"/>
                </a:solidFill>
                <a:ea typeface="黑体" panose="02010609060101010101" pitchFamily="49" charset="-122"/>
              </a:rPr>
              <a:t>5</a:t>
            </a:r>
          </a:p>
        </p:txBody>
      </p:sp>
      <p:pic>
        <p:nvPicPr>
          <p:cNvPr id="1049751" name="Picture 152"/>
          <p:cNvPicPr>
            <a:picLocks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5229225" y="4560888"/>
            <a:ext cx="563563" cy="3984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049752" name="Text Box 153"/>
          <p:cNvSpPr txBox="1">
            <a:spLocks noChangeArrowheads="1"/>
          </p:cNvSpPr>
          <p:nvPr/>
        </p:nvSpPr>
        <p:spPr bwMode="auto">
          <a:xfrm>
            <a:off x="4910138" y="4248150"/>
            <a:ext cx="465137"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en-US" altLang="zh-CN" sz="2000" b="1">
                <a:solidFill>
                  <a:srgbClr val="0000CC"/>
                </a:solidFill>
                <a:ea typeface="黑体" panose="02010609060101010101" pitchFamily="49" charset="-122"/>
              </a:rPr>
              <a:t>R</a:t>
            </a:r>
            <a:r>
              <a:rPr lang="en-US" altLang="zh-CN" sz="2000" b="1" baseline="-25000">
                <a:solidFill>
                  <a:srgbClr val="0000CC"/>
                </a:solidFill>
                <a:ea typeface="黑体" panose="02010609060101010101" pitchFamily="49" charset="-122"/>
              </a:rPr>
              <a:t>8</a:t>
            </a:r>
          </a:p>
        </p:txBody>
      </p:sp>
      <p:pic>
        <p:nvPicPr>
          <p:cNvPr id="1049753" name="Picture 154"/>
          <p:cNvPicPr>
            <a:picLocks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5159375" y="3784600"/>
            <a:ext cx="565150" cy="314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049754" name="灯片编号占位符 3"/>
          <p:cNvSpPr>
            <a:spLocks noGrp="1" noChangeArrowheads="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8AA9CB3A-3C00-4BB2-9062-4031FDF8D6DB}" type="slidenum">
              <a:rPr lang="zh-CN" altLang="en-US" smtClean="0"/>
              <a:pPr eaLnBrk="1" hangingPunct="1"/>
              <a:t>39</a:t>
            </a:fld>
            <a:endParaRPr lang="en-US" altLang="zh-CN" smtClean="0"/>
          </a:p>
        </p:txBody>
      </p:sp>
      <p:sp>
        <p:nvSpPr>
          <p:cNvPr id="1049755" name="页脚占位符 4"/>
          <p:cNvSpPr>
            <a:spLocks noGrp="1" noChangeArrowheads="1"/>
          </p:cNvSpPr>
          <p:nvPr>
            <p:ph type="ftr"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zh-CN" smtClean="0"/>
              <a:t>ppt课件</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5" presetClass="emph" presetSubtype="0" repeatCount="3000" fill="hold" nodeType="clickEffect">
                                  <p:stCondLst>
                                    <p:cond delay="500"/>
                                  </p:stCondLst>
                                  <p:childTnLst>
                                    <p:anim calcmode="discrete" valueType="str">
                                      <p:cBhvr>
                                        <p:cTn id="6" dur="1000" fill="hold"/>
                                        <p:tgtEl>
                                          <p:spTgt spid="584706"/>
                                        </p:tgtEl>
                                        <p:attrNameLst>
                                          <p:attrName>style.visibility</p:attrName>
                                        </p:attrNameLst>
                                      </p:cBhvr>
                                      <p:tavLst>
                                        <p:tav tm="0">
                                          <p:val>
                                            <p:strVal val="hidden"/>
                                          </p:val>
                                        </p:tav>
                                        <p:tav tm="50000">
                                          <p:val>
                                            <p:strVal val="visible"/>
                                          </p:val>
                                        </p:tav>
                                      </p:tavLst>
                                    </p:anim>
                                  </p:childTnLst>
                                </p:cTn>
                              </p:par>
                            </p:childTnLst>
                          </p:cTn>
                        </p:par>
                        <p:par>
                          <p:cTn id="7" fill="hold" nodeType="afterGroup">
                            <p:stCondLst>
                              <p:cond delay="3500"/>
                            </p:stCondLst>
                            <p:childTnLst>
                              <p:par>
                                <p:cTn id="8" presetID="35" presetClass="emph" presetSubtype="0" repeatCount="2000" fill="hold" grpId="0" nodeType="afterEffect">
                                  <p:stCondLst>
                                    <p:cond delay="500"/>
                                  </p:stCondLst>
                                  <p:childTnLst>
                                    <p:anim calcmode="discrete" valueType="str">
                                      <p:cBhvr>
                                        <p:cTn id="9" dur="1000" fill="hold"/>
                                        <p:tgtEl>
                                          <p:spTgt spid="584715"/>
                                        </p:tgtEl>
                                        <p:attrNameLst>
                                          <p:attrName>style.visibility</p:attrName>
                                        </p:attrNameLst>
                                      </p:cBhvr>
                                      <p:tavLst>
                                        <p:tav tm="0">
                                          <p:val>
                                            <p:strVal val="hidden"/>
                                          </p:val>
                                        </p:tav>
                                        <p:tav tm="50000">
                                          <p:val>
                                            <p:strVal val="visible"/>
                                          </p:val>
                                        </p:tav>
                                      </p:tavLst>
                                    </p:anim>
                                  </p:childTnLst>
                                </p:cTn>
                              </p:par>
                              <p:par>
                                <p:cTn id="10" presetID="35" presetClass="emph" presetSubtype="0" repeatCount="2000" fill="hold" grpId="0" nodeType="withEffect">
                                  <p:stCondLst>
                                    <p:cond delay="500"/>
                                  </p:stCondLst>
                                  <p:childTnLst>
                                    <p:anim calcmode="discrete" valueType="str">
                                      <p:cBhvr>
                                        <p:cTn id="11" dur="1000" fill="hold"/>
                                        <p:tgtEl>
                                          <p:spTgt spid="584710"/>
                                        </p:tgtEl>
                                        <p:attrNameLst>
                                          <p:attrName>style.visibility</p:attrName>
                                        </p:attrNameLst>
                                      </p:cBhvr>
                                      <p:tavLst>
                                        <p:tav tm="0">
                                          <p:val>
                                            <p:strVal val="hidden"/>
                                          </p:val>
                                        </p:tav>
                                        <p:tav tm="50000">
                                          <p:val>
                                            <p:strVal val="visible"/>
                                          </p:val>
                                        </p:tav>
                                      </p:tavLst>
                                    </p:anim>
                                  </p:childTnLst>
                                </p:cTn>
                              </p:par>
                            </p:childTnLst>
                          </p:cTn>
                        </p:par>
                        <p:par>
                          <p:cTn id="12" fill="hold" nodeType="afterGroup">
                            <p:stCondLst>
                              <p:cond delay="6000"/>
                            </p:stCondLst>
                            <p:childTnLst>
                              <p:par>
                                <p:cTn id="13" presetID="35" presetClass="emph" presetSubtype="0" repeatCount="2000" fill="hold" grpId="0" nodeType="afterEffect">
                                  <p:stCondLst>
                                    <p:cond delay="500"/>
                                  </p:stCondLst>
                                  <p:childTnLst>
                                    <p:anim calcmode="discrete" valueType="str">
                                      <p:cBhvr>
                                        <p:cTn id="14" dur="1000" fill="hold"/>
                                        <p:tgtEl>
                                          <p:spTgt spid="584713"/>
                                        </p:tgtEl>
                                        <p:attrNameLst>
                                          <p:attrName>style.visibility</p:attrName>
                                        </p:attrNameLst>
                                      </p:cBhvr>
                                      <p:tavLst>
                                        <p:tav tm="0">
                                          <p:val>
                                            <p:strVal val="hidden"/>
                                          </p:val>
                                        </p:tav>
                                        <p:tav tm="50000">
                                          <p:val>
                                            <p:strVal val="visible"/>
                                          </p:val>
                                        </p:tav>
                                      </p:tavLst>
                                    </p:anim>
                                  </p:childTnLst>
                                </p:cTn>
                              </p:par>
                              <p:par>
                                <p:cTn id="15" presetID="35" presetClass="emph" presetSubtype="0" repeatCount="2000" fill="hold" grpId="0" nodeType="withEffect">
                                  <p:stCondLst>
                                    <p:cond delay="500"/>
                                  </p:stCondLst>
                                  <p:childTnLst>
                                    <p:anim calcmode="discrete" valueType="str">
                                      <p:cBhvr>
                                        <p:cTn id="16" dur="1000" fill="hold"/>
                                        <p:tgtEl>
                                          <p:spTgt spid="584711"/>
                                        </p:tgtEl>
                                        <p:attrNameLst>
                                          <p:attrName>style.visibility</p:attrName>
                                        </p:attrNameLst>
                                      </p:cBhvr>
                                      <p:tavLst>
                                        <p:tav tm="0">
                                          <p:val>
                                            <p:strVal val="hidden"/>
                                          </p:val>
                                        </p:tav>
                                        <p:tav tm="50000">
                                          <p:val>
                                            <p:strVal val="visible"/>
                                          </p:val>
                                        </p:tav>
                                      </p:tavLst>
                                    </p:anim>
                                  </p:childTnLst>
                                </p:cTn>
                              </p:par>
                            </p:childTnLst>
                          </p:cTn>
                        </p:par>
                        <p:par>
                          <p:cTn id="17" fill="hold" nodeType="afterGroup">
                            <p:stCondLst>
                              <p:cond delay="8500"/>
                            </p:stCondLst>
                            <p:childTnLst>
                              <p:par>
                                <p:cTn id="18" presetID="35" presetClass="emph" presetSubtype="0" repeatCount="2000" fill="hold" grpId="0" nodeType="afterEffect">
                                  <p:stCondLst>
                                    <p:cond delay="500"/>
                                  </p:stCondLst>
                                  <p:childTnLst>
                                    <p:anim calcmode="discrete" valueType="str">
                                      <p:cBhvr>
                                        <p:cTn id="19" dur="1000" fill="hold"/>
                                        <p:tgtEl>
                                          <p:spTgt spid="584826"/>
                                        </p:tgtEl>
                                        <p:attrNameLst>
                                          <p:attrName>style.visibility</p:attrName>
                                        </p:attrNameLst>
                                      </p:cBhvr>
                                      <p:tavLst>
                                        <p:tav tm="0">
                                          <p:val>
                                            <p:strVal val="hidden"/>
                                          </p:val>
                                        </p:tav>
                                        <p:tav tm="50000">
                                          <p:val>
                                            <p:strVal val="visible"/>
                                          </p:val>
                                        </p:tav>
                                      </p:tavLst>
                                    </p:anim>
                                  </p:childTnLst>
                                </p:cTn>
                              </p:par>
                              <p:par>
                                <p:cTn id="20" presetID="35" presetClass="emph" presetSubtype="0" repeatCount="2000" fill="hold" grpId="0" nodeType="withEffect">
                                  <p:stCondLst>
                                    <p:cond delay="500"/>
                                  </p:stCondLst>
                                  <p:childTnLst>
                                    <p:anim calcmode="discrete" valueType="str">
                                      <p:cBhvr>
                                        <p:cTn id="21" dur="1000" fill="hold"/>
                                        <p:tgtEl>
                                          <p:spTgt spid="584825"/>
                                        </p:tgtEl>
                                        <p:attrNameLst>
                                          <p:attrName>style.visibility</p:attrName>
                                        </p:attrNameLst>
                                      </p:cBhvr>
                                      <p:tavLst>
                                        <p:tav tm="0">
                                          <p:val>
                                            <p:strVal val="hidden"/>
                                          </p:val>
                                        </p:tav>
                                        <p:tav tm="50000">
                                          <p:val>
                                            <p:strVal val="visible"/>
                                          </p:val>
                                        </p:tav>
                                      </p:tavLst>
                                    </p:anim>
                                  </p:childTnLst>
                                </p:cTn>
                              </p:par>
                            </p:childTnLst>
                          </p:cTn>
                        </p:par>
                        <p:par>
                          <p:cTn id="22" fill="hold" nodeType="afterGroup">
                            <p:stCondLst>
                              <p:cond delay="11000"/>
                            </p:stCondLst>
                            <p:childTnLst>
                              <p:par>
                                <p:cTn id="23" presetID="35" presetClass="emph" presetSubtype="0" repeatCount="2000" fill="hold" grpId="0" nodeType="afterEffect">
                                  <p:stCondLst>
                                    <p:cond delay="500"/>
                                  </p:stCondLst>
                                  <p:childTnLst>
                                    <p:anim calcmode="discrete" valueType="str">
                                      <p:cBhvr>
                                        <p:cTn id="24" dur="1000" fill="hold"/>
                                        <p:tgtEl>
                                          <p:spTgt spid="584712"/>
                                        </p:tgtEl>
                                        <p:attrNameLst>
                                          <p:attrName>style.visibility</p:attrName>
                                        </p:attrNameLst>
                                      </p:cBhvr>
                                      <p:tavLst>
                                        <p:tav tm="0">
                                          <p:val>
                                            <p:strVal val="hidden"/>
                                          </p:val>
                                        </p:tav>
                                        <p:tav tm="50000">
                                          <p:val>
                                            <p:strVal val="visible"/>
                                          </p:val>
                                        </p:tav>
                                      </p:tavLst>
                                    </p:anim>
                                  </p:childTnLst>
                                </p:cTn>
                              </p:par>
                              <p:par>
                                <p:cTn id="25" presetID="35" presetClass="emph" presetSubtype="0" repeatCount="2000" fill="hold" grpId="0" nodeType="withEffect">
                                  <p:stCondLst>
                                    <p:cond delay="500"/>
                                  </p:stCondLst>
                                  <p:childTnLst>
                                    <p:anim calcmode="discrete" valueType="str">
                                      <p:cBhvr>
                                        <p:cTn id="26" dur="1000" fill="hold"/>
                                        <p:tgtEl>
                                          <p:spTgt spid="584714"/>
                                        </p:tgtEl>
                                        <p:attrNameLst>
                                          <p:attrName>style.visibility</p:attrName>
                                        </p:attrNameLst>
                                      </p:cBhvr>
                                      <p:tavLst>
                                        <p:tav tm="0">
                                          <p:val>
                                            <p:strVal val="hidden"/>
                                          </p:val>
                                        </p:tav>
                                        <p:tav tm="50000">
                                          <p:val>
                                            <p:strVal val="visible"/>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84710" grpId="0" animBg="1"/>
      <p:bldP spid="584711" grpId="0" animBg="1"/>
      <p:bldP spid="584712" grpId="0" animBg="1"/>
      <p:bldP spid="584713" grpId="0"/>
      <p:bldP spid="584714" grpId="0"/>
      <p:bldP spid="584715" grpId="0"/>
      <p:bldP spid="584825" grpId="0" animBg="1"/>
      <p:bldP spid="584826" grpId="0"/>
    </p:bld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51649" name="Rectangle 2"/>
          <p:cNvSpPr>
            <a:spLocks noGrp="1" noChangeArrowheads="1"/>
          </p:cNvSpPr>
          <p:nvPr>
            <p:ph type="title"/>
          </p:nvPr>
        </p:nvSpPr>
        <p:spPr>
          <a:xfrm>
            <a:off x="495300" y="188913"/>
            <a:ext cx="9066213" cy="792162"/>
          </a:xfrm>
        </p:spPr>
        <p:txBody>
          <a:bodyPr/>
          <a:lstStyle/>
          <a:p>
            <a:pPr algn="ctr"/>
            <a:r>
              <a:rPr lang="zh-CN" altLang="en-US" smtClean="0">
                <a:ea typeface="黑体" panose="02010609060101010101" pitchFamily="49" charset="-122"/>
              </a:rPr>
              <a:t>划分区域 </a:t>
            </a:r>
          </a:p>
        </p:txBody>
      </p:sp>
      <p:sp>
        <p:nvSpPr>
          <p:cNvPr id="585731" name="Rectangle 3"/>
          <p:cNvSpPr>
            <a:spLocks noGrp="1" noChangeArrowheads="1"/>
          </p:cNvSpPr>
          <p:nvPr>
            <p:ph idx="1"/>
          </p:nvPr>
        </p:nvSpPr>
        <p:spPr>
          <a:xfrm>
            <a:off x="495300" y="1196975"/>
            <a:ext cx="9066213" cy="4933950"/>
          </a:xfrm>
        </p:spPr>
        <p:txBody>
          <a:bodyPr/>
          <a:lstStyle/>
          <a:p>
            <a:r>
              <a:rPr lang="zh-CN" altLang="en-US" sz="2800" dirty="0" smtClean="0">
                <a:ea typeface="黑体" panose="02010609060101010101" pitchFamily="49" charset="-122"/>
              </a:rPr>
              <a:t>划分区域的</a:t>
            </a:r>
            <a:r>
              <a:rPr lang="zh-CN" altLang="en-US" sz="2800" dirty="0" smtClean="0">
                <a:solidFill>
                  <a:srgbClr val="FF0000"/>
                </a:solidFill>
                <a:ea typeface="黑体" panose="02010609060101010101" pitchFamily="49" charset="-122"/>
              </a:rPr>
              <a:t>好处</a:t>
            </a:r>
            <a:r>
              <a:rPr lang="zh-CN" altLang="en-US" sz="2800" dirty="0" smtClean="0">
                <a:ea typeface="黑体" panose="02010609060101010101" pitchFamily="49" charset="-122"/>
              </a:rPr>
              <a:t>就是将利用洪泛法交换链路状态信息的范围局限于每一个区域而不是整个的自治系统，这就</a:t>
            </a:r>
            <a:r>
              <a:rPr lang="zh-CN" altLang="en-US" sz="2800" dirty="0" smtClean="0">
                <a:solidFill>
                  <a:srgbClr val="0000CC"/>
                </a:solidFill>
                <a:ea typeface="黑体" panose="02010609060101010101" pitchFamily="49" charset="-122"/>
              </a:rPr>
              <a:t>减少</a:t>
            </a:r>
            <a:r>
              <a:rPr lang="zh-CN" altLang="en-US" sz="2800" dirty="0" smtClean="0">
                <a:ea typeface="黑体" panose="02010609060101010101" pitchFamily="49" charset="-122"/>
              </a:rPr>
              <a:t>了整个网络上的</a:t>
            </a:r>
            <a:r>
              <a:rPr lang="zh-CN" altLang="en-US" sz="2800" dirty="0" smtClean="0">
                <a:solidFill>
                  <a:srgbClr val="0000CC"/>
                </a:solidFill>
                <a:ea typeface="黑体" panose="02010609060101010101" pitchFamily="49" charset="-122"/>
              </a:rPr>
              <a:t>通信量</a:t>
            </a:r>
            <a:r>
              <a:rPr lang="zh-CN" altLang="en-US" sz="2800" dirty="0" smtClean="0">
                <a:ea typeface="黑体" panose="02010609060101010101" pitchFamily="49" charset="-122"/>
              </a:rPr>
              <a:t>。</a:t>
            </a:r>
          </a:p>
          <a:p>
            <a:r>
              <a:rPr lang="zh-CN" altLang="en-US" sz="2800" dirty="0" smtClean="0">
                <a:solidFill>
                  <a:srgbClr val="0000FF"/>
                </a:solidFill>
                <a:ea typeface="黑体" panose="02010609060101010101" pitchFamily="49" charset="-122"/>
              </a:rPr>
              <a:t>在一个区域内部的路由器只知道本区域的完整网络拓扑，而不知道其他区域的网络拓扑的情况。</a:t>
            </a:r>
          </a:p>
          <a:p>
            <a:r>
              <a:rPr lang="en-US" altLang="zh-CN" sz="2800" dirty="0" smtClean="0">
                <a:ea typeface="黑体" panose="02010609060101010101" pitchFamily="49" charset="-122"/>
              </a:rPr>
              <a:t>OSPF </a:t>
            </a:r>
            <a:r>
              <a:rPr lang="zh-CN" altLang="en-US" sz="2800" dirty="0" smtClean="0">
                <a:ea typeface="黑体" panose="02010609060101010101" pitchFamily="49" charset="-122"/>
              </a:rPr>
              <a:t>使用</a:t>
            </a:r>
            <a:r>
              <a:rPr lang="zh-CN" altLang="en-US" sz="2800" dirty="0" smtClean="0">
                <a:solidFill>
                  <a:srgbClr val="FF0000"/>
                </a:solidFill>
                <a:ea typeface="黑体" panose="02010609060101010101" pitchFamily="49" charset="-122"/>
              </a:rPr>
              <a:t>层次结构的区域划分。</a:t>
            </a:r>
            <a:r>
              <a:rPr lang="zh-CN" altLang="en-US" sz="2800" dirty="0" smtClean="0">
                <a:ea typeface="黑体" panose="02010609060101010101" pitchFamily="49" charset="-122"/>
              </a:rPr>
              <a:t>在上层的区域叫作</a:t>
            </a:r>
            <a:r>
              <a:rPr lang="zh-CN" altLang="en-US" sz="2800" dirty="0" smtClean="0">
                <a:solidFill>
                  <a:srgbClr val="FF0000"/>
                </a:solidFill>
                <a:ea typeface="黑体" panose="02010609060101010101" pitchFamily="49" charset="-122"/>
              </a:rPr>
              <a:t>主干区域 </a:t>
            </a:r>
            <a:r>
              <a:rPr lang="en-US" altLang="zh-CN" sz="2800" dirty="0" smtClean="0">
                <a:ea typeface="黑体" panose="02010609060101010101" pitchFamily="49" charset="-122"/>
              </a:rPr>
              <a:t>(backbone area)</a:t>
            </a:r>
            <a:r>
              <a:rPr lang="zh-CN" altLang="en-US" sz="2800" dirty="0" smtClean="0">
                <a:ea typeface="黑体" panose="02010609060101010101" pitchFamily="49" charset="-122"/>
              </a:rPr>
              <a:t>。</a:t>
            </a:r>
            <a:endParaRPr lang="en-US" altLang="zh-CN" sz="2800" dirty="0" smtClean="0">
              <a:ea typeface="黑体" panose="02010609060101010101" pitchFamily="49" charset="-122"/>
            </a:endParaRPr>
          </a:p>
          <a:p>
            <a:r>
              <a:rPr lang="zh-CN" altLang="en-US" sz="2800" dirty="0" smtClean="0">
                <a:ea typeface="黑体" panose="02010609060101010101" pitchFamily="49" charset="-122"/>
              </a:rPr>
              <a:t>主干区域的标识符规定为</a:t>
            </a:r>
            <a:r>
              <a:rPr lang="en-US" altLang="zh-CN" sz="2800" dirty="0" smtClean="0">
                <a:solidFill>
                  <a:srgbClr val="FF0000"/>
                </a:solidFill>
                <a:ea typeface="黑体" panose="02010609060101010101" pitchFamily="49" charset="-122"/>
              </a:rPr>
              <a:t>0.0.0.0</a:t>
            </a:r>
            <a:r>
              <a:rPr lang="zh-CN" altLang="en-US" sz="2800" dirty="0" smtClean="0">
                <a:ea typeface="黑体" panose="02010609060101010101" pitchFamily="49" charset="-122"/>
              </a:rPr>
              <a:t>。主干区域的</a:t>
            </a:r>
            <a:r>
              <a:rPr lang="zh-CN" altLang="en-US" sz="2800" dirty="0" smtClean="0">
                <a:solidFill>
                  <a:srgbClr val="FF0000"/>
                </a:solidFill>
                <a:ea typeface="黑体" panose="02010609060101010101" pitchFamily="49" charset="-122"/>
              </a:rPr>
              <a:t>作用</a:t>
            </a:r>
            <a:r>
              <a:rPr lang="zh-CN" altLang="en-US" sz="2800" dirty="0" smtClean="0">
                <a:ea typeface="黑体" panose="02010609060101010101" pitchFamily="49" charset="-122"/>
              </a:rPr>
              <a:t>是用来连通其他在下层的区域。  </a:t>
            </a:r>
          </a:p>
        </p:txBody>
      </p:sp>
      <p:sp>
        <p:nvSpPr>
          <p:cNvPr id="1051651" name="灯片编号占位符 3"/>
          <p:cNvSpPr>
            <a:spLocks noGrp="1" noChangeArrowheads="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C15667C5-93CE-44B4-879D-0C109191D4DF}" type="slidenum">
              <a:rPr lang="zh-CN" altLang="en-US" smtClean="0"/>
              <a:pPr eaLnBrk="1" hangingPunct="1"/>
              <a:t>40</a:t>
            </a:fld>
            <a:endParaRPr lang="en-US" altLang="zh-CN" smtClean="0"/>
          </a:p>
        </p:txBody>
      </p:sp>
      <p:sp>
        <p:nvSpPr>
          <p:cNvPr id="1051652" name="页脚占位符 4"/>
          <p:cNvSpPr>
            <a:spLocks noGrp="1" noChangeArrowheads="1"/>
          </p:cNvSpPr>
          <p:nvPr>
            <p:ph type="ftr"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zh-CN" smtClean="0"/>
              <a:t>ppt课件</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85731">
                                            <p:txEl>
                                              <p:pRg st="1" end="1"/>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585731">
                                            <p:txEl>
                                              <p:pRg st="2" end="2"/>
                                            </p:txEl>
                                          </p:spTgt>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585731">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85731" grpId="0" build="p"/>
    </p:bld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6757" name="Rectangle 5"/>
          <p:cNvSpPr>
            <a:spLocks noGrp="1" noChangeArrowheads="1"/>
          </p:cNvSpPr>
          <p:nvPr>
            <p:ph type="title"/>
          </p:nvPr>
        </p:nvSpPr>
        <p:spPr/>
        <p:txBody>
          <a:bodyPr/>
          <a:lstStyle/>
          <a:p>
            <a:pPr algn="ctr"/>
            <a:r>
              <a:rPr lang="zh-CN" altLang="en-US" smtClean="0">
                <a:ea typeface="黑体" panose="02010609060101010101" pitchFamily="49" charset="-122"/>
              </a:rPr>
              <a:t>主干路由器</a:t>
            </a:r>
          </a:p>
        </p:txBody>
      </p:sp>
      <p:grpSp>
        <p:nvGrpSpPr>
          <p:cNvPr id="1053698" name="Group 2"/>
          <p:cNvGrpSpPr>
            <a:grpSpLocks/>
          </p:cNvGrpSpPr>
          <p:nvPr/>
        </p:nvGrpSpPr>
        <p:grpSpPr bwMode="auto">
          <a:xfrm>
            <a:off x="249238" y="1819275"/>
            <a:ext cx="9599612" cy="3760788"/>
            <a:chOff x="79" y="1560"/>
            <a:chExt cx="5582" cy="2369"/>
          </a:xfrm>
        </p:grpSpPr>
        <p:sp>
          <p:nvSpPr>
            <p:cNvPr id="1053699" name="AutoShape 3"/>
            <p:cNvSpPr>
              <a:spLocks noChangeArrowheads="1"/>
            </p:cNvSpPr>
            <p:nvPr/>
          </p:nvSpPr>
          <p:spPr bwMode="auto">
            <a:xfrm>
              <a:off x="79" y="1570"/>
              <a:ext cx="5582" cy="2359"/>
            </a:xfrm>
            <a:prstGeom prst="roundRect">
              <a:avLst>
                <a:gd name="adj" fmla="val 16667"/>
              </a:avLst>
            </a:prstGeom>
            <a:solidFill>
              <a:srgbClr val="CCECFF"/>
            </a:solidFill>
            <a:ln w="19050">
              <a:solidFill>
                <a:schemeClr val="tx1"/>
              </a:solidFill>
              <a:round/>
              <a:headEnd/>
              <a:tailEnd/>
            </a:ln>
            <a:effectLst>
              <a:outerShdw dist="35921" dir="2700000" algn="ctr" rotWithShape="0">
                <a:schemeClr val="bg2"/>
              </a:outerShdw>
            </a:effectLst>
          </p:spPr>
          <p:txBody>
            <a:bodyPr wrap="none" anchor="ctr"/>
            <a:lstStyle/>
            <a:p>
              <a:pPr eaLnBrk="0" hangingPunct="0"/>
              <a:endParaRPr lang="zh-CN" altLang="en-US" b="1">
                <a:solidFill>
                  <a:srgbClr val="0000CC"/>
                </a:solidFill>
                <a:ea typeface="黑体" panose="02010609060101010101" pitchFamily="49" charset="-122"/>
              </a:endParaRPr>
            </a:p>
          </p:txBody>
        </p:sp>
        <p:sp>
          <p:nvSpPr>
            <p:cNvPr id="1053700" name="Text Box 4"/>
            <p:cNvSpPr txBox="1">
              <a:spLocks noChangeArrowheads="1"/>
            </p:cNvSpPr>
            <p:nvPr/>
          </p:nvSpPr>
          <p:spPr bwMode="auto">
            <a:xfrm>
              <a:off x="247" y="1560"/>
              <a:ext cx="1119" cy="2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zh-CN" altLang="en-US" sz="2400" b="1">
                  <a:solidFill>
                    <a:srgbClr val="0000CC"/>
                  </a:solidFill>
                  <a:ea typeface="黑体" panose="02010609060101010101" pitchFamily="49" charset="-122"/>
                </a:rPr>
                <a:t>自治系统 </a:t>
              </a:r>
              <a:r>
                <a:rPr lang="en-US" altLang="zh-CN" sz="2400" b="1">
                  <a:solidFill>
                    <a:srgbClr val="0000CC"/>
                  </a:solidFill>
                  <a:ea typeface="黑体" panose="02010609060101010101" pitchFamily="49" charset="-122"/>
                </a:rPr>
                <a:t>AS</a:t>
              </a:r>
            </a:p>
          </p:txBody>
        </p:sp>
      </p:grpSp>
      <p:sp>
        <p:nvSpPr>
          <p:cNvPr id="1053701" name="Oval 6"/>
          <p:cNvSpPr>
            <a:spLocks noChangeArrowheads="1"/>
          </p:cNvSpPr>
          <p:nvPr/>
        </p:nvSpPr>
        <p:spPr bwMode="auto">
          <a:xfrm>
            <a:off x="3910013" y="2406650"/>
            <a:ext cx="3135312" cy="1511300"/>
          </a:xfrm>
          <a:prstGeom prst="ellipse">
            <a:avLst/>
          </a:prstGeom>
          <a:solidFill>
            <a:srgbClr val="FFCCFF"/>
          </a:solidFill>
          <a:ln w="9525">
            <a:solidFill>
              <a:schemeClr val="tx1"/>
            </a:solidFill>
            <a:round/>
            <a:headEnd/>
            <a:tailEnd/>
          </a:ln>
          <a:effectLst>
            <a:outerShdw dist="35921" dir="2700000" algn="ctr" rotWithShape="0">
              <a:schemeClr val="bg2"/>
            </a:outerShdw>
          </a:effectLst>
        </p:spPr>
        <p:txBody>
          <a:bodyPr wrap="none" anchor="ctr"/>
          <a:lstStyle/>
          <a:p>
            <a:pPr eaLnBrk="0" hangingPunct="0"/>
            <a:endParaRPr lang="zh-CN" altLang="en-US" b="1">
              <a:solidFill>
                <a:srgbClr val="0000CC"/>
              </a:solidFill>
              <a:ea typeface="黑体" panose="02010609060101010101" pitchFamily="49" charset="-122"/>
            </a:endParaRPr>
          </a:p>
        </p:txBody>
      </p:sp>
      <p:sp>
        <p:nvSpPr>
          <p:cNvPr id="1053702" name="Oval 7"/>
          <p:cNvSpPr>
            <a:spLocks noChangeArrowheads="1"/>
          </p:cNvSpPr>
          <p:nvPr/>
        </p:nvSpPr>
        <p:spPr bwMode="auto">
          <a:xfrm>
            <a:off x="361950" y="2336800"/>
            <a:ext cx="3430588" cy="2406650"/>
          </a:xfrm>
          <a:prstGeom prst="ellipse">
            <a:avLst/>
          </a:prstGeom>
          <a:solidFill>
            <a:srgbClr val="FFFF99"/>
          </a:solidFill>
          <a:ln w="9525">
            <a:solidFill>
              <a:schemeClr val="tx1"/>
            </a:solidFill>
            <a:round/>
            <a:headEnd/>
            <a:tailEnd/>
          </a:ln>
          <a:effectLst>
            <a:outerShdw dist="35921" dir="2700000" algn="ctr" rotWithShape="0">
              <a:schemeClr val="bg2"/>
            </a:outerShdw>
          </a:effectLst>
        </p:spPr>
        <p:txBody>
          <a:bodyPr wrap="none" anchor="ctr"/>
          <a:lstStyle/>
          <a:p>
            <a:pPr eaLnBrk="0" hangingPunct="0"/>
            <a:endParaRPr lang="zh-CN" altLang="en-US" b="1">
              <a:solidFill>
                <a:srgbClr val="0000CC"/>
              </a:solidFill>
              <a:ea typeface="黑体" panose="02010609060101010101" pitchFamily="49" charset="-122"/>
            </a:endParaRPr>
          </a:p>
        </p:txBody>
      </p:sp>
      <p:sp>
        <p:nvSpPr>
          <p:cNvPr id="1053703" name="Oval 8"/>
          <p:cNvSpPr>
            <a:spLocks noChangeArrowheads="1"/>
          </p:cNvSpPr>
          <p:nvPr/>
        </p:nvSpPr>
        <p:spPr bwMode="auto">
          <a:xfrm>
            <a:off x="7127875" y="2336800"/>
            <a:ext cx="2605088" cy="2406650"/>
          </a:xfrm>
          <a:prstGeom prst="ellipse">
            <a:avLst/>
          </a:prstGeom>
          <a:solidFill>
            <a:srgbClr val="FFFF99"/>
          </a:solidFill>
          <a:ln w="9525">
            <a:solidFill>
              <a:schemeClr val="tx1"/>
            </a:solidFill>
            <a:round/>
            <a:headEnd/>
            <a:tailEnd/>
          </a:ln>
          <a:effectLst>
            <a:outerShdw dist="35921" dir="2700000" algn="ctr" rotWithShape="0">
              <a:schemeClr val="bg2"/>
            </a:outerShdw>
          </a:effectLst>
        </p:spPr>
        <p:txBody>
          <a:bodyPr wrap="none" anchor="ctr"/>
          <a:lstStyle/>
          <a:p>
            <a:pPr eaLnBrk="0" hangingPunct="0"/>
            <a:endParaRPr lang="zh-CN" altLang="en-US" b="1">
              <a:solidFill>
                <a:srgbClr val="0000CC"/>
              </a:solidFill>
              <a:ea typeface="黑体" panose="02010609060101010101" pitchFamily="49" charset="-122"/>
            </a:endParaRPr>
          </a:p>
        </p:txBody>
      </p:sp>
      <p:sp>
        <p:nvSpPr>
          <p:cNvPr id="1053704" name="Text Box 9"/>
          <p:cNvSpPr txBox="1">
            <a:spLocks noChangeArrowheads="1"/>
          </p:cNvSpPr>
          <p:nvPr/>
        </p:nvSpPr>
        <p:spPr bwMode="auto">
          <a:xfrm>
            <a:off x="1089025" y="4716463"/>
            <a:ext cx="1828800" cy="461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zh-CN" altLang="en-US" sz="2400" b="1">
                <a:solidFill>
                  <a:srgbClr val="C00000"/>
                </a:solidFill>
                <a:ea typeface="黑体" panose="02010609060101010101" pitchFamily="49" charset="-122"/>
              </a:rPr>
              <a:t>区域 </a:t>
            </a:r>
            <a:r>
              <a:rPr lang="en-US" altLang="zh-CN" sz="2400" b="1">
                <a:solidFill>
                  <a:srgbClr val="C00000"/>
                </a:solidFill>
                <a:ea typeface="黑体" panose="02010609060101010101" pitchFamily="49" charset="-122"/>
              </a:rPr>
              <a:t>0.0.0.1</a:t>
            </a:r>
          </a:p>
        </p:txBody>
      </p:sp>
      <p:sp>
        <p:nvSpPr>
          <p:cNvPr id="1053705" name="Text Box 10"/>
          <p:cNvSpPr txBox="1">
            <a:spLocks noChangeArrowheads="1"/>
          </p:cNvSpPr>
          <p:nvPr/>
        </p:nvSpPr>
        <p:spPr bwMode="auto">
          <a:xfrm>
            <a:off x="7640638" y="4787900"/>
            <a:ext cx="1830387"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zh-CN" altLang="en-US" sz="2400" b="1">
                <a:solidFill>
                  <a:srgbClr val="C00000"/>
                </a:solidFill>
                <a:ea typeface="黑体" panose="02010609060101010101" pitchFamily="49" charset="-122"/>
              </a:rPr>
              <a:t>区域 </a:t>
            </a:r>
            <a:r>
              <a:rPr lang="en-US" altLang="zh-CN" sz="2400" b="1">
                <a:solidFill>
                  <a:srgbClr val="C00000"/>
                </a:solidFill>
                <a:ea typeface="黑体" panose="02010609060101010101" pitchFamily="49" charset="-122"/>
              </a:rPr>
              <a:t>0.0.0.3</a:t>
            </a:r>
          </a:p>
        </p:txBody>
      </p:sp>
      <p:sp>
        <p:nvSpPr>
          <p:cNvPr id="1053706" name="Text Box 11"/>
          <p:cNvSpPr txBox="1">
            <a:spLocks noChangeArrowheads="1"/>
          </p:cNvSpPr>
          <p:nvPr/>
        </p:nvSpPr>
        <p:spPr bwMode="auto">
          <a:xfrm>
            <a:off x="3913188" y="1903413"/>
            <a:ext cx="2447925" cy="461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zh-CN" altLang="en-US" sz="2400" b="1">
                <a:solidFill>
                  <a:srgbClr val="C00000"/>
                </a:solidFill>
                <a:ea typeface="黑体" panose="02010609060101010101" pitchFamily="49" charset="-122"/>
              </a:rPr>
              <a:t>主干区域 </a:t>
            </a:r>
            <a:r>
              <a:rPr lang="en-US" altLang="zh-CN" sz="2400" b="1">
                <a:solidFill>
                  <a:srgbClr val="C00000"/>
                </a:solidFill>
                <a:ea typeface="黑体" panose="02010609060101010101" pitchFamily="49" charset="-122"/>
              </a:rPr>
              <a:t>0.0.0.0</a:t>
            </a:r>
          </a:p>
        </p:txBody>
      </p:sp>
      <p:sp>
        <p:nvSpPr>
          <p:cNvPr id="1053707" name="Line 12"/>
          <p:cNvSpPr>
            <a:spLocks noChangeShapeType="1"/>
          </p:cNvSpPr>
          <p:nvPr/>
        </p:nvSpPr>
        <p:spPr bwMode="auto">
          <a:xfrm flipV="1">
            <a:off x="5478463" y="1719263"/>
            <a:ext cx="1154112" cy="962025"/>
          </a:xfrm>
          <a:prstGeom prst="line">
            <a:avLst/>
          </a:prstGeom>
          <a:noFill/>
          <a:ln w="38100">
            <a:solidFill>
              <a:srgbClr val="333399"/>
            </a:solidFill>
            <a:round/>
            <a:headEnd/>
            <a:tailEnd type="triangle" w="sm" len="me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CC"/>
              </a:solidFill>
              <a:ea typeface="黑体" panose="02010609060101010101" pitchFamily="49" charset="-122"/>
            </a:endParaRPr>
          </a:p>
        </p:txBody>
      </p:sp>
      <p:sp>
        <p:nvSpPr>
          <p:cNvPr id="1053708" name="Text Box 13"/>
          <p:cNvSpPr txBox="1">
            <a:spLocks noChangeArrowheads="1"/>
          </p:cNvSpPr>
          <p:nvPr/>
        </p:nvSpPr>
        <p:spPr bwMode="auto">
          <a:xfrm>
            <a:off x="5835650" y="1268413"/>
            <a:ext cx="2338388" cy="461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zh-CN" altLang="en-US" sz="2400" b="1">
                <a:solidFill>
                  <a:srgbClr val="0000CC"/>
                </a:solidFill>
                <a:ea typeface="黑体" panose="02010609060101010101" pitchFamily="49" charset="-122"/>
              </a:rPr>
              <a:t>至其他自治系统</a:t>
            </a:r>
          </a:p>
        </p:txBody>
      </p:sp>
      <p:sp>
        <p:nvSpPr>
          <p:cNvPr id="1053709" name="Line 14"/>
          <p:cNvSpPr>
            <a:spLocks noChangeShapeType="1"/>
          </p:cNvSpPr>
          <p:nvPr/>
        </p:nvSpPr>
        <p:spPr bwMode="auto">
          <a:xfrm>
            <a:off x="7127875" y="3230563"/>
            <a:ext cx="908050" cy="273050"/>
          </a:xfrm>
          <a:prstGeom prst="line">
            <a:avLst/>
          </a:prstGeom>
          <a:noFill/>
          <a:ln w="19050">
            <a:solidFill>
              <a:srgbClr val="333399"/>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CC"/>
              </a:solidFill>
              <a:ea typeface="黑体" panose="02010609060101010101" pitchFamily="49" charset="-122"/>
            </a:endParaRPr>
          </a:p>
        </p:txBody>
      </p:sp>
      <p:sp>
        <p:nvSpPr>
          <p:cNvPr id="1053710" name="Line 15"/>
          <p:cNvSpPr>
            <a:spLocks noChangeShapeType="1"/>
          </p:cNvSpPr>
          <p:nvPr/>
        </p:nvSpPr>
        <p:spPr bwMode="auto">
          <a:xfrm flipV="1">
            <a:off x="8201025" y="3436938"/>
            <a:ext cx="822325" cy="136525"/>
          </a:xfrm>
          <a:prstGeom prst="line">
            <a:avLst/>
          </a:prstGeom>
          <a:noFill/>
          <a:ln w="19050">
            <a:solidFill>
              <a:srgbClr val="333399"/>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CC"/>
              </a:solidFill>
              <a:ea typeface="黑体" panose="02010609060101010101" pitchFamily="49" charset="-122"/>
            </a:endParaRPr>
          </a:p>
        </p:txBody>
      </p:sp>
      <p:sp>
        <p:nvSpPr>
          <p:cNvPr id="1053711" name="Line 16"/>
          <p:cNvSpPr>
            <a:spLocks noChangeShapeType="1"/>
          </p:cNvSpPr>
          <p:nvPr/>
        </p:nvSpPr>
        <p:spPr bwMode="auto">
          <a:xfrm>
            <a:off x="8613775" y="2749550"/>
            <a:ext cx="409575" cy="687388"/>
          </a:xfrm>
          <a:prstGeom prst="line">
            <a:avLst/>
          </a:prstGeom>
          <a:noFill/>
          <a:ln w="19050">
            <a:solidFill>
              <a:srgbClr val="333399"/>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CC"/>
              </a:solidFill>
              <a:ea typeface="黑体" panose="02010609060101010101" pitchFamily="49" charset="-122"/>
            </a:endParaRPr>
          </a:p>
        </p:txBody>
      </p:sp>
      <p:sp>
        <p:nvSpPr>
          <p:cNvPr id="1053712" name="Line 17"/>
          <p:cNvSpPr>
            <a:spLocks noChangeShapeType="1"/>
          </p:cNvSpPr>
          <p:nvPr/>
        </p:nvSpPr>
        <p:spPr bwMode="auto">
          <a:xfrm flipH="1">
            <a:off x="8528050" y="3503613"/>
            <a:ext cx="495300" cy="757237"/>
          </a:xfrm>
          <a:prstGeom prst="line">
            <a:avLst/>
          </a:prstGeom>
          <a:noFill/>
          <a:ln w="19050">
            <a:solidFill>
              <a:srgbClr val="333399"/>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CC"/>
              </a:solidFill>
              <a:ea typeface="黑体" panose="02010609060101010101" pitchFamily="49" charset="-122"/>
            </a:endParaRPr>
          </a:p>
        </p:txBody>
      </p:sp>
      <p:sp>
        <p:nvSpPr>
          <p:cNvPr id="1053713" name="Line 18"/>
          <p:cNvSpPr>
            <a:spLocks noChangeShapeType="1"/>
          </p:cNvSpPr>
          <p:nvPr/>
        </p:nvSpPr>
        <p:spPr bwMode="auto">
          <a:xfrm flipV="1">
            <a:off x="5889625" y="3230563"/>
            <a:ext cx="1069975" cy="138112"/>
          </a:xfrm>
          <a:prstGeom prst="line">
            <a:avLst/>
          </a:prstGeom>
          <a:noFill/>
          <a:ln w="28575">
            <a:solidFill>
              <a:srgbClr val="333399"/>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CC"/>
              </a:solidFill>
              <a:ea typeface="黑体" panose="02010609060101010101" pitchFamily="49" charset="-122"/>
            </a:endParaRPr>
          </a:p>
        </p:txBody>
      </p:sp>
      <p:sp>
        <p:nvSpPr>
          <p:cNvPr id="1053714" name="Line 19"/>
          <p:cNvSpPr>
            <a:spLocks noChangeShapeType="1"/>
          </p:cNvSpPr>
          <p:nvPr/>
        </p:nvSpPr>
        <p:spPr bwMode="auto">
          <a:xfrm>
            <a:off x="5561013" y="2681288"/>
            <a:ext cx="163512" cy="617537"/>
          </a:xfrm>
          <a:prstGeom prst="line">
            <a:avLst/>
          </a:prstGeom>
          <a:noFill/>
          <a:ln w="28575">
            <a:solidFill>
              <a:srgbClr val="333399"/>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CC"/>
              </a:solidFill>
              <a:ea typeface="黑体" panose="02010609060101010101" pitchFamily="49" charset="-122"/>
            </a:endParaRPr>
          </a:p>
        </p:txBody>
      </p:sp>
      <p:sp>
        <p:nvSpPr>
          <p:cNvPr id="1053715" name="Line 20"/>
          <p:cNvSpPr>
            <a:spLocks noChangeShapeType="1"/>
          </p:cNvSpPr>
          <p:nvPr/>
        </p:nvSpPr>
        <p:spPr bwMode="auto">
          <a:xfrm flipH="1">
            <a:off x="5478463" y="3436938"/>
            <a:ext cx="246062" cy="481012"/>
          </a:xfrm>
          <a:prstGeom prst="line">
            <a:avLst/>
          </a:prstGeom>
          <a:noFill/>
          <a:ln w="28575">
            <a:solidFill>
              <a:srgbClr val="333399"/>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CC"/>
              </a:solidFill>
              <a:ea typeface="黑体" panose="02010609060101010101" pitchFamily="49" charset="-122"/>
            </a:endParaRPr>
          </a:p>
        </p:txBody>
      </p:sp>
      <p:sp>
        <p:nvSpPr>
          <p:cNvPr id="1053716" name="Line 21"/>
          <p:cNvSpPr>
            <a:spLocks noChangeShapeType="1"/>
          </p:cNvSpPr>
          <p:nvPr/>
        </p:nvSpPr>
        <p:spPr bwMode="auto">
          <a:xfrm>
            <a:off x="3744913" y="3094038"/>
            <a:ext cx="1733550" cy="274637"/>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CC"/>
              </a:solidFill>
              <a:ea typeface="黑体" panose="02010609060101010101" pitchFamily="49" charset="-122"/>
            </a:endParaRPr>
          </a:p>
        </p:txBody>
      </p:sp>
      <p:sp>
        <p:nvSpPr>
          <p:cNvPr id="1053717" name="Line 22"/>
          <p:cNvSpPr>
            <a:spLocks noChangeShapeType="1"/>
          </p:cNvSpPr>
          <p:nvPr/>
        </p:nvSpPr>
        <p:spPr bwMode="auto">
          <a:xfrm flipV="1">
            <a:off x="3827463" y="2749550"/>
            <a:ext cx="1568450" cy="344488"/>
          </a:xfrm>
          <a:prstGeom prst="line">
            <a:avLst/>
          </a:prstGeom>
          <a:noFill/>
          <a:ln w="28575">
            <a:solidFill>
              <a:srgbClr val="333399"/>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CC"/>
              </a:solidFill>
              <a:ea typeface="黑体" panose="02010609060101010101" pitchFamily="49" charset="-122"/>
            </a:endParaRPr>
          </a:p>
        </p:txBody>
      </p:sp>
      <p:sp>
        <p:nvSpPr>
          <p:cNvPr id="1053718" name="Line 23"/>
          <p:cNvSpPr>
            <a:spLocks noChangeShapeType="1"/>
          </p:cNvSpPr>
          <p:nvPr/>
        </p:nvSpPr>
        <p:spPr bwMode="auto">
          <a:xfrm flipH="1">
            <a:off x="1187450" y="2749550"/>
            <a:ext cx="1236663" cy="344488"/>
          </a:xfrm>
          <a:prstGeom prst="line">
            <a:avLst/>
          </a:prstGeom>
          <a:noFill/>
          <a:ln w="19050">
            <a:solidFill>
              <a:schemeClr val="tx2"/>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CC"/>
              </a:solidFill>
              <a:ea typeface="黑体" panose="02010609060101010101" pitchFamily="49" charset="-122"/>
            </a:endParaRPr>
          </a:p>
        </p:txBody>
      </p:sp>
      <p:sp>
        <p:nvSpPr>
          <p:cNvPr id="1053719" name="Line 24"/>
          <p:cNvSpPr>
            <a:spLocks noChangeShapeType="1"/>
          </p:cNvSpPr>
          <p:nvPr/>
        </p:nvSpPr>
        <p:spPr bwMode="auto">
          <a:xfrm>
            <a:off x="2424113" y="2816225"/>
            <a:ext cx="496887" cy="757238"/>
          </a:xfrm>
          <a:prstGeom prst="line">
            <a:avLst/>
          </a:prstGeom>
          <a:noFill/>
          <a:ln w="19050">
            <a:solidFill>
              <a:schemeClr val="tx2"/>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CC"/>
              </a:solidFill>
              <a:ea typeface="黑体" panose="02010609060101010101" pitchFamily="49" charset="-122"/>
            </a:endParaRPr>
          </a:p>
        </p:txBody>
      </p:sp>
      <p:sp>
        <p:nvSpPr>
          <p:cNvPr id="1053720" name="Line 25"/>
          <p:cNvSpPr>
            <a:spLocks noChangeShapeType="1"/>
          </p:cNvSpPr>
          <p:nvPr/>
        </p:nvSpPr>
        <p:spPr bwMode="auto">
          <a:xfrm flipV="1">
            <a:off x="3001963" y="3160713"/>
            <a:ext cx="742950" cy="412750"/>
          </a:xfrm>
          <a:prstGeom prst="line">
            <a:avLst/>
          </a:prstGeom>
          <a:noFill/>
          <a:ln w="19050">
            <a:solidFill>
              <a:schemeClr val="tx2"/>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CC"/>
              </a:solidFill>
              <a:ea typeface="黑体" panose="02010609060101010101" pitchFamily="49" charset="-122"/>
            </a:endParaRPr>
          </a:p>
        </p:txBody>
      </p:sp>
      <p:sp>
        <p:nvSpPr>
          <p:cNvPr id="1053721" name="Line 26"/>
          <p:cNvSpPr>
            <a:spLocks noChangeShapeType="1"/>
          </p:cNvSpPr>
          <p:nvPr/>
        </p:nvSpPr>
        <p:spPr bwMode="auto">
          <a:xfrm flipH="1">
            <a:off x="1763713" y="3643313"/>
            <a:ext cx="1074737" cy="138112"/>
          </a:xfrm>
          <a:prstGeom prst="line">
            <a:avLst/>
          </a:prstGeom>
          <a:noFill/>
          <a:ln w="19050">
            <a:solidFill>
              <a:schemeClr val="tx2"/>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CC"/>
              </a:solidFill>
              <a:ea typeface="黑体" panose="02010609060101010101" pitchFamily="49" charset="-122"/>
            </a:endParaRPr>
          </a:p>
        </p:txBody>
      </p:sp>
      <p:sp>
        <p:nvSpPr>
          <p:cNvPr id="1053722" name="Line 27"/>
          <p:cNvSpPr>
            <a:spLocks noChangeShapeType="1"/>
          </p:cNvSpPr>
          <p:nvPr/>
        </p:nvSpPr>
        <p:spPr bwMode="auto">
          <a:xfrm>
            <a:off x="1763713" y="3848100"/>
            <a:ext cx="414337" cy="412750"/>
          </a:xfrm>
          <a:prstGeom prst="line">
            <a:avLst/>
          </a:prstGeom>
          <a:noFill/>
          <a:ln w="19050">
            <a:solidFill>
              <a:schemeClr val="tx2"/>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CC"/>
              </a:solidFill>
              <a:ea typeface="黑体" panose="02010609060101010101" pitchFamily="49" charset="-122"/>
            </a:endParaRPr>
          </a:p>
        </p:txBody>
      </p:sp>
      <p:grpSp>
        <p:nvGrpSpPr>
          <p:cNvPr id="1053723" name="Group 28"/>
          <p:cNvGrpSpPr>
            <a:grpSpLocks/>
          </p:cNvGrpSpPr>
          <p:nvPr/>
        </p:nvGrpSpPr>
        <p:grpSpPr bwMode="auto">
          <a:xfrm>
            <a:off x="2589213" y="3368675"/>
            <a:ext cx="742950" cy="479425"/>
            <a:chOff x="2949" y="196"/>
            <a:chExt cx="941" cy="598"/>
          </a:xfrm>
        </p:grpSpPr>
        <p:sp>
          <p:nvSpPr>
            <p:cNvPr id="1053724" name="Oval 29"/>
            <p:cNvSpPr>
              <a:spLocks noChangeArrowheads="1"/>
            </p:cNvSpPr>
            <p:nvPr/>
          </p:nvSpPr>
          <p:spPr bwMode="auto">
            <a:xfrm>
              <a:off x="3168" y="196"/>
              <a:ext cx="407" cy="162"/>
            </a:xfrm>
            <a:prstGeom prst="ellipse">
              <a:avLst/>
            </a:prstGeom>
            <a:solidFill>
              <a:srgbClr val="EAEAEA"/>
            </a:solidFill>
            <a:ln w="12700">
              <a:solidFill>
                <a:schemeClr val="tx1"/>
              </a:solidFill>
              <a:round/>
              <a:headEnd/>
              <a:tailEnd/>
            </a:ln>
          </p:spPr>
          <p:txBody>
            <a:bodyPr wrap="none" anchor="ctr"/>
            <a:lstStyle/>
            <a:p>
              <a:pPr eaLnBrk="0" hangingPunct="0"/>
              <a:endParaRPr lang="zh-CN" altLang="en-US" b="1">
                <a:solidFill>
                  <a:srgbClr val="0000CC"/>
                </a:solidFill>
                <a:ea typeface="黑体" panose="02010609060101010101" pitchFamily="49" charset="-122"/>
              </a:endParaRPr>
            </a:p>
          </p:txBody>
        </p:sp>
        <p:sp>
          <p:nvSpPr>
            <p:cNvPr id="1053725" name="Oval 30"/>
            <p:cNvSpPr>
              <a:spLocks noChangeArrowheads="1"/>
            </p:cNvSpPr>
            <p:nvPr/>
          </p:nvSpPr>
          <p:spPr bwMode="auto">
            <a:xfrm rot="900000">
              <a:off x="3512" y="252"/>
              <a:ext cx="275" cy="131"/>
            </a:xfrm>
            <a:prstGeom prst="ellipse">
              <a:avLst/>
            </a:prstGeom>
            <a:solidFill>
              <a:srgbClr val="EAEAEA"/>
            </a:solidFill>
            <a:ln w="12700">
              <a:solidFill>
                <a:schemeClr val="tx1"/>
              </a:solidFill>
              <a:round/>
              <a:headEnd/>
              <a:tailEnd/>
            </a:ln>
          </p:spPr>
          <p:txBody>
            <a:bodyPr wrap="none" anchor="ctr"/>
            <a:lstStyle/>
            <a:p>
              <a:pPr eaLnBrk="0" hangingPunct="0"/>
              <a:endParaRPr lang="zh-CN" altLang="en-US" b="1">
                <a:solidFill>
                  <a:srgbClr val="0000CC"/>
                </a:solidFill>
                <a:ea typeface="黑体" panose="02010609060101010101" pitchFamily="49" charset="-122"/>
              </a:endParaRPr>
            </a:p>
          </p:txBody>
        </p:sp>
        <p:sp>
          <p:nvSpPr>
            <p:cNvPr id="1053726" name="Oval 31"/>
            <p:cNvSpPr>
              <a:spLocks noChangeArrowheads="1"/>
            </p:cNvSpPr>
            <p:nvPr/>
          </p:nvSpPr>
          <p:spPr bwMode="auto">
            <a:xfrm rot="1500000">
              <a:off x="3650" y="385"/>
              <a:ext cx="240" cy="153"/>
            </a:xfrm>
            <a:prstGeom prst="ellipse">
              <a:avLst/>
            </a:prstGeom>
            <a:solidFill>
              <a:srgbClr val="EAEAEA"/>
            </a:solidFill>
            <a:ln w="12700">
              <a:solidFill>
                <a:schemeClr val="tx1"/>
              </a:solidFill>
              <a:round/>
              <a:headEnd/>
              <a:tailEnd/>
            </a:ln>
          </p:spPr>
          <p:txBody>
            <a:bodyPr wrap="none" anchor="ctr"/>
            <a:lstStyle/>
            <a:p>
              <a:pPr eaLnBrk="0" hangingPunct="0"/>
              <a:endParaRPr lang="zh-CN" altLang="en-US" b="1">
                <a:solidFill>
                  <a:srgbClr val="0000CC"/>
                </a:solidFill>
                <a:ea typeface="黑体" panose="02010609060101010101" pitchFamily="49" charset="-122"/>
              </a:endParaRPr>
            </a:p>
          </p:txBody>
        </p:sp>
        <p:sp>
          <p:nvSpPr>
            <p:cNvPr id="1053727" name="Oval 32"/>
            <p:cNvSpPr>
              <a:spLocks noChangeArrowheads="1"/>
            </p:cNvSpPr>
            <p:nvPr/>
          </p:nvSpPr>
          <p:spPr bwMode="auto">
            <a:xfrm rot="-1560000">
              <a:off x="3573" y="537"/>
              <a:ext cx="291" cy="189"/>
            </a:xfrm>
            <a:prstGeom prst="ellipse">
              <a:avLst/>
            </a:prstGeom>
            <a:solidFill>
              <a:srgbClr val="EAEAEA"/>
            </a:solidFill>
            <a:ln w="12700">
              <a:solidFill>
                <a:schemeClr val="tx1"/>
              </a:solidFill>
              <a:round/>
              <a:headEnd/>
              <a:tailEnd/>
            </a:ln>
          </p:spPr>
          <p:txBody>
            <a:bodyPr wrap="none" anchor="ctr"/>
            <a:lstStyle/>
            <a:p>
              <a:pPr eaLnBrk="0" hangingPunct="0"/>
              <a:endParaRPr lang="zh-CN" altLang="en-US" b="1">
                <a:solidFill>
                  <a:srgbClr val="0000CC"/>
                </a:solidFill>
                <a:ea typeface="黑体" panose="02010609060101010101" pitchFamily="49" charset="-122"/>
              </a:endParaRPr>
            </a:p>
          </p:txBody>
        </p:sp>
        <p:sp>
          <p:nvSpPr>
            <p:cNvPr id="1053728" name="Oval 33"/>
            <p:cNvSpPr>
              <a:spLocks noChangeArrowheads="1"/>
            </p:cNvSpPr>
            <p:nvPr/>
          </p:nvSpPr>
          <p:spPr bwMode="auto">
            <a:xfrm>
              <a:off x="3216" y="555"/>
              <a:ext cx="471" cy="239"/>
            </a:xfrm>
            <a:prstGeom prst="ellipse">
              <a:avLst/>
            </a:prstGeom>
            <a:solidFill>
              <a:srgbClr val="EAEAEA"/>
            </a:solidFill>
            <a:ln w="12700">
              <a:solidFill>
                <a:schemeClr val="tx1"/>
              </a:solidFill>
              <a:round/>
              <a:headEnd/>
              <a:tailEnd/>
            </a:ln>
          </p:spPr>
          <p:txBody>
            <a:bodyPr wrap="none" anchor="ctr"/>
            <a:lstStyle/>
            <a:p>
              <a:pPr eaLnBrk="0" hangingPunct="0"/>
              <a:endParaRPr lang="zh-CN" altLang="en-US" b="1">
                <a:solidFill>
                  <a:srgbClr val="0000CC"/>
                </a:solidFill>
                <a:ea typeface="黑体" panose="02010609060101010101" pitchFamily="49" charset="-122"/>
              </a:endParaRPr>
            </a:p>
          </p:txBody>
        </p:sp>
        <p:sp>
          <p:nvSpPr>
            <p:cNvPr id="1053729" name="Oval 34"/>
            <p:cNvSpPr>
              <a:spLocks noChangeArrowheads="1"/>
            </p:cNvSpPr>
            <p:nvPr/>
          </p:nvSpPr>
          <p:spPr bwMode="auto">
            <a:xfrm rot="1080000">
              <a:off x="3023" y="555"/>
              <a:ext cx="265" cy="156"/>
            </a:xfrm>
            <a:prstGeom prst="ellipse">
              <a:avLst/>
            </a:prstGeom>
            <a:solidFill>
              <a:srgbClr val="EAEAEA"/>
            </a:solidFill>
            <a:ln w="12700">
              <a:solidFill>
                <a:schemeClr val="tx1"/>
              </a:solidFill>
              <a:round/>
              <a:headEnd/>
              <a:tailEnd/>
            </a:ln>
          </p:spPr>
          <p:txBody>
            <a:bodyPr wrap="none" anchor="ctr"/>
            <a:lstStyle/>
            <a:p>
              <a:pPr eaLnBrk="0" hangingPunct="0"/>
              <a:endParaRPr lang="zh-CN" altLang="en-US" b="1">
                <a:solidFill>
                  <a:srgbClr val="0000CC"/>
                </a:solidFill>
                <a:ea typeface="黑体" panose="02010609060101010101" pitchFamily="49" charset="-122"/>
              </a:endParaRPr>
            </a:p>
          </p:txBody>
        </p:sp>
        <p:sp>
          <p:nvSpPr>
            <p:cNvPr id="1053730" name="Oval 35"/>
            <p:cNvSpPr>
              <a:spLocks noChangeArrowheads="1"/>
            </p:cNvSpPr>
            <p:nvPr/>
          </p:nvSpPr>
          <p:spPr bwMode="auto">
            <a:xfrm>
              <a:off x="2949" y="432"/>
              <a:ext cx="217" cy="156"/>
            </a:xfrm>
            <a:prstGeom prst="ellipse">
              <a:avLst/>
            </a:prstGeom>
            <a:solidFill>
              <a:srgbClr val="EAEAEA"/>
            </a:solidFill>
            <a:ln w="12700">
              <a:solidFill>
                <a:schemeClr val="tx1"/>
              </a:solidFill>
              <a:round/>
              <a:headEnd/>
              <a:tailEnd/>
            </a:ln>
          </p:spPr>
          <p:txBody>
            <a:bodyPr wrap="none" anchor="ctr"/>
            <a:lstStyle/>
            <a:p>
              <a:pPr eaLnBrk="0" hangingPunct="0"/>
              <a:endParaRPr lang="zh-CN" altLang="en-US" b="1">
                <a:solidFill>
                  <a:srgbClr val="0000CC"/>
                </a:solidFill>
                <a:ea typeface="黑体" panose="02010609060101010101" pitchFamily="49" charset="-122"/>
              </a:endParaRPr>
            </a:p>
          </p:txBody>
        </p:sp>
        <p:sp>
          <p:nvSpPr>
            <p:cNvPr id="1053731" name="Oval 36"/>
            <p:cNvSpPr>
              <a:spLocks noChangeArrowheads="1"/>
            </p:cNvSpPr>
            <p:nvPr/>
          </p:nvSpPr>
          <p:spPr bwMode="auto">
            <a:xfrm rot="-1860000">
              <a:off x="2984" y="310"/>
              <a:ext cx="295" cy="156"/>
            </a:xfrm>
            <a:prstGeom prst="ellipse">
              <a:avLst/>
            </a:prstGeom>
            <a:solidFill>
              <a:srgbClr val="EAEAEA"/>
            </a:solidFill>
            <a:ln w="12700">
              <a:solidFill>
                <a:schemeClr val="tx1"/>
              </a:solidFill>
              <a:round/>
              <a:headEnd/>
              <a:tailEnd/>
            </a:ln>
          </p:spPr>
          <p:txBody>
            <a:bodyPr wrap="none" anchor="ctr"/>
            <a:lstStyle/>
            <a:p>
              <a:pPr eaLnBrk="0" hangingPunct="0"/>
              <a:endParaRPr lang="zh-CN" altLang="en-US" b="1">
                <a:solidFill>
                  <a:srgbClr val="0000CC"/>
                </a:solidFill>
                <a:ea typeface="黑体" panose="02010609060101010101" pitchFamily="49" charset="-122"/>
              </a:endParaRPr>
            </a:p>
          </p:txBody>
        </p:sp>
        <p:sp>
          <p:nvSpPr>
            <p:cNvPr id="1053732" name="Freeform 37"/>
            <p:cNvSpPr>
              <a:spLocks noChangeArrowheads="1"/>
            </p:cNvSpPr>
            <p:nvPr/>
          </p:nvSpPr>
          <p:spPr bwMode="auto">
            <a:xfrm>
              <a:off x="3051" y="300"/>
              <a:ext cx="738" cy="407"/>
            </a:xfrm>
            <a:custGeom>
              <a:avLst/>
              <a:gdLst>
                <a:gd name="T0" fmla="*/ 108 w 738"/>
                <a:gd name="T1" fmla="*/ 82 h 407"/>
                <a:gd name="T2" fmla="*/ 145 w 738"/>
                <a:gd name="T3" fmla="*/ 77 h 407"/>
                <a:gd name="T4" fmla="*/ 183 w 738"/>
                <a:gd name="T5" fmla="*/ 72 h 407"/>
                <a:gd name="T6" fmla="*/ 215 w 738"/>
                <a:gd name="T7" fmla="*/ 67 h 407"/>
                <a:gd name="T8" fmla="*/ 237 w 738"/>
                <a:gd name="T9" fmla="*/ 46 h 407"/>
                <a:gd name="T10" fmla="*/ 204 w 738"/>
                <a:gd name="T11" fmla="*/ 41 h 407"/>
                <a:gd name="T12" fmla="*/ 172 w 738"/>
                <a:gd name="T13" fmla="*/ 46 h 407"/>
                <a:gd name="T14" fmla="*/ 156 w 738"/>
                <a:gd name="T15" fmla="*/ 46 h 407"/>
                <a:gd name="T16" fmla="*/ 188 w 738"/>
                <a:gd name="T17" fmla="*/ 26 h 407"/>
                <a:gd name="T18" fmla="*/ 226 w 738"/>
                <a:gd name="T19" fmla="*/ 15 h 407"/>
                <a:gd name="T20" fmla="*/ 258 w 738"/>
                <a:gd name="T21" fmla="*/ 10 h 407"/>
                <a:gd name="T22" fmla="*/ 290 w 738"/>
                <a:gd name="T23" fmla="*/ 5 h 407"/>
                <a:gd name="T24" fmla="*/ 323 w 738"/>
                <a:gd name="T25" fmla="*/ 0 h 407"/>
                <a:gd name="T26" fmla="*/ 355 w 738"/>
                <a:gd name="T27" fmla="*/ 0 h 407"/>
                <a:gd name="T28" fmla="*/ 387 w 738"/>
                <a:gd name="T29" fmla="*/ 0 h 407"/>
                <a:gd name="T30" fmla="*/ 463 w 738"/>
                <a:gd name="T31" fmla="*/ 0 h 407"/>
                <a:gd name="T32" fmla="*/ 506 w 738"/>
                <a:gd name="T33" fmla="*/ 0 h 407"/>
                <a:gd name="T34" fmla="*/ 543 w 738"/>
                <a:gd name="T35" fmla="*/ 15 h 407"/>
                <a:gd name="T36" fmla="*/ 570 w 738"/>
                <a:gd name="T37" fmla="*/ 36 h 407"/>
                <a:gd name="T38" fmla="*/ 603 w 738"/>
                <a:gd name="T39" fmla="*/ 51 h 407"/>
                <a:gd name="T40" fmla="*/ 635 w 738"/>
                <a:gd name="T41" fmla="*/ 57 h 407"/>
                <a:gd name="T42" fmla="*/ 667 w 738"/>
                <a:gd name="T43" fmla="*/ 77 h 407"/>
                <a:gd name="T44" fmla="*/ 694 w 738"/>
                <a:gd name="T45" fmla="*/ 98 h 407"/>
                <a:gd name="T46" fmla="*/ 715 w 738"/>
                <a:gd name="T47" fmla="*/ 128 h 407"/>
                <a:gd name="T48" fmla="*/ 721 w 738"/>
                <a:gd name="T49" fmla="*/ 164 h 407"/>
                <a:gd name="T50" fmla="*/ 726 w 738"/>
                <a:gd name="T51" fmla="*/ 195 h 407"/>
                <a:gd name="T52" fmla="*/ 726 w 738"/>
                <a:gd name="T53" fmla="*/ 226 h 407"/>
                <a:gd name="T54" fmla="*/ 726 w 738"/>
                <a:gd name="T55" fmla="*/ 257 h 407"/>
                <a:gd name="T56" fmla="*/ 737 w 738"/>
                <a:gd name="T57" fmla="*/ 288 h 407"/>
                <a:gd name="T58" fmla="*/ 737 w 738"/>
                <a:gd name="T59" fmla="*/ 319 h 407"/>
                <a:gd name="T60" fmla="*/ 715 w 738"/>
                <a:gd name="T61" fmla="*/ 349 h 407"/>
                <a:gd name="T62" fmla="*/ 678 w 738"/>
                <a:gd name="T63" fmla="*/ 365 h 407"/>
                <a:gd name="T64" fmla="*/ 646 w 738"/>
                <a:gd name="T65" fmla="*/ 380 h 407"/>
                <a:gd name="T66" fmla="*/ 613 w 738"/>
                <a:gd name="T67" fmla="*/ 396 h 407"/>
                <a:gd name="T68" fmla="*/ 581 w 738"/>
                <a:gd name="T69" fmla="*/ 401 h 407"/>
                <a:gd name="T70" fmla="*/ 538 w 738"/>
                <a:gd name="T71" fmla="*/ 406 h 407"/>
                <a:gd name="T72" fmla="*/ 500 w 738"/>
                <a:gd name="T73" fmla="*/ 406 h 407"/>
                <a:gd name="T74" fmla="*/ 468 w 738"/>
                <a:gd name="T75" fmla="*/ 406 h 407"/>
                <a:gd name="T76" fmla="*/ 436 w 738"/>
                <a:gd name="T77" fmla="*/ 406 h 407"/>
                <a:gd name="T78" fmla="*/ 403 w 738"/>
                <a:gd name="T79" fmla="*/ 406 h 407"/>
                <a:gd name="T80" fmla="*/ 371 w 738"/>
                <a:gd name="T81" fmla="*/ 406 h 407"/>
                <a:gd name="T82" fmla="*/ 339 w 738"/>
                <a:gd name="T83" fmla="*/ 406 h 407"/>
                <a:gd name="T84" fmla="*/ 307 w 738"/>
                <a:gd name="T85" fmla="*/ 406 h 407"/>
                <a:gd name="T86" fmla="*/ 269 w 738"/>
                <a:gd name="T87" fmla="*/ 406 h 407"/>
                <a:gd name="T88" fmla="*/ 237 w 738"/>
                <a:gd name="T89" fmla="*/ 406 h 407"/>
                <a:gd name="T90" fmla="*/ 204 w 738"/>
                <a:gd name="T91" fmla="*/ 406 h 407"/>
                <a:gd name="T92" fmla="*/ 172 w 738"/>
                <a:gd name="T93" fmla="*/ 391 h 407"/>
                <a:gd name="T94" fmla="*/ 140 w 738"/>
                <a:gd name="T95" fmla="*/ 380 h 407"/>
                <a:gd name="T96" fmla="*/ 108 w 738"/>
                <a:gd name="T97" fmla="*/ 365 h 407"/>
                <a:gd name="T98" fmla="*/ 81 w 738"/>
                <a:gd name="T99" fmla="*/ 339 h 407"/>
                <a:gd name="T100" fmla="*/ 59 w 738"/>
                <a:gd name="T101" fmla="*/ 319 h 407"/>
                <a:gd name="T102" fmla="*/ 38 w 738"/>
                <a:gd name="T103" fmla="*/ 288 h 407"/>
                <a:gd name="T104" fmla="*/ 16 w 738"/>
                <a:gd name="T105" fmla="*/ 252 h 407"/>
                <a:gd name="T106" fmla="*/ 0 w 738"/>
                <a:gd name="T107" fmla="*/ 216 h 407"/>
                <a:gd name="T108" fmla="*/ 0 w 738"/>
                <a:gd name="T109" fmla="*/ 185 h 407"/>
                <a:gd name="T110" fmla="*/ 5 w 738"/>
                <a:gd name="T111" fmla="*/ 149 h 407"/>
                <a:gd name="T112" fmla="*/ 27 w 738"/>
                <a:gd name="T113" fmla="*/ 123 h 407"/>
                <a:gd name="T114" fmla="*/ 54 w 738"/>
                <a:gd name="T115" fmla="*/ 108 h 407"/>
                <a:gd name="T116" fmla="*/ 86 w 738"/>
                <a:gd name="T117" fmla="*/ 98 h 407"/>
                <a:gd name="T118" fmla="*/ 113 w 738"/>
                <a:gd name="T119" fmla="*/ 82 h 407"/>
                <a:gd name="T120" fmla="*/ 129 w 738"/>
                <a:gd name="T121" fmla="*/ 98 h 40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Lst>
              <a:rect l="0" t="0" r="r" b="b"/>
              <a:pathLst>
                <a:path w="738" h="407">
                  <a:moveTo>
                    <a:pt x="91" y="82"/>
                  </a:moveTo>
                  <a:lnTo>
                    <a:pt x="108" y="82"/>
                  </a:lnTo>
                  <a:lnTo>
                    <a:pt x="124" y="82"/>
                  </a:lnTo>
                  <a:lnTo>
                    <a:pt x="145" y="77"/>
                  </a:lnTo>
                  <a:lnTo>
                    <a:pt x="161" y="77"/>
                  </a:lnTo>
                  <a:lnTo>
                    <a:pt x="183" y="72"/>
                  </a:lnTo>
                  <a:lnTo>
                    <a:pt x="199" y="72"/>
                  </a:lnTo>
                  <a:lnTo>
                    <a:pt x="215" y="67"/>
                  </a:lnTo>
                  <a:lnTo>
                    <a:pt x="231" y="62"/>
                  </a:lnTo>
                  <a:lnTo>
                    <a:pt x="237" y="46"/>
                  </a:lnTo>
                  <a:lnTo>
                    <a:pt x="221" y="41"/>
                  </a:lnTo>
                  <a:lnTo>
                    <a:pt x="204" y="41"/>
                  </a:lnTo>
                  <a:lnTo>
                    <a:pt x="188" y="46"/>
                  </a:lnTo>
                  <a:lnTo>
                    <a:pt x="172" y="46"/>
                  </a:lnTo>
                  <a:lnTo>
                    <a:pt x="156" y="62"/>
                  </a:lnTo>
                  <a:lnTo>
                    <a:pt x="156" y="46"/>
                  </a:lnTo>
                  <a:lnTo>
                    <a:pt x="172" y="36"/>
                  </a:lnTo>
                  <a:lnTo>
                    <a:pt x="188" y="26"/>
                  </a:lnTo>
                  <a:lnTo>
                    <a:pt x="210" y="21"/>
                  </a:lnTo>
                  <a:lnTo>
                    <a:pt x="226" y="15"/>
                  </a:lnTo>
                  <a:lnTo>
                    <a:pt x="242" y="15"/>
                  </a:lnTo>
                  <a:lnTo>
                    <a:pt x="258" y="10"/>
                  </a:lnTo>
                  <a:lnTo>
                    <a:pt x="274" y="10"/>
                  </a:lnTo>
                  <a:lnTo>
                    <a:pt x="290" y="5"/>
                  </a:lnTo>
                  <a:lnTo>
                    <a:pt x="307" y="5"/>
                  </a:lnTo>
                  <a:lnTo>
                    <a:pt x="323" y="0"/>
                  </a:lnTo>
                  <a:lnTo>
                    <a:pt x="339" y="0"/>
                  </a:lnTo>
                  <a:lnTo>
                    <a:pt x="355" y="0"/>
                  </a:lnTo>
                  <a:lnTo>
                    <a:pt x="371" y="0"/>
                  </a:lnTo>
                  <a:lnTo>
                    <a:pt x="387" y="0"/>
                  </a:lnTo>
                  <a:lnTo>
                    <a:pt x="420" y="0"/>
                  </a:lnTo>
                  <a:lnTo>
                    <a:pt x="463" y="0"/>
                  </a:lnTo>
                  <a:lnTo>
                    <a:pt x="484" y="0"/>
                  </a:lnTo>
                  <a:lnTo>
                    <a:pt x="506" y="0"/>
                  </a:lnTo>
                  <a:lnTo>
                    <a:pt x="527" y="5"/>
                  </a:lnTo>
                  <a:lnTo>
                    <a:pt x="543" y="15"/>
                  </a:lnTo>
                  <a:lnTo>
                    <a:pt x="554" y="31"/>
                  </a:lnTo>
                  <a:lnTo>
                    <a:pt x="570" y="36"/>
                  </a:lnTo>
                  <a:lnTo>
                    <a:pt x="586" y="46"/>
                  </a:lnTo>
                  <a:lnTo>
                    <a:pt x="603" y="51"/>
                  </a:lnTo>
                  <a:lnTo>
                    <a:pt x="619" y="51"/>
                  </a:lnTo>
                  <a:lnTo>
                    <a:pt x="635" y="57"/>
                  </a:lnTo>
                  <a:lnTo>
                    <a:pt x="651" y="67"/>
                  </a:lnTo>
                  <a:lnTo>
                    <a:pt x="667" y="77"/>
                  </a:lnTo>
                  <a:lnTo>
                    <a:pt x="678" y="93"/>
                  </a:lnTo>
                  <a:lnTo>
                    <a:pt x="694" y="98"/>
                  </a:lnTo>
                  <a:lnTo>
                    <a:pt x="699" y="113"/>
                  </a:lnTo>
                  <a:lnTo>
                    <a:pt x="715" y="128"/>
                  </a:lnTo>
                  <a:lnTo>
                    <a:pt x="721" y="149"/>
                  </a:lnTo>
                  <a:lnTo>
                    <a:pt x="721" y="164"/>
                  </a:lnTo>
                  <a:lnTo>
                    <a:pt x="726" y="180"/>
                  </a:lnTo>
                  <a:lnTo>
                    <a:pt x="726" y="195"/>
                  </a:lnTo>
                  <a:lnTo>
                    <a:pt x="726" y="211"/>
                  </a:lnTo>
                  <a:lnTo>
                    <a:pt x="726" y="226"/>
                  </a:lnTo>
                  <a:lnTo>
                    <a:pt x="726" y="242"/>
                  </a:lnTo>
                  <a:lnTo>
                    <a:pt x="726" y="257"/>
                  </a:lnTo>
                  <a:lnTo>
                    <a:pt x="737" y="272"/>
                  </a:lnTo>
                  <a:lnTo>
                    <a:pt x="737" y="288"/>
                  </a:lnTo>
                  <a:lnTo>
                    <a:pt x="737" y="303"/>
                  </a:lnTo>
                  <a:lnTo>
                    <a:pt x="737" y="319"/>
                  </a:lnTo>
                  <a:lnTo>
                    <a:pt x="732" y="334"/>
                  </a:lnTo>
                  <a:lnTo>
                    <a:pt x="715" y="349"/>
                  </a:lnTo>
                  <a:lnTo>
                    <a:pt x="694" y="360"/>
                  </a:lnTo>
                  <a:lnTo>
                    <a:pt x="678" y="365"/>
                  </a:lnTo>
                  <a:lnTo>
                    <a:pt x="662" y="375"/>
                  </a:lnTo>
                  <a:lnTo>
                    <a:pt x="646" y="380"/>
                  </a:lnTo>
                  <a:lnTo>
                    <a:pt x="629" y="385"/>
                  </a:lnTo>
                  <a:lnTo>
                    <a:pt x="613" y="396"/>
                  </a:lnTo>
                  <a:lnTo>
                    <a:pt x="597" y="401"/>
                  </a:lnTo>
                  <a:lnTo>
                    <a:pt x="581" y="401"/>
                  </a:lnTo>
                  <a:lnTo>
                    <a:pt x="559" y="406"/>
                  </a:lnTo>
                  <a:lnTo>
                    <a:pt x="538" y="406"/>
                  </a:lnTo>
                  <a:lnTo>
                    <a:pt x="522" y="406"/>
                  </a:lnTo>
                  <a:lnTo>
                    <a:pt x="500" y="406"/>
                  </a:lnTo>
                  <a:lnTo>
                    <a:pt x="484" y="406"/>
                  </a:lnTo>
                  <a:lnTo>
                    <a:pt x="468" y="406"/>
                  </a:lnTo>
                  <a:lnTo>
                    <a:pt x="452" y="406"/>
                  </a:lnTo>
                  <a:lnTo>
                    <a:pt x="436" y="406"/>
                  </a:lnTo>
                  <a:lnTo>
                    <a:pt x="420" y="406"/>
                  </a:lnTo>
                  <a:lnTo>
                    <a:pt x="403" y="406"/>
                  </a:lnTo>
                  <a:lnTo>
                    <a:pt x="387" y="406"/>
                  </a:lnTo>
                  <a:lnTo>
                    <a:pt x="371" y="406"/>
                  </a:lnTo>
                  <a:lnTo>
                    <a:pt x="355" y="406"/>
                  </a:lnTo>
                  <a:lnTo>
                    <a:pt x="339" y="406"/>
                  </a:lnTo>
                  <a:lnTo>
                    <a:pt x="323" y="406"/>
                  </a:lnTo>
                  <a:lnTo>
                    <a:pt x="307" y="406"/>
                  </a:lnTo>
                  <a:lnTo>
                    <a:pt x="285" y="406"/>
                  </a:lnTo>
                  <a:lnTo>
                    <a:pt x="269" y="406"/>
                  </a:lnTo>
                  <a:lnTo>
                    <a:pt x="253" y="406"/>
                  </a:lnTo>
                  <a:lnTo>
                    <a:pt x="237" y="406"/>
                  </a:lnTo>
                  <a:lnTo>
                    <a:pt x="221" y="406"/>
                  </a:lnTo>
                  <a:lnTo>
                    <a:pt x="204" y="406"/>
                  </a:lnTo>
                  <a:lnTo>
                    <a:pt x="188" y="396"/>
                  </a:lnTo>
                  <a:lnTo>
                    <a:pt x="172" y="391"/>
                  </a:lnTo>
                  <a:lnTo>
                    <a:pt x="156" y="385"/>
                  </a:lnTo>
                  <a:lnTo>
                    <a:pt x="140" y="380"/>
                  </a:lnTo>
                  <a:lnTo>
                    <a:pt x="124" y="375"/>
                  </a:lnTo>
                  <a:lnTo>
                    <a:pt x="108" y="365"/>
                  </a:lnTo>
                  <a:lnTo>
                    <a:pt x="91" y="355"/>
                  </a:lnTo>
                  <a:lnTo>
                    <a:pt x="81" y="339"/>
                  </a:lnTo>
                  <a:lnTo>
                    <a:pt x="65" y="334"/>
                  </a:lnTo>
                  <a:lnTo>
                    <a:pt x="59" y="319"/>
                  </a:lnTo>
                  <a:lnTo>
                    <a:pt x="43" y="303"/>
                  </a:lnTo>
                  <a:lnTo>
                    <a:pt x="38" y="288"/>
                  </a:lnTo>
                  <a:lnTo>
                    <a:pt x="22" y="272"/>
                  </a:lnTo>
                  <a:lnTo>
                    <a:pt x="16" y="252"/>
                  </a:lnTo>
                  <a:lnTo>
                    <a:pt x="5" y="231"/>
                  </a:lnTo>
                  <a:lnTo>
                    <a:pt x="0" y="216"/>
                  </a:lnTo>
                  <a:lnTo>
                    <a:pt x="0" y="200"/>
                  </a:lnTo>
                  <a:lnTo>
                    <a:pt x="0" y="185"/>
                  </a:lnTo>
                  <a:lnTo>
                    <a:pt x="0" y="170"/>
                  </a:lnTo>
                  <a:lnTo>
                    <a:pt x="5" y="149"/>
                  </a:lnTo>
                  <a:lnTo>
                    <a:pt x="11" y="134"/>
                  </a:lnTo>
                  <a:lnTo>
                    <a:pt x="27" y="123"/>
                  </a:lnTo>
                  <a:lnTo>
                    <a:pt x="38" y="108"/>
                  </a:lnTo>
                  <a:lnTo>
                    <a:pt x="54" y="108"/>
                  </a:lnTo>
                  <a:lnTo>
                    <a:pt x="70" y="103"/>
                  </a:lnTo>
                  <a:lnTo>
                    <a:pt x="86" y="98"/>
                  </a:lnTo>
                  <a:lnTo>
                    <a:pt x="102" y="98"/>
                  </a:lnTo>
                  <a:lnTo>
                    <a:pt x="113" y="82"/>
                  </a:lnTo>
                  <a:lnTo>
                    <a:pt x="113" y="67"/>
                  </a:lnTo>
                  <a:lnTo>
                    <a:pt x="129" y="98"/>
                  </a:lnTo>
                </a:path>
              </a:pathLst>
            </a:custGeom>
            <a:solidFill>
              <a:srgbClr val="EAEAEA"/>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CC"/>
                </a:solidFill>
                <a:ea typeface="黑体" panose="02010609060101010101" pitchFamily="49" charset="-122"/>
              </a:endParaRPr>
            </a:p>
          </p:txBody>
        </p:sp>
        <p:sp>
          <p:nvSpPr>
            <p:cNvPr id="1053733" name="Freeform 38"/>
            <p:cNvSpPr>
              <a:spLocks noChangeArrowheads="1"/>
            </p:cNvSpPr>
            <p:nvPr/>
          </p:nvSpPr>
          <p:spPr bwMode="auto">
            <a:xfrm>
              <a:off x="3193" y="270"/>
              <a:ext cx="117" cy="118"/>
            </a:xfrm>
            <a:custGeom>
              <a:avLst/>
              <a:gdLst>
                <a:gd name="T0" fmla="*/ 5 w 117"/>
                <a:gd name="T1" fmla="*/ 66 h 118"/>
                <a:gd name="T2" fmla="*/ 0 w 117"/>
                <a:gd name="T3" fmla="*/ 51 h 118"/>
                <a:gd name="T4" fmla="*/ 0 w 117"/>
                <a:gd name="T5" fmla="*/ 36 h 118"/>
                <a:gd name="T6" fmla="*/ 16 w 117"/>
                <a:gd name="T7" fmla="*/ 25 h 118"/>
                <a:gd name="T8" fmla="*/ 32 w 117"/>
                <a:gd name="T9" fmla="*/ 15 h 118"/>
                <a:gd name="T10" fmla="*/ 47 w 117"/>
                <a:gd name="T11" fmla="*/ 0 h 118"/>
                <a:gd name="T12" fmla="*/ 63 w 117"/>
                <a:gd name="T13" fmla="*/ 0 h 118"/>
                <a:gd name="T14" fmla="*/ 79 w 117"/>
                <a:gd name="T15" fmla="*/ 0 h 118"/>
                <a:gd name="T16" fmla="*/ 84 w 117"/>
                <a:gd name="T17" fmla="*/ 15 h 118"/>
                <a:gd name="T18" fmla="*/ 95 w 117"/>
                <a:gd name="T19" fmla="*/ 31 h 118"/>
                <a:gd name="T20" fmla="*/ 105 w 117"/>
                <a:gd name="T21" fmla="*/ 46 h 118"/>
                <a:gd name="T22" fmla="*/ 111 w 117"/>
                <a:gd name="T23" fmla="*/ 61 h 118"/>
                <a:gd name="T24" fmla="*/ 116 w 117"/>
                <a:gd name="T25" fmla="*/ 76 h 118"/>
                <a:gd name="T26" fmla="*/ 116 w 117"/>
                <a:gd name="T27" fmla="*/ 92 h 118"/>
                <a:gd name="T28" fmla="*/ 116 w 117"/>
                <a:gd name="T29" fmla="*/ 107 h 118"/>
                <a:gd name="T30" fmla="*/ 100 w 117"/>
                <a:gd name="T31" fmla="*/ 117 h 118"/>
                <a:gd name="T32" fmla="*/ 84 w 117"/>
                <a:gd name="T33" fmla="*/ 117 h 118"/>
                <a:gd name="T34" fmla="*/ 69 w 117"/>
                <a:gd name="T35" fmla="*/ 117 h 118"/>
                <a:gd name="T36" fmla="*/ 53 w 117"/>
                <a:gd name="T37" fmla="*/ 117 h 118"/>
                <a:gd name="T38" fmla="*/ 37 w 117"/>
                <a:gd name="T39" fmla="*/ 112 h 118"/>
                <a:gd name="T40" fmla="*/ 21 w 117"/>
                <a:gd name="T41" fmla="*/ 102 h 118"/>
                <a:gd name="T42" fmla="*/ 11 w 117"/>
                <a:gd name="T43" fmla="*/ 86 h 118"/>
                <a:gd name="T44" fmla="*/ 5 w 117"/>
                <a:gd name="T45" fmla="*/ 71 h 118"/>
                <a:gd name="T46" fmla="*/ 5 w 117"/>
                <a:gd name="T47" fmla="*/ 66 h 1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117" h="118">
                  <a:moveTo>
                    <a:pt x="5" y="66"/>
                  </a:moveTo>
                  <a:lnTo>
                    <a:pt x="0" y="51"/>
                  </a:lnTo>
                  <a:lnTo>
                    <a:pt x="0" y="36"/>
                  </a:lnTo>
                  <a:lnTo>
                    <a:pt x="16" y="25"/>
                  </a:lnTo>
                  <a:lnTo>
                    <a:pt x="32" y="15"/>
                  </a:lnTo>
                  <a:lnTo>
                    <a:pt x="47" y="0"/>
                  </a:lnTo>
                  <a:lnTo>
                    <a:pt x="63" y="0"/>
                  </a:lnTo>
                  <a:lnTo>
                    <a:pt x="79" y="0"/>
                  </a:lnTo>
                  <a:lnTo>
                    <a:pt x="84" y="15"/>
                  </a:lnTo>
                  <a:lnTo>
                    <a:pt x="95" y="31"/>
                  </a:lnTo>
                  <a:lnTo>
                    <a:pt x="105" y="46"/>
                  </a:lnTo>
                  <a:lnTo>
                    <a:pt x="111" y="61"/>
                  </a:lnTo>
                  <a:lnTo>
                    <a:pt x="116" y="76"/>
                  </a:lnTo>
                  <a:lnTo>
                    <a:pt x="116" y="92"/>
                  </a:lnTo>
                  <a:lnTo>
                    <a:pt x="116" y="107"/>
                  </a:lnTo>
                  <a:lnTo>
                    <a:pt x="100" y="117"/>
                  </a:lnTo>
                  <a:lnTo>
                    <a:pt x="84" y="117"/>
                  </a:lnTo>
                  <a:lnTo>
                    <a:pt x="69" y="117"/>
                  </a:lnTo>
                  <a:lnTo>
                    <a:pt x="53" y="117"/>
                  </a:lnTo>
                  <a:lnTo>
                    <a:pt x="37" y="112"/>
                  </a:lnTo>
                  <a:lnTo>
                    <a:pt x="21" y="102"/>
                  </a:lnTo>
                  <a:lnTo>
                    <a:pt x="11" y="86"/>
                  </a:lnTo>
                  <a:lnTo>
                    <a:pt x="5" y="71"/>
                  </a:lnTo>
                  <a:lnTo>
                    <a:pt x="5" y="66"/>
                  </a:lnTo>
                </a:path>
              </a:pathLst>
            </a:custGeom>
            <a:solidFill>
              <a:srgbClr val="EAEAEA"/>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CC"/>
                </a:solidFill>
                <a:ea typeface="黑体" panose="02010609060101010101" pitchFamily="49" charset="-122"/>
              </a:endParaRPr>
            </a:p>
          </p:txBody>
        </p:sp>
        <p:sp>
          <p:nvSpPr>
            <p:cNvPr id="1053734" name="Freeform 39"/>
            <p:cNvSpPr>
              <a:spLocks noChangeArrowheads="1"/>
            </p:cNvSpPr>
            <p:nvPr/>
          </p:nvSpPr>
          <p:spPr bwMode="auto">
            <a:xfrm>
              <a:off x="3469" y="239"/>
              <a:ext cx="82" cy="87"/>
            </a:xfrm>
            <a:custGeom>
              <a:avLst/>
              <a:gdLst>
                <a:gd name="T0" fmla="*/ 0 w 82"/>
                <a:gd name="T1" fmla="*/ 0 h 87"/>
                <a:gd name="T2" fmla="*/ 16 w 82"/>
                <a:gd name="T3" fmla="*/ 10 h 87"/>
                <a:gd name="T4" fmla="*/ 32 w 82"/>
                <a:gd name="T5" fmla="*/ 20 h 87"/>
                <a:gd name="T6" fmla="*/ 49 w 82"/>
                <a:gd name="T7" fmla="*/ 20 h 87"/>
                <a:gd name="T8" fmla="*/ 65 w 82"/>
                <a:gd name="T9" fmla="*/ 30 h 87"/>
                <a:gd name="T10" fmla="*/ 76 w 82"/>
                <a:gd name="T11" fmla="*/ 46 h 87"/>
                <a:gd name="T12" fmla="*/ 81 w 82"/>
                <a:gd name="T13" fmla="*/ 61 h 87"/>
                <a:gd name="T14" fmla="*/ 81 w 82"/>
                <a:gd name="T15" fmla="*/ 76 h 87"/>
                <a:gd name="T16" fmla="*/ 65 w 82"/>
                <a:gd name="T17" fmla="*/ 86 h 87"/>
                <a:gd name="T18" fmla="*/ 49 w 82"/>
                <a:gd name="T19" fmla="*/ 86 h 87"/>
                <a:gd name="T20" fmla="*/ 27 w 82"/>
                <a:gd name="T21" fmla="*/ 81 h 87"/>
                <a:gd name="T22" fmla="*/ 11 w 82"/>
                <a:gd name="T23" fmla="*/ 71 h 87"/>
                <a:gd name="T24" fmla="*/ 5 w 82"/>
                <a:gd name="T25" fmla="*/ 56 h 87"/>
                <a:gd name="T26" fmla="*/ 0 w 82"/>
                <a:gd name="T27" fmla="*/ 40 h 87"/>
                <a:gd name="T28" fmla="*/ 0 w 82"/>
                <a:gd name="T29" fmla="*/ 25 h 87"/>
                <a:gd name="T30" fmla="*/ 11 w 82"/>
                <a:gd name="T31" fmla="*/ 10 h 87"/>
                <a:gd name="T32" fmla="*/ 0 w 82"/>
                <a:gd name="T33" fmla="*/ 0 h 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82" h="87">
                  <a:moveTo>
                    <a:pt x="0" y="0"/>
                  </a:moveTo>
                  <a:lnTo>
                    <a:pt x="16" y="10"/>
                  </a:lnTo>
                  <a:lnTo>
                    <a:pt x="32" y="20"/>
                  </a:lnTo>
                  <a:lnTo>
                    <a:pt x="49" y="20"/>
                  </a:lnTo>
                  <a:lnTo>
                    <a:pt x="65" y="30"/>
                  </a:lnTo>
                  <a:lnTo>
                    <a:pt x="76" y="46"/>
                  </a:lnTo>
                  <a:lnTo>
                    <a:pt x="81" y="61"/>
                  </a:lnTo>
                  <a:lnTo>
                    <a:pt x="81" y="76"/>
                  </a:lnTo>
                  <a:lnTo>
                    <a:pt x="65" y="86"/>
                  </a:lnTo>
                  <a:lnTo>
                    <a:pt x="49" y="86"/>
                  </a:lnTo>
                  <a:lnTo>
                    <a:pt x="27" y="81"/>
                  </a:lnTo>
                  <a:lnTo>
                    <a:pt x="11" y="71"/>
                  </a:lnTo>
                  <a:lnTo>
                    <a:pt x="5" y="56"/>
                  </a:lnTo>
                  <a:lnTo>
                    <a:pt x="0" y="40"/>
                  </a:lnTo>
                  <a:lnTo>
                    <a:pt x="0" y="25"/>
                  </a:lnTo>
                  <a:lnTo>
                    <a:pt x="11" y="10"/>
                  </a:lnTo>
                  <a:lnTo>
                    <a:pt x="0" y="0"/>
                  </a:lnTo>
                </a:path>
              </a:pathLst>
            </a:custGeom>
            <a:solidFill>
              <a:srgbClr val="EAEAEA"/>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CC"/>
                </a:solidFill>
                <a:ea typeface="黑体" panose="02010609060101010101" pitchFamily="49" charset="-122"/>
              </a:endParaRPr>
            </a:p>
          </p:txBody>
        </p:sp>
      </p:grpSp>
      <p:pic>
        <p:nvPicPr>
          <p:cNvPr id="1053735" name="Picture 40"/>
          <p:cNvPicPr>
            <a:picLocks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352550" y="3643313"/>
            <a:ext cx="563563" cy="314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053736" name="Picture 41"/>
          <p:cNvPicPr>
            <a:picLocks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2095500" y="2611438"/>
            <a:ext cx="563563" cy="3159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053737" name="Picture 42"/>
          <p:cNvPicPr>
            <a:picLocks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3497263" y="2955925"/>
            <a:ext cx="561975" cy="314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053738" name="Picture 43"/>
          <p:cNvPicPr>
            <a:picLocks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5229225" y="2543175"/>
            <a:ext cx="563563" cy="314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053739" name="Picture 44"/>
          <p:cNvPicPr>
            <a:picLocks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5478463" y="3230563"/>
            <a:ext cx="561975" cy="314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053740" name="Picture 45"/>
          <p:cNvPicPr>
            <a:picLocks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8778875" y="3298825"/>
            <a:ext cx="561975" cy="3159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053741" name="Picture 46"/>
          <p:cNvPicPr>
            <a:picLocks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6797675" y="3094038"/>
            <a:ext cx="561975" cy="3127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1053742" name="Group 47"/>
          <p:cNvGrpSpPr>
            <a:grpSpLocks/>
          </p:cNvGrpSpPr>
          <p:nvPr/>
        </p:nvGrpSpPr>
        <p:grpSpPr bwMode="auto">
          <a:xfrm>
            <a:off x="1846263" y="4056063"/>
            <a:ext cx="742950" cy="479425"/>
            <a:chOff x="2949" y="196"/>
            <a:chExt cx="941" cy="598"/>
          </a:xfrm>
        </p:grpSpPr>
        <p:sp>
          <p:nvSpPr>
            <p:cNvPr id="1053743" name="Oval 48"/>
            <p:cNvSpPr>
              <a:spLocks noChangeArrowheads="1"/>
            </p:cNvSpPr>
            <p:nvPr/>
          </p:nvSpPr>
          <p:spPr bwMode="auto">
            <a:xfrm>
              <a:off x="3168" y="196"/>
              <a:ext cx="407" cy="162"/>
            </a:xfrm>
            <a:prstGeom prst="ellipse">
              <a:avLst/>
            </a:prstGeom>
            <a:solidFill>
              <a:srgbClr val="EAEAEA"/>
            </a:solidFill>
            <a:ln w="12700">
              <a:solidFill>
                <a:schemeClr val="tx1"/>
              </a:solidFill>
              <a:round/>
              <a:headEnd/>
              <a:tailEnd/>
            </a:ln>
          </p:spPr>
          <p:txBody>
            <a:bodyPr wrap="none" anchor="ctr"/>
            <a:lstStyle/>
            <a:p>
              <a:pPr eaLnBrk="0" hangingPunct="0"/>
              <a:endParaRPr lang="zh-CN" altLang="en-US" b="1">
                <a:solidFill>
                  <a:srgbClr val="0000CC"/>
                </a:solidFill>
                <a:ea typeface="黑体" panose="02010609060101010101" pitchFamily="49" charset="-122"/>
              </a:endParaRPr>
            </a:p>
          </p:txBody>
        </p:sp>
        <p:sp>
          <p:nvSpPr>
            <p:cNvPr id="1053744" name="Oval 49"/>
            <p:cNvSpPr>
              <a:spLocks noChangeArrowheads="1"/>
            </p:cNvSpPr>
            <p:nvPr/>
          </p:nvSpPr>
          <p:spPr bwMode="auto">
            <a:xfrm rot="900000">
              <a:off x="3512" y="252"/>
              <a:ext cx="275" cy="131"/>
            </a:xfrm>
            <a:prstGeom prst="ellipse">
              <a:avLst/>
            </a:prstGeom>
            <a:solidFill>
              <a:srgbClr val="EAEAEA"/>
            </a:solidFill>
            <a:ln w="12700">
              <a:solidFill>
                <a:schemeClr val="tx1"/>
              </a:solidFill>
              <a:round/>
              <a:headEnd/>
              <a:tailEnd/>
            </a:ln>
          </p:spPr>
          <p:txBody>
            <a:bodyPr wrap="none" anchor="ctr"/>
            <a:lstStyle/>
            <a:p>
              <a:pPr eaLnBrk="0" hangingPunct="0"/>
              <a:endParaRPr lang="zh-CN" altLang="en-US" b="1">
                <a:solidFill>
                  <a:srgbClr val="0000CC"/>
                </a:solidFill>
                <a:ea typeface="黑体" panose="02010609060101010101" pitchFamily="49" charset="-122"/>
              </a:endParaRPr>
            </a:p>
          </p:txBody>
        </p:sp>
        <p:sp>
          <p:nvSpPr>
            <p:cNvPr id="1053745" name="Oval 50"/>
            <p:cNvSpPr>
              <a:spLocks noChangeArrowheads="1"/>
            </p:cNvSpPr>
            <p:nvPr/>
          </p:nvSpPr>
          <p:spPr bwMode="auto">
            <a:xfrm rot="1500000">
              <a:off x="3650" y="385"/>
              <a:ext cx="240" cy="153"/>
            </a:xfrm>
            <a:prstGeom prst="ellipse">
              <a:avLst/>
            </a:prstGeom>
            <a:solidFill>
              <a:srgbClr val="EAEAEA"/>
            </a:solidFill>
            <a:ln w="12700">
              <a:solidFill>
                <a:schemeClr val="tx1"/>
              </a:solidFill>
              <a:round/>
              <a:headEnd/>
              <a:tailEnd/>
            </a:ln>
          </p:spPr>
          <p:txBody>
            <a:bodyPr wrap="none" anchor="ctr"/>
            <a:lstStyle/>
            <a:p>
              <a:pPr eaLnBrk="0" hangingPunct="0"/>
              <a:endParaRPr lang="zh-CN" altLang="en-US" b="1">
                <a:solidFill>
                  <a:srgbClr val="0000CC"/>
                </a:solidFill>
                <a:ea typeface="黑体" panose="02010609060101010101" pitchFamily="49" charset="-122"/>
              </a:endParaRPr>
            </a:p>
          </p:txBody>
        </p:sp>
        <p:sp>
          <p:nvSpPr>
            <p:cNvPr id="1053746" name="Oval 51"/>
            <p:cNvSpPr>
              <a:spLocks noChangeArrowheads="1"/>
            </p:cNvSpPr>
            <p:nvPr/>
          </p:nvSpPr>
          <p:spPr bwMode="auto">
            <a:xfrm rot="-1560000">
              <a:off x="3573" y="537"/>
              <a:ext cx="291" cy="189"/>
            </a:xfrm>
            <a:prstGeom prst="ellipse">
              <a:avLst/>
            </a:prstGeom>
            <a:solidFill>
              <a:srgbClr val="EAEAEA"/>
            </a:solidFill>
            <a:ln w="12700">
              <a:solidFill>
                <a:schemeClr val="tx1"/>
              </a:solidFill>
              <a:round/>
              <a:headEnd/>
              <a:tailEnd/>
            </a:ln>
          </p:spPr>
          <p:txBody>
            <a:bodyPr wrap="none" anchor="ctr"/>
            <a:lstStyle/>
            <a:p>
              <a:pPr eaLnBrk="0" hangingPunct="0"/>
              <a:endParaRPr lang="zh-CN" altLang="en-US" b="1">
                <a:solidFill>
                  <a:srgbClr val="0000CC"/>
                </a:solidFill>
                <a:ea typeface="黑体" panose="02010609060101010101" pitchFamily="49" charset="-122"/>
              </a:endParaRPr>
            </a:p>
          </p:txBody>
        </p:sp>
        <p:sp>
          <p:nvSpPr>
            <p:cNvPr id="1053747" name="Oval 52"/>
            <p:cNvSpPr>
              <a:spLocks noChangeArrowheads="1"/>
            </p:cNvSpPr>
            <p:nvPr/>
          </p:nvSpPr>
          <p:spPr bwMode="auto">
            <a:xfrm>
              <a:off x="3216" y="555"/>
              <a:ext cx="471" cy="239"/>
            </a:xfrm>
            <a:prstGeom prst="ellipse">
              <a:avLst/>
            </a:prstGeom>
            <a:solidFill>
              <a:srgbClr val="EAEAEA"/>
            </a:solidFill>
            <a:ln w="12700">
              <a:solidFill>
                <a:schemeClr val="tx1"/>
              </a:solidFill>
              <a:round/>
              <a:headEnd/>
              <a:tailEnd/>
            </a:ln>
          </p:spPr>
          <p:txBody>
            <a:bodyPr wrap="none" anchor="ctr"/>
            <a:lstStyle/>
            <a:p>
              <a:pPr eaLnBrk="0" hangingPunct="0"/>
              <a:endParaRPr lang="zh-CN" altLang="en-US" b="1">
                <a:solidFill>
                  <a:srgbClr val="0000CC"/>
                </a:solidFill>
                <a:ea typeface="黑体" panose="02010609060101010101" pitchFamily="49" charset="-122"/>
              </a:endParaRPr>
            </a:p>
          </p:txBody>
        </p:sp>
        <p:sp>
          <p:nvSpPr>
            <p:cNvPr id="1053748" name="Oval 53"/>
            <p:cNvSpPr>
              <a:spLocks noChangeArrowheads="1"/>
            </p:cNvSpPr>
            <p:nvPr/>
          </p:nvSpPr>
          <p:spPr bwMode="auto">
            <a:xfrm rot="1080000">
              <a:off x="3023" y="555"/>
              <a:ext cx="265" cy="156"/>
            </a:xfrm>
            <a:prstGeom prst="ellipse">
              <a:avLst/>
            </a:prstGeom>
            <a:solidFill>
              <a:srgbClr val="EAEAEA"/>
            </a:solidFill>
            <a:ln w="12700">
              <a:solidFill>
                <a:schemeClr val="tx1"/>
              </a:solidFill>
              <a:round/>
              <a:headEnd/>
              <a:tailEnd/>
            </a:ln>
          </p:spPr>
          <p:txBody>
            <a:bodyPr wrap="none" anchor="ctr"/>
            <a:lstStyle/>
            <a:p>
              <a:pPr eaLnBrk="0" hangingPunct="0"/>
              <a:endParaRPr lang="zh-CN" altLang="en-US" b="1">
                <a:solidFill>
                  <a:srgbClr val="0000CC"/>
                </a:solidFill>
                <a:ea typeface="黑体" panose="02010609060101010101" pitchFamily="49" charset="-122"/>
              </a:endParaRPr>
            </a:p>
          </p:txBody>
        </p:sp>
        <p:sp>
          <p:nvSpPr>
            <p:cNvPr id="1053749" name="Oval 54"/>
            <p:cNvSpPr>
              <a:spLocks noChangeArrowheads="1"/>
            </p:cNvSpPr>
            <p:nvPr/>
          </p:nvSpPr>
          <p:spPr bwMode="auto">
            <a:xfrm>
              <a:off x="2949" y="432"/>
              <a:ext cx="217" cy="156"/>
            </a:xfrm>
            <a:prstGeom prst="ellipse">
              <a:avLst/>
            </a:prstGeom>
            <a:solidFill>
              <a:srgbClr val="EAEAEA"/>
            </a:solidFill>
            <a:ln w="12700">
              <a:solidFill>
                <a:schemeClr val="tx1"/>
              </a:solidFill>
              <a:round/>
              <a:headEnd/>
              <a:tailEnd/>
            </a:ln>
          </p:spPr>
          <p:txBody>
            <a:bodyPr wrap="none" anchor="ctr"/>
            <a:lstStyle/>
            <a:p>
              <a:pPr eaLnBrk="0" hangingPunct="0"/>
              <a:endParaRPr lang="zh-CN" altLang="en-US" b="1">
                <a:solidFill>
                  <a:srgbClr val="0000CC"/>
                </a:solidFill>
                <a:ea typeface="黑体" panose="02010609060101010101" pitchFamily="49" charset="-122"/>
              </a:endParaRPr>
            </a:p>
          </p:txBody>
        </p:sp>
        <p:sp>
          <p:nvSpPr>
            <p:cNvPr id="1053750" name="Oval 55"/>
            <p:cNvSpPr>
              <a:spLocks noChangeArrowheads="1"/>
            </p:cNvSpPr>
            <p:nvPr/>
          </p:nvSpPr>
          <p:spPr bwMode="auto">
            <a:xfrm rot="-1860000">
              <a:off x="2984" y="310"/>
              <a:ext cx="295" cy="156"/>
            </a:xfrm>
            <a:prstGeom prst="ellipse">
              <a:avLst/>
            </a:prstGeom>
            <a:solidFill>
              <a:srgbClr val="EAEAEA"/>
            </a:solidFill>
            <a:ln w="12700">
              <a:solidFill>
                <a:schemeClr val="tx1"/>
              </a:solidFill>
              <a:round/>
              <a:headEnd/>
              <a:tailEnd/>
            </a:ln>
          </p:spPr>
          <p:txBody>
            <a:bodyPr wrap="none" anchor="ctr"/>
            <a:lstStyle/>
            <a:p>
              <a:pPr eaLnBrk="0" hangingPunct="0"/>
              <a:endParaRPr lang="zh-CN" altLang="en-US" b="1">
                <a:solidFill>
                  <a:srgbClr val="0000CC"/>
                </a:solidFill>
                <a:ea typeface="黑体" panose="02010609060101010101" pitchFamily="49" charset="-122"/>
              </a:endParaRPr>
            </a:p>
          </p:txBody>
        </p:sp>
        <p:sp>
          <p:nvSpPr>
            <p:cNvPr id="1053751" name="Freeform 56"/>
            <p:cNvSpPr>
              <a:spLocks noChangeArrowheads="1"/>
            </p:cNvSpPr>
            <p:nvPr/>
          </p:nvSpPr>
          <p:spPr bwMode="auto">
            <a:xfrm>
              <a:off x="3051" y="300"/>
              <a:ext cx="738" cy="407"/>
            </a:xfrm>
            <a:custGeom>
              <a:avLst/>
              <a:gdLst>
                <a:gd name="T0" fmla="*/ 108 w 738"/>
                <a:gd name="T1" fmla="*/ 82 h 407"/>
                <a:gd name="T2" fmla="*/ 145 w 738"/>
                <a:gd name="T3" fmla="*/ 77 h 407"/>
                <a:gd name="T4" fmla="*/ 183 w 738"/>
                <a:gd name="T5" fmla="*/ 72 h 407"/>
                <a:gd name="T6" fmla="*/ 215 w 738"/>
                <a:gd name="T7" fmla="*/ 67 h 407"/>
                <a:gd name="T8" fmla="*/ 237 w 738"/>
                <a:gd name="T9" fmla="*/ 46 h 407"/>
                <a:gd name="T10" fmla="*/ 204 w 738"/>
                <a:gd name="T11" fmla="*/ 41 h 407"/>
                <a:gd name="T12" fmla="*/ 172 w 738"/>
                <a:gd name="T13" fmla="*/ 46 h 407"/>
                <a:gd name="T14" fmla="*/ 156 w 738"/>
                <a:gd name="T15" fmla="*/ 46 h 407"/>
                <a:gd name="T16" fmla="*/ 188 w 738"/>
                <a:gd name="T17" fmla="*/ 26 h 407"/>
                <a:gd name="T18" fmla="*/ 226 w 738"/>
                <a:gd name="T19" fmla="*/ 15 h 407"/>
                <a:gd name="T20" fmla="*/ 258 w 738"/>
                <a:gd name="T21" fmla="*/ 10 h 407"/>
                <a:gd name="T22" fmla="*/ 290 w 738"/>
                <a:gd name="T23" fmla="*/ 5 h 407"/>
                <a:gd name="T24" fmla="*/ 323 w 738"/>
                <a:gd name="T25" fmla="*/ 0 h 407"/>
                <a:gd name="T26" fmla="*/ 355 w 738"/>
                <a:gd name="T27" fmla="*/ 0 h 407"/>
                <a:gd name="T28" fmla="*/ 387 w 738"/>
                <a:gd name="T29" fmla="*/ 0 h 407"/>
                <a:gd name="T30" fmla="*/ 463 w 738"/>
                <a:gd name="T31" fmla="*/ 0 h 407"/>
                <a:gd name="T32" fmla="*/ 506 w 738"/>
                <a:gd name="T33" fmla="*/ 0 h 407"/>
                <a:gd name="T34" fmla="*/ 543 w 738"/>
                <a:gd name="T35" fmla="*/ 15 h 407"/>
                <a:gd name="T36" fmla="*/ 570 w 738"/>
                <a:gd name="T37" fmla="*/ 36 h 407"/>
                <a:gd name="T38" fmla="*/ 603 w 738"/>
                <a:gd name="T39" fmla="*/ 51 h 407"/>
                <a:gd name="T40" fmla="*/ 635 w 738"/>
                <a:gd name="T41" fmla="*/ 57 h 407"/>
                <a:gd name="T42" fmla="*/ 667 w 738"/>
                <a:gd name="T43" fmla="*/ 77 h 407"/>
                <a:gd name="T44" fmla="*/ 694 w 738"/>
                <a:gd name="T45" fmla="*/ 98 h 407"/>
                <a:gd name="T46" fmla="*/ 715 w 738"/>
                <a:gd name="T47" fmla="*/ 128 h 407"/>
                <a:gd name="T48" fmla="*/ 721 w 738"/>
                <a:gd name="T49" fmla="*/ 164 h 407"/>
                <a:gd name="T50" fmla="*/ 726 w 738"/>
                <a:gd name="T51" fmla="*/ 195 h 407"/>
                <a:gd name="T52" fmla="*/ 726 w 738"/>
                <a:gd name="T53" fmla="*/ 226 h 407"/>
                <a:gd name="T54" fmla="*/ 726 w 738"/>
                <a:gd name="T55" fmla="*/ 257 h 407"/>
                <a:gd name="T56" fmla="*/ 737 w 738"/>
                <a:gd name="T57" fmla="*/ 288 h 407"/>
                <a:gd name="T58" fmla="*/ 737 w 738"/>
                <a:gd name="T59" fmla="*/ 319 h 407"/>
                <a:gd name="T60" fmla="*/ 715 w 738"/>
                <a:gd name="T61" fmla="*/ 349 h 407"/>
                <a:gd name="T62" fmla="*/ 678 w 738"/>
                <a:gd name="T63" fmla="*/ 365 h 407"/>
                <a:gd name="T64" fmla="*/ 646 w 738"/>
                <a:gd name="T65" fmla="*/ 380 h 407"/>
                <a:gd name="T66" fmla="*/ 613 w 738"/>
                <a:gd name="T67" fmla="*/ 396 h 407"/>
                <a:gd name="T68" fmla="*/ 581 w 738"/>
                <a:gd name="T69" fmla="*/ 401 h 407"/>
                <a:gd name="T70" fmla="*/ 538 w 738"/>
                <a:gd name="T71" fmla="*/ 406 h 407"/>
                <a:gd name="T72" fmla="*/ 500 w 738"/>
                <a:gd name="T73" fmla="*/ 406 h 407"/>
                <a:gd name="T74" fmla="*/ 468 w 738"/>
                <a:gd name="T75" fmla="*/ 406 h 407"/>
                <a:gd name="T76" fmla="*/ 436 w 738"/>
                <a:gd name="T77" fmla="*/ 406 h 407"/>
                <a:gd name="T78" fmla="*/ 403 w 738"/>
                <a:gd name="T79" fmla="*/ 406 h 407"/>
                <a:gd name="T80" fmla="*/ 371 w 738"/>
                <a:gd name="T81" fmla="*/ 406 h 407"/>
                <a:gd name="T82" fmla="*/ 339 w 738"/>
                <a:gd name="T83" fmla="*/ 406 h 407"/>
                <a:gd name="T84" fmla="*/ 307 w 738"/>
                <a:gd name="T85" fmla="*/ 406 h 407"/>
                <a:gd name="T86" fmla="*/ 269 w 738"/>
                <a:gd name="T87" fmla="*/ 406 h 407"/>
                <a:gd name="T88" fmla="*/ 237 w 738"/>
                <a:gd name="T89" fmla="*/ 406 h 407"/>
                <a:gd name="T90" fmla="*/ 204 w 738"/>
                <a:gd name="T91" fmla="*/ 406 h 407"/>
                <a:gd name="T92" fmla="*/ 172 w 738"/>
                <a:gd name="T93" fmla="*/ 391 h 407"/>
                <a:gd name="T94" fmla="*/ 140 w 738"/>
                <a:gd name="T95" fmla="*/ 380 h 407"/>
                <a:gd name="T96" fmla="*/ 108 w 738"/>
                <a:gd name="T97" fmla="*/ 365 h 407"/>
                <a:gd name="T98" fmla="*/ 81 w 738"/>
                <a:gd name="T99" fmla="*/ 339 h 407"/>
                <a:gd name="T100" fmla="*/ 59 w 738"/>
                <a:gd name="T101" fmla="*/ 319 h 407"/>
                <a:gd name="T102" fmla="*/ 38 w 738"/>
                <a:gd name="T103" fmla="*/ 288 h 407"/>
                <a:gd name="T104" fmla="*/ 16 w 738"/>
                <a:gd name="T105" fmla="*/ 252 h 407"/>
                <a:gd name="T106" fmla="*/ 0 w 738"/>
                <a:gd name="T107" fmla="*/ 216 h 407"/>
                <a:gd name="T108" fmla="*/ 0 w 738"/>
                <a:gd name="T109" fmla="*/ 185 h 407"/>
                <a:gd name="T110" fmla="*/ 5 w 738"/>
                <a:gd name="T111" fmla="*/ 149 h 407"/>
                <a:gd name="T112" fmla="*/ 27 w 738"/>
                <a:gd name="T113" fmla="*/ 123 h 407"/>
                <a:gd name="T114" fmla="*/ 54 w 738"/>
                <a:gd name="T115" fmla="*/ 108 h 407"/>
                <a:gd name="T116" fmla="*/ 86 w 738"/>
                <a:gd name="T117" fmla="*/ 98 h 407"/>
                <a:gd name="T118" fmla="*/ 113 w 738"/>
                <a:gd name="T119" fmla="*/ 82 h 407"/>
                <a:gd name="T120" fmla="*/ 129 w 738"/>
                <a:gd name="T121" fmla="*/ 98 h 40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Lst>
              <a:rect l="0" t="0" r="r" b="b"/>
              <a:pathLst>
                <a:path w="738" h="407">
                  <a:moveTo>
                    <a:pt x="91" y="82"/>
                  </a:moveTo>
                  <a:lnTo>
                    <a:pt x="108" y="82"/>
                  </a:lnTo>
                  <a:lnTo>
                    <a:pt x="124" y="82"/>
                  </a:lnTo>
                  <a:lnTo>
                    <a:pt x="145" y="77"/>
                  </a:lnTo>
                  <a:lnTo>
                    <a:pt x="161" y="77"/>
                  </a:lnTo>
                  <a:lnTo>
                    <a:pt x="183" y="72"/>
                  </a:lnTo>
                  <a:lnTo>
                    <a:pt x="199" y="72"/>
                  </a:lnTo>
                  <a:lnTo>
                    <a:pt x="215" y="67"/>
                  </a:lnTo>
                  <a:lnTo>
                    <a:pt x="231" y="62"/>
                  </a:lnTo>
                  <a:lnTo>
                    <a:pt x="237" y="46"/>
                  </a:lnTo>
                  <a:lnTo>
                    <a:pt x="221" y="41"/>
                  </a:lnTo>
                  <a:lnTo>
                    <a:pt x="204" y="41"/>
                  </a:lnTo>
                  <a:lnTo>
                    <a:pt x="188" y="46"/>
                  </a:lnTo>
                  <a:lnTo>
                    <a:pt x="172" y="46"/>
                  </a:lnTo>
                  <a:lnTo>
                    <a:pt x="156" y="62"/>
                  </a:lnTo>
                  <a:lnTo>
                    <a:pt x="156" y="46"/>
                  </a:lnTo>
                  <a:lnTo>
                    <a:pt x="172" y="36"/>
                  </a:lnTo>
                  <a:lnTo>
                    <a:pt x="188" y="26"/>
                  </a:lnTo>
                  <a:lnTo>
                    <a:pt x="210" y="21"/>
                  </a:lnTo>
                  <a:lnTo>
                    <a:pt x="226" y="15"/>
                  </a:lnTo>
                  <a:lnTo>
                    <a:pt x="242" y="15"/>
                  </a:lnTo>
                  <a:lnTo>
                    <a:pt x="258" y="10"/>
                  </a:lnTo>
                  <a:lnTo>
                    <a:pt x="274" y="10"/>
                  </a:lnTo>
                  <a:lnTo>
                    <a:pt x="290" y="5"/>
                  </a:lnTo>
                  <a:lnTo>
                    <a:pt x="307" y="5"/>
                  </a:lnTo>
                  <a:lnTo>
                    <a:pt x="323" y="0"/>
                  </a:lnTo>
                  <a:lnTo>
                    <a:pt x="339" y="0"/>
                  </a:lnTo>
                  <a:lnTo>
                    <a:pt x="355" y="0"/>
                  </a:lnTo>
                  <a:lnTo>
                    <a:pt x="371" y="0"/>
                  </a:lnTo>
                  <a:lnTo>
                    <a:pt x="387" y="0"/>
                  </a:lnTo>
                  <a:lnTo>
                    <a:pt x="420" y="0"/>
                  </a:lnTo>
                  <a:lnTo>
                    <a:pt x="463" y="0"/>
                  </a:lnTo>
                  <a:lnTo>
                    <a:pt x="484" y="0"/>
                  </a:lnTo>
                  <a:lnTo>
                    <a:pt x="506" y="0"/>
                  </a:lnTo>
                  <a:lnTo>
                    <a:pt x="527" y="5"/>
                  </a:lnTo>
                  <a:lnTo>
                    <a:pt x="543" y="15"/>
                  </a:lnTo>
                  <a:lnTo>
                    <a:pt x="554" y="31"/>
                  </a:lnTo>
                  <a:lnTo>
                    <a:pt x="570" y="36"/>
                  </a:lnTo>
                  <a:lnTo>
                    <a:pt x="586" y="46"/>
                  </a:lnTo>
                  <a:lnTo>
                    <a:pt x="603" y="51"/>
                  </a:lnTo>
                  <a:lnTo>
                    <a:pt x="619" y="51"/>
                  </a:lnTo>
                  <a:lnTo>
                    <a:pt x="635" y="57"/>
                  </a:lnTo>
                  <a:lnTo>
                    <a:pt x="651" y="67"/>
                  </a:lnTo>
                  <a:lnTo>
                    <a:pt x="667" y="77"/>
                  </a:lnTo>
                  <a:lnTo>
                    <a:pt x="678" y="93"/>
                  </a:lnTo>
                  <a:lnTo>
                    <a:pt x="694" y="98"/>
                  </a:lnTo>
                  <a:lnTo>
                    <a:pt x="699" y="113"/>
                  </a:lnTo>
                  <a:lnTo>
                    <a:pt x="715" y="128"/>
                  </a:lnTo>
                  <a:lnTo>
                    <a:pt x="721" y="149"/>
                  </a:lnTo>
                  <a:lnTo>
                    <a:pt x="721" y="164"/>
                  </a:lnTo>
                  <a:lnTo>
                    <a:pt x="726" y="180"/>
                  </a:lnTo>
                  <a:lnTo>
                    <a:pt x="726" y="195"/>
                  </a:lnTo>
                  <a:lnTo>
                    <a:pt x="726" y="211"/>
                  </a:lnTo>
                  <a:lnTo>
                    <a:pt x="726" y="226"/>
                  </a:lnTo>
                  <a:lnTo>
                    <a:pt x="726" y="242"/>
                  </a:lnTo>
                  <a:lnTo>
                    <a:pt x="726" y="257"/>
                  </a:lnTo>
                  <a:lnTo>
                    <a:pt x="737" y="272"/>
                  </a:lnTo>
                  <a:lnTo>
                    <a:pt x="737" y="288"/>
                  </a:lnTo>
                  <a:lnTo>
                    <a:pt x="737" y="303"/>
                  </a:lnTo>
                  <a:lnTo>
                    <a:pt x="737" y="319"/>
                  </a:lnTo>
                  <a:lnTo>
                    <a:pt x="732" y="334"/>
                  </a:lnTo>
                  <a:lnTo>
                    <a:pt x="715" y="349"/>
                  </a:lnTo>
                  <a:lnTo>
                    <a:pt x="694" y="360"/>
                  </a:lnTo>
                  <a:lnTo>
                    <a:pt x="678" y="365"/>
                  </a:lnTo>
                  <a:lnTo>
                    <a:pt x="662" y="375"/>
                  </a:lnTo>
                  <a:lnTo>
                    <a:pt x="646" y="380"/>
                  </a:lnTo>
                  <a:lnTo>
                    <a:pt x="629" y="385"/>
                  </a:lnTo>
                  <a:lnTo>
                    <a:pt x="613" y="396"/>
                  </a:lnTo>
                  <a:lnTo>
                    <a:pt x="597" y="401"/>
                  </a:lnTo>
                  <a:lnTo>
                    <a:pt x="581" y="401"/>
                  </a:lnTo>
                  <a:lnTo>
                    <a:pt x="559" y="406"/>
                  </a:lnTo>
                  <a:lnTo>
                    <a:pt x="538" y="406"/>
                  </a:lnTo>
                  <a:lnTo>
                    <a:pt x="522" y="406"/>
                  </a:lnTo>
                  <a:lnTo>
                    <a:pt x="500" y="406"/>
                  </a:lnTo>
                  <a:lnTo>
                    <a:pt x="484" y="406"/>
                  </a:lnTo>
                  <a:lnTo>
                    <a:pt x="468" y="406"/>
                  </a:lnTo>
                  <a:lnTo>
                    <a:pt x="452" y="406"/>
                  </a:lnTo>
                  <a:lnTo>
                    <a:pt x="436" y="406"/>
                  </a:lnTo>
                  <a:lnTo>
                    <a:pt x="420" y="406"/>
                  </a:lnTo>
                  <a:lnTo>
                    <a:pt x="403" y="406"/>
                  </a:lnTo>
                  <a:lnTo>
                    <a:pt x="387" y="406"/>
                  </a:lnTo>
                  <a:lnTo>
                    <a:pt x="371" y="406"/>
                  </a:lnTo>
                  <a:lnTo>
                    <a:pt x="355" y="406"/>
                  </a:lnTo>
                  <a:lnTo>
                    <a:pt x="339" y="406"/>
                  </a:lnTo>
                  <a:lnTo>
                    <a:pt x="323" y="406"/>
                  </a:lnTo>
                  <a:lnTo>
                    <a:pt x="307" y="406"/>
                  </a:lnTo>
                  <a:lnTo>
                    <a:pt x="285" y="406"/>
                  </a:lnTo>
                  <a:lnTo>
                    <a:pt x="269" y="406"/>
                  </a:lnTo>
                  <a:lnTo>
                    <a:pt x="253" y="406"/>
                  </a:lnTo>
                  <a:lnTo>
                    <a:pt x="237" y="406"/>
                  </a:lnTo>
                  <a:lnTo>
                    <a:pt x="221" y="406"/>
                  </a:lnTo>
                  <a:lnTo>
                    <a:pt x="204" y="406"/>
                  </a:lnTo>
                  <a:lnTo>
                    <a:pt x="188" y="396"/>
                  </a:lnTo>
                  <a:lnTo>
                    <a:pt x="172" y="391"/>
                  </a:lnTo>
                  <a:lnTo>
                    <a:pt x="156" y="385"/>
                  </a:lnTo>
                  <a:lnTo>
                    <a:pt x="140" y="380"/>
                  </a:lnTo>
                  <a:lnTo>
                    <a:pt x="124" y="375"/>
                  </a:lnTo>
                  <a:lnTo>
                    <a:pt x="108" y="365"/>
                  </a:lnTo>
                  <a:lnTo>
                    <a:pt x="91" y="355"/>
                  </a:lnTo>
                  <a:lnTo>
                    <a:pt x="81" y="339"/>
                  </a:lnTo>
                  <a:lnTo>
                    <a:pt x="65" y="334"/>
                  </a:lnTo>
                  <a:lnTo>
                    <a:pt x="59" y="319"/>
                  </a:lnTo>
                  <a:lnTo>
                    <a:pt x="43" y="303"/>
                  </a:lnTo>
                  <a:lnTo>
                    <a:pt x="38" y="288"/>
                  </a:lnTo>
                  <a:lnTo>
                    <a:pt x="22" y="272"/>
                  </a:lnTo>
                  <a:lnTo>
                    <a:pt x="16" y="252"/>
                  </a:lnTo>
                  <a:lnTo>
                    <a:pt x="5" y="231"/>
                  </a:lnTo>
                  <a:lnTo>
                    <a:pt x="0" y="216"/>
                  </a:lnTo>
                  <a:lnTo>
                    <a:pt x="0" y="200"/>
                  </a:lnTo>
                  <a:lnTo>
                    <a:pt x="0" y="185"/>
                  </a:lnTo>
                  <a:lnTo>
                    <a:pt x="0" y="170"/>
                  </a:lnTo>
                  <a:lnTo>
                    <a:pt x="5" y="149"/>
                  </a:lnTo>
                  <a:lnTo>
                    <a:pt x="11" y="134"/>
                  </a:lnTo>
                  <a:lnTo>
                    <a:pt x="27" y="123"/>
                  </a:lnTo>
                  <a:lnTo>
                    <a:pt x="38" y="108"/>
                  </a:lnTo>
                  <a:lnTo>
                    <a:pt x="54" y="108"/>
                  </a:lnTo>
                  <a:lnTo>
                    <a:pt x="70" y="103"/>
                  </a:lnTo>
                  <a:lnTo>
                    <a:pt x="86" y="98"/>
                  </a:lnTo>
                  <a:lnTo>
                    <a:pt x="102" y="98"/>
                  </a:lnTo>
                  <a:lnTo>
                    <a:pt x="113" y="82"/>
                  </a:lnTo>
                  <a:lnTo>
                    <a:pt x="113" y="67"/>
                  </a:lnTo>
                  <a:lnTo>
                    <a:pt x="129" y="98"/>
                  </a:lnTo>
                </a:path>
              </a:pathLst>
            </a:custGeom>
            <a:solidFill>
              <a:srgbClr val="EAEAEA"/>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CC"/>
                </a:solidFill>
                <a:ea typeface="黑体" panose="02010609060101010101" pitchFamily="49" charset="-122"/>
              </a:endParaRPr>
            </a:p>
          </p:txBody>
        </p:sp>
        <p:sp>
          <p:nvSpPr>
            <p:cNvPr id="1053752" name="Freeform 57"/>
            <p:cNvSpPr>
              <a:spLocks noChangeArrowheads="1"/>
            </p:cNvSpPr>
            <p:nvPr/>
          </p:nvSpPr>
          <p:spPr bwMode="auto">
            <a:xfrm>
              <a:off x="3193" y="270"/>
              <a:ext cx="117" cy="118"/>
            </a:xfrm>
            <a:custGeom>
              <a:avLst/>
              <a:gdLst>
                <a:gd name="T0" fmla="*/ 5 w 117"/>
                <a:gd name="T1" fmla="*/ 66 h 118"/>
                <a:gd name="T2" fmla="*/ 0 w 117"/>
                <a:gd name="T3" fmla="*/ 51 h 118"/>
                <a:gd name="T4" fmla="*/ 0 w 117"/>
                <a:gd name="T5" fmla="*/ 36 h 118"/>
                <a:gd name="T6" fmla="*/ 16 w 117"/>
                <a:gd name="T7" fmla="*/ 25 h 118"/>
                <a:gd name="T8" fmla="*/ 32 w 117"/>
                <a:gd name="T9" fmla="*/ 15 h 118"/>
                <a:gd name="T10" fmla="*/ 47 w 117"/>
                <a:gd name="T11" fmla="*/ 0 h 118"/>
                <a:gd name="T12" fmla="*/ 63 w 117"/>
                <a:gd name="T13" fmla="*/ 0 h 118"/>
                <a:gd name="T14" fmla="*/ 79 w 117"/>
                <a:gd name="T15" fmla="*/ 0 h 118"/>
                <a:gd name="T16" fmla="*/ 84 w 117"/>
                <a:gd name="T17" fmla="*/ 15 h 118"/>
                <a:gd name="T18" fmla="*/ 95 w 117"/>
                <a:gd name="T19" fmla="*/ 31 h 118"/>
                <a:gd name="T20" fmla="*/ 105 w 117"/>
                <a:gd name="T21" fmla="*/ 46 h 118"/>
                <a:gd name="T22" fmla="*/ 111 w 117"/>
                <a:gd name="T23" fmla="*/ 61 h 118"/>
                <a:gd name="T24" fmla="*/ 116 w 117"/>
                <a:gd name="T25" fmla="*/ 76 h 118"/>
                <a:gd name="T26" fmla="*/ 116 w 117"/>
                <a:gd name="T27" fmla="*/ 92 h 118"/>
                <a:gd name="T28" fmla="*/ 116 w 117"/>
                <a:gd name="T29" fmla="*/ 107 h 118"/>
                <a:gd name="T30" fmla="*/ 100 w 117"/>
                <a:gd name="T31" fmla="*/ 117 h 118"/>
                <a:gd name="T32" fmla="*/ 84 w 117"/>
                <a:gd name="T33" fmla="*/ 117 h 118"/>
                <a:gd name="T34" fmla="*/ 69 w 117"/>
                <a:gd name="T35" fmla="*/ 117 h 118"/>
                <a:gd name="T36" fmla="*/ 53 w 117"/>
                <a:gd name="T37" fmla="*/ 117 h 118"/>
                <a:gd name="T38" fmla="*/ 37 w 117"/>
                <a:gd name="T39" fmla="*/ 112 h 118"/>
                <a:gd name="T40" fmla="*/ 21 w 117"/>
                <a:gd name="T41" fmla="*/ 102 h 118"/>
                <a:gd name="T42" fmla="*/ 11 w 117"/>
                <a:gd name="T43" fmla="*/ 86 h 118"/>
                <a:gd name="T44" fmla="*/ 5 w 117"/>
                <a:gd name="T45" fmla="*/ 71 h 118"/>
                <a:gd name="T46" fmla="*/ 5 w 117"/>
                <a:gd name="T47" fmla="*/ 66 h 1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117" h="118">
                  <a:moveTo>
                    <a:pt x="5" y="66"/>
                  </a:moveTo>
                  <a:lnTo>
                    <a:pt x="0" y="51"/>
                  </a:lnTo>
                  <a:lnTo>
                    <a:pt x="0" y="36"/>
                  </a:lnTo>
                  <a:lnTo>
                    <a:pt x="16" y="25"/>
                  </a:lnTo>
                  <a:lnTo>
                    <a:pt x="32" y="15"/>
                  </a:lnTo>
                  <a:lnTo>
                    <a:pt x="47" y="0"/>
                  </a:lnTo>
                  <a:lnTo>
                    <a:pt x="63" y="0"/>
                  </a:lnTo>
                  <a:lnTo>
                    <a:pt x="79" y="0"/>
                  </a:lnTo>
                  <a:lnTo>
                    <a:pt x="84" y="15"/>
                  </a:lnTo>
                  <a:lnTo>
                    <a:pt x="95" y="31"/>
                  </a:lnTo>
                  <a:lnTo>
                    <a:pt x="105" y="46"/>
                  </a:lnTo>
                  <a:lnTo>
                    <a:pt x="111" y="61"/>
                  </a:lnTo>
                  <a:lnTo>
                    <a:pt x="116" y="76"/>
                  </a:lnTo>
                  <a:lnTo>
                    <a:pt x="116" y="92"/>
                  </a:lnTo>
                  <a:lnTo>
                    <a:pt x="116" y="107"/>
                  </a:lnTo>
                  <a:lnTo>
                    <a:pt x="100" y="117"/>
                  </a:lnTo>
                  <a:lnTo>
                    <a:pt x="84" y="117"/>
                  </a:lnTo>
                  <a:lnTo>
                    <a:pt x="69" y="117"/>
                  </a:lnTo>
                  <a:lnTo>
                    <a:pt x="53" y="117"/>
                  </a:lnTo>
                  <a:lnTo>
                    <a:pt x="37" y="112"/>
                  </a:lnTo>
                  <a:lnTo>
                    <a:pt x="21" y="102"/>
                  </a:lnTo>
                  <a:lnTo>
                    <a:pt x="11" y="86"/>
                  </a:lnTo>
                  <a:lnTo>
                    <a:pt x="5" y="71"/>
                  </a:lnTo>
                  <a:lnTo>
                    <a:pt x="5" y="66"/>
                  </a:lnTo>
                </a:path>
              </a:pathLst>
            </a:custGeom>
            <a:solidFill>
              <a:srgbClr val="EAEAEA"/>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CC"/>
                </a:solidFill>
                <a:ea typeface="黑体" panose="02010609060101010101" pitchFamily="49" charset="-122"/>
              </a:endParaRPr>
            </a:p>
          </p:txBody>
        </p:sp>
        <p:sp>
          <p:nvSpPr>
            <p:cNvPr id="1053753" name="Freeform 58"/>
            <p:cNvSpPr>
              <a:spLocks noChangeArrowheads="1"/>
            </p:cNvSpPr>
            <p:nvPr/>
          </p:nvSpPr>
          <p:spPr bwMode="auto">
            <a:xfrm>
              <a:off x="3469" y="239"/>
              <a:ext cx="82" cy="87"/>
            </a:xfrm>
            <a:custGeom>
              <a:avLst/>
              <a:gdLst>
                <a:gd name="T0" fmla="*/ 0 w 82"/>
                <a:gd name="T1" fmla="*/ 0 h 87"/>
                <a:gd name="T2" fmla="*/ 16 w 82"/>
                <a:gd name="T3" fmla="*/ 10 h 87"/>
                <a:gd name="T4" fmla="*/ 32 w 82"/>
                <a:gd name="T5" fmla="*/ 20 h 87"/>
                <a:gd name="T6" fmla="*/ 49 w 82"/>
                <a:gd name="T7" fmla="*/ 20 h 87"/>
                <a:gd name="T8" fmla="*/ 65 w 82"/>
                <a:gd name="T9" fmla="*/ 30 h 87"/>
                <a:gd name="T10" fmla="*/ 76 w 82"/>
                <a:gd name="T11" fmla="*/ 46 h 87"/>
                <a:gd name="T12" fmla="*/ 81 w 82"/>
                <a:gd name="T13" fmla="*/ 61 h 87"/>
                <a:gd name="T14" fmla="*/ 81 w 82"/>
                <a:gd name="T15" fmla="*/ 76 h 87"/>
                <a:gd name="T16" fmla="*/ 65 w 82"/>
                <a:gd name="T17" fmla="*/ 86 h 87"/>
                <a:gd name="T18" fmla="*/ 49 w 82"/>
                <a:gd name="T19" fmla="*/ 86 h 87"/>
                <a:gd name="T20" fmla="*/ 27 w 82"/>
                <a:gd name="T21" fmla="*/ 81 h 87"/>
                <a:gd name="T22" fmla="*/ 11 w 82"/>
                <a:gd name="T23" fmla="*/ 71 h 87"/>
                <a:gd name="T24" fmla="*/ 5 w 82"/>
                <a:gd name="T25" fmla="*/ 56 h 87"/>
                <a:gd name="T26" fmla="*/ 0 w 82"/>
                <a:gd name="T27" fmla="*/ 40 h 87"/>
                <a:gd name="T28" fmla="*/ 0 w 82"/>
                <a:gd name="T29" fmla="*/ 25 h 87"/>
                <a:gd name="T30" fmla="*/ 11 w 82"/>
                <a:gd name="T31" fmla="*/ 10 h 87"/>
                <a:gd name="T32" fmla="*/ 0 w 82"/>
                <a:gd name="T33" fmla="*/ 0 h 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82" h="87">
                  <a:moveTo>
                    <a:pt x="0" y="0"/>
                  </a:moveTo>
                  <a:lnTo>
                    <a:pt x="16" y="10"/>
                  </a:lnTo>
                  <a:lnTo>
                    <a:pt x="32" y="20"/>
                  </a:lnTo>
                  <a:lnTo>
                    <a:pt x="49" y="20"/>
                  </a:lnTo>
                  <a:lnTo>
                    <a:pt x="65" y="30"/>
                  </a:lnTo>
                  <a:lnTo>
                    <a:pt x="76" y="46"/>
                  </a:lnTo>
                  <a:lnTo>
                    <a:pt x="81" y="61"/>
                  </a:lnTo>
                  <a:lnTo>
                    <a:pt x="81" y="76"/>
                  </a:lnTo>
                  <a:lnTo>
                    <a:pt x="65" y="86"/>
                  </a:lnTo>
                  <a:lnTo>
                    <a:pt x="49" y="86"/>
                  </a:lnTo>
                  <a:lnTo>
                    <a:pt x="27" y="81"/>
                  </a:lnTo>
                  <a:lnTo>
                    <a:pt x="11" y="71"/>
                  </a:lnTo>
                  <a:lnTo>
                    <a:pt x="5" y="56"/>
                  </a:lnTo>
                  <a:lnTo>
                    <a:pt x="0" y="40"/>
                  </a:lnTo>
                  <a:lnTo>
                    <a:pt x="0" y="25"/>
                  </a:lnTo>
                  <a:lnTo>
                    <a:pt x="11" y="10"/>
                  </a:lnTo>
                  <a:lnTo>
                    <a:pt x="0" y="0"/>
                  </a:lnTo>
                </a:path>
              </a:pathLst>
            </a:custGeom>
            <a:solidFill>
              <a:srgbClr val="EAEAEA"/>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CC"/>
                </a:solidFill>
                <a:ea typeface="黑体" panose="02010609060101010101" pitchFamily="49" charset="-122"/>
              </a:endParaRPr>
            </a:p>
          </p:txBody>
        </p:sp>
      </p:grpSp>
      <p:grpSp>
        <p:nvGrpSpPr>
          <p:cNvPr id="1053754" name="Group 59"/>
          <p:cNvGrpSpPr>
            <a:grpSpLocks/>
          </p:cNvGrpSpPr>
          <p:nvPr/>
        </p:nvGrpSpPr>
        <p:grpSpPr bwMode="auto">
          <a:xfrm>
            <a:off x="857250" y="2886075"/>
            <a:ext cx="742950" cy="482600"/>
            <a:chOff x="2949" y="196"/>
            <a:chExt cx="941" cy="598"/>
          </a:xfrm>
        </p:grpSpPr>
        <p:sp>
          <p:nvSpPr>
            <p:cNvPr id="1053755" name="Oval 60"/>
            <p:cNvSpPr>
              <a:spLocks noChangeArrowheads="1"/>
            </p:cNvSpPr>
            <p:nvPr/>
          </p:nvSpPr>
          <p:spPr bwMode="auto">
            <a:xfrm>
              <a:off x="3168" y="196"/>
              <a:ext cx="407" cy="162"/>
            </a:xfrm>
            <a:prstGeom prst="ellipse">
              <a:avLst/>
            </a:prstGeom>
            <a:solidFill>
              <a:srgbClr val="EAEAEA"/>
            </a:solidFill>
            <a:ln w="12700">
              <a:solidFill>
                <a:schemeClr val="tx1"/>
              </a:solidFill>
              <a:round/>
              <a:headEnd/>
              <a:tailEnd/>
            </a:ln>
          </p:spPr>
          <p:txBody>
            <a:bodyPr wrap="none" anchor="ctr"/>
            <a:lstStyle/>
            <a:p>
              <a:pPr eaLnBrk="0" hangingPunct="0"/>
              <a:endParaRPr lang="zh-CN" altLang="en-US" b="1">
                <a:solidFill>
                  <a:srgbClr val="0000CC"/>
                </a:solidFill>
                <a:ea typeface="黑体" panose="02010609060101010101" pitchFamily="49" charset="-122"/>
              </a:endParaRPr>
            </a:p>
          </p:txBody>
        </p:sp>
        <p:sp>
          <p:nvSpPr>
            <p:cNvPr id="1053756" name="Oval 61"/>
            <p:cNvSpPr>
              <a:spLocks noChangeArrowheads="1"/>
            </p:cNvSpPr>
            <p:nvPr/>
          </p:nvSpPr>
          <p:spPr bwMode="auto">
            <a:xfrm rot="900000">
              <a:off x="3512" y="252"/>
              <a:ext cx="275" cy="131"/>
            </a:xfrm>
            <a:prstGeom prst="ellipse">
              <a:avLst/>
            </a:prstGeom>
            <a:solidFill>
              <a:srgbClr val="EAEAEA"/>
            </a:solidFill>
            <a:ln w="12700">
              <a:solidFill>
                <a:schemeClr val="tx1"/>
              </a:solidFill>
              <a:round/>
              <a:headEnd/>
              <a:tailEnd/>
            </a:ln>
          </p:spPr>
          <p:txBody>
            <a:bodyPr wrap="none" anchor="ctr"/>
            <a:lstStyle/>
            <a:p>
              <a:pPr eaLnBrk="0" hangingPunct="0"/>
              <a:endParaRPr lang="zh-CN" altLang="en-US" b="1">
                <a:solidFill>
                  <a:srgbClr val="0000CC"/>
                </a:solidFill>
                <a:ea typeface="黑体" panose="02010609060101010101" pitchFamily="49" charset="-122"/>
              </a:endParaRPr>
            </a:p>
          </p:txBody>
        </p:sp>
        <p:sp>
          <p:nvSpPr>
            <p:cNvPr id="1053757" name="Oval 62"/>
            <p:cNvSpPr>
              <a:spLocks noChangeArrowheads="1"/>
            </p:cNvSpPr>
            <p:nvPr/>
          </p:nvSpPr>
          <p:spPr bwMode="auto">
            <a:xfrm rot="1500000">
              <a:off x="3650" y="385"/>
              <a:ext cx="240" cy="153"/>
            </a:xfrm>
            <a:prstGeom prst="ellipse">
              <a:avLst/>
            </a:prstGeom>
            <a:solidFill>
              <a:srgbClr val="EAEAEA"/>
            </a:solidFill>
            <a:ln w="12700">
              <a:solidFill>
                <a:schemeClr val="tx1"/>
              </a:solidFill>
              <a:round/>
              <a:headEnd/>
              <a:tailEnd/>
            </a:ln>
          </p:spPr>
          <p:txBody>
            <a:bodyPr wrap="none" anchor="ctr"/>
            <a:lstStyle/>
            <a:p>
              <a:pPr eaLnBrk="0" hangingPunct="0"/>
              <a:endParaRPr lang="zh-CN" altLang="en-US" b="1">
                <a:solidFill>
                  <a:srgbClr val="0000CC"/>
                </a:solidFill>
                <a:ea typeface="黑体" panose="02010609060101010101" pitchFamily="49" charset="-122"/>
              </a:endParaRPr>
            </a:p>
          </p:txBody>
        </p:sp>
        <p:sp>
          <p:nvSpPr>
            <p:cNvPr id="1053758" name="Oval 63"/>
            <p:cNvSpPr>
              <a:spLocks noChangeArrowheads="1"/>
            </p:cNvSpPr>
            <p:nvPr/>
          </p:nvSpPr>
          <p:spPr bwMode="auto">
            <a:xfrm rot="-1560000">
              <a:off x="3573" y="537"/>
              <a:ext cx="291" cy="189"/>
            </a:xfrm>
            <a:prstGeom prst="ellipse">
              <a:avLst/>
            </a:prstGeom>
            <a:solidFill>
              <a:srgbClr val="EAEAEA"/>
            </a:solidFill>
            <a:ln w="12700">
              <a:solidFill>
                <a:schemeClr val="tx1"/>
              </a:solidFill>
              <a:round/>
              <a:headEnd/>
              <a:tailEnd/>
            </a:ln>
          </p:spPr>
          <p:txBody>
            <a:bodyPr wrap="none" anchor="ctr"/>
            <a:lstStyle/>
            <a:p>
              <a:pPr eaLnBrk="0" hangingPunct="0"/>
              <a:endParaRPr lang="zh-CN" altLang="en-US" b="1">
                <a:solidFill>
                  <a:srgbClr val="0000CC"/>
                </a:solidFill>
                <a:ea typeface="黑体" panose="02010609060101010101" pitchFamily="49" charset="-122"/>
              </a:endParaRPr>
            </a:p>
          </p:txBody>
        </p:sp>
        <p:sp>
          <p:nvSpPr>
            <p:cNvPr id="1053759" name="Oval 64"/>
            <p:cNvSpPr>
              <a:spLocks noChangeArrowheads="1"/>
            </p:cNvSpPr>
            <p:nvPr/>
          </p:nvSpPr>
          <p:spPr bwMode="auto">
            <a:xfrm>
              <a:off x="3216" y="555"/>
              <a:ext cx="471" cy="239"/>
            </a:xfrm>
            <a:prstGeom prst="ellipse">
              <a:avLst/>
            </a:prstGeom>
            <a:solidFill>
              <a:srgbClr val="EAEAEA"/>
            </a:solidFill>
            <a:ln w="12700">
              <a:solidFill>
                <a:schemeClr val="tx1"/>
              </a:solidFill>
              <a:round/>
              <a:headEnd/>
              <a:tailEnd/>
            </a:ln>
          </p:spPr>
          <p:txBody>
            <a:bodyPr wrap="none" anchor="ctr"/>
            <a:lstStyle/>
            <a:p>
              <a:pPr eaLnBrk="0" hangingPunct="0"/>
              <a:endParaRPr lang="zh-CN" altLang="en-US" b="1">
                <a:solidFill>
                  <a:srgbClr val="0000CC"/>
                </a:solidFill>
                <a:ea typeface="黑体" panose="02010609060101010101" pitchFamily="49" charset="-122"/>
              </a:endParaRPr>
            </a:p>
          </p:txBody>
        </p:sp>
        <p:sp>
          <p:nvSpPr>
            <p:cNvPr id="1053760" name="Oval 65"/>
            <p:cNvSpPr>
              <a:spLocks noChangeArrowheads="1"/>
            </p:cNvSpPr>
            <p:nvPr/>
          </p:nvSpPr>
          <p:spPr bwMode="auto">
            <a:xfrm rot="1080000">
              <a:off x="3023" y="555"/>
              <a:ext cx="265" cy="156"/>
            </a:xfrm>
            <a:prstGeom prst="ellipse">
              <a:avLst/>
            </a:prstGeom>
            <a:solidFill>
              <a:srgbClr val="EAEAEA"/>
            </a:solidFill>
            <a:ln w="12700">
              <a:solidFill>
                <a:schemeClr val="tx1"/>
              </a:solidFill>
              <a:round/>
              <a:headEnd/>
              <a:tailEnd/>
            </a:ln>
          </p:spPr>
          <p:txBody>
            <a:bodyPr wrap="none" anchor="ctr"/>
            <a:lstStyle/>
            <a:p>
              <a:pPr eaLnBrk="0" hangingPunct="0"/>
              <a:endParaRPr lang="zh-CN" altLang="en-US" b="1">
                <a:solidFill>
                  <a:srgbClr val="0000CC"/>
                </a:solidFill>
                <a:ea typeface="黑体" panose="02010609060101010101" pitchFamily="49" charset="-122"/>
              </a:endParaRPr>
            </a:p>
          </p:txBody>
        </p:sp>
        <p:sp>
          <p:nvSpPr>
            <p:cNvPr id="1053761" name="Oval 66"/>
            <p:cNvSpPr>
              <a:spLocks noChangeArrowheads="1"/>
            </p:cNvSpPr>
            <p:nvPr/>
          </p:nvSpPr>
          <p:spPr bwMode="auto">
            <a:xfrm>
              <a:off x="2949" y="432"/>
              <a:ext cx="217" cy="156"/>
            </a:xfrm>
            <a:prstGeom prst="ellipse">
              <a:avLst/>
            </a:prstGeom>
            <a:solidFill>
              <a:srgbClr val="EAEAEA"/>
            </a:solidFill>
            <a:ln w="12700">
              <a:solidFill>
                <a:schemeClr val="tx1"/>
              </a:solidFill>
              <a:round/>
              <a:headEnd/>
              <a:tailEnd/>
            </a:ln>
          </p:spPr>
          <p:txBody>
            <a:bodyPr wrap="none" anchor="ctr"/>
            <a:lstStyle/>
            <a:p>
              <a:pPr eaLnBrk="0" hangingPunct="0"/>
              <a:endParaRPr lang="zh-CN" altLang="en-US" b="1">
                <a:solidFill>
                  <a:srgbClr val="0000CC"/>
                </a:solidFill>
                <a:ea typeface="黑体" panose="02010609060101010101" pitchFamily="49" charset="-122"/>
              </a:endParaRPr>
            </a:p>
          </p:txBody>
        </p:sp>
        <p:sp>
          <p:nvSpPr>
            <p:cNvPr id="1053762" name="Oval 67"/>
            <p:cNvSpPr>
              <a:spLocks noChangeArrowheads="1"/>
            </p:cNvSpPr>
            <p:nvPr/>
          </p:nvSpPr>
          <p:spPr bwMode="auto">
            <a:xfrm rot="-1860000">
              <a:off x="2984" y="310"/>
              <a:ext cx="295" cy="156"/>
            </a:xfrm>
            <a:prstGeom prst="ellipse">
              <a:avLst/>
            </a:prstGeom>
            <a:solidFill>
              <a:srgbClr val="EAEAEA"/>
            </a:solidFill>
            <a:ln w="12700">
              <a:solidFill>
                <a:schemeClr val="tx1"/>
              </a:solidFill>
              <a:round/>
              <a:headEnd/>
              <a:tailEnd/>
            </a:ln>
          </p:spPr>
          <p:txBody>
            <a:bodyPr wrap="none" anchor="ctr"/>
            <a:lstStyle/>
            <a:p>
              <a:pPr eaLnBrk="0" hangingPunct="0"/>
              <a:endParaRPr lang="zh-CN" altLang="en-US" b="1">
                <a:solidFill>
                  <a:srgbClr val="0000CC"/>
                </a:solidFill>
                <a:ea typeface="黑体" panose="02010609060101010101" pitchFamily="49" charset="-122"/>
              </a:endParaRPr>
            </a:p>
          </p:txBody>
        </p:sp>
        <p:sp>
          <p:nvSpPr>
            <p:cNvPr id="1053763" name="Freeform 68"/>
            <p:cNvSpPr>
              <a:spLocks noChangeArrowheads="1"/>
            </p:cNvSpPr>
            <p:nvPr/>
          </p:nvSpPr>
          <p:spPr bwMode="auto">
            <a:xfrm>
              <a:off x="3051" y="300"/>
              <a:ext cx="738" cy="407"/>
            </a:xfrm>
            <a:custGeom>
              <a:avLst/>
              <a:gdLst>
                <a:gd name="T0" fmla="*/ 108 w 738"/>
                <a:gd name="T1" fmla="*/ 82 h 407"/>
                <a:gd name="T2" fmla="*/ 145 w 738"/>
                <a:gd name="T3" fmla="*/ 77 h 407"/>
                <a:gd name="T4" fmla="*/ 183 w 738"/>
                <a:gd name="T5" fmla="*/ 72 h 407"/>
                <a:gd name="T6" fmla="*/ 215 w 738"/>
                <a:gd name="T7" fmla="*/ 67 h 407"/>
                <a:gd name="T8" fmla="*/ 237 w 738"/>
                <a:gd name="T9" fmla="*/ 46 h 407"/>
                <a:gd name="T10" fmla="*/ 204 w 738"/>
                <a:gd name="T11" fmla="*/ 41 h 407"/>
                <a:gd name="T12" fmla="*/ 172 w 738"/>
                <a:gd name="T13" fmla="*/ 46 h 407"/>
                <a:gd name="T14" fmla="*/ 156 w 738"/>
                <a:gd name="T15" fmla="*/ 46 h 407"/>
                <a:gd name="T16" fmla="*/ 188 w 738"/>
                <a:gd name="T17" fmla="*/ 26 h 407"/>
                <a:gd name="T18" fmla="*/ 226 w 738"/>
                <a:gd name="T19" fmla="*/ 15 h 407"/>
                <a:gd name="T20" fmla="*/ 258 w 738"/>
                <a:gd name="T21" fmla="*/ 10 h 407"/>
                <a:gd name="T22" fmla="*/ 290 w 738"/>
                <a:gd name="T23" fmla="*/ 5 h 407"/>
                <a:gd name="T24" fmla="*/ 323 w 738"/>
                <a:gd name="T25" fmla="*/ 0 h 407"/>
                <a:gd name="T26" fmla="*/ 355 w 738"/>
                <a:gd name="T27" fmla="*/ 0 h 407"/>
                <a:gd name="T28" fmla="*/ 387 w 738"/>
                <a:gd name="T29" fmla="*/ 0 h 407"/>
                <a:gd name="T30" fmla="*/ 463 w 738"/>
                <a:gd name="T31" fmla="*/ 0 h 407"/>
                <a:gd name="T32" fmla="*/ 506 w 738"/>
                <a:gd name="T33" fmla="*/ 0 h 407"/>
                <a:gd name="T34" fmla="*/ 543 w 738"/>
                <a:gd name="T35" fmla="*/ 15 h 407"/>
                <a:gd name="T36" fmla="*/ 570 w 738"/>
                <a:gd name="T37" fmla="*/ 36 h 407"/>
                <a:gd name="T38" fmla="*/ 603 w 738"/>
                <a:gd name="T39" fmla="*/ 51 h 407"/>
                <a:gd name="T40" fmla="*/ 635 w 738"/>
                <a:gd name="T41" fmla="*/ 57 h 407"/>
                <a:gd name="T42" fmla="*/ 667 w 738"/>
                <a:gd name="T43" fmla="*/ 77 h 407"/>
                <a:gd name="T44" fmla="*/ 694 w 738"/>
                <a:gd name="T45" fmla="*/ 98 h 407"/>
                <a:gd name="T46" fmla="*/ 715 w 738"/>
                <a:gd name="T47" fmla="*/ 128 h 407"/>
                <a:gd name="T48" fmla="*/ 721 w 738"/>
                <a:gd name="T49" fmla="*/ 164 h 407"/>
                <a:gd name="T50" fmla="*/ 726 w 738"/>
                <a:gd name="T51" fmla="*/ 195 h 407"/>
                <a:gd name="T52" fmla="*/ 726 w 738"/>
                <a:gd name="T53" fmla="*/ 226 h 407"/>
                <a:gd name="T54" fmla="*/ 726 w 738"/>
                <a:gd name="T55" fmla="*/ 257 h 407"/>
                <a:gd name="T56" fmla="*/ 737 w 738"/>
                <a:gd name="T57" fmla="*/ 288 h 407"/>
                <a:gd name="T58" fmla="*/ 737 w 738"/>
                <a:gd name="T59" fmla="*/ 319 h 407"/>
                <a:gd name="T60" fmla="*/ 715 w 738"/>
                <a:gd name="T61" fmla="*/ 349 h 407"/>
                <a:gd name="T62" fmla="*/ 678 w 738"/>
                <a:gd name="T63" fmla="*/ 365 h 407"/>
                <a:gd name="T64" fmla="*/ 646 w 738"/>
                <a:gd name="T65" fmla="*/ 380 h 407"/>
                <a:gd name="T66" fmla="*/ 613 w 738"/>
                <a:gd name="T67" fmla="*/ 396 h 407"/>
                <a:gd name="T68" fmla="*/ 581 w 738"/>
                <a:gd name="T69" fmla="*/ 401 h 407"/>
                <a:gd name="T70" fmla="*/ 538 w 738"/>
                <a:gd name="T71" fmla="*/ 406 h 407"/>
                <a:gd name="T72" fmla="*/ 500 w 738"/>
                <a:gd name="T73" fmla="*/ 406 h 407"/>
                <a:gd name="T74" fmla="*/ 468 w 738"/>
                <a:gd name="T75" fmla="*/ 406 h 407"/>
                <a:gd name="T76" fmla="*/ 436 w 738"/>
                <a:gd name="T77" fmla="*/ 406 h 407"/>
                <a:gd name="T78" fmla="*/ 403 w 738"/>
                <a:gd name="T79" fmla="*/ 406 h 407"/>
                <a:gd name="T80" fmla="*/ 371 w 738"/>
                <a:gd name="T81" fmla="*/ 406 h 407"/>
                <a:gd name="T82" fmla="*/ 339 w 738"/>
                <a:gd name="T83" fmla="*/ 406 h 407"/>
                <a:gd name="T84" fmla="*/ 307 w 738"/>
                <a:gd name="T85" fmla="*/ 406 h 407"/>
                <a:gd name="T86" fmla="*/ 269 w 738"/>
                <a:gd name="T87" fmla="*/ 406 h 407"/>
                <a:gd name="T88" fmla="*/ 237 w 738"/>
                <a:gd name="T89" fmla="*/ 406 h 407"/>
                <a:gd name="T90" fmla="*/ 204 w 738"/>
                <a:gd name="T91" fmla="*/ 406 h 407"/>
                <a:gd name="T92" fmla="*/ 172 w 738"/>
                <a:gd name="T93" fmla="*/ 391 h 407"/>
                <a:gd name="T94" fmla="*/ 140 w 738"/>
                <a:gd name="T95" fmla="*/ 380 h 407"/>
                <a:gd name="T96" fmla="*/ 108 w 738"/>
                <a:gd name="T97" fmla="*/ 365 h 407"/>
                <a:gd name="T98" fmla="*/ 81 w 738"/>
                <a:gd name="T99" fmla="*/ 339 h 407"/>
                <a:gd name="T100" fmla="*/ 59 w 738"/>
                <a:gd name="T101" fmla="*/ 319 h 407"/>
                <a:gd name="T102" fmla="*/ 38 w 738"/>
                <a:gd name="T103" fmla="*/ 288 h 407"/>
                <a:gd name="T104" fmla="*/ 16 w 738"/>
                <a:gd name="T105" fmla="*/ 252 h 407"/>
                <a:gd name="T106" fmla="*/ 0 w 738"/>
                <a:gd name="T107" fmla="*/ 216 h 407"/>
                <a:gd name="T108" fmla="*/ 0 w 738"/>
                <a:gd name="T109" fmla="*/ 185 h 407"/>
                <a:gd name="T110" fmla="*/ 5 w 738"/>
                <a:gd name="T111" fmla="*/ 149 h 407"/>
                <a:gd name="T112" fmla="*/ 27 w 738"/>
                <a:gd name="T113" fmla="*/ 123 h 407"/>
                <a:gd name="T114" fmla="*/ 54 w 738"/>
                <a:gd name="T115" fmla="*/ 108 h 407"/>
                <a:gd name="T116" fmla="*/ 86 w 738"/>
                <a:gd name="T117" fmla="*/ 98 h 407"/>
                <a:gd name="T118" fmla="*/ 113 w 738"/>
                <a:gd name="T119" fmla="*/ 82 h 407"/>
                <a:gd name="T120" fmla="*/ 129 w 738"/>
                <a:gd name="T121" fmla="*/ 98 h 40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Lst>
              <a:rect l="0" t="0" r="r" b="b"/>
              <a:pathLst>
                <a:path w="738" h="407">
                  <a:moveTo>
                    <a:pt x="91" y="82"/>
                  </a:moveTo>
                  <a:lnTo>
                    <a:pt x="108" y="82"/>
                  </a:lnTo>
                  <a:lnTo>
                    <a:pt x="124" y="82"/>
                  </a:lnTo>
                  <a:lnTo>
                    <a:pt x="145" y="77"/>
                  </a:lnTo>
                  <a:lnTo>
                    <a:pt x="161" y="77"/>
                  </a:lnTo>
                  <a:lnTo>
                    <a:pt x="183" y="72"/>
                  </a:lnTo>
                  <a:lnTo>
                    <a:pt x="199" y="72"/>
                  </a:lnTo>
                  <a:lnTo>
                    <a:pt x="215" y="67"/>
                  </a:lnTo>
                  <a:lnTo>
                    <a:pt x="231" y="62"/>
                  </a:lnTo>
                  <a:lnTo>
                    <a:pt x="237" y="46"/>
                  </a:lnTo>
                  <a:lnTo>
                    <a:pt x="221" y="41"/>
                  </a:lnTo>
                  <a:lnTo>
                    <a:pt x="204" y="41"/>
                  </a:lnTo>
                  <a:lnTo>
                    <a:pt x="188" y="46"/>
                  </a:lnTo>
                  <a:lnTo>
                    <a:pt x="172" y="46"/>
                  </a:lnTo>
                  <a:lnTo>
                    <a:pt x="156" y="62"/>
                  </a:lnTo>
                  <a:lnTo>
                    <a:pt x="156" y="46"/>
                  </a:lnTo>
                  <a:lnTo>
                    <a:pt x="172" y="36"/>
                  </a:lnTo>
                  <a:lnTo>
                    <a:pt x="188" y="26"/>
                  </a:lnTo>
                  <a:lnTo>
                    <a:pt x="210" y="21"/>
                  </a:lnTo>
                  <a:lnTo>
                    <a:pt x="226" y="15"/>
                  </a:lnTo>
                  <a:lnTo>
                    <a:pt x="242" y="15"/>
                  </a:lnTo>
                  <a:lnTo>
                    <a:pt x="258" y="10"/>
                  </a:lnTo>
                  <a:lnTo>
                    <a:pt x="274" y="10"/>
                  </a:lnTo>
                  <a:lnTo>
                    <a:pt x="290" y="5"/>
                  </a:lnTo>
                  <a:lnTo>
                    <a:pt x="307" y="5"/>
                  </a:lnTo>
                  <a:lnTo>
                    <a:pt x="323" y="0"/>
                  </a:lnTo>
                  <a:lnTo>
                    <a:pt x="339" y="0"/>
                  </a:lnTo>
                  <a:lnTo>
                    <a:pt x="355" y="0"/>
                  </a:lnTo>
                  <a:lnTo>
                    <a:pt x="371" y="0"/>
                  </a:lnTo>
                  <a:lnTo>
                    <a:pt x="387" y="0"/>
                  </a:lnTo>
                  <a:lnTo>
                    <a:pt x="420" y="0"/>
                  </a:lnTo>
                  <a:lnTo>
                    <a:pt x="463" y="0"/>
                  </a:lnTo>
                  <a:lnTo>
                    <a:pt x="484" y="0"/>
                  </a:lnTo>
                  <a:lnTo>
                    <a:pt x="506" y="0"/>
                  </a:lnTo>
                  <a:lnTo>
                    <a:pt x="527" y="5"/>
                  </a:lnTo>
                  <a:lnTo>
                    <a:pt x="543" y="15"/>
                  </a:lnTo>
                  <a:lnTo>
                    <a:pt x="554" y="31"/>
                  </a:lnTo>
                  <a:lnTo>
                    <a:pt x="570" y="36"/>
                  </a:lnTo>
                  <a:lnTo>
                    <a:pt x="586" y="46"/>
                  </a:lnTo>
                  <a:lnTo>
                    <a:pt x="603" y="51"/>
                  </a:lnTo>
                  <a:lnTo>
                    <a:pt x="619" y="51"/>
                  </a:lnTo>
                  <a:lnTo>
                    <a:pt x="635" y="57"/>
                  </a:lnTo>
                  <a:lnTo>
                    <a:pt x="651" y="67"/>
                  </a:lnTo>
                  <a:lnTo>
                    <a:pt x="667" y="77"/>
                  </a:lnTo>
                  <a:lnTo>
                    <a:pt x="678" y="93"/>
                  </a:lnTo>
                  <a:lnTo>
                    <a:pt x="694" y="98"/>
                  </a:lnTo>
                  <a:lnTo>
                    <a:pt x="699" y="113"/>
                  </a:lnTo>
                  <a:lnTo>
                    <a:pt x="715" y="128"/>
                  </a:lnTo>
                  <a:lnTo>
                    <a:pt x="721" y="149"/>
                  </a:lnTo>
                  <a:lnTo>
                    <a:pt x="721" y="164"/>
                  </a:lnTo>
                  <a:lnTo>
                    <a:pt x="726" y="180"/>
                  </a:lnTo>
                  <a:lnTo>
                    <a:pt x="726" y="195"/>
                  </a:lnTo>
                  <a:lnTo>
                    <a:pt x="726" y="211"/>
                  </a:lnTo>
                  <a:lnTo>
                    <a:pt x="726" y="226"/>
                  </a:lnTo>
                  <a:lnTo>
                    <a:pt x="726" y="242"/>
                  </a:lnTo>
                  <a:lnTo>
                    <a:pt x="726" y="257"/>
                  </a:lnTo>
                  <a:lnTo>
                    <a:pt x="737" y="272"/>
                  </a:lnTo>
                  <a:lnTo>
                    <a:pt x="737" y="288"/>
                  </a:lnTo>
                  <a:lnTo>
                    <a:pt x="737" y="303"/>
                  </a:lnTo>
                  <a:lnTo>
                    <a:pt x="737" y="319"/>
                  </a:lnTo>
                  <a:lnTo>
                    <a:pt x="732" y="334"/>
                  </a:lnTo>
                  <a:lnTo>
                    <a:pt x="715" y="349"/>
                  </a:lnTo>
                  <a:lnTo>
                    <a:pt x="694" y="360"/>
                  </a:lnTo>
                  <a:lnTo>
                    <a:pt x="678" y="365"/>
                  </a:lnTo>
                  <a:lnTo>
                    <a:pt x="662" y="375"/>
                  </a:lnTo>
                  <a:lnTo>
                    <a:pt x="646" y="380"/>
                  </a:lnTo>
                  <a:lnTo>
                    <a:pt x="629" y="385"/>
                  </a:lnTo>
                  <a:lnTo>
                    <a:pt x="613" y="396"/>
                  </a:lnTo>
                  <a:lnTo>
                    <a:pt x="597" y="401"/>
                  </a:lnTo>
                  <a:lnTo>
                    <a:pt x="581" y="401"/>
                  </a:lnTo>
                  <a:lnTo>
                    <a:pt x="559" y="406"/>
                  </a:lnTo>
                  <a:lnTo>
                    <a:pt x="538" y="406"/>
                  </a:lnTo>
                  <a:lnTo>
                    <a:pt x="522" y="406"/>
                  </a:lnTo>
                  <a:lnTo>
                    <a:pt x="500" y="406"/>
                  </a:lnTo>
                  <a:lnTo>
                    <a:pt x="484" y="406"/>
                  </a:lnTo>
                  <a:lnTo>
                    <a:pt x="468" y="406"/>
                  </a:lnTo>
                  <a:lnTo>
                    <a:pt x="452" y="406"/>
                  </a:lnTo>
                  <a:lnTo>
                    <a:pt x="436" y="406"/>
                  </a:lnTo>
                  <a:lnTo>
                    <a:pt x="420" y="406"/>
                  </a:lnTo>
                  <a:lnTo>
                    <a:pt x="403" y="406"/>
                  </a:lnTo>
                  <a:lnTo>
                    <a:pt x="387" y="406"/>
                  </a:lnTo>
                  <a:lnTo>
                    <a:pt x="371" y="406"/>
                  </a:lnTo>
                  <a:lnTo>
                    <a:pt x="355" y="406"/>
                  </a:lnTo>
                  <a:lnTo>
                    <a:pt x="339" y="406"/>
                  </a:lnTo>
                  <a:lnTo>
                    <a:pt x="323" y="406"/>
                  </a:lnTo>
                  <a:lnTo>
                    <a:pt x="307" y="406"/>
                  </a:lnTo>
                  <a:lnTo>
                    <a:pt x="285" y="406"/>
                  </a:lnTo>
                  <a:lnTo>
                    <a:pt x="269" y="406"/>
                  </a:lnTo>
                  <a:lnTo>
                    <a:pt x="253" y="406"/>
                  </a:lnTo>
                  <a:lnTo>
                    <a:pt x="237" y="406"/>
                  </a:lnTo>
                  <a:lnTo>
                    <a:pt x="221" y="406"/>
                  </a:lnTo>
                  <a:lnTo>
                    <a:pt x="204" y="406"/>
                  </a:lnTo>
                  <a:lnTo>
                    <a:pt x="188" y="396"/>
                  </a:lnTo>
                  <a:lnTo>
                    <a:pt x="172" y="391"/>
                  </a:lnTo>
                  <a:lnTo>
                    <a:pt x="156" y="385"/>
                  </a:lnTo>
                  <a:lnTo>
                    <a:pt x="140" y="380"/>
                  </a:lnTo>
                  <a:lnTo>
                    <a:pt x="124" y="375"/>
                  </a:lnTo>
                  <a:lnTo>
                    <a:pt x="108" y="365"/>
                  </a:lnTo>
                  <a:lnTo>
                    <a:pt x="91" y="355"/>
                  </a:lnTo>
                  <a:lnTo>
                    <a:pt x="81" y="339"/>
                  </a:lnTo>
                  <a:lnTo>
                    <a:pt x="65" y="334"/>
                  </a:lnTo>
                  <a:lnTo>
                    <a:pt x="59" y="319"/>
                  </a:lnTo>
                  <a:lnTo>
                    <a:pt x="43" y="303"/>
                  </a:lnTo>
                  <a:lnTo>
                    <a:pt x="38" y="288"/>
                  </a:lnTo>
                  <a:lnTo>
                    <a:pt x="22" y="272"/>
                  </a:lnTo>
                  <a:lnTo>
                    <a:pt x="16" y="252"/>
                  </a:lnTo>
                  <a:lnTo>
                    <a:pt x="5" y="231"/>
                  </a:lnTo>
                  <a:lnTo>
                    <a:pt x="0" y="216"/>
                  </a:lnTo>
                  <a:lnTo>
                    <a:pt x="0" y="200"/>
                  </a:lnTo>
                  <a:lnTo>
                    <a:pt x="0" y="185"/>
                  </a:lnTo>
                  <a:lnTo>
                    <a:pt x="0" y="170"/>
                  </a:lnTo>
                  <a:lnTo>
                    <a:pt x="5" y="149"/>
                  </a:lnTo>
                  <a:lnTo>
                    <a:pt x="11" y="134"/>
                  </a:lnTo>
                  <a:lnTo>
                    <a:pt x="27" y="123"/>
                  </a:lnTo>
                  <a:lnTo>
                    <a:pt x="38" y="108"/>
                  </a:lnTo>
                  <a:lnTo>
                    <a:pt x="54" y="108"/>
                  </a:lnTo>
                  <a:lnTo>
                    <a:pt x="70" y="103"/>
                  </a:lnTo>
                  <a:lnTo>
                    <a:pt x="86" y="98"/>
                  </a:lnTo>
                  <a:lnTo>
                    <a:pt x="102" y="98"/>
                  </a:lnTo>
                  <a:lnTo>
                    <a:pt x="113" y="82"/>
                  </a:lnTo>
                  <a:lnTo>
                    <a:pt x="113" y="67"/>
                  </a:lnTo>
                  <a:lnTo>
                    <a:pt x="129" y="98"/>
                  </a:lnTo>
                </a:path>
              </a:pathLst>
            </a:custGeom>
            <a:solidFill>
              <a:srgbClr val="EAEAEA"/>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CC"/>
                </a:solidFill>
                <a:ea typeface="黑体" panose="02010609060101010101" pitchFamily="49" charset="-122"/>
              </a:endParaRPr>
            </a:p>
          </p:txBody>
        </p:sp>
        <p:sp>
          <p:nvSpPr>
            <p:cNvPr id="1053764" name="Freeform 69"/>
            <p:cNvSpPr>
              <a:spLocks noChangeArrowheads="1"/>
            </p:cNvSpPr>
            <p:nvPr/>
          </p:nvSpPr>
          <p:spPr bwMode="auto">
            <a:xfrm>
              <a:off x="3193" y="270"/>
              <a:ext cx="117" cy="118"/>
            </a:xfrm>
            <a:custGeom>
              <a:avLst/>
              <a:gdLst>
                <a:gd name="T0" fmla="*/ 5 w 117"/>
                <a:gd name="T1" fmla="*/ 66 h 118"/>
                <a:gd name="T2" fmla="*/ 0 w 117"/>
                <a:gd name="T3" fmla="*/ 51 h 118"/>
                <a:gd name="T4" fmla="*/ 0 w 117"/>
                <a:gd name="T5" fmla="*/ 36 h 118"/>
                <a:gd name="T6" fmla="*/ 16 w 117"/>
                <a:gd name="T7" fmla="*/ 25 h 118"/>
                <a:gd name="T8" fmla="*/ 32 w 117"/>
                <a:gd name="T9" fmla="*/ 15 h 118"/>
                <a:gd name="T10" fmla="*/ 47 w 117"/>
                <a:gd name="T11" fmla="*/ 0 h 118"/>
                <a:gd name="T12" fmla="*/ 63 w 117"/>
                <a:gd name="T13" fmla="*/ 0 h 118"/>
                <a:gd name="T14" fmla="*/ 79 w 117"/>
                <a:gd name="T15" fmla="*/ 0 h 118"/>
                <a:gd name="T16" fmla="*/ 84 w 117"/>
                <a:gd name="T17" fmla="*/ 15 h 118"/>
                <a:gd name="T18" fmla="*/ 95 w 117"/>
                <a:gd name="T19" fmla="*/ 31 h 118"/>
                <a:gd name="T20" fmla="*/ 105 w 117"/>
                <a:gd name="T21" fmla="*/ 46 h 118"/>
                <a:gd name="T22" fmla="*/ 111 w 117"/>
                <a:gd name="T23" fmla="*/ 61 h 118"/>
                <a:gd name="T24" fmla="*/ 116 w 117"/>
                <a:gd name="T25" fmla="*/ 76 h 118"/>
                <a:gd name="T26" fmla="*/ 116 w 117"/>
                <a:gd name="T27" fmla="*/ 92 h 118"/>
                <a:gd name="T28" fmla="*/ 116 w 117"/>
                <a:gd name="T29" fmla="*/ 107 h 118"/>
                <a:gd name="T30" fmla="*/ 100 w 117"/>
                <a:gd name="T31" fmla="*/ 117 h 118"/>
                <a:gd name="T32" fmla="*/ 84 w 117"/>
                <a:gd name="T33" fmla="*/ 117 h 118"/>
                <a:gd name="T34" fmla="*/ 69 w 117"/>
                <a:gd name="T35" fmla="*/ 117 h 118"/>
                <a:gd name="T36" fmla="*/ 53 w 117"/>
                <a:gd name="T37" fmla="*/ 117 h 118"/>
                <a:gd name="T38" fmla="*/ 37 w 117"/>
                <a:gd name="T39" fmla="*/ 112 h 118"/>
                <a:gd name="T40" fmla="*/ 21 w 117"/>
                <a:gd name="T41" fmla="*/ 102 h 118"/>
                <a:gd name="T42" fmla="*/ 11 w 117"/>
                <a:gd name="T43" fmla="*/ 86 h 118"/>
                <a:gd name="T44" fmla="*/ 5 w 117"/>
                <a:gd name="T45" fmla="*/ 71 h 118"/>
                <a:gd name="T46" fmla="*/ 5 w 117"/>
                <a:gd name="T47" fmla="*/ 66 h 1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117" h="118">
                  <a:moveTo>
                    <a:pt x="5" y="66"/>
                  </a:moveTo>
                  <a:lnTo>
                    <a:pt x="0" y="51"/>
                  </a:lnTo>
                  <a:lnTo>
                    <a:pt x="0" y="36"/>
                  </a:lnTo>
                  <a:lnTo>
                    <a:pt x="16" y="25"/>
                  </a:lnTo>
                  <a:lnTo>
                    <a:pt x="32" y="15"/>
                  </a:lnTo>
                  <a:lnTo>
                    <a:pt x="47" y="0"/>
                  </a:lnTo>
                  <a:lnTo>
                    <a:pt x="63" y="0"/>
                  </a:lnTo>
                  <a:lnTo>
                    <a:pt x="79" y="0"/>
                  </a:lnTo>
                  <a:lnTo>
                    <a:pt x="84" y="15"/>
                  </a:lnTo>
                  <a:lnTo>
                    <a:pt x="95" y="31"/>
                  </a:lnTo>
                  <a:lnTo>
                    <a:pt x="105" y="46"/>
                  </a:lnTo>
                  <a:lnTo>
                    <a:pt x="111" y="61"/>
                  </a:lnTo>
                  <a:lnTo>
                    <a:pt x="116" y="76"/>
                  </a:lnTo>
                  <a:lnTo>
                    <a:pt x="116" y="92"/>
                  </a:lnTo>
                  <a:lnTo>
                    <a:pt x="116" y="107"/>
                  </a:lnTo>
                  <a:lnTo>
                    <a:pt x="100" y="117"/>
                  </a:lnTo>
                  <a:lnTo>
                    <a:pt x="84" y="117"/>
                  </a:lnTo>
                  <a:lnTo>
                    <a:pt x="69" y="117"/>
                  </a:lnTo>
                  <a:lnTo>
                    <a:pt x="53" y="117"/>
                  </a:lnTo>
                  <a:lnTo>
                    <a:pt x="37" y="112"/>
                  </a:lnTo>
                  <a:lnTo>
                    <a:pt x="21" y="102"/>
                  </a:lnTo>
                  <a:lnTo>
                    <a:pt x="11" y="86"/>
                  </a:lnTo>
                  <a:lnTo>
                    <a:pt x="5" y="71"/>
                  </a:lnTo>
                  <a:lnTo>
                    <a:pt x="5" y="66"/>
                  </a:lnTo>
                </a:path>
              </a:pathLst>
            </a:custGeom>
            <a:solidFill>
              <a:srgbClr val="EAEAEA"/>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CC"/>
                </a:solidFill>
                <a:ea typeface="黑体" panose="02010609060101010101" pitchFamily="49" charset="-122"/>
              </a:endParaRPr>
            </a:p>
          </p:txBody>
        </p:sp>
        <p:sp>
          <p:nvSpPr>
            <p:cNvPr id="1053765" name="Freeform 70"/>
            <p:cNvSpPr>
              <a:spLocks noChangeArrowheads="1"/>
            </p:cNvSpPr>
            <p:nvPr/>
          </p:nvSpPr>
          <p:spPr bwMode="auto">
            <a:xfrm>
              <a:off x="3469" y="239"/>
              <a:ext cx="82" cy="87"/>
            </a:xfrm>
            <a:custGeom>
              <a:avLst/>
              <a:gdLst>
                <a:gd name="T0" fmla="*/ 0 w 82"/>
                <a:gd name="T1" fmla="*/ 0 h 87"/>
                <a:gd name="T2" fmla="*/ 16 w 82"/>
                <a:gd name="T3" fmla="*/ 10 h 87"/>
                <a:gd name="T4" fmla="*/ 32 w 82"/>
                <a:gd name="T5" fmla="*/ 20 h 87"/>
                <a:gd name="T6" fmla="*/ 49 w 82"/>
                <a:gd name="T7" fmla="*/ 20 h 87"/>
                <a:gd name="T8" fmla="*/ 65 w 82"/>
                <a:gd name="T9" fmla="*/ 30 h 87"/>
                <a:gd name="T10" fmla="*/ 76 w 82"/>
                <a:gd name="T11" fmla="*/ 46 h 87"/>
                <a:gd name="T12" fmla="*/ 81 w 82"/>
                <a:gd name="T13" fmla="*/ 61 h 87"/>
                <a:gd name="T14" fmla="*/ 81 w 82"/>
                <a:gd name="T15" fmla="*/ 76 h 87"/>
                <a:gd name="T16" fmla="*/ 65 w 82"/>
                <a:gd name="T17" fmla="*/ 86 h 87"/>
                <a:gd name="T18" fmla="*/ 49 w 82"/>
                <a:gd name="T19" fmla="*/ 86 h 87"/>
                <a:gd name="T20" fmla="*/ 27 w 82"/>
                <a:gd name="T21" fmla="*/ 81 h 87"/>
                <a:gd name="T22" fmla="*/ 11 w 82"/>
                <a:gd name="T23" fmla="*/ 71 h 87"/>
                <a:gd name="T24" fmla="*/ 5 w 82"/>
                <a:gd name="T25" fmla="*/ 56 h 87"/>
                <a:gd name="T26" fmla="*/ 0 w 82"/>
                <a:gd name="T27" fmla="*/ 40 h 87"/>
                <a:gd name="T28" fmla="*/ 0 w 82"/>
                <a:gd name="T29" fmla="*/ 25 h 87"/>
                <a:gd name="T30" fmla="*/ 11 w 82"/>
                <a:gd name="T31" fmla="*/ 10 h 87"/>
                <a:gd name="T32" fmla="*/ 0 w 82"/>
                <a:gd name="T33" fmla="*/ 0 h 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82" h="87">
                  <a:moveTo>
                    <a:pt x="0" y="0"/>
                  </a:moveTo>
                  <a:lnTo>
                    <a:pt x="16" y="10"/>
                  </a:lnTo>
                  <a:lnTo>
                    <a:pt x="32" y="20"/>
                  </a:lnTo>
                  <a:lnTo>
                    <a:pt x="49" y="20"/>
                  </a:lnTo>
                  <a:lnTo>
                    <a:pt x="65" y="30"/>
                  </a:lnTo>
                  <a:lnTo>
                    <a:pt x="76" y="46"/>
                  </a:lnTo>
                  <a:lnTo>
                    <a:pt x="81" y="61"/>
                  </a:lnTo>
                  <a:lnTo>
                    <a:pt x="81" y="76"/>
                  </a:lnTo>
                  <a:lnTo>
                    <a:pt x="65" y="86"/>
                  </a:lnTo>
                  <a:lnTo>
                    <a:pt x="49" y="86"/>
                  </a:lnTo>
                  <a:lnTo>
                    <a:pt x="27" y="81"/>
                  </a:lnTo>
                  <a:lnTo>
                    <a:pt x="11" y="71"/>
                  </a:lnTo>
                  <a:lnTo>
                    <a:pt x="5" y="56"/>
                  </a:lnTo>
                  <a:lnTo>
                    <a:pt x="0" y="40"/>
                  </a:lnTo>
                  <a:lnTo>
                    <a:pt x="0" y="25"/>
                  </a:lnTo>
                  <a:lnTo>
                    <a:pt x="11" y="10"/>
                  </a:lnTo>
                  <a:lnTo>
                    <a:pt x="0" y="0"/>
                  </a:lnTo>
                </a:path>
              </a:pathLst>
            </a:custGeom>
            <a:solidFill>
              <a:srgbClr val="EAEAEA"/>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CC"/>
                </a:solidFill>
                <a:ea typeface="黑体" panose="02010609060101010101" pitchFamily="49" charset="-122"/>
              </a:endParaRPr>
            </a:p>
          </p:txBody>
        </p:sp>
      </p:grpSp>
      <p:grpSp>
        <p:nvGrpSpPr>
          <p:cNvPr id="1053766" name="Group 71"/>
          <p:cNvGrpSpPr>
            <a:grpSpLocks/>
          </p:cNvGrpSpPr>
          <p:nvPr/>
        </p:nvGrpSpPr>
        <p:grpSpPr bwMode="auto">
          <a:xfrm>
            <a:off x="8201025" y="2474913"/>
            <a:ext cx="739775" cy="481012"/>
            <a:chOff x="2949" y="196"/>
            <a:chExt cx="941" cy="598"/>
          </a:xfrm>
        </p:grpSpPr>
        <p:sp>
          <p:nvSpPr>
            <p:cNvPr id="1053767" name="Oval 72"/>
            <p:cNvSpPr>
              <a:spLocks noChangeArrowheads="1"/>
            </p:cNvSpPr>
            <p:nvPr/>
          </p:nvSpPr>
          <p:spPr bwMode="auto">
            <a:xfrm>
              <a:off x="3168" y="196"/>
              <a:ext cx="407" cy="162"/>
            </a:xfrm>
            <a:prstGeom prst="ellipse">
              <a:avLst/>
            </a:prstGeom>
            <a:solidFill>
              <a:srgbClr val="EAEAEA"/>
            </a:solidFill>
            <a:ln w="12700">
              <a:solidFill>
                <a:schemeClr val="tx1"/>
              </a:solidFill>
              <a:round/>
              <a:headEnd/>
              <a:tailEnd/>
            </a:ln>
          </p:spPr>
          <p:txBody>
            <a:bodyPr wrap="none" anchor="ctr"/>
            <a:lstStyle/>
            <a:p>
              <a:pPr eaLnBrk="0" hangingPunct="0"/>
              <a:endParaRPr lang="zh-CN" altLang="en-US" b="1">
                <a:solidFill>
                  <a:srgbClr val="0000CC"/>
                </a:solidFill>
                <a:ea typeface="黑体" panose="02010609060101010101" pitchFamily="49" charset="-122"/>
              </a:endParaRPr>
            </a:p>
          </p:txBody>
        </p:sp>
        <p:sp>
          <p:nvSpPr>
            <p:cNvPr id="1053768" name="Oval 73"/>
            <p:cNvSpPr>
              <a:spLocks noChangeArrowheads="1"/>
            </p:cNvSpPr>
            <p:nvPr/>
          </p:nvSpPr>
          <p:spPr bwMode="auto">
            <a:xfrm rot="900000">
              <a:off x="3512" y="252"/>
              <a:ext cx="275" cy="131"/>
            </a:xfrm>
            <a:prstGeom prst="ellipse">
              <a:avLst/>
            </a:prstGeom>
            <a:solidFill>
              <a:srgbClr val="EAEAEA"/>
            </a:solidFill>
            <a:ln w="12700">
              <a:solidFill>
                <a:schemeClr val="tx1"/>
              </a:solidFill>
              <a:round/>
              <a:headEnd/>
              <a:tailEnd/>
            </a:ln>
          </p:spPr>
          <p:txBody>
            <a:bodyPr wrap="none" anchor="ctr"/>
            <a:lstStyle/>
            <a:p>
              <a:pPr eaLnBrk="0" hangingPunct="0"/>
              <a:endParaRPr lang="zh-CN" altLang="en-US" b="1">
                <a:solidFill>
                  <a:srgbClr val="0000CC"/>
                </a:solidFill>
                <a:ea typeface="黑体" panose="02010609060101010101" pitchFamily="49" charset="-122"/>
              </a:endParaRPr>
            </a:p>
          </p:txBody>
        </p:sp>
        <p:sp>
          <p:nvSpPr>
            <p:cNvPr id="1053769" name="Oval 74"/>
            <p:cNvSpPr>
              <a:spLocks noChangeArrowheads="1"/>
            </p:cNvSpPr>
            <p:nvPr/>
          </p:nvSpPr>
          <p:spPr bwMode="auto">
            <a:xfrm rot="1500000">
              <a:off x="3650" y="385"/>
              <a:ext cx="240" cy="153"/>
            </a:xfrm>
            <a:prstGeom prst="ellipse">
              <a:avLst/>
            </a:prstGeom>
            <a:solidFill>
              <a:srgbClr val="EAEAEA"/>
            </a:solidFill>
            <a:ln w="12700">
              <a:solidFill>
                <a:schemeClr val="tx1"/>
              </a:solidFill>
              <a:round/>
              <a:headEnd/>
              <a:tailEnd/>
            </a:ln>
          </p:spPr>
          <p:txBody>
            <a:bodyPr wrap="none" anchor="ctr"/>
            <a:lstStyle/>
            <a:p>
              <a:pPr eaLnBrk="0" hangingPunct="0"/>
              <a:endParaRPr lang="zh-CN" altLang="en-US" b="1">
                <a:solidFill>
                  <a:srgbClr val="0000CC"/>
                </a:solidFill>
                <a:ea typeface="黑体" panose="02010609060101010101" pitchFamily="49" charset="-122"/>
              </a:endParaRPr>
            </a:p>
          </p:txBody>
        </p:sp>
        <p:sp>
          <p:nvSpPr>
            <p:cNvPr id="1053770" name="Oval 75"/>
            <p:cNvSpPr>
              <a:spLocks noChangeArrowheads="1"/>
            </p:cNvSpPr>
            <p:nvPr/>
          </p:nvSpPr>
          <p:spPr bwMode="auto">
            <a:xfrm rot="-1560000">
              <a:off x="3573" y="537"/>
              <a:ext cx="291" cy="189"/>
            </a:xfrm>
            <a:prstGeom prst="ellipse">
              <a:avLst/>
            </a:prstGeom>
            <a:solidFill>
              <a:srgbClr val="EAEAEA"/>
            </a:solidFill>
            <a:ln w="12700">
              <a:solidFill>
                <a:schemeClr val="tx1"/>
              </a:solidFill>
              <a:round/>
              <a:headEnd/>
              <a:tailEnd/>
            </a:ln>
          </p:spPr>
          <p:txBody>
            <a:bodyPr wrap="none" anchor="ctr"/>
            <a:lstStyle/>
            <a:p>
              <a:pPr eaLnBrk="0" hangingPunct="0"/>
              <a:endParaRPr lang="zh-CN" altLang="en-US" b="1">
                <a:solidFill>
                  <a:srgbClr val="0000CC"/>
                </a:solidFill>
                <a:ea typeface="黑体" panose="02010609060101010101" pitchFamily="49" charset="-122"/>
              </a:endParaRPr>
            </a:p>
          </p:txBody>
        </p:sp>
        <p:sp>
          <p:nvSpPr>
            <p:cNvPr id="1053771" name="Oval 76"/>
            <p:cNvSpPr>
              <a:spLocks noChangeArrowheads="1"/>
            </p:cNvSpPr>
            <p:nvPr/>
          </p:nvSpPr>
          <p:spPr bwMode="auto">
            <a:xfrm>
              <a:off x="3216" y="555"/>
              <a:ext cx="471" cy="239"/>
            </a:xfrm>
            <a:prstGeom prst="ellipse">
              <a:avLst/>
            </a:prstGeom>
            <a:solidFill>
              <a:srgbClr val="EAEAEA"/>
            </a:solidFill>
            <a:ln w="12700">
              <a:solidFill>
                <a:schemeClr val="tx1"/>
              </a:solidFill>
              <a:round/>
              <a:headEnd/>
              <a:tailEnd/>
            </a:ln>
          </p:spPr>
          <p:txBody>
            <a:bodyPr wrap="none" anchor="ctr"/>
            <a:lstStyle/>
            <a:p>
              <a:pPr eaLnBrk="0" hangingPunct="0"/>
              <a:endParaRPr lang="zh-CN" altLang="en-US" b="1">
                <a:solidFill>
                  <a:srgbClr val="0000CC"/>
                </a:solidFill>
                <a:ea typeface="黑体" panose="02010609060101010101" pitchFamily="49" charset="-122"/>
              </a:endParaRPr>
            </a:p>
          </p:txBody>
        </p:sp>
        <p:sp>
          <p:nvSpPr>
            <p:cNvPr id="1053772" name="Oval 77"/>
            <p:cNvSpPr>
              <a:spLocks noChangeArrowheads="1"/>
            </p:cNvSpPr>
            <p:nvPr/>
          </p:nvSpPr>
          <p:spPr bwMode="auto">
            <a:xfrm rot="1080000">
              <a:off x="3023" y="555"/>
              <a:ext cx="265" cy="156"/>
            </a:xfrm>
            <a:prstGeom prst="ellipse">
              <a:avLst/>
            </a:prstGeom>
            <a:solidFill>
              <a:srgbClr val="EAEAEA"/>
            </a:solidFill>
            <a:ln w="12700">
              <a:solidFill>
                <a:schemeClr val="tx1"/>
              </a:solidFill>
              <a:round/>
              <a:headEnd/>
              <a:tailEnd/>
            </a:ln>
          </p:spPr>
          <p:txBody>
            <a:bodyPr wrap="none" anchor="ctr"/>
            <a:lstStyle/>
            <a:p>
              <a:pPr eaLnBrk="0" hangingPunct="0"/>
              <a:endParaRPr lang="zh-CN" altLang="en-US" b="1">
                <a:solidFill>
                  <a:srgbClr val="0000CC"/>
                </a:solidFill>
                <a:ea typeface="黑体" panose="02010609060101010101" pitchFamily="49" charset="-122"/>
              </a:endParaRPr>
            </a:p>
          </p:txBody>
        </p:sp>
        <p:sp>
          <p:nvSpPr>
            <p:cNvPr id="1053773" name="Oval 78"/>
            <p:cNvSpPr>
              <a:spLocks noChangeArrowheads="1"/>
            </p:cNvSpPr>
            <p:nvPr/>
          </p:nvSpPr>
          <p:spPr bwMode="auto">
            <a:xfrm>
              <a:off x="2949" y="432"/>
              <a:ext cx="217" cy="156"/>
            </a:xfrm>
            <a:prstGeom prst="ellipse">
              <a:avLst/>
            </a:prstGeom>
            <a:solidFill>
              <a:srgbClr val="EAEAEA"/>
            </a:solidFill>
            <a:ln w="12700">
              <a:solidFill>
                <a:schemeClr val="tx1"/>
              </a:solidFill>
              <a:round/>
              <a:headEnd/>
              <a:tailEnd/>
            </a:ln>
          </p:spPr>
          <p:txBody>
            <a:bodyPr wrap="none" anchor="ctr"/>
            <a:lstStyle/>
            <a:p>
              <a:pPr eaLnBrk="0" hangingPunct="0"/>
              <a:endParaRPr lang="zh-CN" altLang="en-US" b="1">
                <a:solidFill>
                  <a:srgbClr val="0000CC"/>
                </a:solidFill>
                <a:ea typeface="黑体" panose="02010609060101010101" pitchFamily="49" charset="-122"/>
              </a:endParaRPr>
            </a:p>
          </p:txBody>
        </p:sp>
        <p:sp>
          <p:nvSpPr>
            <p:cNvPr id="1053774" name="Oval 79"/>
            <p:cNvSpPr>
              <a:spLocks noChangeArrowheads="1"/>
            </p:cNvSpPr>
            <p:nvPr/>
          </p:nvSpPr>
          <p:spPr bwMode="auto">
            <a:xfrm rot="-1860000">
              <a:off x="2984" y="310"/>
              <a:ext cx="295" cy="156"/>
            </a:xfrm>
            <a:prstGeom prst="ellipse">
              <a:avLst/>
            </a:prstGeom>
            <a:solidFill>
              <a:srgbClr val="EAEAEA"/>
            </a:solidFill>
            <a:ln w="12700">
              <a:solidFill>
                <a:schemeClr val="tx1"/>
              </a:solidFill>
              <a:round/>
              <a:headEnd/>
              <a:tailEnd/>
            </a:ln>
          </p:spPr>
          <p:txBody>
            <a:bodyPr wrap="none" anchor="ctr"/>
            <a:lstStyle/>
            <a:p>
              <a:pPr eaLnBrk="0" hangingPunct="0"/>
              <a:endParaRPr lang="zh-CN" altLang="en-US" b="1">
                <a:solidFill>
                  <a:srgbClr val="0000CC"/>
                </a:solidFill>
                <a:ea typeface="黑体" panose="02010609060101010101" pitchFamily="49" charset="-122"/>
              </a:endParaRPr>
            </a:p>
          </p:txBody>
        </p:sp>
        <p:sp>
          <p:nvSpPr>
            <p:cNvPr id="1053775" name="Freeform 80"/>
            <p:cNvSpPr>
              <a:spLocks noChangeArrowheads="1"/>
            </p:cNvSpPr>
            <p:nvPr/>
          </p:nvSpPr>
          <p:spPr bwMode="auto">
            <a:xfrm>
              <a:off x="3051" y="300"/>
              <a:ext cx="738" cy="407"/>
            </a:xfrm>
            <a:custGeom>
              <a:avLst/>
              <a:gdLst>
                <a:gd name="T0" fmla="*/ 108 w 738"/>
                <a:gd name="T1" fmla="*/ 82 h 407"/>
                <a:gd name="T2" fmla="*/ 145 w 738"/>
                <a:gd name="T3" fmla="*/ 77 h 407"/>
                <a:gd name="T4" fmla="*/ 183 w 738"/>
                <a:gd name="T5" fmla="*/ 72 h 407"/>
                <a:gd name="T6" fmla="*/ 215 w 738"/>
                <a:gd name="T7" fmla="*/ 67 h 407"/>
                <a:gd name="T8" fmla="*/ 237 w 738"/>
                <a:gd name="T9" fmla="*/ 46 h 407"/>
                <a:gd name="T10" fmla="*/ 204 w 738"/>
                <a:gd name="T11" fmla="*/ 41 h 407"/>
                <a:gd name="T12" fmla="*/ 172 w 738"/>
                <a:gd name="T13" fmla="*/ 46 h 407"/>
                <a:gd name="T14" fmla="*/ 156 w 738"/>
                <a:gd name="T15" fmla="*/ 46 h 407"/>
                <a:gd name="T16" fmla="*/ 188 w 738"/>
                <a:gd name="T17" fmla="*/ 26 h 407"/>
                <a:gd name="T18" fmla="*/ 226 w 738"/>
                <a:gd name="T19" fmla="*/ 15 h 407"/>
                <a:gd name="T20" fmla="*/ 258 w 738"/>
                <a:gd name="T21" fmla="*/ 10 h 407"/>
                <a:gd name="T22" fmla="*/ 290 w 738"/>
                <a:gd name="T23" fmla="*/ 5 h 407"/>
                <a:gd name="T24" fmla="*/ 323 w 738"/>
                <a:gd name="T25" fmla="*/ 0 h 407"/>
                <a:gd name="T26" fmla="*/ 355 w 738"/>
                <a:gd name="T27" fmla="*/ 0 h 407"/>
                <a:gd name="T28" fmla="*/ 387 w 738"/>
                <a:gd name="T29" fmla="*/ 0 h 407"/>
                <a:gd name="T30" fmla="*/ 463 w 738"/>
                <a:gd name="T31" fmla="*/ 0 h 407"/>
                <a:gd name="T32" fmla="*/ 506 w 738"/>
                <a:gd name="T33" fmla="*/ 0 h 407"/>
                <a:gd name="T34" fmla="*/ 543 w 738"/>
                <a:gd name="T35" fmla="*/ 15 h 407"/>
                <a:gd name="T36" fmla="*/ 570 w 738"/>
                <a:gd name="T37" fmla="*/ 36 h 407"/>
                <a:gd name="T38" fmla="*/ 603 w 738"/>
                <a:gd name="T39" fmla="*/ 51 h 407"/>
                <a:gd name="T40" fmla="*/ 635 w 738"/>
                <a:gd name="T41" fmla="*/ 57 h 407"/>
                <a:gd name="T42" fmla="*/ 667 w 738"/>
                <a:gd name="T43" fmla="*/ 77 h 407"/>
                <a:gd name="T44" fmla="*/ 694 w 738"/>
                <a:gd name="T45" fmla="*/ 98 h 407"/>
                <a:gd name="T46" fmla="*/ 715 w 738"/>
                <a:gd name="T47" fmla="*/ 128 h 407"/>
                <a:gd name="T48" fmla="*/ 721 w 738"/>
                <a:gd name="T49" fmla="*/ 164 h 407"/>
                <a:gd name="T50" fmla="*/ 726 w 738"/>
                <a:gd name="T51" fmla="*/ 195 h 407"/>
                <a:gd name="T52" fmla="*/ 726 w 738"/>
                <a:gd name="T53" fmla="*/ 226 h 407"/>
                <a:gd name="T54" fmla="*/ 726 w 738"/>
                <a:gd name="T55" fmla="*/ 257 h 407"/>
                <a:gd name="T56" fmla="*/ 737 w 738"/>
                <a:gd name="T57" fmla="*/ 288 h 407"/>
                <a:gd name="T58" fmla="*/ 737 w 738"/>
                <a:gd name="T59" fmla="*/ 319 h 407"/>
                <a:gd name="T60" fmla="*/ 715 w 738"/>
                <a:gd name="T61" fmla="*/ 349 h 407"/>
                <a:gd name="T62" fmla="*/ 678 w 738"/>
                <a:gd name="T63" fmla="*/ 365 h 407"/>
                <a:gd name="T64" fmla="*/ 646 w 738"/>
                <a:gd name="T65" fmla="*/ 380 h 407"/>
                <a:gd name="T66" fmla="*/ 613 w 738"/>
                <a:gd name="T67" fmla="*/ 396 h 407"/>
                <a:gd name="T68" fmla="*/ 581 w 738"/>
                <a:gd name="T69" fmla="*/ 401 h 407"/>
                <a:gd name="T70" fmla="*/ 538 w 738"/>
                <a:gd name="T71" fmla="*/ 406 h 407"/>
                <a:gd name="T72" fmla="*/ 500 w 738"/>
                <a:gd name="T73" fmla="*/ 406 h 407"/>
                <a:gd name="T74" fmla="*/ 468 w 738"/>
                <a:gd name="T75" fmla="*/ 406 h 407"/>
                <a:gd name="T76" fmla="*/ 436 w 738"/>
                <a:gd name="T77" fmla="*/ 406 h 407"/>
                <a:gd name="T78" fmla="*/ 403 w 738"/>
                <a:gd name="T79" fmla="*/ 406 h 407"/>
                <a:gd name="T80" fmla="*/ 371 w 738"/>
                <a:gd name="T81" fmla="*/ 406 h 407"/>
                <a:gd name="T82" fmla="*/ 339 w 738"/>
                <a:gd name="T83" fmla="*/ 406 h 407"/>
                <a:gd name="T84" fmla="*/ 307 w 738"/>
                <a:gd name="T85" fmla="*/ 406 h 407"/>
                <a:gd name="T86" fmla="*/ 269 w 738"/>
                <a:gd name="T87" fmla="*/ 406 h 407"/>
                <a:gd name="T88" fmla="*/ 237 w 738"/>
                <a:gd name="T89" fmla="*/ 406 h 407"/>
                <a:gd name="T90" fmla="*/ 204 w 738"/>
                <a:gd name="T91" fmla="*/ 406 h 407"/>
                <a:gd name="T92" fmla="*/ 172 w 738"/>
                <a:gd name="T93" fmla="*/ 391 h 407"/>
                <a:gd name="T94" fmla="*/ 140 w 738"/>
                <a:gd name="T95" fmla="*/ 380 h 407"/>
                <a:gd name="T96" fmla="*/ 108 w 738"/>
                <a:gd name="T97" fmla="*/ 365 h 407"/>
                <a:gd name="T98" fmla="*/ 81 w 738"/>
                <a:gd name="T99" fmla="*/ 339 h 407"/>
                <a:gd name="T100" fmla="*/ 59 w 738"/>
                <a:gd name="T101" fmla="*/ 319 h 407"/>
                <a:gd name="T102" fmla="*/ 38 w 738"/>
                <a:gd name="T103" fmla="*/ 288 h 407"/>
                <a:gd name="T104" fmla="*/ 16 w 738"/>
                <a:gd name="T105" fmla="*/ 252 h 407"/>
                <a:gd name="T106" fmla="*/ 0 w 738"/>
                <a:gd name="T107" fmla="*/ 216 h 407"/>
                <a:gd name="T108" fmla="*/ 0 w 738"/>
                <a:gd name="T109" fmla="*/ 185 h 407"/>
                <a:gd name="T110" fmla="*/ 5 w 738"/>
                <a:gd name="T111" fmla="*/ 149 h 407"/>
                <a:gd name="T112" fmla="*/ 27 w 738"/>
                <a:gd name="T113" fmla="*/ 123 h 407"/>
                <a:gd name="T114" fmla="*/ 54 w 738"/>
                <a:gd name="T115" fmla="*/ 108 h 407"/>
                <a:gd name="T116" fmla="*/ 86 w 738"/>
                <a:gd name="T117" fmla="*/ 98 h 407"/>
                <a:gd name="T118" fmla="*/ 113 w 738"/>
                <a:gd name="T119" fmla="*/ 82 h 407"/>
                <a:gd name="T120" fmla="*/ 129 w 738"/>
                <a:gd name="T121" fmla="*/ 98 h 40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Lst>
              <a:rect l="0" t="0" r="r" b="b"/>
              <a:pathLst>
                <a:path w="738" h="407">
                  <a:moveTo>
                    <a:pt x="91" y="82"/>
                  </a:moveTo>
                  <a:lnTo>
                    <a:pt x="108" y="82"/>
                  </a:lnTo>
                  <a:lnTo>
                    <a:pt x="124" y="82"/>
                  </a:lnTo>
                  <a:lnTo>
                    <a:pt x="145" y="77"/>
                  </a:lnTo>
                  <a:lnTo>
                    <a:pt x="161" y="77"/>
                  </a:lnTo>
                  <a:lnTo>
                    <a:pt x="183" y="72"/>
                  </a:lnTo>
                  <a:lnTo>
                    <a:pt x="199" y="72"/>
                  </a:lnTo>
                  <a:lnTo>
                    <a:pt x="215" y="67"/>
                  </a:lnTo>
                  <a:lnTo>
                    <a:pt x="231" y="62"/>
                  </a:lnTo>
                  <a:lnTo>
                    <a:pt x="237" y="46"/>
                  </a:lnTo>
                  <a:lnTo>
                    <a:pt x="221" y="41"/>
                  </a:lnTo>
                  <a:lnTo>
                    <a:pt x="204" y="41"/>
                  </a:lnTo>
                  <a:lnTo>
                    <a:pt x="188" y="46"/>
                  </a:lnTo>
                  <a:lnTo>
                    <a:pt x="172" y="46"/>
                  </a:lnTo>
                  <a:lnTo>
                    <a:pt x="156" y="62"/>
                  </a:lnTo>
                  <a:lnTo>
                    <a:pt x="156" y="46"/>
                  </a:lnTo>
                  <a:lnTo>
                    <a:pt x="172" y="36"/>
                  </a:lnTo>
                  <a:lnTo>
                    <a:pt x="188" y="26"/>
                  </a:lnTo>
                  <a:lnTo>
                    <a:pt x="210" y="21"/>
                  </a:lnTo>
                  <a:lnTo>
                    <a:pt x="226" y="15"/>
                  </a:lnTo>
                  <a:lnTo>
                    <a:pt x="242" y="15"/>
                  </a:lnTo>
                  <a:lnTo>
                    <a:pt x="258" y="10"/>
                  </a:lnTo>
                  <a:lnTo>
                    <a:pt x="274" y="10"/>
                  </a:lnTo>
                  <a:lnTo>
                    <a:pt x="290" y="5"/>
                  </a:lnTo>
                  <a:lnTo>
                    <a:pt x="307" y="5"/>
                  </a:lnTo>
                  <a:lnTo>
                    <a:pt x="323" y="0"/>
                  </a:lnTo>
                  <a:lnTo>
                    <a:pt x="339" y="0"/>
                  </a:lnTo>
                  <a:lnTo>
                    <a:pt x="355" y="0"/>
                  </a:lnTo>
                  <a:lnTo>
                    <a:pt x="371" y="0"/>
                  </a:lnTo>
                  <a:lnTo>
                    <a:pt x="387" y="0"/>
                  </a:lnTo>
                  <a:lnTo>
                    <a:pt x="420" y="0"/>
                  </a:lnTo>
                  <a:lnTo>
                    <a:pt x="463" y="0"/>
                  </a:lnTo>
                  <a:lnTo>
                    <a:pt x="484" y="0"/>
                  </a:lnTo>
                  <a:lnTo>
                    <a:pt x="506" y="0"/>
                  </a:lnTo>
                  <a:lnTo>
                    <a:pt x="527" y="5"/>
                  </a:lnTo>
                  <a:lnTo>
                    <a:pt x="543" y="15"/>
                  </a:lnTo>
                  <a:lnTo>
                    <a:pt x="554" y="31"/>
                  </a:lnTo>
                  <a:lnTo>
                    <a:pt x="570" y="36"/>
                  </a:lnTo>
                  <a:lnTo>
                    <a:pt x="586" y="46"/>
                  </a:lnTo>
                  <a:lnTo>
                    <a:pt x="603" y="51"/>
                  </a:lnTo>
                  <a:lnTo>
                    <a:pt x="619" y="51"/>
                  </a:lnTo>
                  <a:lnTo>
                    <a:pt x="635" y="57"/>
                  </a:lnTo>
                  <a:lnTo>
                    <a:pt x="651" y="67"/>
                  </a:lnTo>
                  <a:lnTo>
                    <a:pt x="667" y="77"/>
                  </a:lnTo>
                  <a:lnTo>
                    <a:pt x="678" y="93"/>
                  </a:lnTo>
                  <a:lnTo>
                    <a:pt x="694" y="98"/>
                  </a:lnTo>
                  <a:lnTo>
                    <a:pt x="699" y="113"/>
                  </a:lnTo>
                  <a:lnTo>
                    <a:pt x="715" y="128"/>
                  </a:lnTo>
                  <a:lnTo>
                    <a:pt x="721" y="149"/>
                  </a:lnTo>
                  <a:lnTo>
                    <a:pt x="721" y="164"/>
                  </a:lnTo>
                  <a:lnTo>
                    <a:pt x="726" y="180"/>
                  </a:lnTo>
                  <a:lnTo>
                    <a:pt x="726" y="195"/>
                  </a:lnTo>
                  <a:lnTo>
                    <a:pt x="726" y="211"/>
                  </a:lnTo>
                  <a:lnTo>
                    <a:pt x="726" y="226"/>
                  </a:lnTo>
                  <a:lnTo>
                    <a:pt x="726" y="242"/>
                  </a:lnTo>
                  <a:lnTo>
                    <a:pt x="726" y="257"/>
                  </a:lnTo>
                  <a:lnTo>
                    <a:pt x="737" y="272"/>
                  </a:lnTo>
                  <a:lnTo>
                    <a:pt x="737" y="288"/>
                  </a:lnTo>
                  <a:lnTo>
                    <a:pt x="737" y="303"/>
                  </a:lnTo>
                  <a:lnTo>
                    <a:pt x="737" y="319"/>
                  </a:lnTo>
                  <a:lnTo>
                    <a:pt x="732" y="334"/>
                  </a:lnTo>
                  <a:lnTo>
                    <a:pt x="715" y="349"/>
                  </a:lnTo>
                  <a:lnTo>
                    <a:pt x="694" y="360"/>
                  </a:lnTo>
                  <a:lnTo>
                    <a:pt x="678" y="365"/>
                  </a:lnTo>
                  <a:lnTo>
                    <a:pt x="662" y="375"/>
                  </a:lnTo>
                  <a:lnTo>
                    <a:pt x="646" y="380"/>
                  </a:lnTo>
                  <a:lnTo>
                    <a:pt x="629" y="385"/>
                  </a:lnTo>
                  <a:lnTo>
                    <a:pt x="613" y="396"/>
                  </a:lnTo>
                  <a:lnTo>
                    <a:pt x="597" y="401"/>
                  </a:lnTo>
                  <a:lnTo>
                    <a:pt x="581" y="401"/>
                  </a:lnTo>
                  <a:lnTo>
                    <a:pt x="559" y="406"/>
                  </a:lnTo>
                  <a:lnTo>
                    <a:pt x="538" y="406"/>
                  </a:lnTo>
                  <a:lnTo>
                    <a:pt x="522" y="406"/>
                  </a:lnTo>
                  <a:lnTo>
                    <a:pt x="500" y="406"/>
                  </a:lnTo>
                  <a:lnTo>
                    <a:pt x="484" y="406"/>
                  </a:lnTo>
                  <a:lnTo>
                    <a:pt x="468" y="406"/>
                  </a:lnTo>
                  <a:lnTo>
                    <a:pt x="452" y="406"/>
                  </a:lnTo>
                  <a:lnTo>
                    <a:pt x="436" y="406"/>
                  </a:lnTo>
                  <a:lnTo>
                    <a:pt x="420" y="406"/>
                  </a:lnTo>
                  <a:lnTo>
                    <a:pt x="403" y="406"/>
                  </a:lnTo>
                  <a:lnTo>
                    <a:pt x="387" y="406"/>
                  </a:lnTo>
                  <a:lnTo>
                    <a:pt x="371" y="406"/>
                  </a:lnTo>
                  <a:lnTo>
                    <a:pt x="355" y="406"/>
                  </a:lnTo>
                  <a:lnTo>
                    <a:pt x="339" y="406"/>
                  </a:lnTo>
                  <a:lnTo>
                    <a:pt x="323" y="406"/>
                  </a:lnTo>
                  <a:lnTo>
                    <a:pt x="307" y="406"/>
                  </a:lnTo>
                  <a:lnTo>
                    <a:pt x="285" y="406"/>
                  </a:lnTo>
                  <a:lnTo>
                    <a:pt x="269" y="406"/>
                  </a:lnTo>
                  <a:lnTo>
                    <a:pt x="253" y="406"/>
                  </a:lnTo>
                  <a:lnTo>
                    <a:pt x="237" y="406"/>
                  </a:lnTo>
                  <a:lnTo>
                    <a:pt x="221" y="406"/>
                  </a:lnTo>
                  <a:lnTo>
                    <a:pt x="204" y="406"/>
                  </a:lnTo>
                  <a:lnTo>
                    <a:pt x="188" y="396"/>
                  </a:lnTo>
                  <a:lnTo>
                    <a:pt x="172" y="391"/>
                  </a:lnTo>
                  <a:lnTo>
                    <a:pt x="156" y="385"/>
                  </a:lnTo>
                  <a:lnTo>
                    <a:pt x="140" y="380"/>
                  </a:lnTo>
                  <a:lnTo>
                    <a:pt x="124" y="375"/>
                  </a:lnTo>
                  <a:lnTo>
                    <a:pt x="108" y="365"/>
                  </a:lnTo>
                  <a:lnTo>
                    <a:pt x="91" y="355"/>
                  </a:lnTo>
                  <a:lnTo>
                    <a:pt x="81" y="339"/>
                  </a:lnTo>
                  <a:lnTo>
                    <a:pt x="65" y="334"/>
                  </a:lnTo>
                  <a:lnTo>
                    <a:pt x="59" y="319"/>
                  </a:lnTo>
                  <a:lnTo>
                    <a:pt x="43" y="303"/>
                  </a:lnTo>
                  <a:lnTo>
                    <a:pt x="38" y="288"/>
                  </a:lnTo>
                  <a:lnTo>
                    <a:pt x="22" y="272"/>
                  </a:lnTo>
                  <a:lnTo>
                    <a:pt x="16" y="252"/>
                  </a:lnTo>
                  <a:lnTo>
                    <a:pt x="5" y="231"/>
                  </a:lnTo>
                  <a:lnTo>
                    <a:pt x="0" y="216"/>
                  </a:lnTo>
                  <a:lnTo>
                    <a:pt x="0" y="200"/>
                  </a:lnTo>
                  <a:lnTo>
                    <a:pt x="0" y="185"/>
                  </a:lnTo>
                  <a:lnTo>
                    <a:pt x="0" y="170"/>
                  </a:lnTo>
                  <a:lnTo>
                    <a:pt x="5" y="149"/>
                  </a:lnTo>
                  <a:lnTo>
                    <a:pt x="11" y="134"/>
                  </a:lnTo>
                  <a:lnTo>
                    <a:pt x="27" y="123"/>
                  </a:lnTo>
                  <a:lnTo>
                    <a:pt x="38" y="108"/>
                  </a:lnTo>
                  <a:lnTo>
                    <a:pt x="54" y="108"/>
                  </a:lnTo>
                  <a:lnTo>
                    <a:pt x="70" y="103"/>
                  </a:lnTo>
                  <a:lnTo>
                    <a:pt x="86" y="98"/>
                  </a:lnTo>
                  <a:lnTo>
                    <a:pt x="102" y="98"/>
                  </a:lnTo>
                  <a:lnTo>
                    <a:pt x="113" y="82"/>
                  </a:lnTo>
                  <a:lnTo>
                    <a:pt x="113" y="67"/>
                  </a:lnTo>
                  <a:lnTo>
                    <a:pt x="129" y="98"/>
                  </a:lnTo>
                </a:path>
              </a:pathLst>
            </a:custGeom>
            <a:solidFill>
              <a:srgbClr val="EAEAEA"/>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CC"/>
                </a:solidFill>
                <a:ea typeface="黑体" panose="02010609060101010101" pitchFamily="49" charset="-122"/>
              </a:endParaRPr>
            </a:p>
          </p:txBody>
        </p:sp>
        <p:sp>
          <p:nvSpPr>
            <p:cNvPr id="1053776" name="Freeform 81"/>
            <p:cNvSpPr>
              <a:spLocks noChangeArrowheads="1"/>
            </p:cNvSpPr>
            <p:nvPr/>
          </p:nvSpPr>
          <p:spPr bwMode="auto">
            <a:xfrm>
              <a:off x="3193" y="270"/>
              <a:ext cx="117" cy="118"/>
            </a:xfrm>
            <a:custGeom>
              <a:avLst/>
              <a:gdLst>
                <a:gd name="T0" fmla="*/ 5 w 117"/>
                <a:gd name="T1" fmla="*/ 66 h 118"/>
                <a:gd name="T2" fmla="*/ 0 w 117"/>
                <a:gd name="T3" fmla="*/ 51 h 118"/>
                <a:gd name="T4" fmla="*/ 0 w 117"/>
                <a:gd name="T5" fmla="*/ 36 h 118"/>
                <a:gd name="T6" fmla="*/ 16 w 117"/>
                <a:gd name="T7" fmla="*/ 25 h 118"/>
                <a:gd name="T8" fmla="*/ 32 w 117"/>
                <a:gd name="T9" fmla="*/ 15 h 118"/>
                <a:gd name="T10" fmla="*/ 47 w 117"/>
                <a:gd name="T11" fmla="*/ 0 h 118"/>
                <a:gd name="T12" fmla="*/ 63 w 117"/>
                <a:gd name="T13" fmla="*/ 0 h 118"/>
                <a:gd name="T14" fmla="*/ 79 w 117"/>
                <a:gd name="T15" fmla="*/ 0 h 118"/>
                <a:gd name="T16" fmla="*/ 84 w 117"/>
                <a:gd name="T17" fmla="*/ 15 h 118"/>
                <a:gd name="T18" fmla="*/ 95 w 117"/>
                <a:gd name="T19" fmla="*/ 31 h 118"/>
                <a:gd name="T20" fmla="*/ 105 w 117"/>
                <a:gd name="T21" fmla="*/ 46 h 118"/>
                <a:gd name="T22" fmla="*/ 111 w 117"/>
                <a:gd name="T23" fmla="*/ 61 h 118"/>
                <a:gd name="T24" fmla="*/ 116 w 117"/>
                <a:gd name="T25" fmla="*/ 76 h 118"/>
                <a:gd name="T26" fmla="*/ 116 w 117"/>
                <a:gd name="T27" fmla="*/ 92 h 118"/>
                <a:gd name="T28" fmla="*/ 116 w 117"/>
                <a:gd name="T29" fmla="*/ 107 h 118"/>
                <a:gd name="T30" fmla="*/ 100 w 117"/>
                <a:gd name="T31" fmla="*/ 117 h 118"/>
                <a:gd name="T32" fmla="*/ 84 w 117"/>
                <a:gd name="T33" fmla="*/ 117 h 118"/>
                <a:gd name="T34" fmla="*/ 69 w 117"/>
                <a:gd name="T35" fmla="*/ 117 h 118"/>
                <a:gd name="T36" fmla="*/ 53 w 117"/>
                <a:gd name="T37" fmla="*/ 117 h 118"/>
                <a:gd name="T38" fmla="*/ 37 w 117"/>
                <a:gd name="T39" fmla="*/ 112 h 118"/>
                <a:gd name="T40" fmla="*/ 21 w 117"/>
                <a:gd name="T41" fmla="*/ 102 h 118"/>
                <a:gd name="T42" fmla="*/ 11 w 117"/>
                <a:gd name="T43" fmla="*/ 86 h 118"/>
                <a:gd name="T44" fmla="*/ 5 w 117"/>
                <a:gd name="T45" fmla="*/ 71 h 118"/>
                <a:gd name="T46" fmla="*/ 5 w 117"/>
                <a:gd name="T47" fmla="*/ 66 h 1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117" h="118">
                  <a:moveTo>
                    <a:pt x="5" y="66"/>
                  </a:moveTo>
                  <a:lnTo>
                    <a:pt x="0" y="51"/>
                  </a:lnTo>
                  <a:lnTo>
                    <a:pt x="0" y="36"/>
                  </a:lnTo>
                  <a:lnTo>
                    <a:pt x="16" y="25"/>
                  </a:lnTo>
                  <a:lnTo>
                    <a:pt x="32" y="15"/>
                  </a:lnTo>
                  <a:lnTo>
                    <a:pt x="47" y="0"/>
                  </a:lnTo>
                  <a:lnTo>
                    <a:pt x="63" y="0"/>
                  </a:lnTo>
                  <a:lnTo>
                    <a:pt x="79" y="0"/>
                  </a:lnTo>
                  <a:lnTo>
                    <a:pt x="84" y="15"/>
                  </a:lnTo>
                  <a:lnTo>
                    <a:pt x="95" y="31"/>
                  </a:lnTo>
                  <a:lnTo>
                    <a:pt x="105" y="46"/>
                  </a:lnTo>
                  <a:lnTo>
                    <a:pt x="111" y="61"/>
                  </a:lnTo>
                  <a:lnTo>
                    <a:pt x="116" y="76"/>
                  </a:lnTo>
                  <a:lnTo>
                    <a:pt x="116" y="92"/>
                  </a:lnTo>
                  <a:lnTo>
                    <a:pt x="116" y="107"/>
                  </a:lnTo>
                  <a:lnTo>
                    <a:pt x="100" y="117"/>
                  </a:lnTo>
                  <a:lnTo>
                    <a:pt x="84" y="117"/>
                  </a:lnTo>
                  <a:lnTo>
                    <a:pt x="69" y="117"/>
                  </a:lnTo>
                  <a:lnTo>
                    <a:pt x="53" y="117"/>
                  </a:lnTo>
                  <a:lnTo>
                    <a:pt x="37" y="112"/>
                  </a:lnTo>
                  <a:lnTo>
                    <a:pt x="21" y="102"/>
                  </a:lnTo>
                  <a:lnTo>
                    <a:pt x="11" y="86"/>
                  </a:lnTo>
                  <a:lnTo>
                    <a:pt x="5" y="71"/>
                  </a:lnTo>
                  <a:lnTo>
                    <a:pt x="5" y="66"/>
                  </a:lnTo>
                </a:path>
              </a:pathLst>
            </a:custGeom>
            <a:solidFill>
              <a:srgbClr val="EAEAEA"/>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CC"/>
                </a:solidFill>
                <a:ea typeface="黑体" panose="02010609060101010101" pitchFamily="49" charset="-122"/>
              </a:endParaRPr>
            </a:p>
          </p:txBody>
        </p:sp>
        <p:sp>
          <p:nvSpPr>
            <p:cNvPr id="1053777" name="Freeform 82"/>
            <p:cNvSpPr>
              <a:spLocks noChangeArrowheads="1"/>
            </p:cNvSpPr>
            <p:nvPr/>
          </p:nvSpPr>
          <p:spPr bwMode="auto">
            <a:xfrm>
              <a:off x="3469" y="239"/>
              <a:ext cx="82" cy="87"/>
            </a:xfrm>
            <a:custGeom>
              <a:avLst/>
              <a:gdLst>
                <a:gd name="T0" fmla="*/ 0 w 82"/>
                <a:gd name="T1" fmla="*/ 0 h 87"/>
                <a:gd name="T2" fmla="*/ 16 w 82"/>
                <a:gd name="T3" fmla="*/ 10 h 87"/>
                <a:gd name="T4" fmla="*/ 32 w 82"/>
                <a:gd name="T5" fmla="*/ 20 h 87"/>
                <a:gd name="T6" fmla="*/ 49 w 82"/>
                <a:gd name="T7" fmla="*/ 20 h 87"/>
                <a:gd name="T8" fmla="*/ 65 w 82"/>
                <a:gd name="T9" fmla="*/ 30 h 87"/>
                <a:gd name="T10" fmla="*/ 76 w 82"/>
                <a:gd name="T11" fmla="*/ 46 h 87"/>
                <a:gd name="T12" fmla="*/ 81 w 82"/>
                <a:gd name="T13" fmla="*/ 61 h 87"/>
                <a:gd name="T14" fmla="*/ 81 w 82"/>
                <a:gd name="T15" fmla="*/ 76 h 87"/>
                <a:gd name="T16" fmla="*/ 65 w 82"/>
                <a:gd name="T17" fmla="*/ 86 h 87"/>
                <a:gd name="T18" fmla="*/ 49 w 82"/>
                <a:gd name="T19" fmla="*/ 86 h 87"/>
                <a:gd name="T20" fmla="*/ 27 w 82"/>
                <a:gd name="T21" fmla="*/ 81 h 87"/>
                <a:gd name="T22" fmla="*/ 11 w 82"/>
                <a:gd name="T23" fmla="*/ 71 h 87"/>
                <a:gd name="T24" fmla="*/ 5 w 82"/>
                <a:gd name="T25" fmla="*/ 56 h 87"/>
                <a:gd name="T26" fmla="*/ 0 w 82"/>
                <a:gd name="T27" fmla="*/ 40 h 87"/>
                <a:gd name="T28" fmla="*/ 0 w 82"/>
                <a:gd name="T29" fmla="*/ 25 h 87"/>
                <a:gd name="T30" fmla="*/ 11 w 82"/>
                <a:gd name="T31" fmla="*/ 10 h 87"/>
                <a:gd name="T32" fmla="*/ 0 w 82"/>
                <a:gd name="T33" fmla="*/ 0 h 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82" h="87">
                  <a:moveTo>
                    <a:pt x="0" y="0"/>
                  </a:moveTo>
                  <a:lnTo>
                    <a:pt x="16" y="10"/>
                  </a:lnTo>
                  <a:lnTo>
                    <a:pt x="32" y="20"/>
                  </a:lnTo>
                  <a:lnTo>
                    <a:pt x="49" y="20"/>
                  </a:lnTo>
                  <a:lnTo>
                    <a:pt x="65" y="30"/>
                  </a:lnTo>
                  <a:lnTo>
                    <a:pt x="76" y="46"/>
                  </a:lnTo>
                  <a:lnTo>
                    <a:pt x="81" y="61"/>
                  </a:lnTo>
                  <a:lnTo>
                    <a:pt x="81" y="76"/>
                  </a:lnTo>
                  <a:lnTo>
                    <a:pt x="65" y="86"/>
                  </a:lnTo>
                  <a:lnTo>
                    <a:pt x="49" y="86"/>
                  </a:lnTo>
                  <a:lnTo>
                    <a:pt x="27" y="81"/>
                  </a:lnTo>
                  <a:lnTo>
                    <a:pt x="11" y="71"/>
                  </a:lnTo>
                  <a:lnTo>
                    <a:pt x="5" y="56"/>
                  </a:lnTo>
                  <a:lnTo>
                    <a:pt x="0" y="40"/>
                  </a:lnTo>
                  <a:lnTo>
                    <a:pt x="0" y="25"/>
                  </a:lnTo>
                  <a:lnTo>
                    <a:pt x="11" y="10"/>
                  </a:lnTo>
                  <a:lnTo>
                    <a:pt x="0" y="0"/>
                  </a:lnTo>
                </a:path>
              </a:pathLst>
            </a:custGeom>
            <a:solidFill>
              <a:srgbClr val="EAEAEA"/>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CC"/>
                </a:solidFill>
                <a:ea typeface="黑体" panose="02010609060101010101" pitchFamily="49" charset="-122"/>
              </a:endParaRPr>
            </a:p>
          </p:txBody>
        </p:sp>
      </p:grpSp>
      <p:grpSp>
        <p:nvGrpSpPr>
          <p:cNvPr id="1053778" name="Group 83"/>
          <p:cNvGrpSpPr>
            <a:grpSpLocks/>
          </p:cNvGrpSpPr>
          <p:nvPr/>
        </p:nvGrpSpPr>
        <p:grpSpPr bwMode="auto">
          <a:xfrm>
            <a:off x="8118475" y="4056063"/>
            <a:ext cx="742950" cy="479425"/>
            <a:chOff x="2949" y="196"/>
            <a:chExt cx="941" cy="598"/>
          </a:xfrm>
        </p:grpSpPr>
        <p:sp>
          <p:nvSpPr>
            <p:cNvPr id="1053779" name="Oval 84"/>
            <p:cNvSpPr>
              <a:spLocks noChangeArrowheads="1"/>
            </p:cNvSpPr>
            <p:nvPr/>
          </p:nvSpPr>
          <p:spPr bwMode="auto">
            <a:xfrm>
              <a:off x="3168" y="196"/>
              <a:ext cx="407" cy="162"/>
            </a:xfrm>
            <a:prstGeom prst="ellipse">
              <a:avLst/>
            </a:prstGeom>
            <a:solidFill>
              <a:srgbClr val="EAEAEA"/>
            </a:solidFill>
            <a:ln w="12700">
              <a:solidFill>
                <a:schemeClr val="tx1"/>
              </a:solidFill>
              <a:round/>
              <a:headEnd/>
              <a:tailEnd/>
            </a:ln>
          </p:spPr>
          <p:txBody>
            <a:bodyPr wrap="none" anchor="ctr"/>
            <a:lstStyle/>
            <a:p>
              <a:pPr eaLnBrk="0" hangingPunct="0"/>
              <a:endParaRPr lang="zh-CN" altLang="en-US" b="1">
                <a:solidFill>
                  <a:srgbClr val="0000CC"/>
                </a:solidFill>
                <a:ea typeface="黑体" panose="02010609060101010101" pitchFamily="49" charset="-122"/>
              </a:endParaRPr>
            </a:p>
          </p:txBody>
        </p:sp>
        <p:sp>
          <p:nvSpPr>
            <p:cNvPr id="1053780" name="Oval 85"/>
            <p:cNvSpPr>
              <a:spLocks noChangeArrowheads="1"/>
            </p:cNvSpPr>
            <p:nvPr/>
          </p:nvSpPr>
          <p:spPr bwMode="auto">
            <a:xfrm rot="900000">
              <a:off x="3512" y="252"/>
              <a:ext cx="275" cy="131"/>
            </a:xfrm>
            <a:prstGeom prst="ellipse">
              <a:avLst/>
            </a:prstGeom>
            <a:solidFill>
              <a:srgbClr val="EAEAEA"/>
            </a:solidFill>
            <a:ln w="12700">
              <a:solidFill>
                <a:schemeClr val="tx1"/>
              </a:solidFill>
              <a:round/>
              <a:headEnd/>
              <a:tailEnd/>
            </a:ln>
          </p:spPr>
          <p:txBody>
            <a:bodyPr wrap="none" anchor="ctr"/>
            <a:lstStyle/>
            <a:p>
              <a:pPr eaLnBrk="0" hangingPunct="0"/>
              <a:endParaRPr lang="zh-CN" altLang="en-US" b="1">
                <a:solidFill>
                  <a:srgbClr val="0000CC"/>
                </a:solidFill>
                <a:ea typeface="黑体" panose="02010609060101010101" pitchFamily="49" charset="-122"/>
              </a:endParaRPr>
            </a:p>
          </p:txBody>
        </p:sp>
        <p:sp>
          <p:nvSpPr>
            <p:cNvPr id="1053781" name="Oval 86"/>
            <p:cNvSpPr>
              <a:spLocks noChangeArrowheads="1"/>
            </p:cNvSpPr>
            <p:nvPr/>
          </p:nvSpPr>
          <p:spPr bwMode="auto">
            <a:xfrm rot="1500000">
              <a:off x="3650" y="385"/>
              <a:ext cx="240" cy="153"/>
            </a:xfrm>
            <a:prstGeom prst="ellipse">
              <a:avLst/>
            </a:prstGeom>
            <a:solidFill>
              <a:srgbClr val="EAEAEA"/>
            </a:solidFill>
            <a:ln w="12700">
              <a:solidFill>
                <a:schemeClr val="tx1"/>
              </a:solidFill>
              <a:round/>
              <a:headEnd/>
              <a:tailEnd/>
            </a:ln>
          </p:spPr>
          <p:txBody>
            <a:bodyPr wrap="none" anchor="ctr"/>
            <a:lstStyle/>
            <a:p>
              <a:pPr eaLnBrk="0" hangingPunct="0"/>
              <a:endParaRPr lang="zh-CN" altLang="en-US" b="1">
                <a:solidFill>
                  <a:srgbClr val="0000CC"/>
                </a:solidFill>
                <a:ea typeface="黑体" panose="02010609060101010101" pitchFamily="49" charset="-122"/>
              </a:endParaRPr>
            </a:p>
          </p:txBody>
        </p:sp>
        <p:sp>
          <p:nvSpPr>
            <p:cNvPr id="1053782" name="Oval 87"/>
            <p:cNvSpPr>
              <a:spLocks noChangeArrowheads="1"/>
            </p:cNvSpPr>
            <p:nvPr/>
          </p:nvSpPr>
          <p:spPr bwMode="auto">
            <a:xfrm rot="-1560000">
              <a:off x="3573" y="537"/>
              <a:ext cx="291" cy="189"/>
            </a:xfrm>
            <a:prstGeom prst="ellipse">
              <a:avLst/>
            </a:prstGeom>
            <a:solidFill>
              <a:srgbClr val="EAEAEA"/>
            </a:solidFill>
            <a:ln w="12700">
              <a:solidFill>
                <a:schemeClr val="tx1"/>
              </a:solidFill>
              <a:round/>
              <a:headEnd/>
              <a:tailEnd/>
            </a:ln>
          </p:spPr>
          <p:txBody>
            <a:bodyPr wrap="none" anchor="ctr"/>
            <a:lstStyle/>
            <a:p>
              <a:pPr eaLnBrk="0" hangingPunct="0"/>
              <a:endParaRPr lang="zh-CN" altLang="en-US" b="1">
                <a:solidFill>
                  <a:srgbClr val="0000CC"/>
                </a:solidFill>
                <a:ea typeface="黑体" panose="02010609060101010101" pitchFamily="49" charset="-122"/>
              </a:endParaRPr>
            </a:p>
          </p:txBody>
        </p:sp>
        <p:sp>
          <p:nvSpPr>
            <p:cNvPr id="1053783" name="Oval 88"/>
            <p:cNvSpPr>
              <a:spLocks noChangeArrowheads="1"/>
            </p:cNvSpPr>
            <p:nvPr/>
          </p:nvSpPr>
          <p:spPr bwMode="auto">
            <a:xfrm>
              <a:off x="3216" y="555"/>
              <a:ext cx="471" cy="239"/>
            </a:xfrm>
            <a:prstGeom prst="ellipse">
              <a:avLst/>
            </a:prstGeom>
            <a:solidFill>
              <a:srgbClr val="EAEAEA"/>
            </a:solidFill>
            <a:ln w="12700">
              <a:solidFill>
                <a:schemeClr val="tx1"/>
              </a:solidFill>
              <a:round/>
              <a:headEnd/>
              <a:tailEnd/>
            </a:ln>
          </p:spPr>
          <p:txBody>
            <a:bodyPr wrap="none" anchor="ctr"/>
            <a:lstStyle/>
            <a:p>
              <a:pPr eaLnBrk="0" hangingPunct="0"/>
              <a:endParaRPr lang="zh-CN" altLang="en-US" b="1">
                <a:solidFill>
                  <a:srgbClr val="0000CC"/>
                </a:solidFill>
                <a:ea typeface="黑体" panose="02010609060101010101" pitchFamily="49" charset="-122"/>
              </a:endParaRPr>
            </a:p>
          </p:txBody>
        </p:sp>
        <p:sp>
          <p:nvSpPr>
            <p:cNvPr id="1053784" name="Oval 89"/>
            <p:cNvSpPr>
              <a:spLocks noChangeArrowheads="1"/>
            </p:cNvSpPr>
            <p:nvPr/>
          </p:nvSpPr>
          <p:spPr bwMode="auto">
            <a:xfrm rot="1080000">
              <a:off x="3023" y="555"/>
              <a:ext cx="265" cy="156"/>
            </a:xfrm>
            <a:prstGeom prst="ellipse">
              <a:avLst/>
            </a:prstGeom>
            <a:solidFill>
              <a:srgbClr val="EAEAEA"/>
            </a:solidFill>
            <a:ln w="12700">
              <a:solidFill>
                <a:schemeClr val="tx1"/>
              </a:solidFill>
              <a:round/>
              <a:headEnd/>
              <a:tailEnd/>
            </a:ln>
          </p:spPr>
          <p:txBody>
            <a:bodyPr wrap="none" anchor="ctr"/>
            <a:lstStyle/>
            <a:p>
              <a:pPr eaLnBrk="0" hangingPunct="0"/>
              <a:endParaRPr lang="zh-CN" altLang="en-US" b="1">
                <a:solidFill>
                  <a:srgbClr val="0000CC"/>
                </a:solidFill>
                <a:ea typeface="黑体" panose="02010609060101010101" pitchFamily="49" charset="-122"/>
              </a:endParaRPr>
            </a:p>
          </p:txBody>
        </p:sp>
        <p:sp>
          <p:nvSpPr>
            <p:cNvPr id="1053785" name="Oval 90"/>
            <p:cNvSpPr>
              <a:spLocks noChangeArrowheads="1"/>
            </p:cNvSpPr>
            <p:nvPr/>
          </p:nvSpPr>
          <p:spPr bwMode="auto">
            <a:xfrm>
              <a:off x="2949" y="432"/>
              <a:ext cx="217" cy="156"/>
            </a:xfrm>
            <a:prstGeom prst="ellipse">
              <a:avLst/>
            </a:prstGeom>
            <a:solidFill>
              <a:srgbClr val="EAEAEA"/>
            </a:solidFill>
            <a:ln w="12700">
              <a:solidFill>
                <a:schemeClr val="tx1"/>
              </a:solidFill>
              <a:round/>
              <a:headEnd/>
              <a:tailEnd/>
            </a:ln>
          </p:spPr>
          <p:txBody>
            <a:bodyPr wrap="none" anchor="ctr"/>
            <a:lstStyle/>
            <a:p>
              <a:pPr eaLnBrk="0" hangingPunct="0"/>
              <a:endParaRPr lang="zh-CN" altLang="en-US" b="1">
                <a:solidFill>
                  <a:srgbClr val="0000CC"/>
                </a:solidFill>
                <a:ea typeface="黑体" panose="02010609060101010101" pitchFamily="49" charset="-122"/>
              </a:endParaRPr>
            </a:p>
          </p:txBody>
        </p:sp>
        <p:sp>
          <p:nvSpPr>
            <p:cNvPr id="1053786" name="Oval 91"/>
            <p:cNvSpPr>
              <a:spLocks noChangeArrowheads="1"/>
            </p:cNvSpPr>
            <p:nvPr/>
          </p:nvSpPr>
          <p:spPr bwMode="auto">
            <a:xfrm rot="-1860000">
              <a:off x="2984" y="310"/>
              <a:ext cx="295" cy="156"/>
            </a:xfrm>
            <a:prstGeom prst="ellipse">
              <a:avLst/>
            </a:prstGeom>
            <a:solidFill>
              <a:srgbClr val="EAEAEA"/>
            </a:solidFill>
            <a:ln w="12700">
              <a:solidFill>
                <a:schemeClr val="tx1"/>
              </a:solidFill>
              <a:round/>
              <a:headEnd/>
              <a:tailEnd/>
            </a:ln>
          </p:spPr>
          <p:txBody>
            <a:bodyPr wrap="none" anchor="ctr"/>
            <a:lstStyle/>
            <a:p>
              <a:pPr eaLnBrk="0" hangingPunct="0"/>
              <a:endParaRPr lang="zh-CN" altLang="en-US" b="1">
                <a:solidFill>
                  <a:srgbClr val="0000CC"/>
                </a:solidFill>
                <a:ea typeface="黑体" panose="02010609060101010101" pitchFamily="49" charset="-122"/>
              </a:endParaRPr>
            </a:p>
          </p:txBody>
        </p:sp>
        <p:sp>
          <p:nvSpPr>
            <p:cNvPr id="1053787" name="Freeform 92"/>
            <p:cNvSpPr>
              <a:spLocks noChangeArrowheads="1"/>
            </p:cNvSpPr>
            <p:nvPr/>
          </p:nvSpPr>
          <p:spPr bwMode="auto">
            <a:xfrm>
              <a:off x="3051" y="300"/>
              <a:ext cx="738" cy="407"/>
            </a:xfrm>
            <a:custGeom>
              <a:avLst/>
              <a:gdLst>
                <a:gd name="T0" fmla="*/ 108 w 738"/>
                <a:gd name="T1" fmla="*/ 82 h 407"/>
                <a:gd name="T2" fmla="*/ 145 w 738"/>
                <a:gd name="T3" fmla="*/ 77 h 407"/>
                <a:gd name="T4" fmla="*/ 183 w 738"/>
                <a:gd name="T5" fmla="*/ 72 h 407"/>
                <a:gd name="T6" fmla="*/ 215 w 738"/>
                <a:gd name="T7" fmla="*/ 67 h 407"/>
                <a:gd name="T8" fmla="*/ 237 w 738"/>
                <a:gd name="T9" fmla="*/ 46 h 407"/>
                <a:gd name="T10" fmla="*/ 204 w 738"/>
                <a:gd name="T11" fmla="*/ 41 h 407"/>
                <a:gd name="T12" fmla="*/ 172 w 738"/>
                <a:gd name="T13" fmla="*/ 46 h 407"/>
                <a:gd name="T14" fmla="*/ 156 w 738"/>
                <a:gd name="T15" fmla="*/ 46 h 407"/>
                <a:gd name="T16" fmla="*/ 188 w 738"/>
                <a:gd name="T17" fmla="*/ 26 h 407"/>
                <a:gd name="T18" fmla="*/ 226 w 738"/>
                <a:gd name="T19" fmla="*/ 15 h 407"/>
                <a:gd name="T20" fmla="*/ 258 w 738"/>
                <a:gd name="T21" fmla="*/ 10 h 407"/>
                <a:gd name="T22" fmla="*/ 290 w 738"/>
                <a:gd name="T23" fmla="*/ 5 h 407"/>
                <a:gd name="T24" fmla="*/ 323 w 738"/>
                <a:gd name="T25" fmla="*/ 0 h 407"/>
                <a:gd name="T26" fmla="*/ 355 w 738"/>
                <a:gd name="T27" fmla="*/ 0 h 407"/>
                <a:gd name="T28" fmla="*/ 387 w 738"/>
                <a:gd name="T29" fmla="*/ 0 h 407"/>
                <a:gd name="T30" fmla="*/ 463 w 738"/>
                <a:gd name="T31" fmla="*/ 0 h 407"/>
                <a:gd name="T32" fmla="*/ 506 w 738"/>
                <a:gd name="T33" fmla="*/ 0 h 407"/>
                <a:gd name="T34" fmla="*/ 543 w 738"/>
                <a:gd name="T35" fmla="*/ 15 h 407"/>
                <a:gd name="T36" fmla="*/ 570 w 738"/>
                <a:gd name="T37" fmla="*/ 36 h 407"/>
                <a:gd name="T38" fmla="*/ 603 w 738"/>
                <a:gd name="T39" fmla="*/ 51 h 407"/>
                <a:gd name="T40" fmla="*/ 635 w 738"/>
                <a:gd name="T41" fmla="*/ 57 h 407"/>
                <a:gd name="T42" fmla="*/ 667 w 738"/>
                <a:gd name="T43" fmla="*/ 77 h 407"/>
                <a:gd name="T44" fmla="*/ 694 w 738"/>
                <a:gd name="T45" fmla="*/ 98 h 407"/>
                <a:gd name="T46" fmla="*/ 715 w 738"/>
                <a:gd name="T47" fmla="*/ 128 h 407"/>
                <a:gd name="T48" fmla="*/ 721 w 738"/>
                <a:gd name="T49" fmla="*/ 164 h 407"/>
                <a:gd name="T50" fmla="*/ 726 w 738"/>
                <a:gd name="T51" fmla="*/ 195 h 407"/>
                <a:gd name="T52" fmla="*/ 726 w 738"/>
                <a:gd name="T53" fmla="*/ 226 h 407"/>
                <a:gd name="T54" fmla="*/ 726 w 738"/>
                <a:gd name="T55" fmla="*/ 257 h 407"/>
                <a:gd name="T56" fmla="*/ 737 w 738"/>
                <a:gd name="T57" fmla="*/ 288 h 407"/>
                <a:gd name="T58" fmla="*/ 737 w 738"/>
                <a:gd name="T59" fmla="*/ 319 h 407"/>
                <a:gd name="T60" fmla="*/ 715 w 738"/>
                <a:gd name="T61" fmla="*/ 349 h 407"/>
                <a:gd name="T62" fmla="*/ 678 w 738"/>
                <a:gd name="T63" fmla="*/ 365 h 407"/>
                <a:gd name="T64" fmla="*/ 646 w 738"/>
                <a:gd name="T65" fmla="*/ 380 h 407"/>
                <a:gd name="T66" fmla="*/ 613 w 738"/>
                <a:gd name="T67" fmla="*/ 396 h 407"/>
                <a:gd name="T68" fmla="*/ 581 w 738"/>
                <a:gd name="T69" fmla="*/ 401 h 407"/>
                <a:gd name="T70" fmla="*/ 538 w 738"/>
                <a:gd name="T71" fmla="*/ 406 h 407"/>
                <a:gd name="T72" fmla="*/ 500 w 738"/>
                <a:gd name="T73" fmla="*/ 406 h 407"/>
                <a:gd name="T74" fmla="*/ 468 w 738"/>
                <a:gd name="T75" fmla="*/ 406 h 407"/>
                <a:gd name="T76" fmla="*/ 436 w 738"/>
                <a:gd name="T77" fmla="*/ 406 h 407"/>
                <a:gd name="T78" fmla="*/ 403 w 738"/>
                <a:gd name="T79" fmla="*/ 406 h 407"/>
                <a:gd name="T80" fmla="*/ 371 w 738"/>
                <a:gd name="T81" fmla="*/ 406 h 407"/>
                <a:gd name="T82" fmla="*/ 339 w 738"/>
                <a:gd name="T83" fmla="*/ 406 h 407"/>
                <a:gd name="T84" fmla="*/ 307 w 738"/>
                <a:gd name="T85" fmla="*/ 406 h 407"/>
                <a:gd name="T86" fmla="*/ 269 w 738"/>
                <a:gd name="T87" fmla="*/ 406 h 407"/>
                <a:gd name="T88" fmla="*/ 237 w 738"/>
                <a:gd name="T89" fmla="*/ 406 h 407"/>
                <a:gd name="T90" fmla="*/ 204 w 738"/>
                <a:gd name="T91" fmla="*/ 406 h 407"/>
                <a:gd name="T92" fmla="*/ 172 w 738"/>
                <a:gd name="T93" fmla="*/ 391 h 407"/>
                <a:gd name="T94" fmla="*/ 140 w 738"/>
                <a:gd name="T95" fmla="*/ 380 h 407"/>
                <a:gd name="T96" fmla="*/ 108 w 738"/>
                <a:gd name="T97" fmla="*/ 365 h 407"/>
                <a:gd name="T98" fmla="*/ 81 w 738"/>
                <a:gd name="T99" fmla="*/ 339 h 407"/>
                <a:gd name="T100" fmla="*/ 59 w 738"/>
                <a:gd name="T101" fmla="*/ 319 h 407"/>
                <a:gd name="T102" fmla="*/ 38 w 738"/>
                <a:gd name="T103" fmla="*/ 288 h 407"/>
                <a:gd name="T104" fmla="*/ 16 w 738"/>
                <a:gd name="T105" fmla="*/ 252 h 407"/>
                <a:gd name="T106" fmla="*/ 0 w 738"/>
                <a:gd name="T107" fmla="*/ 216 h 407"/>
                <a:gd name="T108" fmla="*/ 0 w 738"/>
                <a:gd name="T109" fmla="*/ 185 h 407"/>
                <a:gd name="T110" fmla="*/ 5 w 738"/>
                <a:gd name="T111" fmla="*/ 149 h 407"/>
                <a:gd name="T112" fmla="*/ 27 w 738"/>
                <a:gd name="T113" fmla="*/ 123 h 407"/>
                <a:gd name="T114" fmla="*/ 54 w 738"/>
                <a:gd name="T115" fmla="*/ 108 h 407"/>
                <a:gd name="T116" fmla="*/ 86 w 738"/>
                <a:gd name="T117" fmla="*/ 98 h 407"/>
                <a:gd name="T118" fmla="*/ 113 w 738"/>
                <a:gd name="T119" fmla="*/ 82 h 407"/>
                <a:gd name="T120" fmla="*/ 129 w 738"/>
                <a:gd name="T121" fmla="*/ 98 h 40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Lst>
              <a:rect l="0" t="0" r="r" b="b"/>
              <a:pathLst>
                <a:path w="738" h="407">
                  <a:moveTo>
                    <a:pt x="91" y="82"/>
                  </a:moveTo>
                  <a:lnTo>
                    <a:pt x="108" y="82"/>
                  </a:lnTo>
                  <a:lnTo>
                    <a:pt x="124" y="82"/>
                  </a:lnTo>
                  <a:lnTo>
                    <a:pt x="145" y="77"/>
                  </a:lnTo>
                  <a:lnTo>
                    <a:pt x="161" y="77"/>
                  </a:lnTo>
                  <a:lnTo>
                    <a:pt x="183" y="72"/>
                  </a:lnTo>
                  <a:lnTo>
                    <a:pt x="199" y="72"/>
                  </a:lnTo>
                  <a:lnTo>
                    <a:pt x="215" y="67"/>
                  </a:lnTo>
                  <a:lnTo>
                    <a:pt x="231" y="62"/>
                  </a:lnTo>
                  <a:lnTo>
                    <a:pt x="237" y="46"/>
                  </a:lnTo>
                  <a:lnTo>
                    <a:pt x="221" y="41"/>
                  </a:lnTo>
                  <a:lnTo>
                    <a:pt x="204" y="41"/>
                  </a:lnTo>
                  <a:lnTo>
                    <a:pt x="188" y="46"/>
                  </a:lnTo>
                  <a:lnTo>
                    <a:pt x="172" y="46"/>
                  </a:lnTo>
                  <a:lnTo>
                    <a:pt x="156" y="62"/>
                  </a:lnTo>
                  <a:lnTo>
                    <a:pt x="156" y="46"/>
                  </a:lnTo>
                  <a:lnTo>
                    <a:pt x="172" y="36"/>
                  </a:lnTo>
                  <a:lnTo>
                    <a:pt x="188" y="26"/>
                  </a:lnTo>
                  <a:lnTo>
                    <a:pt x="210" y="21"/>
                  </a:lnTo>
                  <a:lnTo>
                    <a:pt x="226" y="15"/>
                  </a:lnTo>
                  <a:lnTo>
                    <a:pt x="242" y="15"/>
                  </a:lnTo>
                  <a:lnTo>
                    <a:pt x="258" y="10"/>
                  </a:lnTo>
                  <a:lnTo>
                    <a:pt x="274" y="10"/>
                  </a:lnTo>
                  <a:lnTo>
                    <a:pt x="290" y="5"/>
                  </a:lnTo>
                  <a:lnTo>
                    <a:pt x="307" y="5"/>
                  </a:lnTo>
                  <a:lnTo>
                    <a:pt x="323" y="0"/>
                  </a:lnTo>
                  <a:lnTo>
                    <a:pt x="339" y="0"/>
                  </a:lnTo>
                  <a:lnTo>
                    <a:pt x="355" y="0"/>
                  </a:lnTo>
                  <a:lnTo>
                    <a:pt x="371" y="0"/>
                  </a:lnTo>
                  <a:lnTo>
                    <a:pt x="387" y="0"/>
                  </a:lnTo>
                  <a:lnTo>
                    <a:pt x="420" y="0"/>
                  </a:lnTo>
                  <a:lnTo>
                    <a:pt x="463" y="0"/>
                  </a:lnTo>
                  <a:lnTo>
                    <a:pt x="484" y="0"/>
                  </a:lnTo>
                  <a:lnTo>
                    <a:pt x="506" y="0"/>
                  </a:lnTo>
                  <a:lnTo>
                    <a:pt x="527" y="5"/>
                  </a:lnTo>
                  <a:lnTo>
                    <a:pt x="543" y="15"/>
                  </a:lnTo>
                  <a:lnTo>
                    <a:pt x="554" y="31"/>
                  </a:lnTo>
                  <a:lnTo>
                    <a:pt x="570" y="36"/>
                  </a:lnTo>
                  <a:lnTo>
                    <a:pt x="586" y="46"/>
                  </a:lnTo>
                  <a:lnTo>
                    <a:pt x="603" y="51"/>
                  </a:lnTo>
                  <a:lnTo>
                    <a:pt x="619" y="51"/>
                  </a:lnTo>
                  <a:lnTo>
                    <a:pt x="635" y="57"/>
                  </a:lnTo>
                  <a:lnTo>
                    <a:pt x="651" y="67"/>
                  </a:lnTo>
                  <a:lnTo>
                    <a:pt x="667" y="77"/>
                  </a:lnTo>
                  <a:lnTo>
                    <a:pt x="678" y="93"/>
                  </a:lnTo>
                  <a:lnTo>
                    <a:pt x="694" y="98"/>
                  </a:lnTo>
                  <a:lnTo>
                    <a:pt x="699" y="113"/>
                  </a:lnTo>
                  <a:lnTo>
                    <a:pt x="715" y="128"/>
                  </a:lnTo>
                  <a:lnTo>
                    <a:pt x="721" y="149"/>
                  </a:lnTo>
                  <a:lnTo>
                    <a:pt x="721" y="164"/>
                  </a:lnTo>
                  <a:lnTo>
                    <a:pt x="726" y="180"/>
                  </a:lnTo>
                  <a:lnTo>
                    <a:pt x="726" y="195"/>
                  </a:lnTo>
                  <a:lnTo>
                    <a:pt x="726" y="211"/>
                  </a:lnTo>
                  <a:lnTo>
                    <a:pt x="726" y="226"/>
                  </a:lnTo>
                  <a:lnTo>
                    <a:pt x="726" y="242"/>
                  </a:lnTo>
                  <a:lnTo>
                    <a:pt x="726" y="257"/>
                  </a:lnTo>
                  <a:lnTo>
                    <a:pt x="737" y="272"/>
                  </a:lnTo>
                  <a:lnTo>
                    <a:pt x="737" y="288"/>
                  </a:lnTo>
                  <a:lnTo>
                    <a:pt x="737" y="303"/>
                  </a:lnTo>
                  <a:lnTo>
                    <a:pt x="737" y="319"/>
                  </a:lnTo>
                  <a:lnTo>
                    <a:pt x="732" y="334"/>
                  </a:lnTo>
                  <a:lnTo>
                    <a:pt x="715" y="349"/>
                  </a:lnTo>
                  <a:lnTo>
                    <a:pt x="694" y="360"/>
                  </a:lnTo>
                  <a:lnTo>
                    <a:pt x="678" y="365"/>
                  </a:lnTo>
                  <a:lnTo>
                    <a:pt x="662" y="375"/>
                  </a:lnTo>
                  <a:lnTo>
                    <a:pt x="646" y="380"/>
                  </a:lnTo>
                  <a:lnTo>
                    <a:pt x="629" y="385"/>
                  </a:lnTo>
                  <a:lnTo>
                    <a:pt x="613" y="396"/>
                  </a:lnTo>
                  <a:lnTo>
                    <a:pt x="597" y="401"/>
                  </a:lnTo>
                  <a:lnTo>
                    <a:pt x="581" y="401"/>
                  </a:lnTo>
                  <a:lnTo>
                    <a:pt x="559" y="406"/>
                  </a:lnTo>
                  <a:lnTo>
                    <a:pt x="538" y="406"/>
                  </a:lnTo>
                  <a:lnTo>
                    <a:pt x="522" y="406"/>
                  </a:lnTo>
                  <a:lnTo>
                    <a:pt x="500" y="406"/>
                  </a:lnTo>
                  <a:lnTo>
                    <a:pt x="484" y="406"/>
                  </a:lnTo>
                  <a:lnTo>
                    <a:pt x="468" y="406"/>
                  </a:lnTo>
                  <a:lnTo>
                    <a:pt x="452" y="406"/>
                  </a:lnTo>
                  <a:lnTo>
                    <a:pt x="436" y="406"/>
                  </a:lnTo>
                  <a:lnTo>
                    <a:pt x="420" y="406"/>
                  </a:lnTo>
                  <a:lnTo>
                    <a:pt x="403" y="406"/>
                  </a:lnTo>
                  <a:lnTo>
                    <a:pt x="387" y="406"/>
                  </a:lnTo>
                  <a:lnTo>
                    <a:pt x="371" y="406"/>
                  </a:lnTo>
                  <a:lnTo>
                    <a:pt x="355" y="406"/>
                  </a:lnTo>
                  <a:lnTo>
                    <a:pt x="339" y="406"/>
                  </a:lnTo>
                  <a:lnTo>
                    <a:pt x="323" y="406"/>
                  </a:lnTo>
                  <a:lnTo>
                    <a:pt x="307" y="406"/>
                  </a:lnTo>
                  <a:lnTo>
                    <a:pt x="285" y="406"/>
                  </a:lnTo>
                  <a:lnTo>
                    <a:pt x="269" y="406"/>
                  </a:lnTo>
                  <a:lnTo>
                    <a:pt x="253" y="406"/>
                  </a:lnTo>
                  <a:lnTo>
                    <a:pt x="237" y="406"/>
                  </a:lnTo>
                  <a:lnTo>
                    <a:pt x="221" y="406"/>
                  </a:lnTo>
                  <a:lnTo>
                    <a:pt x="204" y="406"/>
                  </a:lnTo>
                  <a:lnTo>
                    <a:pt x="188" y="396"/>
                  </a:lnTo>
                  <a:lnTo>
                    <a:pt x="172" y="391"/>
                  </a:lnTo>
                  <a:lnTo>
                    <a:pt x="156" y="385"/>
                  </a:lnTo>
                  <a:lnTo>
                    <a:pt x="140" y="380"/>
                  </a:lnTo>
                  <a:lnTo>
                    <a:pt x="124" y="375"/>
                  </a:lnTo>
                  <a:lnTo>
                    <a:pt x="108" y="365"/>
                  </a:lnTo>
                  <a:lnTo>
                    <a:pt x="91" y="355"/>
                  </a:lnTo>
                  <a:lnTo>
                    <a:pt x="81" y="339"/>
                  </a:lnTo>
                  <a:lnTo>
                    <a:pt x="65" y="334"/>
                  </a:lnTo>
                  <a:lnTo>
                    <a:pt x="59" y="319"/>
                  </a:lnTo>
                  <a:lnTo>
                    <a:pt x="43" y="303"/>
                  </a:lnTo>
                  <a:lnTo>
                    <a:pt x="38" y="288"/>
                  </a:lnTo>
                  <a:lnTo>
                    <a:pt x="22" y="272"/>
                  </a:lnTo>
                  <a:lnTo>
                    <a:pt x="16" y="252"/>
                  </a:lnTo>
                  <a:lnTo>
                    <a:pt x="5" y="231"/>
                  </a:lnTo>
                  <a:lnTo>
                    <a:pt x="0" y="216"/>
                  </a:lnTo>
                  <a:lnTo>
                    <a:pt x="0" y="200"/>
                  </a:lnTo>
                  <a:lnTo>
                    <a:pt x="0" y="185"/>
                  </a:lnTo>
                  <a:lnTo>
                    <a:pt x="0" y="170"/>
                  </a:lnTo>
                  <a:lnTo>
                    <a:pt x="5" y="149"/>
                  </a:lnTo>
                  <a:lnTo>
                    <a:pt x="11" y="134"/>
                  </a:lnTo>
                  <a:lnTo>
                    <a:pt x="27" y="123"/>
                  </a:lnTo>
                  <a:lnTo>
                    <a:pt x="38" y="108"/>
                  </a:lnTo>
                  <a:lnTo>
                    <a:pt x="54" y="108"/>
                  </a:lnTo>
                  <a:lnTo>
                    <a:pt x="70" y="103"/>
                  </a:lnTo>
                  <a:lnTo>
                    <a:pt x="86" y="98"/>
                  </a:lnTo>
                  <a:lnTo>
                    <a:pt x="102" y="98"/>
                  </a:lnTo>
                  <a:lnTo>
                    <a:pt x="113" y="82"/>
                  </a:lnTo>
                  <a:lnTo>
                    <a:pt x="113" y="67"/>
                  </a:lnTo>
                  <a:lnTo>
                    <a:pt x="129" y="98"/>
                  </a:lnTo>
                </a:path>
              </a:pathLst>
            </a:custGeom>
            <a:solidFill>
              <a:srgbClr val="EAEAEA"/>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CC"/>
                </a:solidFill>
                <a:ea typeface="黑体" panose="02010609060101010101" pitchFamily="49" charset="-122"/>
              </a:endParaRPr>
            </a:p>
          </p:txBody>
        </p:sp>
        <p:sp>
          <p:nvSpPr>
            <p:cNvPr id="1053788" name="Freeform 93"/>
            <p:cNvSpPr>
              <a:spLocks noChangeArrowheads="1"/>
            </p:cNvSpPr>
            <p:nvPr/>
          </p:nvSpPr>
          <p:spPr bwMode="auto">
            <a:xfrm>
              <a:off x="3193" y="270"/>
              <a:ext cx="117" cy="118"/>
            </a:xfrm>
            <a:custGeom>
              <a:avLst/>
              <a:gdLst>
                <a:gd name="T0" fmla="*/ 5 w 117"/>
                <a:gd name="T1" fmla="*/ 66 h 118"/>
                <a:gd name="T2" fmla="*/ 0 w 117"/>
                <a:gd name="T3" fmla="*/ 51 h 118"/>
                <a:gd name="T4" fmla="*/ 0 w 117"/>
                <a:gd name="T5" fmla="*/ 36 h 118"/>
                <a:gd name="T6" fmla="*/ 16 w 117"/>
                <a:gd name="T7" fmla="*/ 25 h 118"/>
                <a:gd name="T8" fmla="*/ 32 w 117"/>
                <a:gd name="T9" fmla="*/ 15 h 118"/>
                <a:gd name="T10" fmla="*/ 47 w 117"/>
                <a:gd name="T11" fmla="*/ 0 h 118"/>
                <a:gd name="T12" fmla="*/ 63 w 117"/>
                <a:gd name="T13" fmla="*/ 0 h 118"/>
                <a:gd name="T14" fmla="*/ 79 w 117"/>
                <a:gd name="T15" fmla="*/ 0 h 118"/>
                <a:gd name="T16" fmla="*/ 84 w 117"/>
                <a:gd name="T17" fmla="*/ 15 h 118"/>
                <a:gd name="T18" fmla="*/ 95 w 117"/>
                <a:gd name="T19" fmla="*/ 31 h 118"/>
                <a:gd name="T20" fmla="*/ 105 w 117"/>
                <a:gd name="T21" fmla="*/ 46 h 118"/>
                <a:gd name="T22" fmla="*/ 111 w 117"/>
                <a:gd name="T23" fmla="*/ 61 h 118"/>
                <a:gd name="T24" fmla="*/ 116 w 117"/>
                <a:gd name="T25" fmla="*/ 76 h 118"/>
                <a:gd name="T26" fmla="*/ 116 w 117"/>
                <a:gd name="T27" fmla="*/ 92 h 118"/>
                <a:gd name="T28" fmla="*/ 116 w 117"/>
                <a:gd name="T29" fmla="*/ 107 h 118"/>
                <a:gd name="T30" fmla="*/ 100 w 117"/>
                <a:gd name="T31" fmla="*/ 117 h 118"/>
                <a:gd name="T32" fmla="*/ 84 w 117"/>
                <a:gd name="T33" fmla="*/ 117 h 118"/>
                <a:gd name="T34" fmla="*/ 69 w 117"/>
                <a:gd name="T35" fmla="*/ 117 h 118"/>
                <a:gd name="T36" fmla="*/ 53 w 117"/>
                <a:gd name="T37" fmla="*/ 117 h 118"/>
                <a:gd name="T38" fmla="*/ 37 w 117"/>
                <a:gd name="T39" fmla="*/ 112 h 118"/>
                <a:gd name="T40" fmla="*/ 21 w 117"/>
                <a:gd name="T41" fmla="*/ 102 h 118"/>
                <a:gd name="T42" fmla="*/ 11 w 117"/>
                <a:gd name="T43" fmla="*/ 86 h 118"/>
                <a:gd name="T44" fmla="*/ 5 w 117"/>
                <a:gd name="T45" fmla="*/ 71 h 118"/>
                <a:gd name="T46" fmla="*/ 5 w 117"/>
                <a:gd name="T47" fmla="*/ 66 h 1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117" h="118">
                  <a:moveTo>
                    <a:pt x="5" y="66"/>
                  </a:moveTo>
                  <a:lnTo>
                    <a:pt x="0" y="51"/>
                  </a:lnTo>
                  <a:lnTo>
                    <a:pt x="0" y="36"/>
                  </a:lnTo>
                  <a:lnTo>
                    <a:pt x="16" y="25"/>
                  </a:lnTo>
                  <a:lnTo>
                    <a:pt x="32" y="15"/>
                  </a:lnTo>
                  <a:lnTo>
                    <a:pt x="47" y="0"/>
                  </a:lnTo>
                  <a:lnTo>
                    <a:pt x="63" y="0"/>
                  </a:lnTo>
                  <a:lnTo>
                    <a:pt x="79" y="0"/>
                  </a:lnTo>
                  <a:lnTo>
                    <a:pt x="84" y="15"/>
                  </a:lnTo>
                  <a:lnTo>
                    <a:pt x="95" y="31"/>
                  </a:lnTo>
                  <a:lnTo>
                    <a:pt x="105" y="46"/>
                  </a:lnTo>
                  <a:lnTo>
                    <a:pt x="111" y="61"/>
                  </a:lnTo>
                  <a:lnTo>
                    <a:pt x="116" y="76"/>
                  </a:lnTo>
                  <a:lnTo>
                    <a:pt x="116" y="92"/>
                  </a:lnTo>
                  <a:lnTo>
                    <a:pt x="116" y="107"/>
                  </a:lnTo>
                  <a:lnTo>
                    <a:pt x="100" y="117"/>
                  </a:lnTo>
                  <a:lnTo>
                    <a:pt x="84" y="117"/>
                  </a:lnTo>
                  <a:lnTo>
                    <a:pt x="69" y="117"/>
                  </a:lnTo>
                  <a:lnTo>
                    <a:pt x="53" y="117"/>
                  </a:lnTo>
                  <a:lnTo>
                    <a:pt x="37" y="112"/>
                  </a:lnTo>
                  <a:lnTo>
                    <a:pt x="21" y="102"/>
                  </a:lnTo>
                  <a:lnTo>
                    <a:pt x="11" y="86"/>
                  </a:lnTo>
                  <a:lnTo>
                    <a:pt x="5" y="71"/>
                  </a:lnTo>
                  <a:lnTo>
                    <a:pt x="5" y="66"/>
                  </a:lnTo>
                </a:path>
              </a:pathLst>
            </a:custGeom>
            <a:solidFill>
              <a:srgbClr val="EAEAEA"/>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CC"/>
                </a:solidFill>
                <a:ea typeface="黑体" panose="02010609060101010101" pitchFamily="49" charset="-122"/>
              </a:endParaRPr>
            </a:p>
          </p:txBody>
        </p:sp>
        <p:sp>
          <p:nvSpPr>
            <p:cNvPr id="1053789" name="Freeform 94"/>
            <p:cNvSpPr>
              <a:spLocks noChangeArrowheads="1"/>
            </p:cNvSpPr>
            <p:nvPr/>
          </p:nvSpPr>
          <p:spPr bwMode="auto">
            <a:xfrm>
              <a:off x="3469" y="239"/>
              <a:ext cx="82" cy="87"/>
            </a:xfrm>
            <a:custGeom>
              <a:avLst/>
              <a:gdLst>
                <a:gd name="T0" fmla="*/ 0 w 82"/>
                <a:gd name="T1" fmla="*/ 0 h 87"/>
                <a:gd name="T2" fmla="*/ 16 w 82"/>
                <a:gd name="T3" fmla="*/ 10 h 87"/>
                <a:gd name="T4" fmla="*/ 32 w 82"/>
                <a:gd name="T5" fmla="*/ 20 h 87"/>
                <a:gd name="T6" fmla="*/ 49 w 82"/>
                <a:gd name="T7" fmla="*/ 20 h 87"/>
                <a:gd name="T8" fmla="*/ 65 w 82"/>
                <a:gd name="T9" fmla="*/ 30 h 87"/>
                <a:gd name="T10" fmla="*/ 76 w 82"/>
                <a:gd name="T11" fmla="*/ 46 h 87"/>
                <a:gd name="T12" fmla="*/ 81 w 82"/>
                <a:gd name="T13" fmla="*/ 61 h 87"/>
                <a:gd name="T14" fmla="*/ 81 w 82"/>
                <a:gd name="T15" fmla="*/ 76 h 87"/>
                <a:gd name="T16" fmla="*/ 65 w 82"/>
                <a:gd name="T17" fmla="*/ 86 h 87"/>
                <a:gd name="T18" fmla="*/ 49 w 82"/>
                <a:gd name="T19" fmla="*/ 86 h 87"/>
                <a:gd name="T20" fmla="*/ 27 w 82"/>
                <a:gd name="T21" fmla="*/ 81 h 87"/>
                <a:gd name="T22" fmla="*/ 11 w 82"/>
                <a:gd name="T23" fmla="*/ 71 h 87"/>
                <a:gd name="T24" fmla="*/ 5 w 82"/>
                <a:gd name="T25" fmla="*/ 56 h 87"/>
                <a:gd name="T26" fmla="*/ 0 w 82"/>
                <a:gd name="T27" fmla="*/ 40 h 87"/>
                <a:gd name="T28" fmla="*/ 0 w 82"/>
                <a:gd name="T29" fmla="*/ 25 h 87"/>
                <a:gd name="T30" fmla="*/ 11 w 82"/>
                <a:gd name="T31" fmla="*/ 10 h 87"/>
                <a:gd name="T32" fmla="*/ 0 w 82"/>
                <a:gd name="T33" fmla="*/ 0 h 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82" h="87">
                  <a:moveTo>
                    <a:pt x="0" y="0"/>
                  </a:moveTo>
                  <a:lnTo>
                    <a:pt x="16" y="10"/>
                  </a:lnTo>
                  <a:lnTo>
                    <a:pt x="32" y="20"/>
                  </a:lnTo>
                  <a:lnTo>
                    <a:pt x="49" y="20"/>
                  </a:lnTo>
                  <a:lnTo>
                    <a:pt x="65" y="30"/>
                  </a:lnTo>
                  <a:lnTo>
                    <a:pt x="76" y="46"/>
                  </a:lnTo>
                  <a:lnTo>
                    <a:pt x="81" y="61"/>
                  </a:lnTo>
                  <a:lnTo>
                    <a:pt x="81" y="76"/>
                  </a:lnTo>
                  <a:lnTo>
                    <a:pt x="65" y="86"/>
                  </a:lnTo>
                  <a:lnTo>
                    <a:pt x="49" y="86"/>
                  </a:lnTo>
                  <a:lnTo>
                    <a:pt x="27" y="81"/>
                  </a:lnTo>
                  <a:lnTo>
                    <a:pt x="11" y="71"/>
                  </a:lnTo>
                  <a:lnTo>
                    <a:pt x="5" y="56"/>
                  </a:lnTo>
                  <a:lnTo>
                    <a:pt x="0" y="40"/>
                  </a:lnTo>
                  <a:lnTo>
                    <a:pt x="0" y="25"/>
                  </a:lnTo>
                  <a:lnTo>
                    <a:pt x="11" y="10"/>
                  </a:lnTo>
                  <a:lnTo>
                    <a:pt x="0" y="0"/>
                  </a:lnTo>
                </a:path>
              </a:pathLst>
            </a:custGeom>
            <a:solidFill>
              <a:srgbClr val="EAEAEA"/>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CC"/>
                </a:solidFill>
                <a:ea typeface="黑体" panose="02010609060101010101" pitchFamily="49" charset="-122"/>
              </a:endParaRPr>
            </a:p>
          </p:txBody>
        </p:sp>
      </p:grpSp>
      <p:grpSp>
        <p:nvGrpSpPr>
          <p:cNvPr id="1053790" name="Group 95"/>
          <p:cNvGrpSpPr>
            <a:grpSpLocks/>
          </p:cNvGrpSpPr>
          <p:nvPr/>
        </p:nvGrpSpPr>
        <p:grpSpPr bwMode="auto">
          <a:xfrm>
            <a:off x="7702550" y="3298825"/>
            <a:ext cx="742950" cy="482600"/>
            <a:chOff x="2949" y="196"/>
            <a:chExt cx="941" cy="598"/>
          </a:xfrm>
        </p:grpSpPr>
        <p:sp>
          <p:nvSpPr>
            <p:cNvPr id="1053791" name="Oval 96"/>
            <p:cNvSpPr>
              <a:spLocks noChangeArrowheads="1"/>
            </p:cNvSpPr>
            <p:nvPr/>
          </p:nvSpPr>
          <p:spPr bwMode="auto">
            <a:xfrm>
              <a:off x="3168" y="196"/>
              <a:ext cx="407" cy="162"/>
            </a:xfrm>
            <a:prstGeom prst="ellipse">
              <a:avLst/>
            </a:prstGeom>
            <a:solidFill>
              <a:srgbClr val="EAEAEA"/>
            </a:solidFill>
            <a:ln w="12700">
              <a:solidFill>
                <a:schemeClr val="tx1"/>
              </a:solidFill>
              <a:round/>
              <a:headEnd/>
              <a:tailEnd/>
            </a:ln>
          </p:spPr>
          <p:txBody>
            <a:bodyPr wrap="none" anchor="ctr"/>
            <a:lstStyle/>
            <a:p>
              <a:pPr eaLnBrk="0" hangingPunct="0"/>
              <a:endParaRPr lang="zh-CN" altLang="en-US" b="1">
                <a:solidFill>
                  <a:srgbClr val="0000CC"/>
                </a:solidFill>
                <a:ea typeface="黑体" panose="02010609060101010101" pitchFamily="49" charset="-122"/>
              </a:endParaRPr>
            </a:p>
          </p:txBody>
        </p:sp>
        <p:sp>
          <p:nvSpPr>
            <p:cNvPr id="1053792" name="Oval 97"/>
            <p:cNvSpPr>
              <a:spLocks noChangeArrowheads="1"/>
            </p:cNvSpPr>
            <p:nvPr/>
          </p:nvSpPr>
          <p:spPr bwMode="auto">
            <a:xfrm rot="900000">
              <a:off x="3512" y="252"/>
              <a:ext cx="275" cy="131"/>
            </a:xfrm>
            <a:prstGeom prst="ellipse">
              <a:avLst/>
            </a:prstGeom>
            <a:solidFill>
              <a:srgbClr val="EAEAEA"/>
            </a:solidFill>
            <a:ln w="12700">
              <a:solidFill>
                <a:schemeClr val="tx1"/>
              </a:solidFill>
              <a:round/>
              <a:headEnd/>
              <a:tailEnd/>
            </a:ln>
          </p:spPr>
          <p:txBody>
            <a:bodyPr wrap="none" anchor="ctr"/>
            <a:lstStyle/>
            <a:p>
              <a:pPr eaLnBrk="0" hangingPunct="0"/>
              <a:endParaRPr lang="zh-CN" altLang="en-US" b="1">
                <a:solidFill>
                  <a:srgbClr val="0000CC"/>
                </a:solidFill>
                <a:ea typeface="黑体" panose="02010609060101010101" pitchFamily="49" charset="-122"/>
              </a:endParaRPr>
            </a:p>
          </p:txBody>
        </p:sp>
        <p:sp>
          <p:nvSpPr>
            <p:cNvPr id="1053793" name="Oval 98"/>
            <p:cNvSpPr>
              <a:spLocks noChangeArrowheads="1"/>
            </p:cNvSpPr>
            <p:nvPr/>
          </p:nvSpPr>
          <p:spPr bwMode="auto">
            <a:xfrm rot="1500000">
              <a:off x="3650" y="385"/>
              <a:ext cx="240" cy="153"/>
            </a:xfrm>
            <a:prstGeom prst="ellipse">
              <a:avLst/>
            </a:prstGeom>
            <a:solidFill>
              <a:srgbClr val="EAEAEA"/>
            </a:solidFill>
            <a:ln w="12700">
              <a:solidFill>
                <a:schemeClr val="tx1"/>
              </a:solidFill>
              <a:round/>
              <a:headEnd/>
              <a:tailEnd/>
            </a:ln>
          </p:spPr>
          <p:txBody>
            <a:bodyPr wrap="none" anchor="ctr"/>
            <a:lstStyle/>
            <a:p>
              <a:pPr eaLnBrk="0" hangingPunct="0"/>
              <a:endParaRPr lang="zh-CN" altLang="en-US" b="1">
                <a:solidFill>
                  <a:srgbClr val="0000CC"/>
                </a:solidFill>
                <a:ea typeface="黑体" panose="02010609060101010101" pitchFamily="49" charset="-122"/>
              </a:endParaRPr>
            </a:p>
          </p:txBody>
        </p:sp>
        <p:sp>
          <p:nvSpPr>
            <p:cNvPr id="1053794" name="Oval 99"/>
            <p:cNvSpPr>
              <a:spLocks noChangeArrowheads="1"/>
            </p:cNvSpPr>
            <p:nvPr/>
          </p:nvSpPr>
          <p:spPr bwMode="auto">
            <a:xfrm rot="-1560000">
              <a:off x="3573" y="537"/>
              <a:ext cx="291" cy="189"/>
            </a:xfrm>
            <a:prstGeom prst="ellipse">
              <a:avLst/>
            </a:prstGeom>
            <a:solidFill>
              <a:srgbClr val="EAEAEA"/>
            </a:solidFill>
            <a:ln w="12700">
              <a:solidFill>
                <a:schemeClr val="tx1"/>
              </a:solidFill>
              <a:round/>
              <a:headEnd/>
              <a:tailEnd/>
            </a:ln>
          </p:spPr>
          <p:txBody>
            <a:bodyPr wrap="none" anchor="ctr"/>
            <a:lstStyle/>
            <a:p>
              <a:pPr eaLnBrk="0" hangingPunct="0"/>
              <a:endParaRPr lang="zh-CN" altLang="en-US" b="1">
                <a:solidFill>
                  <a:srgbClr val="0000CC"/>
                </a:solidFill>
                <a:ea typeface="黑体" panose="02010609060101010101" pitchFamily="49" charset="-122"/>
              </a:endParaRPr>
            </a:p>
          </p:txBody>
        </p:sp>
        <p:sp>
          <p:nvSpPr>
            <p:cNvPr id="1053795" name="Oval 100"/>
            <p:cNvSpPr>
              <a:spLocks noChangeArrowheads="1"/>
            </p:cNvSpPr>
            <p:nvPr/>
          </p:nvSpPr>
          <p:spPr bwMode="auto">
            <a:xfrm>
              <a:off x="3216" y="555"/>
              <a:ext cx="471" cy="239"/>
            </a:xfrm>
            <a:prstGeom prst="ellipse">
              <a:avLst/>
            </a:prstGeom>
            <a:solidFill>
              <a:srgbClr val="EAEAEA"/>
            </a:solidFill>
            <a:ln w="12700">
              <a:solidFill>
                <a:schemeClr val="tx1"/>
              </a:solidFill>
              <a:round/>
              <a:headEnd/>
              <a:tailEnd/>
            </a:ln>
          </p:spPr>
          <p:txBody>
            <a:bodyPr wrap="none" anchor="ctr"/>
            <a:lstStyle/>
            <a:p>
              <a:pPr eaLnBrk="0" hangingPunct="0"/>
              <a:endParaRPr lang="zh-CN" altLang="en-US" b="1">
                <a:solidFill>
                  <a:srgbClr val="0000CC"/>
                </a:solidFill>
                <a:ea typeface="黑体" panose="02010609060101010101" pitchFamily="49" charset="-122"/>
              </a:endParaRPr>
            </a:p>
          </p:txBody>
        </p:sp>
        <p:sp>
          <p:nvSpPr>
            <p:cNvPr id="1053796" name="Oval 101"/>
            <p:cNvSpPr>
              <a:spLocks noChangeArrowheads="1"/>
            </p:cNvSpPr>
            <p:nvPr/>
          </p:nvSpPr>
          <p:spPr bwMode="auto">
            <a:xfrm rot="1080000">
              <a:off x="3023" y="555"/>
              <a:ext cx="265" cy="156"/>
            </a:xfrm>
            <a:prstGeom prst="ellipse">
              <a:avLst/>
            </a:prstGeom>
            <a:solidFill>
              <a:srgbClr val="EAEAEA"/>
            </a:solidFill>
            <a:ln w="12700">
              <a:solidFill>
                <a:schemeClr val="tx1"/>
              </a:solidFill>
              <a:round/>
              <a:headEnd/>
              <a:tailEnd/>
            </a:ln>
          </p:spPr>
          <p:txBody>
            <a:bodyPr wrap="none" anchor="ctr"/>
            <a:lstStyle/>
            <a:p>
              <a:pPr eaLnBrk="0" hangingPunct="0"/>
              <a:endParaRPr lang="zh-CN" altLang="en-US" b="1">
                <a:solidFill>
                  <a:srgbClr val="0000CC"/>
                </a:solidFill>
                <a:ea typeface="黑体" panose="02010609060101010101" pitchFamily="49" charset="-122"/>
              </a:endParaRPr>
            </a:p>
          </p:txBody>
        </p:sp>
        <p:sp>
          <p:nvSpPr>
            <p:cNvPr id="1053797" name="Oval 102"/>
            <p:cNvSpPr>
              <a:spLocks noChangeArrowheads="1"/>
            </p:cNvSpPr>
            <p:nvPr/>
          </p:nvSpPr>
          <p:spPr bwMode="auto">
            <a:xfrm>
              <a:off x="2949" y="432"/>
              <a:ext cx="217" cy="156"/>
            </a:xfrm>
            <a:prstGeom prst="ellipse">
              <a:avLst/>
            </a:prstGeom>
            <a:solidFill>
              <a:srgbClr val="EAEAEA"/>
            </a:solidFill>
            <a:ln w="12700">
              <a:solidFill>
                <a:schemeClr val="tx1"/>
              </a:solidFill>
              <a:round/>
              <a:headEnd/>
              <a:tailEnd/>
            </a:ln>
          </p:spPr>
          <p:txBody>
            <a:bodyPr wrap="none" anchor="ctr"/>
            <a:lstStyle/>
            <a:p>
              <a:pPr eaLnBrk="0" hangingPunct="0"/>
              <a:endParaRPr lang="zh-CN" altLang="en-US" b="1">
                <a:solidFill>
                  <a:srgbClr val="0000CC"/>
                </a:solidFill>
                <a:ea typeface="黑体" panose="02010609060101010101" pitchFamily="49" charset="-122"/>
              </a:endParaRPr>
            </a:p>
          </p:txBody>
        </p:sp>
        <p:sp>
          <p:nvSpPr>
            <p:cNvPr id="1053798" name="Oval 103"/>
            <p:cNvSpPr>
              <a:spLocks noChangeArrowheads="1"/>
            </p:cNvSpPr>
            <p:nvPr/>
          </p:nvSpPr>
          <p:spPr bwMode="auto">
            <a:xfrm rot="-1860000">
              <a:off x="2984" y="310"/>
              <a:ext cx="295" cy="156"/>
            </a:xfrm>
            <a:prstGeom prst="ellipse">
              <a:avLst/>
            </a:prstGeom>
            <a:solidFill>
              <a:srgbClr val="EAEAEA"/>
            </a:solidFill>
            <a:ln w="12700">
              <a:solidFill>
                <a:schemeClr val="tx1"/>
              </a:solidFill>
              <a:round/>
              <a:headEnd/>
              <a:tailEnd/>
            </a:ln>
          </p:spPr>
          <p:txBody>
            <a:bodyPr wrap="none" anchor="ctr"/>
            <a:lstStyle/>
            <a:p>
              <a:pPr eaLnBrk="0" hangingPunct="0"/>
              <a:endParaRPr lang="zh-CN" altLang="en-US" b="1">
                <a:solidFill>
                  <a:srgbClr val="0000CC"/>
                </a:solidFill>
                <a:ea typeface="黑体" panose="02010609060101010101" pitchFamily="49" charset="-122"/>
              </a:endParaRPr>
            </a:p>
          </p:txBody>
        </p:sp>
        <p:sp>
          <p:nvSpPr>
            <p:cNvPr id="1053799" name="Freeform 104"/>
            <p:cNvSpPr>
              <a:spLocks noChangeArrowheads="1"/>
            </p:cNvSpPr>
            <p:nvPr/>
          </p:nvSpPr>
          <p:spPr bwMode="auto">
            <a:xfrm>
              <a:off x="3051" y="300"/>
              <a:ext cx="738" cy="407"/>
            </a:xfrm>
            <a:custGeom>
              <a:avLst/>
              <a:gdLst>
                <a:gd name="T0" fmla="*/ 108 w 738"/>
                <a:gd name="T1" fmla="*/ 82 h 407"/>
                <a:gd name="T2" fmla="*/ 145 w 738"/>
                <a:gd name="T3" fmla="*/ 77 h 407"/>
                <a:gd name="T4" fmla="*/ 183 w 738"/>
                <a:gd name="T5" fmla="*/ 72 h 407"/>
                <a:gd name="T6" fmla="*/ 215 w 738"/>
                <a:gd name="T7" fmla="*/ 67 h 407"/>
                <a:gd name="T8" fmla="*/ 237 w 738"/>
                <a:gd name="T9" fmla="*/ 46 h 407"/>
                <a:gd name="T10" fmla="*/ 204 w 738"/>
                <a:gd name="T11" fmla="*/ 41 h 407"/>
                <a:gd name="T12" fmla="*/ 172 w 738"/>
                <a:gd name="T13" fmla="*/ 46 h 407"/>
                <a:gd name="T14" fmla="*/ 156 w 738"/>
                <a:gd name="T15" fmla="*/ 46 h 407"/>
                <a:gd name="T16" fmla="*/ 188 w 738"/>
                <a:gd name="T17" fmla="*/ 26 h 407"/>
                <a:gd name="T18" fmla="*/ 226 w 738"/>
                <a:gd name="T19" fmla="*/ 15 h 407"/>
                <a:gd name="T20" fmla="*/ 258 w 738"/>
                <a:gd name="T21" fmla="*/ 10 h 407"/>
                <a:gd name="T22" fmla="*/ 290 w 738"/>
                <a:gd name="T23" fmla="*/ 5 h 407"/>
                <a:gd name="T24" fmla="*/ 323 w 738"/>
                <a:gd name="T25" fmla="*/ 0 h 407"/>
                <a:gd name="T26" fmla="*/ 355 w 738"/>
                <a:gd name="T27" fmla="*/ 0 h 407"/>
                <a:gd name="T28" fmla="*/ 387 w 738"/>
                <a:gd name="T29" fmla="*/ 0 h 407"/>
                <a:gd name="T30" fmla="*/ 463 w 738"/>
                <a:gd name="T31" fmla="*/ 0 h 407"/>
                <a:gd name="T32" fmla="*/ 506 w 738"/>
                <a:gd name="T33" fmla="*/ 0 h 407"/>
                <a:gd name="T34" fmla="*/ 543 w 738"/>
                <a:gd name="T35" fmla="*/ 15 h 407"/>
                <a:gd name="T36" fmla="*/ 570 w 738"/>
                <a:gd name="T37" fmla="*/ 36 h 407"/>
                <a:gd name="T38" fmla="*/ 603 w 738"/>
                <a:gd name="T39" fmla="*/ 51 h 407"/>
                <a:gd name="T40" fmla="*/ 635 w 738"/>
                <a:gd name="T41" fmla="*/ 57 h 407"/>
                <a:gd name="T42" fmla="*/ 667 w 738"/>
                <a:gd name="T43" fmla="*/ 77 h 407"/>
                <a:gd name="T44" fmla="*/ 694 w 738"/>
                <a:gd name="T45" fmla="*/ 98 h 407"/>
                <a:gd name="T46" fmla="*/ 715 w 738"/>
                <a:gd name="T47" fmla="*/ 128 h 407"/>
                <a:gd name="T48" fmla="*/ 721 w 738"/>
                <a:gd name="T49" fmla="*/ 164 h 407"/>
                <a:gd name="T50" fmla="*/ 726 w 738"/>
                <a:gd name="T51" fmla="*/ 195 h 407"/>
                <a:gd name="T52" fmla="*/ 726 w 738"/>
                <a:gd name="T53" fmla="*/ 226 h 407"/>
                <a:gd name="T54" fmla="*/ 726 w 738"/>
                <a:gd name="T55" fmla="*/ 257 h 407"/>
                <a:gd name="T56" fmla="*/ 737 w 738"/>
                <a:gd name="T57" fmla="*/ 288 h 407"/>
                <a:gd name="T58" fmla="*/ 737 w 738"/>
                <a:gd name="T59" fmla="*/ 319 h 407"/>
                <a:gd name="T60" fmla="*/ 715 w 738"/>
                <a:gd name="T61" fmla="*/ 349 h 407"/>
                <a:gd name="T62" fmla="*/ 678 w 738"/>
                <a:gd name="T63" fmla="*/ 365 h 407"/>
                <a:gd name="T64" fmla="*/ 646 w 738"/>
                <a:gd name="T65" fmla="*/ 380 h 407"/>
                <a:gd name="T66" fmla="*/ 613 w 738"/>
                <a:gd name="T67" fmla="*/ 396 h 407"/>
                <a:gd name="T68" fmla="*/ 581 w 738"/>
                <a:gd name="T69" fmla="*/ 401 h 407"/>
                <a:gd name="T70" fmla="*/ 538 w 738"/>
                <a:gd name="T71" fmla="*/ 406 h 407"/>
                <a:gd name="T72" fmla="*/ 500 w 738"/>
                <a:gd name="T73" fmla="*/ 406 h 407"/>
                <a:gd name="T74" fmla="*/ 468 w 738"/>
                <a:gd name="T75" fmla="*/ 406 h 407"/>
                <a:gd name="T76" fmla="*/ 436 w 738"/>
                <a:gd name="T77" fmla="*/ 406 h 407"/>
                <a:gd name="T78" fmla="*/ 403 w 738"/>
                <a:gd name="T79" fmla="*/ 406 h 407"/>
                <a:gd name="T80" fmla="*/ 371 w 738"/>
                <a:gd name="T81" fmla="*/ 406 h 407"/>
                <a:gd name="T82" fmla="*/ 339 w 738"/>
                <a:gd name="T83" fmla="*/ 406 h 407"/>
                <a:gd name="T84" fmla="*/ 307 w 738"/>
                <a:gd name="T85" fmla="*/ 406 h 407"/>
                <a:gd name="T86" fmla="*/ 269 w 738"/>
                <a:gd name="T87" fmla="*/ 406 h 407"/>
                <a:gd name="T88" fmla="*/ 237 w 738"/>
                <a:gd name="T89" fmla="*/ 406 h 407"/>
                <a:gd name="T90" fmla="*/ 204 w 738"/>
                <a:gd name="T91" fmla="*/ 406 h 407"/>
                <a:gd name="T92" fmla="*/ 172 w 738"/>
                <a:gd name="T93" fmla="*/ 391 h 407"/>
                <a:gd name="T94" fmla="*/ 140 w 738"/>
                <a:gd name="T95" fmla="*/ 380 h 407"/>
                <a:gd name="T96" fmla="*/ 108 w 738"/>
                <a:gd name="T97" fmla="*/ 365 h 407"/>
                <a:gd name="T98" fmla="*/ 81 w 738"/>
                <a:gd name="T99" fmla="*/ 339 h 407"/>
                <a:gd name="T100" fmla="*/ 59 w 738"/>
                <a:gd name="T101" fmla="*/ 319 h 407"/>
                <a:gd name="T102" fmla="*/ 38 w 738"/>
                <a:gd name="T103" fmla="*/ 288 h 407"/>
                <a:gd name="T104" fmla="*/ 16 w 738"/>
                <a:gd name="T105" fmla="*/ 252 h 407"/>
                <a:gd name="T106" fmla="*/ 0 w 738"/>
                <a:gd name="T107" fmla="*/ 216 h 407"/>
                <a:gd name="T108" fmla="*/ 0 w 738"/>
                <a:gd name="T109" fmla="*/ 185 h 407"/>
                <a:gd name="T110" fmla="*/ 5 w 738"/>
                <a:gd name="T111" fmla="*/ 149 h 407"/>
                <a:gd name="T112" fmla="*/ 27 w 738"/>
                <a:gd name="T113" fmla="*/ 123 h 407"/>
                <a:gd name="T114" fmla="*/ 54 w 738"/>
                <a:gd name="T115" fmla="*/ 108 h 407"/>
                <a:gd name="T116" fmla="*/ 86 w 738"/>
                <a:gd name="T117" fmla="*/ 98 h 407"/>
                <a:gd name="T118" fmla="*/ 113 w 738"/>
                <a:gd name="T119" fmla="*/ 82 h 407"/>
                <a:gd name="T120" fmla="*/ 129 w 738"/>
                <a:gd name="T121" fmla="*/ 98 h 40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Lst>
              <a:rect l="0" t="0" r="r" b="b"/>
              <a:pathLst>
                <a:path w="738" h="407">
                  <a:moveTo>
                    <a:pt x="91" y="82"/>
                  </a:moveTo>
                  <a:lnTo>
                    <a:pt x="108" y="82"/>
                  </a:lnTo>
                  <a:lnTo>
                    <a:pt x="124" y="82"/>
                  </a:lnTo>
                  <a:lnTo>
                    <a:pt x="145" y="77"/>
                  </a:lnTo>
                  <a:lnTo>
                    <a:pt x="161" y="77"/>
                  </a:lnTo>
                  <a:lnTo>
                    <a:pt x="183" y="72"/>
                  </a:lnTo>
                  <a:lnTo>
                    <a:pt x="199" y="72"/>
                  </a:lnTo>
                  <a:lnTo>
                    <a:pt x="215" y="67"/>
                  </a:lnTo>
                  <a:lnTo>
                    <a:pt x="231" y="62"/>
                  </a:lnTo>
                  <a:lnTo>
                    <a:pt x="237" y="46"/>
                  </a:lnTo>
                  <a:lnTo>
                    <a:pt x="221" y="41"/>
                  </a:lnTo>
                  <a:lnTo>
                    <a:pt x="204" y="41"/>
                  </a:lnTo>
                  <a:lnTo>
                    <a:pt x="188" y="46"/>
                  </a:lnTo>
                  <a:lnTo>
                    <a:pt x="172" y="46"/>
                  </a:lnTo>
                  <a:lnTo>
                    <a:pt x="156" y="62"/>
                  </a:lnTo>
                  <a:lnTo>
                    <a:pt x="156" y="46"/>
                  </a:lnTo>
                  <a:lnTo>
                    <a:pt x="172" y="36"/>
                  </a:lnTo>
                  <a:lnTo>
                    <a:pt x="188" y="26"/>
                  </a:lnTo>
                  <a:lnTo>
                    <a:pt x="210" y="21"/>
                  </a:lnTo>
                  <a:lnTo>
                    <a:pt x="226" y="15"/>
                  </a:lnTo>
                  <a:lnTo>
                    <a:pt x="242" y="15"/>
                  </a:lnTo>
                  <a:lnTo>
                    <a:pt x="258" y="10"/>
                  </a:lnTo>
                  <a:lnTo>
                    <a:pt x="274" y="10"/>
                  </a:lnTo>
                  <a:lnTo>
                    <a:pt x="290" y="5"/>
                  </a:lnTo>
                  <a:lnTo>
                    <a:pt x="307" y="5"/>
                  </a:lnTo>
                  <a:lnTo>
                    <a:pt x="323" y="0"/>
                  </a:lnTo>
                  <a:lnTo>
                    <a:pt x="339" y="0"/>
                  </a:lnTo>
                  <a:lnTo>
                    <a:pt x="355" y="0"/>
                  </a:lnTo>
                  <a:lnTo>
                    <a:pt x="371" y="0"/>
                  </a:lnTo>
                  <a:lnTo>
                    <a:pt x="387" y="0"/>
                  </a:lnTo>
                  <a:lnTo>
                    <a:pt x="420" y="0"/>
                  </a:lnTo>
                  <a:lnTo>
                    <a:pt x="463" y="0"/>
                  </a:lnTo>
                  <a:lnTo>
                    <a:pt x="484" y="0"/>
                  </a:lnTo>
                  <a:lnTo>
                    <a:pt x="506" y="0"/>
                  </a:lnTo>
                  <a:lnTo>
                    <a:pt x="527" y="5"/>
                  </a:lnTo>
                  <a:lnTo>
                    <a:pt x="543" y="15"/>
                  </a:lnTo>
                  <a:lnTo>
                    <a:pt x="554" y="31"/>
                  </a:lnTo>
                  <a:lnTo>
                    <a:pt x="570" y="36"/>
                  </a:lnTo>
                  <a:lnTo>
                    <a:pt x="586" y="46"/>
                  </a:lnTo>
                  <a:lnTo>
                    <a:pt x="603" y="51"/>
                  </a:lnTo>
                  <a:lnTo>
                    <a:pt x="619" y="51"/>
                  </a:lnTo>
                  <a:lnTo>
                    <a:pt x="635" y="57"/>
                  </a:lnTo>
                  <a:lnTo>
                    <a:pt x="651" y="67"/>
                  </a:lnTo>
                  <a:lnTo>
                    <a:pt x="667" y="77"/>
                  </a:lnTo>
                  <a:lnTo>
                    <a:pt x="678" y="93"/>
                  </a:lnTo>
                  <a:lnTo>
                    <a:pt x="694" y="98"/>
                  </a:lnTo>
                  <a:lnTo>
                    <a:pt x="699" y="113"/>
                  </a:lnTo>
                  <a:lnTo>
                    <a:pt x="715" y="128"/>
                  </a:lnTo>
                  <a:lnTo>
                    <a:pt x="721" y="149"/>
                  </a:lnTo>
                  <a:lnTo>
                    <a:pt x="721" y="164"/>
                  </a:lnTo>
                  <a:lnTo>
                    <a:pt x="726" y="180"/>
                  </a:lnTo>
                  <a:lnTo>
                    <a:pt x="726" y="195"/>
                  </a:lnTo>
                  <a:lnTo>
                    <a:pt x="726" y="211"/>
                  </a:lnTo>
                  <a:lnTo>
                    <a:pt x="726" y="226"/>
                  </a:lnTo>
                  <a:lnTo>
                    <a:pt x="726" y="242"/>
                  </a:lnTo>
                  <a:lnTo>
                    <a:pt x="726" y="257"/>
                  </a:lnTo>
                  <a:lnTo>
                    <a:pt x="737" y="272"/>
                  </a:lnTo>
                  <a:lnTo>
                    <a:pt x="737" y="288"/>
                  </a:lnTo>
                  <a:lnTo>
                    <a:pt x="737" y="303"/>
                  </a:lnTo>
                  <a:lnTo>
                    <a:pt x="737" y="319"/>
                  </a:lnTo>
                  <a:lnTo>
                    <a:pt x="732" y="334"/>
                  </a:lnTo>
                  <a:lnTo>
                    <a:pt x="715" y="349"/>
                  </a:lnTo>
                  <a:lnTo>
                    <a:pt x="694" y="360"/>
                  </a:lnTo>
                  <a:lnTo>
                    <a:pt x="678" y="365"/>
                  </a:lnTo>
                  <a:lnTo>
                    <a:pt x="662" y="375"/>
                  </a:lnTo>
                  <a:lnTo>
                    <a:pt x="646" y="380"/>
                  </a:lnTo>
                  <a:lnTo>
                    <a:pt x="629" y="385"/>
                  </a:lnTo>
                  <a:lnTo>
                    <a:pt x="613" y="396"/>
                  </a:lnTo>
                  <a:lnTo>
                    <a:pt x="597" y="401"/>
                  </a:lnTo>
                  <a:lnTo>
                    <a:pt x="581" y="401"/>
                  </a:lnTo>
                  <a:lnTo>
                    <a:pt x="559" y="406"/>
                  </a:lnTo>
                  <a:lnTo>
                    <a:pt x="538" y="406"/>
                  </a:lnTo>
                  <a:lnTo>
                    <a:pt x="522" y="406"/>
                  </a:lnTo>
                  <a:lnTo>
                    <a:pt x="500" y="406"/>
                  </a:lnTo>
                  <a:lnTo>
                    <a:pt x="484" y="406"/>
                  </a:lnTo>
                  <a:lnTo>
                    <a:pt x="468" y="406"/>
                  </a:lnTo>
                  <a:lnTo>
                    <a:pt x="452" y="406"/>
                  </a:lnTo>
                  <a:lnTo>
                    <a:pt x="436" y="406"/>
                  </a:lnTo>
                  <a:lnTo>
                    <a:pt x="420" y="406"/>
                  </a:lnTo>
                  <a:lnTo>
                    <a:pt x="403" y="406"/>
                  </a:lnTo>
                  <a:lnTo>
                    <a:pt x="387" y="406"/>
                  </a:lnTo>
                  <a:lnTo>
                    <a:pt x="371" y="406"/>
                  </a:lnTo>
                  <a:lnTo>
                    <a:pt x="355" y="406"/>
                  </a:lnTo>
                  <a:lnTo>
                    <a:pt x="339" y="406"/>
                  </a:lnTo>
                  <a:lnTo>
                    <a:pt x="323" y="406"/>
                  </a:lnTo>
                  <a:lnTo>
                    <a:pt x="307" y="406"/>
                  </a:lnTo>
                  <a:lnTo>
                    <a:pt x="285" y="406"/>
                  </a:lnTo>
                  <a:lnTo>
                    <a:pt x="269" y="406"/>
                  </a:lnTo>
                  <a:lnTo>
                    <a:pt x="253" y="406"/>
                  </a:lnTo>
                  <a:lnTo>
                    <a:pt x="237" y="406"/>
                  </a:lnTo>
                  <a:lnTo>
                    <a:pt x="221" y="406"/>
                  </a:lnTo>
                  <a:lnTo>
                    <a:pt x="204" y="406"/>
                  </a:lnTo>
                  <a:lnTo>
                    <a:pt x="188" y="396"/>
                  </a:lnTo>
                  <a:lnTo>
                    <a:pt x="172" y="391"/>
                  </a:lnTo>
                  <a:lnTo>
                    <a:pt x="156" y="385"/>
                  </a:lnTo>
                  <a:lnTo>
                    <a:pt x="140" y="380"/>
                  </a:lnTo>
                  <a:lnTo>
                    <a:pt x="124" y="375"/>
                  </a:lnTo>
                  <a:lnTo>
                    <a:pt x="108" y="365"/>
                  </a:lnTo>
                  <a:lnTo>
                    <a:pt x="91" y="355"/>
                  </a:lnTo>
                  <a:lnTo>
                    <a:pt x="81" y="339"/>
                  </a:lnTo>
                  <a:lnTo>
                    <a:pt x="65" y="334"/>
                  </a:lnTo>
                  <a:lnTo>
                    <a:pt x="59" y="319"/>
                  </a:lnTo>
                  <a:lnTo>
                    <a:pt x="43" y="303"/>
                  </a:lnTo>
                  <a:lnTo>
                    <a:pt x="38" y="288"/>
                  </a:lnTo>
                  <a:lnTo>
                    <a:pt x="22" y="272"/>
                  </a:lnTo>
                  <a:lnTo>
                    <a:pt x="16" y="252"/>
                  </a:lnTo>
                  <a:lnTo>
                    <a:pt x="5" y="231"/>
                  </a:lnTo>
                  <a:lnTo>
                    <a:pt x="0" y="216"/>
                  </a:lnTo>
                  <a:lnTo>
                    <a:pt x="0" y="200"/>
                  </a:lnTo>
                  <a:lnTo>
                    <a:pt x="0" y="185"/>
                  </a:lnTo>
                  <a:lnTo>
                    <a:pt x="0" y="170"/>
                  </a:lnTo>
                  <a:lnTo>
                    <a:pt x="5" y="149"/>
                  </a:lnTo>
                  <a:lnTo>
                    <a:pt x="11" y="134"/>
                  </a:lnTo>
                  <a:lnTo>
                    <a:pt x="27" y="123"/>
                  </a:lnTo>
                  <a:lnTo>
                    <a:pt x="38" y="108"/>
                  </a:lnTo>
                  <a:lnTo>
                    <a:pt x="54" y="108"/>
                  </a:lnTo>
                  <a:lnTo>
                    <a:pt x="70" y="103"/>
                  </a:lnTo>
                  <a:lnTo>
                    <a:pt x="86" y="98"/>
                  </a:lnTo>
                  <a:lnTo>
                    <a:pt x="102" y="98"/>
                  </a:lnTo>
                  <a:lnTo>
                    <a:pt x="113" y="82"/>
                  </a:lnTo>
                  <a:lnTo>
                    <a:pt x="113" y="67"/>
                  </a:lnTo>
                  <a:lnTo>
                    <a:pt x="129" y="98"/>
                  </a:lnTo>
                </a:path>
              </a:pathLst>
            </a:custGeom>
            <a:solidFill>
              <a:srgbClr val="EAEAEA"/>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CC"/>
                </a:solidFill>
                <a:ea typeface="黑体" panose="02010609060101010101" pitchFamily="49" charset="-122"/>
              </a:endParaRPr>
            </a:p>
          </p:txBody>
        </p:sp>
        <p:sp>
          <p:nvSpPr>
            <p:cNvPr id="1053800" name="Freeform 105"/>
            <p:cNvSpPr>
              <a:spLocks noChangeArrowheads="1"/>
            </p:cNvSpPr>
            <p:nvPr/>
          </p:nvSpPr>
          <p:spPr bwMode="auto">
            <a:xfrm>
              <a:off x="3193" y="270"/>
              <a:ext cx="117" cy="118"/>
            </a:xfrm>
            <a:custGeom>
              <a:avLst/>
              <a:gdLst>
                <a:gd name="T0" fmla="*/ 5 w 117"/>
                <a:gd name="T1" fmla="*/ 66 h 118"/>
                <a:gd name="T2" fmla="*/ 0 w 117"/>
                <a:gd name="T3" fmla="*/ 51 h 118"/>
                <a:gd name="T4" fmla="*/ 0 w 117"/>
                <a:gd name="T5" fmla="*/ 36 h 118"/>
                <a:gd name="T6" fmla="*/ 16 w 117"/>
                <a:gd name="T7" fmla="*/ 25 h 118"/>
                <a:gd name="T8" fmla="*/ 32 w 117"/>
                <a:gd name="T9" fmla="*/ 15 h 118"/>
                <a:gd name="T10" fmla="*/ 47 w 117"/>
                <a:gd name="T11" fmla="*/ 0 h 118"/>
                <a:gd name="T12" fmla="*/ 63 w 117"/>
                <a:gd name="T13" fmla="*/ 0 h 118"/>
                <a:gd name="T14" fmla="*/ 79 w 117"/>
                <a:gd name="T15" fmla="*/ 0 h 118"/>
                <a:gd name="T16" fmla="*/ 84 w 117"/>
                <a:gd name="T17" fmla="*/ 15 h 118"/>
                <a:gd name="T18" fmla="*/ 95 w 117"/>
                <a:gd name="T19" fmla="*/ 31 h 118"/>
                <a:gd name="T20" fmla="*/ 105 w 117"/>
                <a:gd name="T21" fmla="*/ 46 h 118"/>
                <a:gd name="T22" fmla="*/ 111 w 117"/>
                <a:gd name="T23" fmla="*/ 61 h 118"/>
                <a:gd name="T24" fmla="*/ 116 w 117"/>
                <a:gd name="T25" fmla="*/ 76 h 118"/>
                <a:gd name="T26" fmla="*/ 116 w 117"/>
                <a:gd name="T27" fmla="*/ 92 h 118"/>
                <a:gd name="T28" fmla="*/ 116 w 117"/>
                <a:gd name="T29" fmla="*/ 107 h 118"/>
                <a:gd name="T30" fmla="*/ 100 w 117"/>
                <a:gd name="T31" fmla="*/ 117 h 118"/>
                <a:gd name="T32" fmla="*/ 84 w 117"/>
                <a:gd name="T33" fmla="*/ 117 h 118"/>
                <a:gd name="T34" fmla="*/ 69 w 117"/>
                <a:gd name="T35" fmla="*/ 117 h 118"/>
                <a:gd name="T36" fmla="*/ 53 w 117"/>
                <a:gd name="T37" fmla="*/ 117 h 118"/>
                <a:gd name="T38" fmla="*/ 37 w 117"/>
                <a:gd name="T39" fmla="*/ 112 h 118"/>
                <a:gd name="T40" fmla="*/ 21 w 117"/>
                <a:gd name="T41" fmla="*/ 102 h 118"/>
                <a:gd name="T42" fmla="*/ 11 w 117"/>
                <a:gd name="T43" fmla="*/ 86 h 118"/>
                <a:gd name="T44" fmla="*/ 5 w 117"/>
                <a:gd name="T45" fmla="*/ 71 h 118"/>
                <a:gd name="T46" fmla="*/ 5 w 117"/>
                <a:gd name="T47" fmla="*/ 66 h 1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117" h="118">
                  <a:moveTo>
                    <a:pt x="5" y="66"/>
                  </a:moveTo>
                  <a:lnTo>
                    <a:pt x="0" y="51"/>
                  </a:lnTo>
                  <a:lnTo>
                    <a:pt x="0" y="36"/>
                  </a:lnTo>
                  <a:lnTo>
                    <a:pt x="16" y="25"/>
                  </a:lnTo>
                  <a:lnTo>
                    <a:pt x="32" y="15"/>
                  </a:lnTo>
                  <a:lnTo>
                    <a:pt x="47" y="0"/>
                  </a:lnTo>
                  <a:lnTo>
                    <a:pt x="63" y="0"/>
                  </a:lnTo>
                  <a:lnTo>
                    <a:pt x="79" y="0"/>
                  </a:lnTo>
                  <a:lnTo>
                    <a:pt x="84" y="15"/>
                  </a:lnTo>
                  <a:lnTo>
                    <a:pt x="95" y="31"/>
                  </a:lnTo>
                  <a:lnTo>
                    <a:pt x="105" y="46"/>
                  </a:lnTo>
                  <a:lnTo>
                    <a:pt x="111" y="61"/>
                  </a:lnTo>
                  <a:lnTo>
                    <a:pt x="116" y="76"/>
                  </a:lnTo>
                  <a:lnTo>
                    <a:pt x="116" y="92"/>
                  </a:lnTo>
                  <a:lnTo>
                    <a:pt x="116" y="107"/>
                  </a:lnTo>
                  <a:lnTo>
                    <a:pt x="100" y="117"/>
                  </a:lnTo>
                  <a:lnTo>
                    <a:pt x="84" y="117"/>
                  </a:lnTo>
                  <a:lnTo>
                    <a:pt x="69" y="117"/>
                  </a:lnTo>
                  <a:lnTo>
                    <a:pt x="53" y="117"/>
                  </a:lnTo>
                  <a:lnTo>
                    <a:pt x="37" y="112"/>
                  </a:lnTo>
                  <a:lnTo>
                    <a:pt x="21" y="102"/>
                  </a:lnTo>
                  <a:lnTo>
                    <a:pt x="11" y="86"/>
                  </a:lnTo>
                  <a:lnTo>
                    <a:pt x="5" y="71"/>
                  </a:lnTo>
                  <a:lnTo>
                    <a:pt x="5" y="66"/>
                  </a:lnTo>
                </a:path>
              </a:pathLst>
            </a:custGeom>
            <a:solidFill>
              <a:srgbClr val="EAEAEA"/>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CC"/>
                </a:solidFill>
                <a:ea typeface="黑体" panose="02010609060101010101" pitchFamily="49" charset="-122"/>
              </a:endParaRPr>
            </a:p>
          </p:txBody>
        </p:sp>
        <p:sp>
          <p:nvSpPr>
            <p:cNvPr id="1053801" name="Freeform 106"/>
            <p:cNvSpPr>
              <a:spLocks noChangeArrowheads="1"/>
            </p:cNvSpPr>
            <p:nvPr/>
          </p:nvSpPr>
          <p:spPr bwMode="auto">
            <a:xfrm>
              <a:off x="3469" y="239"/>
              <a:ext cx="82" cy="87"/>
            </a:xfrm>
            <a:custGeom>
              <a:avLst/>
              <a:gdLst>
                <a:gd name="T0" fmla="*/ 0 w 82"/>
                <a:gd name="T1" fmla="*/ 0 h 87"/>
                <a:gd name="T2" fmla="*/ 16 w 82"/>
                <a:gd name="T3" fmla="*/ 10 h 87"/>
                <a:gd name="T4" fmla="*/ 32 w 82"/>
                <a:gd name="T5" fmla="*/ 20 h 87"/>
                <a:gd name="T6" fmla="*/ 49 w 82"/>
                <a:gd name="T7" fmla="*/ 20 h 87"/>
                <a:gd name="T8" fmla="*/ 65 w 82"/>
                <a:gd name="T9" fmla="*/ 30 h 87"/>
                <a:gd name="T10" fmla="*/ 76 w 82"/>
                <a:gd name="T11" fmla="*/ 46 h 87"/>
                <a:gd name="T12" fmla="*/ 81 w 82"/>
                <a:gd name="T13" fmla="*/ 61 h 87"/>
                <a:gd name="T14" fmla="*/ 81 w 82"/>
                <a:gd name="T15" fmla="*/ 76 h 87"/>
                <a:gd name="T16" fmla="*/ 65 w 82"/>
                <a:gd name="T17" fmla="*/ 86 h 87"/>
                <a:gd name="T18" fmla="*/ 49 w 82"/>
                <a:gd name="T19" fmla="*/ 86 h 87"/>
                <a:gd name="T20" fmla="*/ 27 w 82"/>
                <a:gd name="T21" fmla="*/ 81 h 87"/>
                <a:gd name="T22" fmla="*/ 11 w 82"/>
                <a:gd name="T23" fmla="*/ 71 h 87"/>
                <a:gd name="T24" fmla="*/ 5 w 82"/>
                <a:gd name="T25" fmla="*/ 56 h 87"/>
                <a:gd name="T26" fmla="*/ 0 w 82"/>
                <a:gd name="T27" fmla="*/ 40 h 87"/>
                <a:gd name="T28" fmla="*/ 0 w 82"/>
                <a:gd name="T29" fmla="*/ 25 h 87"/>
                <a:gd name="T30" fmla="*/ 11 w 82"/>
                <a:gd name="T31" fmla="*/ 10 h 87"/>
                <a:gd name="T32" fmla="*/ 0 w 82"/>
                <a:gd name="T33" fmla="*/ 0 h 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82" h="87">
                  <a:moveTo>
                    <a:pt x="0" y="0"/>
                  </a:moveTo>
                  <a:lnTo>
                    <a:pt x="16" y="10"/>
                  </a:lnTo>
                  <a:lnTo>
                    <a:pt x="32" y="20"/>
                  </a:lnTo>
                  <a:lnTo>
                    <a:pt x="49" y="20"/>
                  </a:lnTo>
                  <a:lnTo>
                    <a:pt x="65" y="30"/>
                  </a:lnTo>
                  <a:lnTo>
                    <a:pt x="76" y="46"/>
                  </a:lnTo>
                  <a:lnTo>
                    <a:pt x="81" y="61"/>
                  </a:lnTo>
                  <a:lnTo>
                    <a:pt x="81" y="76"/>
                  </a:lnTo>
                  <a:lnTo>
                    <a:pt x="65" y="86"/>
                  </a:lnTo>
                  <a:lnTo>
                    <a:pt x="49" y="86"/>
                  </a:lnTo>
                  <a:lnTo>
                    <a:pt x="27" y="81"/>
                  </a:lnTo>
                  <a:lnTo>
                    <a:pt x="11" y="71"/>
                  </a:lnTo>
                  <a:lnTo>
                    <a:pt x="5" y="56"/>
                  </a:lnTo>
                  <a:lnTo>
                    <a:pt x="0" y="40"/>
                  </a:lnTo>
                  <a:lnTo>
                    <a:pt x="0" y="25"/>
                  </a:lnTo>
                  <a:lnTo>
                    <a:pt x="11" y="10"/>
                  </a:lnTo>
                  <a:lnTo>
                    <a:pt x="0" y="0"/>
                  </a:lnTo>
                </a:path>
              </a:pathLst>
            </a:custGeom>
            <a:solidFill>
              <a:srgbClr val="EAEAEA"/>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CC"/>
                </a:solidFill>
                <a:ea typeface="黑体" panose="02010609060101010101" pitchFamily="49" charset="-122"/>
              </a:endParaRPr>
            </a:p>
          </p:txBody>
        </p:sp>
      </p:grpSp>
      <p:sp>
        <p:nvSpPr>
          <p:cNvPr id="1053802" name="Text Box 107"/>
          <p:cNvSpPr txBox="1">
            <a:spLocks noChangeArrowheads="1"/>
          </p:cNvSpPr>
          <p:nvPr/>
        </p:nvSpPr>
        <p:spPr bwMode="auto">
          <a:xfrm>
            <a:off x="9067800" y="2932113"/>
            <a:ext cx="465138"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en-US" altLang="zh-CN" sz="2000" b="1">
                <a:solidFill>
                  <a:srgbClr val="0000CC"/>
                </a:solidFill>
                <a:ea typeface="黑体" panose="02010609060101010101" pitchFamily="49" charset="-122"/>
              </a:rPr>
              <a:t>R</a:t>
            </a:r>
            <a:r>
              <a:rPr lang="en-US" altLang="zh-CN" sz="2000" b="1" baseline="-25000">
                <a:solidFill>
                  <a:srgbClr val="0000CC"/>
                </a:solidFill>
                <a:ea typeface="黑体" panose="02010609060101010101" pitchFamily="49" charset="-122"/>
              </a:rPr>
              <a:t>9</a:t>
            </a:r>
          </a:p>
        </p:txBody>
      </p:sp>
      <p:sp>
        <p:nvSpPr>
          <p:cNvPr id="586860" name="Text Box 108"/>
          <p:cNvSpPr txBox="1">
            <a:spLocks noChangeArrowheads="1"/>
          </p:cNvSpPr>
          <p:nvPr/>
        </p:nvSpPr>
        <p:spPr bwMode="auto">
          <a:xfrm>
            <a:off x="6462713" y="2749550"/>
            <a:ext cx="465137"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en-US" altLang="zh-CN" sz="2000" b="1">
                <a:solidFill>
                  <a:srgbClr val="FF0000"/>
                </a:solidFill>
                <a:ea typeface="黑体" panose="02010609060101010101" pitchFamily="49" charset="-122"/>
              </a:rPr>
              <a:t>R</a:t>
            </a:r>
            <a:r>
              <a:rPr lang="en-US" altLang="zh-CN" sz="2000" b="1" baseline="-25000">
                <a:solidFill>
                  <a:srgbClr val="FF0000"/>
                </a:solidFill>
                <a:ea typeface="黑体" panose="02010609060101010101" pitchFamily="49" charset="-122"/>
              </a:rPr>
              <a:t>7</a:t>
            </a:r>
          </a:p>
        </p:txBody>
      </p:sp>
      <p:sp>
        <p:nvSpPr>
          <p:cNvPr id="586861" name="Text Box 109"/>
          <p:cNvSpPr txBox="1">
            <a:spLocks noChangeArrowheads="1"/>
          </p:cNvSpPr>
          <p:nvPr/>
        </p:nvSpPr>
        <p:spPr bwMode="auto">
          <a:xfrm>
            <a:off x="5778500" y="2419350"/>
            <a:ext cx="465138"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en-US" altLang="zh-CN" sz="2000" b="1">
                <a:solidFill>
                  <a:srgbClr val="FF0000"/>
                </a:solidFill>
                <a:ea typeface="黑体" panose="02010609060101010101" pitchFamily="49" charset="-122"/>
              </a:rPr>
              <a:t>R</a:t>
            </a:r>
            <a:r>
              <a:rPr lang="en-US" altLang="zh-CN" sz="2000" b="1" baseline="-25000">
                <a:solidFill>
                  <a:srgbClr val="FF0000"/>
                </a:solidFill>
                <a:ea typeface="黑体" panose="02010609060101010101" pitchFamily="49" charset="-122"/>
              </a:rPr>
              <a:t>6</a:t>
            </a:r>
          </a:p>
        </p:txBody>
      </p:sp>
      <p:sp>
        <p:nvSpPr>
          <p:cNvPr id="586862" name="Text Box 110"/>
          <p:cNvSpPr txBox="1">
            <a:spLocks noChangeArrowheads="1"/>
          </p:cNvSpPr>
          <p:nvPr/>
        </p:nvSpPr>
        <p:spPr bwMode="auto">
          <a:xfrm>
            <a:off x="5159375" y="2871788"/>
            <a:ext cx="465138"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en-US" altLang="zh-CN" sz="2000" b="1">
                <a:solidFill>
                  <a:srgbClr val="FF0000"/>
                </a:solidFill>
                <a:ea typeface="黑体" panose="02010609060101010101" pitchFamily="49" charset="-122"/>
              </a:rPr>
              <a:t>R</a:t>
            </a:r>
            <a:r>
              <a:rPr lang="en-US" altLang="zh-CN" sz="2000" b="1" baseline="-25000">
                <a:solidFill>
                  <a:srgbClr val="FF0000"/>
                </a:solidFill>
                <a:ea typeface="黑体" panose="02010609060101010101" pitchFamily="49" charset="-122"/>
              </a:rPr>
              <a:t>5</a:t>
            </a:r>
          </a:p>
        </p:txBody>
      </p:sp>
      <p:sp>
        <p:nvSpPr>
          <p:cNvPr id="586863" name="Text Box 111"/>
          <p:cNvSpPr txBox="1">
            <a:spLocks noChangeArrowheads="1"/>
          </p:cNvSpPr>
          <p:nvPr/>
        </p:nvSpPr>
        <p:spPr bwMode="auto">
          <a:xfrm>
            <a:off x="4873625" y="3429000"/>
            <a:ext cx="465138"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en-US" altLang="zh-CN" sz="2000" b="1">
                <a:solidFill>
                  <a:srgbClr val="FF0000"/>
                </a:solidFill>
                <a:ea typeface="黑体" panose="02010609060101010101" pitchFamily="49" charset="-122"/>
              </a:rPr>
              <a:t>R</a:t>
            </a:r>
            <a:r>
              <a:rPr lang="en-US" altLang="zh-CN" sz="2000" b="1" baseline="-25000">
                <a:solidFill>
                  <a:srgbClr val="FF0000"/>
                </a:solidFill>
                <a:ea typeface="黑体" panose="02010609060101010101" pitchFamily="49" charset="-122"/>
              </a:rPr>
              <a:t>4</a:t>
            </a:r>
          </a:p>
        </p:txBody>
      </p:sp>
      <p:sp>
        <p:nvSpPr>
          <p:cNvPr id="586864" name="Text Box 112"/>
          <p:cNvSpPr txBox="1">
            <a:spLocks noChangeArrowheads="1"/>
          </p:cNvSpPr>
          <p:nvPr/>
        </p:nvSpPr>
        <p:spPr bwMode="auto">
          <a:xfrm>
            <a:off x="3505200" y="2554288"/>
            <a:ext cx="465138"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en-US" altLang="zh-CN" sz="2000" b="1">
                <a:solidFill>
                  <a:srgbClr val="FF0000"/>
                </a:solidFill>
                <a:ea typeface="黑体" panose="02010609060101010101" pitchFamily="49" charset="-122"/>
              </a:rPr>
              <a:t>R</a:t>
            </a:r>
            <a:r>
              <a:rPr lang="en-US" altLang="zh-CN" sz="2000" b="1" baseline="-25000">
                <a:solidFill>
                  <a:srgbClr val="FF0000"/>
                </a:solidFill>
                <a:ea typeface="黑体" panose="02010609060101010101" pitchFamily="49" charset="-122"/>
              </a:rPr>
              <a:t>3</a:t>
            </a:r>
          </a:p>
        </p:txBody>
      </p:sp>
      <p:sp>
        <p:nvSpPr>
          <p:cNvPr id="1053808" name="Text Box 113"/>
          <p:cNvSpPr txBox="1">
            <a:spLocks noChangeArrowheads="1"/>
          </p:cNvSpPr>
          <p:nvPr/>
        </p:nvSpPr>
        <p:spPr bwMode="auto">
          <a:xfrm>
            <a:off x="936625" y="3522663"/>
            <a:ext cx="465138"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en-US" altLang="zh-CN" sz="2000" b="1">
                <a:solidFill>
                  <a:srgbClr val="0000CC"/>
                </a:solidFill>
                <a:ea typeface="黑体" panose="02010609060101010101" pitchFamily="49" charset="-122"/>
              </a:rPr>
              <a:t>R</a:t>
            </a:r>
            <a:r>
              <a:rPr lang="en-US" altLang="zh-CN" sz="2000" b="1" baseline="-25000">
                <a:solidFill>
                  <a:srgbClr val="0000CC"/>
                </a:solidFill>
                <a:ea typeface="黑体" panose="02010609060101010101" pitchFamily="49" charset="-122"/>
              </a:rPr>
              <a:t>2</a:t>
            </a:r>
          </a:p>
        </p:txBody>
      </p:sp>
      <p:sp>
        <p:nvSpPr>
          <p:cNvPr id="1053809" name="Text Box 114"/>
          <p:cNvSpPr txBox="1">
            <a:spLocks noChangeArrowheads="1"/>
          </p:cNvSpPr>
          <p:nvPr/>
        </p:nvSpPr>
        <p:spPr bwMode="auto">
          <a:xfrm>
            <a:off x="1725613" y="2324100"/>
            <a:ext cx="465137"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en-US" altLang="zh-CN" sz="2000" b="1">
                <a:solidFill>
                  <a:srgbClr val="0000CC"/>
                </a:solidFill>
                <a:ea typeface="黑体" panose="02010609060101010101" pitchFamily="49" charset="-122"/>
              </a:rPr>
              <a:t>R</a:t>
            </a:r>
            <a:r>
              <a:rPr lang="en-US" altLang="zh-CN" sz="2000" b="1" baseline="-25000">
                <a:solidFill>
                  <a:srgbClr val="0000CC"/>
                </a:solidFill>
                <a:ea typeface="黑体" panose="02010609060101010101" pitchFamily="49" charset="-122"/>
              </a:rPr>
              <a:t>1</a:t>
            </a:r>
          </a:p>
        </p:txBody>
      </p:sp>
      <p:sp>
        <p:nvSpPr>
          <p:cNvPr id="1053810" name="Text Box 115"/>
          <p:cNvSpPr txBox="1">
            <a:spLocks noChangeArrowheads="1"/>
          </p:cNvSpPr>
          <p:nvPr/>
        </p:nvSpPr>
        <p:spPr bwMode="auto">
          <a:xfrm>
            <a:off x="8172450" y="4067175"/>
            <a:ext cx="617538"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zh-CN" altLang="en-US" sz="2000" b="1">
                <a:solidFill>
                  <a:srgbClr val="0000CC"/>
                </a:solidFill>
                <a:ea typeface="黑体" panose="02010609060101010101" pitchFamily="49" charset="-122"/>
              </a:rPr>
              <a:t>网</a:t>
            </a:r>
            <a:r>
              <a:rPr lang="zh-CN" altLang="en-US" sz="700" b="1">
                <a:solidFill>
                  <a:srgbClr val="0000CC"/>
                </a:solidFill>
                <a:ea typeface="黑体" panose="02010609060101010101" pitchFamily="49" charset="-122"/>
              </a:rPr>
              <a:t> </a:t>
            </a:r>
            <a:r>
              <a:rPr lang="en-US" altLang="zh-CN" sz="2000" b="1">
                <a:solidFill>
                  <a:srgbClr val="0000CC"/>
                </a:solidFill>
                <a:ea typeface="黑体" panose="02010609060101010101" pitchFamily="49" charset="-122"/>
              </a:rPr>
              <a:t>8</a:t>
            </a:r>
          </a:p>
        </p:txBody>
      </p:sp>
      <p:sp>
        <p:nvSpPr>
          <p:cNvPr id="1053811" name="Text Box 116"/>
          <p:cNvSpPr txBox="1">
            <a:spLocks noChangeArrowheads="1"/>
          </p:cNvSpPr>
          <p:nvPr/>
        </p:nvSpPr>
        <p:spPr bwMode="auto">
          <a:xfrm>
            <a:off x="8256588" y="2490788"/>
            <a:ext cx="617537"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zh-CN" altLang="en-US" sz="2000" b="1">
                <a:solidFill>
                  <a:srgbClr val="0000CC"/>
                </a:solidFill>
                <a:ea typeface="黑体" panose="02010609060101010101" pitchFamily="49" charset="-122"/>
              </a:rPr>
              <a:t>网</a:t>
            </a:r>
            <a:r>
              <a:rPr lang="zh-CN" altLang="en-US" sz="700" b="1">
                <a:solidFill>
                  <a:srgbClr val="0000CC"/>
                </a:solidFill>
                <a:ea typeface="黑体" panose="02010609060101010101" pitchFamily="49" charset="-122"/>
              </a:rPr>
              <a:t> </a:t>
            </a:r>
            <a:r>
              <a:rPr lang="en-US" altLang="zh-CN" sz="2000" b="1">
                <a:solidFill>
                  <a:srgbClr val="0000CC"/>
                </a:solidFill>
                <a:ea typeface="黑体" panose="02010609060101010101" pitchFamily="49" charset="-122"/>
              </a:rPr>
              <a:t>6</a:t>
            </a:r>
          </a:p>
        </p:txBody>
      </p:sp>
      <p:sp>
        <p:nvSpPr>
          <p:cNvPr id="1053812" name="Text Box 117"/>
          <p:cNvSpPr txBox="1">
            <a:spLocks noChangeArrowheads="1"/>
          </p:cNvSpPr>
          <p:nvPr/>
        </p:nvSpPr>
        <p:spPr bwMode="auto">
          <a:xfrm>
            <a:off x="1885950" y="4103688"/>
            <a:ext cx="623888"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zh-CN" altLang="en-US" sz="2000" b="1">
                <a:solidFill>
                  <a:srgbClr val="0000CC"/>
                </a:solidFill>
                <a:ea typeface="黑体" panose="02010609060101010101" pitchFamily="49" charset="-122"/>
              </a:rPr>
              <a:t>网</a:t>
            </a:r>
            <a:r>
              <a:rPr lang="zh-CN" altLang="en-US" sz="800" b="1">
                <a:solidFill>
                  <a:srgbClr val="0000CC"/>
                </a:solidFill>
                <a:ea typeface="黑体" panose="02010609060101010101" pitchFamily="49" charset="-122"/>
              </a:rPr>
              <a:t> </a:t>
            </a:r>
            <a:r>
              <a:rPr lang="en-US" altLang="zh-CN" sz="2000" b="1">
                <a:solidFill>
                  <a:srgbClr val="0000CC"/>
                </a:solidFill>
                <a:ea typeface="黑体" panose="02010609060101010101" pitchFamily="49" charset="-122"/>
              </a:rPr>
              <a:t>3</a:t>
            </a:r>
          </a:p>
        </p:txBody>
      </p:sp>
      <p:sp>
        <p:nvSpPr>
          <p:cNvPr id="1053813" name="Text Box 118"/>
          <p:cNvSpPr txBox="1">
            <a:spLocks noChangeArrowheads="1"/>
          </p:cNvSpPr>
          <p:nvPr/>
        </p:nvSpPr>
        <p:spPr bwMode="auto">
          <a:xfrm>
            <a:off x="2655888" y="3419475"/>
            <a:ext cx="623887"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zh-CN" altLang="en-US" sz="2000" b="1">
                <a:solidFill>
                  <a:srgbClr val="0000CC"/>
                </a:solidFill>
                <a:ea typeface="黑体" panose="02010609060101010101" pitchFamily="49" charset="-122"/>
              </a:rPr>
              <a:t>网</a:t>
            </a:r>
            <a:r>
              <a:rPr lang="zh-CN" altLang="en-US" sz="800" b="1">
                <a:solidFill>
                  <a:srgbClr val="0000CC"/>
                </a:solidFill>
                <a:ea typeface="黑体" panose="02010609060101010101" pitchFamily="49" charset="-122"/>
              </a:rPr>
              <a:t> </a:t>
            </a:r>
            <a:r>
              <a:rPr lang="en-US" altLang="zh-CN" sz="2000" b="1">
                <a:solidFill>
                  <a:srgbClr val="0000CC"/>
                </a:solidFill>
                <a:ea typeface="黑体" panose="02010609060101010101" pitchFamily="49" charset="-122"/>
              </a:rPr>
              <a:t>2</a:t>
            </a:r>
          </a:p>
        </p:txBody>
      </p:sp>
      <p:sp>
        <p:nvSpPr>
          <p:cNvPr id="1053814" name="Text Box 119"/>
          <p:cNvSpPr txBox="1">
            <a:spLocks noChangeArrowheads="1"/>
          </p:cNvSpPr>
          <p:nvPr/>
        </p:nvSpPr>
        <p:spPr bwMode="auto">
          <a:xfrm>
            <a:off x="928688" y="2916238"/>
            <a:ext cx="630237"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zh-CN" altLang="en-US" sz="2000" b="1">
                <a:solidFill>
                  <a:srgbClr val="0000CC"/>
                </a:solidFill>
                <a:ea typeface="黑体" panose="02010609060101010101" pitchFamily="49" charset="-122"/>
              </a:rPr>
              <a:t>网</a:t>
            </a:r>
            <a:r>
              <a:rPr lang="zh-CN" altLang="en-US" sz="900" b="1">
                <a:solidFill>
                  <a:srgbClr val="0000CC"/>
                </a:solidFill>
                <a:ea typeface="黑体" panose="02010609060101010101" pitchFamily="49" charset="-122"/>
              </a:rPr>
              <a:t> </a:t>
            </a:r>
            <a:r>
              <a:rPr lang="en-US" altLang="zh-CN" sz="2000" b="1">
                <a:solidFill>
                  <a:srgbClr val="0000CC"/>
                </a:solidFill>
                <a:ea typeface="黑体" panose="02010609060101010101" pitchFamily="49" charset="-122"/>
              </a:rPr>
              <a:t>1</a:t>
            </a:r>
          </a:p>
        </p:txBody>
      </p:sp>
      <p:sp>
        <p:nvSpPr>
          <p:cNvPr id="1053815" name="Text Box 120"/>
          <p:cNvSpPr txBox="1">
            <a:spLocks noChangeArrowheads="1"/>
          </p:cNvSpPr>
          <p:nvPr/>
        </p:nvSpPr>
        <p:spPr bwMode="auto">
          <a:xfrm>
            <a:off x="7702550" y="3327400"/>
            <a:ext cx="611188"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zh-CN" altLang="en-US" sz="2000" b="1">
                <a:solidFill>
                  <a:srgbClr val="0000CC"/>
                </a:solidFill>
                <a:ea typeface="黑体" panose="02010609060101010101" pitchFamily="49" charset="-122"/>
              </a:rPr>
              <a:t>网</a:t>
            </a:r>
            <a:r>
              <a:rPr lang="zh-CN" altLang="en-US" sz="600" b="1">
                <a:solidFill>
                  <a:srgbClr val="0000CC"/>
                </a:solidFill>
                <a:ea typeface="黑体" panose="02010609060101010101" pitchFamily="49" charset="-122"/>
              </a:rPr>
              <a:t> </a:t>
            </a:r>
            <a:r>
              <a:rPr lang="en-US" altLang="zh-CN" sz="2000" b="1">
                <a:solidFill>
                  <a:srgbClr val="0000CC"/>
                </a:solidFill>
                <a:ea typeface="黑体" panose="02010609060101010101" pitchFamily="49" charset="-122"/>
              </a:rPr>
              <a:t>7</a:t>
            </a:r>
          </a:p>
        </p:txBody>
      </p:sp>
      <p:sp>
        <p:nvSpPr>
          <p:cNvPr id="1053816" name="Oval 121"/>
          <p:cNvSpPr>
            <a:spLocks noChangeArrowheads="1"/>
          </p:cNvSpPr>
          <p:nvPr/>
        </p:nvSpPr>
        <p:spPr bwMode="auto">
          <a:xfrm>
            <a:off x="3744913" y="4003675"/>
            <a:ext cx="3382962" cy="1039813"/>
          </a:xfrm>
          <a:prstGeom prst="ellipse">
            <a:avLst/>
          </a:prstGeom>
          <a:solidFill>
            <a:srgbClr val="FFFF99"/>
          </a:solidFill>
          <a:ln w="9525">
            <a:solidFill>
              <a:schemeClr val="tx1"/>
            </a:solidFill>
            <a:round/>
            <a:headEnd/>
            <a:tailEnd/>
          </a:ln>
          <a:effectLst>
            <a:outerShdw dist="35921" dir="2700000" algn="ctr" rotWithShape="0">
              <a:schemeClr val="bg2"/>
            </a:outerShdw>
          </a:effectLst>
        </p:spPr>
        <p:txBody>
          <a:bodyPr wrap="none" anchor="ctr"/>
          <a:lstStyle/>
          <a:p>
            <a:pPr eaLnBrk="0" hangingPunct="0"/>
            <a:endParaRPr lang="zh-CN" altLang="en-US" b="1">
              <a:solidFill>
                <a:srgbClr val="0000CC"/>
              </a:solidFill>
              <a:ea typeface="黑体" panose="02010609060101010101" pitchFamily="49" charset="-122"/>
            </a:endParaRPr>
          </a:p>
        </p:txBody>
      </p:sp>
      <p:sp>
        <p:nvSpPr>
          <p:cNvPr id="1053817" name="Text Box 122"/>
          <p:cNvSpPr txBox="1">
            <a:spLocks noChangeArrowheads="1"/>
          </p:cNvSpPr>
          <p:nvPr/>
        </p:nvSpPr>
        <p:spPr bwMode="auto">
          <a:xfrm>
            <a:off x="4598988" y="5003800"/>
            <a:ext cx="1828800"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zh-CN" altLang="en-US" sz="2400" b="1">
                <a:solidFill>
                  <a:srgbClr val="C00000"/>
                </a:solidFill>
                <a:ea typeface="黑体" panose="02010609060101010101" pitchFamily="49" charset="-122"/>
              </a:rPr>
              <a:t>区域 </a:t>
            </a:r>
            <a:r>
              <a:rPr lang="en-US" altLang="zh-CN" sz="2400" b="1">
                <a:solidFill>
                  <a:srgbClr val="C00000"/>
                </a:solidFill>
                <a:ea typeface="黑体" panose="02010609060101010101" pitchFamily="49" charset="-122"/>
              </a:rPr>
              <a:t>0.0.0.2</a:t>
            </a:r>
          </a:p>
        </p:txBody>
      </p:sp>
      <p:sp>
        <p:nvSpPr>
          <p:cNvPr id="1053818" name="Line 123"/>
          <p:cNvSpPr>
            <a:spLocks noChangeShapeType="1"/>
          </p:cNvSpPr>
          <p:nvPr/>
        </p:nvSpPr>
        <p:spPr bwMode="auto">
          <a:xfrm>
            <a:off x="5395913" y="3917950"/>
            <a:ext cx="989012" cy="520700"/>
          </a:xfrm>
          <a:prstGeom prst="line">
            <a:avLst/>
          </a:prstGeom>
          <a:noFill/>
          <a:ln w="19050">
            <a:solidFill>
              <a:srgbClr val="333399"/>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CC"/>
              </a:solidFill>
              <a:ea typeface="黑体" panose="02010609060101010101" pitchFamily="49" charset="-122"/>
            </a:endParaRPr>
          </a:p>
        </p:txBody>
      </p:sp>
      <p:sp>
        <p:nvSpPr>
          <p:cNvPr id="1053819" name="Line 124"/>
          <p:cNvSpPr>
            <a:spLocks noChangeShapeType="1"/>
          </p:cNvSpPr>
          <p:nvPr/>
        </p:nvSpPr>
        <p:spPr bwMode="auto">
          <a:xfrm flipV="1">
            <a:off x="5561013" y="4524375"/>
            <a:ext cx="906462" cy="260350"/>
          </a:xfrm>
          <a:prstGeom prst="line">
            <a:avLst/>
          </a:prstGeom>
          <a:noFill/>
          <a:ln w="19050">
            <a:solidFill>
              <a:srgbClr val="333399"/>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CC"/>
              </a:solidFill>
              <a:ea typeface="黑体" panose="02010609060101010101" pitchFamily="49" charset="-122"/>
            </a:endParaRPr>
          </a:p>
        </p:txBody>
      </p:sp>
      <p:grpSp>
        <p:nvGrpSpPr>
          <p:cNvPr id="1053820" name="Group 125"/>
          <p:cNvGrpSpPr>
            <a:grpSpLocks/>
          </p:cNvGrpSpPr>
          <p:nvPr/>
        </p:nvGrpSpPr>
        <p:grpSpPr bwMode="auto">
          <a:xfrm>
            <a:off x="6138863" y="4176713"/>
            <a:ext cx="741362" cy="608012"/>
            <a:chOff x="2949" y="196"/>
            <a:chExt cx="941" cy="598"/>
          </a:xfrm>
        </p:grpSpPr>
        <p:sp>
          <p:nvSpPr>
            <p:cNvPr id="1053821" name="Oval 126"/>
            <p:cNvSpPr>
              <a:spLocks noChangeArrowheads="1"/>
            </p:cNvSpPr>
            <p:nvPr/>
          </p:nvSpPr>
          <p:spPr bwMode="auto">
            <a:xfrm>
              <a:off x="3168" y="196"/>
              <a:ext cx="407" cy="162"/>
            </a:xfrm>
            <a:prstGeom prst="ellipse">
              <a:avLst/>
            </a:prstGeom>
            <a:solidFill>
              <a:srgbClr val="EAEAEA"/>
            </a:solidFill>
            <a:ln w="12700">
              <a:solidFill>
                <a:schemeClr val="tx1"/>
              </a:solidFill>
              <a:round/>
              <a:headEnd/>
              <a:tailEnd/>
            </a:ln>
          </p:spPr>
          <p:txBody>
            <a:bodyPr wrap="none" anchor="ctr"/>
            <a:lstStyle/>
            <a:p>
              <a:pPr eaLnBrk="0" hangingPunct="0"/>
              <a:endParaRPr lang="zh-CN" altLang="en-US" b="1">
                <a:solidFill>
                  <a:srgbClr val="0000CC"/>
                </a:solidFill>
                <a:ea typeface="黑体" panose="02010609060101010101" pitchFamily="49" charset="-122"/>
              </a:endParaRPr>
            </a:p>
          </p:txBody>
        </p:sp>
        <p:sp>
          <p:nvSpPr>
            <p:cNvPr id="1053822" name="Oval 127"/>
            <p:cNvSpPr>
              <a:spLocks noChangeArrowheads="1"/>
            </p:cNvSpPr>
            <p:nvPr/>
          </p:nvSpPr>
          <p:spPr bwMode="auto">
            <a:xfrm rot="900000">
              <a:off x="3512" y="252"/>
              <a:ext cx="275" cy="131"/>
            </a:xfrm>
            <a:prstGeom prst="ellipse">
              <a:avLst/>
            </a:prstGeom>
            <a:solidFill>
              <a:srgbClr val="EAEAEA"/>
            </a:solidFill>
            <a:ln w="12700">
              <a:solidFill>
                <a:schemeClr val="tx1"/>
              </a:solidFill>
              <a:round/>
              <a:headEnd/>
              <a:tailEnd/>
            </a:ln>
          </p:spPr>
          <p:txBody>
            <a:bodyPr wrap="none" anchor="ctr"/>
            <a:lstStyle/>
            <a:p>
              <a:pPr eaLnBrk="0" hangingPunct="0"/>
              <a:endParaRPr lang="zh-CN" altLang="en-US" b="1">
                <a:solidFill>
                  <a:srgbClr val="0000CC"/>
                </a:solidFill>
                <a:ea typeface="黑体" panose="02010609060101010101" pitchFamily="49" charset="-122"/>
              </a:endParaRPr>
            </a:p>
          </p:txBody>
        </p:sp>
        <p:sp>
          <p:nvSpPr>
            <p:cNvPr id="1053823" name="Oval 128"/>
            <p:cNvSpPr>
              <a:spLocks noChangeArrowheads="1"/>
            </p:cNvSpPr>
            <p:nvPr/>
          </p:nvSpPr>
          <p:spPr bwMode="auto">
            <a:xfrm rot="1500000">
              <a:off x="3650" y="385"/>
              <a:ext cx="240" cy="153"/>
            </a:xfrm>
            <a:prstGeom prst="ellipse">
              <a:avLst/>
            </a:prstGeom>
            <a:solidFill>
              <a:srgbClr val="EAEAEA"/>
            </a:solidFill>
            <a:ln w="12700">
              <a:solidFill>
                <a:schemeClr val="tx1"/>
              </a:solidFill>
              <a:round/>
              <a:headEnd/>
              <a:tailEnd/>
            </a:ln>
          </p:spPr>
          <p:txBody>
            <a:bodyPr wrap="none" anchor="ctr"/>
            <a:lstStyle/>
            <a:p>
              <a:pPr eaLnBrk="0" hangingPunct="0"/>
              <a:endParaRPr lang="zh-CN" altLang="en-US" b="1">
                <a:solidFill>
                  <a:srgbClr val="0000CC"/>
                </a:solidFill>
                <a:ea typeface="黑体" panose="02010609060101010101" pitchFamily="49" charset="-122"/>
              </a:endParaRPr>
            </a:p>
          </p:txBody>
        </p:sp>
        <p:sp>
          <p:nvSpPr>
            <p:cNvPr id="1053824" name="Oval 129"/>
            <p:cNvSpPr>
              <a:spLocks noChangeArrowheads="1"/>
            </p:cNvSpPr>
            <p:nvPr/>
          </p:nvSpPr>
          <p:spPr bwMode="auto">
            <a:xfrm rot="-1560000">
              <a:off x="3573" y="537"/>
              <a:ext cx="291" cy="189"/>
            </a:xfrm>
            <a:prstGeom prst="ellipse">
              <a:avLst/>
            </a:prstGeom>
            <a:solidFill>
              <a:srgbClr val="EAEAEA"/>
            </a:solidFill>
            <a:ln w="12700">
              <a:solidFill>
                <a:schemeClr val="tx1"/>
              </a:solidFill>
              <a:round/>
              <a:headEnd/>
              <a:tailEnd/>
            </a:ln>
          </p:spPr>
          <p:txBody>
            <a:bodyPr wrap="none" anchor="ctr"/>
            <a:lstStyle/>
            <a:p>
              <a:pPr eaLnBrk="0" hangingPunct="0"/>
              <a:endParaRPr lang="zh-CN" altLang="en-US" b="1">
                <a:solidFill>
                  <a:srgbClr val="0000CC"/>
                </a:solidFill>
                <a:ea typeface="黑体" panose="02010609060101010101" pitchFamily="49" charset="-122"/>
              </a:endParaRPr>
            </a:p>
          </p:txBody>
        </p:sp>
        <p:sp>
          <p:nvSpPr>
            <p:cNvPr id="1053825" name="Oval 130"/>
            <p:cNvSpPr>
              <a:spLocks noChangeArrowheads="1"/>
            </p:cNvSpPr>
            <p:nvPr/>
          </p:nvSpPr>
          <p:spPr bwMode="auto">
            <a:xfrm>
              <a:off x="3216" y="555"/>
              <a:ext cx="471" cy="239"/>
            </a:xfrm>
            <a:prstGeom prst="ellipse">
              <a:avLst/>
            </a:prstGeom>
            <a:solidFill>
              <a:srgbClr val="EAEAEA"/>
            </a:solidFill>
            <a:ln w="12700">
              <a:solidFill>
                <a:schemeClr val="tx1"/>
              </a:solidFill>
              <a:round/>
              <a:headEnd/>
              <a:tailEnd/>
            </a:ln>
          </p:spPr>
          <p:txBody>
            <a:bodyPr wrap="none" anchor="ctr"/>
            <a:lstStyle/>
            <a:p>
              <a:pPr eaLnBrk="0" hangingPunct="0"/>
              <a:endParaRPr lang="zh-CN" altLang="en-US" b="1">
                <a:solidFill>
                  <a:srgbClr val="0000CC"/>
                </a:solidFill>
                <a:ea typeface="黑体" panose="02010609060101010101" pitchFamily="49" charset="-122"/>
              </a:endParaRPr>
            </a:p>
          </p:txBody>
        </p:sp>
        <p:sp>
          <p:nvSpPr>
            <p:cNvPr id="1053826" name="Oval 131"/>
            <p:cNvSpPr>
              <a:spLocks noChangeArrowheads="1"/>
            </p:cNvSpPr>
            <p:nvPr/>
          </p:nvSpPr>
          <p:spPr bwMode="auto">
            <a:xfrm rot="1080000">
              <a:off x="3023" y="555"/>
              <a:ext cx="265" cy="156"/>
            </a:xfrm>
            <a:prstGeom prst="ellipse">
              <a:avLst/>
            </a:prstGeom>
            <a:solidFill>
              <a:srgbClr val="EAEAEA"/>
            </a:solidFill>
            <a:ln w="12700">
              <a:solidFill>
                <a:schemeClr val="tx1"/>
              </a:solidFill>
              <a:round/>
              <a:headEnd/>
              <a:tailEnd/>
            </a:ln>
          </p:spPr>
          <p:txBody>
            <a:bodyPr wrap="none" anchor="ctr"/>
            <a:lstStyle/>
            <a:p>
              <a:pPr eaLnBrk="0" hangingPunct="0"/>
              <a:endParaRPr lang="zh-CN" altLang="en-US" b="1">
                <a:solidFill>
                  <a:srgbClr val="0000CC"/>
                </a:solidFill>
                <a:ea typeface="黑体" panose="02010609060101010101" pitchFamily="49" charset="-122"/>
              </a:endParaRPr>
            </a:p>
          </p:txBody>
        </p:sp>
        <p:sp>
          <p:nvSpPr>
            <p:cNvPr id="1053827" name="Oval 132"/>
            <p:cNvSpPr>
              <a:spLocks noChangeArrowheads="1"/>
            </p:cNvSpPr>
            <p:nvPr/>
          </p:nvSpPr>
          <p:spPr bwMode="auto">
            <a:xfrm>
              <a:off x="2949" y="432"/>
              <a:ext cx="217" cy="156"/>
            </a:xfrm>
            <a:prstGeom prst="ellipse">
              <a:avLst/>
            </a:prstGeom>
            <a:solidFill>
              <a:srgbClr val="EAEAEA"/>
            </a:solidFill>
            <a:ln w="12700">
              <a:solidFill>
                <a:schemeClr val="tx1"/>
              </a:solidFill>
              <a:round/>
              <a:headEnd/>
              <a:tailEnd/>
            </a:ln>
          </p:spPr>
          <p:txBody>
            <a:bodyPr wrap="none" anchor="ctr"/>
            <a:lstStyle/>
            <a:p>
              <a:pPr eaLnBrk="0" hangingPunct="0"/>
              <a:endParaRPr lang="zh-CN" altLang="en-US" b="1">
                <a:solidFill>
                  <a:srgbClr val="0000CC"/>
                </a:solidFill>
                <a:ea typeface="黑体" panose="02010609060101010101" pitchFamily="49" charset="-122"/>
              </a:endParaRPr>
            </a:p>
          </p:txBody>
        </p:sp>
        <p:sp>
          <p:nvSpPr>
            <p:cNvPr id="1053828" name="Oval 133"/>
            <p:cNvSpPr>
              <a:spLocks noChangeArrowheads="1"/>
            </p:cNvSpPr>
            <p:nvPr/>
          </p:nvSpPr>
          <p:spPr bwMode="auto">
            <a:xfrm rot="-1860000">
              <a:off x="2984" y="310"/>
              <a:ext cx="295" cy="156"/>
            </a:xfrm>
            <a:prstGeom prst="ellipse">
              <a:avLst/>
            </a:prstGeom>
            <a:solidFill>
              <a:srgbClr val="EAEAEA"/>
            </a:solidFill>
            <a:ln w="12700">
              <a:solidFill>
                <a:schemeClr val="tx1"/>
              </a:solidFill>
              <a:round/>
              <a:headEnd/>
              <a:tailEnd/>
            </a:ln>
          </p:spPr>
          <p:txBody>
            <a:bodyPr wrap="none" anchor="ctr"/>
            <a:lstStyle/>
            <a:p>
              <a:pPr eaLnBrk="0" hangingPunct="0"/>
              <a:endParaRPr lang="zh-CN" altLang="en-US" b="1">
                <a:solidFill>
                  <a:srgbClr val="0000CC"/>
                </a:solidFill>
                <a:ea typeface="黑体" panose="02010609060101010101" pitchFamily="49" charset="-122"/>
              </a:endParaRPr>
            </a:p>
          </p:txBody>
        </p:sp>
        <p:sp>
          <p:nvSpPr>
            <p:cNvPr id="1053829" name="Freeform 134"/>
            <p:cNvSpPr>
              <a:spLocks noChangeArrowheads="1"/>
            </p:cNvSpPr>
            <p:nvPr/>
          </p:nvSpPr>
          <p:spPr bwMode="auto">
            <a:xfrm>
              <a:off x="3051" y="300"/>
              <a:ext cx="738" cy="407"/>
            </a:xfrm>
            <a:custGeom>
              <a:avLst/>
              <a:gdLst>
                <a:gd name="T0" fmla="*/ 108 w 738"/>
                <a:gd name="T1" fmla="*/ 82 h 407"/>
                <a:gd name="T2" fmla="*/ 145 w 738"/>
                <a:gd name="T3" fmla="*/ 77 h 407"/>
                <a:gd name="T4" fmla="*/ 183 w 738"/>
                <a:gd name="T5" fmla="*/ 72 h 407"/>
                <a:gd name="T6" fmla="*/ 215 w 738"/>
                <a:gd name="T7" fmla="*/ 67 h 407"/>
                <a:gd name="T8" fmla="*/ 237 w 738"/>
                <a:gd name="T9" fmla="*/ 46 h 407"/>
                <a:gd name="T10" fmla="*/ 204 w 738"/>
                <a:gd name="T11" fmla="*/ 41 h 407"/>
                <a:gd name="T12" fmla="*/ 172 w 738"/>
                <a:gd name="T13" fmla="*/ 46 h 407"/>
                <a:gd name="T14" fmla="*/ 156 w 738"/>
                <a:gd name="T15" fmla="*/ 46 h 407"/>
                <a:gd name="T16" fmla="*/ 188 w 738"/>
                <a:gd name="T17" fmla="*/ 26 h 407"/>
                <a:gd name="T18" fmla="*/ 226 w 738"/>
                <a:gd name="T19" fmla="*/ 15 h 407"/>
                <a:gd name="T20" fmla="*/ 258 w 738"/>
                <a:gd name="T21" fmla="*/ 10 h 407"/>
                <a:gd name="T22" fmla="*/ 290 w 738"/>
                <a:gd name="T23" fmla="*/ 5 h 407"/>
                <a:gd name="T24" fmla="*/ 323 w 738"/>
                <a:gd name="T25" fmla="*/ 0 h 407"/>
                <a:gd name="T26" fmla="*/ 355 w 738"/>
                <a:gd name="T27" fmla="*/ 0 h 407"/>
                <a:gd name="T28" fmla="*/ 387 w 738"/>
                <a:gd name="T29" fmla="*/ 0 h 407"/>
                <a:gd name="T30" fmla="*/ 463 w 738"/>
                <a:gd name="T31" fmla="*/ 0 h 407"/>
                <a:gd name="T32" fmla="*/ 506 w 738"/>
                <a:gd name="T33" fmla="*/ 0 h 407"/>
                <a:gd name="T34" fmla="*/ 543 w 738"/>
                <a:gd name="T35" fmla="*/ 15 h 407"/>
                <a:gd name="T36" fmla="*/ 570 w 738"/>
                <a:gd name="T37" fmla="*/ 36 h 407"/>
                <a:gd name="T38" fmla="*/ 603 w 738"/>
                <a:gd name="T39" fmla="*/ 51 h 407"/>
                <a:gd name="T40" fmla="*/ 635 w 738"/>
                <a:gd name="T41" fmla="*/ 57 h 407"/>
                <a:gd name="T42" fmla="*/ 667 w 738"/>
                <a:gd name="T43" fmla="*/ 77 h 407"/>
                <a:gd name="T44" fmla="*/ 694 w 738"/>
                <a:gd name="T45" fmla="*/ 98 h 407"/>
                <a:gd name="T46" fmla="*/ 715 w 738"/>
                <a:gd name="T47" fmla="*/ 128 h 407"/>
                <a:gd name="T48" fmla="*/ 721 w 738"/>
                <a:gd name="T49" fmla="*/ 164 h 407"/>
                <a:gd name="T50" fmla="*/ 726 w 738"/>
                <a:gd name="T51" fmla="*/ 195 h 407"/>
                <a:gd name="T52" fmla="*/ 726 w 738"/>
                <a:gd name="T53" fmla="*/ 226 h 407"/>
                <a:gd name="T54" fmla="*/ 726 w 738"/>
                <a:gd name="T55" fmla="*/ 257 h 407"/>
                <a:gd name="T56" fmla="*/ 737 w 738"/>
                <a:gd name="T57" fmla="*/ 288 h 407"/>
                <a:gd name="T58" fmla="*/ 737 w 738"/>
                <a:gd name="T59" fmla="*/ 319 h 407"/>
                <a:gd name="T60" fmla="*/ 715 w 738"/>
                <a:gd name="T61" fmla="*/ 349 h 407"/>
                <a:gd name="T62" fmla="*/ 678 w 738"/>
                <a:gd name="T63" fmla="*/ 365 h 407"/>
                <a:gd name="T64" fmla="*/ 646 w 738"/>
                <a:gd name="T65" fmla="*/ 380 h 407"/>
                <a:gd name="T66" fmla="*/ 613 w 738"/>
                <a:gd name="T67" fmla="*/ 396 h 407"/>
                <a:gd name="T68" fmla="*/ 581 w 738"/>
                <a:gd name="T69" fmla="*/ 401 h 407"/>
                <a:gd name="T70" fmla="*/ 538 w 738"/>
                <a:gd name="T71" fmla="*/ 406 h 407"/>
                <a:gd name="T72" fmla="*/ 500 w 738"/>
                <a:gd name="T73" fmla="*/ 406 h 407"/>
                <a:gd name="T74" fmla="*/ 468 w 738"/>
                <a:gd name="T75" fmla="*/ 406 h 407"/>
                <a:gd name="T76" fmla="*/ 436 w 738"/>
                <a:gd name="T77" fmla="*/ 406 h 407"/>
                <a:gd name="T78" fmla="*/ 403 w 738"/>
                <a:gd name="T79" fmla="*/ 406 h 407"/>
                <a:gd name="T80" fmla="*/ 371 w 738"/>
                <a:gd name="T81" fmla="*/ 406 h 407"/>
                <a:gd name="T82" fmla="*/ 339 w 738"/>
                <a:gd name="T83" fmla="*/ 406 h 407"/>
                <a:gd name="T84" fmla="*/ 307 w 738"/>
                <a:gd name="T85" fmla="*/ 406 h 407"/>
                <a:gd name="T86" fmla="*/ 269 w 738"/>
                <a:gd name="T87" fmla="*/ 406 h 407"/>
                <a:gd name="T88" fmla="*/ 237 w 738"/>
                <a:gd name="T89" fmla="*/ 406 h 407"/>
                <a:gd name="T90" fmla="*/ 204 w 738"/>
                <a:gd name="T91" fmla="*/ 406 h 407"/>
                <a:gd name="T92" fmla="*/ 172 w 738"/>
                <a:gd name="T93" fmla="*/ 391 h 407"/>
                <a:gd name="T94" fmla="*/ 140 w 738"/>
                <a:gd name="T95" fmla="*/ 380 h 407"/>
                <a:gd name="T96" fmla="*/ 108 w 738"/>
                <a:gd name="T97" fmla="*/ 365 h 407"/>
                <a:gd name="T98" fmla="*/ 81 w 738"/>
                <a:gd name="T99" fmla="*/ 339 h 407"/>
                <a:gd name="T100" fmla="*/ 59 w 738"/>
                <a:gd name="T101" fmla="*/ 319 h 407"/>
                <a:gd name="T102" fmla="*/ 38 w 738"/>
                <a:gd name="T103" fmla="*/ 288 h 407"/>
                <a:gd name="T104" fmla="*/ 16 w 738"/>
                <a:gd name="T105" fmla="*/ 252 h 407"/>
                <a:gd name="T106" fmla="*/ 0 w 738"/>
                <a:gd name="T107" fmla="*/ 216 h 407"/>
                <a:gd name="T108" fmla="*/ 0 w 738"/>
                <a:gd name="T109" fmla="*/ 185 h 407"/>
                <a:gd name="T110" fmla="*/ 5 w 738"/>
                <a:gd name="T111" fmla="*/ 149 h 407"/>
                <a:gd name="T112" fmla="*/ 27 w 738"/>
                <a:gd name="T113" fmla="*/ 123 h 407"/>
                <a:gd name="T114" fmla="*/ 54 w 738"/>
                <a:gd name="T115" fmla="*/ 108 h 407"/>
                <a:gd name="T116" fmla="*/ 86 w 738"/>
                <a:gd name="T117" fmla="*/ 98 h 407"/>
                <a:gd name="T118" fmla="*/ 113 w 738"/>
                <a:gd name="T119" fmla="*/ 82 h 407"/>
                <a:gd name="T120" fmla="*/ 129 w 738"/>
                <a:gd name="T121" fmla="*/ 98 h 40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Lst>
              <a:rect l="0" t="0" r="r" b="b"/>
              <a:pathLst>
                <a:path w="738" h="407">
                  <a:moveTo>
                    <a:pt x="91" y="82"/>
                  </a:moveTo>
                  <a:lnTo>
                    <a:pt x="108" y="82"/>
                  </a:lnTo>
                  <a:lnTo>
                    <a:pt x="124" y="82"/>
                  </a:lnTo>
                  <a:lnTo>
                    <a:pt x="145" y="77"/>
                  </a:lnTo>
                  <a:lnTo>
                    <a:pt x="161" y="77"/>
                  </a:lnTo>
                  <a:lnTo>
                    <a:pt x="183" y="72"/>
                  </a:lnTo>
                  <a:lnTo>
                    <a:pt x="199" y="72"/>
                  </a:lnTo>
                  <a:lnTo>
                    <a:pt x="215" y="67"/>
                  </a:lnTo>
                  <a:lnTo>
                    <a:pt x="231" y="62"/>
                  </a:lnTo>
                  <a:lnTo>
                    <a:pt x="237" y="46"/>
                  </a:lnTo>
                  <a:lnTo>
                    <a:pt x="221" y="41"/>
                  </a:lnTo>
                  <a:lnTo>
                    <a:pt x="204" y="41"/>
                  </a:lnTo>
                  <a:lnTo>
                    <a:pt x="188" y="46"/>
                  </a:lnTo>
                  <a:lnTo>
                    <a:pt x="172" y="46"/>
                  </a:lnTo>
                  <a:lnTo>
                    <a:pt x="156" y="62"/>
                  </a:lnTo>
                  <a:lnTo>
                    <a:pt x="156" y="46"/>
                  </a:lnTo>
                  <a:lnTo>
                    <a:pt x="172" y="36"/>
                  </a:lnTo>
                  <a:lnTo>
                    <a:pt x="188" y="26"/>
                  </a:lnTo>
                  <a:lnTo>
                    <a:pt x="210" y="21"/>
                  </a:lnTo>
                  <a:lnTo>
                    <a:pt x="226" y="15"/>
                  </a:lnTo>
                  <a:lnTo>
                    <a:pt x="242" y="15"/>
                  </a:lnTo>
                  <a:lnTo>
                    <a:pt x="258" y="10"/>
                  </a:lnTo>
                  <a:lnTo>
                    <a:pt x="274" y="10"/>
                  </a:lnTo>
                  <a:lnTo>
                    <a:pt x="290" y="5"/>
                  </a:lnTo>
                  <a:lnTo>
                    <a:pt x="307" y="5"/>
                  </a:lnTo>
                  <a:lnTo>
                    <a:pt x="323" y="0"/>
                  </a:lnTo>
                  <a:lnTo>
                    <a:pt x="339" y="0"/>
                  </a:lnTo>
                  <a:lnTo>
                    <a:pt x="355" y="0"/>
                  </a:lnTo>
                  <a:lnTo>
                    <a:pt x="371" y="0"/>
                  </a:lnTo>
                  <a:lnTo>
                    <a:pt x="387" y="0"/>
                  </a:lnTo>
                  <a:lnTo>
                    <a:pt x="420" y="0"/>
                  </a:lnTo>
                  <a:lnTo>
                    <a:pt x="463" y="0"/>
                  </a:lnTo>
                  <a:lnTo>
                    <a:pt x="484" y="0"/>
                  </a:lnTo>
                  <a:lnTo>
                    <a:pt x="506" y="0"/>
                  </a:lnTo>
                  <a:lnTo>
                    <a:pt x="527" y="5"/>
                  </a:lnTo>
                  <a:lnTo>
                    <a:pt x="543" y="15"/>
                  </a:lnTo>
                  <a:lnTo>
                    <a:pt x="554" y="31"/>
                  </a:lnTo>
                  <a:lnTo>
                    <a:pt x="570" y="36"/>
                  </a:lnTo>
                  <a:lnTo>
                    <a:pt x="586" y="46"/>
                  </a:lnTo>
                  <a:lnTo>
                    <a:pt x="603" y="51"/>
                  </a:lnTo>
                  <a:lnTo>
                    <a:pt x="619" y="51"/>
                  </a:lnTo>
                  <a:lnTo>
                    <a:pt x="635" y="57"/>
                  </a:lnTo>
                  <a:lnTo>
                    <a:pt x="651" y="67"/>
                  </a:lnTo>
                  <a:lnTo>
                    <a:pt x="667" y="77"/>
                  </a:lnTo>
                  <a:lnTo>
                    <a:pt x="678" y="93"/>
                  </a:lnTo>
                  <a:lnTo>
                    <a:pt x="694" y="98"/>
                  </a:lnTo>
                  <a:lnTo>
                    <a:pt x="699" y="113"/>
                  </a:lnTo>
                  <a:lnTo>
                    <a:pt x="715" y="128"/>
                  </a:lnTo>
                  <a:lnTo>
                    <a:pt x="721" y="149"/>
                  </a:lnTo>
                  <a:lnTo>
                    <a:pt x="721" y="164"/>
                  </a:lnTo>
                  <a:lnTo>
                    <a:pt x="726" y="180"/>
                  </a:lnTo>
                  <a:lnTo>
                    <a:pt x="726" y="195"/>
                  </a:lnTo>
                  <a:lnTo>
                    <a:pt x="726" y="211"/>
                  </a:lnTo>
                  <a:lnTo>
                    <a:pt x="726" y="226"/>
                  </a:lnTo>
                  <a:lnTo>
                    <a:pt x="726" y="242"/>
                  </a:lnTo>
                  <a:lnTo>
                    <a:pt x="726" y="257"/>
                  </a:lnTo>
                  <a:lnTo>
                    <a:pt x="737" y="272"/>
                  </a:lnTo>
                  <a:lnTo>
                    <a:pt x="737" y="288"/>
                  </a:lnTo>
                  <a:lnTo>
                    <a:pt x="737" y="303"/>
                  </a:lnTo>
                  <a:lnTo>
                    <a:pt x="737" y="319"/>
                  </a:lnTo>
                  <a:lnTo>
                    <a:pt x="732" y="334"/>
                  </a:lnTo>
                  <a:lnTo>
                    <a:pt x="715" y="349"/>
                  </a:lnTo>
                  <a:lnTo>
                    <a:pt x="694" y="360"/>
                  </a:lnTo>
                  <a:lnTo>
                    <a:pt x="678" y="365"/>
                  </a:lnTo>
                  <a:lnTo>
                    <a:pt x="662" y="375"/>
                  </a:lnTo>
                  <a:lnTo>
                    <a:pt x="646" y="380"/>
                  </a:lnTo>
                  <a:lnTo>
                    <a:pt x="629" y="385"/>
                  </a:lnTo>
                  <a:lnTo>
                    <a:pt x="613" y="396"/>
                  </a:lnTo>
                  <a:lnTo>
                    <a:pt x="597" y="401"/>
                  </a:lnTo>
                  <a:lnTo>
                    <a:pt x="581" y="401"/>
                  </a:lnTo>
                  <a:lnTo>
                    <a:pt x="559" y="406"/>
                  </a:lnTo>
                  <a:lnTo>
                    <a:pt x="538" y="406"/>
                  </a:lnTo>
                  <a:lnTo>
                    <a:pt x="522" y="406"/>
                  </a:lnTo>
                  <a:lnTo>
                    <a:pt x="500" y="406"/>
                  </a:lnTo>
                  <a:lnTo>
                    <a:pt x="484" y="406"/>
                  </a:lnTo>
                  <a:lnTo>
                    <a:pt x="468" y="406"/>
                  </a:lnTo>
                  <a:lnTo>
                    <a:pt x="452" y="406"/>
                  </a:lnTo>
                  <a:lnTo>
                    <a:pt x="436" y="406"/>
                  </a:lnTo>
                  <a:lnTo>
                    <a:pt x="420" y="406"/>
                  </a:lnTo>
                  <a:lnTo>
                    <a:pt x="403" y="406"/>
                  </a:lnTo>
                  <a:lnTo>
                    <a:pt x="387" y="406"/>
                  </a:lnTo>
                  <a:lnTo>
                    <a:pt x="371" y="406"/>
                  </a:lnTo>
                  <a:lnTo>
                    <a:pt x="355" y="406"/>
                  </a:lnTo>
                  <a:lnTo>
                    <a:pt x="339" y="406"/>
                  </a:lnTo>
                  <a:lnTo>
                    <a:pt x="323" y="406"/>
                  </a:lnTo>
                  <a:lnTo>
                    <a:pt x="307" y="406"/>
                  </a:lnTo>
                  <a:lnTo>
                    <a:pt x="285" y="406"/>
                  </a:lnTo>
                  <a:lnTo>
                    <a:pt x="269" y="406"/>
                  </a:lnTo>
                  <a:lnTo>
                    <a:pt x="253" y="406"/>
                  </a:lnTo>
                  <a:lnTo>
                    <a:pt x="237" y="406"/>
                  </a:lnTo>
                  <a:lnTo>
                    <a:pt x="221" y="406"/>
                  </a:lnTo>
                  <a:lnTo>
                    <a:pt x="204" y="406"/>
                  </a:lnTo>
                  <a:lnTo>
                    <a:pt x="188" y="396"/>
                  </a:lnTo>
                  <a:lnTo>
                    <a:pt x="172" y="391"/>
                  </a:lnTo>
                  <a:lnTo>
                    <a:pt x="156" y="385"/>
                  </a:lnTo>
                  <a:lnTo>
                    <a:pt x="140" y="380"/>
                  </a:lnTo>
                  <a:lnTo>
                    <a:pt x="124" y="375"/>
                  </a:lnTo>
                  <a:lnTo>
                    <a:pt x="108" y="365"/>
                  </a:lnTo>
                  <a:lnTo>
                    <a:pt x="91" y="355"/>
                  </a:lnTo>
                  <a:lnTo>
                    <a:pt x="81" y="339"/>
                  </a:lnTo>
                  <a:lnTo>
                    <a:pt x="65" y="334"/>
                  </a:lnTo>
                  <a:lnTo>
                    <a:pt x="59" y="319"/>
                  </a:lnTo>
                  <a:lnTo>
                    <a:pt x="43" y="303"/>
                  </a:lnTo>
                  <a:lnTo>
                    <a:pt x="38" y="288"/>
                  </a:lnTo>
                  <a:lnTo>
                    <a:pt x="22" y="272"/>
                  </a:lnTo>
                  <a:lnTo>
                    <a:pt x="16" y="252"/>
                  </a:lnTo>
                  <a:lnTo>
                    <a:pt x="5" y="231"/>
                  </a:lnTo>
                  <a:lnTo>
                    <a:pt x="0" y="216"/>
                  </a:lnTo>
                  <a:lnTo>
                    <a:pt x="0" y="200"/>
                  </a:lnTo>
                  <a:lnTo>
                    <a:pt x="0" y="185"/>
                  </a:lnTo>
                  <a:lnTo>
                    <a:pt x="0" y="170"/>
                  </a:lnTo>
                  <a:lnTo>
                    <a:pt x="5" y="149"/>
                  </a:lnTo>
                  <a:lnTo>
                    <a:pt x="11" y="134"/>
                  </a:lnTo>
                  <a:lnTo>
                    <a:pt x="27" y="123"/>
                  </a:lnTo>
                  <a:lnTo>
                    <a:pt x="38" y="108"/>
                  </a:lnTo>
                  <a:lnTo>
                    <a:pt x="54" y="108"/>
                  </a:lnTo>
                  <a:lnTo>
                    <a:pt x="70" y="103"/>
                  </a:lnTo>
                  <a:lnTo>
                    <a:pt x="86" y="98"/>
                  </a:lnTo>
                  <a:lnTo>
                    <a:pt x="102" y="98"/>
                  </a:lnTo>
                  <a:lnTo>
                    <a:pt x="113" y="82"/>
                  </a:lnTo>
                  <a:lnTo>
                    <a:pt x="113" y="67"/>
                  </a:lnTo>
                  <a:lnTo>
                    <a:pt x="129" y="98"/>
                  </a:lnTo>
                </a:path>
              </a:pathLst>
            </a:custGeom>
            <a:solidFill>
              <a:srgbClr val="EAEAEA"/>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CC"/>
                </a:solidFill>
                <a:ea typeface="黑体" panose="02010609060101010101" pitchFamily="49" charset="-122"/>
              </a:endParaRPr>
            </a:p>
          </p:txBody>
        </p:sp>
        <p:sp>
          <p:nvSpPr>
            <p:cNvPr id="1053830" name="Freeform 135"/>
            <p:cNvSpPr>
              <a:spLocks noChangeArrowheads="1"/>
            </p:cNvSpPr>
            <p:nvPr/>
          </p:nvSpPr>
          <p:spPr bwMode="auto">
            <a:xfrm>
              <a:off x="3193" y="270"/>
              <a:ext cx="117" cy="118"/>
            </a:xfrm>
            <a:custGeom>
              <a:avLst/>
              <a:gdLst>
                <a:gd name="T0" fmla="*/ 5 w 117"/>
                <a:gd name="T1" fmla="*/ 66 h 118"/>
                <a:gd name="T2" fmla="*/ 0 w 117"/>
                <a:gd name="T3" fmla="*/ 51 h 118"/>
                <a:gd name="T4" fmla="*/ 0 w 117"/>
                <a:gd name="T5" fmla="*/ 36 h 118"/>
                <a:gd name="T6" fmla="*/ 16 w 117"/>
                <a:gd name="T7" fmla="*/ 25 h 118"/>
                <a:gd name="T8" fmla="*/ 32 w 117"/>
                <a:gd name="T9" fmla="*/ 15 h 118"/>
                <a:gd name="T10" fmla="*/ 47 w 117"/>
                <a:gd name="T11" fmla="*/ 0 h 118"/>
                <a:gd name="T12" fmla="*/ 63 w 117"/>
                <a:gd name="T13" fmla="*/ 0 h 118"/>
                <a:gd name="T14" fmla="*/ 79 w 117"/>
                <a:gd name="T15" fmla="*/ 0 h 118"/>
                <a:gd name="T16" fmla="*/ 84 w 117"/>
                <a:gd name="T17" fmla="*/ 15 h 118"/>
                <a:gd name="T18" fmla="*/ 95 w 117"/>
                <a:gd name="T19" fmla="*/ 31 h 118"/>
                <a:gd name="T20" fmla="*/ 105 w 117"/>
                <a:gd name="T21" fmla="*/ 46 h 118"/>
                <a:gd name="T22" fmla="*/ 111 w 117"/>
                <a:gd name="T23" fmla="*/ 61 h 118"/>
                <a:gd name="T24" fmla="*/ 116 w 117"/>
                <a:gd name="T25" fmla="*/ 76 h 118"/>
                <a:gd name="T26" fmla="*/ 116 w 117"/>
                <a:gd name="T27" fmla="*/ 92 h 118"/>
                <a:gd name="T28" fmla="*/ 116 w 117"/>
                <a:gd name="T29" fmla="*/ 107 h 118"/>
                <a:gd name="T30" fmla="*/ 100 w 117"/>
                <a:gd name="T31" fmla="*/ 117 h 118"/>
                <a:gd name="T32" fmla="*/ 84 w 117"/>
                <a:gd name="T33" fmla="*/ 117 h 118"/>
                <a:gd name="T34" fmla="*/ 69 w 117"/>
                <a:gd name="T35" fmla="*/ 117 h 118"/>
                <a:gd name="T36" fmla="*/ 53 w 117"/>
                <a:gd name="T37" fmla="*/ 117 h 118"/>
                <a:gd name="T38" fmla="*/ 37 w 117"/>
                <a:gd name="T39" fmla="*/ 112 h 118"/>
                <a:gd name="T40" fmla="*/ 21 w 117"/>
                <a:gd name="T41" fmla="*/ 102 h 118"/>
                <a:gd name="T42" fmla="*/ 11 w 117"/>
                <a:gd name="T43" fmla="*/ 86 h 118"/>
                <a:gd name="T44" fmla="*/ 5 w 117"/>
                <a:gd name="T45" fmla="*/ 71 h 118"/>
                <a:gd name="T46" fmla="*/ 5 w 117"/>
                <a:gd name="T47" fmla="*/ 66 h 1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117" h="118">
                  <a:moveTo>
                    <a:pt x="5" y="66"/>
                  </a:moveTo>
                  <a:lnTo>
                    <a:pt x="0" y="51"/>
                  </a:lnTo>
                  <a:lnTo>
                    <a:pt x="0" y="36"/>
                  </a:lnTo>
                  <a:lnTo>
                    <a:pt x="16" y="25"/>
                  </a:lnTo>
                  <a:lnTo>
                    <a:pt x="32" y="15"/>
                  </a:lnTo>
                  <a:lnTo>
                    <a:pt x="47" y="0"/>
                  </a:lnTo>
                  <a:lnTo>
                    <a:pt x="63" y="0"/>
                  </a:lnTo>
                  <a:lnTo>
                    <a:pt x="79" y="0"/>
                  </a:lnTo>
                  <a:lnTo>
                    <a:pt x="84" y="15"/>
                  </a:lnTo>
                  <a:lnTo>
                    <a:pt x="95" y="31"/>
                  </a:lnTo>
                  <a:lnTo>
                    <a:pt x="105" y="46"/>
                  </a:lnTo>
                  <a:lnTo>
                    <a:pt x="111" y="61"/>
                  </a:lnTo>
                  <a:lnTo>
                    <a:pt x="116" y="76"/>
                  </a:lnTo>
                  <a:lnTo>
                    <a:pt x="116" y="92"/>
                  </a:lnTo>
                  <a:lnTo>
                    <a:pt x="116" y="107"/>
                  </a:lnTo>
                  <a:lnTo>
                    <a:pt x="100" y="117"/>
                  </a:lnTo>
                  <a:lnTo>
                    <a:pt x="84" y="117"/>
                  </a:lnTo>
                  <a:lnTo>
                    <a:pt x="69" y="117"/>
                  </a:lnTo>
                  <a:lnTo>
                    <a:pt x="53" y="117"/>
                  </a:lnTo>
                  <a:lnTo>
                    <a:pt x="37" y="112"/>
                  </a:lnTo>
                  <a:lnTo>
                    <a:pt x="21" y="102"/>
                  </a:lnTo>
                  <a:lnTo>
                    <a:pt x="11" y="86"/>
                  </a:lnTo>
                  <a:lnTo>
                    <a:pt x="5" y="71"/>
                  </a:lnTo>
                  <a:lnTo>
                    <a:pt x="5" y="66"/>
                  </a:lnTo>
                </a:path>
              </a:pathLst>
            </a:custGeom>
            <a:solidFill>
              <a:srgbClr val="EAEAEA"/>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CC"/>
                </a:solidFill>
                <a:ea typeface="黑体" panose="02010609060101010101" pitchFamily="49" charset="-122"/>
              </a:endParaRPr>
            </a:p>
          </p:txBody>
        </p:sp>
        <p:sp>
          <p:nvSpPr>
            <p:cNvPr id="1053831" name="Freeform 136"/>
            <p:cNvSpPr>
              <a:spLocks noChangeArrowheads="1"/>
            </p:cNvSpPr>
            <p:nvPr/>
          </p:nvSpPr>
          <p:spPr bwMode="auto">
            <a:xfrm>
              <a:off x="3469" y="239"/>
              <a:ext cx="82" cy="87"/>
            </a:xfrm>
            <a:custGeom>
              <a:avLst/>
              <a:gdLst>
                <a:gd name="T0" fmla="*/ 0 w 82"/>
                <a:gd name="T1" fmla="*/ 0 h 87"/>
                <a:gd name="T2" fmla="*/ 16 w 82"/>
                <a:gd name="T3" fmla="*/ 10 h 87"/>
                <a:gd name="T4" fmla="*/ 32 w 82"/>
                <a:gd name="T5" fmla="*/ 20 h 87"/>
                <a:gd name="T6" fmla="*/ 49 w 82"/>
                <a:gd name="T7" fmla="*/ 20 h 87"/>
                <a:gd name="T8" fmla="*/ 65 w 82"/>
                <a:gd name="T9" fmla="*/ 30 h 87"/>
                <a:gd name="T10" fmla="*/ 76 w 82"/>
                <a:gd name="T11" fmla="*/ 46 h 87"/>
                <a:gd name="T12" fmla="*/ 81 w 82"/>
                <a:gd name="T13" fmla="*/ 61 h 87"/>
                <a:gd name="T14" fmla="*/ 81 w 82"/>
                <a:gd name="T15" fmla="*/ 76 h 87"/>
                <a:gd name="T16" fmla="*/ 65 w 82"/>
                <a:gd name="T17" fmla="*/ 86 h 87"/>
                <a:gd name="T18" fmla="*/ 49 w 82"/>
                <a:gd name="T19" fmla="*/ 86 h 87"/>
                <a:gd name="T20" fmla="*/ 27 w 82"/>
                <a:gd name="T21" fmla="*/ 81 h 87"/>
                <a:gd name="T22" fmla="*/ 11 w 82"/>
                <a:gd name="T23" fmla="*/ 71 h 87"/>
                <a:gd name="T24" fmla="*/ 5 w 82"/>
                <a:gd name="T25" fmla="*/ 56 h 87"/>
                <a:gd name="T26" fmla="*/ 0 w 82"/>
                <a:gd name="T27" fmla="*/ 40 h 87"/>
                <a:gd name="T28" fmla="*/ 0 w 82"/>
                <a:gd name="T29" fmla="*/ 25 h 87"/>
                <a:gd name="T30" fmla="*/ 11 w 82"/>
                <a:gd name="T31" fmla="*/ 10 h 87"/>
                <a:gd name="T32" fmla="*/ 0 w 82"/>
                <a:gd name="T33" fmla="*/ 0 h 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82" h="87">
                  <a:moveTo>
                    <a:pt x="0" y="0"/>
                  </a:moveTo>
                  <a:lnTo>
                    <a:pt x="16" y="10"/>
                  </a:lnTo>
                  <a:lnTo>
                    <a:pt x="32" y="20"/>
                  </a:lnTo>
                  <a:lnTo>
                    <a:pt x="49" y="20"/>
                  </a:lnTo>
                  <a:lnTo>
                    <a:pt x="65" y="30"/>
                  </a:lnTo>
                  <a:lnTo>
                    <a:pt x="76" y="46"/>
                  </a:lnTo>
                  <a:lnTo>
                    <a:pt x="81" y="61"/>
                  </a:lnTo>
                  <a:lnTo>
                    <a:pt x="81" y="76"/>
                  </a:lnTo>
                  <a:lnTo>
                    <a:pt x="65" y="86"/>
                  </a:lnTo>
                  <a:lnTo>
                    <a:pt x="49" y="86"/>
                  </a:lnTo>
                  <a:lnTo>
                    <a:pt x="27" y="81"/>
                  </a:lnTo>
                  <a:lnTo>
                    <a:pt x="11" y="71"/>
                  </a:lnTo>
                  <a:lnTo>
                    <a:pt x="5" y="56"/>
                  </a:lnTo>
                  <a:lnTo>
                    <a:pt x="0" y="40"/>
                  </a:lnTo>
                  <a:lnTo>
                    <a:pt x="0" y="25"/>
                  </a:lnTo>
                  <a:lnTo>
                    <a:pt x="11" y="10"/>
                  </a:lnTo>
                  <a:lnTo>
                    <a:pt x="0" y="0"/>
                  </a:lnTo>
                </a:path>
              </a:pathLst>
            </a:custGeom>
            <a:solidFill>
              <a:srgbClr val="EAEAEA"/>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CC"/>
                </a:solidFill>
                <a:ea typeface="黑体" panose="02010609060101010101" pitchFamily="49" charset="-122"/>
              </a:endParaRPr>
            </a:p>
          </p:txBody>
        </p:sp>
      </p:grpSp>
      <p:sp>
        <p:nvSpPr>
          <p:cNvPr id="1053832" name="Text Box 137"/>
          <p:cNvSpPr txBox="1">
            <a:spLocks noChangeArrowheads="1"/>
          </p:cNvSpPr>
          <p:nvPr/>
        </p:nvSpPr>
        <p:spPr bwMode="auto">
          <a:xfrm>
            <a:off x="6167438" y="4222750"/>
            <a:ext cx="655637"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zh-CN" altLang="en-US" sz="2000" b="1">
                <a:solidFill>
                  <a:srgbClr val="0000CC"/>
                </a:solidFill>
                <a:ea typeface="黑体" panose="02010609060101010101" pitchFamily="49" charset="-122"/>
              </a:rPr>
              <a:t>网 </a:t>
            </a:r>
            <a:r>
              <a:rPr lang="en-US" altLang="zh-CN" sz="2000" b="1">
                <a:solidFill>
                  <a:srgbClr val="0000CC"/>
                </a:solidFill>
                <a:ea typeface="黑体" panose="02010609060101010101" pitchFamily="49" charset="-122"/>
              </a:rPr>
              <a:t>4</a:t>
            </a:r>
          </a:p>
        </p:txBody>
      </p:sp>
      <p:sp>
        <p:nvSpPr>
          <p:cNvPr id="1053833" name="Line 138"/>
          <p:cNvSpPr>
            <a:spLocks noChangeShapeType="1"/>
          </p:cNvSpPr>
          <p:nvPr/>
        </p:nvSpPr>
        <p:spPr bwMode="auto">
          <a:xfrm>
            <a:off x="4403725" y="4608513"/>
            <a:ext cx="992188" cy="176212"/>
          </a:xfrm>
          <a:prstGeom prst="line">
            <a:avLst/>
          </a:prstGeom>
          <a:noFill/>
          <a:ln w="19050">
            <a:solidFill>
              <a:srgbClr val="333399"/>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CC"/>
              </a:solidFill>
              <a:ea typeface="黑体" panose="02010609060101010101" pitchFamily="49" charset="-122"/>
            </a:endParaRPr>
          </a:p>
        </p:txBody>
      </p:sp>
      <p:grpSp>
        <p:nvGrpSpPr>
          <p:cNvPr id="1053834" name="Group 139"/>
          <p:cNvGrpSpPr>
            <a:grpSpLocks/>
          </p:cNvGrpSpPr>
          <p:nvPr/>
        </p:nvGrpSpPr>
        <p:grpSpPr bwMode="auto">
          <a:xfrm>
            <a:off x="4075113" y="4262438"/>
            <a:ext cx="742950" cy="608012"/>
            <a:chOff x="2949" y="196"/>
            <a:chExt cx="941" cy="598"/>
          </a:xfrm>
        </p:grpSpPr>
        <p:sp>
          <p:nvSpPr>
            <p:cNvPr id="1053835" name="Oval 140"/>
            <p:cNvSpPr>
              <a:spLocks noChangeArrowheads="1"/>
            </p:cNvSpPr>
            <p:nvPr/>
          </p:nvSpPr>
          <p:spPr bwMode="auto">
            <a:xfrm>
              <a:off x="3168" y="196"/>
              <a:ext cx="407" cy="162"/>
            </a:xfrm>
            <a:prstGeom prst="ellipse">
              <a:avLst/>
            </a:prstGeom>
            <a:solidFill>
              <a:srgbClr val="EAEAEA"/>
            </a:solidFill>
            <a:ln w="12700">
              <a:solidFill>
                <a:schemeClr val="tx1"/>
              </a:solidFill>
              <a:round/>
              <a:headEnd/>
              <a:tailEnd/>
            </a:ln>
          </p:spPr>
          <p:txBody>
            <a:bodyPr wrap="none" anchor="ctr"/>
            <a:lstStyle/>
            <a:p>
              <a:pPr eaLnBrk="0" hangingPunct="0"/>
              <a:endParaRPr lang="zh-CN" altLang="en-US" b="1">
                <a:solidFill>
                  <a:srgbClr val="0000CC"/>
                </a:solidFill>
                <a:ea typeface="黑体" panose="02010609060101010101" pitchFamily="49" charset="-122"/>
              </a:endParaRPr>
            </a:p>
          </p:txBody>
        </p:sp>
        <p:sp>
          <p:nvSpPr>
            <p:cNvPr id="1053836" name="Oval 141"/>
            <p:cNvSpPr>
              <a:spLocks noChangeArrowheads="1"/>
            </p:cNvSpPr>
            <p:nvPr/>
          </p:nvSpPr>
          <p:spPr bwMode="auto">
            <a:xfrm rot="900000">
              <a:off x="3512" y="252"/>
              <a:ext cx="275" cy="131"/>
            </a:xfrm>
            <a:prstGeom prst="ellipse">
              <a:avLst/>
            </a:prstGeom>
            <a:solidFill>
              <a:srgbClr val="EAEAEA"/>
            </a:solidFill>
            <a:ln w="12700">
              <a:solidFill>
                <a:schemeClr val="tx1"/>
              </a:solidFill>
              <a:round/>
              <a:headEnd/>
              <a:tailEnd/>
            </a:ln>
          </p:spPr>
          <p:txBody>
            <a:bodyPr wrap="none" anchor="ctr"/>
            <a:lstStyle/>
            <a:p>
              <a:pPr eaLnBrk="0" hangingPunct="0"/>
              <a:endParaRPr lang="zh-CN" altLang="en-US" b="1">
                <a:solidFill>
                  <a:srgbClr val="0000CC"/>
                </a:solidFill>
                <a:ea typeface="黑体" panose="02010609060101010101" pitchFamily="49" charset="-122"/>
              </a:endParaRPr>
            </a:p>
          </p:txBody>
        </p:sp>
        <p:sp>
          <p:nvSpPr>
            <p:cNvPr id="1053837" name="Oval 142"/>
            <p:cNvSpPr>
              <a:spLocks noChangeArrowheads="1"/>
            </p:cNvSpPr>
            <p:nvPr/>
          </p:nvSpPr>
          <p:spPr bwMode="auto">
            <a:xfrm rot="1500000">
              <a:off x="3650" y="385"/>
              <a:ext cx="240" cy="153"/>
            </a:xfrm>
            <a:prstGeom prst="ellipse">
              <a:avLst/>
            </a:prstGeom>
            <a:solidFill>
              <a:srgbClr val="EAEAEA"/>
            </a:solidFill>
            <a:ln w="12700">
              <a:solidFill>
                <a:schemeClr val="tx1"/>
              </a:solidFill>
              <a:round/>
              <a:headEnd/>
              <a:tailEnd/>
            </a:ln>
          </p:spPr>
          <p:txBody>
            <a:bodyPr wrap="none" anchor="ctr"/>
            <a:lstStyle/>
            <a:p>
              <a:pPr eaLnBrk="0" hangingPunct="0"/>
              <a:endParaRPr lang="zh-CN" altLang="en-US" b="1">
                <a:solidFill>
                  <a:srgbClr val="0000CC"/>
                </a:solidFill>
                <a:ea typeface="黑体" panose="02010609060101010101" pitchFamily="49" charset="-122"/>
              </a:endParaRPr>
            </a:p>
          </p:txBody>
        </p:sp>
        <p:sp>
          <p:nvSpPr>
            <p:cNvPr id="1053838" name="Oval 143"/>
            <p:cNvSpPr>
              <a:spLocks noChangeArrowheads="1"/>
            </p:cNvSpPr>
            <p:nvPr/>
          </p:nvSpPr>
          <p:spPr bwMode="auto">
            <a:xfrm rot="-1560000">
              <a:off x="3573" y="537"/>
              <a:ext cx="291" cy="189"/>
            </a:xfrm>
            <a:prstGeom prst="ellipse">
              <a:avLst/>
            </a:prstGeom>
            <a:solidFill>
              <a:srgbClr val="EAEAEA"/>
            </a:solidFill>
            <a:ln w="12700">
              <a:solidFill>
                <a:schemeClr val="tx1"/>
              </a:solidFill>
              <a:round/>
              <a:headEnd/>
              <a:tailEnd/>
            </a:ln>
          </p:spPr>
          <p:txBody>
            <a:bodyPr wrap="none" anchor="ctr"/>
            <a:lstStyle/>
            <a:p>
              <a:pPr eaLnBrk="0" hangingPunct="0"/>
              <a:endParaRPr lang="zh-CN" altLang="en-US" b="1">
                <a:solidFill>
                  <a:srgbClr val="0000CC"/>
                </a:solidFill>
                <a:ea typeface="黑体" panose="02010609060101010101" pitchFamily="49" charset="-122"/>
              </a:endParaRPr>
            </a:p>
          </p:txBody>
        </p:sp>
        <p:sp>
          <p:nvSpPr>
            <p:cNvPr id="1053839" name="Oval 144"/>
            <p:cNvSpPr>
              <a:spLocks noChangeArrowheads="1"/>
            </p:cNvSpPr>
            <p:nvPr/>
          </p:nvSpPr>
          <p:spPr bwMode="auto">
            <a:xfrm>
              <a:off x="3216" y="555"/>
              <a:ext cx="471" cy="239"/>
            </a:xfrm>
            <a:prstGeom prst="ellipse">
              <a:avLst/>
            </a:prstGeom>
            <a:solidFill>
              <a:srgbClr val="EAEAEA"/>
            </a:solidFill>
            <a:ln w="12700">
              <a:solidFill>
                <a:schemeClr val="tx1"/>
              </a:solidFill>
              <a:round/>
              <a:headEnd/>
              <a:tailEnd/>
            </a:ln>
          </p:spPr>
          <p:txBody>
            <a:bodyPr wrap="none" anchor="ctr"/>
            <a:lstStyle/>
            <a:p>
              <a:pPr eaLnBrk="0" hangingPunct="0"/>
              <a:endParaRPr lang="zh-CN" altLang="en-US" b="1">
                <a:solidFill>
                  <a:srgbClr val="0000CC"/>
                </a:solidFill>
                <a:ea typeface="黑体" panose="02010609060101010101" pitchFamily="49" charset="-122"/>
              </a:endParaRPr>
            </a:p>
          </p:txBody>
        </p:sp>
        <p:sp>
          <p:nvSpPr>
            <p:cNvPr id="1053840" name="Oval 145"/>
            <p:cNvSpPr>
              <a:spLocks noChangeArrowheads="1"/>
            </p:cNvSpPr>
            <p:nvPr/>
          </p:nvSpPr>
          <p:spPr bwMode="auto">
            <a:xfrm rot="1080000">
              <a:off x="3023" y="555"/>
              <a:ext cx="265" cy="156"/>
            </a:xfrm>
            <a:prstGeom prst="ellipse">
              <a:avLst/>
            </a:prstGeom>
            <a:solidFill>
              <a:srgbClr val="EAEAEA"/>
            </a:solidFill>
            <a:ln w="12700">
              <a:solidFill>
                <a:schemeClr val="tx1"/>
              </a:solidFill>
              <a:round/>
              <a:headEnd/>
              <a:tailEnd/>
            </a:ln>
          </p:spPr>
          <p:txBody>
            <a:bodyPr wrap="none" anchor="ctr"/>
            <a:lstStyle/>
            <a:p>
              <a:pPr eaLnBrk="0" hangingPunct="0"/>
              <a:endParaRPr lang="zh-CN" altLang="en-US" b="1">
                <a:solidFill>
                  <a:srgbClr val="0000CC"/>
                </a:solidFill>
                <a:ea typeface="黑体" panose="02010609060101010101" pitchFamily="49" charset="-122"/>
              </a:endParaRPr>
            </a:p>
          </p:txBody>
        </p:sp>
        <p:sp>
          <p:nvSpPr>
            <p:cNvPr id="1053841" name="Oval 146"/>
            <p:cNvSpPr>
              <a:spLocks noChangeArrowheads="1"/>
            </p:cNvSpPr>
            <p:nvPr/>
          </p:nvSpPr>
          <p:spPr bwMode="auto">
            <a:xfrm>
              <a:off x="2949" y="432"/>
              <a:ext cx="217" cy="156"/>
            </a:xfrm>
            <a:prstGeom prst="ellipse">
              <a:avLst/>
            </a:prstGeom>
            <a:solidFill>
              <a:srgbClr val="EAEAEA"/>
            </a:solidFill>
            <a:ln w="12700">
              <a:solidFill>
                <a:schemeClr val="tx1"/>
              </a:solidFill>
              <a:round/>
              <a:headEnd/>
              <a:tailEnd/>
            </a:ln>
          </p:spPr>
          <p:txBody>
            <a:bodyPr wrap="none" anchor="ctr"/>
            <a:lstStyle/>
            <a:p>
              <a:pPr eaLnBrk="0" hangingPunct="0"/>
              <a:endParaRPr lang="zh-CN" altLang="en-US" b="1">
                <a:solidFill>
                  <a:srgbClr val="0000CC"/>
                </a:solidFill>
                <a:ea typeface="黑体" panose="02010609060101010101" pitchFamily="49" charset="-122"/>
              </a:endParaRPr>
            </a:p>
          </p:txBody>
        </p:sp>
        <p:sp>
          <p:nvSpPr>
            <p:cNvPr id="1053842" name="Oval 147"/>
            <p:cNvSpPr>
              <a:spLocks noChangeArrowheads="1"/>
            </p:cNvSpPr>
            <p:nvPr/>
          </p:nvSpPr>
          <p:spPr bwMode="auto">
            <a:xfrm rot="-1860000">
              <a:off x="2984" y="310"/>
              <a:ext cx="295" cy="156"/>
            </a:xfrm>
            <a:prstGeom prst="ellipse">
              <a:avLst/>
            </a:prstGeom>
            <a:solidFill>
              <a:srgbClr val="EAEAEA"/>
            </a:solidFill>
            <a:ln w="12700">
              <a:solidFill>
                <a:schemeClr val="tx1"/>
              </a:solidFill>
              <a:round/>
              <a:headEnd/>
              <a:tailEnd/>
            </a:ln>
          </p:spPr>
          <p:txBody>
            <a:bodyPr wrap="none" anchor="ctr"/>
            <a:lstStyle/>
            <a:p>
              <a:pPr eaLnBrk="0" hangingPunct="0"/>
              <a:endParaRPr lang="zh-CN" altLang="en-US" b="1">
                <a:solidFill>
                  <a:srgbClr val="0000CC"/>
                </a:solidFill>
                <a:ea typeface="黑体" panose="02010609060101010101" pitchFamily="49" charset="-122"/>
              </a:endParaRPr>
            </a:p>
          </p:txBody>
        </p:sp>
        <p:sp>
          <p:nvSpPr>
            <p:cNvPr id="1053843" name="Freeform 148"/>
            <p:cNvSpPr>
              <a:spLocks noChangeArrowheads="1"/>
            </p:cNvSpPr>
            <p:nvPr/>
          </p:nvSpPr>
          <p:spPr bwMode="auto">
            <a:xfrm>
              <a:off x="3051" y="300"/>
              <a:ext cx="738" cy="407"/>
            </a:xfrm>
            <a:custGeom>
              <a:avLst/>
              <a:gdLst>
                <a:gd name="T0" fmla="*/ 108 w 738"/>
                <a:gd name="T1" fmla="*/ 82 h 407"/>
                <a:gd name="T2" fmla="*/ 145 w 738"/>
                <a:gd name="T3" fmla="*/ 77 h 407"/>
                <a:gd name="T4" fmla="*/ 183 w 738"/>
                <a:gd name="T5" fmla="*/ 72 h 407"/>
                <a:gd name="T6" fmla="*/ 215 w 738"/>
                <a:gd name="T7" fmla="*/ 67 h 407"/>
                <a:gd name="T8" fmla="*/ 237 w 738"/>
                <a:gd name="T9" fmla="*/ 46 h 407"/>
                <a:gd name="T10" fmla="*/ 204 w 738"/>
                <a:gd name="T11" fmla="*/ 41 h 407"/>
                <a:gd name="T12" fmla="*/ 172 w 738"/>
                <a:gd name="T13" fmla="*/ 46 h 407"/>
                <a:gd name="T14" fmla="*/ 156 w 738"/>
                <a:gd name="T15" fmla="*/ 46 h 407"/>
                <a:gd name="T16" fmla="*/ 188 w 738"/>
                <a:gd name="T17" fmla="*/ 26 h 407"/>
                <a:gd name="T18" fmla="*/ 226 w 738"/>
                <a:gd name="T19" fmla="*/ 15 h 407"/>
                <a:gd name="T20" fmla="*/ 258 w 738"/>
                <a:gd name="T21" fmla="*/ 10 h 407"/>
                <a:gd name="T22" fmla="*/ 290 w 738"/>
                <a:gd name="T23" fmla="*/ 5 h 407"/>
                <a:gd name="T24" fmla="*/ 323 w 738"/>
                <a:gd name="T25" fmla="*/ 0 h 407"/>
                <a:gd name="T26" fmla="*/ 355 w 738"/>
                <a:gd name="T27" fmla="*/ 0 h 407"/>
                <a:gd name="T28" fmla="*/ 387 w 738"/>
                <a:gd name="T29" fmla="*/ 0 h 407"/>
                <a:gd name="T30" fmla="*/ 463 w 738"/>
                <a:gd name="T31" fmla="*/ 0 h 407"/>
                <a:gd name="T32" fmla="*/ 506 w 738"/>
                <a:gd name="T33" fmla="*/ 0 h 407"/>
                <a:gd name="T34" fmla="*/ 543 w 738"/>
                <a:gd name="T35" fmla="*/ 15 h 407"/>
                <a:gd name="T36" fmla="*/ 570 w 738"/>
                <a:gd name="T37" fmla="*/ 36 h 407"/>
                <a:gd name="T38" fmla="*/ 603 w 738"/>
                <a:gd name="T39" fmla="*/ 51 h 407"/>
                <a:gd name="T40" fmla="*/ 635 w 738"/>
                <a:gd name="T41" fmla="*/ 57 h 407"/>
                <a:gd name="T42" fmla="*/ 667 w 738"/>
                <a:gd name="T43" fmla="*/ 77 h 407"/>
                <a:gd name="T44" fmla="*/ 694 w 738"/>
                <a:gd name="T45" fmla="*/ 98 h 407"/>
                <a:gd name="T46" fmla="*/ 715 w 738"/>
                <a:gd name="T47" fmla="*/ 128 h 407"/>
                <a:gd name="T48" fmla="*/ 721 w 738"/>
                <a:gd name="T49" fmla="*/ 164 h 407"/>
                <a:gd name="T50" fmla="*/ 726 w 738"/>
                <a:gd name="T51" fmla="*/ 195 h 407"/>
                <a:gd name="T52" fmla="*/ 726 w 738"/>
                <a:gd name="T53" fmla="*/ 226 h 407"/>
                <a:gd name="T54" fmla="*/ 726 w 738"/>
                <a:gd name="T55" fmla="*/ 257 h 407"/>
                <a:gd name="T56" fmla="*/ 737 w 738"/>
                <a:gd name="T57" fmla="*/ 288 h 407"/>
                <a:gd name="T58" fmla="*/ 737 w 738"/>
                <a:gd name="T59" fmla="*/ 319 h 407"/>
                <a:gd name="T60" fmla="*/ 715 w 738"/>
                <a:gd name="T61" fmla="*/ 349 h 407"/>
                <a:gd name="T62" fmla="*/ 678 w 738"/>
                <a:gd name="T63" fmla="*/ 365 h 407"/>
                <a:gd name="T64" fmla="*/ 646 w 738"/>
                <a:gd name="T65" fmla="*/ 380 h 407"/>
                <a:gd name="T66" fmla="*/ 613 w 738"/>
                <a:gd name="T67" fmla="*/ 396 h 407"/>
                <a:gd name="T68" fmla="*/ 581 w 738"/>
                <a:gd name="T69" fmla="*/ 401 h 407"/>
                <a:gd name="T70" fmla="*/ 538 w 738"/>
                <a:gd name="T71" fmla="*/ 406 h 407"/>
                <a:gd name="T72" fmla="*/ 500 w 738"/>
                <a:gd name="T73" fmla="*/ 406 h 407"/>
                <a:gd name="T74" fmla="*/ 468 w 738"/>
                <a:gd name="T75" fmla="*/ 406 h 407"/>
                <a:gd name="T76" fmla="*/ 436 w 738"/>
                <a:gd name="T77" fmla="*/ 406 h 407"/>
                <a:gd name="T78" fmla="*/ 403 w 738"/>
                <a:gd name="T79" fmla="*/ 406 h 407"/>
                <a:gd name="T80" fmla="*/ 371 w 738"/>
                <a:gd name="T81" fmla="*/ 406 h 407"/>
                <a:gd name="T82" fmla="*/ 339 w 738"/>
                <a:gd name="T83" fmla="*/ 406 h 407"/>
                <a:gd name="T84" fmla="*/ 307 w 738"/>
                <a:gd name="T85" fmla="*/ 406 h 407"/>
                <a:gd name="T86" fmla="*/ 269 w 738"/>
                <a:gd name="T87" fmla="*/ 406 h 407"/>
                <a:gd name="T88" fmla="*/ 237 w 738"/>
                <a:gd name="T89" fmla="*/ 406 h 407"/>
                <a:gd name="T90" fmla="*/ 204 w 738"/>
                <a:gd name="T91" fmla="*/ 406 h 407"/>
                <a:gd name="T92" fmla="*/ 172 w 738"/>
                <a:gd name="T93" fmla="*/ 391 h 407"/>
                <a:gd name="T94" fmla="*/ 140 w 738"/>
                <a:gd name="T95" fmla="*/ 380 h 407"/>
                <a:gd name="T96" fmla="*/ 108 w 738"/>
                <a:gd name="T97" fmla="*/ 365 h 407"/>
                <a:gd name="T98" fmla="*/ 81 w 738"/>
                <a:gd name="T99" fmla="*/ 339 h 407"/>
                <a:gd name="T100" fmla="*/ 59 w 738"/>
                <a:gd name="T101" fmla="*/ 319 h 407"/>
                <a:gd name="T102" fmla="*/ 38 w 738"/>
                <a:gd name="T103" fmla="*/ 288 h 407"/>
                <a:gd name="T104" fmla="*/ 16 w 738"/>
                <a:gd name="T105" fmla="*/ 252 h 407"/>
                <a:gd name="T106" fmla="*/ 0 w 738"/>
                <a:gd name="T107" fmla="*/ 216 h 407"/>
                <a:gd name="T108" fmla="*/ 0 w 738"/>
                <a:gd name="T109" fmla="*/ 185 h 407"/>
                <a:gd name="T110" fmla="*/ 5 w 738"/>
                <a:gd name="T111" fmla="*/ 149 h 407"/>
                <a:gd name="T112" fmla="*/ 27 w 738"/>
                <a:gd name="T113" fmla="*/ 123 h 407"/>
                <a:gd name="T114" fmla="*/ 54 w 738"/>
                <a:gd name="T115" fmla="*/ 108 h 407"/>
                <a:gd name="T116" fmla="*/ 86 w 738"/>
                <a:gd name="T117" fmla="*/ 98 h 407"/>
                <a:gd name="T118" fmla="*/ 113 w 738"/>
                <a:gd name="T119" fmla="*/ 82 h 407"/>
                <a:gd name="T120" fmla="*/ 129 w 738"/>
                <a:gd name="T121" fmla="*/ 98 h 40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Lst>
              <a:rect l="0" t="0" r="r" b="b"/>
              <a:pathLst>
                <a:path w="738" h="407">
                  <a:moveTo>
                    <a:pt x="91" y="82"/>
                  </a:moveTo>
                  <a:lnTo>
                    <a:pt x="108" y="82"/>
                  </a:lnTo>
                  <a:lnTo>
                    <a:pt x="124" y="82"/>
                  </a:lnTo>
                  <a:lnTo>
                    <a:pt x="145" y="77"/>
                  </a:lnTo>
                  <a:lnTo>
                    <a:pt x="161" y="77"/>
                  </a:lnTo>
                  <a:lnTo>
                    <a:pt x="183" y="72"/>
                  </a:lnTo>
                  <a:lnTo>
                    <a:pt x="199" y="72"/>
                  </a:lnTo>
                  <a:lnTo>
                    <a:pt x="215" y="67"/>
                  </a:lnTo>
                  <a:lnTo>
                    <a:pt x="231" y="62"/>
                  </a:lnTo>
                  <a:lnTo>
                    <a:pt x="237" y="46"/>
                  </a:lnTo>
                  <a:lnTo>
                    <a:pt x="221" y="41"/>
                  </a:lnTo>
                  <a:lnTo>
                    <a:pt x="204" y="41"/>
                  </a:lnTo>
                  <a:lnTo>
                    <a:pt x="188" y="46"/>
                  </a:lnTo>
                  <a:lnTo>
                    <a:pt x="172" y="46"/>
                  </a:lnTo>
                  <a:lnTo>
                    <a:pt x="156" y="62"/>
                  </a:lnTo>
                  <a:lnTo>
                    <a:pt x="156" y="46"/>
                  </a:lnTo>
                  <a:lnTo>
                    <a:pt x="172" y="36"/>
                  </a:lnTo>
                  <a:lnTo>
                    <a:pt x="188" y="26"/>
                  </a:lnTo>
                  <a:lnTo>
                    <a:pt x="210" y="21"/>
                  </a:lnTo>
                  <a:lnTo>
                    <a:pt x="226" y="15"/>
                  </a:lnTo>
                  <a:lnTo>
                    <a:pt x="242" y="15"/>
                  </a:lnTo>
                  <a:lnTo>
                    <a:pt x="258" y="10"/>
                  </a:lnTo>
                  <a:lnTo>
                    <a:pt x="274" y="10"/>
                  </a:lnTo>
                  <a:lnTo>
                    <a:pt x="290" y="5"/>
                  </a:lnTo>
                  <a:lnTo>
                    <a:pt x="307" y="5"/>
                  </a:lnTo>
                  <a:lnTo>
                    <a:pt x="323" y="0"/>
                  </a:lnTo>
                  <a:lnTo>
                    <a:pt x="339" y="0"/>
                  </a:lnTo>
                  <a:lnTo>
                    <a:pt x="355" y="0"/>
                  </a:lnTo>
                  <a:lnTo>
                    <a:pt x="371" y="0"/>
                  </a:lnTo>
                  <a:lnTo>
                    <a:pt x="387" y="0"/>
                  </a:lnTo>
                  <a:lnTo>
                    <a:pt x="420" y="0"/>
                  </a:lnTo>
                  <a:lnTo>
                    <a:pt x="463" y="0"/>
                  </a:lnTo>
                  <a:lnTo>
                    <a:pt x="484" y="0"/>
                  </a:lnTo>
                  <a:lnTo>
                    <a:pt x="506" y="0"/>
                  </a:lnTo>
                  <a:lnTo>
                    <a:pt x="527" y="5"/>
                  </a:lnTo>
                  <a:lnTo>
                    <a:pt x="543" y="15"/>
                  </a:lnTo>
                  <a:lnTo>
                    <a:pt x="554" y="31"/>
                  </a:lnTo>
                  <a:lnTo>
                    <a:pt x="570" y="36"/>
                  </a:lnTo>
                  <a:lnTo>
                    <a:pt x="586" y="46"/>
                  </a:lnTo>
                  <a:lnTo>
                    <a:pt x="603" y="51"/>
                  </a:lnTo>
                  <a:lnTo>
                    <a:pt x="619" y="51"/>
                  </a:lnTo>
                  <a:lnTo>
                    <a:pt x="635" y="57"/>
                  </a:lnTo>
                  <a:lnTo>
                    <a:pt x="651" y="67"/>
                  </a:lnTo>
                  <a:lnTo>
                    <a:pt x="667" y="77"/>
                  </a:lnTo>
                  <a:lnTo>
                    <a:pt x="678" y="93"/>
                  </a:lnTo>
                  <a:lnTo>
                    <a:pt x="694" y="98"/>
                  </a:lnTo>
                  <a:lnTo>
                    <a:pt x="699" y="113"/>
                  </a:lnTo>
                  <a:lnTo>
                    <a:pt x="715" y="128"/>
                  </a:lnTo>
                  <a:lnTo>
                    <a:pt x="721" y="149"/>
                  </a:lnTo>
                  <a:lnTo>
                    <a:pt x="721" y="164"/>
                  </a:lnTo>
                  <a:lnTo>
                    <a:pt x="726" y="180"/>
                  </a:lnTo>
                  <a:lnTo>
                    <a:pt x="726" y="195"/>
                  </a:lnTo>
                  <a:lnTo>
                    <a:pt x="726" y="211"/>
                  </a:lnTo>
                  <a:lnTo>
                    <a:pt x="726" y="226"/>
                  </a:lnTo>
                  <a:lnTo>
                    <a:pt x="726" y="242"/>
                  </a:lnTo>
                  <a:lnTo>
                    <a:pt x="726" y="257"/>
                  </a:lnTo>
                  <a:lnTo>
                    <a:pt x="737" y="272"/>
                  </a:lnTo>
                  <a:lnTo>
                    <a:pt x="737" y="288"/>
                  </a:lnTo>
                  <a:lnTo>
                    <a:pt x="737" y="303"/>
                  </a:lnTo>
                  <a:lnTo>
                    <a:pt x="737" y="319"/>
                  </a:lnTo>
                  <a:lnTo>
                    <a:pt x="732" y="334"/>
                  </a:lnTo>
                  <a:lnTo>
                    <a:pt x="715" y="349"/>
                  </a:lnTo>
                  <a:lnTo>
                    <a:pt x="694" y="360"/>
                  </a:lnTo>
                  <a:lnTo>
                    <a:pt x="678" y="365"/>
                  </a:lnTo>
                  <a:lnTo>
                    <a:pt x="662" y="375"/>
                  </a:lnTo>
                  <a:lnTo>
                    <a:pt x="646" y="380"/>
                  </a:lnTo>
                  <a:lnTo>
                    <a:pt x="629" y="385"/>
                  </a:lnTo>
                  <a:lnTo>
                    <a:pt x="613" y="396"/>
                  </a:lnTo>
                  <a:lnTo>
                    <a:pt x="597" y="401"/>
                  </a:lnTo>
                  <a:lnTo>
                    <a:pt x="581" y="401"/>
                  </a:lnTo>
                  <a:lnTo>
                    <a:pt x="559" y="406"/>
                  </a:lnTo>
                  <a:lnTo>
                    <a:pt x="538" y="406"/>
                  </a:lnTo>
                  <a:lnTo>
                    <a:pt x="522" y="406"/>
                  </a:lnTo>
                  <a:lnTo>
                    <a:pt x="500" y="406"/>
                  </a:lnTo>
                  <a:lnTo>
                    <a:pt x="484" y="406"/>
                  </a:lnTo>
                  <a:lnTo>
                    <a:pt x="468" y="406"/>
                  </a:lnTo>
                  <a:lnTo>
                    <a:pt x="452" y="406"/>
                  </a:lnTo>
                  <a:lnTo>
                    <a:pt x="436" y="406"/>
                  </a:lnTo>
                  <a:lnTo>
                    <a:pt x="420" y="406"/>
                  </a:lnTo>
                  <a:lnTo>
                    <a:pt x="403" y="406"/>
                  </a:lnTo>
                  <a:lnTo>
                    <a:pt x="387" y="406"/>
                  </a:lnTo>
                  <a:lnTo>
                    <a:pt x="371" y="406"/>
                  </a:lnTo>
                  <a:lnTo>
                    <a:pt x="355" y="406"/>
                  </a:lnTo>
                  <a:lnTo>
                    <a:pt x="339" y="406"/>
                  </a:lnTo>
                  <a:lnTo>
                    <a:pt x="323" y="406"/>
                  </a:lnTo>
                  <a:lnTo>
                    <a:pt x="307" y="406"/>
                  </a:lnTo>
                  <a:lnTo>
                    <a:pt x="285" y="406"/>
                  </a:lnTo>
                  <a:lnTo>
                    <a:pt x="269" y="406"/>
                  </a:lnTo>
                  <a:lnTo>
                    <a:pt x="253" y="406"/>
                  </a:lnTo>
                  <a:lnTo>
                    <a:pt x="237" y="406"/>
                  </a:lnTo>
                  <a:lnTo>
                    <a:pt x="221" y="406"/>
                  </a:lnTo>
                  <a:lnTo>
                    <a:pt x="204" y="406"/>
                  </a:lnTo>
                  <a:lnTo>
                    <a:pt x="188" y="396"/>
                  </a:lnTo>
                  <a:lnTo>
                    <a:pt x="172" y="391"/>
                  </a:lnTo>
                  <a:lnTo>
                    <a:pt x="156" y="385"/>
                  </a:lnTo>
                  <a:lnTo>
                    <a:pt x="140" y="380"/>
                  </a:lnTo>
                  <a:lnTo>
                    <a:pt x="124" y="375"/>
                  </a:lnTo>
                  <a:lnTo>
                    <a:pt x="108" y="365"/>
                  </a:lnTo>
                  <a:lnTo>
                    <a:pt x="91" y="355"/>
                  </a:lnTo>
                  <a:lnTo>
                    <a:pt x="81" y="339"/>
                  </a:lnTo>
                  <a:lnTo>
                    <a:pt x="65" y="334"/>
                  </a:lnTo>
                  <a:lnTo>
                    <a:pt x="59" y="319"/>
                  </a:lnTo>
                  <a:lnTo>
                    <a:pt x="43" y="303"/>
                  </a:lnTo>
                  <a:lnTo>
                    <a:pt x="38" y="288"/>
                  </a:lnTo>
                  <a:lnTo>
                    <a:pt x="22" y="272"/>
                  </a:lnTo>
                  <a:lnTo>
                    <a:pt x="16" y="252"/>
                  </a:lnTo>
                  <a:lnTo>
                    <a:pt x="5" y="231"/>
                  </a:lnTo>
                  <a:lnTo>
                    <a:pt x="0" y="216"/>
                  </a:lnTo>
                  <a:lnTo>
                    <a:pt x="0" y="200"/>
                  </a:lnTo>
                  <a:lnTo>
                    <a:pt x="0" y="185"/>
                  </a:lnTo>
                  <a:lnTo>
                    <a:pt x="0" y="170"/>
                  </a:lnTo>
                  <a:lnTo>
                    <a:pt x="5" y="149"/>
                  </a:lnTo>
                  <a:lnTo>
                    <a:pt x="11" y="134"/>
                  </a:lnTo>
                  <a:lnTo>
                    <a:pt x="27" y="123"/>
                  </a:lnTo>
                  <a:lnTo>
                    <a:pt x="38" y="108"/>
                  </a:lnTo>
                  <a:lnTo>
                    <a:pt x="54" y="108"/>
                  </a:lnTo>
                  <a:lnTo>
                    <a:pt x="70" y="103"/>
                  </a:lnTo>
                  <a:lnTo>
                    <a:pt x="86" y="98"/>
                  </a:lnTo>
                  <a:lnTo>
                    <a:pt x="102" y="98"/>
                  </a:lnTo>
                  <a:lnTo>
                    <a:pt x="113" y="82"/>
                  </a:lnTo>
                  <a:lnTo>
                    <a:pt x="113" y="67"/>
                  </a:lnTo>
                  <a:lnTo>
                    <a:pt x="129" y="98"/>
                  </a:lnTo>
                </a:path>
              </a:pathLst>
            </a:custGeom>
            <a:solidFill>
              <a:srgbClr val="EAEAEA"/>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CC"/>
                </a:solidFill>
                <a:ea typeface="黑体" panose="02010609060101010101" pitchFamily="49" charset="-122"/>
              </a:endParaRPr>
            </a:p>
          </p:txBody>
        </p:sp>
        <p:sp>
          <p:nvSpPr>
            <p:cNvPr id="1053844" name="Freeform 149"/>
            <p:cNvSpPr>
              <a:spLocks noChangeArrowheads="1"/>
            </p:cNvSpPr>
            <p:nvPr/>
          </p:nvSpPr>
          <p:spPr bwMode="auto">
            <a:xfrm>
              <a:off x="3193" y="270"/>
              <a:ext cx="117" cy="118"/>
            </a:xfrm>
            <a:custGeom>
              <a:avLst/>
              <a:gdLst>
                <a:gd name="T0" fmla="*/ 5 w 117"/>
                <a:gd name="T1" fmla="*/ 66 h 118"/>
                <a:gd name="T2" fmla="*/ 0 w 117"/>
                <a:gd name="T3" fmla="*/ 51 h 118"/>
                <a:gd name="T4" fmla="*/ 0 w 117"/>
                <a:gd name="T5" fmla="*/ 36 h 118"/>
                <a:gd name="T6" fmla="*/ 16 w 117"/>
                <a:gd name="T7" fmla="*/ 25 h 118"/>
                <a:gd name="T8" fmla="*/ 32 w 117"/>
                <a:gd name="T9" fmla="*/ 15 h 118"/>
                <a:gd name="T10" fmla="*/ 47 w 117"/>
                <a:gd name="T11" fmla="*/ 0 h 118"/>
                <a:gd name="T12" fmla="*/ 63 w 117"/>
                <a:gd name="T13" fmla="*/ 0 h 118"/>
                <a:gd name="T14" fmla="*/ 79 w 117"/>
                <a:gd name="T15" fmla="*/ 0 h 118"/>
                <a:gd name="T16" fmla="*/ 84 w 117"/>
                <a:gd name="T17" fmla="*/ 15 h 118"/>
                <a:gd name="T18" fmla="*/ 95 w 117"/>
                <a:gd name="T19" fmla="*/ 31 h 118"/>
                <a:gd name="T20" fmla="*/ 105 w 117"/>
                <a:gd name="T21" fmla="*/ 46 h 118"/>
                <a:gd name="T22" fmla="*/ 111 w 117"/>
                <a:gd name="T23" fmla="*/ 61 h 118"/>
                <a:gd name="T24" fmla="*/ 116 w 117"/>
                <a:gd name="T25" fmla="*/ 76 h 118"/>
                <a:gd name="T26" fmla="*/ 116 w 117"/>
                <a:gd name="T27" fmla="*/ 92 h 118"/>
                <a:gd name="T28" fmla="*/ 116 w 117"/>
                <a:gd name="T29" fmla="*/ 107 h 118"/>
                <a:gd name="T30" fmla="*/ 100 w 117"/>
                <a:gd name="T31" fmla="*/ 117 h 118"/>
                <a:gd name="T32" fmla="*/ 84 w 117"/>
                <a:gd name="T33" fmla="*/ 117 h 118"/>
                <a:gd name="T34" fmla="*/ 69 w 117"/>
                <a:gd name="T35" fmla="*/ 117 h 118"/>
                <a:gd name="T36" fmla="*/ 53 w 117"/>
                <a:gd name="T37" fmla="*/ 117 h 118"/>
                <a:gd name="T38" fmla="*/ 37 w 117"/>
                <a:gd name="T39" fmla="*/ 112 h 118"/>
                <a:gd name="T40" fmla="*/ 21 w 117"/>
                <a:gd name="T41" fmla="*/ 102 h 118"/>
                <a:gd name="T42" fmla="*/ 11 w 117"/>
                <a:gd name="T43" fmla="*/ 86 h 118"/>
                <a:gd name="T44" fmla="*/ 5 w 117"/>
                <a:gd name="T45" fmla="*/ 71 h 118"/>
                <a:gd name="T46" fmla="*/ 5 w 117"/>
                <a:gd name="T47" fmla="*/ 66 h 1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117" h="118">
                  <a:moveTo>
                    <a:pt x="5" y="66"/>
                  </a:moveTo>
                  <a:lnTo>
                    <a:pt x="0" y="51"/>
                  </a:lnTo>
                  <a:lnTo>
                    <a:pt x="0" y="36"/>
                  </a:lnTo>
                  <a:lnTo>
                    <a:pt x="16" y="25"/>
                  </a:lnTo>
                  <a:lnTo>
                    <a:pt x="32" y="15"/>
                  </a:lnTo>
                  <a:lnTo>
                    <a:pt x="47" y="0"/>
                  </a:lnTo>
                  <a:lnTo>
                    <a:pt x="63" y="0"/>
                  </a:lnTo>
                  <a:lnTo>
                    <a:pt x="79" y="0"/>
                  </a:lnTo>
                  <a:lnTo>
                    <a:pt x="84" y="15"/>
                  </a:lnTo>
                  <a:lnTo>
                    <a:pt x="95" y="31"/>
                  </a:lnTo>
                  <a:lnTo>
                    <a:pt x="105" y="46"/>
                  </a:lnTo>
                  <a:lnTo>
                    <a:pt x="111" y="61"/>
                  </a:lnTo>
                  <a:lnTo>
                    <a:pt x="116" y="76"/>
                  </a:lnTo>
                  <a:lnTo>
                    <a:pt x="116" y="92"/>
                  </a:lnTo>
                  <a:lnTo>
                    <a:pt x="116" y="107"/>
                  </a:lnTo>
                  <a:lnTo>
                    <a:pt x="100" y="117"/>
                  </a:lnTo>
                  <a:lnTo>
                    <a:pt x="84" y="117"/>
                  </a:lnTo>
                  <a:lnTo>
                    <a:pt x="69" y="117"/>
                  </a:lnTo>
                  <a:lnTo>
                    <a:pt x="53" y="117"/>
                  </a:lnTo>
                  <a:lnTo>
                    <a:pt x="37" y="112"/>
                  </a:lnTo>
                  <a:lnTo>
                    <a:pt x="21" y="102"/>
                  </a:lnTo>
                  <a:lnTo>
                    <a:pt x="11" y="86"/>
                  </a:lnTo>
                  <a:lnTo>
                    <a:pt x="5" y="71"/>
                  </a:lnTo>
                  <a:lnTo>
                    <a:pt x="5" y="66"/>
                  </a:lnTo>
                </a:path>
              </a:pathLst>
            </a:custGeom>
            <a:solidFill>
              <a:srgbClr val="EAEAEA"/>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CC"/>
                </a:solidFill>
                <a:ea typeface="黑体" panose="02010609060101010101" pitchFamily="49" charset="-122"/>
              </a:endParaRPr>
            </a:p>
          </p:txBody>
        </p:sp>
        <p:sp>
          <p:nvSpPr>
            <p:cNvPr id="1053845" name="Freeform 150"/>
            <p:cNvSpPr>
              <a:spLocks noChangeArrowheads="1"/>
            </p:cNvSpPr>
            <p:nvPr/>
          </p:nvSpPr>
          <p:spPr bwMode="auto">
            <a:xfrm>
              <a:off x="3469" y="239"/>
              <a:ext cx="82" cy="87"/>
            </a:xfrm>
            <a:custGeom>
              <a:avLst/>
              <a:gdLst>
                <a:gd name="T0" fmla="*/ 0 w 82"/>
                <a:gd name="T1" fmla="*/ 0 h 87"/>
                <a:gd name="T2" fmla="*/ 16 w 82"/>
                <a:gd name="T3" fmla="*/ 10 h 87"/>
                <a:gd name="T4" fmla="*/ 32 w 82"/>
                <a:gd name="T5" fmla="*/ 20 h 87"/>
                <a:gd name="T6" fmla="*/ 49 w 82"/>
                <a:gd name="T7" fmla="*/ 20 h 87"/>
                <a:gd name="T8" fmla="*/ 65 w 82"/>
                <a:gd name="T9" fmla="*/ 30 h 87"/>
                <a:gd name="T10" fmla="*/ 76 w 82"/>
                <a:gd name="T11" fmla="*/ 46 h 87"/>
                <a:gd name="T12" fmla="*/ 81 w 82"/>
                <a:gd name="T13" fmla="*/ 61 h 87"/>
                <a:gd name="T14" fmla="*/ 81 w 82"/>
                <a:gd name="T15" fmla="*/ 76 h 87"/>
                <a:gd name="T16" fmla="*/ 65 w 82"/>
                <a:gd name="T17" fmla="*/ 86 h 87"/>
                <a:gd name="T18" fmla="*/ 49 w 82"/>
                <a:gd name="T19" fmla="*/ 86 h 87"/>
                <a:gd name="T20" fmla="*/ 27 w 82"/>
                <a:gd name="T21" fmla="*/ 81 h 87"/>
                <a:gd name="T22" fmla="*/ 11 w 82"/>
                <a:gd name="T23" fmla="*/ 71 h 87"/>
                <a:gd name="T24" fmla="*/ 5 w 82"/>
                <a:gd name="T25" fmla="*/ 56 h 87"/>
                <a:gd name="T26" fmla="*/ 0 w 82"/>
                <a:gd name="T27" fmla="*/ 40 h 87"/>
                <a:gd name="T28" fmla="*/ 0 w 82"/>
                <a:gd name="T29" fmla="*/ 25 h 87"/>
                <a:gd name="T30" fmla="*/ 11 w 82"/>
                <a:gd name="T31" fmla="*/ 10 h 87"/>
                <a:gd name="T32" fmla="*/ 0 w 82"/>
                <a:gd name="T33" fmla="*/ 0 h 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82" h="87">
                  <a:moveTo>
                    <a:pt x="0" y="0"/>
                  </a:moveTo>
                  <a:lnTo>
                    <a:pt x="16" y="10"/>
                  </a:lnTo>
                  <a:lnTo>
                    <a:pt x="32" y="20"/>
                  </a:lnTo>
                  <a:lnTo>
                    <a:pt x="49" y="20"/>
                  </a:lnTo>
                  <a:lnTo>
                    <a:pt x="65" y="30"/>
                  </a:lnTo>
                  <a:lnTo>
                    <a:pt x="76" y="46"/>
                  </a:lnTo>
                  <a:lnTo>
                    <a:pt x="81" y="61"/>
                  </a:lnTo>
                  <a:lnTo>
                    <a:pt x="81" y="76"/>
                  </a:lnTo>
                  <a:lnTo>
                    <a:pt x="65" y="86"/>
                  </a:lnTo>
                  <a:lnTo>
                    <a:pt x="49" y="86"/>
                  </a:lnTo>
                  <a:lnTo>
                    <a:pt x="27" y="81"/>
                  </a:lnTo>
                  <a:lnTo>
                    <a:pt x="11" y="71"/>
                  </a:lnTo>
                  <a:lnTo>
                    <a:pt x="5" y="56"/>
                  </a:lnTo>
                  <a:lnTo>
                    <a:pt x="0" y="40"/>
                  </a:lnTo>
                  <a:lnTo>
                    <a:pt x="0" y="25"/>
                  </a:lnTo>
                  <a:lnTo>
                    <a:pt x="11" y="10"/>
                  </a:lnTo>
                  <a:lnTo>
                    <a:pt x="0" y="0"/>
                  </a:lnTo>
                </a:path>
              </a:pathLst>
            </a:custGeom>
            <a:solidFill>
              <a:srgbClr val="EAEAEA"/>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CC"/>
                </a:solidFill>
                <a:ea typeface="黑体" panose="02010609060101010101" pitchFamily="49" charset="-122"/>
              </a:endParaRPr>
            </a:p>
          </p:txBody>
        </p:sp>
      </p:grpSp>
      <p:sp>
        <p:nvSpPr>
          <p:cNvPr id="1053846" name="Text Box 151"/>
          <p:cNvSpPr txBox="1">
            <a:spLocks noChangeArrowheads="1"/>
          </p:cNvSpPr>
          <p:nvPr/>
        </p:nvSpPr>
        <p:spPr bwMode="auto">
          <a:xfrm>
            <a:off x="4064000" y="4375150"/>
            <a:ext cx="623888"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zh-CN" altLang="en-US" sz="2000" b="1">
                <a:solidFill>
                  <a:srgbClr val="0000CC"/>
                </a:solidFill>
                <a:ea typeface="黑体" panose="02010609060101010101" pitchFamily="49" charset="-122"/>
              </a:rPr>
              <a:t>网</a:t>
            </a:r>
            <a:r>
              <a:rPr lang="zh-CN" altLang="en-US" sz="800" b="1">
                <a:solidFill>
                  <a:srgbClr val="0000CC"/>
                </a:solidFill>
                <a:ea typeface="黑体" panose="02010609060101010101" pitchFamily="49" charset="-122"/>
              </a:rPr>
              <a:t> </a:t>
            </a:r>
            <a:r>
              <a:rPr lang="en-US" altLang="zh-CN" sz="2000" b="1">
                <a:solidFill>
                  <a:srgbClr val="0000CC"/>
                </a:solidFill>
                <a:ea typeface="黑体" panose="02010609060101010101" pitchFamily="49" charset="-122"/>
              </a:rPr>
              <a:t>5</a:t>
            </a:r>
          </a:p>
        </p:txBody>
      </p:sp>
      <p:pic>
        <p:nvPicPr>
          <p:cNvPr id="1053847" name="Picture 152"/>
          <p:cNvPicPr>
            <a:picLocks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5229225" y="4560888"/>
            <a:ext cx="563563" cy="3984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053848" name="Text Box 153"/>
          <p:cNvSpPr txBox="1">
            <a:spLocks noChangeArrowheads="1"/>
          </p:cNvSpPr>
          <p:nvPr/>
        </p:nvSpPr>
        <p:spPr bwMode="auto">
          <a:xfrm>
            <a:off x="4910138" y="4248150"/>
            <a:ext cx="465137"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en-US" altLang="zh-CN" sz="2000" b="1">
                <a:solidFill>
                  <a:srgbClr val="0000CC"/>
                </a:solidFill>
                <a:ea typeface="黑体" panose="02010609060101010101" pitchFamily="49" charset="-122"/>
              </a:rPr>
              <a:t>R</a:t>
            </a:r>
            <a:r>
              <a:rPr lang="en-US" altLang="zh-CN" sz="2000" b="1" baseline="-25000">
                <a:solidFill>
                  <a:srgbClr val="0000CC"/>
                </a:solidFill>
                <a:ea typeface="黑体" panose="02010609060101010101" pitchFamily="49" charset="-122"/>
              </a:rPr>
              <a:t>8</a:t>
            </a:r>
          </a:p>
        </p:txBody>
      </p:sp>
      <p:pic>
        <p:nvPicPr>
          <p:cNvPr id="1053849" name="Picture 154"/>
          <p:cNvPicPr>
            <a:picLocks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5159375" y="3784600"/>
            <a:ext cx="565150" cy="314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053850" name="灯片编号占位符 3"/>
          <p:cNvSpPr>
            <a:spLocks noGrp="1" noChangeArrowheads="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2A3D2DD7-5CC9-4129-B3D7-A39CAFACA4A7}" type="slidenum">
              <a:rPr lang="zh-CN" altLang="en-US" smtClean="0"/>
              <a:pPr eaLnBrk="1" hangingPunct="1"/>
              <a:t>41</a:t>
            </a:fld>
            <a:endParaRPr lang="en-US" altLang="zh-CN" smtClean="0"/>
          </a:p>
        </p:txBody>
      </p:sp>
      <p:sp>
        <p:nvSpPr>
          <p:cNvPr id="1053851" name="页脚占位符 4"/>
          <p:cNvSpPr>
            <a:spLocks noGrp="1" noChangeArrowheads="1"/>
          </p:cNvSpPr>
          <p:nvPr>
            <p:ph type="ftr"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zh-CN" smtClean="0"/>
              <a:t>ppt课件</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35" presetClass="emph" presetSubtype="0" repeatCount="3000" fill="hold" grpId="0" nodeType="afterEffect">
                                  <p:stCondLst>
                                    <p:cond delay="0"/>
                                  </p:stCondLst>
                                  <p:childTnLst>
                                    <p:anim calcmode="discrete" valueType="str">
                                      <p:cBhvr>
                                        <p:cTn id="6" dur="1000" fill="hold"/>
                                        <p:tgtEl>
                                          <p:spTgt spid="586757"/>
                                        </p:tgtEl>
                                        <p:attrNameLst>
                                          <p:attrName>style.visibility</p:attrName>
                                        </p:attrNameLst>
                                      </p:cBhvr>
                                      <p:tavLst>
                                        <p:tav tm="0">
                                          <p:val>
                                            <p:strVal val="hidden"/>
                                          </p:val>
                                        </p:tav>
                                        <p:tav tm="50000">
                                          <p:val>
                                            <p:strVal val="visible"/>
                                          </p:val>
                                        </p:tav>
                                      </p:tavLst>
                                    </p:anim>
                                  </p:childTnLst>
                                </p:cTn>
                              </p:par>
                              <p:par>
                                <p:cTn id="7" presetID="35" presetClass="emph" presetSubtype="0" repeatCount="3000" fill="hold" grpId="0" nodeType="withEffect">
                                  <p:stCondLst>
                                    <p:cond delay="0"/>
                                  </p:stCondLst>
                                  <p:childTnLst>
                                    <p:anim calcmode="discrete" valueType="str">
                                      <p:cBhvr>
                                        <p:cTn id="8" dur="1000" fill="hold"/>
                                        <p:tgtEl>
                                          <p:spTgt spid="586864"/>
                                        </p:tgtEl>
                                        <p:attrNameLst>
                                          <p:attrName>style.visibility</p:attrName>
                                        </p:attrNameLst>
                                      </p:cBhvr>
                                      <p:tavLst>
                                        <p:tav tm="0">
                                          <p:val>
                                            <p:strVal val="hidden"/>
                                          </p:val>
                                        </p:tav>
                                        <p:tav tm="50000">
                                          <p:val>
                                            <p:strVal val="visible"/>
                                          </p:val>
                                        </p:tav>
                                      </p:tavLst>
                                    </p:anim>
                                  </p:childTnLst>
                                </p:cTn>
                              </p:par>
                              <p:par>
                                <p:cTn id="9" presetID="35" presetClass="emph" presetSubtype="0" repeatCount="3000" fill="hold" grpId="0" nodeType="withEffect">
                                  <p:stCondLst>
                                    <p:cond delay="0"/>
                                  </p:stCondLst>
                                  <p:childTnLst>
                                    <p:anim calcmode="discrete" valueType="str">
                                      <p:cBhvr>
                                        <p:cTn id="10" dur="1000" fill="hold"/>
                                        <p:tgtEl>
                                          <p:spTgt spid="586863"/>
                                        </p:tgtEl>
                                        <p:attrNameLst>
                                          <p:attrName>style.visibility</p:attrName>
                                        </p:attrNameLst>
                                      </p:cBhvr>
                                      <p:tavLst>
                                        <p:tav tm="0">
                                          <p:val>
                                            <p:strVal val="hidden"/>
                                          </p:val>
                                        </p:tav>
                                        <p:tav tm="50000">
                                          <p:val>
                                            <p:strVal val="visible"/>
                                          </p:val>
                                        </p:tav>
                                      </p:tavLst>
                                    </p:anim>
                                  </p:childTnLst>
                                </p:cTn>
                              </p:par>
                              <p:par>
                                <p:cTn id="11" presetID="35" presetClass="emph" presetSubtype="0" repeatCount="3000" fill="hold" grpId="0" nodeType="withEffect">
                                  <p:stCondLst>
                                    <p:cond delay="0"/>
                                  </p:stCondLst>
                                  <p:childTnLst>
                                    <p:anim calcmode="discrete" valueType="str">
                                      <p:cBhvr>
                                        <p:cTn id="12" dur="1000" fill="hold"/>
                                        <p:tgtEl>
                                          <p:spTgt spid="586862"/>
                                        </p:tgtEl>
                                        <p:attrNameLst>
                                          <p:attrName>style.visibility</p:attrName>
                                        </p:attrNameLst>
                                      </p:cBhvr>
                                      <p:tavLst>
                                        <p:tav tm="0">
                                          <p:val>
                                            <p:strVal val="hidden"/>
                                          </p:val>
                                        </p:tav>
                                        <p:tav tm="50000">
                                          <p:val>
                                            <p:strVal val="visible"/>
                                          </p:val>
                                        </p:tav>
                                      </p:tavLst>
                                    </p:anim>
                                  </p:childTnLst>
                                </p:cTn>
                              </p:par>
                              <p:par>
                                <p:cTn id="13" presetID="35" presetClass="emph" presetSubtype="0" repeatCount="3000" fill="hold" grpId="0" nodeType="withEffect">
                                  <p:stCondLst>
                                    <p:cond delay="0"/>
                                  </p:stCondLst>
                                  <p:childTnLst>
                                    <p:anim calcmode="discrete" valueType="str">
                                      <p:cBhvr>
                                        <p:cTn id="14" dur="1000" fill="hold"/>
                                        <p:tgtEl>
                                          <p:spTgt spid="586861"/>
                                        </p:tgtEl>
                                        <p:attrNameLst>
                                          <p:attrName>style.visibility</p:attrName>
                                        </p:attrNameLst>
                                      </p:cBhvr>
                                      <p:tavLst>
                                        <p:tav tm="0">
                                          <p:val>
                                            <p:strVal val="hidden"/>
                                          </p:val>
                                        </p:tav>
                                        <p:tav tm="50000">
                                          <p:val>
                                            <p:strVal val="visible"/>
                                          </p:val>
                                        </p:tav>
                                      </p:tavLst>
                                    </p:anim>
                                  </p:childTnLst>
                                </p:cTn>
                              </p:par>
                              <p:par>
                                <p:cTn id="15" presetID="35" presetClass="emph" presetSubtype="0" repeatCount="3000" fill="hold" grpId="0" nodeType="withEffect">
                                  <p:stCondLst>
                                    <p:cond delay="0"/>
                                  </p:stCondLst>
                                  <p:childTnLst>
                                    <p:anim calcmode="discrete" valueType="str">
                                      <p:cBhvr>
                                        <p:cTn id="16" dur="1000" fill="hold"/>
                                        <p:tgtEl>
                                          <p:spTgt spid="586860"/>
                                        </p:tgtEl>
                                        <p:attrNameLst>
                                          <p:attrName>style.visibility</p:attrName>
                                        </p:attrNameLst>
                                      </p:cBhvr>
                                      <p:tavLst>
                                        <p:tav tm="0">
                                          <p:val>
                                            <p:strVal val="hidden"/>
                                          </p:val>
                                        </p:tav>
                                        <p:tav tm="50000">
                                          <p:val>
                                            <p:strVal val="visible"/>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86757" grpId="0"/>
      <p:bldP spid="586860" grpId="0"/>
      <p:bldP spid="586861" grpId="0"/>
      <p:bldP spid="586862" grpId="0"/>
      <p:bldP spid="586863" grpId="0"/>
      <p:bldP spid="586864" grpId="0"/>
    </p:bld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7781" name="Rectangle 5"/>
          <p:cNvSpPr>
            <a:spLocks noGrp="1" noChangeArrowheads="1"/>
          </p:cNvSpPr>
          <p:nvPr>
            <p:ph type="title"/>
          </p:nvPr>
        </p:nvSpPr>
        <p:spPr/>
        <p:txBody>
          <a:bodyPr/>
          <a:lstStyle/>
          <a:p>
            <a:pPr algn="ctr"/>
            <a:r>
              <a:rPr lang="zh-CN" altLang="en-US" smtClean="0">
                <a:ea typeface="黑体" panose="02010609060101010101" pitchFamily="49" charset="-122"/>
              </a:rPr>
              <a:t>区域边界路由器 </a:t>
            </a:r>
          </a:p>
        </p:txBody>
      </p:sp>
      <p:grpSp>
        <p:nvGrpSpPr>
          <p:cNvPr id="1055746" name="Group 2"/>
          <p:cNvGrpSpPr>
            <a:grpSpLocks/>
          </p:cNvGrpSpPr>
          <p:nvPr/>
        </p:nvGrpSpPr>
        <p:grpSpPr bwMode="auto">
          <a:xfrm>
            <a:off x="249238" y="1819275"/>
            <a:ext cx="9599612" cy="3760788"/>
            <a:chOff x="79" y="1560"/>
            <a:chExt cx="5582" cy="2369"/>
          </a:xfrm>
        </p:grpSpPr>
        <p:sp>
          <p:nvSpPr>
            <p:cNvPr id="1055747" name="AutoShape 3"/>
            <p:cNvSpPr>
              <a:spLocks noChangeArrowheads="1"/>
            </p:cNvSpPr>
            <p:nvPr/>
          </p:nvSpPr>
          <p:spPr bwMode="auto">
            <a:xfrm>
              <a:off x="79" y="1570"/>
              <a:ext cx="5582" cy="2359"/>
            </a:xfrm>
            <a:prstGeom prst="roundRect">
              <a:avLst>
                <a:gd name="adj" fmla="val 16667"/>
              </a:avLst>
            </a:prstGeom>
            <a:solidFill>
              <a:srgbClr val="CCECFF"/>
            </a:solidFill>
            <a:ln w="19050">
              <a:solidFill>
                <a:schemeClr val="tx1"/>
              </a:solidFill>
              <a:round/>
              <a:headEnd/>
              <a:tailEnd/>
            </a:ln>
            <a:effectLst>
              <a:outerShdw dist="35921" dir="2700000" algn="ctr" rotWithShape="0">
                <a:schemeClr val="bg2"/>
              </a:outerShdw>
            </a:effectLst>
          </p:spPr>
          <p:txBody>
            <a:bodyPr wrap="none" anchor="ctr"/>
            <a:lstStyle/>
            <a:p>
              <a:pPr eaLnBrk="0" hangingPunct="0"/>
              <a:endParaRPr lang="zh-CN" altLang="en-US" b="1">
                <a:solidFill>
                  <a:srgbClr val="0000CC"/>
                </a:solidFill>
                <a:ea typeface="黑体" panose="02010609060101010101" pitchFamily="49" charset="-122"/>
              </a:endParaRPr>
            </a:p>
          </p:txBody>
        </p:sp>
        <p:sp>
          <p:nvSpPr>
            <p:cNvPr id="1055748" name="Text Box 4"/>
            <p:cNvSpPr txBox="1">
              <a:spLocks noChangeArrowheads="1"/>
            </p:cNvSpPr>
            <p:nvPr/>
          </p:nvSpPr>
          <p:spPr bwMode="auto">
            <a:xfrm>
              <a:off x="247" y="1560"/>
              <a:ext cx="1119" cy="2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zh-CN" altLang="en-US" sz="2400" b="1">
                  <a:solidFill>
                    <a:srgbClr val="0000CC"/>
                  </a:solidFill>
                  <a:ea typeface="黑体" panose="02010609060101010101" pitchFamily="49" charset="-122"/>
                </a:rPr>
                <a:t>自治系统 </a:t>
              </a:r>
              <a:r>
                <a:rPr lang="en-US" altLang="zh-CN" sz="2400" b="1">
                  <a:solidFill>
                    <a:srgbClr val="0000CC"/>
                  </a:solidFill>
                  <a:ea typeface="黑体" panose="02010609060101010101" pitchFamily="49" charset="-122"/>
                </a:rPr>
                <a:t>AS</a:t>
              </a:r>
            </a:p>
          </p:txBody>
        </p:sp>
      </p:grpSp>
      <p:sp>
        <p:nvSpPr>
          <p:cNvPr id="1055749" name="Oval 6"/>
          <p:cNvSpPr>
            <a:spLocks noChangeArrowheads="1"/>
          </p:cNvSpPr>
          <p:nvPr/>
        </p:nvSpPr>
        <p:spPr bwMode="auto">
          <a:xfrm>
            <a:off x="3910013" y="2406650"/>
            <a:ext cx="3135312" cy="1511300"/>
          </a:xfrm>
          <a:prstGeom prst="ellipse">
            <a:avLst/>
          </a:prstGeom>
          <a:solidFill>
            <a:srgbClr val="FFCCFF"/>
          </a:solidFill>
          <a:ln w="9525">
            <a:solidFill>
              <a:schemeClr val="tx1"/>
            </a:solidFill>
            <a:round/>
            <a:headEnd/>
            <a:tailEnd/>
          </a:ln>
          <a:effectLst>
            <a:outerShdw dist="35921" dir="2700000" algn="ctr" rotWithShape="0">
              <a:schemeClr val="bg2"/>
            </a:outerShdw>
          </a:effectLst>
        </p:spPr>
        <p:txBody>
          <a:bodyPr wrap="none" anchor="ctr"/>
          <a:lstStyle/>
          <a:p>
            <a:pPr eaLnBrk="0" hangingPunct="0"/>
            <a:endParaRPr lang="zh-CN" altLang="en-US" b="1">
              <a:solidFill>
                <a:srgbClr val="0000CC"/>
              </a:solidFill>
              <a:ea typeface="黑体" panose="02010609060101010101" pitchFamily="49" charset="-122"/>
            </a:endParaRPr>
          </a:p>
        </p:txBody>
      </p:sp>
      <p:sp>
        <p:nvSpPr>
          <p:cNvPr id="1055750" name="Oval 7"/>
          <p:cNvSpPr>
            <a:spLocks noChangeArrowheads="1"/>
          </p:cNvSpPr>
          <p:nvPr/>
        </p:nvSpPr>
        <p:spPr bwMode="auto">
          <a:xfrm>
            <a:off x="361950" y="2336800"/>
            <a:ext cx="3430588" cy="2406650"/>
          </a:xfrm>
          <a:prstGeom prst="ellipse">
            <a:avLst/>
          </a:prstGeom>
          <a:solidFill>
            <a:srgbClr val="FFFF99"/>
          </a:solidFill>
          <a:ln w="9525">
            <a:solidFill>
              <a:schemeClr val="tx1"/>
            </a:solidFill>
            <a:round/>
            <a:headEnd/>
            <a:tailEnd/>
          </a:ln>
          <a:effectLst>
            <a:outerShdw dist="35921" dir="2700000" algn="ctr" rotWithShape="0">
              <a:schemeClr val="bg2"/>
            </a:outerShdw>
          </a:effectLst>
        </p:spPr>
        <p:txBody>
          <a:bodyPr wrap="none" anchor="ctr"/>
          <a:lstStyle/>
          <a:p>
            <a:pPr eaLnBrk="0" hangingPunct="0"/>
            <a:endParaRPr lang="zh-CN" altLang="en-US" b="1">
              <a:solidFill>
                <a:srgbClr val="0000CC"/>
              </a:solidFill>
              <a:ea typeface="黑体" panose="02010609060101010101" pitchFamily="49" charset="-122"/>
            </a:endParaRPr>
          </a:p>
        </p:txBody>
      </p:sp>
      <p:sp>
        <p:nvSpPr>
          <p:cNvPr id="1055751" name="Oval 8"/>
          <p:cNvSpPr>
            <a:spLocks noChangeArrowheads="1"/>
          </p:cNvSpPr>
          <p:nvPr/>
        </p:nvSpPr>
        <p:spPr bwMode="auto">
          <a:xfrm>
            <a:off x="7127875" y="2336800"/>
            <a:ext cx="2605088" cy="2406650"/>
          </a:xfrm>
          <a:prstGeom prst="ellipse">
            <a:avLst/>
          </a:prstGeom>
          <a:solidFill>
            <a:srgbClr val="FFFF99"/>
          </a:solidFill>
          <a:ln w="9525">
            <a:solidFill>
              <a:schemeClr val="tx1"/>
            </a:solidFill>
            <a:round/>
            <a:headEnd/>
            <a:tailEnd/>
          </a:ln>
          <a:effectLst>
            <a:outerShdw dist="35921" dir="2700000" algn="ctr" rotWithShape="0">
              <a:schemeClr val="bg2"/>
            </a:outerShdw>
          </a:effectLst>
        </p:spPr>
        <p:txBody>
          <a:bodyPr wrap="none" anchor="ctr"/>
          <a:lstStyle/>
          <a:p>
            <a:pPr eaLnBrk="0" hangingPunct="0"/>
            <a:endParaRPr lang="zh-CN" altLang="en-US" b="1">
              <a:solidFill>
                <a:srgbClr val="0000CC"/>
              </a:solidFill>
              <a:ea typeface="黑体" panose="02010609060101010101" pitchFamily="49" charset="-122"/>
            </a:endParaRPr>
          </a:p>
        </p:txBody>
      </p:sp>
      <p:sp>
        <p:nvSpPr>
          <p:cNvPr id="1055752" name="Text Box 9"/>
          <p:cNvSpPr txBox="1">
            <a:spLocks noChangeArrowheads="1"/>
          </p:cNvSpPr>
          <p:nvPr/>
        </p:nvSpPr>
        <p:spPr bwMode="auto">
          <a:xfrm>
            <a:off x="1089025" y="4716463"/>
            <a:ext cx="1828800" cy="461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zh-CN" altLang="en-US" sz="2400" b="1">
                <a:solidFill>
                  <a:srgbClr val="C00000"/>
                </a:solidFill>
                <a:ea typeface="黑体" panose="02010609060101010101" pitchFamily="49" charset="-122"/>
              </a:rPr>
              <a:t>区域 </a:t>
            </a:r>
            <a:r>
              <a:rPr lang="en-US" altLang="zh-CN" sz="2400" b="1">
                <a:solidFill>
                  <a:srgbClr val="C00000"/>
                </a:solidFill>
                <a:ea typeface="黑体" panose="02010609060101010101" pitchFamily="49" charset="-122"/>
              </a:rPr>
              <a:t>0.0.0.1</a:t>
            </a:r>
          </a:p>
        </p:txBody>
      </p:sp>
      <p:sp>
        <p:nvSpPr>
          <p:cNvPr id="1055753" name="Text Box 10"/>
          <p:cNvSpPr txBox="1">
            <a:spLocks noChangeArrowheads="1"/>
          </p:cNvSpPr>
          <p:nvPr/>
        </p:nvSpPr>
        <p:spPr bwMode="auto">
          <a:xfrm>
            <a:off x="7640638" y="4787900"/>
            <a:ext cx="1830387"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zh-CN" altLang="en-US" sz="2400" b="1">
                <a:solidFill>
                  <a:srgbClr val="C00000"/>
                </a:solidFill>
                <a:ea typeface="黑体" panose="02010609060101010101" pitchFamily="49" charset="-122"/>
              </a:rPr>
              <a:t>区域 </a:t>
            </a:r>
            <a:r>
              <a:rPr lang="en-US" altLang="zh-CN" sz="2400" b="1">
                <a:solidFill>
                  <a:srgbClr val="C00000"/>
                </a:solidFill>
                <a:ea typeface="黑体" panose="02010609060101010101" pitchFamily="49" charset="-122"/>
              </a:rPr>
              <a:t>0.0.0.3</a:t>
            </a:r>
          </a:p>
        </p:txBody>
      </p:sp>
      <p:sp>
        <p:nvSpPr>
          <p:cNvPr id="1055754" name="Text Box 11"/>
          <p:cNvSpPr txBox="1">
            <a:spLocks noChangeArrowheads="1"/>
          </p:cNvSpPr>
          <p:nvPr/>
        </p:nvSpPr>
        <p:spPr bwMode="auto">
          <a:xfrm>
            <a:off x="3913188" y="1903413"/>
            <a:ext cx="2447925" cy="461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zh-CN" altLang="en-US" sz="2400" b="1">
                <a:solidFill>
                  <a:srgbClr val="C00000"/>
                </a:solidFill>
                <a:ea typeface="黑体" panose="02010609060101010101" pitchFamily="49" charset="-122"/>
              </a:rPr>
              <a:t>主干区域 </a:t>
            </a:r>
            <a:r>
              <a:rPr lang="en-US" altLang="zh-CN" sz="2400" b="1">
                <a:solidFill>
                  <a:srgbClr val="C00000"/>
                </a:solidFill>
                <a:ea typeface="黑体" panose="02010609060101010101" pitchFamily="49" charset="-122"/>
              </a:rPr>
              <a:t>0.0.0.0</a:t>
            </a:r>
          </a:p>
        </p:txBody>
      </p:sp>
      <p:sp>
        <p:nvSpPr>
          <p:cNvPr id="1055755" name="Line 12"/>
          <p:cNvSpPr>
            <a:spLocks noChangeShapeType="1"/>
          </p:cNvSpPr>
          <p:nvPr/>
        </p:nvSpPr>
        <p:spPr bwMode="auto">
          <a:xfrm flipV="1">
            <a:off x="5478463" y="1719263"/>
            <a:ext cx="1154112" cy="962025"/>
          </a:xfrm>
          <a:prstGeom prst="line">
            <a:avLst/>
          </a:prstGeom>
          <a:noFill/>
          <a:ln w="38100">
            <a:solidFill>
              <a:srgbClr val="333399"/>
            </a:solidFill>
            <a:round/>
            <a:headEnd/>
            <a:tailEnd type="triangle" w="sm" len="me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CC"/>
              </a:solidFill>
              <a:ea typeface="黑体" panose="02010609060101010101" pitchFamily="49" charset="-122"/>
            </a:endParaRPr>
          </a:p>
        </p:txBody>
      </p:sp>
      <p:sp>
        <p:nvSpPr>
          <p:cNvPr id="1055756" name="Text Box 13"/>
          <p:cNvSpPr txBox="1">
            <a:spLocks noChangeArrowheads="1"/>
          </p:cNvSpPr>
          <p:nvPr/>
        </p:nvSpPr>
        <p:spPr bwMode="auto">
          <a:xfrm>
            <a:off x="5835650" y="1268413"/>
            <a:ext cx="2338388" cy="461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zh-CN" altLang="en-US" sz="2400" b="1">
                <a:solidFill>
                  <a:srgbClr val="0000CC"/>
                </a:solidFill>
                <a:ea typeface="黑体" panose="02010609060101010101" pitchFamily="49" charset="-122"/>
              </a:rPr>
              <a:t>至其他自治系统</a:t>
            </a:r>
          </a:p>
        </p:txBody>
      </p:sp>
      <p:sp>
        <p:nvSpPr>
          <p:cNvPr id="1055757" name="Line 14"/>
          <p:cNvSpPr>
            <a:spLocks noChangeShapeType="1"/>
          </p:cNvSpPr>
          <p:nvPr/>
        </p:nvSpPr>
        <p:spPr bwMode="auto">
          <a:xfrm>
            <a:off x="7127875" y="3230563"/>
            <a:ext cx="908050" cy="273050"/>
          </a:xfrm>
          <a:prstGeom prst="line">
            <a:avLst/>
          </a:prstGeom>
          <a:noFill/>
          <a:ln w="19050">
            <a:solidFill>
              <a:srgbClr val="333399"/>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CC"/>
              </a:solidFill>
              <a:ea typeface="黑体" panose="02010609060101010101" pitchFamily="49" charset="-122"/>
            </a:endParaRPr>
          </a:p>
        </p:txBody>
      </p:sp>
      <p:sp>
        <p:nvSpPr>
          <p:cNvPr id="1055758" name="Line 15"/>
          <p:cNvSpPr>
            <a:spLocks noChangeShapeType="1"/>
          </p:cNvSpPr>
          <p:nvPr/>
        </p:nvSpPr>
        <p:spPr bwMode="auto">
          <a:xfrm flipV="1">
            <a:off x="8201025" y="3436938"/>
            <a:ext cx="822325" cy="136525"/>
          </a:xfrm>
          <a:prstGeom prst="line">
            <a:avLst/>
          </a:prstGeom>
          <a:noFill/>
          <a:ln w="19050">
            <a:solidFill>
              <a:srgbClr val="333399"/>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CC"/>
              </a:solidFill>
              <a:ea typeface="黑体" panose="02010609060101010101" pitchFamily="49" charset="-122"/>
            </a:endParaRPr>
          </a:p>
        </p:txBody>
      </p:sp>
      <p:sp>
        <p:nvSpPr>
          <p:cNvPr id="1055759" name="Line 16"/>
          <p:cNvSpPr>
            <a:spLocks noChangeShapeType="1"/>
          </p:cNvSpPr>
          <p:nvPr/>
        </p:nvSpPr>
        <p:spPr bwMode="auto">
          <a:xfrm>
            <a:off x="8613775" y="2749550"/>
            <a:ext cx="409575" cy="687388"/>
          </a:xfrm>
          <a:prstGeom prst="line">
            <a:avLst/>
          </a:prstGeom>
          <a:noFill/>
          <a:ln w="19050">
            <a:solidFill>
              <a:srgbClr val="333399"/>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CC"/>
              </a:solidFill>
              <a:ea typeface="黑体" panose="02010609060101010101" pitchFamily="49" charset="-122"/>
            </a:endParaRPr>
          </a:p>
        </p:txBody>
      </p:sp>
      <p:sp>
        <p:nvSpPr>
          <p:cNvPr id="1055760" name="Line 17"/>
          <p:cNvSpPr>
            <a:spLocks noChangeShapeType="1"/>
          </p:cNvSpPr>
          <p:nvPr/>
        </p:nvSpPr>
        <p:spPr bwMode="auto">
          <a:xfrm flipH="1">
            <a:off x="8528050" y="3503613"/>
            <a:ext cx="495300" cy="757237"/>
          </a:xfrm>
          <a:prstGeom prst="line">
            <a:avLst/>
          </a:prstGeom>
          <a:noFill/>
          <a:ln w="19050">
            <a:solidFill>
              <a:srgbClr val="333399"/>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CC"/>
              </a:solidFill>
              <a:ea typeface="黑体" panose="02010609060101010101" pitchFamily="49" charset="-122"/>
            </a:endParaRPr>
          </a:p>
        </p:txBody>
      </p:sp>
      <p:sp>
        <p:nvSpPr>
          <p:cNvPr id="1055761" name="Line 18"/>
          <p:cNvSpPr>
            <a:spLocks noChangeShapeType="1"/>
          </p:cNvSpPr>
          <p:nvPr/>
        </p:nvSpPr>
        <p:spPr bwMode="auto">
          <a:xfrm flipV="1">
            <a:off x="5889625" y="3230563"/>
            <a:ext cx="1069975" cy="138112"/>
          </a:xfrm>
          <a:prstGeom prst="line">
            <a:avLst/>
          </a:prstGeom>
          <a:noFill/>
          <a:ln w="28575">
            <a:solidFill>
              <a:srgbClr val="333399"/>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CC"/>
              </a:solidFill>
              <a:ea typeface="黑体" panose="02010609060101010101" pitchFamily="49" charset="-122"/>
            </a:endParaRPr>
          </a:p>
        </p:txBody>
      </p:sp>
      <p:sp>
        <p:nvSpPr>
          <p:cNvPr id="1055762" name="Line 19"/>
          <p:cNvSpPr>
            <a:spLocks noChangeShapeType="1"/>
          </p:cNvSpPr>
          <p:nvPr/>
        </p:nvSpPr>
        <p:spPr bwMode="auto">
          <a:xfrm>
            <a:off x="5561013" y="2681288"/>
            <a:ext cx="163512" cy="617537"/>
          </a:xfrm>
          <a:prstGeom prst="line">
            <a:avLst/>
          </a:prstGeom>
          <a:noFill/>
          <a:ln w="28575">
            <a:solidFill>
              <a:srgbClr val="333399"/>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CC"/>
              </a:solidFill>
              <a:ea typeface="黑体" panose="02010609060101010101" pitchFamily="49" charset="-122"/>
            </a:endParaRPr>
          </a:p>
        </p:txBody>
      </p:sp>
      <p:sp>
        <p:nvSpPr>
          <p:cNvPr id="1055763" name="Line 20"/>
          <p:cNvSpPr>
            <a:spLocks noChangeShapeType="1"/>
          </p:cNvSpPr>
          <p:nvPr/>
        </p:nvSpPr>
        <p:spPr bwMode="auto">
          <a:xfrm flipH="1">
            <a:off x="5478463" y="3436938"/>
            <a:ext cx="246062" cy="481012"/>
          </a:xfrm>
          <a:prstGeom prst="line">
            <a:avLst/>
          </a:prstGeom>
          <a:noFill/>
          <a:ln w="28575">
            <a:solidFill>
              <a:srgbClr val="333399"/>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CC"/>
              </a:solidFill>
              <a:ea typeface="黑体" panose="02010609060101010101" pitchFamily="49" charset="-122"/>
            </a:endParaRPr>
          </a:p>
        </p:txBody>
      </p:sp>
      <p:sp>
        <p:nvSpPr>
          <p:cNvPr id="1055764" name="Line 21"/>
          <p:cNvSpPr>
            <a:spLocks noChangeShapeType="1"/>
          </p:cNvSpPr>
          <p:nvPr/>
        </p:nvSpPr>
        <p:spPr bwMode="auto">
          <a:xfrm>
            <a:off x="3744913" y="3094038"/>
            <a:ext cx="1733550" cy="274637"/>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CC"/>
              </a:solidFill>
              <a:ea typeface="黑体" panose="02010609060101010101" pitchFamily="49" charset="-122"/>
            </a:endParaRPr>
          </a:p>
        </p:txBody>
      </p:sp>
      <p:sp>
        <p:nvSpPr>
          <p:cNvPr id="1055765" name="Line 22"/>
          <p:cNvSpPr>
            <a:spLocks noChangeShapeType="1"/>
          </p:cNvSpPr>
          <p:nvPr/>
        </p:nvSpPr>
        <p:spPr bwMode="auto">
          <a:xfrm flipV="1">
            <a:off x="3827463" y="2749550"/>
            <a:ext cx="1568450" cy="344488"/>
          </a:xfrm>
          <a:prstGeom prst="line">
            <a:avLst/>
          </a:prstGeom>
          <a:noFill/>
          <a:ln w="28575">
            <a:solidFill>
              <a:srgbClr val="333399"/>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CC"/>
              </a:solidFill>
              <a:ea typeface="黑体" panose="02010609060101010101" pitchFamily="49" charset="-122"/>
            </a:endParaRPr>
          </a:p>
        </p:txBody>
      </p:sp>
      <p:sp>
        <p:nvSpPr>
          <p:cNvPr id="1055766" name="Line 23"/>
          <p:cNvSpPr>
            <a:spLocks noChangeShapeType="1"/>
          </p:cNvSpPr>
          <p:nvPr/>
        </p:nvSpPr>
        <p:spPr bwMode="auto">
          <a:xfrm flipH="1">
            <a:off x="1187450" y="2749550"/>
            <a:ext cx="1236663" cy="344488"/>
          </a:xfrm>
          <a:prstGeom prst="line">
            <a:avLst/>
          </a:prstGeom>
          <a:noFill/>
          <a:ln w="19050">
            <a:solidFill>
              <a:schemeClr val="tx2"/>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CC"/>
              </a:solidFill>
              <a:ea typeface="黑体" panose="02010609060101010101" pitchFamily="49" charset="-122"/>
            </a:endParaRPr>
          </a:p>
        </p:txBody>
      </p:sp>
      <p:sp>
        <p:nvSpPr>
          <p:cNvPr id="1055767" name="Line 24"/>
          <p:cNvSpPr>
            <a:spLocks noChangeShapeType="1"/>
          </p:cNvSpPr>
          <p:nvPr/>
        </p:nvSpPr>
        <p:spPr bwMode="auto">
          <a:xfrm>
            <a:off x="2424113" y="2816225"/>
            <a:ext cx="496887" cy="757238"/>
          </a:xfrm>
          <a:prstGeom prst="line">
            <a:avLst/>
          </a:prstGeom>
          <a:noFill/>
          <a:ln w="19050">
            <a:solidFill>
              <a:schemeClr val="tx2"/>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CC"/>
              </a:solidFill>
              <a:ea typeface="黑体" panose="02010609060101010101" pitchFamily="49" charset="-122"/>
            </a:endParaRPr>
          </a:p>
        </p:txBody>
      </p:sp>
      <p:sp>
        <p:nvSpPr>
          <p:cNvPr id="1055768" name="Line 25"/>
          <p:cNvSpPr>
            <a:spLocks noChangeShapeType="1"/>
          </p:cNvSpPr>
          <p:nvPr/>
        </p:nvSpPr>
        <p:spPr bwMode="auto">
          <a:xfrm flipV="1">
            <a:off x="3001963" y="3160713"/>
            <a:ext cx="742950" cy="412750"/>
          </a:xfrm>
          <a:prstGeom prst="line">
            <a:avLst/>
          </a:prstGeom>
          <a:noFill/>
          <a:ln w="19050">
            <a:solidFill>
              <a:schemeClr val="tx2"/>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CC"/>
              </a:solidFill>
              <a:ea typeface="黑体" panose="02010609060101010101" pitchFamily="49" charset="-122"/>
            </a:endParaRPr>
          </a:p>
        </p:txBody>
      </p:sp>
      <p:sp>
        <p:nvSpPr>
          <p:cNvPr id="1055769" name="Line 26"/>
          <p:cNvSpPr>
            <a:spLocks noChangeShapeType="1"/>
          </p:cNvSpPr>
          <p:nvPr/>
        </p:nvSpPr>
        <p:spPr bwMode="auto">
          <a:xfrm flipH="1">
            <a:off x="1763713" y="3643313"/>
            <a:ext cx="1074737" cy="138112"/>
          </a:xfrm>
          <a:prstGeom prst="line">
            <a:avLst/>
          </a:prstGeom>
          <a:noFill/>
          <a:ln w="19050">
            <a:solidFill>
              <a:schemeClr val="tx2"/>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CC"/>
              </a:solidFill>
              <a:ea typeface="黑体" panose="02010609060101010101" pitchFamily="49" charset="-122"/>
            </a:endParaRPr>
          </a:p>
        </p:txBody>
      </p:sp>
      <p:sp>
        <p:nvSpPr>
          <p:cNvPr id="1055770" name="Line 27"/>
          <p:cNvSpPr>
            <a:spLocks noChangeShapeType="1"/>
          </p:cNvSpPr>
          <p:nvPr/>
        </p:nvSpPr>
        <p:spPr bwMode="auto">
          <a:xfrm>
            <a:off x="1763713" y="3848100"/>
            <a:ext cx="414337" cy="412750"/>
          </a:xfrm>
          <a:prstGeom prst="line">
            <a:avLst/>
          </a:prstGeom>
          <a:noFill/>
          <a:ln w="19050">
            <a:solidFill>
              <a:schemeClr val="tx2"/>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CC"/>
              </a:solidFill>
              <a:ea typeface="黑体" panose="02010609060101010101" pitchFamily="49" charset="-122"/>
            </a:endParaRPr>
          </a:p>
        </p:txBody>
      </p:sp>
      <p:grpSp>
        <p:nvGrpSpPr>
          <p:cNvPr id="1055771" name="Group 28"/>
          <p:cNvGrpSpPr>
            <a:grpSpLocks/>
          </p:cNvGrpSpPr>
          <p:nvPr/>
        </p:nvGrpSpPr>
        <p:grpSpPr bwMode="auto">
          <a:xfrm>
            <a:off x="2589213" y="3368675"/>
            <a:ext cx="742950" cy="479425"/>
            <a:chOff x="2949" y="196"/>
            <a:chExt cx="941" cy="598"/>
          </a:xfrm>
        </p:grpSpPr>
        <p:sp>
          <p:nvSpPr>
            <p:cNvPr id="1055772" name="Oval 29"/>
            <p:cNvSpPr>
              <a:spLocks noChangeArrowheads="1"/>
            </p:cNvSpPr>
            <p:nvPr/>
          </p:nvSpPr>
          <p:spPr bwMode="auto">
            <a:xfrm>
              <a:off x="3168" y="196"/>
              <a:ext cx="407" cy="162"/>
            </a:xfrm>
            <a:prstGeom prst="ellipse">
              <a:avLst/>
            </a:prstGeom>
            <a:solidFill>
              <a:srgbClr val="EAEAEA"/>
            </a:solidFill>
            <a:ln w="12700">
              <a:solidFill>
                <a:schemeClr val="tx1"/>
              </a:solidFill>
              <a:round/>
              <a:headEnd/>
              <a:tailEnd/>
            </a:ln>
          </p:spPr>
          <p:txBody>
            <a:bodyPr wrap="none" anchor="ctr"/>
            <a:lstStyle/>
            <a:p>
              <a:pPr eaLnBrk="0" hangingPunct="0"/>
              <a:endParaRPr lang="zh-CN" altLang="en-US" b="1">
                <a:solidFill>
                  <a:srgbClr val="0000CC"/>
                </a:solidFill>
                <a:ea typeface="黑体" panose="02010609060101010101" pitchFamily="49" charset="-122"/>
              </a:endParaRPr>
            </a:p>
          </p:txBody>
        </p:sp>
        <p:sp>
          <p:nvSpPr>
            <p:cNvPr id="1055773" name="Oval 30"/>
            <p:cNvSpPr>
              <a:spLocks noChangeArrowheads="1"/>
            </p:cNvSpPr>
            <p:nvPr/>
          </p:nvSpPr>
          <p:spPr bwMode="auto">
            <a:xfrm rot="900000">
              <a:off x="3512" y="252"/>
              <a:ext cx="275" cy="131"/>
            </a:xfrm>
            <a:prstGeom prst="ellipse">
              <a:avLst/>
            </a:prstGeom>
            <a:solidFill>
              <a:srgbClr val="EAEAEA"/>
            </a:solidFill>
            <a:ln w="12700">
              <a:solidFill>
                <a:schemeClr val="tx1"/>
              </a:solidFill>
              <a:round/>
              <a:headEnd/>
              <a:tailEnd/>
            </a:ln>
          </p:spPr>
          <p:txBody>
            <a:bodyPr wrap="none" anchor="ctr"/>
            <a:lstStyle/>
            <a:p>
              <a:pPr eaLnBrk="0" hangingPunct="0"/>
              <a:endParaRPr lang="zh-CN" altLang="en-US" b="1">
                <a:solidFill>
                  <a:srgbClr val="0000CC"/>
                </a:solidFill>
                <a:ea typeface="黑体" panose="02010609060101010101" pitchFamily="49" charset="-122"/>
              </a:endParaRPr>
            </a:p>
          </p:txBody>
        </p:sp>
        <p:sp>
          <p:nvSpPr>
            <p:cNvPr id="1055774" name="Oval 31"/>
            <p:cNvSpPr>
              <a:spLocks noChangeArrowheads="1"/>
            </p:cNvSpPr>
            <p:nvPr/>
          </p:nvSpPr>
          <p:spPr bwMode="auto">
            <a:xfrm rot="1500000">
              <a:off x="3650" y="385"/>
              <a:ext cx="240" cy="153"/>
            </a:xfrm>
            <a:prstGeom prst="ellipse">
              <a:avLst/>
            </a:prstGeom>
            <a:solidFill>
              <a:srgbClr val="EAEAEA"/>
            </a:solidFill>
            <a:ln w="12700">
              <a:solidFill>
                <a:schemeClr val="tx1"/>
              </a:solidFill>
              <a:round/>
              <a:headEnd/>
              <a:tailEnd/>
            </a:ln>
          </p:spPr>
          <p:txBody>
            <a:bodyPr wrap="none" anchor="ctr"/>
            <a:lstStyle/>
            <a:p>
              <a:pPr eaLnBrk="0" hangingPunct="0"/>
              <a:endParaRPr lang="zh-CN" altLang="en-US" b="1">
                <a:solidFill>
                  <a:srgbClr val="0000CC"/>
                </a:solidFill>
                <a:ea typeface="黑体" panose="02010609060101010101" pitchFamily="49" charset="-122"/>
              </a:endParaRPr>
            </a:p>
          </p:txBody>
        </p:sp>
        <p:sp>
          <p:nvSpPr>
            <p:cNvPr id="1055775" name="Oval 32"/>
            <p:cNvSpPr>
              <a:spLocks noChangeArrowheads="1"/>
            </p:cNvSpPr>
            <p:nvPr/>
          </p:nvSpPr>
          <p:spPr bwMode="auto">
            <a:xfrm rot="-1560000">
              <a:off x="3573" y="537"/>
              <a:ext cx="291" cy="189"/>
            </a:xfrm>
            <a:prstGeom prst="ellipse">
              <a:avLst/>
            </a:prstGeom>
            <a:solidFill>
              <a:srgbClr val="EAEAEA"/>
            </a:solidFill>
            <a:ln w="12700">
              <a:solidFill>
                <a:schemeClr val="tx1"/>
              </a:solidFill>
              <a:round/>
              <a:headEnd/>
              <a:tailEnd/>
            </a:ln>
          </p:spPr>
          <p:txBody>
            <a:bodyPr wrap="none" anchor="ctr"/>
            <a:lstStyle/>
            <a:p>
              <a:pPr eaLnBrk="0" hangingPunct="0"/>
              <a:endParaRPr lang="zh-CN" altLang="en-US" b="1">
                <a:solidFill>
                  <a:srgbClr val="0000CC"/>
                </a:solidFill>
                <a:ea typeface="黑体" panose="02010609060101010101" pitchFamily="49" charset="-122"/>
              </a:endParaRPr>
            </a:p>
          </p:txBody>
        </p:sp>
        <p:sp>
          <p:nvSpPr>
            <p:cNvPr id="1055776" name="Oval 33"/>
            <p:cNvSpPr>
              <a:spLocks noChangeArrowheads="1"/>
            </p:cNvSpPr>
            <p:nvPr/>
          </p:nvSpPr>
          <p:spPr bwMode="auto">
            <a:xfrm>
              <a:off x="3216" y="555"/>
              <a:ext cx="471" cy="239"/>
            </a:xfrm>
            <a:prstGeom prst="ellipse">
              <a:avLst/>
            </a:prstGeom>
            <a:solidFill>
              <a:srgbClr val="EAEAEA"/>
            </a:solidFill>
            <a:ln w="12700">
              <a:solidFill>
                <a:schemeClr val="tx1"/>
              </a:solidFill>
              <a:round/>
              <a:headEnd/>
              <a:tailEnd/>
            </a:ln>
          </p:spPr>
          <p:txBody>
            <a:bodyPr wrap="none" anchor="ctr"/>
            <a:lstStyle/>
            <a:p>
              <a:pPr eaLnBrk="0" hangingPunct="0"/>
              <a:endParaRPr lang="zh-CN" altLang="en-US" b="1">
                <a:solidFill>
                  <a:srgbClr val="0000CC"/>
                </a:solidFill>
                <a:ea typeface="黑体" panose="02010609060101010101" pitchFamily="49" charset="-122"/>
              </a:endParaRPr>
            </a:p>
          </p:txBody>
        </p:sp>
        <p:sp>
          <p:nvSpPr>
            <p:cNvPr id="1055777" name="Oval 34"/>
            <p:cNvSpPr>
              <a:spLocks noChangeArrowheads="1"/>
            </p:cNvSpPr>
            <p:nvPr/>
          </p:nvSpPr>
          <p:spPr bwMode="auto">
            <a:xfrm rot="1080000">
              <a:off x="3023" y="555"/>
              <a:ext cx="265" cy="156"/>
            </a:xfrm>
            <a:prstGeom prst="ellipse">
              <a:avLst/>
            </a:prstGeom>
            <a:solidFill>
              <a:srgbClr val="EAEAEA"/>
            </a:solidFill>
            <a:ln w="12700">
              <a:solidFill>
                <a:schemeClr val="tx1"/>
              </a:solidFill>
              <a:round/>
              <a:headEnd/>
              <a:tailEnd/>
            </a:ln>
          </p:spPr>
          <p:txBody>
            <a:bodyPr wrap="none" anchor="ctr"/>
            <a:lstStyle/>
            <a:p>
              <a:pPr eaLnBrk="0" hangingPunct="0"/>
              <a:endParaRPr lang="zh-CN" altLang="en-US" b="1">
                <a:solidFill>
                  <a:srgbClr val="0000CC"/>
                </a:solidFill>
                <a:ea typeface="黑体" panose="02010609060101010101" pitchFamily="49" charset="-122"/>
              </a:endParaRPr>
            </a:p>
          </p:txBody>
        </p:sp>
        <p:sp>
          <p:nvSpPr>
            <p:cNvPr id="1055778" name="Oval 35"/>
            <p:cNvSpPr>
              <a:spLocks noChangeArrowheads="1"/>
            </p:cNvSpPr>
            <p:nvPr/>
          </p:nvSpPr>
          <p:spPr bwMode="auto">
            <a:xfrm>
              <a:off x="2949" y="432"/>
              <a:ext cx="217" cy="156"/>
            </a:xfrm>
            <a:prstGeom prst="ellipse">
              <a:avLst/>
            </a:prstGeom>
            <a:solidFill>
              <a:srgbClr val="EAEAEA"/>
            </a:solidFill>
            <a:ln w="12700">
              <a:solidFill>
                <a:schemeClr val="tx1"/>
              </a:solidFill>
              <a:round/>
              <a:headEnd/>
              <a:tailEnd/>
            </a:ln>
          </p:spPr>
          <p:txBody>
            <a:bodyPr wrap="none" anchor="ctr"/>
            <a:lstStyle/>
            <a:p>
              <a:pPr eaLnBrk="0" hangingPunct="0"/>
              <a:endParaRPr lang="zh-CN" altLang="en-US" b="1">
                <a:solidFill>
                  <a:srgbClr val="0000CC"/>
                </a:solidFill>
                <a:ea typeface="黑体" panose="02010609060101010101" pitchFamily="49" charset="-122"/>
              </a:endParaRPr>
            </a:p>
          </p:txBody>
        </p:sp>
        <p:sp>
          <p:nvSpPr>
            <p:cNvPr id="1055779" name="Oval 36"/>
            <p:cNvSpPr>
              <a:spLocks noChangeArrowheads="1"/>
            </p:cNvSpPr>
            <p:nvPr/>
          </p:nvSpPr>
          <p:spPr bwMode="auto">
            <a:xfrm rot="-1860000">
              <a:off x="2984" y="310"/>
              <a:ext cx="295" cy="156"/>
            </a:xfrm>
            <a:prstGeom prst="ellipse">
              <a:avLst/>
            </a:prstGeom>
            <a:solidFill>
              <a:srgbClr val="EAEAEA"/>
            </a:solidFill>
            <a:ln w="12700">
              <a:solidFill>
                <a:schemeClr val="tx1"/>
              </a:solidFill>
              <a:round/>
              <a:headEnd/>
              <a:tailEnd/>
            </a:ln>
          </p:spPr>
          <p:txBody>
            <a:bodyPr wrap="none" anchor="ctr"/>
            <a:lstStyle/>
            <a:p>
              <a:pPr eaLnBrk="0" hangingPunct="0"/>
              <a:endParaRPr lang="zh-CN" altLang="en-US" b="1">
                <a:solidFill>
                  <a:srgbClr val="0000CC"/>
                </a:solidFill>
                <a:ea typeface="黑体" panose="02010609060101010101" pitchFamily="49" charset="-122"/>
              </a:endParaRPr>
            </a:p>
          </p:txBody>
        </p:sp>
        <p:sp>
          <p:nvSpPr>
            <p:cNvPr id="1055780" name="Freeform 37"/>
            <p:cNvSpPr>
              <a:spLocks noChangeArrowheads="1"/>
            </p:cNvSpPr>
            <p:nvPr/>
          </p:nvSpPr>
          <p:spPr bwMode="auto">
            <a:xfrm>
              <a:off x="3051" y="300"/>
              <a:ext cx="738" cy="407"/>
            </a:xfrm>
            <a:custGeom>
              <a:avLst/>
              <a:gdLst>
                <a:gd name="T0" fmla="*/ 108 w 738"/>
                <a:gd name="T1" fmla="*/ 82 h 407"/>
                <a:gd name="T2" fmla="*/ 145 w 738"/>
                <a:gd name="T3" fmla="*/ 77 h 407"/>
                <a:gd name="T4" fmla="*/ 183 w 738"/>
                <a:gd name="T5" fmla="*/ 72 h 407"/>
                <a:gd name="T6" fmla="*/ 215 w 738"/>
                <a:gd name="T7" fmla="*/ 67 h 407"/>
                <a:gd name="T8" fmla="*/ 237 w 738"/>
                <a:gd name="T9" fmla="*/ 46 h 407"/>
                <a:gd name="T10" fmla="*/ 204 w 738"/>
                <a:gd name="T11" fmla="*/ 41 h 407"/>
                <a:gd name="T12" fmla="*/ 172 w 738"/>
                <a:gd name="T13" fmla="*/ 46 h 407"/>
                <a:gd name="T14" fmla="*/ 156 w 738"/>
                <a:gd name="T15" fmla="*/ 46 h 407"/>
                <a:gd name="T16" fmla="*/ 188 w 738"/>
                <a:gd name="T17" fmla="*/ 26 h 407"/>
                <a:gd name="T18" fmla="*/ 226 w 738"/>
                <a:gd name="T19" fmla="*/ 15 h 407"/>
                <a:gd name="T20" fmla="*/ 258 w 738"/>
                <a:gd name="T21" fmla="*/ 10 h 407"/>
                <a:gd name="T22" fmla="*/ 290 w 738"/>
                <a:gd name="T23" fmla="*/ 5 h 407"/>
                <a:gd name="T24" fmla="*/ 323 w 738"/>
                <a:gd name="T25" fmla="*/ 0 h 407"/>
                <a:gd name="T26" fmla="*/ 355 w 738"/>
                <a:gd name="T27" fmla="*/ 0 h 407"/>
                <a:gd name="T28" fmla="*/ 387 w 738"/>
                <a:gd name="T29" fmla="*/ 0 h 407"/>
                <a:gd name="T30" fmla="*/ 463 w 738"/>
                <a:gd name="T31" fmla="*/ 0 h 407"/>
                <a:gd name="T32" fmla="*/ 506 w 738"/>
                <a:gd name="T33" fmla="*/ 0 h 407"/>
                <a:gd name="T34" fmla="*/ 543 w 738"/>
                <a:gd name="T35" fmla="*/ 15 h 407"/>
                <a:gd name="T36" fmla="*/ 570 w 738"/>
                <a:gd name="T37" fmla="*/ 36 h 407"/>
                <a:gd name="T38" fmla="*/ 603 w 738"/>
                <a:gd name="T39" fmla="*/ 51 h 407"/>
                <a:gd name="T40" fmla="*/ 635 w 738"/>
                <a:gd name="T41" fmla="*/ 57 h 407"/>
                <a:gd name="T42" fmla="*/ 667 w 738"/>
                <a:gd name="T43" fmla="*/ 77 h 407"/>
                <a:gd name="T44" fmla="*/ 694 w 738"/>
                <a:gd name="T45" fmla="*/ 98 h 407"/>
                <a:gd name="T46" fmla="*/ 715 w 738"/>
                <a:gd name="T47" fmla="*/ 128 h 407"/>
                <a:gd name="T48" fmla="*/ 721 w 738"/>
                <a:gd name="T49" fmla="*/ 164 h 407"/>
                <a:gd name="T50" fmla="*/ 726 w 738"/>
                <a:gd name="T51" fmla="*/ 195 h 407"/>
                <a:gd name="T52" fmla="*/ 726 w 738"/>
                <a:gd name="T53" fmla="*/ 226 h 407"/>
                <a:gd name="T54" fmla="*/ 726 w 738"/>
                <a:gd name="T55" fmla="*/ 257 h 407"/>
                <a:gd name="T56" fmla="*/ 737 w 738"/>
                <a:gd name="T57" fmla="*/ 288 h 407"/>
                <a:gd name="T58" fmla="*/ 737 w 738"/>
                <a:gd name="T59" fmla="*/ 319 h 407"/>
                <a:gd name="T60" fmla="*/ 715 w 738"/>
                <a:gd name="T61" fmla="*/ 349 h 407"/>
                <a:gd name="T62" fmla="*/ 678 w 738"/>
                <a:gd name="T63" fmla="*/ 365 h 407"/>
                <a:gd name="T64" fmla="*/ 646 w 738"/>
                <a:gd name="T65" fmla="*/ 380 h 407"/>
                <a:gd name="T66" fmla="*/ 613 w 738"/>
                <a:gd name="T67" fmla="*/ 396 h 407"/>
                <a:gd name="T68" fmla="*/ 581 w 738"/>
                <a:gd name="T69" fmla="*/ 401 h 407"/>
                <a:gd name="T70" fmla="*/ 538 w 738"/>
                <a:gd name="T71" fmla="*/ 406 h 407"/>
                <a:gd name="T72" fmla="*/ 500 w 738"/>
                <a:gd name="T73" fmla="*/ 406 h 407"/>
                <a:gd name="T74" fmla="*/ 468 w 738"/>
                <a:gd name="T75" fmla="*/ 406 h 407"/>
                <a:gd name="T76" fmla="*/ 436 w 738"/>
                <a:gd name="T77" fmla="*/ 406 h 407"/>
                <a:gd name="T78" fmla="*/ 403 w 738"/>
                <a:gd name="T79" fmla="*/ 406 h 407"/>
                <a:gd name="T80" fmla="*/ 371 w 738"/>
                <a:gd name="T81" fmla="*/ 406 h 407"/>
                <a:gd name="T82" fmla="*/ 339 w 738"/>
                <a:gd name="T83" fmla="*/ 406 h 407"/>
                <a:gd name="T84" fmla="*/ 307 w 738"/>
                <a:gd name="T85" fmla="*/ 406 h 407"/>
                <a:gd name="T86" fmla="*/ 269 w 738"/>
                <a:gd name="T87" fmla="*/ 406 h 407"/>
                <a:gd name="T88" fmla="*/ 237 w 738"/>
                <a:gd name="T89" fmla="*/ 406 h 407"/>
                <a:gd name="T90" fmla="*/ 204 w 738"/>
                <a:gd name="T91" fmla="*/ 406 h 407"/>
                <a:gd name="T92" fmla="*/ 172 w 738"/>
                <a:gd name="T93" fmla="*/ 391 h 407"/>
                <a:gd name="T94" fmla="*/ 140 w 738"/>
                <a:gd name="T95" fmla="*/ 380 h 407"/>
                <a:gd name="T96" fmla="*/ 108 w 738"/>
                <a:gd name="T97" fmla="*/ 365 h 407"/>
                <a:gd name="T98" fmla="*/ 81 w 738"/>
                <a:gd name="T99" fmla="*/ 339 h 407"/>
                <a:gd name="T100" fmla="*/ 59 w 738"/>
                <a:gd name="T101" fmla="*/ 319 h 407"/>
                <a:gd name="T102" fmla="*/ 38 w 738"/>
                <a:gd name="T103" fmla="*/ 288 h 407"/>
                <a:gd name="T104" fmla="*/ 16 w 738"/>
                <a:gd name="T105" fmla="*/ 252 h 407"/>
                <a:gd name="T106" fmla="*/ 0 w 738"/>
                <a:gd name="T107" fmla="*/ 216 h 407"/>
                <a:gd name="T108" fmla="*/ 0 w 738"/>
                <a:gd name="T109" fmla="*/ 185 h 407"/>
                <a:gd name="T110" fmla="*/ 5 w 738"/>
                <a:gd name="T111" fmla="*/ 149 h 407"/>
                <a:gd name="T112" fmla="*/ 27 w 738"/>
                <a:gd name="T113" fmla="*/ 123 h 407"/>
                <a:gd name="T114" fmla="*/ 54 w 738"/>
                <a:gd name="T115" fmla="*/ 108 h 407"/>
                <a:gd name="T116" fmla="*/ 86 w 738"/>
                <a:gd name="T117" fmla="*/ 98 h 407"/>
                <a:gd name="T118" fmla="*/ 113 w 738"/>
                <a:gd name="T119" fmla="*/ 82 h 407"/>
                <a:gd name="T120" fmla="*/ 129 w 738"/>
                <a:gd name="T121" fmla="*/ 98 h 40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Lst>
              <a:rect l="0" t="0" r="r" b="b"/>
              <a:pathLst>
                <a:path w="738" h="407">
                  <a:moveTo>
                    <a:pt x="91" y="82"/>
                  </a:moveTo>
                  <a:lnTo>
                    <a:pt x="108" y="82"/>
                  </a:lnTo>
                  <a:lnTo>
                    <a:pt x="124" y="82"/>
                  </a:lnTo>
                  <a:lnTo>
                    <a:pt x="145" y="77"/>
                  </a:lnTo>
                  <a:lnTo>
                    <a:pt x="161" y="77"/>
                  </a:lnTo>
                  <a:lnTo>
                    <a:pt x="183" y="72"/>
                  </a:lnTo>
                  <a:lnTo>
                    <a:pt x="199" y="72"/>
                  </a:lnTo>
                  <a:lnTo>
                    <a:pt x="215" y="67"/>
                  </a:lnTo>
                  <a:lnTo>
                    <a:pt x="231" y="62"/>
                  </a:lnTo>
                  <a:lnTo>
                    <a:pt x="237" y="46"/>
                  </a:lnTo>
                  <a:lnTo>
                    <a:pt x="221" y="41"/>
                  </a:lnTo>
                  <a:lnTo>
                    <a:pt x="204" y="41"/>
                  </a:lnTo>
                  <a:lnTo>
                    <a:pt x="188" y="46"/>
                  </a:lnTo>
                  <a:lnTo>
                    <a:pt x="172" y="46"/>
                  </a:lnTo>
                  <a:lnTo>
                    <a:pt x="156" y="62"/>
                  </a:lnTo>
                  <a:lnTo>
                    <a:pt x="156" y="46"/>
                  </a:lnTo>
                  <a:lnTo>
                    <a:pt x="172" y="36"/>
                  </a:lnTo>
                  <a:lnTo>
                    <a:pt x="188" y="26"/>
                  </a:lnTo>
                  <a:lnTo>
                    <a:pt x="210" y="21"/>
                  </a:lnTo>
                  <a:lnTo>
                    <a:pt x="226" y="15"/>
                  </a:lnTo>
                  <a:lnTo>
                    <a:pt x="242" y="15"/>
                  </a:lnTo>
                  <a:lnTo>
                    <a:pt x="258" y="10"/>
                  </a:lnTo>
                  <a:lnTo>
                    <a:pt x="274" y="10"/>
                  </a:lnTo>
                  <a:lnTo>
                    <a:pt x="290" y="5"/>
                  </a:lnTo>
                  <a:lnTo>
                    <a:pt x="307" y="5"/>
                  </a:lnTo>
                  <a:lnTo>
                    <a:pt x="323" y="0"/>
                  </a:lnTo>
                  <a:lnTo>
                    <a:pt x="339" y="0"/>
                  </a:lnTo>
                  <a:lnTo>
                    <a:pt x="355" y="0"/>
                  </a:lnTo>
                  <a:lnTo>
                    <a:pt x="371" y="0"/>
                  </a:lnTo>
                  <a:lnTo>
                    <a:pt x="387" y="0"/>
                  </a:lnTo>
                  <a:lnTo>
                    <a:pt x="420" y="0"/>
                  </a:lnTo>
                  <a:lnTo>
                    <a:pt x="463" y="0"/>
                  </a:lnTo>
                  <a:lnTo>
                    <a:pt x="484" y="0"/>
                  </a:lnTo>
                  <a:lnTo>
                    <a:pt x="506" y="0"/>
                  </a:lnTo>
                  <a:lnTo>
                    <a:pt x="527" y="5"/>
                  </a:lnTo>
                  <a:lnTo>
                    <a:pt x="543" y="15"/>
                  </a:lnTo>
                  <a:lnTo>
                    <a:pt x="554" y="31"/>
                  </a:lnTo>
                  <a:lnTo>
                    <a:pt x="570" y="36"/>
                  </a:lnTo>
                  <a:lnTo>
                    <a:pt x="586" y="46"/>
                  </a:lnTo>
                  <a:lnTo>
                    <a:pt x="603" y="51"/>
                  </a:lnTo>
                  <a:lnTo>
                    <a:pt x="619" y="51"/>
                  </a:lnTo>
                  <a:lnTo>
                    <a:pt x="635" y="57"/>
                  </a:lnTo>
                  <a:lnTo>
                    <a:pt x="651" y="67"/>
                  </a:lnTo>
                  <a:lnTo>
                    <a:pt x="667" y="77"/>
                  </a:lnTo>
                  <a:lnTo>
                    <a:pt x="678" y="93"/>
                  </a:lnTo>
                  <a:lnTo>
                    <a:pt x="694" y="98"/>
                  </a:lnTo>
                  <a:lnTo>
                    <a:pt x="699" y="113"/>
                  </a:lnTo>
                  <a:lnTo>
                    <a:pt x="715" y="128"/>
                  </a:lnTo>
                  <a:lnTo>
                    <a:pt x="721" y="149"/>
                  </a:lnTo>
                  <a:lnTo>
                    <a:pt x="721" y="164"/>
                  </a:lnTo>
                  <a:lnTo>
                    <a:pt x="726" y="180"/>
                  </a:lnTo>
                  <a:lnTo>
                    <a:pt x="726" y="195"/>
                  </a:lnTo>
                  <a:lnTo>
                    <a:pt x="726" y="211"/>
                  </a:lnTo>
                  <a:lnTo>
                    <a:pt x="726" y="226"/>
                  </a:lnTo>
                  <a:lnTo>
                    <a:pt x="726" y="242"/>
                  </a:lnTo>
                  <a:lnTo>
                    <a:pt x="726" y="257"/>
                  </a:lnTo>
                  <a:lnTo>
                    <a:pt x="737" y="272"/>
                  </a:lnTo>
                  <a:lnTo>
                    <a:pt x="737" y="288"/>
                  </a:lnTo>
                  <a:lnTo>
                    <a:pt x="737" y="303"/>
                  </a:lnTo>
                  <a:lnTo>
                    <a:pt x="737" y="319"/>
                  </a:lnTo>
                  <a:lnTo>
                    <a:pt x="732" y="334"/>
                  </a:lnTo>
                  <a:lnTo>
                    <a:pt x="715" y="349"/>
                  </a:lnTo>
                  <a:lnTo>
                    <a:pt x="694" y="360"/>
                  </a:lnTo>
                  <a:lnTo>
                    <a:pt x="678" y="365"/>
                  </a:lnTo>
                  <a:lnTo>
                    <a:pt x="662" y="375"/>
                  </a:lnTo>
                  <a:lnTo>
                    <a:pt x="646" y="380"/>
                  </a:lnTo>
                  <a:lnTo>
                    <a:pt x="629" y="385"/>
                  </a:lnTo>
                  <a:lnTo>
                    <a:pt x="613" y="396"/>
                  </a:lnTo>
                  <a:lnTo>
                    <a:pt x="597" y="401"/>
                  </a:lnTo>
                  <a:lnTo>
                    <a:pt x="581" y="401"/>
                  </a:lnTo>
                  <a:lnTo>
                    <a:pt x="559" y="406"/>
                  </a:lnTo>
                  <a:lnTo>
                    <a:pt x="538" y="406"/>
                  </a:lnTo>
                  <a:lnTo>
                    <a:pt x="522" y="406"/>
                  </a:lnTo>
                  <a:lnTo>
                    <a:pt x="500" y="406"/>
                  </a:lnTo>
                  <a:lnTo>
                    <a:pt x="484" y="406"/>
                  </a:lnTo>
                  <a:lnTo>
                    <a:pt x="468" y="406"/>
                  </a:lnTo>
                  <a:lnTo>
                    <a:pt x="452" y="406"/>
                  </a:lnTo>
                  <a:lnTo>
                    <a:pt x="436" y="406"/>
                  </a:lnTo>
                  <a:lnTo>
                    <a:pt x="420" y="406"/>
                  </a:lnTo>
                  <a:lnTo>
                    <a:pt x="403" y="406"/>
                  </a:lnTo>
                  <a:lnTo>
                    <a:pt x="387" y="406"/>
                  </a:lnTo>
                  <a:lnTo>
                    <a:pt x="371" y="406"/>
                  </a:lnTo>
                  <a:lnTo>
                    <a:pt x="355" y="406"/>
                  </a:lnTo>
                  <a:lnTo>
                    <a:pt x="339" y="406"/>
                  </a:lnTo>
                  <a:lnTo>
                    <a:pt x="323" y="406"/>
                  </a:lnTo>
                  <a:lnTo>
                    <a:pt x="307" y="406"/>
                  </a:lnTo>
                  <a:lnTo>
                    <a:pt x="285" y="406"/>
                  </a:lnTo>
                  <a:lnTo>
                    <a:pt x="269" y="406"/>
                  </a:lnTo>
                  <a:lnTo>
                    <a:pt x="253" y="406"/>
                  </a:lnTo>
                  <a:lnTo>
                    <a:pt x="237" y="406"/>
                  </a:lnTo>
                  <a:lnTo>
                    <a:pt x="221" y="406"/>
                  </a:lnTo>
                  <a:lnTo>
                    <a:pt x="204" y="406"/>
                  </a:lnTo>
                  <a:lnTo>
                    <a:pt x="188" y="396"/>
                  </a:lnTo>
                  <a:lnTo>
                    <a:pt x="172" y="391"/>
                  </a:lnTo>
                  <a:lnTo>
                    <a:pt x="156" y="385"/>
                  </a:lnTo>
                  <a:lnTo>
                    <a:pt x="140" y="380"/>
                  </a:lnTo>
                  <a:lnTo>
                    <a:pt x="124" y="375"/>
                  </a:lnTo>
                  <a:lnTo>
                    <a:pt x="108" y="365"/>
                  </a:lnTo>
                  <a:lnTo>
                    <a:pt x="91" y="355"/>
                  </a:lnTo>
                  <a:lnTo>
                    <a:pt x="81" y="339"/>
                  </a:lnTo>
                  <a:lnTo>
                    <a:pt x="65" y="334"/>
                  </a:lnTo>
                  <a:lnTo>
                    <a:pt x="59" y="319"/>
                  </a:lnTo>
                  <a:lnTo>
                    <a:pt x="43" y="303"/>
                  </a:lnTo>
                  <a:lnTo>
                    <a:pt x="38" y="288"/>
                  </a:lnTo>
                  <a:lnTo>
                    <a:pt x="22" y="272"/>
                  </a:lnTo>
                  <a:lnTo>
                    <a:pt x="16" y="252"/>
                  </a:lnTo>
                  <a:lnTo>
                    <a:pt x="5" y="231"/>
                  </a:lnTo>
                  <a:lnTo>
                    <a:pt x="0" y="216"/>
                  </a:lnTo>
                  <a:lnTo>
                    <a:pt x="0" y="200"/>
                  </a:lnTo>
                  <a:lnTo>
                    <a:pt x="0" y="185"/>
                  </a:lnTo>
                  <a:lnTo>
                    <a:pt x="0" y="170"/>
                  </a:lnTo>
                  <a:lnTo>
                    <a:pt x="5" y="149"/>
                  </a:lnTo>
                  <a:lnTo>
                    <a:pt x="11" y="134"/>
                  </a:lnTo>
                  <a:lnTo>
                    <a:pt x="27" y="123"/>
                  </a:lnTo>
                  <a:lnTo>
                    <a:pt x="38" y="108"/>
                  </a:lnTo>
                  <a:lnTo>
                    <a:pt x="54" y="108"/>
                  </a:lnTo>
                  <a:lnTo>
                    <a:pt x="70" y="103"/>
                  </a:lnTo>
                  <a:lnTo>
                    <a:pt x="86" y="98"/>
                  </a:lnTo>
                  <a:lnTo>
                    <a:pt x="102" y="98"/>
                  </a:lnTo>
                  <a:lnTo>
                    <a:pt x="113" y="82"/>
                  </a:lnTo>
                  <a:lnTo>
                    <a:pt x="113" y="67"/>
                  </a:lnTo>
                  <a:lnTo>
                    <a:pt x="129" y="98"/>
                  </a:lnTo>
                </a:path>
              </a:pathLst>
            </a:custGeom>
            <a:solidFill>
              <a:srgbClr val="EAEAEA"/>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CC"/>
                </a:solidFill>
                <a:ea typeface="黑体" panose="02010609060101010101" pitchFamily="49" charset="-122"/>
              </a:endParaRPr>
            </a:p>
          </p:txBody>
        </p:sp>
        <p:sp>
          <p:nvSpPr>
            <p:cNvPr id="1055781" name="Freeform 38"/>
            <p:cNvSpPr>
              <a:spLocks noChangeArrowheads="1"/>
            </p:cNvSpPr>
            <p:nvPr/>
          </p:nvSpPr>
          <p:spPr bwMode="auto">
            <a:xfrm>
              <a:off x="3193" y="270"/>
              <a:ext cx="117" cy="118"/>
            </a:xfrm>
            <a:custGeom>
              <a:avLst/>
              <a:gdLst>
                <a:gd name="T0" fmla="*/ 5 w 117"/>
                <a:gd name="T1" fmla="*/ 66 h 118"/>
                <a:gd name="T2" fmla="*/ 0 w 117"/>
                <a:gd name="T3" fmla="*/ 51 h 118"/>
                <a:gd name="T4" fmla="*/ 0 w 117"/>
                <a:gd name="T5" fmla="*/ 36 h 118"/>
                <a:gd name="T6" fmla="*/ 16 w 117"/>
                <a:gd name="T7" fmla="*/ 25 h 118"/>
                <a:gd name="T8" fmla="*/ 32 w 117"/>
                <a:gd name="T9" fmla="*/ 15 h 118"/>
                <a:gd name="T10" fmla="*/ 47 w 117"/>
                <a:gd name="T11" fmla="*/ 0 h 118"/>
                <a:gd name="T12" fmla="*/ 63 w 117"/>
                <a:gd name="T13" fmla="*/ 0 h 118"/>
                <a:gd name="T14" fmla="*/ 79 w 117"/>
                <a:gd name="T15" fmla="*/ 0 h 118"/>
                <a:gd name="T16" fmla="*/ 84 w 117"/>
                <a:gd name="T17" fmla="*/ 15 h 118"/>
                <a:gd name="T18" fmla="*/ 95 w 117"/>
                <a:gd name="T19" fmla="*/ 31 h 118"/>
                <a:gd name="T20" fmla="*/ 105 w 117"/>
                <a:gd name="T21" fmla="*/ 46 h 118"/>
                <a:gd name="T22" fmla="*/ 111 w 117"/>
                <a:gd name="T23" fmla="*/ 61 h 118"/>
                <a:gd name="T24" fmla="*/ 116 w 117"/>
                <a:gd name="T25" fmla="*/ 76 h 118"/>
                <a:gd name="T26" fmla="*/ 116 w 117"/>
                <a:gd name="T27" fmla="*/ 92 h 118"/>
                <a:gd name="T28" fmla="*/ 116 w 117"/>
                <a:gd name="T29" fmla="*/ 107 h 118"/>
                <a:gd name="T30" fmla="*/ 100 w 117"/>
                <a:gd name="T31" fmla="*/ 117 h 118"/>
                <a:gd name="T32" fmla="*/ 84 w 117"/>
                <a:gd name="T33" fmla="*/ 117 h 118"/>
                <a:gd name="T34" fmla="*/ 69 w 117"/>
                <a:gd name="T35" fmla="*/ 117 h 118"/>
                <a:gd name="T36" fmla="*/ 53 w 117"/>
                <a:gd name="T37" fmla="*/ 117 h 118"/>
                <a:gd name="T38" fmla="*/ 37 w 117"/>
                <a:gd name="T39" fmla="*/ 112 h 118"/>
                <a:gd name="T40" fmla="*/ 21 w 117"/>
                <a:gd name="T41" fmla="*/ 102 h 118"/>
                <a:gd name="T42" fmla="*/ 11 w 117"/>
                <a:gd name="T43" fmla="*/ 86 h 118"/>
                <a:gd name="T44" fmla="*/ 5 w 117"/>
                <a:gd name="T45" fmla="*/ 71 h 118"/>
                <a:gd name="T46" fmla="*/ 5 w 117"/>
                <a:gd name="T47" fmla="*/ 66 h 1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117" h="118">
                  <a:moveTo>
                    <a:pt x="5" y="66"/>
                  </a:moveTo>
                  <a:lnTo>
                    <a:pt x="0" y="51"/>
                  </a:lnTo>
                  <a:lnTo>
                    <a:pt x="0" y="36"/>
                  </a:lnTo>
                  <a:lnTo>
                    <a:pt x="16" y="25"/>
                  </a:lnTo>
                  <a:lnTo>
                    <a:pt x="32" y="15"/>
                  </a:lnTo>
                  <a:lnTo>
                    <a:pt x="47" y="0"/>
                  </a:lnTo>
                  <a:lnTo>
                    <a:pt x="63" y="0"/>
                  </a:lnTo>
                  <a:lnTo>
                    <a:pt x="79" y="0"/>
                  </a:lnTo>
                  <a:lnTo>
                    <a:pt x="84" y="15"/>
                  </a:lnTo>
                  <a:lnTo>
                    <a:pt x="95" y="31"/>
                  </a:lnTo>
                  <a:lnTo>
                    <a:pt x="105" y="46"/>
                  </a:lnTo>
                  <a:lnTo>
                    <a:pt x="111" y="61"/>
                  </a:lnTo>
                  <a:lnTo>
                    <a:pt x="116" y="76"/>
                  </a:lnTo>
                  <a:lnTo>
                    <a:pt x="116" y="92"/>
                  </a:lnTo>
                  <a:lnTo>
                    <a:pt x="116" y="107"/>
                  </a:lnTo>
                  <a:lnTo>
                    <a:pt x="100" y="117"/>
                  </a:lnTo>
                  <a:lnTo>
                    <a:pt x="84" y="117"/>
                  </a:lnTo>
                  <a:lnTo>
                    <a:pt x="69" y="117"/>
                  </a:lnTo>
                  <a:lnTo>
                    <a:pt x="53" y="117"/>
                  </a:lnTo>
                  <a:lnTo>
                    <a:pt x="37" y="112"/>
                  </a:lnTo>
                  <a:lnTo>
                    <a:pt x="21" y="102"/>
                  </a:lnTo>
                  <a:lnTo>
                    <a:pt x="11" y="86"/>
                  </a:lnTo>
                  <a:lnTo>
                    <a:pt x="5" y="71"/>
                  </a:lnTo>
                  <a:lnTo>
                    <a:pt x="5" y="66"/>
                  </a:lnTo>
                </a:path>
              </a:pathLst>
            </a:custGeom>
            <a:solidFill>
              <a:srgbClr val="EAEAEA"/>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CC"/>
                </a:solidFill>
                <a:ea typeface="黑体" panose="02010609060101010101" pitchFamily="49" charset="-122"/>
              </a:endParaRPr>
            </a:p>
          </p:txBody>
        </p:sp>
        <p:sp>
          <p:nvSpPr>
            <p:cNvPr id="1055782" name="Freeform 39"/>
            <p:cNvSpPr>
              <a:spLocks noChangeArrowheads="1"/>
            </p:cNvSpPr>
            <p:nvPr/>
          </p:nvSpPr>
          <p:spPr bwMode="auto">
            <a:xfrm>
              <a:off x="3469" y="239"/>
              <a:ext cx="82" cy="87"/>
            </a:xfrm>
            <a:custGeom>
              <a:avLst/>
              <a:gdLst>
                <a:gd name="T0" fmla="*/ 0 w 82"/>
                <a:gd name="T1" fmla="*/ 0 h 87"/>
                <a:gd name="T2" fmla="*/ 16 w 82"/>
                <a:gd name="T3" fmla="*/ 10 h 87"/>
                <a:gd name="T4" fmla="*/ 32 w 82"/>
                <a:gd name="T5" fmla="*/ 20 h 87"/>
                <a:gd name="T6" fmla="*/ 49 w 82"/>
                <a:gd name="T7" fmla="*/ 20 h 87"/>
                <a:gd name="T8" fmla="*/ 65 w 82"/>
                <a:gd name="T9" fmla="*/ 30 h 87"/>
                <a:gd name="T10" fmla="*/ 76 w 82"/>
                <a:gd name="T11" fmla="*/ 46 h 87"/>
                <a:gd name="T12" fmla="*/ 81 w 82"/>
                <a:gd name="T13" fmla="*/ 61 h 87"/>
                <a:gd name="T14" fmla="*/ 81 w 82"/>
                <a:gd name="T15" fmla="*/ 76 h 87"/>
                <a:gd name="T16" fmla="*/ 65 w 82"/>
                <a:gd name="T17" fmla="*/ 86 h 87"/>
                <a:gd name="T18" fmla="*/ 49 w 82"/>
                <a:gd name="T19" fmla="*/ 86 h 87"/>
                <a:gd name="T20" fmla="*/ 27 w 82"/>
                <a:gd name="T21" fmla="*/ 81 h 87"/>
                <a:gd name="T22" fmla="*/ 11 w 82"/>
                <a:gd name="T23" fmla="*/ 71 h 87"/>
                <a:gd name="T24" fmla="*/ 5 w 82"/>
                <a:gd name="T25" fmla="*/ 56 h 87"/>
                <a:gd name="T26" fmla="*/ 0 w 82"/>
                <a:gd name="T27" fmla="*/ 40 h 87"/>
                <a:gd name="T28" fmla="*/ 0 w 82"/>
                <a:gd name="T29" fmla="*/ 25 h 87"/>
                <a:gd name="T30" fmla="*/ 11 w 82"/>
                <a:gd name="T31" fmla="*/ 10 h 87"/>
                <a:gd name="T32" fmla="*/ 0 w 82"/>
                <a:gd name="T33" fmla="*/ 0 h 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82" h="87">
                  <a:moveTo>
                    <a:pt x="0" y="0"/>
                  </a:moveTo>
                  <a:lnTo>
                    <a:pt x="16" y="10"/>
                  </a:lnTo>
                  <a:lnTo>
                    <a:pt x="32" y="20"/>
                  </a:lnTo>
                  <a:lnTo>
                    <a:pt x="49" y="20"/>
                  </a:lnTo>
                  <a:lnTo>
                    <a:pt x="65" y="30"/>
                  </a:lnTo>
                  <a:lnTo>
                    <a:pt x="76" y="46"/>
                  </a:lnTo>
                  <a:lnTo>
                    <a:pt x="81" y="61"/>
                  </a:lnTo>
                  <a:lnTo>
                    <a:pt x="81" y="76"/>
                  </a:lnTo>
                  <a:lnTo>
                    <a:pt x="65" y="86"/>
                  </a:lnTo>
                  <a:lnTo>
                    <a:pt x="49" y="86"/>
                  </a:lnTo>
                  <a:lnTo>
                    <a:pt x="27" y="81"/>
                  </a:lnTo>
                  <a:lnTo>
                    <a:pt x="11" y="71"/>
                  </a:lnTo>
                  <a:lnTo>
                    <a:pt x="5" y="56"/>
                  </a:lnTo>
                  <a:lnTo>
                    <a:pt x="0" y="40"/>
                  </a:lnTo>
                  <a:lnTo>
                    <a:pt x="0" y="25"/>
                  </a:lnTo>
                  <a:lnTo>
                    <a:pt x="11" y="10"/>
                  </a:lnTo>
                  <a:lnTo>
                    <a:pt x="0" y="0"/>
                  </a:lnTo>
                </a:path>
              </a:pathLst>
            </a:custGeom>
            <a:solidFill>
              <a:srgbClr val="EAEAEA"/>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CC"/>
                </a:solidFill>
                <a:ea typeface="黑体" panose="02010609060101010101" pitchFamily="49" charset="-122"/>
              </a:endParaRPr>
            </a:p>
          </p:txBody>
        </p:sp>
      </p:grpSp>
      <p:pic>
        <p:nvPicPr>
          <p:cNvPr id="1055783" name="Picture 40"/>
          <p:cNvPicPr>
            <a:picLocks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352550" y="3643313"/>
            <a:ext cx="563563" cy="314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055784" name="Picture 41"/>
          <p:cNvPicPr>
            <a:picLocks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2095500" y="2611438"/>
            <a:ext cx="563563" cy="3159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055785" name="Picture 42"/>
          <p:cNvPicPr>
            <a:picLocks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3497263" y="2955925"/>
            <a:ext cx="561975" cy="314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055786" name="Picture 43"/>
          <p:cNvPicPr>
            <a:picLocks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5229225" y="2543175"/>
            <a:ext cx="563563" cy="314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055787" name="Picture 44"/>
          <p:cNvPicPr>
            <a:picLocks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5478463" y="3230563"/>
            <a:ext cx="561975" cy="314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055788" name="Picture 45"/>
          <p:cNvPicPr>
            <a:picLocks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8778875" y="3298825"/>
            <a:ext cx="561975" cy="3159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055789" name="Picture 46"/>
          <p:cNvPicPr>
            <a:picLocks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6797675" y="3094038"/>
            <a:ext cx="561975" cy="3127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1055790" name="Group 47"/>
          <p:cNvGrpSpPr>
            <a:grpSpLocks/>
          </p:cNvGrpSpPr>
          <p:nvPr/>
        </p:nvGrpSpPr>
        <p:grpSpPr bwMode="auto">
          <a:xfrm>
            <a:off x="1846263" y="4056063"/>
            <a:ext cx="742950" cy="479425"/>
            <a:chOff x="2949" y="196"/>
            <a:chExt cx="941" cy="598"/>
          </a:xfrm>
        </p:grpSpPr>
        <p:sp>
          <p:nvSpPr>
            <p:cNvPr id="1055791" name="Oval 48"/>
            <p:cNvSpPr>
              <a:spLocks noChangeArrowheads="1"/>
            </p:cNvSpPr>
            <p:nvPr/>
          </p:nvSpPr>
          <p:spPr bwMode="auto">
            <a:xfrm>
              <a:off x="3168" y="196"/>
              <a:ext cx="407" cy="162"/>
            </a:xfrm>
            <a:prstGeom prst="ellipse">
              <a:avLst/>
            </a:prstGeom>
            <a:solidFill>
              <a:srgbClr val="EAEAEA"/>
            </a:solidFill>
            <a:ln w="12700">
              <a:solidFill>
                <a:schemeClr val="tx1"/>
              </a:solidFill>
              <a:round/>
              <a:headEnd/>
              <a:tailEnd/>
            </a:ln>
          </p:spPr>
          <p:txBody>
            <a:bodyPr wrap="none" anchor="ctr"/>
            <a:lstStyle/>
            <a:p>
              <a:pPr eaLnBrk="0" hangingPunct="0"/>
              <a:endParaRPr lang="zh-CN" altLang="en-US" b="1">
                <a:solidFill>
                  <a:srgbClr val="0000CC"/>
                </a:solidFill>
                <a:ea typeface="黑体" panose="02010609060101010101" pitchFamily="49" charset="-122"/>
              </a:endParaRPr>
            </a:p>
          </p:txBody>
        </p:sp>
        <p:sp>
          <p:nvSpPr>
            <p:cNvPr id="1055792" name="Oval 49"/>
            <p:cNvSpPr>
              <a:spLocks noChangeArrowheads="1"/>
            </p:cNvSpPr>
            <p:nvPr/>
          </p:nvSpPr>
          <p:spPr bwMode="auto">
            <a:xfrm rot="900000">
              <a:off x="3512" y="252"/>
              <a:ext cx="275" cy="131"/>
            </a:xfrm>
            <a:prstGeom prst="ellipse">
              <a:avLst/>
            </a:prstGeom>
            <a:solidFill>
              <a:srgbClr val="EAEAEA"/>
            </a:solidFill>
            <a:ln w="12700">
              <a:solidFill>
                <a:schemeClr val="tx1"/>
              </a:solidFill>
              <a:round/>
              <a:headEnd/>
              <a:tailEnd/>
            </a:ln>
          </p:spPr>
          <p:txBody>
            <a:bodyPr wrap="none" anchor="ctr"/>
            <a:lstStyle/>
            <a:p>
              <a:pPr eaLnBrk="0" hangingPunct="0"/>
              <a:endParaRPr lang="zh-CN" altLang="en-US" b="1">
                <a:solidFill>
                  <a:srgbClr val="0000CC"/>
                </a:solidFill>
                <a:ea typeface="黑体" panose="02010609060101010101" pitchFamily="49" charset="-122"/>
              </a:endParaRPr>
            </a:p>
          </p:txBody>
        </p:sp>
        <p:sp>
          <p:nvSpPr>
            <p:cNvPr id="1055793" name="Oval 50"/>
            <p:cNvSpPr>
              <a:spLocks noChangeArrowheads="1"/>
            </p:cNvSpPr>
            <p:nvPr/>
          </p:nvSpPr>
          <p:spPr bwMode="auto">
            <a:xfrm rot="1500000">
              <a:off x="3650" y="385"/>
              <a:ext cx="240" cy="153"/>
            </a:xfrm>
            <a:prstGeom prst="ellipse">
              <a:avLst/>
            </a:prstGeom>
            <a:solidFill>
              <a:srgbClr val="EAEAEA"/>
            </a:solidFill>
            <a:ln w="12700">
              <a:solidFill>
                <a:schemeClr val="tx1"/>
              </a:solidFill>
              <a:round/>
              <a:headEnd/>
              <a:tailEnd/>
            </a:ln>
          </p:spPr>
          <p:txBody>
            <a:bodyPr wrap="none" anchor="ctr"/>
            <a:lstStyle/>
            <a:p>
              <a:pPr eaLnBrk="0" hangingPunct="0"/>
              <a:endParaRPr lang="zh-CN" altLang="en-US" b="1">
                <a:solidFill>
                  <a:srgbClr val="0000CC"/>
                </a:solidFill>
                <a:ea typeface="黑体" panose="02010609060101010101" pitchFamily="49" charset="-122"/>
              </a:endParaRPr>
            </a:p>
          </p:txBody>
        </p:sp>
        <p:sp>
          <p:nvSpPr>
            <p:cNvPr id="1055794" name="Oval 51"/>
            <p:cNvSpPr>
              <a:spLocks noChangeArrowheads="1"/>
            </p:cNvSpPr>
            <p:nvPr/>
          </p:nvSpPr>
          <p:spPr bwMode="auto">
            <a:xfrm rot="-1560000">
              <a:off x="3573" y="537"/>
              <a:ext cx="291" cy="189"/>
            </a:xfrm>
            <a:prstGeom prst="ellipse">
              <a:avLst/>
            </a:prstGeom>
            <a:solidFill>
              <a:srgbClr val="EAEAEA"/>
            </a:solidFill>
            <a:ln w="12700">
              <a:solidFill>
                <a:schemeClr val="tx1"/>
              </a:solidFill>
              <a:round/>
              <a:headEnd/>
              <a:tailEnd/>
            </a:ln>
          </p:spPr>
          <p:txBody>
            <a:bodyPr wrap="none" anchor="ctr"/>
            <a:lstStyle/>
            <a:p>
              <a:pPr eaLnBrk="0" hangingPunct="0"/>
              <a:endParaRPr lang="zh-CN" altLang="en-US" b="1">
                <a:solidFill>
                  <a:srgbClr val="0000CC"/>
                </a:solidFill>
                <a:ea typeface="黑体" panose="02010609060101010101" pitchFamily="49" charset="-122"/>
              </a:endParaRPr>
            </a:p>
          </p:txBody>
        </p:sp>
        <p:sp>
          <p:nvSpPr>
            <p:cNvPr id="1055795" name="Oval 52"/>
            <p:cNvSpPr>
              <a:spLocks noChangeArrowheads="1"/>
            </p:cNvSpPr>
            <p:nvPr/>
          </p:nvSpPr>
          <p:spPr bwMode="auto">
            <a:xfrm>
              <a:off x="3216" y="555"/>
              <a:ext cx="471" cy="239"/>
            </a:xfrm>
            <a:prstGeom prst="ellipse">
              <a:avLst/>
            </a:prstGeom>
            <a:solidFill>
              <a:srgbClr val="EAEAEA"/>
            </a:solidFill>
            <a:ln w="12700">
              <a:solidFill>
                <a:schemeClr val="tx1"/>
              </a:solidFill>
              <a:round/>
              <a:headEnd/>
              <a:tailEnd/>
            </a:ln>
          </p:spPr>
          <p:txBody>
            <a:bodyPr wrap="none" anchor="ctr"/>
            <a:lstStyle/>
            <a:p>
              <a:pPr eaLnBrk="0" hangingPunct="0"/>
              <a:endParaRPr lang="zh-CN" altLang="en-US" b="1">
                <a:solidFill>
                  <a:srgbClr val="0000CC"/>
                </a:solidFill>
                <a:ea typeface="黑体" panose="02010609060101010101" pitchFamily="49" charset="-122"/>
              </a:endParaRPr>
            </a:p>
          </p:txBody>
        </p:sp>
        <p:sp>
          <p:nvSpPr>
            <p:cNvPr id="1055796" name="Oval 53"/>
            <p:cNvSpPr>
              <a:spLocks noChangeArrowheads="1"/>
            </p:cNvSpPr>
            <p:nvPr/>
          </p:nvSpPr>
          <p:spPr bwMode="auto">
            <a:xfrm rot="1080000">
              <a:off x="3023" y="555"/>
              <a:ext cx="265" cy="156"/>
            </a:xfrm>
            <a:prstGeom prst="ellipse">
              <a:avLst/>
            </a:prstGeom>
            <a:solidFill>
              <a:srgbClr val="EAEAEA"/>
            </a:solidFill>
            <a:ln w="12700">
              <a:solidFill>
                <a:schemeClr val="tx1"/>
              </a:solidFill>
              <a:round/>
              <a:headEnd/>
              <a:tailEnd/>
            </a:ln>
          </p:spPr>
          <p:txBody>
            <a:bodyPr wrap="none" anchor="ctr"/>
            <a:lstStyle/>
            <a:p>
              <a:pPr eaLnBrk="0" hangingPunct="0"/>
              <a:endParaRPr lang="zh-CN" altLang="en-US" b="1">
                <a:solidFill>
                  <a:srgbClr val="0000CC"/>
                </a:solidFill>
                <a:ea typeface="黑体" panose="02010609060101010101" pitchFamily="49" charset="-122"/>
              </a:endParaRPr>
            </a:p>
          </p:txBody>
        </p:sp>
        <p:sp>
          <p:nvSpPr>
            <p:cNvPr id="1055797" name="Oval 54"/>
            <p:cNvSpPr>
              <a:spLocks noChangeArrowheads="1"/>
            </p:cNvSpPr>
            <p:nvPr/>
          </p:nvSpPr>
          <p:spPr bwMode="auto">
            <a:xfrm>
              <a:off x="2949" y="432"/>
              <a:ext cx="217" cy="156"/>
            </a:xfrm>
            <a:prstGeom prst="ellipse">
              <a:avLst/>
            </a:prstGeom>
            <a:solidFill>
              <a:srgbClr val="EAEAEA"/>
            </a:solidFill>
            <a:ln w="12700">
              <a:solidFill>
                <a:schemeClr val="tx1"/>
              </a:solidFill>
              <a:round/>
              <a:headEnd/>
              <a:tailEnd/>
            </a:ln>
          </p:spPr>
          <p:txBody>
            <a:bodyPr wrap="none" anchor="ctr"/>
            <a:lstStyle/>
            <a:p>
              <a:pPr eaLnBrk="0" hangingPunct="0"/>
              <a:endParaRPr lang="zh-CN" altLang="en-US" b="1">
                <a:solidFill>
                  <a:srgbClr val="0000CC"/>
                </a:solidFill>
                <a:ea typeface="黑体" panose="02010609060101010101" pitchFamily="49" charset="-122"/>
              </a:endParaRPr>
            </a:p>
          </p:txBody>
        </p:sp>
        <p:sp>
          <p:nvSpPr>
            <p:cNvPr id="1055798" name="Oval 55"/>
            <p:cNvSpPr>
              <a:spLocks noChangeArrowheads="1"/>
            </p:cNvSpPr>
            <p:nvPr/>
          </p:nvSpPr>
          <p:spPr bwMode="auto">
            <a:xfrm rot="-1860000">
              <a:off x="2984" y="310"/>
              <a:ext cx="295" cy="156"/>
            </a:xfrm>
            <a:prstGeom prst="ellipse">
              <a:avLst/>
            </a:prstGeom>
            <a:solidFill>
              <a:srgbClr val="EAEAEA"/>
            </a:solidFill>
            <a:ln w="12700">
              <a:solidFill>
                <a:schemeClr val="tx1"/>
              </a:solidFill>
              <a:round/>
              <a:headEnd/>
              <a:tailEnd/>
            </a:ln>
          </p:spPr>
          <p:txBody>
            <a:bodyPr wrap="none" anchor="ctr"/>
            <a:lstStyle/>
            <a:p>
              <a:pPr eaLnBrk="0" hangingPunct="0"/>
              <a:endParaRPr lang="zh-CN" altLang="en-US" b="1">
                <a:solidFill>
                  <a:srgbClr val="0000CC"/>
                </a:solidFill>
                <a:ea typeface="黑体" panose="02010609060101010101" pitchFamily="49" charset="-122"/>
              </a:endParaRPr>
            </a:p>
          </p:txBody>
        </p:sp>
        <p:sp>
          <p:nvSpPr>
            <p:cNvPr id="1055799" name="Freeform 56"/>
            <p:cNvSpPr>
              <a:spLocks noChangeArrowheads="1"/>
            </p:cNvSpPr>
            <p:nvPr/>
          </p:nvSpPr>
          <p:spPr bwMode="auto">
            <a:xfrm>
              <a:off x="3051" y="300"/>
              <a:ext cx="738" cy="407"/>
            </a:xfrm>
            <a:custGeom>
              <a:avLst/>
              <a:gdLst>
                <a:gd name="T0" fmla="*/ 108 w 738"/>
                <a:gd name="T1" fmla="*/ 82 h 407"/>
                <a:gd name="T2" fmla="*/ 145 w 738"/>
                <a:gd name="T3" fmla="*/ 77 h 407"/>
                <a:gd name="T4" fmla="*/ 183 w 738"/>
                <a:gd name="T5" fmla="*/ 72 h 407"/>
                <a:gd name="T6" fmla="*/ 215 w 738"/>
                <a:gd name="T7" fmla="*/ 67 h 407"/>
                <a:gd name="T8" fmla="*/ 237 w 738"/>
                <a:gd name="T9" fmla="*/ 46 h 407"/>
                <a:gd name="T10" fmla="*/ 204 w 738"/>
                <a:gd name="T11" fmla="*/ 41 h 407"/>
                <a:gd name="T12" fmla="*/ 172 w 738"/>
                <a:gd name="T13" fmla="*/ 46 h 407"/>
                <a:gd name="T14" fmla="*/ 156 w 738"/>
                <a:gd name="T15" fmla="*/ 46 h 407"/>
                <a:gd name="T16" fmla="*/ 188 w 738"/>
                <a:gd name="T17" fmla="*/ 26 h 407"/>
                <a:gd name="T18" fmla="*/ 226 w 738"/>
                <a:gd name="T19" fmla="*/ 15 h 407"/>
                <a:gd name="T20" fmla="*/ 258 w 738"/>
                <a:gd name="T21" fmla="*/ 10 h 407"/>
                <a:gd name="T22" fmla="*/ 290 w 738"/>
                <a:gd name="T23" fmla="*/ 5 h 407"/>
                <a:gd name="T24" fmla="*/ 323 w 738"/>
                <a:gd name="T25" fmla="*/ 0 h 407"/>
                <a:gd name="T26" fmla="*/ 355 w 738"/>
                <a:gd name="T27" fmla="*/ 0 h 407"/>
                <a:gd name="T28" fmla="*/ 387 w 738"/>
                <a:gd name="T29" fmla="*/ 0 h 407"/>
                <a:gd name="T30" fmla="*/ 463 w 738"/>
                <a:gd name="T31" fmla="*/ 0 h 407"/>
                <a:gd name="T32" fmla="*/ 506 w 738"/>
                <a:gd name="T33" fmla="*/ 0 h 407"/>
                <a:gd name="T34" fmla="*/ 543 w 738"/>
                <a:gd name="T35" fmla="*/ 15 h 407"/>
                <a:gd name="T36" fmla="*/ 570 w 738"/>
                <a:gd name="T37" fmla="*/ 36 h 407"/>
                <a:gd name="T38" fmla="*/ 603 w 738"/>
                <a:gd name="T39" fmla="*/ 51 h 407"/>
                <a:gd name="T40" fmla="*/ 635 w 738"/>
                <a:gd name="T41" fmla="*/ 57 h 407"/>
                <a:gd name="T42" fmla="*/ 667 w 738"/>
                <a:gd name="T43" fmla="*/ 77 h 407"/>
                <a:gd name="T44" fmla="*/ 694 w 738"/>
                <a:gd name="T45" fmla="*/ 98 h 407"/>
                <a:gd name="T46" fmla="*/ 715 w 738"/>
                <a:gd name="T47" fmla="*/ 128 h 407"/>
                <a:gd name="T48" fmla="*/ 721 w 738"/>
                <a:gd name="T49" fmla="*/ 164 h 407"/>
                <a:gd name="T50" fmla="*/ 726 w 738"/>
                <a:gd name="T51" fmla="*/ 195 h 407"/>
                <a:gd name="T52" fmla="*/ 726 w 738"/>
                <a:gd name="T53" fmla="*/ 226 h 407"/>
                <a:gd name="T54" fmla="*/ 726 w 738"/>
                <a:gd name="T55" fmla="*/ 257 h 407"/>
                <a:gd name="T56" fmla="*/ 737 w 738"/>
                <a:gd name="T57" fmla="*/ 288 h 407"/>
                <a:gd name="T58" fmla="*/ 737 w 738"/>
                <a:gd name="T59" fmla="*/ 319 h 407"/>
                <a:gd name="T60" fmla="*/ 715 w 738"/>
                <a:gd name="T61" fmla="*/ 349 h 407"/>
                <a:gd name="T62" fmla="*/ 678 w 738"/>
                <a:gd name="T63" fmla="*/ 365 h 407"/>
                <a:gd name="T64" fmla="*/ 646 w 738"/>
                <a:gd name="T65" fmla="*/ 380 h 407"/>
                <a:gd name="T66" fmla="*/ 613 w 738"/>
                <a:gd name="T67" fmla="*/ 396 h 407"/>
                <a:gd name="T68" fmla="*/ 581 w 738"/>
                <a:gd name="T69" fmla="*/ 401 h 407"/>
                <a:gd name="T70" fmla="*/ 538 w 738"/>
                <a:gd name="T71" fmla="*/ 406 h 407"/>
                <a:gd name="T72" fmla="*/ 500 w 738"/>
                <a:gd name="T73" fmla="*/ 406 h 407"/>
                <a:gd name="T74" fmla="*/ 468 w 738"/>
                <a:gd name="T75" fmla="*/ 406 h 407"/>
                <a:gd name="T76" fmla="*/ 436 w 738"/>
                <a:gd name="T77" fmla="*/ 406 h 407"/>
                <a:gd name="T78" fmla="*/ 403 w 738"/>
                <a:gd name="T79" fmla="*/ 406 h 407"/>
                <a:gd name="T80" fmla="*/ 371 w 738"/>
                <a:gd name="T81" fmla="*/ 406 h 407"/>
                <a:gd name="T82" fmla="*/ 339 w 738"/>
                <a:gd name="T83" fmla="*/ 406 h 407"/>
                <a:gd name="T84" fmla="*/ 307 w 738"/>
                <a:gd name="T85" fmla="*/ 406 h 407"/>
                <a:gd name="T86" fmla="*/ 269 w 738"/>
                <a:gd name="T87" fmla="*/ 406 h 407"/>
                <a:gd name="T88" fmla="*/ 237 w 738"/>
                <a:gd name="T89" fmla="*/ 406 h 407"/>
                <a:gd name="T90" fmla="*/ 204 w 738"/>
                <a:gd name="T91" fmla="*/ 406 h 407"/>
                <a:gd name="T92" fmla="*/ 172 w 738"/>
                <a:gd name="T93" fmla="*/ 391 h 407"/>
                <a:gd name="T94" fmla="*/ 140 w 738"/>
                <a:gd name="T95" fmla="*/ 380 h 407"/>
                <a:gd name="T96" fmla="*/ 108 w 738"/>
                <a:gd name="T97" fmla="*/ 365 h 407"/>
                <a:gd name="T98" fmla="*/ 81 w 738"/>
                <a:gd name="T99" fmla="*/ 339 h 407"/>
                <a:gd name="T100" fmla="*/ 59 w 738"/>
                <a:gd name="T101" fmla="*/ 319 h 407"/>
                <a:gd name="T102" fmla="*/ 38 w 738"/>
                <a:gd name="T103" fmla="*/ 288 h 407"/>
                <a:gd name="T104" fmla="*/ 16 w 738"/>
                <a:gd name="T105" fmla="*/ 252 h 407"/>
                <a:gd name="T106" fmla="*/ 0 w 738"/>
                <a:gd name="T107" fmla="*/ 216 h 407"/>
                <a:gd name="T108" fmla="*/ 0 w 738"/>
                <a:gd name="T109" fmla="*/ 185 h 407"/>
                <a:gd name="T110" fmla="*/ 5 w 738"/>
                <a:gd name="T111" fmla="*/ 149 h 407"/>
                <a:gd name="T112" fmla="*/ 27 w 738"/>
                <a:gd name="T113" fmla="*/ 123 h 407"/>
                <a:gd name="T114" fmla="*/ 54 w 738"/>
                <a:gd name="T115" fmla="*/ 108 h 407"/>
                <a:gd name="T116" fmla="*/ 86 w 738"/>
                <a:gd name="T117" fmla="*/ 98 h 407"/>
                <a:gd name="T118" fmla="*/ 113 w 738"/>
                <a:gd name="T119" fmla="*/ 82 h 407"/>
                <a:gd name="T120" fmla="*/ 129 w 738"/>
                <a:gd name="T121" fmla="*/ 98 h 40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Lst>
              <a:rect l="0" t="0" r="r" b="b"/>
              <a:pathLst>
                <a:path w="738" h="407">
                  <a:moveTo>
                    <a:pt x="91" y="82"/>
                  </a:moveTo>
                  <a:lnTo>
                    <a:pt x="108" y="82"/>
                  </a:lnTo>
                  <a:lnTo>
                    <a:pt x="124" y="82"/>
                  </a:lnTo>
                  <a:lnTo>
                    <a:pt x="145" y="77"/>
                  </a:lnTo>
                  <a:lnTo>
                    <a:pt x="161" y="77"/>
                  </a:lnTo>
                  <a:lnTo>
                    <a:pt x="183" y="72"/>
                  </a:lnTo>
                  <a:lnTo>
                    <a:pt x="199" y="72"/>
                  </a:lnTo>
                  <a:lnTo>
                    <a:pt x="215" y="67"/>
                  </a:lnTo>
                  <a:lnTo>
                    <a:pt x="231" y="62"/>
                  </a:lnTo>
                  <a:lnTo>
                    <a:pt x="237" y="46"/>
                  </a:lnTo>
                  <a:lnTo>
                    <a:pt x="221" y="41"/>
                  </a:lnTo>
                  <a:lnTo>
                    <a:pt x="204" y="41"/>
                  </a:lnTo>
                  <a:lnTo>
                    <a:pt x="188" y="46"/>
                  </a:lnTo>
                  <a:lnTo>
                    <a:pt x="172" y="46"/>
                  </a:lnTo>
                  <a:lnTo>
                    <a:pt x="156" y="62"/>
                  </a:lnTo>
                  <a:lnTo>
                    <a:pt x="156" y="46"/>
                  </a:lnTo>
                  <a:lnTo>
                    <a:pt x="172" y="36"/>
                  </a:lnTo>
                  <a:lnTo>
                    <a:pt x="188" y="26"/>
                  </a:lnTo>
                  <a:lnTo>
                    <a:pt x="210" y="21"/>
                  </a:lnTo>
                  <a:lnTo>
                    <a:pt x="226" y="15"/>
                  </a:lnTo>
                  <a:lnTo>
                    <a:pt x="242" y="15"/>
                  </a:lnTo>
                  <a:lnTo>
                    <a:pt x="258" y="10"/>
                  </a:lnTo>
                  <a:lnTo>
                    <a:pt x="274" y="10"/>
                  </a:lnTo>
                  <a:lnTo>
                    <a:pt x="290" y="5"/>
                  </a:lnTo>
                  <a:lnTo>
                    <a:pt x="307" y="5"/>
                  </a:lnTo>
                  <a:lnTo>
                    <a:pt x="323" y="0"/>
                  </a:lnTo>
                  <a:lnTo>
                    <a:pt x="339" y="0"/>
                  </a:lnTo>
                  <a:lnTo>
                    <a:pt x="355" y="0"/>
                  </a:lnTo>
                  <a:lnTo>
                    <a:pt x="371" y="0"/>
                  </a:lnTo>
                  <a:lnTo>
                    <a:pt x="387" y="0"/>
                  </a:lnTo>
                  <a:lnTo>
                    <a:pt x="420" y="0"/>
                  </a:lnTo>
                  <a:lnTo>
                    <a:pt x="463" y="0"/>
                  </a:lnTo>
                  <a:lnTo>
                    <a:pt x="484" y="0"/>
                  </a:lnTo>
                  <a:lnTo>
                    <a:pt x="506" y="0"/>
                  </a:lnTo>
                  <a:lnTo>
                    <a:pt x="527" y="5"/>
                  </a:lnTo>
                  <a:lnTo>
                    <a:pt x="543" y="15"/>
                  </a:lnTo>
                  <a:lnTo>
                    <a:pt x="554" y="31"/>
                  </a:lnTo>
                  <a:lnTo>
                    <a:pt x="570" y="36"/>
                  </a:lnTo>
                  <a:lnTo>
                    <a:pt x="586" y="46"/>
                  </a:lnTo>
                  <a:lnTo>
                    <a:pt x="603" y="51"/>
                  </a:lnTo>
                  <a:lnTo>
                    <a:pt x="619" y="51"/>
                  </a:lnTo>
                  <a:lnTo>
                    <a:pt x="635" y="57"/>
                  </a:lnTo>
                  <a:lnTo>
                    <a:pt x="651" y="67"/>
                  </a:lnTo>
                  <a:lnTo>
                    <a:pt x="667" y="77"/>
                  </a:lnTo>
                  <a:lnTo>
                    <a:pt x="678" y="93"/>
                  </a:lnTo>
                  <a:lnTo>
                    <a:pt x="694" y="98"/>
                  </a:lnTo>
                  <a:lnTo>
                    <a:pt x="699" y="113"/>
                  </a:lnTo>
                  <a:lnTo>
                    <a:pt x="715" y="128"/>
                  </a:lnTo>
                  <a:lnTo>
                    <a:pt x="721" y="149"/>
                  </a:lnTo>
                  <a:lnTo>
                    <a:pt x="721" y="164"/>
                  </a:lnTo>
                  <a:lnTo>
                    <a:pt x="726" y="180"/>
                  </a:lnTo>
                  <a:lnTo>
                    <a:pt x="726" y="195"/>
                  </a:lnTo>
                  <a:lnTo>
                    <a:pt x="726" y="211"/>
                  </a:lnTo>
                  <a:lnTo>
                    <a:pt x="726" y="226"/>
                  </a:lnTo>
                  <a:lnTo>
                    <a:pt x="726" y="242"/>
                  </a:lnTo>
                  <a:lnTo>
                    <a:pt x="726" y="257"/>
                  </a:lnTo>
                  <a:lnTo>
                    <a:pt x="737" y="272"/>
                  </a:lnTo>
                  <a:lnTo>
                    <a:pt x="737" y="288"/>
                  </a:lnTo>
                  <a:lnTo>
                    <a:pt x="737" y="303"/>
                  </a:lnTo>
                  <a:lnTo>
                    <a:pt x="737" y="319"/>
                  </a:lnTo>
                  <a:lnTo>
                    <a:pt x="732" y="334"/>
                  </a:lnTo>
                  <a:lnTo>
                    <a:pt x="715" y="349"/>
                  </a:lnTo>
                  <a:lnTo>
                    <a:pt x="694" y="360"/>
                  </a:lnTo>
                  <a:lnTo>
                    <a:pt x="678" y="365"/>
                  </a:lnTo>
                  <a:lnTo>
                    <a:pt x="662" y="375"/>
                  </a:lnTo>
                  <a:lnTo>
                    <a:pt x="646" y="380"/>
                  </a:lnTo>
                  <a:lnTo>
                    <a:pt x="629" y="385"/>
                  </a:lnTo>
                  <a:lnTo>
                    <a:pt x="613" y="396"/>
                  </a:lnTo>
                  <a:lnTo>
                    <a:pt x="597" y="401"/>
                  </a:lnTo>
                  <a:lnTo>
                    <a:pt x="581" y="401"/>
                  </a:lnTo>
                  <a:lnTo>
                    <a:pt x="559" y="406"/>
                  </a:lnTo>
                  <a:lnTo>
                    <a:pt x="538" y="406"/>
                  </a:lnTo>
                  <a:lnTo>
                    <a:pt x="522" y="406"/>
                  </a:lnTo>
                  <a:lnTo>
                    <a:pt x="500" y="406"/>
                  </a:lnTo>
                  <a:lnTo>
                    <a:pt x="484" y="406"/>
                  </a:lnTo>
                  <a:lnTo>
                    <a:pt x="468" y="406"/>
                  </a:lnTo>
                  <a:lnTo>
                    <a:pt x="452" y="406"/>
                  </a:lnTo>
                  <a:lnTo>
                    <a:pt x="436" y="406"/>
                  </a:lnTo>
                  <a:lnTo>
                    <a:pt x="420" y="406"/>
                  </a:lnTo>
                  <a:lnTo>
                    <a:pt x="403" y="406"/>
                  </a:lnTo>
                  <a:lnTo>
                    <a:pt x="387" y="406"/>
                  </a:lnTo>
                  <a:lnTo>
                    <a:pt x="371" y="406"/>
                  </a:lnTo>
                  <a:lnTo>
                    <a:pt x="355" y="406"/>
                  </a:lnTo>
                  <a:lnTo>
                    <a:pt x="339" y="406"/>
                  </a:lnTo>
                  <a:lnTo>
                    <a:pt x="323" y="406"/>
                  </a:lnTo>
                  <a:lnTo>
                    <a:pt x="307" y="406"/>
                  </a:lnTo>
                  <a:lnTo>
                    <a:pt x="285" y="406"/>
                  </a:lnTo>
                  <a:lnTo>
                    <a:pt x="269" y="406"/>
                  </a:lnTo>
                  <a:lnTo>
                    <a:pt x="253" y="406"/>
                  </a:lnTo>
                  <a:lnTo>
                    <a:pt x="237" y="406"/>
                  </a:lnTo>
                  <a:lnTo>
                    <a:pt x="221" y="406"/>
                  </a:lnTo>
                  <a:lnTo>
                    <a:pt x="204" y="406"/>
                  </a:lnTo>
                  <a:lnTo>
                    <a:pt x="188" y="396"/>
                  </a:lnTo>
                  <a:lnTo>
                    <a:pt x="172" y="391"/>
                  </a:lnTo>
                  <a:lnTo>
                    <a:pt x="156" y="385"/>
                  </a:lnTo>
                  <a:lnTo>
                    <a:pt x="140" y="380"/>
                  </a:lnTo>
                  <a:lnTo>
                    <a:pt x="124" y="375"/>
                  </a:lnTo>
                  <a:lnTo>
                    <a:pt x="108" y="365"/>
                  </a:lnTo>
                  <a:lnTo>
                    <a:pt x="91" y="355"/>
                  </a:lnTo>
                  <a:lnTo>
                    <a:pt x="81" y="339"/>
                  </a:lnTo>
                  <a:lnTo>
                    <a:pt x="65" y="334"/>
                  </a:lnTo>
                  <a:lnTo>
                    <a:pt x="59" y="319"/>
                  </a:lnTo>
                  <a:lnTo>
                    <a:pt x="43" y="303"/>
                  </a:lnTo>
                  <a:lnTo>
                    <a:pt x="38" y="288"/>
                  </a:lnTo>
                  <a:lnTo>
                    <a:pt x="22" y="272"/>
                  </a:lnTo>
                  <a:lnTo>
                    <a:pt x="16" y="252"/>
                  </a:lnTo>
                  <a:lnTo>
                    <a:pt x="5" y="231"/>
                  </a:lnTo>
                  <a:lnTo>
                    <a:pt x="0" y="216"/>
                  </a:lnTo>
                  <a:lnTo>
                    <a:pt x="0" y="200"/>
                  </a:lnTo>
                  <a:lnTo>
                    <a:pt x="0" y="185"/>
                  </a:lnTo>
                  <a:lnTo>
                    <a:pt x="0" y="170"/>
                  </a:lnTo>
                  <a:lnTo>
                    <a:pt x="5" y="149"/>
                  </a:lnTo>
                  <a:lnTo>
                    <a:pt x="11" y="134"/>
                  </a:lnTo>
                  <a:lnTo>
                    <a:pt x="27" y="123"/>
                  </a:lnTo>
                  <a:lnTo>
                    <a:pt x="38" y="108"/>
                  </a:lnTo>
                  <a:lnTo>
                    <a:pt x="54" y="108"/>
                  </a:lnTo>
                  <a:lnTo>
                    <a:pt x="70" y="103"/>
                  </a:lnTo>
                  <a:lnTo>
                    <a:pt x="86" y="98"/>
                  </a:lnTo>
                  <a:lnTo>
                    <a:pt x="102" y="98"/>
                  </a:lnTo>
                  <a:lnTo>
                    <a:pt x="113" y="82"/>
                  </a:lnTo>
                  <a:lnTo>
                    <a:pt x="113" y="67"/>
                  </a:lnTo>
                  <a:lnTo>
                    <a:pt x="129" y="98"/>
                  </a:lnTo>
                </a:path>
              </a:pathLst>
            </a:custGeom>
            <a:solidFill>
              <a:srgbClr val="EAEAEA"/>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CC"/>
                </a:solidFill>
                <a:ea typeface="黑体" panose="02010609060101010101" pitchFamily="49" charset="-122"/>
              </a:endParaRPr>
            </a:p>
          </p:txBody>
        </p:sp>
        <p:sp>
          <p:nvSpPr>
            <p:cNvPr id="1055800" name="Freeform 57"/>
            <p:cNvSpPr>
              <a:spLocks noChangeArrowheads="1"/>
            </p:cNvSpPr>
            <p:nvPr/>
          </p:nvSpPr>
          <p:spPr bwMode="auto">
            <a:xfrm>
              <a:off x="3193" y="270"/>
              <a:ext cx="117" cy="118"/>
            </a:xfrm>
            <a:custGeom>
              <a:avLst/>
              <a:gdLst>
                <a:gd name="T0" fmla="*/ 5 w 117"/>
                <a:gd name="T1" fmla="*/ 66 h 118"/>
                <a:gd name="T2" fmla="*/ 0 w 117"/>
                <a:gd name="T3" fmla="*/ 51 h 118"/>
                <a:gd name="T4" fmla="*/ 0 w 117"/>
                <a:gd name="T5" fmla="*/ 36 h 118"/>
                <a:gd name="T6" fmla="*/ 16 w 117"/>
                <a:gd name="T7" fmla="*/ 25 h 118"/>
                <a:gd name="T8" fmla="*/ 32 w 117"/>
                <a:gd name="T9" fmla="*/ 15 h 118"/>
                <a:gd name="T10" fmla="*/ 47 w 117"/>
                <a:gd name="T11" fmla="*/ 0 h 118"/>
                <a:gd name="T12" fmla="*/ 63 w 117"/>
                <a:gd name="T13" fmla="*/ 0 h 118"/>
                <a:gd name="T14" fmla="*/ 79 w 117"/>
                <a:gd name="T15" fmla="*/ 0 h 118"/>
                <a:gd name="T16" fmla="*/ 84 w 117"/>
                <a:gd name="T17" fmla="*/ 15 h 118"/>
                <a:gd name="T18" fmla="*/ 95 w 117"/>
                <a:gd name="T19" fmla="*/ 31 h 118"/>
                <a:gd name="T20" fmla="*/ 105 w 117"/>
                <a:gd name="T21" fmla="*/ 46 h 118"/>
                <a:gd name="T22" fmla="*/ 111 w 117"/>
                <a:gd name="T23" fmla="*/ 61 h 118"/>
                <a:gd name="T24" fmla="*/ 116 w 117"/>
                <a:gd name="T25" fmla="*/ 76 h 118"/>
                <a:gd name="T26" fmla="*/ 116 w 117"/>
                <a:gd name="T27" fmla="*/ 92 h 118"/>
                <a:gd name="T28" fmla="*/ 116 w 117"/>
                <a:gd name="T29" fmla="*/ 107 h 118"/>
                <a:gd name="T30" fmla="*/ 100 w 117"/>
                <a:gd name="T31" fmla="*/ 117 h 118"/>
                <a:gd name="T32" fmla="*/ 84 w 117"/>
                <a:gd name="T33" fmla="*/ 117 h 118"/>
                <a:gd name="T34" fmla="*/ 69 w 117"/>
                <a:gd name="T35" fmla="*/ 117 h 118"/>
                <a:gd name="T36" fmla="*/ 53 w 117"/>
                <a:gd name="T37" fmla="*/ 117 h 118"/>
                <a:gd name="T38" fmla="*/ 37 w 117"/>
                <a:gd name="T39" fmla="*/ 112 h 118"/>
                <a:gd name="T40" fmla="*/ 21 w 117"/>
                <a:gd name="T41" fmla="*/ 102 h 118"/>
                <a:gd name="T42" fmla="*/ 11 w 117"/>
                <a:gd name="T43" fmla="*/ 86 h 118"/>
                <a:gd name="T44" fmla="*/ 5 w 117"/>
                <a:gd name="T45" fmla="*/ 71 h 118"/>
                <a:gd name="T46" fmla="*/ 5 w 117"/>
                <a:gd name="T47" fmla="*/ 66 h 1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117" h="118">
                  <a:moveTo>
                    <a:pt x="5" y="66"/>
                  </a:moveTo>
                  <a:lnTo>
                    <a:pt x="0" y="51"/>
                  </a:lnTo>
                  <a:lnTo>
                    <a:pt x="0" y="36"/>
                  </a:lnTo>
                  <a:lnTo>
                    <a:pt x="16" y="25"/>
                  </a:lnTo>
                  <a:lnTo>
                    <a:pt x="32" y="15"/>
                  </a:lnTo>
                  <a:lnTo>
                    <a:pt x="47" y="0"/>
                  </a:lnTo>
                  <a:lnTo>
                    <a:pt x="63" y="0"/>
                  </a:lnTo>
                  <a:lnTo>
                    <a:pt x="79" y="0"/>
                  </a:lnTo>
                  <a:lnTo>
                    <a:pt x="84" y="15"/>
                  </a:lnTo>
                  <a:lnTo>
                    <a:pt x="95" y="31"/>
                  </a:lnTo>
                  <a:lnTo>
                    <a:pt x="105" y="46"/>
                  </a:lnTo>
                  <a:lnTo>
                    <a:pt x="111" y="61"/>
                  </a:lnTo>
                  <a:lnTo>
                    <a:pt x="116" y="76"/>
                  </a:lnTo>
                  <a:lnTo>
                    <a:pt x="116" y="92"/>
                  </a:lnTo>
                  <a:lnTo>
                    <a:pt x="116" y="107"/>
                  </a:lnTo>
                  <a:lnTo>
                    <a:pt x="100" y="117"/>
                  </a:lnTo>
                  <a:lnTo>
                    <a:pt x="84" y="117"/>
                  </a:lnTo>
                  <a:lnTo>
                    <a:pt x="69" y="117"/>
                  </a:lnTo>
                  <a:lnTo>
                    <a:pt x="53" y="117"/>
                  </a:lnTo>
                  <a:lnTo>
                    <a:pt x="37" y="112"/>
                  </a:lnTo>
                  <a:lnTo>
                    <a:pt x="21" y="102"/>
                  </a:lnTo>
                  <a:lnTo>
                    <a:pt x="11" y="86"/>
                  </a:lnTo>
                  <a:lnTo>
                    <a:pt x="5" y="71"/>
                  </a:lnTo>
                  <a:lnTo>
                    <a:pt x="5" y="66"/>
                  </a:lnTo>
                </a:path>
              </a:pathLst>
            </a:custGeom>
            <a:solidFill>
              <a:srgbClr val="EAEAEA"/>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CC"/>
                </a:solidFill>
                <a:ea typeface="黑体" panose="02010609060101010101" pitchFamily="49" charset="-122"/>
              </a:endParaRPr>
            </a:p>
          </p:txBody>
        </p:sp>
        <p:sp>
          <p:nvSpPr>
            <p:cNvPr id="1055801" name="Freeform 58"/>
            <p:cNvSpPr>
              <a:spLocks noChangeArrowheads="1"/>
            </p:cNvSpPr>
            <p:nvPr/>
          </p:nvSpPr>
          <p:spPr bwMode="auto">
            <a:xfrm>
              <a:off x="3469" y="239"/>
              <a:ext cx="82" cy="87"/>
            </a:xfrm>
            <a:custGeom>
              <a:avLst/>
              <a:gdLst>
                <a:gd name="T0" fmla="*/ 0 w 82"/>
                <a:gd name="T1" fmla="*/ 0 h 87"/>
                <a:gd name="T2" fmla="*/ 16 w 82"/>
                <a:gd name="T3" fmla="*/ 10 h 87"/>
                <a:gd name="T4" fmla="*/ 32 w 82"/>
                <a:gd name="T5" fmla="*/ 20 h 87"/>
                <a:gd name="T6" fmla="*/ 49 w 82"/>
                <a:gd name="T7" fmla="*/ 20 h 87"/>
                <a:gd name="T8" fmla="*/ 65 w 82"/>
                <a:gd name="T9" fmla="*/ 30 h 87"/>
                <a:gd name="T10" fmla="*/ 76 w 82"/>
                <a:gd name="T11" fmla="*/ 46 h 87"/>
                <a:gd name="T12" fmla="*/ 81 w 82"/>
                <a:gd name="T13" fmla="*/ 61 h 87"/>
                <a:gd name="T14" fmla="*/ 81 w 82"/>
                <a:gd name="T15" fmla="*/ 76 h 87"/>
                <a:gd name="T16" fmla="*/ 65 w 82"/>
                <a:gd name="T17" fmla="*/ 86 h 87"/>
                <a:gd name="T18" fmla="*/ 49 w 82"/>
                <a:gd name="T19" fmla="*/ 86 h 87"/>
                <a:gd name="T20" fmla="*/ 27 w 82"/>
                <a:gd name="T21" fmla="*/ 81 h 87"/>
                <a:gd name="T22" fmla="*/ 11 w 82"/>
                <a:gd name="T23" fmla="*/ 71 h 87"/>
                <a:gd name="T24" fmla="*/ 5 w 82"/>
                <a:gd name="T25" fmla="*/ 56 h 87"/>
                <a:gd name="T26" fmla="*/ 0 w 82"/>
                <a:gd name="T27" fmla="*/ 40 h 87"/>
                <a:gd name="T28" fmla="*/ 0 w 82"/>
                <a:gd name="T29" fmla="*/ 25 h 87"/>
                <a:gd name="T30" fmla="*/ 11 w 82"/>
                <a:gd name="T31" fmla="*/ 10 h 87"/>
                <a:gd name="T32" fmla="*/ 0 w 82"/>
                <a:gd name="T33" fmla="*/ 0 h 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82" h="87">
                  <a:moveTo>
                    <a:pt x="0" y="0"/>
                  </a:moveTo>
                  <a:lnTo>
                    <a:pt x="16" y="10"/>
                  </a:lnTo>
                  <a:lnTo>
                    <a:pt x="32" y="20"/>
                  </a:lnTo>
                  <a:lnTo>
                    <a:pt x="49" y="20"/>
                  </a:lnTo>
                  <a:lnTo>
                    <a:pt x="65" y="30"/>
                  </a:lnTo>
                  <a:lnTo>
                    <a:pt x="76" y="46"/>
                  </a:lnTo>
                  <a:lnTo>
                    <a:pt x="81" y="61"/>
                  </a:lnTo>
                  <a:lnTo>
                    <a:pt x="81" y="76"/>
                  </a:lnTo>
                  <a:lnTo>
                    <a:pt x="65" y="86"/>
                  </a:lnTo>
                  <a:lnTo>
                    <a:pt x="49" y="86"/>
                  </a:lnTo>
                  <a:lnTo>
                    <a:pt x="27" y="81"/>
                  </a:lnTo>
                  <a:lnTo>
                    <a:pt x="11" y="71"/>
                  </a:lnTo>
                  <a:lnTo>
                    <a:pt x="5" y="56"/>
                  </a:lnTo>
                  <a:lnTo>
                    <a:pt x="0" y="40"/>
                  </a:lnTo>
                  <a:lnTo>
                    <a:pt x="0" y="25"/>
                  </a:lnTo>
                  <a:lnTo>
                    <a:pt x="11" y="10"/>
                  </a:lnTo>
                  <a:lnTo>
                    <a:pt x="0" y="0"/>
                  </a:lnTo>
                </a:path>
              </a:pathLst>
            </a:custGeom>
            <a:solidFill>
              <a:srgbClr val="EAEAEA"/>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CC"/>
                </a:solidFill>
                <a:ea typeface="黑体" panose="02010609060101010101" pitchFamily="49" charset="-122"/>
              </a:endParaRPr>
            </a:p>
          </p:txBody>
        </p:sp>
      </p:grpSp>
      <p:grpSp>
        <p:nvGrpSpPr>
          <p:cNvPr id="1055802" name="Group 59"/>
          <p:cNvGrpSpPr>
            <a:grpSpLocks/>
          </p:cNvGrpSpPr>
          <p:nvPr/>
        </p:nvGrpSpPr>
        <p:grpSpPr bwMode="auto">
          <a:xfrm>
            <a:off x="857250" y="2886075"/>
            <a:ext cx="742950" cy="482600"/>
            <a:chOff x="2949" y="196"/>
            <a:chExt cx="941" cy="598"/>
          </a:xfrm>
        </p:grpSpPr>
        <p:sp>
          <p:nvSpPr>
            <p:cNvPr id="1055803" name="Oval 60"/>
            <p:cNvSpPr>
              <a:spLocks noChangeArrowheads="1"/>
            </p:cNvSpPr>
            <p:nvPr/>
          </p:nvSpPr>
          <p:spPr bwMode="auto">
            <a:xfrm>
              <a:off x="3168" y="196"/>
              <a:ext cx="407" cy="162"/>
            </a:xfrm>
            <a:prstGeom prst="ellipse">
              <a:avLst/>
            </a:prstGeom>
            <a:solidFill>
              <a:srgbClr val="EAEAEA"/>
            </a:solidFill>
            <a:ln w="12700">
              <a:solidFill>
                <a:schemeClr val="tx1"/>
              </a:solidFill>
              <a:round/>
              <a:headEnd/>
              <a:tailEnd/>
            </a:ln>
          </p:spPr>
          <p:txBody>
            <a:bodyPr wrap="none" anchor="ctr"/>
            <a:lstStyle/>
            <a:p>
              <a:pPr eaLnBrk="0" hangingPunct="0"/>
              <a:endParaRPr lang="zh-CN" altLang="en-US" b="1">
                <a:solidFill>
                  <a:srgbClr val="0000CC"/>
                </a:solidFill>
                <a:ea typeface="黑体" panose="02010609060101010101" pitchFamily="49" charset="-122"/>
              </a:endParaRPr>
            </a:p>
          </p:txBody>
        </p:sp>
        <p:sp>
          <p:nvSpPr>
            <p:cNvPr id="1055804" name="Oval 61"/>
            <p:cNvSpPr>
              <a:spLocks noChangeArrowheads="1"/>
            </p:cNvSpPr>
            <p:nvPr/>
          </p:nvSpPr>
          <p:spPr bwMode="auto">
            <a:xfrm rot="900000">
              <a:off x="3512" y="252"/>
              <a:ext cx="275" cy="131"/>
            </a:xfrm>
            <a:prstGeom prst="ellipse">
              <a:avLst/>
            </a:prstGeom>
            <a:solidFill>
              <a:srgbClr val="EAEAEA"/>
            </a:solidFill>
            <a:ln w="12700">
              <a:solidFill>
                <a:schemeClr val="tx1"/>
              </a:solidFill>
              <a:round/>
              <a:headEnd/>
              <a:tailEnd/>
            </a:ln>
          </p:spPr>
          <p:txBody>
            <a:bodyPr wrap="none" anchor="ctr"/>
            <a:lstStyle/>
            <a:p>
              <a:pPr eaLnBrk="0" hangingPunct="0"/>
              <a:endParaRPr lang="zh-CN" altLang="en-US" b="1">
                <a:solidFill>
                  <a:srgbClr val="0000CC"/>
                </a:solidFill>
                <a:ea typeface="黑体" panose="02010609060101010101" pitchFamily="49" charset="-122"/>
              </a:endParaRPr>
            </a:p>
          </p:txBody>
        </p:sp>
        <p:sp>
          <p:nvSpPr>
            <p:cNvPr id="1055805" name="Oval 62"/>
            <p:cNvSpPr>
              <a:spLocks noChangeArrowheads="1"/>
            </p:cNvSpPr>
            <p:nvPr/>
          </p:nvSpPr>
          <p:spPr bwMode="auto">
            <a:xfrm rot="1500000">
              <a:off x="3650" y="385"/>
              <a:ext cx="240" cy="153"/>
            </a:xfrm>
            <a:prstGeom prst="ellipse">
              <a:avLst/>
            </a:prstGeom>
            <a:solidFill>
              <a:srgbClr val="EAEAEA"/>
            </a:solidFill>
            <a:ln w="12700">
              <a:solidFill>
                <a:schemeClr val="tx1"/>
              </a:solidFill>
              <a:round/>
              <a:headEnd/>
              <a:tailEnd/>
            </a:ln>
          </p:spPr>
          <p:txBody>
            <a:bodyPr wrap="none" anchor="ctr"/>
            <a:lstStyle/>
            <a:p>
              <a:pPr eaLnBrk="0" hangingPunct="0"/>
              <a:endParaRPr lang="zh-CN" altLang="en-US" b="1">
                <a:solidFill>
                  <a:srgbClr val="0000CC"/>
                </a:solidFill>
                <a:ea typeface="黑体" panose="02010609060101010101" pitchFamily="49" charset="-122"/>
              </a:endParaRPr>
            </a:p>
          </p:txBody>
        </p:sp>
        <p:sp>
          <p:nvSpPr>
            <p:cNvPr id="1055806" name="Oval 63"/>
            <p:cNvSpPr>
              <a:spLocks noChangeArrowheads="1"/>
            </p:cNvSpPr>
            <p:nvPr/>
          </p:nvSpPr>
          <p:spPr bwMode="auto">
            <a:xfrm rot="-1560000">
              <a:off x="3573" y="537"/>
              <a:ext cx="291" cy="189"/>
            </a:xfrm>
            <a:prstGeom prst="ellipse">
              <a:avLst/>
            </a:prstGeom>
            <a:solidFill>
              <a:srgbClr val="EAEAEA"/>
            </a:solidFill>
            <a:ln w="12700">
              <a:solidFill>
                <a:schemeClr val="tx1"/>
              </a:solidFill>
              <a:round/>
              <a:headEnd/>
              <a:tailEnd/>
            </a:ln>
          </p:spPr>
          <p:txBody>
            <a:bodyPr wrap="none" anchor="ctr"/>
            <a:lstStyle/>
            <a:p>
              <a:pPr eaLnBrk="0" hangingPunct="0"/>
              <a:endParaRPr lang="zh-CN" altLang="en-US" b="1">
                <a:solidFill>
                  <a:srgbClr val="0000CC"/>
                </a:solidFill>
                <a:ea typeface="黑体" panose="02010609060101010101" pitchFamily="49" charset="-122"/>
              </a:endParaRPr>
            </a:p>
          </p:txBody>
        </p:sp>
        <p:sp>
          <p:nvSpPr>
            <p:cNvPr id="1055807" name="Oval 64"/>
            <p:cNvSpPr>
              <a:spLocks noChangeArrowheads="1"/>
            </p:cNvSpPr>
            <p:nvPr/>
          </p:nvSpPr>
          <p:spPr bwMode="auto">
            <a:xfrm>
              <a:off x="3216" y="555"/>
              <a:ext cx="471" cy="239"/>
            </a:xfrm>
            <a:prstGeom prst="ellipse">
              <a:avLst/>
            </a:prstGeom>
            <a:solidFill>
              <a:srgbClr val="EAEAEA"/>
            </a:solidFill>
            <a:ln w="12700">
              <a:solidFill>
                <a:schemeClr val="tx1"/>
              </a:solidFill>
              <a:round/>
              <a:headEnd/>
              <a:tailEnd/>
            </a:ln>
          </p:spPr>
          <p:txBody>
            <a:bodyPr wrap="none" anchor="ctr"/>
            <a:lstStyle/>
            <a:p>
              <a:pPr eaLnBrk="0" hangingPunct="0"/>
              <a:endParaRPr lang="zh-CN" altLang="en-US" b="1">
                <a:solidFill>
                  <a:srgbClr val="0000CC"/>
                </a:solidFill>
                <a:ea typeface="黑体" panose="02010609060101010101" pitchFamily="49" charset="-122"/>
              </a:endParaRPr>
            </a:p>
          </p:txBody>
        </p:sp>
        <p:sp>
          <p:nvSpPr>
            <p:cNvPr id="1055808" name="Oval 65"/>
            <p:cNvSpPr>
              <a:spLocks noChangeArrowheads="1"/>
            </p:cNvSpPr>
            <p:nvPr/>
          </p:nvSpPr>
          <p:spPr bwMode="auto">
            <a:xfrm rot="1080000">
              <a:off x="3023" y="555"/>
              <a:ext cx="265" cy="156"/>
            </a:xfrm>
            <a:prstGeom prst="ellipse">
              <a:avLst/>
            </a:prstGeom>
            <a:solidFill>
              <a:srgbClr val="EAEAEA"/>
            </a:solidFill>
            <a:ln w="12700">
              <a:solidFill>
                <a:schemeClr val="tx1"/>
              </a:solidFill>
              <a:round/>
              <a:headEnd/>
              <a:tailEnd/>
            </a:ln>
          </p:spPr>
          <p:txBody>
            <a:bodyPr wrap="none" anchor="ctr"/>
            <a:lstStyle/>
            <a:p>
              <a:pPr eaLnBrk="0" hangingPunct="0"/>
              <a:endParaRPr lang="zh-CN" altLang="en-US" b="1">
                <a:solidFill>
                  <a:srgbClr val="0000CC"/>
                </a:solidFill>
                <a:ea typeface="黑体" panose="02010609060101010101" pitchFamily="49" charset="-122"/>
              </a:endParaRPr>
            </a:p>
          </p:txBody>
        </p:sp>
        <p:sp>
          <p:nvSpPr>
            <p:cNvPr id="1055809" name="Oval 66"/>
            <p:cNvSpPr>
              <a:spLocks noChangeArrowheads="1"/>
            </p:cNvSpPr>
            <p:nvPr/>
          </p:nvSpPr>
          <p:spPr bwMode="auto">
            <a:xfrm>
              <a:off x="2949" y="432"/>
              <a:ext cx="217" cy="156"/>
            </a:xfrm>
            <a:prstGeom prst="ellipse">
              <a:avLst/>
            </a:prstGeom>
            <a:solidFill>
              <a:srgbClr val="EAEAEA"/>
            </a:solidFill>
            <a:ln w="12700">
              <a:solidFill>
                <a:schemeClr val="tx1"/>
              </a:solidFill>
              <a:round/>
              <a:headEnd/>
              <a:tailEnd/>
            </a:ln>
          </p:spPr>
          <p:txBody>
            <a:bodyPr wrap="none" anchor="ctr"/>
            <a:lstStyle/>
            <a:p>
              <a:pPr eaLnBrk="0" hangingPunct="0"/>
              <a:endParaRPr lang="zh-CN" altLang="en-US" b="1">
                <a:solidFill>
                  <a:srgbClr val="0000CC"/>
                </a:solidFill>
                <a:ea typeface="黑体" panose="02010609060101010101" pitchFamily="49" charset="-122"/>
              </a:endParaRPr>
            </a:p>
          </p:txBody>
        </p:sp>
        <p:sp>
          <p:nvSpPr>
            <p:cNvPr id="1055810" name="Oval 67"/>
            <p:cNvSpPr>
              <a:spLocks noChangeArrowheads="1"/>
            </p:cNvSpPr>
            <p:nvPr/>
          </p:nvSpPr>
          <p:spPr bwMode="auto">
            <a:xfrm rot="-1860000">
              <a:off x="2984" y="310"/>
              <a:ext cx="295" cy="156"/>
            </a:xfrm>
            <a:prstGeom prst="ellipse">
              <a:avLst/>
            </a:prstGeom>
            <a:solidFill>
              <a:srgbClr val="EAEAEA"/>
            </a:solidFill>
            <a:ln w="12700">
              <a:solidFill>
                <a:schemeClr val="tx1"/>
              </a:solidFill>
              <a:round/>
              <a:headEnd/>
              <a:tailEnd/>
            </a:ln>
          </p:spPr>
          <p:txBody>
            <a:bodyPr wrap="none" anchor="ctr"/>
            <a:lstStyle/>
            <a:p>
              <a:pPr eaLnBrk="0" hangingPunct="0"/>
              <a:endParaRPr lang="zh-CN" altLang="en-US" b="1">
                <a:solidFill>
                  <a:srgbClr val="0000CC"/>
                </a:solidFill>
                <a:ea typeface="黑体" panose="02010609060101010101" pitchFamily="49" charset="-122"/>
              </a:endParaRPr>
            </a:p>
          </p:txBody>
        </p:sp>
        <p:sp>
          <p:nvSpPr>
            <p:cNvPr id="1055811" name="Freeform 68"/>
            <p:cNvSpPr>
              <a:spLocks noChangeArrowheads="1"/>
            </p:cNvSpPr>
            <p:nvPr/>
          </p:nvSpPr>
          <p:spPr bwMode="auto">
            <a:xfrm>
              <a:off x="3051" y="300"/>
              <a:ext cx="738" cy="407"/>
            </a:xfrm>
            <a:custGeom>
              <a:avLst/>
              <a:gdLst>
                <a:gd name="T0" fmla="*/ 108 w 738"/>
                <a:gd name="T1" fmla="*/ 82 h 407"/>
                <a:gd name="T2" fmla="*/ 145 w 738"/>
                <a:gd name="T3" fmla="*/ 77 h 407"/>
                <a:gd name="T4" fmla="*/ 183 w 738"/>
                <a:gd name="T5" fmla="*/ 72 h 407"/>
                <a:gd name="T6" fmla="*/ 215 w 738"/>
                <a:gd name="T7" fmla="*/ 67 h 407"/>
                <a:gd name="T8" fmla="*/ 237 w 738"/>
                <a:gd name="T9" fmla="*/ 46 h 407"/>
                <a:gd name="T10" fmla="*/ 204 w 738"/>
                <a:gd name="T11" fmla="*/ 41 h 407"/>
                <a:gd name="T12" fmla="*/ 172 w 738"/>
                <a:gd name="T13" fmla="*/ 46 h 407"/>
                <a:gd name="T14" fmla="*/ 156 w 738"/>
                <a:gd name="T15" fmla="*/ 46 h 407"/>
                <a:gd name="T16" fmla="*/ 188 w 738"/>
                <a:gd name="T17" fmla="*/ 26 h 407"/>
                <a:gd name="T18" fmla="*/ 226 w 738"/>
                <a:gd name="T19" fmla="*/ 15 h 407"/>
                <a:gd name="T20" fmla="*/ 258 w 738"/>
                <a:gd name="T21" fmla="*/ 10 h 407"/>
                <a:gd name="T22" fmla="*/ 290 w 738"/>
                <a:gd name="T23" fmla="*/ 5 h 407"/>
                <a:gd name="T24" fmla="*/ 323 w 738"/>
                <a:gd name="T25" fmla="*/ 0 h 407"/>
                <a:gd name="T26" fmla="*/ 355 w 738"/>
                <a:gd name="T27" fmla="*/ 0 h 407"/>
                <a:gd name="T28" fmla="*/ 387 w 738"/>
                <a:gd name="T29" fmla="*/ 0 h 407"/>
                <a:gd name="T30" fmla="*/ 463 w 738"/>
                <a:gd name="T31" fmla="*/ 0 h 407"/>
                <a:gd name="T32" fmla="*/ 506 w 738"/>
                <a:gd name="T33" fmla="*/ 0 h 407"/>
                <a:gd name="T34" fmla="*/ 543 w 738"/>
                <a:gd name="T35" fmla="*/ 15 h 407"/>
                <a:gd name="T36" fmla="*/ 570 w 738"/>
                <a:gd name="T37" fmla="*/ 36 h 407"/>
                <a:gd name="T38" fmla="*/ 603 w 738"/>
                <a:gd name="T39" fmla="*/ 51 h 407"/>
                <a:gd name="T40" fmla="*/ 635 w 738"/>
                <a:gd name="T41" fmla="*/ 57 h 407"/>
                <a:gd name="T42" fmla="*/ 667 w 738"/>
                <a:gd name="T43" fmla="*/ 77 h 407"/>
                <a:gd name="T44" fmla="*/ 694 w 738"/>
                <a:gd name="T45" fmla="*/ 98 h 407"/>
                <a:gd name="T46" fmla="*/ 715 w 738"/>
                <a:gd name="T47" fmla="*/ 128 h 407"/>
                <a:gd name="T48" fmla="*/ 721 w 738"/>
                <a:gd name="T49" fmla="*/ 164 h 407"/>
                <a:gd name="T50" fmla="*/ 726 w 738"/>
                <a:gd name="T51" fmla="*/ 195 h 407"/>
                <a:gd name="T52" fmla="*/ 726 w 738"/>
                <a:gd name="T53" fmla="*/ 226 h 407"/>
                <a:gd name="T54" fmla="*/ 726 w 738"/>
                <a:gd name="T55" fmla="*/ 257 h 407"/>
                <a:gd name="T56" fmla="*/ 737 w 738"/>
                <a:gd name="T57" fmla="*/ 288 h 407"/>
                <a:gd name="T58" fmla="*/ 737 w 738"/>
                <a:gd name="T59" fmla="*/ 319 h 407"/>
                <a:gd name="T60" fmla="*/ 715 w 738"/>
                <a:gd name="T61" fmla="*/ 349 h 407"/>
                <a:gd name="T62" fmla="*/ 678 w 738"/>
                <a:gd name="T63" fmla="*/ 365 h 407"/>
                <a:gd name="T64" fmla="*/ 646 w 738"/>
                <a:gd name="T65" fmla="*/ 380 h 407"/>
                <a:gd name="T66" fmla="*/ 613 w 738"/>
                <a:gd name="T67" fmla="*/ 396 h 407"/>
                <a:gd name="T68" fmla="*/ 581 w 738"/>
                <a:gd name="T69" fmla="*/ 401 h 407"/>
                <a:gd name="T70" fmla="*/ 538 w 738"/>
                <a:gd name="T71" fmla="*/ 406 h 407"/>
                <a:gd name="T72" fmla="*/ 500 w 738"/>
                <a:gd name="T73" fmla="*/ 406 h 407"/>
                <a:gd name="T74" fmla="*/ 468 w 738"/>
                <a:gd name="T75" fmla="*/ 406 h 407"/>
                <a:gd name="T76" fmla="*/ 436 w 738"/>
                <a:gd name="T77" fmla="*/ 406 h 407"/>
                <a:gd name="T78" fmla="*/ 403 w 738"/>
                <a:gd name="T79" fmla="*/ 406 h 407"/>
                <a:gd name="T80" fmla="*/ 371 w 738"/>
                <a:gd name="T81" fmla="*/ 406 h 407"/>
                <a:gd name="T82" fmla="*/ 339 w 738"/>
                <a:gd name="T83" fmla="*/ 406 h 407"/>
                <a:gd name="T84" fmla="*/ 307 w 738"/>
                <a:gd name="T85" fmla="*/ 406 h 407"/>
                <a:gd name="T86" fmla="*/ 269 w 738"/>
                <a:gd name="T87" fmla="*/ 406 h 407"/>
                <a:gd name="T88" fmla="*/ 237 w 738"/>
                <a:gd name="T89" fmla="*/ 406 h 407"/>
                <a:gd name="T90" fmla="*/ 204 w 738"/>
                <a:gd name="T91" fmla="*/ 406 h 407"/>
                <a:gd name="T92" fmla="*/ 172 w 738"/>
                <a:gd name="T93" fmla="*/ 391 h 407"/>
                <a:gd name="T94" fmla="*/ 140 w 738"/>
                <a:gd name="T95" fmla="*/ 380 h 407"/>
                <a:gd name="T96" fmla="*/ 108 w 738"/>
                <a:gd name="T97" fmla="*/ 365 h 407"/>
                <a:gd name="T98" fmla="*/ 81 w 738"/>
                <a:gd name="T99" fmla="*/ 339 h 407"/>
                <a:gd name="T100" fmla="*/ 59 w 738"/>
                <a:gd name="T101" fmla="*/ 319 h 407"/>
                <a:gd name="T102" fmla="*/ 38 w 738"/>
                <a:gd name="T103" fmla="*/ 288 h 407"/>
                <a:gd name="T104" fmla="*/ 16 w 738"/>
                <a:gd name="T105" fmla="*/ 252 h 407"/>
                <a:gd name="T106" fmla="*/ 0 w 738"/>
                <a:gd name="T107" fmla="*/ 216 h 407"/>
                <a:gd name="T108" fmla="*/ 0 w 738"/>
                <a:gd name="T109" fmla="*/ 185 h 407"/>
                <a:gd name="T110" fmla="*/ 5 w 738"/>
                <a:gd name="T111" fmla="*/ 149 h 407"/>
                <a:gd name="T112" fmla="*/ 27 w 738"/>
                <a:gd name="T113" fmla="*/ 123 h 407"/>
                <a:gd name="T114" fmla="*/ 54 w 738"/>
                <a:gd name="T115" fmla="*/ 108 h 407"/>
                <a:gd name="T116" fmla="*/ 86 w 738"/>
                <a:gd name="T117" fmla="*/ 98 h 407"/>
                <a:gd name="T118" fmla="*/ 113 w 738"/>
                <a:gd name="T119" fmla="*/ 82 h 407"/>
                <a:gd name="T120" fmla="*/ 129 w 738"/>
                <a:gd name="T121" fmla="*/ 98 h 40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Lst>
              <a:rect l="0" t="0" r="r" b="b"/>
              <a:pathLst>
                <a:path w="738" h="407">
                  <a:moveTo>
                    <a:pt x="91" y="82"/>
                  </a:moveTo>
                  <a:lnTo>
                    <a:pt x="108" y="82"/>
                  </a:lnTo>
                  <a:lnTo>
                    <a:pt x="124" y="82"/>
                  </a:lnTo>
                  <a:lnTo>
                    <a:pt x="145" y="77"/>
                  </a:lnTo>
                  <a:lnTo>
                    <a:pt x="161" y="77"/>
                  </a:lnTo>
                  <a:lnTo>
                    <a:pt x="183" y="72"/>
                  </a:lnTo>
                  <a:lnTo>
                    <a:pt x="199" y="72"/>
                  </a:lnTo>
                  <a:lnTo>
                    <a:pt x="215" y="67"/>
                  </a:lnTo>
                  <a:lnTo>
                    <a:pt x="231" y="62"/>
                  </a:lnTo>
                  <a:lnTo>
                    <a:pt x="237" y="46"/>
                  </a:lnTo>
                  <a:lnTo>
                    <a:pt x="221" y="41"/>
                  </a:lnTo>
                  <a:lnTo>
                    <a:pt x="204" y="41"/>
                  </a:lnTo>
                  <a:lnTo>
                    <a:pt x="188" y="46"/>
                  </a:lnTo>
                  <a:lnTo>
                    <a:pt x="172" y="46"/>
                  </a:lnTo>
                  <a:lnTo>
                    <a:pt x="156" y="62"/>
                  </a:lnTo>
                  <a:lnTo>
                    <a:pt x="156" y="46"/>
                  </a:lnTo>
                  <a:lnTo>
                    <a:pt x="172" y="36"/>
                  </a:lnTo>
                  <a:lnTo>
                    <a:pt x="188" y="26"/>
                  </a:lnTo>
                  <a:lnTo>
                    <a:pt x="210" y="21"/>
                  </a:lnTo>
                  <a:lnTo>
                    <a:pt x="226" y="15"/>
                  </a:lnTo>
                  <a:lnTo>
                    <a:pt x="242" y="15"/>
                  </a:lnTo>
                  <a:lnTo>
                    <a:pt x="258" y="10"/>
                  </a:lnTo>
                  <a:lnTo>
                    <a:pt x="274" y="10"/>
                  </a:lnTo>
                  <a:lnTo>
                    <a:pt x="290" y="5"/>
                  </a:lnTo>
                  <a:lnTo>
                    <a:pt x="307" y="5"/>
                  </a:lnTo>
                  <a:lnTo>
                    <a:pt x="323" y="0"/>
                  </a:lnTo>
                  <a:lnTo>
                    <a:pt x="339" y="0"/>
                  </a:lnTo>
                  <a:lnTo>
                    <a:pt x="355" y="0"/>
                  </a:lnTo>
                  <a:lnTo>
                    <a:pt x="371" y="0"/>
                  </a:lnTo>
                  <a:lnTo>
                    <a:pt x="387" y="0"/>
                  </a:lnTo>
                  <a:lnTo>
                    <a:pt x="420" y="0"/>
                  </a:lnTo>
                  <a:lnTo>
                    <a:pt x="463" y="0"/>
                  </a:lnTo>
                  <a:lnTo>
                    <a:pt x="484" y="0"/>
                  </a:lnTo>
                  <a:lnTo>
                    <a:pt x="506" y="0"/>
                  </a:lnTo>
                  <a:lnTo>
                    <a:pt x="527" y="5"/>
                  </a:lnTo>
                  <a:lnTo>
                    <a:pt x="543" y="15"/>
                  </a:lnTo>
                  <a:lnTo>
                    <a:pt x="554" y="31"/>
                  </a:lnTo>
                  <a:lnTo>
                    <a:pt x="570" y="36"/>
                  </a:lnTo>
                  <a:lnTo>
                    <a:pt x="586" y="46"/>
                  </a:lnTo>
                  <a:lnTo>
                    <a:pt x="603" y="51"/>
                  </a:lnTo>
                  <a:lnTo>
                    <a:pt x="619" y="51"/>
                  </a:lnTo>
                  <a:lnTo>
                    <a:pt x="635" y="57"/>
                  </a:lnTo>
                  <a:lnTo>
                    <a:pt x="651" y="67"/>
                  </a:lnTo>
                  <a:lnTo>
                    <a:pt x="667" y="77"/>
                  </a:lnTo>
                  <a:lnTo>
                    <a:pt x="678" y="93"/>
                  </a:lnTo>
                  <a:lnTo>
                    <a:pt x="694" y="98"/>
                  </a:lnTo>
                  <a:lnTo>
                    <a:pt x="699" y="113"/>
                  </a:lnTo>
                  <a:lnTo>
                    <a:pt x="715" y="128"/>
                  </a:lnTo>
                  <a:lnTo>
                    <a:pt x="721" y="149"/>
                  </a:lnTo>
                  <a:lnTo>
                    <a:pt x="721" y="164"/>
                  </a:lnTo>
                  <a:lnTo>
                    <a:pt x="726" y="180"/>
                  </a:lnTo>
                  <a:lnTo>
                    <a:pt x="726" y="195"/>
                  </a:lnTo>
                  <a:lnTo>
                    <a:pt x="726" y="211"/>
                  </a:lnTo>
                  <a:lnTo>
                    <a:pt x="726" y="226"/>
                  </a:lnTo>
                  <a:lnTo>
                    <a:pt x="726" y="242"/>
                  </a:lnTo>
                  <a:lnTo>
                    <a:pt x="726" y="257"/>
                  </a:lnTo>
                  <a:lnTo>
                    <a:pt x="737" y="272"/>
                  </a:lnTo>
                  <a:lnTo>
                    <a:pt x="737" y="288"/>
                  </a:lnTo>
                  <a:lnTo>
                    <a:pt x="737" y="303"/>
                  </a:lnTo>
                  <a:lnTo>
                    <a:pt x="737" y="319"/>
                  </a:lnTo>
                  <a:lnTo>
                    <a:pt x="732" y="334"/>
                  </a:lnTo>
                  <a:lnTo>
                    <a:pt x="715" y="349"/>
                  </a:lnTo>
                  <a:lnTo>
                    <a:pt x="694" y="360"/>
                  </a:lnTo>
                  <a:lnTo>
                    <a:pt x="678" y="365"/>
                  </a:lnTo>
                  <a:lnTo>
                    <a:pt x="662" y="375"/>
                  </a:lnTo>
                  <a:lnTo>
                    <a:pt x="646" y="380"/>
                  </a:lnTo>
                  <a:lnTo>
                    <a:pt x="629" y="385"/>
                  </a:lnTo>
                  <a:lnTo>
                    <a:pt x="613" y="396"/>
                  </a:lnTo>
                  <a:lnTo>
                    <a:pt x="597" y="401"/>
                  </a:lnTo>
                  <a:lnTo>
                    <a:pt x="581" y="401"/>
                  </a:lnTo>
                  <a:lnTo>
                    <a:pt x="559" y="406"/>
                  </a:lnTo>
                  <a:lnTo>
                    <a:pt x="538" y="406"/>
                  </a:lnTo>
                  <a:lnTo>
                    <a:pt x="522" y="406"/>
                  </a:lnTo>
                  <a:lnTo>
                    <a:pt x="500" y="406"/>
                  </a:lnTo>
                  <a:lnTo>
                    <a:pt x="484" y="406"/>
                  </a:lnTo>
                  <a:lnTo>
                    <a:pt x="468" y="406"/>
                  </a:lnTo>
                  <a:lnTo>
                    <a:pt x="452" y="406"/>
                  </a:lnTo>
                  <a:lnTo>
                    <a:pt x="436" y="406"/>
                  </a:lnTo>
                  <a:lnTo>
                    <a:pt x="420" y="406"/>
                  </a:lnTo>
                  <a:lnTo>
                    <a:pt x="403" y="406"/>
                  </a:lnTo>
                  <a:lnTo>
                    <a:pt x="387" y="406"/>
                  </a:lnTo>
                  <a:lnTo>
                    <a:pt x="371" y="406"/>
                  </a:lnTo>
                  <a:lnTo>
                    <a:pt x="355" y="406"/>
                  </a:lnTo>
                  <a:lnTo>
                    <a:pt x="339" y="406"/>
                  </a:lnTo>
                  <a:lnTo>
                    <a:pt x="323" y="406"/>
                  </a:lnTo>
                  <a:lnTo>
                    <a:pt x="307" y="406"/>
                  </a:lnTo>
                  <a:lnTo>
                    <a:pt x="285" y="406"/>
                  </a:lnTo>
                  <a:lnTo>
                    <a:pt x="269" y="406"/>
                  </a:lnTo>
                  <a:lnTo>
                    <a:pt x="253" y="406"/>
                  </a:lnTo>
                  <a:lnTo>
                    <a:pt x="237" y="406"/>
                  </a:lnTo>
                  <a:lnTo>
                    <a:pt x="221" y="406"/>
                  </a:lnTo>
                  <a:lnTo>
                    <a:pt x="204" y="406"/>
                  </a:lnTo>
                  <a:lnTo>
                    <a:pt x="188" y="396"/>
                  </a:lnTo>
                  <a:lnTo>
                    <a:pt x="172" y="391"/>
                  </a:lnTo>
                  <a:lnTo>
                    <a:pt x="156" y="385"/>
                  </a:lnTo>
                  <a:lnTo>
                    <a:pt x="140" y="380"/>
                  </a:lnTo>
                  <a:lnTo>
                    <a:pt x="124" y="375"/>
                  </a:lnTo>
                  <a:lnTo>
                    <a:pt x="108" y="365"/>
                  </a:lnTo>
                  <a:lnTo>
                    <a:pt x="91" y="355"/>
                  </a:lnTo>
                  <a:lnTo>
                    <a:pt x="81" y="339"/>
                  </a:lnTo>
                  <a:lnTo>
                    <a:pt x="65" y="334"/>
                  </a:lnTo>
                  <a:lnTo>
                    <a:pt x="59" y="319"/>
                  </a:lnTo>
                  <a:lnTo>
                    <a:pt x="43" y="303"/>
                  </a:lnTo>
                  <a:lnTo>
                    <a:pt x="38" y="288"/>
                  </a:lnTo>
                  <a:lnTo>
                    <a:pt x="22" y="272"/>
                  </a:lnTo>
                  <a:lnTo>
                    <a:pt x="16" y="252"/>
                  </a:lnTo>
                  <a:lnTo>
                    <a:pt x="5" y="231"/>
                  </a:lnTo>
                  <a:lnTo>
                    <a:pt x="0" y="216"/>
                  </a:lnTo>
                  <a:lnTo>
                    <a:pt x="0" y="200"/>
                  </a:lnTo>
                  <a:lnTo>
                    <a:pt x="0" y="185"/>
                  </a:lnTo>
                  <a:lnTo>
                    <a:pt x="0" y="170"/>
                  </a:lnTo>
                  <a:lnTo>
                    <a:pt x="5" y="149"/>
                  </a:lnTo>
                  <a:lnTo>
                    <a:pt x="11" y="134"/>
                  </a:lnTo>
                  <a:lnTo>
                    <a:pt x="27" y="123"/>
                  </a:lnTo>
                  <a:lnTo>
                    <a:pt x="38" y="108"/>
                  </a:lnTo>
                  <a:lnTo>
                    <a:pt x="54" y="108"/>
                  </a:lnTo>
                  <a:lnTo>
                    <a:pt x="70" y="103"/>
                  </a:lnTo>
                  <a:lnTo>
                    <a:pt x="86" y="98"/>
                  </a:lnTo>
                  <a:lnTo>
                    <a:pt x="102" y="98"/>
                  </a:lnTo>
                  <a:lnTo>
                    <a:pt x="113" y="82"/>
                  </a:lnTo>
                  <a:lnTo>
                    <a:pt x="113" y="67"/>
                  </a:lnTo>
                  <a:lnTo>
                    <a:pt x="129" y="98"/>
                  </a:lnTo>
                </a:path>
              </a:pathLst>
            </a:custGeom>
            <a:solidFill>
              <a:srgbClr val="EAEAEA"/>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CC"/>
                </a:solidFill>
                <a:ea typeface="黑体" panose="02010609060101010101" pitchFamily="49" charset="-122"/>
              </a:endParaRPr>
            </a:p>
          </p:txBody>
        </p:sp>
        <p:sp>
          <p:nvSpPr>
            <p:cNvPr id="1055812" name="Freeform 69"/>
            <p:cNvSpPr>
              <a:spLocks noChangeArrowheads="1"/>
            </p:cNvSpPr>
            <p:nvPr/>
          </p:nvSpPr>
          <p:spPr bwMode="auto">
            <a:xfrm>
              <a:off x="3193" y="270"/>
              <a:ext cx="117" cy="118"/>
            </a:xfrm>
            <a:custGeom>
              <a:avLst/>
              <a:gdLst>
                <a:gd name="T0" fmla="*/ 5 w 117"/>
                <a:gd name="T1" fmla="*/ 66 h 118"/>
                <a:gd name="T2" fmla="*/ 0 w 117"/>
                <a:gd name="T3" fmla="*/ 51 h 118"/>
                <a:gd name="T4" fmla="*/ 0 w 117"/>
                <a:gd name="T5" fmla="*/ 36 h 118"/>
                <a:gd name="T6" fmla="*/ 16 w 117"/>
                <a:gd name="T7" fmla="*/ 25 h 118"/>
                <a:gd name="T8" fmla="*/ 32 w 117"/>
                <a:gd name="T9" fmla="*/ 15 h 118"/>
                <a:gd name="T10" fmla="*/ 47 w 117"/>
                <a:gd name="T11" fmla="*/ 0 h 118"/>
                <a:gd name="T12" fmla="*/ 63 w 117"/>
                <a:gd name="T13" fmla="*/ 0 h 118"/>
                <a:gd name="T14" fmla="*/ 79 w 117"/>
                <a:gd name="T15" fmla="*/ 0 h 118"/>
                <a:gd name="T16" fmla="*/ 84 w 117"/>
                <a:gd name="T17" fmla="*/ 15 h 118"/>
                <a:gd name="T18" fmla="*/ 95 w 117"/>
                <a:gd name="T19" fmla="*/ 31 h 118"/>
                <a:gd name="T20" fmla="*/ 105 w 117"/>
                <a:gd name="T21" fmla="*/ 46 h 118"/>
                <a:gd name="T22" fmla="*/ 111 w 117"/>
                <a:gd name="T23" fmla="*/ 61 h 118"/>
                <a:gd name="T24" fmla="*/ 116 w 117"/>
                <a:gd name="T25" fmla="*/ 76 h 118"/>
                <a:gd name="T26" fmla="*/ 116 w 117"/>
                <a:gd name="T27" fmla="*/ 92 h 118"/>
                <a:gd name="T28" fmla="*/ 116 w 117"/>
                <a:gd name="T29" fmla="*/ 107 h 118"/>
                <a:gd name="T30" fmla="*/ 100 w 117"/>
                <a:gd name="T31" fmla="*/ 117 h 118"/>
                <a:gd name="T32" fmla="*/ 84 w 117"/>
                <a:gd name="T33" fmla="*/ 117 h 118"/>
                <a:gd name="T34" fmla="*/ 69 w 117"/>
                <a:gd name="T35" fmla="*/ 117 h 118"/>
                <a:gd name="T36" fmla="*/ 53 w 117"/>
                <a:gd name="T37" fmla="*/ 117 h 118"/>
                <a:gd name="T38" fmla="*/ 37 w 117"/>
                <a:gd name="T39" fmla="*/ 112 h 118"/>
                <a:gd name="T40" fmla="*/ 21 w 117"/>
                <a:gd name="T41" fmla="*/ 102 h 118"/>
                <a:gd name="T42" fmla="*/ 11 w 117"/>
                <a:gd name="T43" fmla="*/ 86 h 118"/>
                <a:gd name="T44" fmla="*/ 5 w 117"/>
                <a:gd name="T45" fmla="*/ 71 h 118"/>
                <a:gd name="T46" fmla="*/ 5 w 117"/>
                <a:gd name="T47" fmla="*/ 66 h 1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117" h="118">
                  <a:moveTo>
                    <a:pt x="5" y="66"/>
                  </a:moveTo>
                  <a:lnTo>
                    <a:pt x="0" y="51"/>
                  </a:lnTo>
                  <a:lnTo>
                    <a:pt x="0" y="36"/>
                  </a:lnTo>
                  <a:lnTo>
                    <a:pt x="16" y="25"/>
                  </a:lnTo>
                  <a:lnTo>
                    <a:pt x="32" y="15"/>
                  </a:lnTo>
                  <a:lnTo>
                    <a:pt x="47" y="0"/>
                  </a:lnTo>
                  <a:lnTo>
                    <a:pt x="63" y="0"/>
                  </a:lnTo>
                  <a:lnTo>
                    <a:pt x="79" y="0"/>
                  </a:lnTo>
                  <a:lnTo>
                    <a:pt x="84" y="15"/>
                  </a:lnTo>
                  <a:lnTo>
                    <a:pt x="95" y="31"/>
                  </a:lnTo>
                  <a:lnTo>
                    <a:pt x="105" y="46"/>
                  </a:lnTo>
                  <a:lnTo>
                    <a:pt x="111" y="61"/>
                  </a:lnTo>
                  <a:lnTo>
                    <a:pt x="116" y="76"/>
                  </a:lnTo>
                  <a:lnTo>
                    <a:pt x="116" y="92"/>
                  </a:lnTo>
                  <a:lnTo>
                    <a:pt x="116" y="107"/>
                  </a:lnTo>
                  <a:lnTo>
                    <a:pt x="100" y="117"/>
                  </a:lnTo>
                  <a:lnTo>
                    <a:pt x="84" y="117"/>
                  </a:lnTo>
                  <a:lnTo>
                    <a:pt x="69" y="117"/>
                  </a:lnTo>
                  <a:lnTo>
                    <a:pt x="53" y="117"/>
                  </a:lnTo>
                  <a:lnTo>
                    <a:pt x="37" y="112"/>
                  </a:lnTo>
                  <a:lnTo>
                    <a:pt x="21" y="102"/>
                  </a:lnTo>
                  <a:lnTo>
                    <a:pt x="11" y="86"/>
                  </a:lnTo>
                  <a:lnTo>
                    <a:pt x="5" y="71"/>
                  </a:lnTo>
                  <a:lnTo>
                    <a:pt x="5" y="66"/>
                  </a:lnTo>
                </a:path>
              </a:pathLst>
            </a:custGeom>
            <a:solidFill>
              <a:srgbClr val="EAEAEA"/>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CC"/>
                </a:solidFill>
                <a:ea typeface="黑体" panose="02010609060101010101" pitchFamily="49" charset="-122"/>
              </a:endParaRPr>
            </a:p>
          </p:txBody>
        </p:sp>
        <p:sp>
          <p:nvSpPr>
            <p:cNvPr id="1055813" name="Freeform 70"/>
            <p:cNvSpPr>
              <a:spLocks noChangeArrowheads="1"/>
            </p:cNvSpPr>
            <p:nvPr/>
          </p:nvSpPr>
          <p:spPr bwMode="auto">
            <a:xfrm>
              <a:off x="3469" y="239"/>
              <a:ext cx="82" cy="87"/>
            </a:xfrm>
            <a:custGeom>
              <a:avLst/>
              <a:gdLst>
                <a:gd name="T0" fmla="*/ 0 w 82"/>
                <a:gd name="T1" fmla="*/ 0 h 87"/>
                <a:gd name="T2" fmla="*/ 16 w 82"/>
                <a:gd name="T3" fmla="*/ 10 h 87"/>
                <a:gd name="T4" fmla="*/ 32 w 82"/>
                <a:gd name="T5" fmla="*/ 20 h 87"/>
                <a:gd name="T6" fmla="*/ 49 w 82"/>
                <a:gd name="T7" fmla="*/ 20 h 87"/>
                <a:gd name="T8" fmla="*/ 65 w 82"/>
                <a:gd name="T9" fmla="*/ 30 h 87"/>
                <a:gd name="T10" fmla="*/ 76 w 82"/>
                <a:gd name="T11" fmla="*/ 46 h 87"/>
                <a:gd name="T12" fmla="*/ 81 w 82"/>
                <a:gd name="T13" fmla="*/ 61 h 87"/>
                <a:gd name="T14" fmla="*/ 81 w 82"/>
                <a:gd name="T15" fmla="*/ 76 h 87"/>
                <a:gd name="T16" fmla="*/ 65 w 82"/>
                <a:gd name="T17" fmla="*/ 86 h 87"/>
                <a:gd name="T18" fmla="*/ 49 w 82"/>
                <a:gd name="T19" fmla="*/ 86 h 87"/>
                <a:gd name="T20" fmla="*/ 27 w 82"/>
                <a:gd name="T21" fmla="*/ 81 h 87"/>
                <a:gd name="T22" fmla="*/ 11 w 82"/>
                <a:gd name="T23" fmla="*/ 71 h 87"/>
                <a:gd name="T24" fmla="*/ 5 w 82"/>
                <a:gd name="T25" fmla="*/ 56 h 87"/>
                <a:gd name="T26" fmla="*/ 0 w 82"/>
                <a:gd name="T27" fmla="*/ 40 h 87"/>
                <a:gd name="T28" fmla="*/ 0 w 82"/>
                <a:gd name="T29" fmla="*/ 25 h 87"/>
                <a:gd name="T30" fmla="*/ 11 w 82"/>
                <a:gd name="T31" fmla="*/ 10 h 87"/>
                <a:gd name="T32" fmla="*/ 0 w 82"/>
                <a:gd name="T33" fmla="*/ 0 h 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82" h="87">
                  <a:moveTo>
                    <a:pt x="0" y="0"/>
                  </a:moveTo>
                  <a:lnTo>
                    <a:pt x="16" y="10"/>
                  </a:lnTo>
                  <a:lnTo>
                    <a:pt x="32" y="20"/>
                  </a:lnTo>
                  <a:lnTo>
                    <a:pt x="49" y="20"/>
                  </a:lnTo>
                  <a:lnTo>
                    <a:pt x="65" y="30"/>
                  </a:lnTo>
                  <a:lnTo>
                    <a:pt x="76" y="46"/>
                  </a:lnTo>
                  <a:lnTo>
                    <a:pt x="81" y="61"/>
                  </a:lnTo>
                  <a:lnTo>
                    <a:pt x="81" y="76"/>
                  </a:lnTo>
                  <a:lnTo>
                    <a:pt x="65" y="86"/>
                  </a:lnTo>
                  <a:lnTo>
                    <a:pt x="49" y="86"/>
                  </a:lnTo>
                  <a:lnTo>
                    <a:pt x="27" y="81"/>
                  </a:lnTo>
                  <a:lnTo>
                    <a:pt x="11" y="71"/>
                  </a:lnTo>
                  <a:lnTo>
                    <a:pt x="5" y="56"/>
                  </a:lnTo>
                  <a:lnTo>
                    <a:pt x="0" y="40"/>
                  </a:lnTo>
                  <a:lnTo>
                    <a:pt x="0" y="25"/>
                  </a:lnTo>
                  <a:lnTo>
                    <a:pt x="11" y="10"/>
                  </a:lnTo>
                  <a:lnTo>
                    <a:pt x="0" y="0"/>
                  </a:lnTo>
                </a:path>
              </a:pathLst>
            </a:custGeom>
            <a:solidFill>
              <a:srgbClr val="EAEAEA"/>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CC"/>
                </a:solidFill>
                <a:ea typeface="黑体" panose="02010609060101010101" pitchFamily="49" charset="-122"/>
              </a:endParaRPr>
            </a:p>
          </p:txBody>
        </p:sp>
      </p:grpSp>
      <p:grpSp>
        <p:nvGrpSpPr>
          <p:cNvPr id="1055814" name="Group 71"/>
          <p:cNvGrpSpPr>
            <a:grpSpLocks/>
          </p:cNvGrpSpPr>
          <p:nvPr/>
        </p:nvGrpSpPr>
        <p:grpSpPr bwMode="auto">
          <a:xfrm>
            <a:off x="8201025" y="2474913"/>
            <a:ext cx="739775" cy="481012"/>
            <a:chOff x="2949" y="196"/>
            <a:chExt cx="941" cy="598"/>
          </a:xfrm>
        </p:grpSpPr>
        <p:sp>
          <p:nvSpPr>
            <p:cNvPr id="1055815" name="Oval 72"/>
            <p:cNvSpPr>
              <a:spLocks noChangeArrowheads="1"/>
            </p:cNvSpPr>
            <p:nvPr/>
          </p:nvSpPr>
          <p:spPr bwMode="auto">
            <a:xfrm>
              <a:off x="3168" y="196"/>
              <a:ext cx="407" cy="162"/>
            </a:xfrm>
            <a:prstGeom prst="ellipse">
              <a:avLst/>
            </a:prstGeom>
            <a:solidFill>
              <a:srgbClr val="EAEAEA"/>
            </a:solidFill>
            <a:ln w="12700">
              <a:solidFill>
                <a:schemeClr val="tx1"/>
              </a:solidFill>
              <a:round/>
              <a:headEnd/>
              <a:tailEnd/>
            </a:ln>
          </p:spPr>
          <p:txBody>
            <a:bodyPr wrap="none" anchor="ctr"/>
            <a:lstStyle/>
            <a:p>
              <a:pPr eaLnBrk="0" hangingPunct="0"/>
              <a:endParaRPr lang="zh-CN" altLang="en-US" b="1">
                <a:solidFill>
                  <a:srgbClr val="0000CC"/>
                </a:solidFill>
                <a:ea typeface="黑体" panose="02010609060101010101" pitchFamily="49" charset="-122"/>
              </a:endParaRPr>
            </a:p>
          </p:txBody>
        </p:sp>
        <p:sp>
          <p:nvSpPr>
            <p:cNvPr id="1055816" name="Oval 73"/>
            <p:cNvSpPr>
              <a:spLocks noChangeArrowheads="1"/>
            </p:cNvSpPr>
            <p:nvPr/>
          </p:nvSpPr>
          <p:spPr bwMode="auto">
            <a:xfrm rot="900000">
              <a:off x="3512" y="252"/>
              <a:ext cx="275" cy="131"/>
            </a:xfrm>
            <a:prstGeom prst="ellipse">
              <a:avLst/>
            </a:prstGeom>
            <a:solidFill>
              <a:srgbClr val="EAEAEA"/>
            </a:solidFill>
            <a:ln w="12700">
              <a:solidFill>
                <a:schemeClr val="tx1"/>
              </a:solidFill>
              <a:round/>
              <a:headEnd/>
              <a:tailEnd/>
            </a:ln>
          </p:spPr>
          <p:txBody>
            <a:bodyPr wrap="none" anchor="ctr"/>
            <a:lstStyle/>
            <a:p>
              <a:pPr eaLnBrk="0" hangingPunct="0"/>
              <a:endParaRPr lang="zh-CN" altLang="en-US" b="1">
                <a:solidFill>
                  <a:srgbClr val="0000CC"/>
                </a:solidFill>
                <a:ea typeface="黑体" panose="02010609060101010101" pitchFamily="49" charset="-122"/>
              </a:endParaRPr>
            </a:p>
          </p:txBody>
        </p:sp>
        <p:sp>
          <p:nvSpPr>
            <p:cNvPr id="1055817" name="Oval 74"/>
            <p:cNvSpPr>
              <a:spLocks noChangeArrowheads="1"/>
            </p:cNvSpPr>
            <p:nvPr/>
          </p:nvSpPr>
          <p:spPr bwMode="auto">
            <a:xfrm rot="1500000">
              <a:off x="3650" y="385"/>
              <a:ext cx="240" cy="153"/>
            </a:xfrm>
            <a:prstGeom prst="ellipse">
              <a:avLst/>
            </a:prstGeom>
            <a:solidFill>
              <a:srgbClr val="EAEAEA"/>
            </a:solidFill>
            <a:ln w="12700">
              <a:solidFill>
                <a:schemeClr val="tx1"/>
              </a:solidFill>
              <a:round/>
              <a:headEnd/>
              <a:tailEnd/>
            </a:ln>
          </p:spPr>
          <p:txBody>
            <a:bodyPr wrap="none" anchor="ctr"/>
            <a:lstStyle/>
            <a:p>
              <a:pPr eaLnBrk="0" hangingPunct="0"/>
              <a:endParaRPr lang="zh-CN" altLang="en-US" b="1">
                <a:solidFill>
                  <a:srgbClr val="0000CC"/>
                </a:solidFill>
                <a:ea typeface="黑体" panose="02010609060101010101" pitchFamily="49" charset="-122"/>
              </a:endParaRPr>
            </a:p>
          </p:txBody>
        </p:sp>
        <p:sp>
          <p:nvSpPr>
            <p:cNvPr id="1055818" name="Oval 75"/>
            <p:cNvSpPr>
              <a:spLocks noChangeArrowheads="1"/>
            </p:cNvSpPr>
            <p:nvPr/>
          </p:nvSpPr>
          <p:spPr bwMode="auto">
            <a:xfrm rot="-1560000">
              <a:off x="3573" y="537"/>
              <a:ext cx="291" cy="189"/>
            </a:xfrm>
            <a:prstGeom prst="ellipse">
              <a:avLst/>
            </a:prstGeom>
            <a:solidFill>
              <a:srgbClr val="EAEAEA"/>
            </a:solidFill>
            <a:ln w="12700">
              <a:solidFill>
                <a:schemeClr val="tx1"/>
              </a:solidFill>
              <a:round/>
              <a:headEnd/>
              <a:tailEnd/>
            </a:ln>
          </p:spPr>
          <p:txBody>
            <a:bodyPr wrap="none" anchor="ctr"/>
            <a:lstStyle/>
            <a:p>
              <a:pPr eaLnBrk="0" hangingPunct="0"/>
              <a:endParaRPr lang="zh-CN" altLang="en-US" b="1">
                <a:solidFill>
                  <a:srgbClr val="0000CC"/>
                </a:solidFill>
                <a:ea typeface="黑体" panose="02010609060101010101" pitchFamily="49" charset="-122"/>
              </a:endParaRPr>
            </a:p>
          </p:txBody>
        </p:sp>
        <p:sp>
          <p:nvSpPr>
            <p:cNvPr id="1055819" name="Oval 76"/>
            <p:cNvSpPr>
              <a:spLocks noChangeArrowheads="1"/>
            </p:cNvSpPr>
            <p:nvPr/>
          </p:nvSpPr>
          <p:spPr bwMode="auto">
            <a:xfrm>
              <a:off x="3216" y="555"/>
              <a:ext cx="471" cy="239"/>
            </a:xfrm>
            <a:prstGeom prst="ellipse">
              <a:avLst/>
            </a:prstGeom>
            <a:solidFill>
              <a:srgbClr val="EAEAEA"/>
            </a:solidFill>
            <a:ln w="12700">
              <a:solidFill>
                <a:schemeClr val="tx1"/>
              </a:solidFill>
              <a:round/>
              <a:headEnd/>
              <a:tailEnd/>
            </a:ln>
          </p:spPr>
          <p:txBody>
            <a:bodyPr wrap="none" anchor="ctr"/>
            <a:lstStyle/>
            <a:p>
              <a:pPr eaLnBrk="0" hangingPunct="0"/>
              <a:endParaRPr lang="zh-CN" altLang="en-US" b="1">
                <a:solidFill>
                  <a:srgbClr val="0000CC"/>
                </a:solidFill>
                <a:ea typeface="黑体" panose="02010609060101010101" pitchFamily="49" charset="-122"/>
              </a:endParaRPr>
            </a:p>
          </p:txBody>
        </p:sp>
        <p:sp>
          <p:nvSpPr>
            <p:cNvPr id="1055820" name="Oval 77"/>
            <p:cNvSpPr>
              <a:spLocks noChangeArrowheads="1"/>
            </p:cNvSpPr>
            <p:nvPr/>
          </p:nvSpPr>
          <p:spPr bwMode="auto">
            <a:xfrm rot="1080000">
              <a:off x="3023" y="555"/>
              <a:ext cx="265" cy="156"/>
            </a:xfrm>
            <a:prstGeom prst="ellipse">
              <a:avLst/>
            </a:prstGeom>
            <a:solidFill>
              <a:srgbClr val="EAEAEA"/>
            </a:solidFill>
            <a:ln w="12700">
              <a:solidFill>
                <a:schemeClr val="tx1"/>
              </a:solidFill>
              <a:round/>
              <a:headEnd/>
              <a:tailEnd/>
            </a:ln>
          </p:spPr>
          <p:txBody>
            <a:bodyPr wrap="none" anchor="ctr"/>
            <a:lstStyle/>
            <a:p>
              <a:pPr eaLnBrk="0" hangingPunct="0"/>
              <a:endParaRPr lang="zh-CN" altLang="en-US" b="1">
                <a:solidFill>
                  <a:srgbClr val="0000CC"/>
                </a:solidFill>
                <a:ea typeface="黑体" panose="02010609060101010101" pitchFamily="49" charset="-122"/>
              </a:endParaRPr>
            </a:p>
          </p:txBody>
        </p:sp>
        <p:sp>
          <p:nvSpPr>
            <p:cNvPr id="1055821" name="Oval 78"/>
            <p:cNvSpPr>
              <a:spLocks noChangeArrowheads="1"/>
            </p:cNvSpPr>
            <p:nvPr/>
          </p:nvSpPr>
          <p:spPr bwMode="auto">
            <a:xfrm>
              <a:off x="2949" y="432"/>
              <a:ext cx="217" cy="156"/>
            </a:xfrm>
            <a:prstGeom prst="ellipse">
              <a:avLst/>
            </a:prstGeom>
            <a:solidFill>
              <a:srgbClr val="EAEAEA"/>
            </a:solidFill>
            <a:ln w="12700">
              <a:solidFill>
                <a:schemeClr val="tx1"/>
              </a:solidFill>
              <a:round/>
              <a:headEnd/>
              <a:tailEnd/>
            </a:ln>
          </p:spPr>
          <p:txBody>
            <a:bodyPr wrap="none" anchor="ctr"/>
            <a:lstStyle/>
            <a:p>
              <a:pPr eaLnBrk="0" hangingPunct="0"/>
              <a:endParaRPr lang="zh-CN" altLang="en-US" b="1">
                <a:solidFill>
                  <a:srgbClr val="0000CC"/>
                </a:solidFill>
                <a:ea typeface="黑体" panose="02010609060101010101" pitchFamily="49" charset="-122"/>
              </a:endParaRPr>
            </a:p>
          </p:txBody>
        </p:sp>
        <p:sp>
          <p:nvSpPr>
            <p:cNvPr id="1055822" name="Oval 79"/>
            <p:cNvSpPr>
              <a:spLocks noChangeArrowheads="1"/>
            </p:cNvSpPr>
            <p:nvPr/>
          </p:nvSpPr>
          <p:spPr bwMode="auto">
            <a:xfrm rot="-1860000">
              <a:off x="2984" y="310"/>
              <a:ext cx="295" cy="156"/>
            </a:xfrm>
            <a:prstGeom prst="ellipse">
              <a:avLst/>
            </a:prstGeom>
            <a:solidFill>
              <a:srgbClr val="EAEAEA"/>
            </a:solidFill>
            <a:ln w="12700">
              <a:solidFill>
                <a:schemeClr val="tx1"/>
              </a:solidFill>
              <a:round/>
              <a:headEnd/>
              <a:tailEnd/>
            </a:ln>
          </p:spPr>
          <p:txBody>
            <a:bodyPr wrap="none" anchor="ctr"/>
            <a:lstStyle/>
            <a:p>
              <a:pPr eaLnBrk="0" hangingPunct="0"/>
              <a:endParaRPr lang="zh-CN" altLang="en-US" b="1">
                <a:solidFill>
                  <a:srgbClr val="0000CC"/>
                </a:solidFill>
                <a:ea typeface="黑体" panose="02010609060101010101" pitchFamily="49" charset="-122"/>
              </a:endParaRPr>
            </a:p>
          </p:txBody>
        </p:sp>
        <p:sp>
          <p:nvSpPr>
            <p:cNvPr id="1055823" name="Freeform 80"/>
            <p:cNvSpPr>
              <a:spLocks noChangeArrowheads="1"/>
            </p:cNvSpPr>
            <p:nvPr/>
          </p:nvSpPr>
          <p:spPr bwMode="auto">
            <a:xfrm>
              <a:off x="3051" y="300"/>
              <a:ext cx="738" cy="407"/>
            </a:xfrm>
            <a:custGeom>
              <a:avLst/>
              <a:gdLst>
                <a:gd name="T0" fmla="*/ 108 w 738"/>
                <a:gd name="T1" fmla="*/ 82 h 407"/>
                <a:gd name="T2" fmla="*/ 145 w 738"/>
                <a:gd name="T3" fmla="*/ 77 h 407"/>
                <a:gd name="T4" fmla="*/ 183 w 738"/>
                <a:gd name="T5" fmla="*/ 72 h 407"/>
                <a:gd name="T6" fmla="*/ 215 w 738"/>
                <a:gd name="T7" fmla="*/ 67 h 407"/>
                <a:gd name="T8" fmla="*/ 237 w 738"/>
                <a:gd name="T9" fmla="*/ 46 h 407"/>
                <a:gd name="T10" fmla="*/ 204 w 738"/>
                <a:gd name="T11" fmla="*/ 41 h 407"/>
                <a:gd name="T12" fmla="*/ 172 w 738"/>
                <a:gd name="T13" fmla="*/ 46 h 407"/>
                <a:gd name="T14" fmla="*/ 156 w 738"/>
                <a:gd name="T15" fmla="*/ 46 h 407"/>
                <a:gd name="T16" fmla="*/ 188 w 738"/>
                <a:gd name="T17" fmla="*/ 26 h 407"/>
                <a:gd name="T18" fmla="*/ 226 w 738"/>
                <a:gd name="T19" fmla="*/ 15 h 407"/>
                <a:gd name="T20" fmla="*/ 258 w 738"/>
                <a:gd name="T21" fmla="*/ 10 h 407"/>
                <a:gd name="T22" fmla="*/ 290 w 738"/>
                <a:gd name="T23" fmla="*/ 5 h 407"/>
                <a:gd name="T24" fmla="*/ 323 w 738"/>
                <a:gd name="T25" fmla="*/ 0 h 407"/>
                <a:gd name="T26" fmla="*/ 355 w 738"/>
                <a:gd name="T27" fmla="*/ 0 h 407"/>
                <a:gd name="T28" fmla="*/ 387 w 738"/>
                <a:gd name="T29" fmla="*/ 0 h 407"/>
                <a:gd name="T30" fmla="*/ 463 w 738"/>
                <a:gd name="T31" fmla="*/ 0 h 407"/>
                <a:gd name="T32" fmla="*/ 506 w 738"/>
                <a:gd name="T33" fmla="*/ 0 h 407"/>
                <a:gd name="T34" fmla="*/ 543 w 738"/>
                <a:gd name="T35" fmla="*/ 15 h 407"/>
                <a:gd name="T36" fmla="*/ 570 w 738"/>
                <a:gd name="T37" fmla="*/ 36 h 407"/>
                <a:gd name="T38" fmla="*/ 603 w 738"/>
                <a:gd name="T39" fmla="*/ 51 h 407"/>
                <a:gd name="T40" fmla="*/ 635 w 738"/>
                <a:gd name="T41" fmla="*/ 57 h 407"/>
                <a:gd name="T42" fmla="*/ 667 w 738"/>
                <a:gd name="T43" fmla="*/ 77 h 407"/>
                <a:gd name="T44" fmla="*/ 694 w 738"/>
                <a:gd name="T45" fmla="*/ 98 h 407"/>
                <a:gd name="T46" fmla="*/ 715 w 738"/>
                <a:gd name="T47" fmla="*/ 128 h 407"/>
                <a:gd name="T48" fmla="*/ 721 w 738"/>
                <a:gd name="T49" fmla="*/ 164 h 407"/>
                <a:gd name="T50" fmla="*/ 726 w 738"/>
                <a:gd name="T51" fmla="*/ 195 h 407"/>
                <a:gd name="T52" fmla="*/ 726 w 738"/>
                <a:gd name="T53" fmla="*/ 226 h 407"/>
                <a:gd name="T54" fmla="*/ 726 w 738"/>
                <a:gd name="T55" fmla="*/ 257 h 407"/>
                <a:gd name="T56" fmla="*/ 737 w 738"/>
                <a:gd name="T57" fmla="*/ 288 h 407"/>
                <a:gd name="T58" fmla="*/ 737 w 738"/>
                <a:gd name="T59" fmla="*/ 319 h 407"/>
                <a:gd name="T60" fmla="*/ 715 w 738"/>
                <a:gd name="T61" fmla="*/ 349 h 407"/>
                <a:gd name="T62" fmla="*/ 678 w 738"/>
                <a:gd name="T63" fmla="*/ 365 h 407"/>
                <a:gd name="T64" fmla="*/ 646 w 738"/>
                <a:gd name="T65" fmla="*/ 380 h 407"/>
                <a:gd name="T66" fmla="*/ 613 w 738"/>
                <a:gd name="T67" fmla="*/ 396 h 407"/>
                <a:gd name="T68" fmla="*/ 581 w 738"/>
                <a:gd name="T69" fmla="*/ 401 h 407"/>
                <a:gd name="T70" fmla="*/ 538 w 738"/>
                <a:gd name="T71" fmla="*/ 406 h 407"/>
                <a:gd name="T72" fmla="*/ 500 w 738"/>
                <a:gd name="T73" fmla="*/ 406 h 407"/>
                <a:gd name="T74" fmla="*/ 468 w 738"/>
                <a:gd name="T75" fmla="*/ 406 h 407"/>
                <a:gd name="T76" fmla="*/ 436 w 738"/>
                <a:gd name="T77" fmla="*/ 406 h 407"/>
                <a:gd name="T78" fmla="*/ 403 w 738"/>
                <a:gd name="T79" fmla="*/ 406 h 407"/>
                <a:gd name="T80" fmla="*/ 371 w 738"/>
                <a:gd name="T81" fmla="*/ 406 h 407"/>
                <a:gd name="T82" fmla="*/ 339 w 738"/>
                <a:gd name="T83" fmla="*/ 406 h 407"/>
                <a:gd name="T84" fmla="*/ 307 w 738"/>
                <a:gd name="T85" fmla="*/ 406 h 407"/>
                <a:gd name="T86" fmla="*/ 269 w 738"/>
                <a:gd name="T87" fmla="*/ 406 h 407"/>
                <a:gd name="T88" fmla="*/ 237 w 738"/>
                <a:gd name="T89" fmla="*/ 406 h 407"/>
                <a:gd name="T90" fmla="*/ 204 w 738"/>
                <a:gd name="T91" fmla="*/ 406 h 407"/>
                <a:gd name="T92" fmla="*/ 172 w 738"/>
                <a:gd name="T93" fmla="*/ 391 h 407"/>
                <a:gd name="T94" fmla="*/ 140 w 738"/>
                <a:gd name="T95" fmla="*/ 380 h 407"/>
                <a:gd name="T96" fmla="*/ 108 w 738"/>
                <a:gd name="T97" fmla="*/ 365 h 407"/>
                <a:gd name="T98" fmla="*/ 81 w 738"/>
                <a:gd name="T99" fmla="*/ 339 h 407"/>
                <a:gd name="T100" fmla="*/ 59 w 738"/>
                <a:gd name="T101" fmla="*/ 319 h 407"/>
                <a:gd name="T102" fmla="*/ 38 w 738"/>
                <a:gd name="T103" fmla="*/ 288 h 407"/>
                <a:gd name="T104" fmla="*/ 16 w 738"/>
                <a:gd name="T105" fmla="*/ 252 h 407"/>
                <a:gd name="T106" fmla="*/ 0 w 738"/>
                <a:gd name="T107" fmla="*/ 216 h 407"/>
                <a:gd name="T108" fmla="*/ 0 w 738"/>
                <a:gd name="T109" fmla="*/ 185 h 407"/>
                <a:gd name="T110" fmla="*/ 5 w 738"/>
                <a:gd name="T111" fmla="*/ 149 h 407"/>
                <a:gd name="T112" fmla="*/ 27 w 738"/>
                <a:gd name="T113" fmla="*/ 123 h 407"/>
                <a:gd name="T114" fmla="*/ 54 w 738"/>
                <a:gd name="T115" fmla="*/ 108 h 407"/>
                <a:gd name="T116" fmla="*/ 86 w 738"/>
                <a:gd name="T117" fmla="*/ 98 h 407"/>
                <a:gd name="T118" fmla="*/ 113 w 738"/>
                <a:gd name="T119" fmla="*/ 82 h 407"/>
                <a:gd name="T120" fmla="*/ 129 w 738"/>
                <a:gd name="T121" fmla="*/ 98 h 40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Lst>
              <a:rect l="0" t="0" r="r" b="b"/>
              <a:pathLst>
                <a:path w="738" h="407">
                  <a:moveTo>
                    <a:pt x="91" y="82"/>
                  </a:moveTo>
                  <a:lnTo>
                    <a:pt x="108" y="82"/>
                  </a:lnTo>
                  <a:lnTo>
                    <a:pt x="124" y="82"/>
                  </a:lnTo>
                  <a:lnTo>
                    <a:pt x="145" y="77"/>
                  </a:lnTo>
                  <a:lnTo>
                    <a:pt x="161" y="77"/>
                  </a:lnTo>
                  <a:lnTo>
                    <a:pt x="183" y="72"/>
                  </a:lnTo>
                  <a:lnTo>
                    <a:pt x="199" y="72"/>
                  </a:lnTo>
                  <a:lnTo>
                    <a:pt x="215" y="67"/>
                  </a:lnTo>
                  <a:lnTo>
                    <a:pt x="231" y="62"/>
                  </a:lnTo>
                  <a:lnTo>
                    <a:pt x="237" y="46"/>
                  </a:lnTo>
                  <a:lnTo>
                    <a:pt x="221" y="41"/>
                  </a:lnTo>
                  <a:lnTo>
                    <a:pt x="204" y="41"/>
                  </a:lnTo>
                  <a:lnTo>
                    <a:pt x="188" y="46"/>
                  </a:lnTo>
                  <a:lnTo>
                    <a:pt x="172" y="46"/>
                  </a:lnTo>
                  <a:lnTo>
                    <a:pt x="156" y="62"/>
                  </a:lnTo>
                  <a:lnTo>
                    <a:pt x="156" y="46"/>
                  </a:lnTo>
                  <a:lnTo>
                    <a:pt x="172" y="36"/>
                  </a:lnTo>
                  <a:lnTo>
                    <a:pt x="188" y="26"/>
                  </a:lnTo>
                  <a:lnTo>
                    <a:pt x="210" y="21"/>
                  </a:lnTo>
                  <a:lnTo>
                    <a:pt x="226" y="15"/>
                  </a:lnTo>
                  <a:lnTo>
                    <a:pt x="242" y="15"/>
                  </a:lnTo>
                  <a:lnTo>
                    <a:pt x="258" y="10"/>
                  </a:lnTo>
                  <a:lnTo>
                    <a:pt x="274" y="10"/>
                  </a:lnTo>
                  <a:lnTo>
                    <a:pt x="290" y="5"/>
                  </a:lnTo>
                  <a:lnTo>
                    <a:pt x="307" y="5"/>
                  </a:lnTo>
                  <a:lnTo>
                    <a:pt x="323" y="0"/>
                  </a:lnTo>
                  <a:lnTo>
                    <a:pt x="339" y="0"/>
                  </a:lnTo>
                  <a:lnTo>
                    <a:pt x="355" y="0"/>
                  </a:lnTo>
                  <a:lnTo>
                    <a:pt x="371" y="0"/>
                  </a:lnTo>
                  <a:lnTo>
                    <a:pt x="387" y="0"/>
                  </a:lnTo>
                  <a:lnTo>
                    <a:pt x="420" y="0"/>
                  </a:lnTo>
                  <a:lnTo>
                    <a:pt x="463" y="0"/>
                  </a:lnTo>
                  <a:lnTo>
                    <a:pt x="484" y="0"/>
                  </a:lnTo>
                  <a:lnTo>
                    <a:pt x="506" y="0"/>
                  </a:lnTo>
                  <a:lnTo>
                    <a:pt x="527" y="5"/>
                  </a:lnTo>
                  <a:lnTo>
                    <a:pt x="543" y="15"/>
                  </a:lnTo>
                  <a:lnTo>
                    <a:pt x="554" y="31"/>
                  </a:lnTo>
                  <a:lnTo>
                    <a:pt x="570" y="36"/>
                  </a:lnTo>
                  <a:lnTo>
                    <a:pt x="586" y="46"/>
                  </a:lnTo>
                  <a:lnTo>
                    <a:pt x="603" y="51"/>
                  </a:lnTo>
                  <a:lnTo>
                    <a:pt x="619" y="51"/>
                  </a:lnTo>
                  <a:lnTo>
                    <a:pt x="635" y="57"/>
                  </a:lnTo>
                  <a:lnTo>
                    <a:pt x="651" y="67"/>
                  </a:lnTo>
                  <a:lnTo>
                    <a:pt x="667" y="77"/>
                  </a:lnTo>
                  <a:lnTo>
                    <a:pt x="678" y="93"/>
                  </a:lnTo>
                  <a:lnTo>
                    <a:pt x="694" y="98"/>
                  </a:lnTo>
                  <a:lnTo>
                    <a:pt x="699" y="113"/>
                  </a:lnTo>
                  <a:lnTo>
                    <a:pt x="715" y="128"/>
                  </a:lnTo>
                  <a:lnTo>
                    <a:pt x="721" y="149"/>
                  </a:lnTo>
                  <a:lnTo>
                    <a:pt x="721" y="164"/>
                  </a:lnTo>
                  <a:lnTo>
                    <a:pt x="726" y="180"/>
                  </a:lnTo>
                  <a:lnTo>
                    <a:pt x="726" y="195"/>
                  </a:lnTo>
                  <a:lnTo>
                    <a:pt x="726" y="211"/>
                  </a:lnTo>
                  <a:lnTo>
                    <a:pt x="726" y="226"/>
                  </a:lnTo>
                  <a:lnTo>
                    <a:pt x="726" y="242"/>
                  </a:lnTo>
                  <a:lnTo>
                    <a:pt x="726" y="257"/>
                  </a:lnTo>
                  <a:lnTo>
                    <a:pt x="737" y="272"/>
                  </a:lnTo>
                  <a:lnTo>
                    <a:pt x="737" y="288"/>
                  </a:lnTo>
                  <a:lnTo>
                    <a:pt x="737" y="303"/>
                  </a:lnTo>
                  <a:lnTo>
                    <a:pt x="737" y="319"/>
                  </a:lnTo>
                  <a:lnTo>
                    <a:pt x="732" y="334"/>
                  </a:lnTo>
                  <a:lnTo>
                    <a:pt x="715" y="349"/>
                  </a:lnTo>
                  <a:lnTo>
                    <a:pt x="694" y="360"/>
                  </a:lnTo>
                  <a:lnTo>
                    <a:pt x="678" y="365"/>
                  </a:lnTo>
                  <a:lnTo>
                    <a:pt x="662" y="375"/>
                  </a:lnTo>
                  <a:lnTo>
                    <a:pt x="646" y="380"/>
                  </a:lnTo>
                  <a:lnTo>
                    <a:pt x="629" y="385"/>
                  </a:lnTo>
                  <a:lnTo>
                    <a:pt x="613" y="396"/>
                  </a:lnTo>
                  <a:lnTo>
                    <a:pt x="597" y="401"/>
                  </a:lnTo>
                  <a:lnTo>
                    <a:pt x="581" y="401"/>
                  </a:lnTo>
                  <a:lnTo>
                    <a:pt x="559" y="406"/>
                  </a:lnTo>
                  <a:lnTo>
                    <a:pt x="538" y="406"/>
                  </a:lnTo>
                  <a:lnTo>
                    <a:pt x="522" y="406"/>
                  </a:lnTo>
                  <a:lnTo>
                    <a:pt x="500" y="406"/>
                  </a:lnTo>
                  <a:lnTo>
                    <a:pt x="484" y="406"/>
                  </a:lnTo>
                  <a:lnTo>
                    <a:pt x="468" y="406"/>
                  </a:lnTo>
                  <a:lnTo>
                    <a:pt x="452" y="406"/>
                  </a:lnTo>
                  <a:lnTo>
                    <a:pt x="436" y="406"/>
                  </a:lnTo>
                  <a:lnTo>
                    <a:pt x="420" y="406"/>
                  </a:lnTo>
                  <a:lnTo>
                    <a:pt x="403" y="406"/>
                  </a:lnTo>
                  <a:lnTo>
                    <a:pt x="387" y="406"/>
                  </a:lnTo>
                  <a:lnTo>
                    <a:pt x="371" y="406"/>
                  </a:lnTo>
                  <a:lnTo>
                    <a:pt x="355" y="406"/>
                  </a:lnTo>
                  <a:lnTo>
                    <a:pt x="339" y="406"/>
                  </a:lnTo>
                  <a:lnTo>
                    <a:pt x="323" y="406"/>
                  </a:lnTo>
                  <a:lnTo>
                    <a:pt x="307" y="406"/>
                  </a:lnTo>
                  <a:lnTo>
                    <a:pt x="285" y="406"/>
                  </a:lnTo>
                  <a:lnTo>
                    <a:pt x="269" y="406"/>
                  </a:lnTo>
                  <a:lnTo>
                    <a:pt x="253" y="406"/>
                  </a:lnTo>
                  <a:lnTo>
                    <a:pt x="237" y="406"/>
                  </a:lnTo>
                  <a:lnTo>
                    <a:pt x="221" y="406"/>
                  </a:lnTo>
                  <a:lnTo>
                    <a:pt x="204" y="406"/>
                  </a:lnTo>
                  <a:lnTo>
                    <a:pt x="188" y="396"/>
                  </a:lnTo>
                  <a:lnTo>
                    <a:pt x="172" y="391"/>
                  </a:lnTo>
                  <a:lnTo>
                    <a:pt x="156" y="385"/>
                  </a:lnTo>
                  <a:lnTo>
                    <a:pt x="140" y="380"/>
                  </a:lnTo>
                  <a:lnTo>
                    <a:pt x="124" y="375"/>
                  </a:lnTo>
                  <a:lnTo>
                    <a:pt x="108" y="365"/>
                  </a:lnTo>
                  <a:lnTo>
                    <a:pt x="91" y="355"/>
                  </a:lnTo>
                  <a:lnTo>
                    <a:pt x="81" y="339"/>
                  </a:lnTo>
                  <a:lnTo>
                    <a:pt x="65" y="334"/>
                  </a:lnTo>
                  <a:lnTo>
                    <a:pt x="59" y="319"/>
                  </a:lnTo>
                  <a:lnTo>
                    <a:pt x="43" y="303"/>
                  </a:lnTo>
                  <a:lnTo>
                    <a:pt x="38" y="288"/>
                  </a:lnTo>
                  <a:lnTo>
                    <a:pt x="22" y="272"/>
                  </a:lnTo>
                  <a:lnTo>
                    <a:pt x="16" y="252"/>
                  </a:lnTo>
                  <a:lnTo>
                    <a:pt x="5" y="231"/>
                  </a:lnTo>
                  <a:lnTo>
                    <a:pt x="0" y="216"/>
                  </a:lnTo>
                  <a:lnTo>
                    <a:pt x="0" y="200"/>
                  </a:lnTo>
                  <a:lnTo>
                    <a:pt x="0" y="185"/>
                  </a:lnTo>
                  <a:lnTo>
                    <a:pt x="0" y="170"/>
                  </a:lnTo>
                  <a:lnTo>
                    <a:pt x="5" y="149"/>
                  </a:lnTo>
                  <a:lnTo>
                    <a:pt x="11" y="134"/>
                  </a:lnTo>
                  <a:lnTo>
                    <a:pt x="27" y="123"/>
                  </a:lnTo>
                  <a:lnTo>
                    <a:pt x="38" y="108"/>
                  </a:lnTo>
                  <a:lnTo>
                    <a:pt x="54" y="108"/>
                  </a:lnTo>
                  <a:lnTo>
                    <a:pt x="70" y="103"/>
                  </a:lnTo>
                  <a:lnTo>
                    <a:pt x="86" y="98"/>
                  </a:lnTo>
                  <a:lnTo>
                    <a:pt x="102" y="98"/>
                  </a:lnTo>
                  <a:lnTo>
                    <a:pt x="113" y="82"/>
                  </a:lnTo>
                  <a:lnTo>
                    <a:pt x="113" y="67"/>
                  </a:lnTo>
                  <a:lnTo>
                    <a:pt x="129" y="98"/>
                  </a:lnTo>
                </a:path>
              </a:pathLst>
            </a:custGeom>
            <a:solidFill>
              <a:srgbClr val="EAEAEA"/>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CC"/>
                </a:solidFill>
                <a:ea typeface="黑体" panose="02010609060101010101" pitchFamily="49" charset="-122"/>
              </a:endParaRPr>
            </a:p>
          </p:txBody>
        </p:sp>
        <p:sp>
          <p:nvSpPr>
            <p:cNvPr id="1055824" name="Freeform 81"/>
            <p:cNvSpPr>
              <a:spLocks noChangeArrowheads="1"/>
            </p:cNvSpPr>
            <p:nvPr/>
          </p:nvSpPr>
          <p:spPr bwMode="auto">
            <a:xfrm>
              <a:off x="3193" y="270"/>
              <a:ext cx="117" cy="118"/>
            </a:xfrm>
            <a:custGeom>
              <a:avLst/>
              <a:gdLst>
                <a:gd name="T0" fmla="*/ 5 w 117"/>
                <a:gd name="T1" fmla="*/ 66 h 118"/>
                <a:gd name="T2" fmla="*/ 0 w 117"/>
                <a:gd name="T3" fmla="*/ 51 h 118"/>
                <a:gd name="T4" fmla="*/ 0 w 117"/>
                <a:gd name="T5" fmla="*/ 36 h 118"/>
                <a:gd name="T6" fmla="*/ 16 w 117"/>
                <a:gd name="T7" fmla="*/ 25 h 118"/>
                <a:gd name="T8" fmla="*/ 32 w 117"/>
                <a:gd name="T9" fmla="*/ 15 h 118"/>
                <a:gd name="T10" fmla="*/ 47 w 117"/>
                <a:gd name="T11" fmla="*/ 0 h 118"/>
                <a:gd name="T12" fmla="*/ 63 w 117"/>
                <a:gd name="T13" fmla="*/ 0 h 118"/>
                <a:gd name="T14" fmla="*/ 79 w 117"/>
                <a:gd name="T15" fmla="*/ 0 h 118"/>
                <a:gd name="T16" fmla="*/ 84 w 117"/>
                <a:gd name="T17" fmla="*/ 15 h 118"/>
                <a:gd name="T18" fmla="*/ 95 w 117"/>
                <a:gd name="T19" fmla="*/ 31 h 118"/>
                <a:gd name="T20" fmla="*/ 105 w 117"/>
                <a:gd name="T21" fmla="*/ 46 h 118"/>
                <a:gd name="T22" fmla="*/ 111 w 117"/>
                <a:gd name="T23" fmla="*/ 61 h 118"/>
                <a:gd name="T24" fmla="*/ 116 w 117"/>
                <a:gd name="T25" fmla="*/ 76 h 118"/>
                <a:gd name="T26" fmla="*/ 116 w 117"/>
                <a:gd name="T27" fmla="*/ 92 h 118"/>
                <a:gd name="T28" fmla="*/ 116 w 117"/>
                <a:gd name="T29" fmla="*/ 107 h 118"/>
                <a:gd name="T30" fmla="*/ 100 w 117"/>
                <a:gd name="T31" fmla="*/ 117 h 118"/>
                <a:gd name="T32" fmla="*/ 84 w 117"/>
                <a:gd name="T33" fmla="*/ 117 h 118"/>
                <a:gd name="T34" fmla="*/ 69 w 117"/>
                <a:gd name="T35" fmla="*/ 117 h 118"/>
                <a:gd name="T36" fmla="*/ 53 w 117"/>
                <a:gd name="T37" fmla="*/ 117 h 118"/>
                <a:gd name="T38" fmla="*/ 37 w 117"/>
                <a:gd name="T39" fmla="*/ 112 h 118"/>
                <a:gd name="T40" fmla="*/ 21 w 117"/>
                <a:gd name="T41" fmla="*/ 102 h 118"/>
                <a:gd name="T42" fmla="*/ 11 w 117"/>
                <a:gd name="T43" fmla="*/ 86 h 118"/>
                <a:gd name="T44" fmla="*/ 5 w 117"/>
                <a:gd name="T45" fmla="*/ 71 h 118"/>
                <a:gd name="T46" fmla="*/ 5 w 117"/>
                <a:gd name="T47" fmla="*/ 66 h 1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117" h="118">
                  <a:moveTo>
                    <a:pt x="5" y="66"/>
                  </a:moveTo>
                  <a:lnTo>
                    <a:pt x="0" y="51"/>
                  </a:lnTo>
                  <a:lnTo>
                    <a:pt x="0" y="36"/>
                  </a:lnTo>
                  <a:lnTo>
                    <a:pt x="16" y="25"/>
                  </a:lnTo>
                  <a:lnTo>
                    <a:pt x="32" y="15"/>
                  </a:lnTo>
                  <a:lnTo>
                    <a:pt x="47" y="0"/>
                  </a:lnTo>
                  <a:lnTo>
                    <a:pt x="63" y="0"/>
                  </a:lnTo>
                  <a:lnTo>
                    <a:pt x="79" y="0"/>
                  </a:lnTo>
                  <a:lnTo>
                    <a:pt x="84" y="15"/>
                  </a:lnTo>
                  <a:lnTo>
                    <a:pt x="95" y="31"/>
                  </a:lnTo>
                  <a:lnTo>
                    <a:pt x="105" y="46"/>
                  </a:lnTo>
                  <a:lnTo>
                    <a:pt x="111" y="61"/>
                  </a:lnTo>
                  <a:lnTo>
                    <a:pt x="116" y="76"/>
                  </a:lnTo>
                  <a:lnTo>
                    <a:pt x="116" y="92"/>
                  </a:lnTo>
                  <a:lnTo>
                    <a:pt x="116" y="107"/>
                  </a:lnTo>
                  <a:lnTo>
                    <a:pt x="100" y="117"/>
                  </a:lnTo>
                  <a:lnTo>
                    <a:pt x="84" y="117"/>
                  </a:lnTo>
                  <a:lnTo>
                    <a:pt x="69" y="117"/>
                  </a:lnTo>
                  <a:lnTo>
                    <a:pt x="53" y="117"/>
                  </a:lnTo>
                  <a:lnTo>
                    <a:pt x="37" y="112"/>
                  </a:lnTo>
                  <a:lnTo>
                    <a:pt x="21" y="102"/>
                  </a:lnTo>
                  <a:lnTo>
                    <a:pt x="11" y="86"/>
                  </a:lnTo>
                  <a:lnTo>
                    <a:pt x="5" y="71"/>
                  </a:lnTo>
                  <a:lnTo>
                    <a:pt x="5" y="66"/>
                  </a:lnTo>
                </a:path>
              </a:pathLst>
            </a:custGeom>
            <a:solidFill>
              <a:srgbClr val="EAEAEA"/>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CC"/>
                </a:solidFill>
                <a:ea typeface="黑体" panose="02010609060101010101" pitchFamily="49" charset="-122"/>
              </a:endParaRPr>
            </a:p>
          </p:txBody>
        </p:sp>
        <p:sp>
          <p:nvSpPr>
            <p:cNvPr id="1055825" name="Freeform 82"/>
            <p:cNvSpPr>
              <a:spLocks noChangeArrowheads="1"/>
            </p:cNvSpPr>
            <p:nvPr/>
          </p:nvSpPr>
          <p:spPr bwMode="auto">
            <a:xfrm>
              <a:off x="3469" y="239"/>
              <a:ext cx="82" cy="87"/>
            </a:xfrm>
            <a:custGeom>
              <a:avLst/>
              <a:gdLst>
                <a:gd name="T0" fmla="*/ 0 w 82"/>
                <a:gd name="T1" fmla="*/ 0 h 87"/>
                <a:gd name="T2" fmla="*/ 16 w 82"/>
                <a:gd name="T3" fmla="*/ 10 h 87"/>
                <a:gd name="T4" fmla="*/ 32 w 82"/>
                <a:gd name="T5" fmla="*/ 20 h 87"/>
                <a:gd name="T6" fmla="*/ 49 w 82"/>
                <a:gd name="T7" fmla="*/ 20 h 87"/>
                <a:gd name="T8" fmla="*/ 65 w 82"/>
                <a:gd name="T9" fmla="*/ 30 h 87"/>
                <a:gd name="T10" fmla="*/ 76 w 82"/>
                <a:gd name="T11" fmla="*/ 46 h 87"/>
                <a:gd name="T12" fmla="*/ 81 w 82"/>
                <a:gd name="T13" fmla="*/ 61 h 87"/>
                <a:gd name="T14" fmla="*/ 81 w 82"/>
                <a:gd name="T15" fmla="*/ 76 h 87"/>
                <a:gd name="T16" fmla="*/ 65 w 82"/>
                <a:gd name="T17" fmla="*/ 86 h 87"/>
                <a:gd name="T18" fmla="*/ 49 w 82"/>
                <a:gd name="T19" fmla="*/ 86 h 87"/>
                <a:gd name="T20" fmla="*/ 27 w 82"/>
                <a:gd name="T21" fmla="*/ 81 h 87"/>
                <a:gd name="T22" fmla="*/ 11 w 82"/>
                <a:gd name="T23" fmla="*/ 71 h 87"/>
                <a:gd name="T24" fmla="*/ 5 w 82"/>
                <a:gd name="T25" fmla="*/ 56 h 87"/>
                <a:gd name="T26" fmla="*/ 0 w 82"/>
                <a:gd name="T27" fmla="*/ 40 h 87"/>
                <a:gd name="T28" fmla="*/ 0 w 82"/>
                <a:gd name="T29" fmla="*/ 25 h 87"/>
                <a:gd name="T30" fmla="*/ 11 w 82"/>
                <a:gd name="T31" fmla="*/ 10 h 87"/>
                <a:gd name="T32" fmla="*/ 0 w 82"/>
                <a:gd name="T33" fmla="*/ 0 h 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82" h="87">
                  <a:moveTo>
                    <a:pt x="0" y="0"/>
                  </a:moveTo>
                  <a:lnTo>
                    <a:pt x="16" y="10"/>
                  </a:lnTo>
                  <a:lnTo>
                    <a:pt x="32" y="20"/>
                  </a:lnTo>
                  <a:lnTo>
                    <a:pt x="49" y="20"/>
                  </a:lnTo>
                  <a:lnTo>
                    <a:pt x="65" y="30"/>
                  </a:lnTo>
                  <a:lnTo>
                    <a:pt x="76" y="46"/>
                  </a:lnTo>
                  <a:lnTo>
                    <a:pt x="81" y="61"/>
                  </a:lnTo>
                  <a:lnTo>
                    <a:pt x="81" y="76"/>
                  </a:lnTo>
                  <a:lnTo>
                    <a:pt x="65" y="86"/>
                  </a:lnTo>
                  <a:lnTo>
                    <a:pt x="49" y="86"/>
                  </a:lnTo>
                  <a:lnTo>
                    <a:pt x="27" y="81"/>
                  </a:lnTo>
                  <a:lnTo>
                    <a:pt x="11" y="71"/>
                  </a:lnTo>
                  <a:lnTo>
                    <a:pt x="5" y="56"/>
                  </a:lnTo>
                  <a:lnTo>
                    <a:pt x="0" y="40"/>
                  </a:lnTo>
                  <a:lnTo>
                    <a:pt x="0" y="25"/>
                  </a:lnTo>
                  <a:lnTo>
                    <a:pt x="11" y="10"/>
                  </a:lnTo>
                  <a:lnTo>
                    <a:pt x="0" y="0"/>
                  </a:lnTo>
                </a:path>
              </a:pathLst>
            </a:custGeom>
            <a:solidFill>
              <a:srgbClr val="EAEAEA"/>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CC"/>
                </a:solidFill>
                <a:ea typeface="黑体" panose="02010609060101010101" pitchFamily="49" charset="-122"/>
              </a:endParaRPr>
            </a:p>
          </p:txBody>
        </p:sp>
      </p:grpSp>
      <p:grpSp>
        <p:nvGrpSpPr>
          <p:cNvPr id="1055826" name="Group 83"/>
          <p:cNvGrpSpPr>
            <a:grpSpLocks/>
          </p:cNvGrpSpPr>
          <p:nvPr/>
        </p:nvGrpSpPr>
        <p:grpSpPr bwMode="auto">
          <a:xfrm>
            <a:off x="8118475" y="4056063"/>
            <a:ext cx="742950" cy="479425"/>
            <a:chOff x="2949" y="196"/>
            <a:chExt cx="941" cy="598"/>
          </a:xfrm>
        </p:grpSpPr>
        <p:sp>
          <p:nvSpPr>
            <p:cNvPr id="1055827" name="Oval 84"/>
            <p:cNvSpPr>
              <a:spLocks noChangeArrowheads="1"/>
            </p:cNvSpPr>
            <p:nvPr/>
          </p:nvSpPr>
          <p:spPr bwMode="auto">
            <a:xfrm>
              <a:off x="3168" y="196"/>
              <a:ext cx="407" cy="162"/>
            </a:xfrm>
            <a:prstGeom prst="ellipse">
              <a:avLst/>
            </a:prstGeom>
            <a:solidFill>
              <a:srgbClr val="EAEAEA"/>
            </a:solidFill>
            <a:ln w="12700">
              <a:solidFill>
                <a:schemeClr val="tx1"/>
              </a:solidFill>
              <a:round/>
              <a:headEnd/>
              <a:tailEnd/>
            </a:ln>
          </p:spPr>
          <p:txBody>
            <a:bodyPr wrap="none" anchor="ctr"/>
            <a:lstStyle/>
            <a:p>
              <a:pPr eaLnBrk="0" hangingPunct="0"/>
              <a:endParaRPr lang="zh-CN" altLang="en-US" b="1">
                <a:solidFill>
                  <a:srgbClr val="0000CC"/>
                </a:solidFill>
                <a:ea typeface="黑体" panose="02010609060101010101" pitchFamily="49" charset="-122"/>
              </a:endParaRPr>
            </a:p>
          </p:txBody>
        </p:sp>
        <p:sp>
          <p:nvSpPr>
            <p:cNvPr id="1055828" name="Oval 85"/>
            <p:cNvSpPr>
              <a:spLocks noChangeArrowheads="1"/>
            </p:cNvSpPr>
            <p:nvPr/>
          </p:nvSpPr>
          <p:spPr bwMode="auto">
            <a:xfrm rot="900000">
              <a:off x="3512" y="252"/>
              <a:ext cx="275" cy="131"/>
            </a:xfrm>
            <a:prstGeom prst="ellipse">
              <a:avLst/>
            </a:prstGeom>
            <a:solidFill>
              <a:srgbClr val="EAEAEA"/>
            </a:solidFill>
            <a:ln w="12700">
              <a:solidFill>
                <a:schemeClr val="tx1"/>
              </a:solidFill>
              <a:round/>
              <a:headEnd/>
              <a:tailEnd/>
            </a:ln>
          </p:spPr>
          <p:txBody>
            <a:bodyPr wrap="none" anchor="ctr"/>
            <a:lstStyle/>
            <a:p>
              <a:pPr eaLnBrk="0" hangingPunct="0"/>
              <a:endParaRPr lang="zh-CN" altLang="en-US" b="1">
                <a:solidFill>
                  <a:srgbClr val="0000CC"/>
                </a:solidFill>
                <a:ea typeface="黑体" panose="02010609060101010101" pitchFamily="49" charset="-122"/>
              </a:endParaRPr>
            </a:p>
          </p:txBody>
        </p:sp>
        <p:sp>
          <p:nvSpPr>
            <p:cNvPr id="1055829" name="Oval 86"/>
            <p:cNvSpPr>
              <a:spLocks noChangeArrowheads="1"/>
            </p:cNvSpPr>
            <p:nvPr/>
          </p:nvSpPr>
          <p:spPr bwMode="auto">
            <a:xfrm rot="1500000">
              <a:off x="3650" y="385"/>
              <a:ext cx="240" cy="153"/>
            </a:xfrm>
            <a:prstGeom prst="ellipse">
              <a:avLst/>
            </a:prstGeom>
            <a:solidFill>
              <a:srgbClr val="EAEAEA"/>
            </a:solidFill>
            <a:ln w="12700">
              <a:solidFill>
                <a:schemeClr val="tx1"/>
              </a:solidFill>
              <a:round/>
              <a:headEnd/>
              <a:tailEnd/>
            </a:ln>
          </p:spPr>
          <p:txBody>
            <a:bodyPr wrap="none" anchor="ctr"/>
            <a:lstStyle/>
            <a:p>
              <a:pPr eaLnBrk="0" hangingPunct="0"/>
              <a:endParaRPr lang="zh-CN" altLang="en-US" b="1">
                <a:solidFill>
                  <a:srgbClr val="0000CC"/>
                </a:solidFill>
                <a:ea typeface="黑体" panose="02010609060101010101" pitchFamily="49" charset="-122"/>
              </a:endParaRPr>
            </a:p>
          </p:txBody>
        </p:sp>
        <p:sp>
          <p:nvSpPr>
            <p:cNvPr id="1055830" name="Oval 87"/>
            <p:cNvSpPr>
              <a:spLocks noChangeArrowheads="1"/>
            </p:cNvSpPr>
            <p:nvPr/>
          </p:nvSpPr>
          <p:spPr bwMode="auto">
            <a:xfrm rot="-1560000">
              <a:off x="3573" y="537"/>
              <a:ext cx="291" cy="189"/>
            </a:xfrm>
            <a:prstGeom prst="ellipse">
              <a:avLst/>
            </a:prstGeom>
            <a:solidFill>
              <a:srgbClr val="EAEAEA"/>
            </a:solidFill>
            <a:ln w="12700">
              <a:solidFill>
                <a:schemeClr val="tx1"/>
              </a:solidFill>
              <a:round/>
              <a:headEnd/>
              <a:tailEnd/>
            </a:ln>
          </p:spPr>
          <p:txBody>
            <a:bodyPr wrap="none" anchor="ctr"/>
            <a:lstStyle/>
            <a:p>
              <a:pPr eaLnBrk="0" hangingPunct="0"/>
              <a:endParaRPr lang="zh-CN" altLang="en-US" b="1">
                <a:solidFill>
                  <a:srgbClr val="0000CC"/>
                </a:solidFill>
                <a:ea typeface="黑体" panose="02010609060101010101" pitchFamily="49" charset="-122"/>
              </a:endParaRPr>
            </a:p>
          </p:txBody>
        </p:sp>
        <p:sp>
          <p:nvSpPr>
            <p:cNvPr id="1055831" name="Oval 88"/>
            <p:cNvSpPr>
              <a:spLocks noChangeArrowheads="1"/>
            </p:cNvSpPr>
            <p:nvPr/>
          </p:nvSpPr>
          <p:spPr bwMode="auto">
            <a:xfrm>
              <a:off x="3216" y="555"/>
              <a:ext cx="471" cy="239"/>
            </a:xfrm>
            <a:prstGeom prst="ellipse">
              <a:avLst/>
            </a:prstGeom>
            <a:solidFill>
              <a:srgbClr val="EAEAEA"/>
            </a:solidFill>
            <a:ln w="12700">
              <a:solidFill>
                <a:schemeClr val="tx1"/>
              </a:solidFill>
              <a:round/>
              <a:headEnd/>
              <a:tailEnd/>
            </a:ln>
          </p:spPr>
          <p:txBody>
            <a:bodyPr wrap="none" anchor="ctr"/>
            <a:lstStyle/>
            <a:p>
              <a:pPr eaLnBrk="0" hangingPunct="0"/>
              <a:endParaRPr lang="zh-CN" altLang="en-US" b="1">
                <a:solidFill>
                  <a:srgbClr val="0000CC"/>
                </a:solidFill>
                <a:ea typeface="黑体" panose="02010609060101010101" pitchFamily="49" charset="-122"/>
              </a:endParaRPr>
            </a:p>
          </p:txBody>
        </p:sp>
        <p:sp>
          <p:nvSpPr>
            <p:cNvPr id="1055832" name="Oval 89"/>
            <p:cNvSpPr>
              <a:spLocks noChangeArrowheads="1"/>
            </p:cNvSpPr>
            <p:nvPr/>
          </p:nvSpPr>
          <p:spPr bwMode="auto">
            <a:xfrm rot="1080000">
              <a:off x="3023" y="555"/>
              <a:ext cx="265" cy="156"/>
            </a:xfrm>
            <a:prstGeom prst="ellipse">
              <a:avLst/>
            </a:prstGeom>
            <a:solidFill>
              <a:srgbClr val="EAEAEA"/>
            </a:solidFill>
            <a:ln w="12700">
              <a:solidFill>
                <a:schemeClr val="tx1"/>
              </a:solidFill>
              <a:round/>
              <a:headEnd/>
              <a:tailEnd/>
            </a:ln>
          </p:spPr>
          <p:txBody>
            <a:bodyPr wrap="none" anchor="ctr"/>
            <a:lstStyle/>
            <a:p>
              <a:pPr eaLnBrk="0" hangingPunct="0"/>
              <a:endParaRPr lang="zh-CN" altLang="en-US" b="1">
                <a:solidFill>
                  <a:srgbClr val="0000CC"/>
                </a:solidFill>
                <a:ea typeface="黑体" panose="02010609060101010101" pitchFamily="49" charset="-122"/>
              </a:endParaRPr>
            </a:p>
          </p:txBody>
        </p:sp>
        <p:sp>
          <p:nvSpPr>
            <p:cNvPr id="1055833" name="Oval 90"/>
            <p:cNvSpPr>
              <a:spLocks noChangeArrowheads="1"/>
            </p:cNvSpPr>
            <p:nvPr/>
          </p:nvSpPr>
          <p:spPr bwMode="auto">
            <a:xfrm>
              <a:off x="2949" y="432"/>
              <a:ext cx="217" cy="156"/>
            </a:xfrm>
            <a:prstGeom prst="ellipse">
              <a:avLst/>
            </a:prstGeom>
            <a:solidFill>
              <a:srgbClr val="EAEAEA"/>
            </a:solidFill>
            <a:ln w="12700">
              <a:solidFill>
                <a:schemeClr val="tx1"/>
              </a:solidFill>
              <a:round/>
              <a:headEnd/>
              <a:tailEnd/>
            </a:ln>
          </p:spPr>
          <p:txBody>
            <a:bodyPr wrap="none" anchor="ctr"/>
            <a:lstStyle/>
            <a:p>
              <a:pPr eaLnBrk="0" hangingPunct="0"/>
              <a:endParaRPr lang="zh-CN" altLang="en-US" b="1">
                <a:solidFill>
                  <a:srgbClr val="0000CC"/>
                </a:solidFill>
                <a:ea typeface="黑体" panose="02010609060101010101" pitchFamily="49" charset="-122"/>
              </a:endParaRPr>
            </a:p>
          </p:txBody>
        </p:sp>
        <p:sp>
          <p:nvSpPr>
            <p:cNvPr id="1055834" name="Oval 91"/>
            <p:cNvSpPr>
              <a:spLocks noChangeArrowheads="1"/>
            </p:cNvSpPr>
            <p:nvPr/>
          </p:nvSpPr>
          <p:spPr bwMode="auto">
            <a:xfrm rot="-1860000">
              <a:off x="2984" y="310"/>
              <a:ext cx="295" cy="156"/>
            </a:xfrm>
            <a:prstGeom prst="ellipse">
              <a:avLst/>
            </a:prstGeom>
            <a:solidFill>
              <a:srgbClr val="EAEAEA"/>
            </a:solidFill>
            <a:ln w="12700">
              <a:solidFill>
                <a:schemeClr val="tx1"/>
              </a:solidFill>
              <a:round/>
              <a:headEnd/>
              <a:tailEnd/>
            </a:ln>
          </p:spPr>
          <p:txBody>
            <a:bodyPr wrap="none" anchor="ctr"/>
            <a:lstStyle/>
            <a:p>
              <a:pPr eaLnBrk="0" hangingPunct="0"/>
              <a:endParaRPr lang="zh-CN" altLang="en-US" b="1">
                <a:solidFill>
                  <a:srgbClr val="0000CC"/>
                </a:solidFill>
                <a:ea typeface="黑体" panose="02010609060101010101" pitchFamily="49" charset="-122"/>
              </a:endParaRPr>
            </a:p>
          </p:txBody>
        </p:sp>
        <p:sp>
          <p:nvSpPr>
            <p:cNvPr id="1055835" name="Freeform 92"/>
            <p:cNvSpPr>
              <a:spLocks noChangeArrowheads="1"/>
            </p:cNvSpPr>
            <p:nvPr/>
          </p:nvSpPr>
          <p:spPr bwMode="auto">
            <a:xfrm>
              <a:off x="3051" y="300"/>
              <a:ext cx="738" cy="407"/>
            </a:xfrm>
            <a:custGeom>
              <a:avLst/>
              <a:gdLst>
                <a:gd name="T0" fmla="*/ 108 w 738"/>
                <a:gd name="T1" fmla="*/ 82 h 407"/>
                <a:gd name="T2" fmla="*/ 145 w 738"/>
                <a:gd name="T3" fmla="*/ 77 h 407"/>
                <a:gd name="T4" fmla="*/ 183 w 738"/>
                <a:gd name="T5" fmla="*/ 72 h 407"/>
                <a:gd name="T6" fmla="*/ 215 w 738"/>
                <a:gd name="T7" fmla="*/ 67 h 407"/>
                <a:gd name="T8" fmla="*/ 237 w 738"/>
                <a:gd name="T9" fmla="*/ 46 h 407"/>
                <a:gd name="T10" fmla="*/ 204 w 738"/>
                <a:gd name="T11" fmla="*/ 41 h 407"/>
                <a:gd name="T12" fmla="*/ 172 w 738"/>
                <a:gd name="T13" fmla="*/ 46 h 407"/>
                <a:gd name="T14" fmla="*/ 156 w 738"/>
                <a:gd name="T15" fmla="*/ 46 h 407"/>
                <a:gd name="T16" fmla="*/ 188 w 738"/>
                <a:gd name="T17" fmla="*/ 26 h 407"/>
                <a:gd name="T18" fmla="*/ 226 w 738"/>
                <a:gd name="T19" fmla="*/ 15 h 407"/>
                <a:gd name="T20" fmla="*/ 258 w 738"/>
                <a:gd name="T21" fmla="*/ 10 h 407"/>
                <a:gd name="T22" fmla="*/ 290 w 738"/>
                <a:gd name="T23" fmla="*/ 5 h 407"/>
                <a:gd name="T24" fmla="*/ 323 w 738"/>
                <a:gd name="T25" fmla="*/ 0 h 407"/>
                <a:gd name="T26" fmla="*/ 355 w 738"/>
                <a:gd name="T27" fmla="*/ 0 h 407"/>
                <a:gd name="T28" fmla="*/ 387 w 738"/>
                <a:gd name="T29" fmla="*/ 0 h 407"/>
                <a:gd name="T30" fmla="*/ 463 w 738"/>
                <a:gd name="T31" fmla="*/ 0 h 407"/>
                <a:gd name="T32" fmla="*/ 506 w 738"/>
                <a:gd name="T33" fmla="*/ 0 h 407"/>
                <a:gd name="T34" fmla="*/ 543 w 738"/>
                <a:gd name="T35" fmla="*/ 15 h 407"/>
                <a:gd name="T36" fmla="*/ 570 w 738"/>
                <a:gd name="T37" fmla="*/ 36 h 407"/>
                <a:gd name="T38" fmla="*/ 603 w 738"/>
                <a:gd name="T39" fmla="*/ 51 h 407"/>
                <a:gd name="T40" fmla="*/ 635 w 738"/>
                <a:gd name="T41" fmla="*/ 57 h 407"/>
                <a:gd name="T42" fmla="*/ 667 w 738"/>
                <a:gd name="T43" fmla="*/ 77 h 407"/>
                <a:gd name="T44" fmla="*/ 694 w 738"/>
                <a:gd name="T45" fmla="*/ 98 h 407"/>
                <a:gd name="T46" fmla="*/ 715 w 738"/>
                <a:gd name="T47" fmla="*/ 128 h 407"/>
                <a:gd name="T48" fmla="*/ 721 w 738"/>
                <a:gd name="T49" fmla="*/ 164 h 407"/>
                <a:gd name="T50" fmla="*/ 726 w 738"/>
                <a:gd name="T51" fmla="*/ 195 h 407"/>
                <a:gd name="T52" fmla="*/ 726 w 738"/>
                <a:gd name="T53" fmla="*/ 226 h 407"/>
                <a:gd name="T54" fmla="*/ 726 w 738"/>
                <a:gd name="T55" fmla="*/ 257 h 407"/>
                <a:gd name="T56" fmla="*/ 737 w 738"/>
                <a:gd name="T57" fmla="*/ 288 h 407"/>
                <a:gd name="T58" fmla="*/ 737 w 738"/>
                <a:gd name="T59" fmla="*/ 319 h 407"/>
                <a:gd name="T60" fmla="*/ 715 w 738"/>
                <a:gd name="T61" fmla="*/ 349 h 407"/>
                <a:gd name="T62" fmla="*/ 678 w 738"/>
                <a:gd name="T63" fmla="*/ 365 h 407"/>
                <a:gd name="T64" fmla="*/ 646 w 738"/>
                <a:gd name="T65" fmla="*/ 380 h 407"/>
                <a:gd name="T66" fmla="*/ 613 w 738"/>
                <a:gd name="T67" fmla="*/ 396 h 407"/>
                <a:gd name="T68" fmla="*/ 581 w 738"/>
                <a:gd name="T69" fmla="*/ 401 h 407"/>
                <a:gd name="T70" fmla="*/ 538 w 738"/>
                <a:gd name="T71" fmla="*/ 406 h 407"/>
                <a:gd name="T72" fmla="*/ 500 w 738"/>
                <a:gd name="T73" fmla="*/ 406 h 407"/>
                <a:gd name="T74" fmla="*/ 468 w 738"/>
                <a:gd name="T75" fmla="*/ 406 h 407"/>
                <a:gd name="T76" fmla="*/ 436 w 738"/>
                <a:gd name="T77" fmla="*/ 406 h 407"/>
                <a:gd name="T78" fmla="*/ 403 w 738"/>
                <a:gd name="T79" fmla="*/ 406 h 407"/>
                <a:gd name="T80" fmla="*/ 371 w 738"/>
                <a:gd name="T81" fmla="*/ 406 h 407"/>
                <a:gd name="T82" fmla="*/ 339 w 738"/>
                <a:gd name="T83" fmla="*/ 406 h 407"/>
                <a:gd name="T84" fmla="*/ 307 w 738"/>
                <a:gd name="T85" fmla="*/ 406 h 407"/>
                <a:gd name="T86" fmla="*/ 269 w 738"/>
                <a:gd name="T87" fmla="*/ 406 h 407"/>
                <a:gd name="T88" fmla="*/ 237 w 738"/>
                <a:gd name="T89" fmla="*/ 406 h 407"/>
                <a:gd name="T90" fmla="*/ 204 w 738"/>
                <a:gd name="T91" fmla="*/ 406 h 407"/>
                <a:gd name="T92" fmla="*/ 172 w 738"/>
                <a:gd name="T93" fmla="*/ 391 h 407"/>
                <a:gd name="T94" fmla="*/ 140 w 738"/>
                <a:gd name="T95" fmla="*/ 380 h 407"/>
                <a:gd name="T96" fmla="*/ 108 w 738"/>
                <a:gd name="T97" fmla="*/ 365 h 407"/>
                <a:gd name="T98" fmla="*/ 81 w 738"/>
                <a:gd name="T99" fmla="*/ 339 h 407"/>
                <a:gd name="T100" fmla="*/ 59 w 738"/>
                <a:gd name="T101" fmla="*/ 319 h 407"/>
                <a:gd name="T102" fmla="*/ 38 w 738"/>
                <a:gd name="T103" fmla="*/ 288 h 407"/>
                <a:gd name="T104" fmla="*/ 16 w 738"/>
                <a:gd name="T105" fmla="*/ 252 h 407"/>
                <a:gd name="T106" fmla="*/ 0 w 738"/>
                <a:gd name="T107" fmla="*/ 216 h 407"/>
                <a:gd name="T108" fmla="*/ 0 w 738"/>
                <a:gd name="T109" fmla="*/ 185 h 407"/>
                <a:gd name="T110" fmla="*/ 5 w 738"/>
                <a:gd name="T111" fmla="*/ 149 h 407"/>
                <a:gd name="T112" fmla="*/ 27 w 738"/>
                <a:gd name="T113" fmla="*/ 123 h 407"/>
                <a:gd name="T114" fmla="*/ 54 w 738"/>
                <a:gd name="T115" fmla="*/ 108 h 407"/>
                <a:gd name="T116" fmla="*/ 86 w 738"/>
                <a:gd name="T117" fmla="*/ 98 h 407"/>
                <a:gd name="T118" fmla="*/ 113 w 738"/>
                <a:gd name="T119" fmla="*/ 82 h 407"/>
                <a:gd name="T120" fmla="*/ 129 w 738"/>
                <a:gd name="T121" fmla="*/ 98 h 40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Lst>
              <a:rect l="0" t="0" r="r" b="b"/>
              <a:pathLst>
                <a:path w="738" h="407">
                  <a:moveTo>
                    <a:pt x="91" y="82"/>
                  </a:moveTo>
                  <a:lnTo>
                    <a:pt x="108" y="82"/>
                  </a:lnTo>
                  <a:lnTo>
                    <a:pt x="124" y="82"/>
                  </a:lnTo>
                  <a:lnTo>
                    <a:pt x="145" y="77"/>
                  </a:lnTo>
                  <a:lnTo>
                    <a:pt x="161" y="77"/>
                  </a:lnTo>
                  <a:lnTo>
                    <a:pt x="183" y="72"/>
                  </a:lnTo>
                  <a:lnTo>
                    <a:pt x="199" y="72"/>
                  </a:lnTo>
                  <a:lnTo>
                    <a:pt x="215" y="67"/>
                  </a:lnTo>
                  <a:lnTo>
                    <a:pt x="231" y="62"/>
                  </a:lnTo>
                  <a:lnTo>
                    <a:pt x="237" y="46"/>
                  </a:lnTo>
                  <a:lnTo>
                    <a:pt x="221" y="41"/>
                  </a:lnTo>
                  <a:lnTo>
                    <a:pt x="204" y="41"/>
                  </a:lnTo>
                  <a:lnTo>
                    <a:pt x="188" y="46"/>
                  </a:lnTo>
                  <a:lnTo>
                    <a:pt x="172" y="46"/>
                  </a:lnTo>
                  <a:lnTo>
                    <a:pt x="156" y="62"/>
                  </a:lnTo>
                  <a:lnTo>
                    <a:pt x="156" y="46"/>
                  </a:lnTo>
                  <a:lnTo>
                    <a:pt x="172" y="36"/>
                  </a:lnTo>
                  <a:lnTo>
                    <a:pt x="188" y="26"/>
                  </a:lnTo>
                  <a:lnTo>
                    <a:pt x="210" y="21"/>
                  </a:lnTo>
                  <a:lnTo>
                    <a:pt x="226" y="15"/>
                  </a:lnTo>
                  <a:lnTo>
                    <a:pt x="242" y="15"/>
                  </a:lnTo>
                  <a:lnTo>
                    <a:pt x="258" y="10"/>
                  </a:lnTo>
                  <a:lnTo>
                    <a:pt x="274" y="10"/>
                  </a:lnTo>
                  <a:lnTo>
                    <a:pt x="290" y="5"/>
                  </a:lnTo>
                  <a:lnTo>
                    <a:pt x="307" y="5"/>
                  </a:lnTo>
                  <a:lnTo>
                    <a:pt x="323" y="0"/>
                  </a:lnTo>
                  <a:lnTo>
                    <a:pt x="339" y="0"/>
                  </a:lnTo>
                  <a:lnTo>
                    <a:pt x="355" y="0"/>
                  </a:lnTo>
                  <a:lnTo>
                    <a:pt x="371" y="0"/>
                  </a:lnTo>
                  <a:lnTo>
                    <a:pt x="387" y="0"/>
                  </a:lnTo>
                  <a:lnTo>
                    <a:pt x="420" y="0"/>
                  </a:lnTo>
                  <a:lnTo>
                    <a:pt x="463" y="0"/>
                  </a:lnTo>
                  <a:lnTo>
                    <a:pt x="484" y="0"/>
                  </a:lnTo>
                  <a:lnTo>
                    <a:pt x="506" y="0"/>
                  </a:lnTo>
                  <a:lnTo>
                    <a:pt x="527" y="5"/>
                  </a:lnTo>
                  <a:lnTo>
                    <a:pt x="543" y="15"/>
                  </a:lnTo>
                  <a:lnTo>
                    <a:pt x="554" y="31"/>
                  </a:lnTo>
                  <a:lnTo>
                    <a:pt x="570" y="36"/>
                  </a:lnTo>
                  <a:lnTo>
                    <a:pt x="586" y="46"/>
                  </a:lnTo>
                  <a:lnTo>
                    <a:pt x="603" y="51"/>
                  </a:lnTo>
                  <a:lnTo>
                    <a:pt x="619" y="51"/>
                  </a:lnTo>
                  <a:lnTo>
                    <a:pt x="635" y="57"/>
                  </a:lnTo>
                  <a:lnTo>
                    <a:pt x="651" y="67"/>
                  </a:lnTo>
                  <a:lnTo>
                    <a:pt x="667" y="77"/>
                  </a:lnTo>
                  <a:lnTo>
                    <a:pt x="678" y="93"/>
                  </a:lnTo>
                  <a:lnTo>
                    <a:pt x="694" y="98"/>
                  </a:lnTo>
                  <a:lnTo>
                    <a:pt x="699" y="113"/>
                  </a:lnTo>
                  <a:lnTo>
                    <a:pt x="715" y="128"/>
                  </a:lnTo>
                  <a:lnTo>
                    <a:pt x="721" y="149"/>
                  </a:lnTo>
                  <a:lnTo>
                    <a:pt x="721" y="164"/>
                  </a:lnTo>
                  <a:lnTo>
                    <a:pt x="726" y="180"/>
                  </a:lnTo>
                  <a:lnTo>
                    <a:pt x="726" y="195"/>
                  </a:lnTo>
                  <a:lnTo>
                    <a:pt x="726" y="211"/>
                  </a:lnTo>
                  <a:lnTo>
                    <a:pt x="726" y="226"/>
                  </a:lnTo>
                  <a:lnTo>
                    <a:pt x="726" y="242"/>
                  </a:lnTo>
                  <a:lnTo>
                    <a:pt x="726" y="257"/>
                  </a:lnTo>
                  <a:lnTo>
                    <a:pt x="737" y="272"/>
                  </a:lnTo>
                  <a:lnTo>
                    <a:pt x="737" y="288"/>
                  </a:lnTo>
                  <a:lnTo>
                    <a:pt x="737" y="303"/>
                  </a:lnTo>
                  <a:lnTo>
                    <a:pt x="737" y="319"/>
                  </a:lnTo>
                  <a:lnTo>
                    <a:pt x="732" y="334"/>
                  </a:lnTo>
                  <a:lnTo>
                    <a:pt x="715" y="349"/>
                  </a:lnTo>
                  <a:lnTo>
                    <a:pt x="694" y="360"/>
                  </a:lnTo>
                  <a:lnTo>
                    <a:pt x="678" y="365"/>
                  </a:lnTo>
                  <a:lnTo>
                    <a:pt x="662" y="375"/>
                  </a:lnTo>
                  <a:lnTo>
                    <a:pt x="646" y="380"/>
                  </a:lnTo>
                  <a:lnTo>
                    <a:pt x="629" y="385"/>
                  </a:lnTo>
                  <a:lnTo>
                    <a:pt x="613" y="396"/>
                  </a:lnTo>
                  <a:lnTo>
                    <a:pt x="597" y="401"/>
                  </a:lnTo>
                  <a:lnTo>
                    <a:pt x="581" y="401"/>
                  </a:lnTo>
                  <a:lnTo>
                    <a:pt x="559" y="406"/>
                  </a:lnTo>
                  <a:lnTo>
                    <a:pt x="538" y="406"/>
                  </a:lnTo>
                  <a:lnTo>
                    <a:pt x="522" y="406"/>
                  </a:lnTo>
                  <a:lnTo>
                    <a:pt x="500" y="406"/>
                  </a:lnTo>
                  <a:lnTo>
                    <a:pt x="484" y="406"/>
                  </a:lnTo>
                  <a:lnTo>
                    <a:pt x="468" y="406"/>
                  </a:lnTo>
                  <a:lnTo>
                    <a:pt x="452" y="406"/>
                  </a:lnTo>
                  <a:lnTo>
                    <a:pt x="436" y="406"/>
                  </a:lnTo>
                  <a:lnTo>
                    <a:pt x="420" y="406"/>
                  </a:lnTo>
                  <a:lnTo>
                    <a:pt x="403" y="406"/>
                  </a:lnTo>
                  <a:lnTo>
                    <a:pt x="387" y="406"/>
                  </a:lnTo>
                  <a:lnTo>
                    <a:pt x="371" y="406"/>
                  </a:lnTo>
                  <a:lnTo>
                    <a:pt x="355" y="406"/>
                  </a:lnTo>
                  <a:lnTo>
                    <a:pt x="339" y="406"/>
                  </a:lnTo>
                  <a:lnTo>
                    <a:pt x="323" y="406"/>
                  </a:lnTo>
                  <a:lnTo>
                    <a:pt x="307" y="406"/>
                  </a:lnTo>
                  <a:lnTo>
                    <a:pt x="285" y="406"/>
                  </a:lnTo>
                  <a:lnTo>
                    <a:pt x="269" y="406"/>
                  </a:lnTo>
                  <a:lnTo>
                    <a:pt x="253" y="406"/>
                  </a:lnTo>
                  <a:lnTo>
                    <a:pt x="237" y="406"/>
                  </a:lnTo>
                  <a:lnTo>
                    <a:pt x="221" y="406"/>
                  </a:lnTo>
                  <a:lnTo>
                    <a:pt x="204" y="406"/>
                  </a:lnTo>
                  <a:lnTo>
                    <a:pt x="188" y="396"/>
                  </a:lnTo>
                  <a:lnTo>
                    <a:pt x="172" y="391"/>
                  </a:lnTo>
                  <a:lnTo>
                    <a:pt x="156" y="385"/>
                  </a:lnTo>
                  <a:lnTo>
                    <a:pt x="140" y="380"/>
                  </a:lnTo>
                  <a:lnTo>
                    <a:pt x="124" y="375"/>
                  </a:lnTo>
                  <a:lnTo>
                    <a:pt x="108" y="365"/>
                  </a:lnTo>
                  <a:lnTo>
                    <a:pt x="91" y="355"/>
                  </a:lnTo>
                  <a:lnTo>
                    <a:pt x="81" y="339"/>
                  </a:lnTo>
                  <a:lnTo>
                    <a:pt x="65" y="334"/>
                  </a:lnTo>
                  <a:lnTo>
                    <a:pt x="59" y="319"/>
                  </a:lnTo>
                  <a:lnTo>
                    <a:pt x="43" y="303"/>
                  </a:lnTo>
                  <a:lnTo>
                    <a:pt x="38" y="288"/>
                  </a:lnTo>
                  <a:lnTo>
                    <a:pt x="22" y="272"/>
                  </a:lnTo>
                  <a:lnTo>
                    <a:pt x="16" y="252"/>
                  </a:lnTo>
                  <a:lnTo>
                    <a:pt x="5" y="231"/>
                  </a:lnTo>
                  <a:lnTo>
                    <a:pt x="0" y="216"/>
                  </a:lnTo>
                  <a:lnTo>
                    <a:pt x="0" y="200"/>
                  </a:lnTo>
                  <a:lnTo>
                    <a:pt x="0" y="185"/>
                  </a:lnTo>
                  <a:lnTo>
                    <a:pt x="0" y="170"/>
                  </a:lnTo>
                  <a:lnTo>
                    <a:pt x="5" y="149"/>
                  </a:lnTo>
                  <a:lnTo>
                    <a:pt x="11" y="134"/>
                  </a:lnTo>
                  <a:lnTo>
                    <a:pt x="27" y="123"/>
                  </a:lnTo>
                  <a:lnTo>
                    <a:pt x="38" y="108"/>
                  </a:lnTo>
                  <a:lnTo>
                    <a:pt x="54" y="108"/>
                  </a:lnTo>
                  <a:lnTo>
                    <a:pt x="70" y="103"/>
                  </a:lnTo>
                  <a:lnTo>
                    <a:pt x="86" y="98"/>
                  </a:lnTo>
                  <a:lnTo>
                    <a:pt x="102" y="98"/>
                  </a:lnTo>
                  <a:lnTo>
                    <a:pt x="113" y="82"/>
                  </a:lnTo>
                  <a:lnTo>
                    <a:pt x="113" y="67"/>
                  </a:lnTo>
                  <a:lnTo>
                    <a:pt x="129" y="98"/>
                  </a:lnTo>
                </a:path>
              </a:pathLst>
            </a:custGeom>
            <a:solidFill>
              <a:srgbClr val="EAEAEA"/>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CC"/>
                </a:solidFill>
                <a:ea typeface="黑体" panose="02010609060101010101" pitchFamily="49" charset="-122"/>
              </a:endParaRPr>
            </a:p>
          </p:txBody>
        </p:sp>
        <p:sp>
          <p:nvSpPr>
            <p:cNvPr id="1055836" name="Freeform 93"/>
            <p:cNvSpPr>
              <a:spLocks noChangeArrowheads="1"/>
            </p:cNvSpPr>
            <p:nvPr/>
          </p:nvSpPr>
          <p:spPr bwMode="auto">
            <a:xfrm>
              <a:off x="3193" y="270"/>
              <a:ext cx="117" cy="118"/>
            </a:xfrm>
            <a:custGeom>
              <a:avLst/>
              <a:gdLst>
                <a:gd name="T0" fmla="*/ 5 w 117"/>
                <a:gd name="T1" fmla="*/ 66 h 118"/>
                <a:gd name="T2" fmla="*/ 0 w 117"/>
                <a:gd name="T3" fmla="*/ 51 h 118"/>
                <a:gd name="T4" fmla="*/ 0 w 117"/>
                <a:gd name="T5" fmla="*/ 36 h 118"/>
                <a:gd name="T6" fmla="*/ 16 w 117"/>
                <a:gd name="T7" fmla="*/ 25 h 118"/>
                <a:gd name="T8" fmla="*/ 32 w 117"/>
                <a:gd name="T9" fmla="*/ 15 h 118"/>
                <a:gd name="T10" fmla="*/ 47 w 117"/>
                <a:gd name="T11" fmla="*/ 0 h 118"/>
                <a:gd name="T12" fmla="*/ 63 w 117"/>
                <a:gd name="T13" fmla="*/ 0 h 118"/>
                <a:gd name="T14" fmla="*/ 79 w 117"/>
                <a:gd name="T15" fmla="*/ 0 h 118"/>
                <a:gd name="T16" fmla="*/ 84 w 117"/>
                <a:gd name="T17" fmla="*/ 15 h 118"/>
                <a:gd name="T18" fmla="*/ 95 w 117"/>
                <a:gd name="T19" fmla="*/ 31 h 118"/>
                <a:gd name="T20" fmla="*/ 105 w 117"/>
                <a:gd name="T21" fmla="*/ 46 h 118"/>
                <a:gd name="T22" fmla="*/ 111 w 117"/>
                <a:gd name="T23" fmla="*/ 61 h 118"/>
                <a:gd name="T24" fmla="*/ 116 w 117"/>
                <a:gd name="T25" fmla="*/ 76 h 118"/>
                <a:gd name="T26" fmla="*/ 116 w 117"/>
                <a:gd name="T27" fmla="*/ 92 h 118"/>
                <a:gd name="T28" fmla="*/ 116 w 117"/>
                <a:gd name="T29" fmla="*/ 107 h 118"/>
                <a:gd name="T30" fmla="*/ 100 w 117"/>
                <a:gd name="T31" fmla="*/ 117 h 118"/>
                <a:gd name="T32" fmla="*/ 84 w 117"/>
                <a:gd name="T33" fmla="*/ 117 h 118"/>
                <a:gd name="T34" fmla="*/ 69 w 117"/>
                <a:gd name="T35" fmla="*/ 117 h 118"/>
                <a:gd name="T36" fmla="*/ 53 w 117"/>
                <a:gd name="T37" fmla="*/ 117 h 118"/>
                <a:gd name="T38" fmla="*/ 37 w 117"/>
                <a:gd name="T39" fmla="*/ 112 h 118"/>
                <a:gd name="T40" fmla="*/ 21 w 117"/>
                <a:gd name="T41" fmla="*/ 102 h 118"/>
                <a:gd name="T42" fmla="*/ 11 w 117"/>
                <a:gd name="T43" fmla="*/ 86 h 118"/>
                <a:gd name="T44" fmla="*/ 5 w 117"/>
                <a:gd name="T45" fmla="*/ 71 h 118"/>
                <a:gd name="T46" fmla="*/ 5 w 117"/>
                <a:gd name="T47" fmla="*/ 66 h 1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117" h="118">
                  <a:moveTo>
                    <a:pt x="5" y="66"/>
                  </a:moveTo>
                  <a:lnTo>
                    <a:pt x="0" y="51"/>
                  </a:lnTo>
                  <a:lnTo>
                    <a:pt x="0" y="36"/>
                  </a:lnTo>
                  <a:lnTo>
                    <a:pt x="16" y="25"/>
                  </a:lnTo>
                  <a:lnTo>
                    <a:pt x="32" y="15"/>
                  </a:lnTo>
                  <a:lnTo>
                    <a:pt x="47" y="0"/>
                  </a:lnTo>
                  <a:lnTo>
                    <a:pt x="63" y="0"/>
                  </a:lnTo>
                  <a:lnTo>
                    <a:pt x="79" y="0"/>
                  </a:lnTo>
                  <a:lnTo>
                    <a:pt x="84" y="15"/>
                  </a:lnTo>
                  <a:lnTo>
                    <a:pt x="95" y="31"/>
                  </a:lnTo>
                  <a:lnTo>
                    <a:pt x="105" y="46"/>
                  </a:lnTo>
                  <a:lnTo>
                    <a:pt x="111" y="61"/>
                  </a:lnTo>
                  <a:lnTo>
                    <a:pt x="116" y="76"/>
                  </a:lnTo>
                  <a:lnTo>
                    <a:pt x="116" y="92"/>
                  </a:lnTo>
                  <a:lnTo>
                    <a:pt x="116" y="107"/>
                  </a:lnTo>
                  <a:lnTo>
                    <a:pt x="100" y="117"/>
                  </a:lnTo>
                  <a:lnTo>
                    <a:pt x="84" y="117"/>
                  </a:lnTo>
                  <a:lnTo>
                    <a:pt x="69" y="117"/>
                  </a:lnTo>
                  <a:lnTo>
                    <a:pt x="53" y="117"/>
                  </a:lnTo>
                  <a:lnTo>
                    <a:pt x="37" y="112"/>
                  </a:lnTo>
                  <a:lnTo>
                    <a:pt x="21" y="102"/>
                  </a:lnTo>
                  <a:lnTo>
                    <a:pt x="11" y="86"/>
                  </a:lnTo>
                  <a:lnTo>
                    <a:pt x="5" y="71"/>
                  </a:lnTo>
                  <a:lnTo>
                    <a:pt x="5" y="66"/>
                  </a:lnTo>
                </a:path>
              </a:pathLst>
            </a:custGeom>
            <a:solidFill>
              <a:srgbClr val="EAEAEA"/>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CC"/>
                </a:solidFill>
                <a:ea typeface="黑体" panose="02010609060101010101" pitchFamily="49" charset="-122"/>
              </a:endParaRPr>
            </a:p>
          </p:txBody>
        </p:sp>
        <p:sp>
          <p:nvSpPr>
            <p:cNvPr id="1055837" name="Freeform 94"/>
            <p:cNvSpPr>
              <a:spLocks noChangeArrowheads="1"/>
            </p:cNvSpPr>
            <p:nvPr/>
          </p:nvSpPr>
          <p:spPr bwMode="auto">
            <a:xfrm>
              <a:off x="3469" y="239"/>
              <a:ext cx="82" cy="87"/>
            </a:xfrm>
            <a:custGeom>
              <a:avLst/>
              <a:gdLst>
                <a:gd name="T0" fmla="*/ 0 w 82"/>
                <a:gd name="T1" fmla="*/ 0 h 87"/>
                <a:gd name="T2" fmla="*/ 16 w 82"/>
                <a:gd name="T3" fmla="*/ 10 h 87"/>
                <a:gd name="T4" fmla="*/ 32 w 82"/>
                <a:gd name="T5" fmla="*/ 20 h 87"/>
                <a:gd name="T6" fmla="*/ 49 w 82"/>
                <a:gd name="T7" fmla="*/ 20 h 87"/>
                <a:gd name="T8" fmla="*/ 65 w 82"/>
                <a:gd name="T9" fmla="*/ 30 h 87"/>
                <a:gd name="T10" fmla="*/ 76 w 82"/>
                <a:gd name="T11" fmla="*/ 46 h 87"/>
                <a:gd name="T12" fmla="*/ 81 w 82"/>
                <a:gd name="T13" fmla="*/ 61 h 87"/>
                <a:gd name="T14" fmla="*/ 81 w 82"/>
                <a:gd name="T15" fmla="*/ 76 h 87"/>
                <a:gd name="T16" fmla="*/ 65 w 82"/>
                <a:gd name="T17" fmla="*/ 86 h 87"/>
                <a:gd name="T18" fmla="*/ 49 w 82"/>
                <a:gd name="T19" fmla="*/ 86 h 87"/>
                <a:gd name="T20" fmla="*/ 27 w 82"/>
                <a:gd name="T21" fmla="*/ 81 h 87"/>
                <a:gd name="T22" fmla="*/ 11 w 82"/>
                <a:gd name="T23" fmla="*/ 71 h 87"/>
                <a:gd name="T24" fmla="*/ 5 w 82"/>
                <a:gd name="T25" fmla="*/ 56 h 87"/>
                <a:gd name="T26" fmla="*/ 0 w 82"/>
                <a:gd name="T27" fmla="*/ 40 h 87"/>
                <a:gd name="T28" fmla="*/ 0 w 82"/>
                <a:gd name="T29" fmla="*/ 25 h 87"/>
                <a:gd name="T30" fmla="*/ 11 w 82"/>
                <a:gd name="T31" fmla="*/ 10 h 87"/>
                <a:gd name="T32" fmla="*/ 0 w 82"/>
                <a:gd name="T33" fmla="*/ 0 h 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82" h="87">
                  <a:moveTo>
                    <a:pt x="0" y="0"/>
                  </a:moveTo>
                  <a:lnTo>
                    <a:pt x="16" y="10"/>
                  </a:lnTo>
                  <a:lnTo>
                    <a:pt x="32" y="20"/>
                  </a:lnTo>
                  <a:lnTo>
                    <a:pt x="49" y="20"/>
                  </a:lnTo>
                  <a:lnTo>
                    <a:pt x="65" y="30"/>
                  </a:lnTo>
                  <a:lnTo>
                    <a:pt x="76" y="46"/>
                  </a:lnTo>
                  <a:lnTo>
                    <a:pt x="81" y="61"/>
                  </a:lnTo>
                  <a:lnTo>
                    <a:pt x="81" y="76"/>
                  </a:lnTo>
                  <a:lnTo>
                    <a:pt x="65" y="86"/>
                  </a:lnTo>
                  <a:lnTo>
                    <a:pt x="49" y="86"/>
                  </a:lnTo>
                  <a:lnTo>
                    <a:pt x="27" y="81"/>
                  </a:lnTo>
                  <a:lnTo>
                    <a:pt x="11" y="71"/>
                  </a:lnTo>
                  <a:lnTo>
                    <a:pt x="5" y="56"/>
                  </a:lnTo>
                  <a:lnTo>
                    <a:pt x="0" y="40"/>
                  </a:lnTo>
                  <a:lnTo>
                    <a:pt x="0" y="25"/>
                  </a:lnTo>
                  <a:lnTo>
                    <a:pt x="11" y="10"/>
                  </a:lnTo>
                  <a:lnTo>
                    <a:pt x="0" y="0"/>
                  </a:lnTo>
                </a:path>
              </a:pathLst>
            </a:custGeom>
            <a:solidFill>
              <a:srgbClr val="EAEAEA"/>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CC"/>
                </a:solidFill>
                <a:ea typeface="黑体" panose="02010609060101010101" pitchFamily="49" charset="-122"/>
              </a:endParaRPr>
            </a:p>
          </p:txBody>
        </p:sp>
      </p:grpSp>
      <p:grpSp>
        <p:nvGrpSpPr>
          <p:cNvPr id="1055838" name="Group 95"/>
          <p:cNvGrpSpPr>
            <a:grpSpLocks/>
          </p:cNvGrpSpPr>
          <p:nvPr/>
        </p:nvGrpSpPr>
        <p:grpSpPr bwMode="auto">
          <a:xfrm>
            <a:off x="7702550" y="3298825"/>
            <a:ext cx="742950" cy="482600"/>
            <a:chOff x="2949" y="196"/>
            <a:chExt cx="941" cy="598"/>
          </a:xfrm>
        </p:grpSpPr>
        <p:sp>
          <p:nvSpPr>
            <p:cNvPr id="1055839" name="Oval 96"/>
            <p:cNvSpPr>
              <a:spLocks noChangeArrowheads="1"/>
            </p:cNvSpPr>
            <p:nvPr/>
          </p:nvSpPr>
          <p:spPr bwMode="auto">
            <a:xfrm>
              <a:off x="3168" y="196"/>
              <a:ext cx="407" cy="162"/>
            </a:xfrm>
            <a:prstGeom prst="ellipse">
              <a:avLst/>
            </a:prstGeom>
            <a:solidFill>
              <a:srgbClr val="EAEAEA"/>
            </a:solidFill>
            <a:ln w="12700">
              <a:solidFill>
                <a:schemeClr val="tx1"/>
              </a:solidFill>
              <a:round/>
              <a:headEnd/>
              <a:tailEnd/>
            </a:ln>
          </p:spPr>
          <p:txBody>
            <a:bodyPr wrap="none" anchor="ctr"/>
            <a:lstStyle/>
            <a:p>
              <a:pPr eaLnBrk="0" hangingPunct="0"/>
              <a:endParaRPr lang="zh-CN" altLang="en-US" b="1">
                <a:solidFill>
                  <a:srgbClr val="0000CC"/>
                </a:solidFill>
                <a:ea typeface="黑体" panose="02010609060101010101" pitchFamily="49" charset="-122"/>
              </a:endParaRPr>
            </a:p>
          </p:txBody>
        </p:sp>
        <p:sp>
          <p:nvSpPr>
            <p:cNvPr id="1055840" name="Oval 97"/>
            <p:cNvSpPr>
              <a:spLocks noChangeArrowheads="1"/>
            </p:cNvSpPr>
            <p:nvPr/>
          </p:nvSpPr>
          <p:spPr bwMode="auto">
            <a:xfrm rot="900000">
              <a:off x="3512" y="252"/>
              <a:ext cx="275" cy="131"/>
            </a:xfrm>
            <a:prstGeom prst="ellipse">
              <a:avLst/>
            </a:prstGeom>
            <a:solidFill>
              <a:srgbClr val="EAEAEA"/>
            </a:solidFill>
            <a:ln w="12700">
              <a:solidFill>
                <a:schemeClr val="tx1"/>
              </a:solidFill>
              <a:round/>
              <a:headEnd/>
              <a:tailEnd/>
            </a:ln>
          </p:spPr>
          <p:txBody>
            <a:bodyPr wrap="none" anchor="ctr"/>
            <a:lstStyle/>
            <a:p>
              <a:pPr eaLnBrk="0" hangingPunct="0"/>
              <a:endParaRPr lang="zh-CN" altLang="en-US" b="1">
                <a:solidFill>
                  <a:srgbClr val="0000CC"/>
                </a:solidFill>
                <a:ea typeface="黑体" panose="02010609060101010101" pitchFamily="49" charset="-122"/>
              </a:endParaRPr>
            </a:p>
          </p:txBody>
        </p:sp>
        <p:sp>
          <p:nvSpPr>
            <p:cNvPr id="1055841" name="Oval 98"/>
            <p:cNvSpPr>
              <a:spLocks noChangeArrowheads="1"/>
            </p:cNvSpPr>
            <p:nvPr/>
          </p:nvSpPr>
          <p:spPr bwMode="auto">
            <a:xfrm rot="1500000">
              <a:off x="3650" y="385"/>
              <a:ext cx="240" cy="153"/>
            </a:xfrm>
            <a:prstGeom prst="ellipse">
              <a:avLst/>
            </a:prstGeom>
            <a:solidFill>
              <a:srgbClr val="EAEAEA"/>
            </a:solidFill>
            <a:ln w="12700">
              <a:solidFill>
                <a:schemeClr val="tx1"/>
              </a:solidFill>
              <a:round/>
              <a:headEnd/>
              <a:tailEnd/>
            </a:ln>
          </p:spPr>
          <p:txBody>
            <a:bodyPr wrap="none" anchor="ctr"/>
            <a:lstStyle/>
            <a:p>
              <a:pPr eaLnBrk="0" hangingPunct="0"/>
              <a:endParaRPr lang="zh-CN" altLang="en-US" b="1">
                <a:solidFill>
                  <a:srgbClr val="0000CC"/>
                </a:solidFill>
                <a:ea typeface="黑体" panose="02010609060101010101" pitchFamily="49" charset="-122"/>
              </a:endParaRPr>
            </a:p>
          </p:txBody>
        </p:sp>
        <p:sp>
          <p:nvSpPr>
            <p:cNvPr id="1055842" name="Oval 99"/>
            <p:cNvSpPr>
              <a:spLocks noChangeArrowheads="1"/>
            </p:cNvSpPr>
            <p:nvPr/>
          </p:nvSpPr>
          <p:spPr bwMode="auto">
            <a:xfrm rot="-1560000">
              <a:off x="3573" y="537"/>
              <a:ext cx="291" cy="189"/>
            </a:xfrm>
            <a:prstGeom prst="ellipse">
              <a:avLst/>
            </a:prstGeom>
            <a:solidFill>
              <a:srgbClr val="EAEAEA"/>
            </a:solidFill>
            <a:ln w="12700">
              <a:solidFill>
                <a:schemeClr val="tx1"/>
              </a:solidFill>
              <a:round/>
              <a:headEnd/>
              <a:tailEnd/>
            </a:ln>
          </p:spPr>
          <p:txBody>
            <a:bodyPr wrap="none" anchor="ctr"/>
            <a:lstStyle/>
            <a:p>
              <a:pPr eaLnBrk="0" hangingPunct="0"/>
              <a:endParaRPr lang="zh-CN" altLang="en-US" b="1">
                <a:solidFill>
                  <a:srgbClr val="0000CC"/>
                </a:solidFill>
                <a:ea typeface="黑体" panose="02010609060101010101" pitchFamily="49" charset="-122"/>
              </a:endParaRPr>
            </a:p>
          </p:txBody>
        </p:sp>
        <p:sp>
          <p:nvSpPr>
            <p:cNvPr id="1055843" name="Oval 100"/>
            <p:cNvSpPr>
              <a:spLocks noChangeArrowheads="1"/>
            </p:cNvSpPr>
            <p:nvPr/>
          </p:nvSpPr>
          <p:spPr bwMode="auto">
            <a:xfrm>
              <a:off x="3216" y="555"/>
              <a:ext cx="471" cy="239"/>
            </a:xfrm>
            <a:prstGeom prst="ellipse">
              <a:avLst/>
            </a:prstGeom>
            <a:solidFill>
              <a:srgbClr val="EAEAEA"/>
            </a:solidFill>
            <a:ln w="12700">
              <a:solidFill>
                <a:schemeClr val="tx1"/>
              </a:solidFill>
              <a:round/>
              <a:headEnd/>
              <a:tailEnd/>
            </a:ln>
          </p:spPr>
          <p:txBody>
            <a:bodyPr wrap="none" anchor="ctr"/>
            <a:lstStyle/>
            <a:p>
              <a:pPr eaLnBrk="0" hangingPunct="0"/>
              <a:endParaRPr lang="zh-CN" altLang="en-US" b="1">
                <a:solidFill>
                  <a:srgbClr val="0000CC"/>
                </a:solidFill>
                <a:ea typeface="黑体" panose="02010609060101010101" pitchFamily="49" charset="-122"/>
              </a:endParaRPr>
            </a:p>
          </p:txBody>
        </p:sp>
        <p:sp>
          <p:nvSpPr>
            <p:cNvPr id="1055844" name="Oval 101"/>
            <p:cNvSpPr>
              <a:spLocks noChangeArrowheads="1"/>
            </p:cNvSpPr>
            <p:nvPr/>
          </p:nvSpPr>
          <p:spPr bwMode="auto">
            <a:xfrm rot="1080000">
              <a:off x="3023" y="555"/>
              <a:ext cx="265" cy="156"/>
            </a:xfrm>
            <a:prstGeom prst="ellipse">
              <a:avLst/>
            </a:prstGeom>
            <a:solidFill>
              <a:srgbClr val="EAEAEA"/>
            </a:solidFill>
            <a:ln w="12700">
              <a:solidFill>
                <a:schemeClr val="tx1"/>
              </a:solidFill>
              <a:round/>
              <a:headEnd/>
              <a:tailEnd/>
            </a:ln>
          </p:spPr>
          <p:txBody>
            <a:bodyPr wrap="none" anchor="ctr"/>
            <a:lstStyle/>
            <a:p>
              <a:pPr eaLnBrk="0" hangingPunct="0"/>
              <a:endParaRPr lang="zh-CN" altLang="en-US" b="1">
                <a:solidFill>
                  <a:srgbClr val="0000CC"/>
                </a:solidFill>
                <a:ea typeface="黑体" panose="02010609060101010101" pitchFamily="49" charset="-122"/>
              </a:endParaRPr>
            </a:p>
          </p:txBody>
        </p:sp>
        <p:sp>
          <p:nvSpPr>
            <p:cNvPr id="1055845" name="Oval 102"/>
            <p:cNvSpPr>
              <a:spLocks noChangeArrowheads="1"/>
            </p:cNvSpPr>
            <p:nvPr/>
          </p:nvSpPr>
          <p:spPr bwMode="auto">
            <a:xfrm>
              <a:off x="2949" y="432"/>
              <a:ext cx="217" cy="156"/>
            </a:xfrm>
            <a:prstGeom prst="ellipse">
              <a:avLst/>
            </a:prstGeom>
            <a:solidFill>
              <a:srgbClr val="EAEAEA"/>
            </a:solidFill>
            <a:ln w="12700">
              <a:solidFill>
                <a:schemeClr val="tx1"/>
              </a:solidFill>
              <a:round/>
              <a:headEnd/>
              <a:tailEnd/>
            </a:ln>
          </p:spPr>
          <p:txBody>
            <a:bodyPr wrap="none" anchor="ctr"/>
            <a:lstStyle/>
            <a:p>
              <a:pPr eaLnBrk="0" hangingPunct="0"/>
              <a:endParaRPr lang="zh-CN" altLang="en-US" b="1">
                <a:solidFill>
                  <a:srgbClr val="0000CC"/>
                </a:solidFill>
                <a:ea typeface="黑体" panose="02010609060101010101" pitchFamily="49" charset="-122"/>
              </a:endParaRPr>
            </a:p>
          </p:txBody>
        </p:sp>
        <p:sp>
          <p:nvSpPr>
            <p:cNvPr id="1055846" name="Oval 103"/>
            <p:cNvSpPr>
              <a:spLocks noChangeArrowheads="1"/>
            </p:cNvSpPr>
            <p:nvPr/>
          </p:nvSpPr>
          <p:spPr bwMode="auto">
            <a:xfrm rot="-1860000">
              <a:off x="2984" y="310"/>
              <a:ext cx="295" cy="156"/>
            </a:xfrm>
            <a:prstGeom prst="ellipse">
              <a:avLst/>
            </a:prstGeom>
            <a:solidFill>
              <a:srgbClr val="EAEAEA"/>
            </a:solidFill>
            <a:ln w="12700">
              <a:solidFill>
                <a:schemeClr val="tx1"/>
              </a:solidFill>
              <a:round/>
              <a:headEnd/>
              <a:tailEnd/>
            </a:ln>
          </p:spPr>
          <p:txBody>
            <a:bodyPr wrap="none" anchor="ctr"/>
            <a:lstStyle/>
            <a:p>
              <a:pPr eaLnBrk="0" hangingPunct="0"/>
              <a:endParaRPr lang="zh-CN" altLang="en-US" b="1">
                <a:solidFill>
                  <a:srgbClr val="0000CC"/>
                </a:solidFill>
                <a:ea typeface="黑体" panose="02010609060101010101" pitchFamily="49" charset="-122"/>
              </a:endParaRPr>
            </a:p>
          </p:txBody>
        </p:sp>
        <p:sp>
          <p:nvSpPr>
            <p:cNvPr id="1055847" name="Freeform 104"/>
            <p:cNvSpPr>
              <a:spLocks noChangeArrowheads="1"/>
            </p:cNvSpPr>
            <p:nvPr/>
          </p:nvSpPr>
          <p:spPr bwMode="auto">
            <a:xfrm>
              <a:off x="3051" y="300"/>
              <a:ext cx="738" cy="407"/>
            </a:xfrm>
            <a:custGeom>
              <a:avLst/>
              <a:gdLst>
                <a:gd name="T0" fmla="*/ 108 w 738"/>
                <a:gd name="T1" fmla="*/ 82 h 407"/>
                <a:gd name="T2" fmla="*/ 145 w 738"/>
                <a:gd name="T3" fmla="*/ 77 h 407"/>
                <a:gd name="T4" fmla="*/ 183 w 738"/>
                <a:gd name="T5" fmla="*/ 72 h 407"/>
                <a:gd name="T6" fmla="*/ 215 w 738"/>
                <a:gd name="T7" fmla="*/ 67 h 407"/>
                <a:gd name="T8" fmla="*/ 237 w 738"/>
                <a:gd name="T9" fmla="*/ 46 h 407"/>
                <a:gd name="T10" fmla="*/ 204 w 738"/>
                <a:gd name="T11" fmla="*/ 41 h 407"/>
                <a:gd name="T12" fmla="*/ 172 w 738"/>
                <a:gd name="T13" fmla="*/ 46 h 407"/>
                <a:gd name="T14" fmla="*/ 156 w 738"/>
                <a:gd name="T15" fmla="*/ 46 h 407"/>
                <a:gd name="T16" fmla="*/ 188 w 738"/>
                <a:gd name="T17" fmla="*/ 26 h 407"/>
                <a:gd name="T18" fmla="*/ 226 w 738"/>
                <a:gd name="T19" fmla="*/ 15 h 407"/>
                <a:gd name="T20" fmla="*/ 258 w 738"/>
                <a:gd name="T21" fmla="*/ 10 h 407"/>
                <a:gd name="T22" fmla="*/ 290 w 738"/>
                <a:gd name="T23" fmla="*/ 5 h 407"/>
                <a:gd name="T24" fmla="*/ 323 w 738"/>
                <a:gd name="T25" fmla="*/ 0 h 407"/>
                <a:gd name="T26" fmla="*/ 355 w 738"/>
                <a:gd name="T27" fmla="*/ 0 h 407"/>
                <a:gd name="T28" fmla="*/ 387 w 738"/>
                <a:gd name="T29" fmla="*/ 0 h 407"/>
                <a:gd name="T30" fmla="*/ 463 w 738"/>
                <a:gd name="T31" fmla="*/ 0 h 407"/>
                <a:gd name="T32" fmla="*/ 506 w 738"/>
                <a:gd name="T33" fmla="*/ 0 h 407"/>
                <a:gd name="T34" fmla="*/ 543 w 738"/>
                <a:gd name="T35" fmla="*/ 15 h 407"/>
                <a:gd name="T36" fmla="*/ 570 w 738"/>
                <a:gd name="T37" fmla="*/ 36 h 407"/>
                <a:gd name="T38" fmla="*/ 603 w 738"/>
                <a:gd name="T39" fmla="*/ 51 h 407"/>
                <a:gd name="T40" fmla="*/ 635 w 738"/>
                <a:gd name="T41" fmla="*/ 57 h 407"/>
                <a:gd name="T42" fmla="*/ 667 w 738"/>
                <a:gd name="T43" fmla="*/ 77 h 407"/>
                <a:gd name="T44" fmla="*/ 694 w 738"/>
                <a:gd name="T45" fmla="*/ 98 h 407"/>
                <a:gd name="T46" fmla="*/ 715 w 738"/>
                <a:gd name="T47" fmla="*/ 128 h 407"/>
                <a:gd name="T48" fmla="*/ 721 w 738"/>
                <a:gd name="T49" fmla="*/ 164 h 407"/>
                <a:gd name="T50" fmla="*/ 726 w 738"/>
                <a:gd name="T51" fmla="*/ 195 h 407"/>
                <a:gd name="T52" fmla="*/ 726 w 738"/>
                <a:gd name="T53" fmla="*/ 226 h 407"/>
                <a:gd name="T54" fmla="*/ 726 w 738"/>
                <a:gd name="T55" fmla="*/ 257 h 407"/>
                <a:gd name="T56" fmla="*/ 737 w 738"/>
                <a:gd name="T57" fmla="*/ 288 h 407"/>
                <a:gd name="T58" fmla="*/ 737 w 738"/>
                <a:gd name="T59" fmla="*/ 319 h 407"/>
                <a:gd name="T60" fmla="*/ 715 w 738"/>
                <a:gd name="T61" fmla="*/ 349 h 407"/>
                <a:gd name="T62" fmla="*/ 678 w 738"/>
                <a:gd name="T63" fmla="*/ 365 h 407"/>
                <a:gd name="T64" fmla="*/ 646 w 738"/>
                <a:gd name="T65" fmla="*/ 380 h 407"/>
                <a:gd name="T66" fmla="*/ 613 w 738"/>
                <a:gd name="T67" fmla="*/ 396 h 407"/>
                <a:gd name="T68" fmla="*/ 581 w 738"/>
                <a:gd name="T69" fmla="*/ 401 h 407"/>
                <a:gd name="T70" fmla="*/ 538 w 738"/>
                <a:gd name="T71" fmla="*/ 406 h 407"/>
                <a:gd name="T72" fmla="*/ 500 w 738"/>
                <a:gd name="T73" fmla="*/ 406 h 407"/>
                <a:gd name="T74" fmla="*/ 468 w 738"/>
                <a:gd name="T75" fmla="*/ 406 h 407"/>
                <a:gd name="T76" fmla="*/ 436 w 738"/>
                <a:gd name="T77" fmla="*/ 406 h 407"/>
                <a:gd name="T78" fmla="*/ 403 w 738"/>
                <a:gd name="T79" fmla="*/ 406 h 407"/>
                <a:gd name="T80" fmla="*/ 371 w 738"/>
                <a:gd name="T81" fmla="*/ 406 h 407"/>
                <a:gd name="T82" fmla="*/ 339 w 738"/>
                <a:gd name="T83" fmla="*/ 406 h 407"/>
                <a:gd name="T84" fmla="*/ 307 w 738"/>
                <a:gd name="T85" fmla="*/ 406 h 407"/>
                <a:gd name="T86" fmla="*/ 269 w 738"/>
                <a:gd name="T87" fmla="*/ 406 h 407"/>
                <a:gd name="T88" fmla="*/ 237 w 738"/>
                <a:gd name="T89" fmla="*/ 406 h 407"/>
                <a:gd name="T90" fmla="*/ 204 w 738"/>
                <a:gd name="T91" fmla="*/ 406 h 407"/>
                <a:gd name="T92" fmla="*/ 172 w 738"/>
                <a:gd name="T93" fmla="*/ 391 h 407"/>
                <a:gd name="T94" fmla="*/ 140 w 738"/>
                <a:gd name="T95" fmla="*/ 380 h 407"/>
                <a:gd name="T96" fmla="*/ 108 w 738"/>
                <a:gd name="T97" fmla="*/ 365 h 407"/>
                <a:gd name="T98" fmla="*/ 81 w 738"/>
                <a:gd name="T99" fmla="*/ 339 h 407"/>
                <a:gd name="T100" fmla="*/ 59 w 738"/>
                <a:gd name="T101" fmla="*/ 319 h 407"/>
                <a:gd name="T102" fmla="*/ 38 w 738"/>
                <a:gd name="T103" fmla="*/ 288 h 407"/>
                <a:gd name="T104" fmla="*/ 16 w 738"/>
                <a:gd name="T105" fmla="*/ 252 h 407"/>
                <a:gd name="T106" fmla="*/ 0 w 738"/>
                <a:gd name="T107" fmla="*/ 216 h 407"/>
                <a:gd name="T108" fmla="*/ 0 w 738"/>
                <a:gd name="T109" fmla="*/ 185 h 407"/>
                <a:gd name="T110" fmla="*/ 5 w 738"/>
                <a:gd name="T111" fmla="*/ 149 h 407"/>
                <a:gd name="T112" fmla="*/ 27 w 738"/>
                <a:gd name="T113" fmla="*/ 123 h 407"/>
                <a:gd name="T114" fmla="*/ 54 w 738"/>
                <a:gd name="T115" fmla="*/ 108 h 407"/>
                <a:gd name="T116" fmla="*/ 86 w 738"/>
                <a:gd name="T117" fmla="*/ 98 h 407"/>
                <a:gd name="T118" fmla="*/ 113 w 738"/>
                <a:gd name="T119" fmla="*/ 82 h 407"/>
                <a:gd name="T120" fmla="*/ 129 w 738"/>
                <a:gd name="T121" fmla="*/ 98 h 40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Lst>
              <a:rect l="0" t="0" r="r" b="b"/>
              <a:pathLst>
                <a:path w="738" h="407">
                  <a:moveTo>
                    <a:pt x="91" y="82"/>
                  </a:moveTo>
                  <a:lnTo>
                    <a:pt x="108" y="82"/>
                  </a:lnTo>
                  <a:lnTo>
                    <a:pt x="124" y="82"/>
                  </a:lnTo>
                  <a:lnTo>
                    <a:pt x="145" y="77"/>
                  </a:lnTo>
                  <a:lnTo>
                    <a:pt x="161" y="77"/>
                  </a:lnTo>
                  <a:lnTo>
                    <a:pt x="183" y="72"/>
                  </a:lnTo>
                  <a:lnTo>
                    <a:pt x="199" y="72"/>
                  </a:lnTo>
                  <a:lnTo>
                    <a:pt x="215" y="67"/>
                  </a:lnTo>
                  <a:lnTo>
                    <a:pt x="231" y="62"/>
                  </a:lnTo>
                  <a:lnTo>
                    <a:pt x="237" y="46"/>
                  </a:lnTo>
                  <a:lnTo>
                    <a:pt x="221" y="41"/>
                  </a:lnTo>
                  <a:lnTo>
                    <a:pt x="204" y="41"/>
                  </a:lnTo>
                  <a:lnTo>
                    <a:pt x="188" y="46"/>
                  </a:lnTo>
                  <a:lnTo>
                    <a:pt x="172" y="46"/>
                  </a:lnTo>
                  <a:lnTo>
                    <a:pt x="156" y="62"/>
                  </a:lnTo>
                  <a:lnTo>
                    <a:pt x="156" y="46"/>
                  </a:lnTo>
                  <a:lnTo>
                    <a:pt x="172" y="36"/>
                  </a:lnTo>
                  <a:lnTo>
                    <a:pt x="188" y="26"/>
                  </a:lnTo>
                  <a:lnTo>
                    <a:pt x="210" y="21"/>
                  </a:lnTo>
                  <a:lnTo>
                    <a:pt x="226" y="15"/>
                  </a:lnTo>
                  <a:lnTo>
                    <a:pt x="242" y="15"/>
                  </a:lnTo>
                  <a:lnTo>
                    <a:pt x="258" y="10"/>
                  </a:lnTo>
                  <a:lnTo>
                    <a:pt x="274" y="10"/>
                  </a:lnTo>
                  <a:lnTo>
                    <a:pt x="290" y="5"/>
                  </a:lnTo>
                  <a:lnTo>
                    <a:pt x="307" y="5"/>
                  </a:lnTo>
                  <a:lnTo>
                    <a:pt x="323" y="0"/>
                  </a:lnTo>
                  <a:lnTo>
                    <a:pt x="339" y="0"/>
                  </a:lnTo>
                  <a:lnTo>
                    <a:pt x="355" y="0"/>
                  </a:lnTo>
                  <a:lnTo>
                    <a:pt x="371" y="0"/>
                  </a:lnTo>
                  <a:lnTo>
                    <a:pt x="387" y="0"/>
                  </a:lnTo>
                  <a:lnTo>
                    <a:pt x="420" y="0"/>
                  </a:lnTo>
                  <a:lnTo>
                    <a:pt x="463" y="0"/>
                  </a:lnTo>
                  <a:lnTo>
                    <a:pt x="484" y="0"/>
                  </a:lnTo>
                  <a:lnTo>
                    <a:pt x="506" y="0"/>
                  </a:lnTo>
                  <a:lnTo>
                    <a:pt x="527" y="5"/>
                  </a:lnTo>
                  <a:lnTo>
                    <a:pt x="543" y="15"/>
                  </a:lnTo>
                  <a:lnTo>
                    <a:pt x="554" y="31"/>
                  </a:lnTo>
                  <a:lnTo>
                    <a:pt x="570" y="36"/>
                  </a:lnTo>
                  <a:lnTo>
                    <a:pt x="586" y="46"/>
                  </a:lnTo>
                  <a:lnTo>
                    <a:pt x="603" y="51"/>
                  </a:lnTo>
                  <a:lnTo>
                    <a:pt x="619" y="51"/>
                  </a:lnTo>
                  <a:lnTo>
                    <a:pt x="635" y="57"/>
                  </a:lnTo>
                  <a:lnTo>
                    <a:pt x="651" y="67"/>
                  </a:lnTo>
                  <a:lnTo>
                    <a:pt x="667" y="77"/>
                  </a:lnTo>
                  <a:lnTo>
                    <a:pt x="678" y="93"/>
                  </a:lnTo>
                  <a:lnTo>
                    <a:pt x="694" y="98"/>
                  </a:lnTo>
                  <a:lnTo>
                    <a:pt x="699" y="113"/>
                  </a:lnTo>
                  <a:lnTo>
                    <a:pt x="715" y="128"/>
                  </a:lnTo>
                  <a:lnTo>
                    <a:pt x="721" y="149"/>
                  </a:lnTo>
                  <a:lnTo>
                    <a:pt x="721" y="164"/>
                  </a:lnTo>
                  <a:lnTo>
                    <a:pt x="726" y="180"/>
                  </a:lnTo>
                  <a:lnTo>
                    <a:pt x="726" y="195"/>
                  </a:lnTo>
                  <a:lnTo>
                    <a:pt x="726" y="211"/>
                  </a:lnTo>
                  <a:lnTo>
                    <a:pt x="726" y="226"/>
                  </a:lnTo>
                  <a:lnTo>
                    <a:pt x="726" y="242"/>
                  </a:lnTo>
                  <a:lnTo>
                    <a:pt x="726" y="257"/>
                  </a:lnTo>
                  <a:lnTo>
                    <a:pt x="737" y="272"/>
                  </a:lnTo>
                  <a:lnTo>
                    <a:pt x="737" y="288"/>
                  </a:lnTo>
                  <a:lnTo>
                    <a:pt x="737" y="303"/>
                  </a:lnTo>
                  <a:lnTo>
                    <a:pt x="737" y="319"/>
                  </a:lnTo>
                  <a:lnTo>
                    <a:pt x="732" y="334"/>
                  </a:lnTo>
                  <a:lnTo>
                    <a:pt x="715" y="349"/>
                  </a:lnTo>
                  <a:lnTo>
                    <a:pt x="694" y="360"/>
                  </a:lnTo>
                  <a:lnTo>
                    <a:pt x="678" y="365"/>
                  </a:lnTo>
                  <a:lnTo>
                    <a:pt x="662" y="375"/>
                  </a:lnTo>
                  <a:lnTo>
                    <a:pt x="646" y="380"/>
                  </a:lnTo>
                  <a:lnTo>
                    <a:pt x="629" y="385"/>
                  </a:lnTo>
                  <a:lnTo>
                    <a:pt x="613" y="396"/>
                  </a:lnTo>
                  <a:lnTo>
                    <a:pt x="597" y="401"/>
                  </a:lnTo>
                  <a:lnTo>
                    <a:pt x="581" y="401"/>
                  </a:lnTo>
                  <a:lnTo>
                    <a:pt x="559" y="406"/>
                  </a:lnTo>
                  <a:lnTo>
                    <a:pt x="538" y="406"/>
                  </a:lnTo>
                  <a:lnTo>
                    <a:pt x="522" y="406"/>
                  </a:lnTo>
                  <a:lnTo>
                    <a:pt x="500" y="406"/>
                  </a:lnTo>
                  <a:lnTo>
                    <a:pt x="484" y="406"/>
                  </a:lnTo>
                  <a:lnTo>
                    <a:pt x="468" y="406"/>
                  </a:lnTo>
                  <a:lnTo>
                    <a:pt x="452" y="406"/>
                  </a:lnTo>
                  <a:lnTo>
                    <a:pt x="436" y="406"/>
                  </a:lnTo>
                  <a:lnTo>
                    <a:pt x="420" y="406"/>
                  </a:lnTo>
                  <a:lnTo>
                    <a:pt x="403" y="406"/>
                  </a:lnTo>
                  <a:lnTo>
                    <a:pt x="387" y="406"/>
                  </a:lnTo>
                  <a:lnTo>
                    <a:pt x="371" y="406"/>
                  </a:lnTo>
                  <a:lnTo>
                    <a:pt x="355" y="406"/>
                  </a:lnTo>
                  <a:lnTo>
                    <a:pt x="339" y="406"/>
                  </a:lnTo>
                  <a:lnTo>
                    <a:pt x="323" y="406"/>
                  </a:lnTo>
                  <a:lnTo>
                    <a:pt x="307" y="406"/>
                  </a:lnTo>
                  <a:lnTo>
                    <a:pt x="285" y="406"/>
                  </a:lnTo>
                  <a:lnTo>
                    <a:pt x="269" y="406"/>
                  </a:lnTo>
                  <a:lnTo>
                    <a:pt x="253" y="406"/>
                  </a:lnTo>
                  <a:lnTo>
                    <a:pt x="237" y="406"/>
                  </a:lnTo>
                  <a:lnTo>
                    <a:pt x="221" y="406"/>
                  </a:lnTo>
                  <a:lnTo>
                    <a:pt x="204" y="406"/>
                  </a:lnTo>
                  <a:lnTo>
                    <a:pt x="188" y="396"/>
                  </a:lnTo>
                  <a:lnTo>
                    <a:pt x="172" y="391"/>
                  </a:lnTo>
                  <a:lnTo>
                    <a:pt x="156" y="385"/>
                  </a:lnTo>
                  <a:lnTo>
                    <a:pt x="140" y="380"/>
                  </a:lnTo>
                  <a:lnTo>
                    <a:pt x="124" y="375"/>
                  </a:lnTo>
                  <a:lnTo>
                    <a:pt x="108" y="365"/>
                  </a:lnTo>
                  <a:lnTo>
                    <a:pt x="91" y="355"/>
                  </a:lnTo>
                  <a:lnTo>
                    <a:pt x="81" y="339"/>
                  </a:lnTo>
                  <a:lnTo>
                    <a:pt x="65" y="334"/>
                  </a:lnTo>
                  <a:lnTo>
                    <a:pt x="59" y="319"/>
                  </a:lnTo>
                  <a:lnTo>
                    <a:pt x="43" y="303"/>
                  </a:lnTo>
                  <a:lnTo>
                    <a:pt x="38" y="288"/>
                  </a:lnTo>
                  <a:lnTo>
                    <a:pt x="22" y="272"/>
                  </a:lnTo>
                  <a:lnTo>
                    <a:pt x="16" y="252"/>
                  </a:lnTo>
                  <a:lnTo>
                    <a:pt x="5" y="231"/>
                  </a:lnTo>
                  <a:lnTo>
                    <a:pt x="0" y="216"/>
                  </a:lnTo>
                  <a:lnTo>
                    <a:pt x="0" y="200"/>
                  </a:lnTo>
                  <a:lnTo>
                    <a:pt x="0" y="185"/>
                  </a:lnTo>
                  <a:lnTo>
                    <a:pt x="0" y="170"/>
                  </a:lnTo>
                  <a:lnTo>
                    <a:pt x="5" y="149"/>
                  </a:lnTo>
                  <a:lnTo>
                    <a:pt x="11" y="134"/>
                  </a:lnTo>
                  <a:lnTo>
                    <a:pt x="27" y="123"/>
                  </a:lnTo>
                  <a:lnTo>
                    <a:pt x="38" y="108"/>
                  </a:lnTo>
                  <a:lnTo>
                    <a:pt x="54" y="108"/>
                  </a:lnTo>
                  <a:lnTo>
                    <a:pt x="70" y="103"/>
                  </a:lnTo>
                  <a:lnTo>
                    <a:pt x="86" y="98"/>
                  </a:lnTo>
                  <a:lnTo>
                    <a:pt x="102" y="98"/>
                  </a:lnTo>
                  <a:lnTo>
                    <a:pt x="113" y="82"/>
                  </a:lnTo>
                  <a:lnTo>
                    <a:pt x="113" y="67"/>
                  </a:lnTo>
                  <a:lnTo>
                    <a:pt x="129" y="98"/>
                  </a:lnTo>
                </a:path>
              </a:pathLst>
            </a:custGeom>
            <a:solidFill>
              <a:srgbClr val="EAEAEA"/>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CC"/>
                </a:solidFill>
                <a:ea typeface="黑体" panose="02010609060101010101" pitchFamily="49" charset="-122"/>
              </a:endParaRPr>
            </a:p>
          </p:txBody>
        </p:sp>
        <p:sp>
          <p:nvSpPr>
            <p:cNvPr id="1055848" name="Freeform 105"/>
            <p:cNvSpPr>
              <a:spLocks noChangeArrowheads="1"/>
            </p:cNvSpPr>
            <p:nvPr/>
          </p:nvSpPr>
          <p:spPr bwMode="auto">
            <a:xfrm>
              <a:off x="3193" y="270"/>
              <a:ext cx="117" cy="118"/>
            </a:xfrm>
            <a:custGeom>
              <a:avLst/>
              <a:gdLst>
                <a:gd name="T0" fmla="*/ 5 w 117"/>
                <a:gd name="T1" fmla="*/ 66 h 118"/>
                <a:gd name="T2" fmla="*/ 0 w 117"/>
                <a:gd name="T3" fmla="*/ 51 h 118"/>
                <a:gd name="T4" fmla="*/ 0 w 117"/>
                <a:gd name="T5" fmla="*/ 36 h 118"/>
                <a:gd name="T6" fmla="*/ 16 w 117"/>
                <a:gd name="T7" fmla="*/ 25 h 118"/>
                <a:gd name="T8" fmla="*/ 32 w 117"/>
                <a:gd name="T9" fmla="*/ 15 h 118"/>
                <a:gd name="T10" fmla="*/ 47 w 117"/>
                <a:gd name="T11" fmla="*/ 0 h 118"/>
                <a:gd name="T12" fmla="*/ 63 w 117"/>
                <a:gd name="T13" fmla="*/ 0 h 118"/>
                <a:gd name="T14" fmla="*/ 79 w 117"/>
                <a:gd name="T15" fmla="*/ 0 h 118"/>
                <a:gd name="T16" fmla="*/ 84 w 117"/>
                <a:gd name="T17" fmla="*/ 15 h 118"/>
                <a:gd name="T18" fmla="*/ 95 w 117"/>
                <a:gd name="T19" fmla="*/ 31 h 118"/>
                <a:gd name="T20" fmla="*/ 105 w 117"/>
                <a:gd name="T21" fmla="*/ 46 h 118"/>
                <a:gd name="T22" fmla="*/ 111 w 117"/>
                <a:gd name="T23" fmla="*/ 61 h 118"/>
                <a:gd name="T24" fmla="*/ 116 w 117"/>
                <a:gd name="T25" fmla="*/ 76 h 118"/>
                <a:gd name="T26" fmla="*/ 116 w 117"/>
                <a:gd name="T27" fmla="*/ 92 h 118"/>
                <a:gd name="T28" fmla="*/ 116 w 117"/>
                <a:gd name="T29" fmla="*/ 107 h 118"/>
                <a:gd name="T30" fmla="*/ 100 w 117"/>
                <a:gd name="T31" fmla="*/ 117 h 118"/>
                <a:gd name="T32" fmla="*/ 84 w 117"/>
                <a:gd name="T33" fmla="*/ 117 h 118"/>
                <a:gd name="T34" fmla="*/ 69 w 117"/>
                <a:gd name="T35" fmla="*/ 117 h 118"/>
                <a:gd name="T36" fmla="*/ 53 w 117"/>
                <a:gd name="T37" fmla="*/ 117 h 118"/>
                <a:gd name="T38" fmla="*/ 37 w 117"/>
                <a:gd name="T39" fmla="*/ 112 h 118"/>
                <a:gd name="T40" fmla="*/ 21 w 117"/>
                <a:gd name="T41" fmla="*/ 102 h 118"/>
                <a:gd name="T42" fmla="*/ 11 w 117"/>
                <a:gd name="T43" fmla="*/ 86 h 118"/>
                <a:gd name="T44" fmla="*/ 5 w 117"/>
                <a:gd name="T45" fmla="*/ 71 h 118"/>
                <a:gd name="T46" fmla="*/ 5 w 117"/>
                <a:gd name="T47" fmla="*/ 66 h 1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117" h="118">
                  <a:moveTo>
                    <a:pt x="5" y="66"/>
                  </a:moveTo>
                  <a:lnTo>
                    <a:pt x="0" y="51"/>
                  </a:lnTo>
                  <a:lnTo>
                    <a:pt x="0" y="36"/>
                  </a:lnTo>
                  <a:lnTo>
                    <a:pt x="16" y="25"/>
                  </a:lnTo>
                  <a:lnTo>
                    <a:pt x="32" y="15"/>
                  </a:lnTo>
                  <a:lnTo>
                    <a:pt x="47" y="0"/>
                  </a:lnTo>
                  <a:lnTo>
                    <a:pt x="63" y="0"/>
                  </a:lnTo>
                  <a:lnTo>
                    <a:pt x="79" y="0"/>
                  </a:lnTo>
                  <a:lnTo>
                    <a:pt x="84" y="15"/>
                  </a:lnTo>
                  <a:lnTo>
                    <a:pt x="95" y="31"/>
                  </a:lnTo>
                  <a:lnTo>
                    <a:pt x="105" y="46"/>
                  </a:lnTo>
                  <a:lnTo>
                    <a:pt x="111" y="61"/>
                  </a:lnTo>
                  <a:lnTo>
                    <a:pt x="116" y="76"/>
                  </a:lnTo>
                  <a:lnTo>
                    <a:pt x="116" y="92"/>
                  </a:lnTo>
                  <a:lnTo>
                    <a:pt x="116" y="107"/>
                  </a:lnTo>
                  <a:lnTo>
                    <a:pt x="100" y="117"/>
                  </a:lnTo>
                  <a:lnTo>
                    <a:pt x="84" y="117"/>
                  </a:lnTo>
                  <a:lnTo>
                    <a:pt x="69" y="117"/>
                  </a:lnTo>
                  <a:lnTo>
                    <a:pt x="53" y="117"/>
                  </a:lnTo>
                  <a:lnTo>
                    <a:pt x="37" y="112"/>
                  </a:lnTo>
                  <a:lnTo>
                    <a:pt x="21" y="102"/>
                  </a:lnTo>
                  <a:lnTo>
                    <a:pt x="11" y="86"/>
                  </a:lnTo>
                  <a:lnTo>
                    <a:pt x="5" y="71"/>
                  </a:lnTo>
                  <a:lnTo>
                    <a:pt x="5" y="66"/>
                  </a:lnTo>
                </a:path>
              </a:pathLst>
            </a:custGeom>
            <a:solidFill>
              <a:srgbClr val="EAEAEA"/>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CC"/>
                </a:solidFill>
                <a:ea typeface="黑体" panose="02010609060101010101" pitchFamily="49" charset="-122"/>
              </a:endParaRPr>
            </a:p>
          </p:txBody>
        </p:sp>
        <p:sp>
          <p:nvSpPr>
            <p:cNvPr id="1055849" name="Freeform 106"/>
            <p:cNvSpPr>
              <a:spLocks noChangeArrowheads="1"/>
            </p:cNvSpPr>
            <p:nvPr/>
          </p:nvSpPr>
          <p:spPr bwMode="auto">
            <a:xfrm>
              <a:off x="3469" y="239"/>
              <a:ext cx="82" cy="87"/>
            </a:xfrm>
            <a:custGeom>
              <a:avLst/>
              <a:gdLst>
                <a:gd name="T0" fmla="*/ 0 w 82"/>
                <a:gd name="T1" fmla="*/ 0 h 87"/>
                <a:gd name="T2" fmla="*/ 16 w 82"/>
                <a:gd name="T3" fmla="*/ 10 h 87"/>
                <a:gd name="T4" fmla="*/ 32 w 82"/>
                <a:gd name="T5" fmla="*/ 20 h 87"/>
                <a:gd name="T6" fmla="*/ 49 w 82"/>
                <a:gd name="T7" fmla="*/ 20 h 87"/>
                <a:gd name="T8" fmla="*/ 65 w 82"/>
                <a:gd name="T9" fmla="*/ 30 h 87"/>
                <a:gd name="T10" fmla="*/ 76 w 82"/>
                <a:gd name="T11" fmla="*/ 46 h 87"/>
                <a:gd name="T12" fmla="*/ 81 w 82"/>
                <a:gd name="T13" fmla="*/ 61 h 87"/>
                <a:gd name="T14" fmla="*/ 81 w 82"/>
                <a:gd name="T15" fmla="*/ 76 h 87"/>
                <a:gd name="T16" fmla="*/ 65 w 82"/>
                <a:gd name="T17" fmla="*/ 86 h 87"/>
                <a:gd name="T18" fmla="*/ 49 w 82"/>
                <a:gd name="T19" fmla="*/ 86 h 87"/>
                <a:gd name="T20" fmla="*/ 27 w 82"/>
                <a:gd name="T21" fmla="*/ 81 h 87"/>
                <a:gd name="T22" fmla="*/ 11 w 82"/>
                <a:gd name="T23" fmla="*/ 71 h 87"/>
                <a:gd name="T24" fmla="*/ 5 w 82"/>
                <a:gd name="T25" fmla="*/ 56 h 87"/>
                <a:gd name="T26" fmla="*/ 0 w 82"/>
                <a:gd name="T27" fmla="*/ 40 h 87"/>
                <a:gd name="T28" fmla="*/ 0 w 82"/>
                <a:gd name="T29" fmla="*/ 25 h 87"/>
                <a:gd name="T30" fmla="*/ 11 w 82"/>
                <a:gd name="T31" fmla="*/ 10 h 87"/>
                <a:gd name="T32" fmla="*/ 0 w 82"/>
                <a:gd name="T33" fmla="*/ 0 h 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82" h="87">
                  <a:moveTo>
                    <a:pt x="0" y="0"/>
                  </a:moveTo>
                  <a:lnTo>
                    <a:pt x="16" y="10"/>
                  </a:lnTo>
                  <a:lnTo>
                    <a:pt x="32" y="20"/>
                  </a:lnTo>
                  <a:lnTo>
                    <a:pt x="49" y="20"/>
                  </a:lnTo>
                  <a:lnTo>
                    <a:pt x="65" y="30"/>
                  </a:lnTo>
                  <a:lnTo>
                    <a:pt x="76" y="46"/>
                  </a:lnTo>
                  <a:lnTo>
                    <a:pt x="81" y="61"/>
                  </a:lnTo>
                  <a:lnTo>
                    <a:pt x="81" y="76"/>
                  </a:lnTo>
                  <a:lnTo>
                    <a:pt x="65" y="86"/>
                  </a:lnTo>
                  <a:lnTo>
                    <a:pt x="49" y="86"/>
                  </a:lnTo>
                  <a:lnTo>
                    <a:pt x="27" y="81"/>
                  </a:lnTo>
                  <a:lnTo>
                    <a:pt x="11" y="71"/>
                  </a:lnTo>
                  <a:lnTo>
                    <a:pt x="5" y="56"/>
                  </a:lnTo>
                  <a:lnTo>
                    <a:pt x="0" y="40"/>
                  </a:lnTo>
                  <a:lnTo>
                    <a:pt x="0" y="25"/>
                  </a:lnTo>
                  <a:lnTo>
                    <a:pt x="11" y="10"/>
                  </a:lnTo>
                  <a:lnTo>
                    <a:pt x="0" y="0"/>
                  </a:lnTo>
                </a:path>
              </a:pathLst>
            </a:custGeom>
            <a:solidFill>
              <a:srgbClr val="EAEAEA"/>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CC"/>
                </a:solidFill>
                <a:ea typeface="黑体" panose="02010609060101010101" pitchFamily="49" charset="-122"/>
              </a:endParaRPr>
            </a:p>
          </p:txBody>
        </p:sp>
      </p:grpSp>
      <p:sp>
        <p:nvSpPr>
          <p:cNvPr id="1055850" name="Text Box 107"/>
          <p:cNvSpPr txBox="1">
            <a:spLocks noChangeArrowheads="1"/>
          </p:cNvSpPr>
          <p:nvPr/>
        </p:nvSpPr>
        <p:spPr bwMode="auto">
          <a:xfrm>
            <a:off x="9067800" y="2932113"/>
            <a:ext cx="465138"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en-US" altLang="zh-CN" sz="2000" b="1">
                <a:solidFill>
                  <a:srgbClr val="0000CC"/>
                </a:solidFill>
                <a:ea typeface="黑体" panose="02010609060101010101" pitchFamily="49" charset="-122"/>
              </a:rPr>
              <a:t>R</a:t>
            </a:r>
            <a:r>
              <a:rPr lang="en-US" altLang="zh-CN" sz="2000" b="1" baseline="-25000">
                <a:solidFill>
                  <a:srgbClr val="0000CC"/>
                </a:solidFill>
                <a:ea typeface="黑体" panose="02010609060101010101" pitchFamily="49" charset="-122"/>
              </a:rPr>
              <a:t>9</a:t>
            </a:r>
          </a:p>
        </p:txBody>
      </p:sp>
      <p:sp>
        <p:nvSpPr>
          <p:cNvPr id="587884" name="Text Box 108"/>
          <p:cNvSpPr txBox="1">
            <a:spLocks noChangeArrowheads="1"/>
          </p:cNvSpPr>
          <p:nvPr/>
        </p:nvSpPr>
        <p:spPr bwMode="auto">
          <a:xfrm>
            <a:off x="6462713" y="2749550"/>
            <a:ext cx="465137"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en-US" altLang="zh-CN" sz="2000" b="1">
                <a:solidFill>
                  <a:srgbClr val="FF0000"/>
                </a:solidFill>
                <a:ea typeface="黑体" panose="02010609060101010101" pitchFamily="49" charset="-122"/>
              </a:rPr>
              <a:t>R</a:t>
            </a:r>
            <a:r>
              <a:rPr lang="en-US" altLang="zh-CN" sz="2000" b="1" baseline="-25000">
                <a:solidFill>
                  <a:srgbClr val="FF0000"/>
                </a:solidFill>
                <a:ea typeface="黑体" panose="02010609060101010101" pitchFamily="49" charset="-122"/>
              </a:rPr>
              <a:t>7</a:t>
            </a:r>
          </a:p>
        </p:txBody>
      </p:sp>
      <p:sp>
        <p:nvSpPr>
          <p:cNvPr id="1055852" name="Text Box 109"/>
          <p:cNvSpPr txBox="1">
            <a:spLocks noChangeArrowheads="1"/>
          </p:cNvSpPr>
          <p:nvPr/>
        </p:nvSpPr>
        <p:spPr bwMode="auto">
          <a:xfrm>
            <a:off x="5778500" y="2419350"/>
            <a:ext cx="465138"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en-US" altLang="zh-CN" sz="2000" b="1">
                <a:solidFill>
                  <a:srgbClr val="0000CC"/>
                </a:solidFill>
                <a:ea typeface="黑体" panose="02010609060101010101" pitchFamily="49" charset="-122"/>
              </a:rPr>
              <a:t>R</a:t>
            </a:r>
            <a:r>
              <a:rPr lang="en-US" altLang="zh-CN" sz="2000" b="1" baseline="-25000">
                <a:solidFill>
                  <a:srgbClr val="0000CC"/>
                </a:solidFill>
                <a:ea typeface="黑体" panose="02010609060101010101" pitchFamily="49" charset="-122"/>
              </a:rPr>
              <a:t>6</a:t>
            </a:r>
          </a:p>
        </p:txBody>
      </p:sp>
      <p:sp>
        <p:nvSpPr>
          <p:cNvPr id="1055853" name="Text Box 110"/>
          <p:cNvSpPr txBox="1">
            <a:spLocks noChangeArrowheads="1"/>
          </p:cNvSpPr>
          <p:nvPr/>
        </p:nvSpPr>
        <p:spPr bwMode="auto">
          <a:xfrm>
            <a:off x="5159375" y="2871788"/>
            <a:ext cx="465138"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en-US" altLang="zh-CN" sz="2000" b="1">
                <a:solidFill>
                  <a:srgbClr val="0000CC"/>
                </a:solidFill>
                <a:ea typeface="黑体" panose="02010609060101010101" pitchFamily="49" charset="-122"/>
              </a:rPr>
              <a:t>R</a:t>
            </a:r>
            <a:r>
              <a:rPr lang="en-US" altLang="zh-CN" sz="2000" b="1" baseline="-25000">
                <a:solidFill>
                  <a:srgbClr val="0000CC"/>
                </a:solidFill>
                <a:ea typeface="黑体" panose="02010609060101010101" pitchFamily="49" charset="-122"/>
              </a:rPr>
              <a:t>5</a:t>
            </a:r>
          </a:p>
        </p:txBody>
      </p:sp>
      <p:sp>
        <p:nvSpPr>
          <p:cNvPr id="587887" name="Text Box 111"/>
          <p:cNvSpPr txBox="1">
            <a:spLocks noChangeArrowheads="1"/>
          </p:cNvSpPr>
          <p:nvPr/>
        </p:nvSpPr>
        <p:spPr bwMode="auto">
          <a:xfrm>
            <a:off x="4873625" y="3429000"/>
            <a:ext cx="465138"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en-US" altLang="zh-CN" sz="2000" b="1">
                <a:solidFill>
                  <a:srgbClr val="FF0000"/>
                </a:solidFill>
                <a:ea typeface="黑体" panose="02010609060101010101" pitchFamily="49" charset="-122"/>
              </a:rPr>
              <a:t>R</a:t>
            </a:r>
            <a:r>
              <a:rPr lang="en-US" altLang="zh-CN" sz="2000" b="1" baseline="-25000">
                <a:solidFill>
                  <a:srgbClr val="FF0000"/>
                </a:solidFill>
                <a:ea typeface="黑体" panose="02010609060101010101" pitchFamily="49" charset="-122"/>
              </a:rPr>
              <a:t>4</a:t>
            </a:r>
          </a:p>
        </p:txBody>
      </p:sp>
      <p:sp>
        <p:nvSpPr>
          <p:cNvPr id="587888" name="Text Box 112"/>
          <p:cNvSpPr txBox="1">
            <a:spLocks noChangeArrowheads="1"/>
          </p:cNvSpPr>
          <p:nvPr/>
        </p:nvSpPr>
        <p:spPr bwMode="auto">
          <a:xfrm>
            <a:off x="3505200" y="2554288"/>
            <a:ext cx="465138"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en-US" altLang="zh-CN" sz="2000" b="1">
                <a:solidFill>
                  <a:srgbClr val="FF0000"/>
                </a:solidFill>
                <a:ea typeface="黑体" panose="02010609060101010101" pitchFamily="49" charset="-122"/>
              </a:rPr>
              <a:t>R</a:t>
            </a:r>
            <a:r>
              <a:rPr lang="en-US" altLang="zh-CN" sz="2000" b="1" baseline="-25000">
                <a:solidFill>
                  <a:srgbClr val="FF0000"/>
                </a:solidFill>
                <a:ea typeface="黑体" panose="02010609060101010101" pitchFamily="49" charset="-122"/>
              </a:rPr>
              <a:t>3</a:t>
            </a:r>
          </a:p>
        </p:txBody>
      </p:sp>
      <p:sp>
        <p:nvSpPr>
          <p:cNvPr id="1055856" name="Text Box 113"/>
          <p:cNvSpPr txBox="1">
            <a:spLocks noChangeArrowheads="1"/>
          </p:cNvSpPr>
          <p:nvPr/>
        </p:nvSpPr>
        <p:spPr bwMode="auto">
          <a:xfrm>
            <a:off x="936625" y="3522663"/>
            <a:ext cx="465138"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en-US" altLang="zh-CN" sz="2000" b="1">
                <a:solidFill>
                  <a:srgbClr val="0000CC"/>
                </a:solidFill>
                <a:ea typeface="黑体" panose="02010609060101010101" pitchFamily="49" charset="-122"/>
              </a:rPr>
              <a:t>R</a:t>
            </a:r>
            <a:r>
              <a:rPr lang="en-US" altLang="zh-CN" sz="2000" b="1" baseline="-25000">
                <a:solidFill>
                  <a:srgbClr val="0000CC"/>
                </a:solidFill>
                <a:ea typeface="黑体" panose="02010609060101010101" pitchFamily="49" charset="-122"/>
              </a:rPr>
              <a:t>2</a:t>
            </a:r>
          </a:p>
        </p:txBody>
      </p:sp>
      <p:sp>
        <p:nvSpPr>
          <p:cNvPr id="1055857" name="Text Box 114"/>
          <p:cNvSpPr txBox="1">
            <a:spLocks noChangeArrowheads="1"/>
          </p:cNvSpPr>
          <p:nvPr/>
        </p:nvSpPr>
        <p:spPr bwMode="auto">
          <a:xfrm>
            <a:off x="1725613" y="2324100"/>
            <a:ext cx="465137"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en-US" altLang="zh-CN" sz="2000" b="1">
                <a:solidFill>
                  <a:srgbClr val="0000CC"/>
                </a:solidFill>
                <a:ea typeface="黑体" panose="02010609060101010101" pitchFamily="49" charset="-122"/>
              </a:rPr>
              <a:t>R</a:t>
            </a:r>
            <a:r>
              <a:rPr lang="en-US" altLang="zh-CN" sz="2000" b="1" baseline="-25000">
                <a:solidFill>
                  <a:srgbClr val="0000CC"/>
                </a:solidFill>
                <a:ea typeface="黑体" panose="02010609060101010101" pitchFamily="49" charset="-122"/>
              </a:rPr>
              <a:t>1</a:t>
            </a:r>
          </a:p>
        </p:txBody>
      </p:sp>
      <p:sp>
        <p:nvSpPr>
          <p:cNvPr id="1055858" name="Text Box 115"/>
          <p:cNvSpPr txBox="1">
            <a:spLocks noChangeArrowheads="1"/>
          </p:cNvSpPr>
          <p:nvPr/>
        </p:nvSpPr>
        <p:spPr bwMode="auto">
          <a:xfrm>
            <a:off x="8172450" y="4067175"/>
            <a:ext cx="617538"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zh-CN" altLang="en-US" sz="2000" b="1">
                <a:solidFill>
                  <a:srgbClr val="0000CC"/>
                </a:solidFill>
                <a:ea typeface="黑体" panose="02010609060101010101" pitchFamily="49" charset="-122"/>
              </a:rPr>
              <a:t>网</a:t>
            </a:r>
            <a:r>
              <a:rPr lang="zh-CN" altLang="en-US" sz="700" b="1">
                <a:solidFill>
                  <a:srgbClr val="0000CC"/>
                </a:solidFill>
                <a:ea typeface="黑体" panose="02010609060101010101" pitchFamily="49" charset="-122"/>
              </a:rPr>
              <a:t> </a:t>
            </a:r>
            <a:r>
              <a:rPr lang="en-US" altLang="zh-CN" sz="2000" b="1">
                <a:solidFill>
                  <a:srgbClr val="0000CC"/>
                </a:solidFill>
                <a:ea typeface="黑体" panose="02010609060101010101" pitchFamily="49" charset="-122"/>
              </a:rPr>
              <a:t>8</a:t>
            </a:r>
          </a:p>
        </p:txBody>
      </p:sp>
      <p:sp>
        <p:nvSpPr>
          <p:cNvPr id="1055859" name="Text Box 116"/>
          <p:cNvSpPr txBox="1">
            <a:spLocks noChangeArrowheads="1"/>
          </p:cNvSpPr>
          <p:nvPr/>
        </p:nvSpPr>
        <p:spPr bwMode="auto">
          <a:xfrm>
            <a:off x="8256588" y="2490788"/>
            <a:ext cx="617537"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zh-CN" altLang="en-US" sz="2000" b="1">
                <a:solidFill>
                  <a:srgbClr val="0000CC"/>
                </a:solidFill>
                <a:ea typeface="黑体" panose="02010609060101010101" pitchFamily="49" charset="-122"/>
              </a:rPr>
              <a:t>网</a:t>
            </a:r>
            <a:r>
              <a:rPr lang="zh-CN" altLang="en-US" sz="700" b="1">
                <a:solidFill>
                  <a:srgbClr val="0000CC"/>
                </a:solidFill>
                <a:ea typeface="黑体" panose="02010609060101010101" pitchFamily="49" charset="-122"/>
              </a:rPr>
              <a:t> </a:t>
            </a:r>
            <a:r>
              <a:rPr lang="en-US" altLang="zh-CN" sz="2000" b="1">
                <a:solidFill>
                  <a:srgbClr val="0000CC"/>
                </a:solidFill>
                <a:ea typeface="黑体" panose="02010609060101010101" pitchFamily="49" charset="-122"/>
              </a:rPr>
              <a:t>6</a:t>
            </a:r>
          </a:p>
        </p:txBody>
      </p:sp>
      <p:sp>
        <p:nvSpPr>
          <p:cNvPr id="1055860" name="Text Box 117"/>
          <p:cNvSpPr txBox="1">
            <a:spLocks noChangeArrowheads="1"/>
          </p:cNvSpPr>
          <p:nvPr/>
        </p:nvSpPr>
        <p:spPr bwMode="auto">
          <a:xfrm>
            <a:off x="1885950" y="4103688"/>
            <a:ext cx="623888"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zh-CN" altLang="en-US" sz="2000" b="1">
                <a:solidFill>
                  <a:srgbClr val="0000CC"/>
                </a:solidFill>
                <a:ea typeface="黑体" panose="02010609060101010101" pitchFamily="49" charset="-122"/>
              </a:rPr>
              <a:t>网</a:t>
            </a:r>
            <a:r>
              <a:rPr lang="zh-CN" altLang="en-US" sz="800" b="1">
                <a:solidFill>
                  <a:srgbClr val="0000CC"/>
                </a:solidFill>
                <a:ea typeface="黑体" panose="02010609060101010101" pitchFamily="49" charset="-122"/>
              </a:rPr>
              <a:t> </a:t>
            </a:r>
            <a:r>
              <a:rPr lang="en-US" altLang="zh-CN" sz="2000" b="1">
                <a:solidFill>
                  <a:srgbClr val="0000CC"/>
                </a:solidFill>
                <a:ea typeface="黑体" panose="02010609060101010101" pitchFamily="49" charset="-122"/>
              </a:rPr>
              <a:t>3</a:t>
            </a:r>
          </a:p>
        </p:txBody>
      </p:sp>
      <p:sp>
        <p:nvSpPr>
          <p:cNvPr id="1055861" name="Text Box 118"/>
          <p:cNvSpPr txBox="1">
            <a:spLocks noChangeArrowheads="1"/>
          </p:cNvSpPr>
          <p:nvPr/>
        </p:nvSpPr>
        <p:spPr bwMode="auto">
          <a:xfrm>
            <a:off x="2655888" y="3419475"/>
            <a:ext cx="623887"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zh-CN" altLang="en-US" sz="2000" b="1">
                <a:solidFill>
                  <a:srgbClr val="0000CC"/>
                </a:solidFill>
                <a:ea typeface="黑体" panose="02010609060101010101" pitchFamily="49" charset="-122"/>
              </a:rPr>
              <a:t>网</a:t>
            </a:r>
            <a:r>
              <a:rPr lang="zh-CN" altLang="en-US" sz="800" b="1">
                <a:solidFill>
                  <a:srgbClr val="0000CC"/>
                </a:solidFill>
                <a:ea typeface="黑体" panose="02010609060101010101" pitchFamily="49" charset="-122"/>
              </a:rPr>
              <a:t> </a:t>
            </a:r>
            <a:r>
              <a:rPr lang="en-US" altLang="zh-CN" sz="2000" b="1">
                <a:solidFill>
                  <a:srgbClr val="0000CC"/>
                </a:solidFill>
                <a:ea typeface="黑体" panose="02010609060101010101" pitchFamily="49" charset="-122"/>
              </a:rPr>
              <a:t>2</a:t>
            </a:r>
          </a:p>
        </p:txBody>
      </p:sp>
      <p:sp>
        <p:nvSpPr>
          <p:cNvPr id="1055862" name="Text Box 119"/>
          <p:cNvSpPr txBox="1">
            <a:spLocks noChangeArrowheads="1"/>
          </p:cNvSpPr>
          <p:nvPr/>
        </p:nvSpPr>
        <p:spPr bwMode="auto">
          <a:xfrm>
            <a:off x="928688" y="2916238"/>
            <a:ext cx="630237"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zh-CN" altLang="en-US" sz="2000" b="1">
                <a:solidFill>
                  <a:srgbClr val="0000CC"/>
                </a:solidFill>
                <a:ea typeface="黑体" panose="02010609060101010101" pitchFamily="49" charset="-122"/>
              </a:rPr>
              <a:t>网</a:t>
            </a:r>
            <a:r>
              <a:rPr lang="zh-CN" altLang="en-US" sz="900" b="1">
                <a:solidFill>
                  <a:srgbClr val="0000CC"/>
                </a:solidFill>
                <a:ea typeface="黑体" panose="02010609060101010101" pitchFamily="49" charset="-122"/>
              </a:rPr>
              <a:t> </a:t>
            </a:r>
            <a:r>
              <a:rPr lang="en-US" altLang="zh-CN" sz="2000" b="1">
                <a:solidFill>
                  <a:srgbClr val="0000CC"/>
                </a:solidFill>
                <a:ea typeface="黑体" panose="02010609060101010101" pitchFamily="49" charset="-122"/>
              </a:rPr>
              <a:t>1</a:t>
            </a:r>
          </a:p>
        </p:txBody>
      </p:sp>
      <p:sp>
        <p:nvSpPr>
          <p:cNvPr id="1055863" name="Text Box 120"/>
          <p:cNvSpPr txBox="1">
            <a:spLocks noChangeArrowheads="1"/>
          </p:cNvSpPr>
          <p:nvPr/>
        </p:nvSpPr>
        <p:spPr bwMode="auto">
          <a:xfrm>
            <a:off x="7702550" y="3327400"/>
            <a:ext cx="611188"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zh-CN" altLang="en-US" sz="2000" b="1">
                <a:solidFill>
                  <a:srgbClr val="0000CC"/>
                </a:solidFill>
                <a:ea typeface="黑体" panose="02010609060101010101" pitchFamily="49" charset="-122"/>
              </a:rPr>
              <a:t>网</a:t>
            </a:r>
            <a:r>
              <a:rPr lang="zh-CN" altLang="en-US" sz="600" b="1">
                <a:solidFill>
                  <a:srgbClr val="0000CC"/>
                </a:solidFill>
                <a:ea typeface="黑体" panose="02010609060101010101" pitchFamily="49" charset="-122"/>
              </a:rPr>
              <a:t> </a:t>
            </a:r>
            <a:r>
              <a:rPr lang="en-US" altLang="zh-CN" sz="2000" b="1">
                <a:solidFill>
                  <a:srgbClr val="0000CC"/>
                </a:solidFill>
                <a:ea typeface="黑体" panose="02010609060101010101" pitchFamily="49" charset="-122"/>
              </a:rPr>
              <a:t>7</a:t>
            </a:r>
          </a:p>
        </p:txBody>
      </p:sp>
      <p:sp>
        <p:nvSpPr>
          <p:cNvPr id="1055864" name="Oval 121"/>
          <p:cNvSpPr>
            <a:spLocks noChangeArrowheads="1"/>
          </p:cNvSpPr>
          <p:nvPr/>
        </p:nvSpPr>
        <p:spPr bwMode="auto">
          <a:xfrm>
            <a:off x="3744913" y="4003675"/>
            <a:ext cx="3382962" cy="1039813"/>
          </a:xfrm>
          <a:prstGeom prst="ellipse">
            <a:avLst/>
          </a:prstGeom>
          <a:solidFill>
            <a:srgbClr val="FFFF99"/>
          </a:solidFill>
          <a:ln w="9525">
            <a:solidFill>
              <a:schemeClr val="tx1"/>
            </a:solidFill>
            <a:round/>
            <a:headEnd/>
            <a:tailEnd/>
          </a:ln>
          <a:effectLst>
            <a:outerShdw dist="35921" dir="2700000" algn="ctr" rotWithShape="0">
              <a:schemeClr val="bg2"/>
            </a:outerShdw>
          </a:effectLst>
        </p:spPr>
        <p:txBody>
          <a:bodyPr wrap="none" anchor="ctr"/>
          <a:lstStyle/>
          <a:p>
            <a:pPr eaLnBrk="0" hangingPunct="0"/>
            <a:endParaRPr lang="zh-CN" altLang="en-US" b="1">
              <a:solidFill>
                <a:srgbClr val="0000CC"/>
              </a:solidFill>
              <a:ea typeface="黑体" panose="02010609060101010101" pitchFamily="49" charset="-122"/>
            </a:endParaRPr>
          </a:p>
        </p:txBody>
      </p:sp>
      <p:sp>
        <p:nvSpPr>
          <p:cNvPr id="1055865" name="Text Box 122"/>
          <p:cNvSpPr txBox="1">
            <a:spLocks noChangeArrowheads="1"/>
          </p:cNvSpPr>
          <p:nvPr/>
        </p:nvSpPr>
        <p:spPr bwMode="auto">
          <a:xfrm>
            <a:off x="4598988" y="5003800"/>
            <a:ext cx="1828800"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zh-CN" altLang="en-US" sz="2400" b="1">
                <a:solidFill>
                  <a:srgbClr val="C00000"/>
                </a:solidFill>
                <a:ea typeface="黑体" panose="02010609060101010101" pitchFamily="49" charset="-122"/>
              </a:rPr>
              <a:t>区域 </a:t>
            </a:r>
            <a:r>
              <a:rPr lang="en-US" altLang="zh-CN" sz="2400" b="1">
                <a:solidFill>
                  <a:srgbClr val="C00000"/>
                </a:solidFill>
                <a:ea typeface="黑体" panose="02010609060101010101" pitchFamily="49" charset="-122"/>
              </a:rPr>
              <a:t>0.0.0.2</a:t>
            </a:r>
          </a:p>
        </p:txBody>
      </p:sp>
      <p:sp>
        <p:nvSpPr>
          <p:cNvPr id="1055866" name="Line 123"/>
          <p:cNvSpPr>
            <a:spLocks noChangeShapeType="1"/>
          </p:cNvSpPr>
          <p:nvPr/>
        </p:nvSpPr>
        <p:spPr bwMode="auto">
          <a:xfrm>
            <a:off x="5395913" y="3917950"/>
            <a:ext cx="989012" cy="520700"/>
          </a:xfrm>
          <a:prstGeom prst="line">
            <a:avLst/>
          </a:prstGeom>
          <a:noFill/>
          <a:ln w="19050">
            <a:solidFill>
              <a:srgbClr val="333399"/>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CC"/>
              </a:solidFill>
              <a:ea typeface="黑体" panose="02010609060101010101" pitchFamily="49" charset="-122"/>
            </a:endParaRPr>
          </a:p>
        </p:txBody>
      </p:sp>
      <p:sp>
        <p:nvSpPr>
          <p:cNvPr id="1055867" name="Line 124"/>
          <p:cNvSpPr>
            <a:spLocks noChangeShapeType="1"/>
          </p:cNvSpPr>
          <p:nvPr/>
        </p:nvSpPr>
        <p:spPr bwMode="auto">
          <a:xfrm flipV="1">
            <a:off x="5561013" y="4524375"/>
            <a:ext cx="906462" cy="260350"/>
          </a:xfrm>
          <a:prstGeom prst="line">
            <a:avLst/>
          </a:prstGeom>
          <a:noFill/>
          <a:ln w="19050">
            <a:solidFill>
              <a:srgbClr val="333399"/>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CC"/>
              </a:solidFill>
              <a:ea typeface="黑体" panose="02010609060101010101" pitchFamily="49" charset="-122"/>
            </a:endParaRPr>
          </a:p>
        </p:txBody>
      </p:sp>
      <p:grpSp>
        <p:nvGrpSpPr>
          <p:cNvPr id="1055868" name="Group 125"/>
          <p:cNvGrpSpPr>
            <a:grpSpLocks/>
          </p:cNvGrpSpPr>
          <p:nvPr/>
        </p:nvGrpSpPr>
        <p:grpSpPr bwMode="auto">
          <a:xfrm>
            <a:off x="6138863" y="4176713"/>
            <a:ext cx="741362" cy="608012"/>
            <a:chOff x="2949" y="196"/>
            <a:chExt cx="941" cy="598"/>
          </a:xfrm>
        </p:grpSpPr>
        <p:sp>
          <p:nvSpPr>
            <p:cNvPr id="1055869" name="Oval 126"/>
            <p:cNvSpPr>
              <a:spLocks noChangeArrowheads="1"/>
            </p:cNvSpPr>
            <p:nvPr/>
          </p:nvSpPr>
          <p:spPr bwMode="auto">
            <a:xfrm>
              <a:off x="3168" y="196"/>
              <a:ext cx="407" cy="162"/>
            </a:xfrm>
            <a:prstGeom prst="ellipse">
              <a:avLst/>
            </a:prstGeom>
            <a:solidFill>
              <a:srgbClr val="EAEAEA"/>
            </a:solidFill>
            <a:ln w="12700">
              <a:solidFill>
                <a:schemeClr val="tx1"/>
              </a:solidFill>
              <a:round/>
              <a:headEnd/>
              <a:tailEnd/>
            </a:ln>
          </p:spPr>
          <p:txBody>
            <a:bodyPr wrap="none" anchor="ctr"/>
            <a:lstStyle/>
            <a:p>
              <a:pPr eaLnBrk="0" hangingPunct="0"/>
              <a:endParaRPr lang="zh-CN" altLang="en-US" b="1">
                <a:solidFill>
                  <a:srgbClr val="0000CC"/>
                </a:solidFill>
                <a:ea typeface="黑体" panose="02010609060101010101" pitchFamily="49" charset="-122"/>
              </a:endParaRPr>
            </a:p>
          </p:txBody>
        </p:sp>
        <p:sp>
          <p:nvSpPr>
            <p:cNvPr id="1055870" name="Oval 127"/>
            <p:cNvSpPr>
              <a:spLocks noChangeArrowheads="1"/>
            </p:cNvSpPr>
            <p:nvPr/>
          </p:nvSpPr>
          <p:spPr bwMode="auto">
            <a:xfrm rot="900000">
              <a:off x="3512" y="252"/>
              <a:ext cx="275" cy="131"/>
            </a:xfrm>
            <a:prstGeom prst="ellipse">
              <a:avLst/>
            </a:prstGeom>
            <a:solidFill>
              <a:srgbClr val="EAEAEA"/>
            </a:solidFill>
            <a:ln w="12700">
              <a:solidFill>
                <a:schemeClr val="tx1"/>
              </a:solidFill>
              <a:round/>
              <a:headEnd/>
              <a:tailEnd/>
            </a:ln>
          </p:spPr>
          <p:txBody>
            <a:bodyPr wrap="none" anchor="ctr"/>
            <a:lstStyle/>
            <a:p>
              <a:pPr eaLnBrk="0" hangingPunct="0"/>
              <a:endParaRPr lang="zh-CN" altLang="en-US" b="1">
                <a:solidFill>
                  <a:srgbClr val="0000CC"/>
                </a:solidFill>
                <a:ea typeface="黑体" panose="02010609060101010101" pitchFamily="49" charset="-122"/>
              </a:endParaRPr>
            </a:p>
          </p:txBody>
        </p:sp>
        <p:sp>
          <p:nvSpPr>
            <p:cNvPr id="1055871" name="Oval 128"/>
            <p:cNvSpPr>
              <a:spLocks noChangeArrowheads="1"/>
            </p:cNvSpPr>
            <p:nvPr/>
          </p:nvSpPr>
          <p:spPr bwMode="auto">
            <a:xfrm rot="1500000">
              <a:off x="3650" y="385"/>
              <a:ext cx="240" cy="153"/>
            </a:xfrm>
            <a:prstGeom prst="ellipse">
              <a:avLst/>
            </a:prstGeom>
            <a:solidFill>
              <a:srgbClr val="EAEAEA"/>
            </a:solidFill>
            <a:ln w="12700">
              <a:solidFill>
                <a:schemeClr val="tx1"/>
              </a:solidFill>
              <a:round/>
              <a:headEnd/>
              <a:tailEnd/>
            </a:ln>
          </p:spPr>
          <p:txBody>
            <a:bodyPr wrap="none" anchor="ctr"/>
            <a:lstStyle/>
            <a:p>
              <a:pPr eaLnBrk="0" hangingPunct="0"/>
              <a:endParaRPr lang="zh-CN" altLang="en-US" b="1">
                <a:solidFill>
                  <a:srgbClr val="0000CC"/>
                </a:solidFill>
                <a:ea typeface="黑体" panose="02010609060101010101" pitchFamily="49" charset="-122"/>
              </a:endParaRPr>
            </a:p>
          </p:txBody>
        </p:sp>
        <p:sp>
          <p:nvSpPr>
            <p:cNvPr id="1055872" name="Oval 129"/>
            <p:cNvSpPr>
              <a:spLocks noChangeArrowheads="1"/>
            </p:cNvSpPr>
            <p:nvPr/>
          </p:nvSpPr>
          <p:spPr bwMode="auto">
            <a:xfrm rot="-1560000">
              <a:off x="3573" y="537"/>
              <a:ext cx="291" cy="189"/>
            </a:xfrm>
            <a:prstGeom prst="ellipse">
              <a:avLst/>
            </a:prstGeom>
            <a:solidFill>
              <a:srgbClr val="EAEAEA"/>
            </a:solidFill>
            <a:ln w="12700">
              <a:solidFill>
                <a:schemeClr val="tx1"/>
              </a:solidFill>
              <a:round/>
              <a:headEnd/>
              <a:tailEnd/>
            </a:ln>
          </p:spPr>
          <p:txBody>
            <a:bodyPr wrap="none" anchor="ctr"/>
            <a:lstStyle/>
            <a:p>
              <a:pPr eaLnBrk="0" hangingPunct="0"/>
              <a:endParaRPr lang="zh-CN" altLang="en-US" b="1">
                <a:solidFill>
                  <a:srgbClr val="0000CC"/>
                </a:solidFill>
                <a:ea typeface="黑体" panose="02010609060101010101" pitchFamily="49" charset="-122"/>
              </a:endParaRPr>
            </a:p>
          </p:txBody>
        </p:sp>
        <p:sp>
          <p:nvSpPr>
            <p:cNvPr id="1055873" name="Oval 130"/>
            <p:cNvSpPr>
              <a:spLocks noChangeArrowheads="1"/>
            </p:cNvSpPr>
            <p:nvPr/>
          </p:nvSpPr>
          <p:spPr bwMode="auto">
            <a:xfrm>
              <a:off x="3216" y="555"/>
              <a:ext cx="471" cy="239"/>
            </a:xfrm>
            <a:prstGeom prst="ellipse">
              <a:avLst/>
            </a:prstGeom>
            <a:solidFill>
              <a:srgbClr val="EAEAEA"/>
            </a:solidFill>
            <a:ln w="12700">
              <a:solidFill>
                <a:schemeClr val="tx1"/>
              </a:solidFill>
              <a:round/>
              <a:headEnd/>
              <a:tailEnd/>
            </a:ln>
          </p:spPr>
          <p:txBody>
            <a:bodyPr wrap="none" anchor="ctr"/>
            <a:lstStyle/>
            <a:p>
              <a:pPr eaLnBrk="0" hangingPunct="0"/>
              <a:endParaRPr lang="zh-CN" altLang="en-US" b="1">
                <a:solidFill>
                  <a:srgbClr val="0000CC"/>
                </a:solidFill>
                <a:ea typeface="黑体" panose="02010609060101010101" pitchFamily="49" charset="-122"/>
              </a:endParaRPr>
            </a:p>
          </p:txBody>
        </p:sp>
        <p:sp>
          <p:nvSpPr>
            <p:cNvPr id="1055874" name="Oval 131"/>
            <p:cNvSpPr>
              <a:spLocks noChangeArrowheads="1"/>
            </p:cNvSpPr>
            <p:nvPr/>
          </p:nvSpPr>
          <p:spPr bwMode="auto">
            <a:xfrm rot="1080000">
              <a:off x="3023" y="555"/>
              <a:ext cx="265" cy="156"/>
            </a:xfrm>
            <a:prstGeom prst="ellipse">
              <a:avLst/>
            </a:prstGeom>
            <a:solidFill>
              <a:srgbClr val="EAEAEA"/>
            </a:solidFill>
            <a:ln w="12700">
              <a:solidFill>
                <a:schemeClr val="tx1"/>
              </a:solidFill>
              <a:round/>
              <a:headEnd/>
              <a:tailEnd/>
            </a:ln>
          </p:spPr>
          <p:txBody>
            <a:bodyPr wrap="none" anchor="ctr"/>
            <a:lstStyle/>
            <a:p>
              <a:pPr eaLnBrk="0" hangingPunct="0"/>
              <a:endParaRPr lang="zh-CN" altLang="en-US" b="1">
                <a:solidFill>
                  <a:srgbClr val="0000CC"/>
                </a:solidFill>
                <a:ea typeface="黑体" panose="02010609060101010101" pitchFamily="49" charset="-122"/>
              </a:endParaRPr>
            </a:p>
          </p:txBody>
        </p:sp>
        <p:sp>
          <p:nvSpPr>
            <p:cNvPr id="1055875" name="Oval 132"/>
            <p:cNvSpPr>
              <a:spLocks noChangeArrowheads="1"/>
            </p:cNvSpPr>
            <p:nvPr/>
          </p:nvSpPr>
          <p:spPr bwMode="auto">
            <a:xfrm>
              <a:off x="2949" y="432"/>
              <a:ext cx="217" cy="156"/>
            </a:xfrm>
            <a:prstGeom prst="ellipse">
              <a:avLst/>
            </a:prstGeom>
            <a:solidFill>
              <a:srgbClr val="EAEAEA"/>
            </a:solidFill>
            <a:ln w="12700">
              <a:solidFill>
                <a:schemeClr val="tx1"/>
              </a:solidFill>
              <a:round/>
              <a:headEnd/>
              <a:tailEnd/>
            </a:ln>
          </p:spPr>
          <p:txBody>
            <a:bodyPr wrap="none" anchor="ctr"/>
            <a:lstStyle/>
            <a:p>
              <a:pPr eaLnBrk="0" hangingPunct="0"/>
              <a:endParaRPr lang="zh-CN" altLang="en-US" b="1">
                <a:solidFill>
                  <a:srgbClr val="0000CC"/>
                </a:solidFill>
                <a:ea typeface="黑体" panose="02010609060101010101" pitchFamily="49" charset="-122"/>
              </a:endParaRPr>
            </a:p>
          </p:txBody>
        </p:sp>
        <p:sp>
          <p:nvSpPr>
            <p:cNvPr id="1055876" name="Oval 133"/>
            <p:cNvSpPr>
              <a:spLocks noChangeArrowheads="1"/>
            </p:cNvSpPr>
            <p:nvPr/>
          </p:nvSpPr>
          <p:spPr bwMode="auto">
            <a:xfrm rot="-1860000">
              <a:off x="2984" y="310"/>
              <a:ext cx="295" cy="156"/>
            </a:xfrm>
            <a:prstGeom prst="ellipse">
              <a:avLst/>
            </a:prstGeom>
            <a:solidFill>
              <a:srgbClr val="EAEAEA"/>
            </a:solidFill>
            <a:ln w="12700">
              <a:solidFill>
                <a:schemeClr val="tx1"/>
              </a:solidFill>
              <a:round/>
              <a:headEnd/>
              <a:tailEnd/>
            </a:ln>
          </p:spPr>
          <p:txBody>
            <a:bodyPr wrap="none" anchor="ctr"/>
            <a:lstStyle/>
            <a:p>
              <a:pPr eaLnBrk="0" hangingPunct="0"/>
              <a:endParaRPr lang="zh-CN" altLang="en-US" b="1">
                <a:solidFill>
                  <a:srgbClr val="0000CC"/>
                </a:solidFill>
                <a:ea typeface="黑体" panose="02010609060101010101" pitchFamily="49" charset="-122"/>
              </a:endParaRPr>
            </a:p>
          </p:txBody>
        </p:sp>
        <p:sp>
          <p:nvSpPr>
            <p:cNvPr id="1055877" name="Freeform 134"/>
            <p:cNvSpPr>
              <a:spLocks noChangeArrowheads="1"/>
            </p:cNvSpPr>
            <p:nvPr/>
          </p:nvSpPr>
          <p:spPr bwMode="auto">
            <a:xfrm>
              <a:off x="3051" y="300"/>
              <a:ext cx="738" cy="407"/>
            </a:xfrm>
            <a:custGeom>
              <a:avLst/>
              <a:gdLst>
                <a:gd name="T0" fmla="*/ 108 w 738"/>
                <a:gd name="T1" fmla="*/ 82 h 407"/>
                <a:gd name="T2" fmla="*/ 145 w 738"/>
                <a:gd name="T3" fmla="*/ 77 h 407"/>
                <a:gd name="T4" fmla="*/ 183 w 738"/>
                <a:gd name="T5" fmla="*/ 72 h 407"/>
                <a:gd name="T6" fmla="*/ 215 w 738"/>
                <a:gd name="T7" fmla="*/ 67 h 407"/>
                <a:gd name="T8" fmla="*/ 237 w 738"/>
                <a:gd name="T9" fmla="*/ 46 h 407"/>
                <a:gd name="T10" fmla="*/ 204 w 738"/>
                <a:gd name="T11" fmla="*/ 41 h 407"/>
                <a:gd name="T12" fmla="*/ 172 w 738"/>
                <a:gd name="T13" fmla="*/ 46 h 407"/>
                <a:gd name="T14" fmla="*/ 156 w 738"/>
                <a:gd name="T15" fmla="*/ 46 h 407"/>
                <a:gd name="T16" fmla="*/ 188 w 738"/>
                <a:gd name="T17" fmla="*/ 26 h 407"/>
                <a:gd name="T18" fmla="*/ 226 w 738"/>
                <a:gd name="T19" fmla="*/ 15 h 407"/>
                <a:gd name="T20" fmla="*/ 258 w 738"/>
                <a:gd name="T21" fmla="*/ 10 h 407"/>
                <a:gd name="T22" fmla="*/ 290 w 738"/>
                <a:gd name="T23" fmla="*/ 5 h 407"/>
                <a:gd name="T24" fmla="*/ 323 w 738"/>
                <a:gd name="T25" fmla="*/ 0 h 407"/>
                <a:gd name="T26" fmla="*/ 355 w 738"/>
                <a:gd name="T27" fmla="*/ 0 h 407"/>
                <a:gd name="T28" fmla="*/ 387 w 738"/>
                <a:gd name="T29" fmla="*/ 0 h 407"/>
                <a:gd name="T30" fmla="*/ 463 w 738"/>
                <a:gd name="T31" fmla="*/ 0 h 407"/>
                <a:gd name="T32" fmla="*/ 506 w 738"/>
                <a:gd name="T33" fmla="*/ 0 h 407"/>
                <a:gd name="T34" fmla="*/ 543 w 738"/>
                <a:gd name="T35" fmla="*/ 15 h 407"/>
                <a:gd name="T36" fmla="*/ 570 w 738"/>
                <a:gd name="T37" fmla="*/ 36 h 407"/>
                <a:gd name="T38" fmla="*/ 603 w 738"/>
                <a:gd name="T39" fmla="*/ 51 h 407"/>
                <a:gd name="T40" fmla="*/ 635 w 738"/>
                <a:gd name="T41" fmla="*/ 57 h 407"/>
                <a:gd name="T42" fmla="*/ 667 w 738"/>
                <a:gd name="T43" fmla="*/ 77 h 407"/>
                <a:gd name="T44" fmla="*/ 694 w 738"/>
                <a:gd name="T45" fmla="*/ 98 h 407"/>
                <a:gd name="T46" fmla="*/ 715 w 738"/>
                <a:gd name="T47" fmla="*/ 128 h 407"/>
                <a:gd name="T48" fmla="*/ 721 w 738"/>
                <a:gd name="T49" fmla="*/ 164 h 407"/>
                <a:gd name="T50" fmla="*/ 726 w 738"/>
                <a:gd name="T51" fmla="*/ 195 h 407"/>
                <a:gd name="T52" fmla="*/ 726 w 738"/>
                <a:gd name="T53" fmla="*/ 226 h 407"/>
                <a:gd name="T54" fmla="*/ 726 w 738"/>
                <a:gd name="T55" fmla="*/ 257 h 407"/>
                <a:gd name="T56" fmla="*/ 737 w 738"/>
                <a:gd name="T57" fmla="*/ 288 h 407"/>
                <a:gd name="T58" fmla="*/ 737 w 738"/>
                <a:gd name="T59" fmla="*/ 319 h 407"/>
                <a:gd name="T60" fmla="*/ 715 w 738"/>
                <a:gd name="T61" fmla="*/ 349 h 407"/>
                <a:gd name="T62" fmla="*/ 678 w 738"/>
                <a:gd name="T63" fmla="*/ 365 h 407"/>
                <a:gd name="T64" fmla="*/ 646 w 738"/>
                <a:gd name="T65" fmla="*/ 380 h 407"/>
                <a:gd name="T66" fmla="*/ 613 w 738"/>
                <a:gd name="T67" fmla="*/ 396 h 407"/>
                <a:gd name="T68" fmla="*/ 581 w 738"/>
                <a:gd name="T69" fmla="*/ 401 h 407"/>
                <a:gd name="T70" fmla="*/ 538 w 738"/>
                <a:gd name="T71" fmla="*/ 406 h 407"/>
                <a:gd name="T72" fmla="*/ 500 w 738"/>
                <a:gd name="T73" fmla="*/ 406 h 407"/>
                <a:gd name="T74" fmla="*/ 468 w 738"/>
                <a:gd name="T75" fmla="*/ 406 h 407"/>
                <a:gd name="T76" fmla="*/ 436 w 738"/>
                <a:gd name="T77" fmla="*/ 406 h 407"/>
                <a:gd name="T78" fmla="*/ 403 w 738"/>
                <a:gd name="T79" fmla="*/ 406 h 407"/>
                <a:gd name="T80" fmla="*/ 371 w 738"/>
                <a:gd name="T81" fmla="*/ 406 h 407"/>
                <a:gd name="T82" fmla="*/ 339 w 738"/>
                <a:gd name="T83" fmla="*/ 406 h 407"/>
                <a:gd name="T84" fmla="*/ 307 w 738"/>
                <a:gd name="T85" fmla="*/ 406 h 407"/>
                <a:gd name="T86" fmla="*/ 269 w 738"/>
                <a:gd name="T87" fmla="*/ 406 h 407"/>
                <a:gd name="T88" fmla="*/ 237 w 738"/>
                <a:gd name="T89" fmla="*/ 406 h 407"/>
                <a:gd name="T90" fmla="*/ 204 w 738"/>
                <a:gd name="T91" fmla="*/ 406 h 407"/>
                <a:gd name="T92" fmla="*/ 172 w 738"/>
                <a:gd name="T93" fmla="*/ 391 h 407"/>
                <a:gd name="T94" fmla="*/ 140 w 738"/>
                <a:gd name="T95" fmla="*/ 380 h 407"/>
                <a:gd name="T96" fmla="*/ 108 w 738"/>
                <a:gd name="T97" fmla="*/ 365 h 407"/>
                <a:gd name="T98" fmla="*/ 81 w 738"/>
                <a:gd name="T99" fmla="*/ 339 h 407"/>
                <a:gd name="T100" fmla="*/ 59 w 738"/>
                <a:gd name="T101" fmla="*/ 319 h 407"/>
                <a:gd name="T102" fmla="*/ 38 w 738"/>
                <a:gd name="T103" fmla="*/ 288 h 407"/>
                <a:gd name="T104" fmla="*/ 16 w 738"/>
                <a:gd name="T105" fmla="*/ 252 h 407"/>
                <a:gd name="T106" fmla="*/ 0 w 738"/>
                <a:gd name="T107" fmla="*/ 216 h 407"/>
                <a:gd name="T108" fmla="*/ 0 w 738"/>
                <a:gd name="T109" fmla="*/ 185 h 407"/>
                <a:gd name="T110" fmla="*/ 5 w 738"/>
                <a:gd name="T111" fmla="*/ 149 h 407"/>
                <a:gd name="T112" fmla="*/ 27 w 738"/>
                <a:gd name="T113" fmla="*/ 123 h 407"/>
                <a:gd name="T114" fmla="*/ 54 w 738"/>
                <a:gd name="T115" fmla="*/ 108 h 407"/>
                <a:gd name="T116" fmla="*/ 86 w 738"/>
                <a:gd name="T117" fmla="*/ 98 h 407"/>
                <a:gd name="T118" fmla="*/ 113 w 738"/>
                <a:gd name="T119" fmla="*/ 82 h 407"/>
                <a:gd name="T120" fmla="*/ 129 w 738"/>
                <a:gd name="T121" fmla="*/ 98 h 40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Lst>
              <a:rect l="0" t="0" r="r" b="b"/>
              <a:pathLst>
                <a:path w="738" h="407">
                  <a:moveTo>
                    <a:pt x="91" y="82"/>
                  </a:moveTo>
                  <a:lnTo>
                    <a:pt x="108" y="82"/>
                  </a:lnTo>
                  <a:lnTo>
                    <a:pt x="124" y="82"/>
                  </a:lnTo>
                  <a:lnTo>
                    <a:pt x="145" y="77"/>
                  </a:lnTo>
                  <a:lnTo>
                    <a:pt x="161" y="77"/>
                  </a:lnTo>
                  <a:lnTo>
                    <a:pt x="183" y="72"/>
                  </a:lnTo>
                  <a:lnTo>
                    <a:pt x="199" y="72"/>
                  </a:lnTo>
                  <a:lnTo>
                    <a:pt x="215" y="67"/>
                  </a:lnTo>
                  <a:lnTo>
                    <a:pt x="231" y="62"/>
                  </a:lnTo>
                  <a:lnTo>
                    <a:pt x="237" y="46"/>
                  </a:lnTo>
                  <a:lnTo>
                    <a:pt x="221" y="41"/>
                  </a:lnTo>
                  <a:lnTo>
                    <a:pt x="204" y="41"/>
                  </a:lnTo>
                  <a:lnTo>
                    <a:pt x="188" y="46"/>
                  </a:lnTo>
                  <a:lnTo>
                    <a:pt x="172" y="46"/>
                  </a:lnTo>
                  <a:lnTo>
                    <a:pt x="156" y="62"/>
                  </a:lnTo>
                  <a:lnTo>
                    <a:pt x="156" y="46"/>
                  </a:lnTo>
                  <a:lnTo>
                    <a:pt x="172" y="36"/>
                  </a:lnTo>
                  <a:lnTo>
                    <a:pt x="188" y="26"/>
                  </a:lnTo>
                  <a:lnTo>
                    <a:pt x="210" y="21"/>
                  </a:lnTo>
                  <a:lnTo>
                    <a:pt x="226" y="15"/>
                  </a:lnTo>
                  <a:lnTo>
                    <a:pt x="242" y="15"/>
                  </a:lnTo>
                  <a:lnTo>
                    <a:pt x="258" y="10"/>
                  </a:lnTo>
                  <a:lnTo>
                    <a:pt x="274" y="10"/>
                  </a:lnTo>
                  <a:lnTo>
                    <a:pt x="290" y="5"/>
                  </a:lnTo>
                  <a:lnTo>
                    <a:pt x="307" y="5"/>
                  </a:lnTo>
                  <a:lnTo>
                    <a:pt x="323" y="0"/>
                  </a:lnTo>
                  <a:lnTo>
                    <a:pt x="339" y="0"/>
                  </a:lnTo>
                  <a:lnTo>
                    <a:pt x="355" y="0"/>
                  </a:lnTo>
                  <a:lnTo>
                    <a:pt x="371" y="0"/>
                  </a:lnTo>
                  <a:lnTo>
                    <a:pt x="387" y="0"/>
                  </a:lnTo>
                  <a:lnTo>
                    <a:pt x="420" y="0"/>
                  </a:lnTo>
                  <a:lnTo>
                    <a:pt x="463" y="0"/>
                  </a:lnTo>
                  <a:lnTo>
                    <a:pt x="484" y="0"/>
                  </a:lnTo>
                  <a:lnTo>
                    <a:pt x="506" y="0"/>
                  </a:lnTo>
                  <a:lnTo>
                    <a:pt x="527" y="5"/>
                  </a:lnTo>
                  <a:lnTo>
                    <a:pt x="543" y="15"/>
                  </a:lnTo>
                  <a:lnTo>
                    <a:pt x="554" y="31"/>
                  </a:lnTo>
                  <a:lnTo>
                    <a:pt x="570" y="36"/>
                  </a:lnTo>
                  <a:lnTo>
                    <a:pt x="586" y="46"/>
                  </a:lnTo>
                  <a:lnTo>
                    <a:pt x="603" y="51"/>
                  </a:lnTo>
                  <a:lnTo>
                    <a:pt x="619" y="51"/>
                  </a:lnTo>
                  <a:lnTo>
                    <a:pt x="635" y="57"/>
                  </a:lnTo>
                  <a:lnTo>
                    <a:pt x="651" y="67"/>
                  </a:lnTo>
                  <a:lnTo>
                    <a:pt x="667" y="77"/>
                  </a:lnTo>
                  <a:lnTo>
                    <a:pt x="678" y="93"/>
                  </a:lnTo>
                  <a:lnTo>
                    <a:pt x="694" y="98"/>
                  </a:lnTo>
                  <a:lnTo>
                    <a:pt x="699" y="113"/>
                  </a:lnTo>
                  <a:lnTo>
                    <a:pt x="715" y="128"/>
                  </a:lnTo>
                  <a:lnTo>
                    <a:pt x="721" y="149"/>
                  </a:lnTo>
                  <a:lnTo>
                    <a:pt x="721" y="164"/>
                  </a:lnTo>
                  <a:lnTo>
                    <a:pt x="726" y="180"/>
                  </a:lnTo>
                  <a:lnTo>
                    <a:pt x="726" y="195"/>
                  </a:lnTo>
                  <a:lnTo>
                    <a:pt x="726" y="211"/>
                  </a:lnTo>
                  <a:lnTo>
                    <a:pt x="726" y="226"/>
                  </a:lnTo>
                  <a:lnTo>
                    <a:pt x="726" y="242"/>
                  </a:lnTo>
                  <a:lnTo>
                    <a:pt x="726" y="257"/>
                  </a:lnTo>
                  <a:lnTo>
                    <a:pt x="737" y="272"/>
                  </a:lnTo>
                  <a:lnTo>
                    <a:pt x="737" y="288"/>
                  </a:lnTo>
                  <a:lnTo>
                    <a:pt x="737" y="303"/>
                  </a:lnTo>
                  <a:lnTo>
                    <a:pt x="737" y="319"/>
                  </a:lnTo>
                  <a:lnTo>
                    <a:pt x="732" y="334"/>
                  </a:lnTo>
                  <a:lnTo>
                    <a:pt x="715" y="349"/>
                  </a:lnTo>
                  <a:lnTo>
                    <a:pt x="694" y="360"/>
                  </a:lnTo>
                  <a:lnTo>
                    <a:pt x="678" y="365"/>
                  </a:lnTo>
                  <a:lnTo>
                    <a:pt x="662" y="375"/>
                  </a:lnTo>
                  <a:lnTo>
                    <a:pt x="646" y="380"/>
                  </a:lnTo>
                  <a:lnTo>
                    <a:pt x="629" y="385"/>
                  </a:lnTo>
                  <a:lnTo>
                    <a:pt x="613" y="396"/>
                  </a:lnTo>
                  <a:lnTo>
                    <a:pt x="597" y="401"/>
                  </a:lnTo>
                  <a:lnTo>
                    <a:pt x="581" y="401"/>
                  </a:lnTo>
                  <a:lnTo>
                    <a:pt x="559" y="406"/>
                  </a:lnTo>
                  <a:lnTo>
                    <a:pt x="538" y="406"/>
                  </a:lnTo>
                  <a:lnTo>
                    <a:pt x="522" y="406"/>
                  </a:lnTo>
                  <a:lnTo>
                    <a:pt x="500" y="406"/>
                  </a:lnTo>
                  <a:lnTo>
                    <a:pt x="484" y="406"/>
                  </a:lnTo>
                  <a:lnTo>
                    <a:pt x="468" y="406"/>
                  </a:lnTo>
                  <a:lnTo>
                    <a:pt x="452" y="406"/>
                  </a:lnTo>
                  <a:lnTo>
                    <a:pt x="436" y="406"/>
                  </a:lnTo>
                  <a:lnTo>
                    <a:pt x="420" y="406"/>
                  </a:lnTo>
                  <a:lnTo>
                    <a:pt x="403" y="406"/>
                  </a:lnTo>
                  <a:lnTo>
                    <a:pt x="387" y="406"/>
                  </a:lnTo>
                  <a:lnTo>
                    <a:pt x="371" y="406"/>
                  </a:lnTo>
                  <a:lnTo>
                    <a:pt x="355" y="406"/>
                  </a:lnTo>
                  <a:lnTo>
                    <a:pt x="339" y="406"/>
                  </a:lnTo>
                  <a:lnTo>
                    <a:pt x="323" y="406"/>
                  </a:lnTo>
                  <a:lnTo>
                    <a:pt x="307" y="406"/>
                  </a:lnTo>
                  <a:lnTo>
                    <a:pt x="285" y="406"/>
                  </a:lnTo>
                  <a:lnTo>
                    <a:pt x="269" y="406"/>
                  </a:lnTo>
                  <a:lnTo>
                    <a:pt x="253" y="406"/>
                  </a:lnTo>
                  <a:lnTo>
                    <a:pt x="237" y="406"/>
                  </a:lnTo>
                  <a:lnTo>
                    <a:pt x="221" y="406"/>
                  </a:lnTo>
                  <a:lnTo>
                    <a:pt x="204" y="406"/>
                  </a:lnTo>
                  <a:lnTo>
                    <a:pt x="188" y="396"/>
                  </a:lnTo>
                  <a:lnTo>
                    <a:pt x="172" y="391"/>
                  </a:lnTo>
                  <a:lnTo>
                    <a:pt x="156" y="385"/>
                  </a:lnTo>
                  <a:lnTo>
                    <a:pt x="140" y="380"/>
                  </a:lnTo>
                  <a:lnTo>
                    <a:pt x="124" y="375"/>
                  </a:lnTo>
                  <a:lnTo>
                    <a:pt x="108" y="365"/>
                  </a:lnTo>
                  <a:lnTo>
                    <a:pt x="91" y="355"/>
                  </a:lnTo>
                  <a:lnTo>
                    <a:pt x="81" y="339"/>
                  </a:lnTo>
                  <a:lnTo>
                    <a:pt x="65" y="334"/>
                  </a:lnTo>
                  <a:lnTo>
                    <a:pt x="59" y="319"/>
                  </a:lnTo>
                  <a:lnTo>
                    <a:pt x="43" y="303"/>
                  </a:lnTo>
                  <a:lnTo>
                    <a:pt x="38" y="288"/>
                  </a:lnTo>
                  <a:lnTo>
                    <a:pt x="22" y="272"/>
                  </a:lnTo>
                  <a:lnTo>
                    <a:pt x="16" y="252"/>
                  </a:lnTo>
                  <a:lnTo>
                    <a:pt x="5" y="231"/>
                  </a:lnTo>
                  <a:lnTo>
                    <a:pt x="0" y="216"/>
                  </a:lnTo>
                  <a:lnTo>
                    <a:pt x="0" y="200"/>
                  </a:lnTo>
                  <a:lnTo>
                    <a:pt x="0" y="185"/>
                  </a:lnTo>
                  <a:lnTo>
                    <a:pt x="0" y="170"/>
                  </a:lnTo>
                  <a:lnTo>
                    <a:pt x="5" y="149"/>
                  </a:lnTo>
                  <a:lnTo>
                    <a:pt x="11" y="134"/>
                  </a:lnTo>
                  <a:lnTo>
                    <a:pt x="27" y="123"/>
                  </a:lnTo>
                  <a:lnTo>
                    <a:pt x="38" y="108"/>
                  </a:lnTo>
                  <a:lnTo>
                    <a:pt x="54" y="108"/>
                  </a:lnTo>
                  <a:lnTo>
                    <a:pt x="70" y="103"/>
                  </a:lnTo>
                  <a:lnTo>
                    <a:pt x="86" y="98"/>
                  </a:lnTo>
                  <a:lnTo>
                    <a:pt x="102" y="98"/>
                  </a:lnTo>
                  <a:lnTo>
                    <a:pt x="113" y="82"/>
                  </a:lnTo>
                  <a:lnTo>
                    <a:pt x="113" y="67"/>
                  </a:lnTo>
                  <a:lnTo>
                    <a:pt x="129" y="98"/>
                  </a:lnTo>
                </a:path>
              </a:pathLst>
            </a:custGeom>
            <a:solidFill>
              <a:srgbClr val="EAEAEA"/>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CC"/>
                </a:solidFill>
                <a:ea typeface="黑体" panose="02010609060101010101" pitchFamily="49" charset="-122"/>
              </a:endParaRPr>
            </a:p>
          </p:txBody>
        </p:sp>
        <p:sp>
          <p:nvSpPr>
            <p:cNvPr id="1055878" name="Freeform 135"/>
            <p:cNvSpPr>
              <a:spLocks noChangeArrowheads="1"/>
            </p:cNvSpPr>
            <p:nvPr/>
          </p:nvSpPr>
          <p:spPr bwMode="auto">
            <a:xfrm>
              <a:off x="3193" y="270"/>
              <a:ext cx="117" cy="118"/>
            </a:xfrm>
            <a:custGeom>
              <a:avLst/>
              <a:gdLst>
                <a:gd name="T0" fmla="*/ 5 w 117"/>
                <a:gd name="T1" fmla="*/ 66 h 118"/>
                <a:gd name="T2" fmla="*/ 0 w 117"/>
                <a:gd name="T3" fmla="*/ 51 h 118"/>
                <a:gd name="T4" fmla="*/ 0 w 117"/>
                <a:gd name="T5" fmla="*/ 36 h 118"/>
                <a:gd name="T6" fmla="*/ 16 w 117"/>
                <a:gd name="T7" fmla="*/ 25 h 118"/>
                <a:gd name="T8" fmla="*/ 32 w 117"/>
                <a:gd name="T9" fmla="*/ 15 h 118"/>
                <a:gd name="T10" fmla="*/ 47 w 117"/>
                <a:gd name="T11" fmla="*/ 0 h 118"/>
                <a:gd name="T12" fmla="*/ 63 w 117"/>
                <a:gd name="T13" fmla="*/ 0 h 118"/>
                <a:gd name="T14" fmla="*/ 79 w 117"/>
                <a:gd name="T15" fmla="*/ 0 h 118"/>
                <a:gd name="T16" fmla="*/ 84 w 117"/>
                <a:gd name="T17" fmla="*/ 15 h 118"/>
                <a:gd name="T18" fmla="*/ 95 w 117"/>
                <a:gd name="T19" fmla="*/ 31 h 118"/>
                <a:gd name="T20" fmla="*/ 105 w 117"/>
                <a:gd name="T21" fmla="*/ 46 h 118"/>
                <a:gd name="T22" fmla="*/ 111 w 117"/>
                <a:gd name="T23" fmla="*/ 61 h 118"/>
                <a:gd name="T24" fmla="*/ 116 w 117"/>
                <a:gd name="T25" fmla="*/ 76 h 118"/>
                <a:gd name="T26" fmla="*/ 116 w 117"/>
                <a:gd name="T27" fmla="*/ 92 h 118"/>
                <a:gd name="T28" fmla="*/ 116 w 117"/>
                <a:gd name="T29" fmla="*/ 107 h 118"/>
                <a:gd name="T30" fmla="*/ 100 w 117"/>
                <a:gd name="T31" fmla="*/ 117 h 118"/>
                <a:gd name="T32" fmla="*/ 84 w 117"/>
                <a:gd name="T33" fmla="*/ 117 h 118"/>
                <a:gd name="T34" fmla="*/ 69 w 117"/>
                <a:gd name="T35" fmla="*/ 117 h 118"/>
                <a:gd name="T36" fmla="*/ 53 w 117"/>
                <a:gd name="T37" fmla="*/ 117 h 118"/>
                <a:gd name="T38" fmla="*/ 37 w 117"/>
                <a:gd name="T39" fmla="*/ 112 h 118"/>
                <a:gd name="T40" fmla="*/ 21 w 117"/>
                <a:gd name="T41" fmla="*/ 102 h 118"/>
                <a:gd name="T42" fmla="*/ 11 w 117"/>
                <a:gd name="T43" fmla="*/ 86 h 118"/>
                <a:gd name="T44" fmla="*/ 5 w 117"/>
                <a:gd name="T45" fmla="*/ 71 h 118"/>
                <a:gd name="T46" fmla="*/ 5 w 117"/>
                <a:gd name="T47" fmla="*/ 66 h 1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117" h="118">
                  <a:moveTo>
                    <a:pt x="5" y="66"/>
                  </a:moveTo>
                  <a:lnTo>
                    <a:pt x="0" y="51"/>
                  </a:lnTo>
                  <a:lnTo>
                    <a:pt x="0" y="36"/>
                  </a:lnTo>
                  <a:lnTo>
                    <a:pt x="16" y="25"/>
                  </a:lnTo>
                  <a:lnTo>
                    <a:pt x="32" y="15"/>
                  </a:lnTo>
                  <a:lnTo>
                    <a:pt x="47" y="0"/>
                  </a:lnTo>
                  <a:lnTo>
                    <a:pt x="63" y="0"/>
                  </a:lnTo>
                  <a:lnTo>
                    <a:pt x="79" y="0"/>
                  </a:lnTo>
                  <a:lnTo>
                    <a:pt x="84" y="15"/>
                  </a:lnTo>
                  <a:lnTo>
                    <a:pt x="95" y="31"/>
                  </a:lnTo>
                  <a:lnTo>
                    <a:pt x="105" y="46"/>
                  </a:lnTo>
                  <a:lnTo>
                    <a:pt x="111" y="61"/>
                  </a:lnTo>
                  <a:lnTo>
                    <a:pt x="116" y="76"/>
                  </a:lnTo>
                  <a:lnTo>
                    <a:pt x="116" y="92"/>
                  </a:lnTo>
                  <a:lnTo>
                    <a:pt x="116" y="107"/>
                  </a:lnTo>
                  <a:lnTo>
                    <a:pt x="100" y="117"/>
                  </a:lnTo>
                  <a:lnTo>
                    <a:pt x="84" y="117"/>
                  </a:lnTo>
                  <a:lnTo>
                    <a:pt x="69" y="117"/>
                  </a:lnTo>
                  <a:lnTo>
                    <a:pt x="53" y="117"/>
                  </a:lnTo>
                  <a:lnTo>
                    <a:pt x="37" y="112"/>
                  </a:lnTo>
                  <a:lnTo>
                    <a:pt x="21" y="102"/>
                  </a:lnTo>
                  <a:lnTo>
                    <a:pt x="11" y="86"/>
                  </a:lnTo>
                  <a:lnTo>
                    <a:pt x="5" y="71"/>
                  </a:lnTo>
                  <a:lnTo>
                    <a:pt x="5" y="66"/>
                  </a:lnTo>
                </a:path>
              </a:pathLst>
            </a:custGeom>
            <a:solidFill>
              <a:srgbClr val="EAEAEA"/>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CC"/>
                </a:solidFill>
                <a:ea typeface="黑体" panose="02010609060101010101" pitchFamily="49" charset="-122"/>
              </a:endParaRPr>
            </a:p>
          </p:txBody>
        </p:sp>
        <p:sp>
          <p:nvSpPr>
            <p:cNvPr id="1055879" name="Freeform 136"/>
            <p:cNvSpPr>
              <a:spLocks noChangeArrowheads="1"/>
            </p:cNvSpPr>
            <p:nvPr/>
          </p:nvSpPr>
          <p:spPr bwMode="auto">
            <a:xfrm>
              <a:off x="3469" y="239"/>
              <a:ext cx="82" cy="87"/>
            </a:xfrm>
            <a:custGeom>
              <a:avLst/>
              <a:gdLst>
                <a:gd name="T0" fmla="*/ 0 w 82"/>
                <a:gd name="T1" fmla="*/ 0 h 87"/>
                <a:gd name="T2" fmla="*/ 16 w 82"/>
                <a:gd name="T3" fmla="*/ 10 h 87"/>
                <a:gd name="T4" fmla="*/ 32 w 82"/>
                <a:gd name="T5" fmla="*/ 20 h 87"/>
                <a:gd name="T6" fmla="*/ 49 w 82"/>
                <a:gd name="T7" fmla="*/ 20 h 87"/>
                <a:gd name="T8" fmla="*/ 65 w 82"/>
                <a:gd name="T9" fmla="*/ 30 h 87"/>
                <a:gd name="T10" fmla="*/ 76 w 82"/>
                <a:gd name="T11" fmla="*/ 46 h 87"/>
                <a:gd name="T12" fmla="*/ 81 w 82"/>
                <a:gd name="T13" fmla="*/ 61 h 87"/>
                <a:gd name="T14" fmla="*/ 81 w 82"/>
                <a:gd name="T15" fmla="*/ 76 h 87"/>
                <a:gd name="T16" fmla="*/ 65 w 82"/>
                <a:gd name="T17" fmla="*/ 86 h 87"/>
                <a:gd name="T18" fmla="*/ 49 w 82"/>
                <a:gd name="T19" fmla="*/ 86 h 87"/>
                <a:gd name="T20" fmla="*/ 27 w 82"/>
                <a:gd name="T21" fmla="*/ 81 h 87"/>
                <a:gd name="T22" fmla="*/ 11 w 82"/>
                <a:gd name="T23" fmla="*/ 71 h 87"/>
                <a:gd name="T24" fmla="*/ 5 w 82"/>
                <a:gd name="T25" fmla="*/ 56 h 87"/>
                <a:gd name="T26" fmla="*/ 0 w 82"/>
                <a:gd name="T27" fmla="*/ 40 h 87"/>
                <a:gd name="T28" fmla="*/ 0 w 82"/>
                <a:gd name="T29" fmla="*/ 25 h 87"/>
                <a:gd name="T30" fmla="*/ 11 w 82"/>
                <a:gd name="T31" fmla="*/ 10 h 87"/>
                <a:gd name="T32" fmla="*/ 0 w 82"/>
                <a:gd name="T33" fmla="*/ 0 h 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82" h="87">
                  <a:moveTo>
                    <a:pt x="0" y="0"/>
                  </a:moveTo>
                  <a:lnTo>
                    <a:pt x="16" y="10"/>
                  </a:lnTo>
                  <a:lnTo>
                    <a:pt x="32" y="20"/>
                  </a:lnTo>
                  <a:lnTo>
                    <a:pt x="49" y="20"/>
                  </a:lnTo>
                  <a:lnTo>
                    <a:pt x="65" y="30"/>
                  </a:lnTo>
                  <a:lnTo>
                    <a:pt x="76" y="46"/>
                  </a:lnTo>
                  <a:lnTo>
                    <a:pt x="81" y="61"/>
                  </a:lnTo>
                  <a:lnTo>
                    <a:pt x="81" y="76"/>
                  </a:lnTo>
                  <a:lnTo>
                    <a:pt x="65" y="86"/>
                  </a:lnTo>
                  <a:lnTo>
                    <a:pt x="49" y="86"/>
                  </a:lnTo>
                  <a:lnTo>
                    <a:pt x="27" y="81"/>
                  </a:lnTo>
                  <a:lnTo>
                    <a:pt x="11" y="71"/>
                  </a:lnTo>
                  <a:lnTo>
                    <a:pt x="5" y="56"/>
                  </a:lnTo>
                  <a:lnTo>
                    <a:pt x="0" y="40"/>
                  </a:lnTo>
                  <a:lnTo>
                    <a:pt x="0" y="25"/>
                  </a:lnTo>
                  <a:lnTo>
                    <a:pt x="11" y="10"/>
                  </a:lnTo>
                  <a:lnTo>
                    <a:pt x="0" y="0"/>
                  </a:lnTo>
                </a:path>
              </a:pathLst>
            </a:custGeom>
            <a:solidFill>
              <a:srgbClr val="EAEAEA"/>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CC"/>
                </a:solidFill>
                <a:ea typeface="黑体" panose="02010609060101010101" pitchFamily="49" charset="-122"/>
              </a:endParaRPr>
            </a:p>
          </p:txBody>
        </p:sp>
      </p:grpSp>
      <p:sp>
        <p:nvSpPr>
          <p:cNvPr id="1055880" name="Text Box 137"/>
          <p:cNvSpPr txBox="1">
            <a:spLocks noChangeArrowheads="1"/>
          </p:cNvSpPr>
          <p:nvPr/>
        </p:nvSpPr>
        <p:spPr bwMode="auto">
          <a:xfrm>
            <a:off x="6167438" y="4222750"/>
            <a:ext cx="655637"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zh-CN" altLang="en-US" sz="2000" b="1">
                <a:solidFill>
                  <a:srgbClr val="0000CC"/>
                </a:solidFill>
                <a:ea typeface="黑体" panose="02010609060101010101" pitchFamily="49" charset="-122"/>
              </a:rPr>
              <a:t>网 </a:t>
            </a:r>
            <a:r>
              <a:rPr lang="en-US" altLang="zh-CN" sz="2000" b="1">
                <a:solidFill>
                  <a:srgbClr val="0000CC"/>
                </a:solidFill>
                <a:ea typeface="黑体" panose="02010609060101010101" pitchFamily="49" charset="-122"/>
              </a:rPr>
              <a:t>4</a:t>
            </a:r>
          </a:p>
        </p:txBody>
      </p:sp>
      <p:sp>
        <p:nvSpPr>
          <p:cNvPr id="1055881" name="Line 138"/>
          <p:cNvSpPr>
            <a:spLocks noChangeShapeType="1"/>
          </p:cNvSpPr>
          <p:nvPr/>
        </p:nvSpPr>
        <p:spPr bwMode="auto">
          <a:xfrm>
            <a:off x="4403725" y="4608513"/>
            <a:ext cx="992188" cy="176212"/>
          </a:xfrm>
          <a:prstGeom prst="line">
            <a:avLst/>
          </a:prstGeom>
          <a:noFill/>
          <a:ln w="19050">
            <a:solidFill>
              <a:srgbClr val="333399"/>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CC"/>
              </a:solidFill>
              <a:ea typeface="黑体" panose="02010609060101010101" pitchFamily="49" charset="-122"/>
            </a:endParaRPr>
          </a:p>
        </p:txBody>
      </p:sp>
      <p:grpSp>
        <p:nvGrpSpPr>
          <p:cNvPr id="1055882" name="Group 139"/>
          <p:cNvGrpSpPr>
            <a:grpSpLocks/>
          </p:cNvGrpSpPr>
          <p:nvPr/>
        </p:nvGrpSpPr>
        <p:grpSpPr bwMode="auto">
          <a:xfrm>
            <a:off x="4075113" y="4262438"/>
            <a:ext cx="742950" cy="608012"/>
            <a:chOff x="2949" y="196"/>
            <a:chExt cx="941" cy="598"/>
          </a:xfrm>
        </p:grpSpPr>
        <p:sp>
          <p:nvSpPr>
            <p:cNvPr id="1055883" name="Oval 140"/>
            <p:cNvSpPr>
              <a:spLocks noChangeArrowheads="1"/>
            </p:cNvSpPr>
            <p:nvPr/>
          </p:nvSpPr>
          <p:spPr bwMode="auto">
            <a:xfrm>
              <a:off x="3168" y="196"/>
              <a:ext cx="407" cy="162"/>
            </a:xfrm>
            <a:prstGeom prst="ellipse">
              <a:avLst/>
            </a:prstGeom>
            <a:solidFill>
              <a:srgbClr val="EAEAEA"/>
            </a:solidFill>
            <a:ln w="12700">
              <a:solidFill>
                <a:schemeClr val="tx1"/>
              </a:solidFill>
              <a:round/>
              <a:headEnd/>
              <a:tailEnd/>
            </a:ln>
          </p:spPr>
          <p:txBody>
            <a:bodyPr wrap="none" anchor="ctr"/>
            <a:lstStyle/>
            <a:p>
              <a:pPr eaLnBrk="0" hangingPunct="0"/>
              <a:endParaRPr lang="zh-CN" altLang="en-US" b="1">
                <a:solidFill>
                  <a:srgbClr val="0000CC"/>
                </a:solidFill>
                <a:ea typeface="黑体" panose="02010609060101010101" pitchFamily="49" charset="-122"/>
              </a:endParaRPr>
            </a:p>
          </p:txBody>
        </p:sp>
        <p:sp>
          <p:nvSpPr>
            <p:cNvPr id="1055884" name="Oval 141"/>
            <p:cNvSpPr>
              <a:spLocks noChangeArrowheads="1"/>
            </p:cNvSpPr>
            <p:nvPr/>
          </p:nvSpPr>
          <p:spPr bwMode="auto">
            <a:xfrm rot="900000">
              <a:off x="3512" y="252"/>
              <a:ext cx="275" cy="131"/>
            </a:xfrm>
            <a:prstGeom prst="ellipse">
              <a:avLst/>
            </a:prstGeom>
            <a:solidFill>
              <a:srgbClr val="EAEAEA"/>
            </a:solidFill>
            <a:ln w="12700">
              <a:solidFill>
                <a:schemeClr val="tx1"/>
              </a:solidFill>
              <a:round/>
              <a:headEnd/>
              <a:tailEnd/>
            </a:ln>
          </p:spPr>
          <p:txBody>
            <a:bodyPr wrap="none" anchor="ctr"/>
            <a:lstStyle/>
            <a:p>
              <a:pPr eaLnBrk="0" hangingPunct="0"/>
              <a:endParaRPr lang="zh-CN" altLang="en-US" b="1">
                <a:solidFill>
                  <a:srgbClr val="0000CC"/>
                </a:solidFill>
                <a:ea typeface="黑体" panose="02010609060101010101" pitchFamily="49" charset="-122"/>
              </a:endParaRPr>
            </a:p>
          </p:txBody>
        </p:sp>
        <p:sp>
          <p:nvSpPr>
            <p:cNvPr id="1055885" name="Oval 142"/>
            <p:cNvSpPr>
              <a:spLocks noChangeArrowheads="1"/>
            </p:cNvSpPr>
            <p:nvPr/>
          </p:nvSpPr>
          <p:spPr bwMode="auto">
            <a:xfrm rot="1500000">
              <a:off x="3650" y="385"/>
              <a:ext cx="240" cy="153"/>
            </a:xfrm>
            <a:prstGeom prst="ellipse">
              <a:avLst/>
            </a:prstGeom>
            <a:solidFill>
              <a:srgbClr val="EAEAEA"/>
            </a:solidFill>
            <a:ln w="12700">
              <a:solidFill>
                <a:schemeClr val="tx1"/>
              </a:solidFill>
              <a:round/>
              <a:headEnd/>
              <a:tailEnd/>
            </a:ln>
          </p:spPr>
          <p:txBody>
            <a:bodyPr wrap="none" anchor="ctr"/>
            <a:lstStyle/>
            <a:p>
              <a:pPr eaLnBrk="0" hangingPunct="0"/>
              <a:endParaRPr lang="zh-CN" altLang="en-US" b="1">
                <a:solidFill>
                  <a:srgbClr val="0000CC"/>
                </a:solidFill>
                <a:ea typeface="黑体" panose="02010609060101010101" pitchFamily="49" charset="-122"/>
              </a:endParaRPr>
            </a:p>
          </p:txBody>
        </p:sp>
        <p:sp>
          <p:nvSpPr>
            <p:cNvPr id="1055886" name="Oval 143"/>
            <p:cNvSpPr>
              <a:spLocks noChangeArrowheads="1"/>
            </p:cNvSpPr>
            <p:nvPr/>
          </p:nvSpPr>
          <p:spPr bwMode="auto">
            <a:xfrm rot="-1560000">
              <a:off x="3573" y="537"/>
              <a:ext cx="291" cy="189"/>
            </a:xfrm>
            <a:prstGeom prst="ellipse">
              <a:avLst/>
            </a:prstGeom>
            <a:solidFill>
              <a:srgbClr val="EAEAEA"/>
            </a:solidFill>
            <a:ln w="12700">
              <a:solidFill>
                <a:schemeClr val="tx1"/>
              </a:solidFill>
              <a:round/>
              <a:headEnd/>
              <a:tailEnd/>
            </a:ln>
          </p:spPr>
          <p:txBody>
            <a:bodyPr wrap="none" anchor="ctr"/>
            <a:lstStyle/>
            <a:p>
              <a:pPr eaLnBrk="0" hangingPunct="0"/>
              <a:endParaRPr lang="zh-CN" altLang="en-US" b="1">
                <a:solidFill>
                  <a:srgbClr val="0000CC"/>
                </a:solidFill>
                <a:ea typeface="黑体" panose="02010609060101010101" pitchFamily="49" charset="-122"/>
              </a:endParaRPr>
            </a:p>
          </p:txBody>
        </p:sp>
        <p:sp>
          <p:nvSpPr>
            <p:cNvPr id="1055887" name="Oval 144"/>
            <p:cNvSpPr>
              <a:spLocks noChangeArrowheads="1"/>
            </p:cNvSpPr>
            <p:nvPr/>
          </p:nvSpPr>
          <p:spPr bwMode="auto">
            <a:xfrm>
              <a:off x="3216" y="555"/>
              <a:ext cx="471" cy="239"/>
            </a:xfrm>
            <a:prstGeom prst="ellipse">
              <a:avLst/>
            </a:prstGeom>
            <a:solidFill>
              <a:srgbClr val="EAEAEA"/>
            </a:solidFill>
            <a:ln w="12700">
              <a:solidFill>
                <a:schemeClr val="tx1"/>
              </a:solidFill>
              <a:round/>
              <a:headEnd/>
              <a:tailEnd/>
            </a:ln>
          </p:spPr>
          <p:txBody>
            <a:bodyPr wrap="none" anchor="ctr"/>
            <a:lstStyle/>
            <a:p>
              <a:pPr eaLnBrk="0" hangingPunct="0"/>
              <a:endParaRPr lang="zh-CN" altLang="en-US" b="1">
                <a:solidFill>
                  <a:srgbClr val="0000CC"/>
                </a:solidFill>
                <a:ea typeface="黑体" panose="02010609060101010101" pitchFamily="49" charset="-122"/>
              </a:endParaRPr>
            </a:p>
          </p:txBody>
        </p:sp>
        <p:sp>
          <p:nvSpPr>
            <p:cNvPr id="1055888" name="Oval 145"/>
            <p:cNvSpPr>
              <a:spLocks noChangeArrowheads="1"/>
            </p:cNvSpPr>
            <p:nvPr/>
          </p:nvSpPr>
          <p:spPr bwMode="auto">
            <a:xfrm rot="1080000">
              <a:off x="3023" y="555"/>
              <a:ext cx="265" cy="156"/>
            </a:xfrm>
            <a:prstGeom prst="ellipse">
              <a:avLst/>
            </a:prstGeom>
            <a:solidFill>
              <a:srgbClr val="EAEAEA"/>
            </a:solidFill>
            <a:ln w="12700">
              <a:solidFill>
                <a:schemeClr val="tx1"/>
              </a:solidFill>
              <a:round/>
              <a:headEnd/>
              <a:tailEnd/>
            </a:ln>
          </p:spPr>
          <p:txBody>
            <a:bodyPr wrap="none" anchor="ctr"/>
            <a:lstStyle/>
            <a:p>
              <a:pPr eaLnBrk="0" hangingPunct="0"/>
              <a:endParaRPr lang="zh-CN" altLang="en-US" b="1">
                <a:solidFill>
                  <a:srgbClr val="0000CC"/>
                </a:solidFill>
                <a:ea typeface="黑体" panose="02010609060101010101" pitchFamily="49" charset="-122"/>
              </a:endParaRPr>
            </a:p>
          </p:txBody>
        </p:sp>
        <p:sp>
          <p:nvSpPr>
            <p:cNvPr id="1055889" name="Oval 146"/>
            <p:cNvSpPr>
              <a:spLocks noChangeArrowheads="1"/>
            </p:cNvSpPr>
            <p:nvPr/>
          </p:nvSpPr>
          <p:spPr bwMode="auto">
            <a:xfrm>
              <a:off x="2949" y="432"/>
              <a:ext cx="217" cy="156"/>
            </a:xfrm>
            <a:prstGeom prst="ellipse">
              <a:avLst/>
            </a:prstGeom>
            <a:solidFill>
              <a:srgbClr val="EAEAEA"/>
            </a:solidFill>
            <a:ln w="12700">
              <a:solidFill>
                <a:schemeClr val="tx1"/>
              </a:solidFill>
              <a:round/>
              <a:headEnd/>
              <a:tailEnd/>
            </a:ln>
          </p:spPr>
          <p:txBody>
            <a:bodyPr wrap="none" anchor="ctr"/>
            <a:lstStyle/>
            <a:p>
              <a:pPr eaLnBrk="0" hangingPunct="0"/>
              <a:endParaRPr lang="zh-CN" altLang="en-US" b="1">
                <a:solidFill>
                  <a:srgbClr val="0000CC"/>
                </a:solidFill>
                <a:ea typeface="黑体" panose="02010609060101010101" pitchFamily="49" charset="-122"/>
              </a:endParaRPr>
            </a:p>
          </p:txBody>
        </p:sp>
        <p:sp>
          <p:nvSpPr>
            <p:cNvPr id="1055890" name="Oval 147"/>
            <p:cNvSpPr>
              <a:spLocks noChangeArrowheads="1"/>
            </p:cNvSpPr>
            <p:nvPr/>
          </p:nvSpPr>
          <p:spPr bwMode="auto">
            <a:xfrm rot="-1860000">
              <a:off x="2984" y="310"/>
              <a:ext cx="295" cy="156"/>
            </a:xfrm>
            <a:prstGeom prst="ellipse">
              <a:avLst/>
            </a:prstGeom>
            <a:solidFill>
              <a:srgbClr val="EAEAEA"/>
            </a:solidFill>
            <a:ln w="12700">
              <a:solidFill>
                <a:schemeClr val="tx1"/>
              </a:solidFill>
              <a:round/>
              <a:headEnd/>
              <a:tailEnd/>
            </a:ln>
          </p:spPr>
          <p:txBody>
            <a:bodyPr wrap="none" anchor="ctr"/>
            <a:lstStyle/>
            <a:p>
              <a:pPr eaLnBrk="0" hangingPunct="0"/>
              <a:endParaRPr lang="zh-CN" altLang="en-US" b="1">
                <a:solidFill>
                  <a:srgbClr val="0000CC"/>
                </a:solidFill>
                <a:ea typeface="黑体" panose="02010609060101010101" pitchFamily="49" charset="-122"/>
              </a:endParaRPr>
            </a:p>
          </p:txBody>
        </p:sp>
        <p:sp>
          <p:nvSpPr>
            <p:cNvPr id="1055891" name="Freeform 148"/>
            <p:cNvSpPr>
              <a:spLocks noChangeArrowheads="1"/>
            </p:cNvSpPr>
            <p:nvPr/>
          </p:nvSpPr>
          <p:spPr bwMode="auto">
            <a:xfrm>
              <a:off x="3051" y="300"/>
              <a:ext cx="738" cy="407"/>
            </a:xfrm>
            <a:custGeom>
              <a:avLst/>
              <a:gdLst>
                <a:gd name="T0" fmla="*/ 108 w 738"/>
                <a:gd name="T1" fmla="*/ 82 h 407"/>
                <a:gd name="T2" fmla="*/ 145 w 738"/>
                <a:gd name="T3" fmla="*/ 77 h 407"/>
                <a:gd name="T4" fmla="*/ 183 w 738"/>
                <a:gd name="T5" fmla="*/ 72 h 407"/>
                <a:gd name="T6" fmla="*/ 215 w 738"/>
                <a:gd name="T7" fmla="*/ 67 h 407"/>
                <a:gd name="T8" fmla="*/ 237 w 738"/>
                <a:gd name="T9" fmla="*/ 46 h 407"/>
                <a:gd name="T10" fmla="*/ 204 w 738"/>
                <a:gd name="T11" fmla="*/ 41 h 407"/>
                <a:gd name="T12" fmla="*/ 172 w 738"/>
                <a:gd name="T13" fmla="*/ 46 h 407"/>
                <a:gd name="T14" fmla="*/ 156 w 738"/>
                <a:gd name="T15" fmla="*/ 46 h 407"/>
                <a:gd name="T16" fmla="*/ 188 w 738"/>
                <a:gd name="T17" fmla="*/ 26 h 407"/>
                <a:gd name="T18" fmla="*/ 226 w 738"/>
                <a:gd name="T19" fmla="*/ 15 h 407"/>
                <a:gd name="T20" fmla="*/ 258 w 738"/>
                <a:gd name="T21" fmla="*/ 10 h 407"/>
                <a:gd name="T22" fmla="*/ 290 w 738"/>
                <a:gd name="T23" fmla="*/ 5 h 407"/>
                <a:gd name="T24" fmla="*/ 323 w 738"/>
                <a:gd name="T25" fmla="*/ 0 h 407"/>
                <a:gd name="T26" fmla="*/ 355 w 738"/>
                <a:gd name="T27" fmla="*/ 0 h 407"/>
                <a:gd name="T28" fmla="*/ 387 w 738"/>
                <a:gd name="T29" fmla="*/ 0 h 407"/>
                <a:gd name="T30" fmla="*/ 463 w 738"/>
                <a:gd name="T31" fmla="*/ 0 h 407"/>
                <a:gd name="T32" fmla="*/ 506 w 738"/>
                <a:gd name="T33" fmla="*/ 0 h 407"/>
                <a:gd name="T34" fmla="*/ 543 w 738"/>
                <a:gd name="T35" fmla="*/ 15 h 407"/>
                <a:gd name="T36" fmla="*/ 570 w 738"/>
                <a:gd name="T37" fmla="*/ 36 h 407"/>
                <a:gd name="T38" fmla="*/ 603 w 738"/>
                <a:gd name="T39" fmla="*/ 51 h 407"/>
                <a:gd name="T40" fmla="*/ 635 w 738"/>
                <a:gd name="T41" fmla="*/ 57 h 407"/>
                <a:gd name="T42" fmla="*/ 667 w 738"/>
                <a:gd name="T43" fmla="*/ 77 h 407"/>
                <a:gd name="T44" fmla="*/ 694 w 738"/>
                <a:gd name="T45" fmla="*/ 98 h 407"/>
                <a:gd name="T46" fmla="*/ 715 w 738"/>
                <a:gd name="T47" fmla="*/ 128 h 407"/>
                <a:gd name="T48" fmla="*/ 721 w 738"/>
                <a:gd name="T49" fmla="*/ 164 h 407"/>
                <a:gd name="T50" fmla="*/ 726 w 738"/>
                <a:gd name="T51" fmla="*/ 195 h 407"/>
                <a:gd name="T52" fmla="*/ 726 w 738"/>
                <a:gd name="T53" fmla="*/ 226 h 407"/>
                <a:gd name="T54" fmla="*/ 726 w 738"/>
                <a:gd name="T55" fmla="*/ 257 h 407"/>
                <a:gd name="T56" fmla="*/ 737 w 738"/>
                <a:gd name="T57" fmla="*/ 288 h 407"/>
                <a:gd name="T58" fmla="*/ 737 w 738"/>
                <a:gd name="T59" fmla="*/ 319 h 407"/>
                <a:gd name="T60" fmla="*/ 715 w 738"/>
                <a:gd name="T61" fmla="*/ 349 h 407"/>
                <a:gd name="T62" fmla="*/ 678 w 738"/>
                <a:gd name="T63" fmla="*/ 365 h 407"/>
                <a:gd name="T64" fmla="*/ 646 w 738"/>
                <a:gd name="T65" fmla="*/ 380 h 407"/>
                <a:gd name="T66" fmla="*/ 613 w 738"/>
                <a:gd name="T67" fmla="*/ 396 h 407"/>
                <a:gd name="T68" fmla="*/ 581 w 738"/>
                <a:gd name="T69" fmla="*/ 401 h 407"/>
                <a:gd name="T70" fmla="*/ 538 w 738"/>
                <a:gd name="T71" fmla="*/ 406 h 407"/>
                <a:gd name="T72" fmla="*/ 500 w 738"/>
                <a:gd name="T73" fmla="*/ 406 h 407"/>
                <a:gd name="T74" fmla="*/ 468 w 738"/>
                <a:gd name="T75" fmla="*/ 406 h 407"/>
                <a:gd name="T76" fmla="*/ 436 w 738"/>
                <a:gd name="T77" fmla="*/ 406 h 407"/>
                <a:gd name="T78" fmla="*/ 403 w 738"/>
                <a:gd name="T79" fmla="*/ 406 h 407"/>
                <a:gd name="T80" fmla="*/ 371 w 738"/>
                <a:gd name="T81" fmla="*/ 406 h 407"/>
                <a:gd name="T82" fmla="*/ 339 w 738"/>
                <a:gd name="T83" fmla="*/ 406 h 407"/>
                <a:gd name="T84" fmla="*/ 307 w 738"/>
                <a:gd name="T85" fmla="*/ 406 h 407"/>
                <a:gd name="T86" fmla="*/ 269 w 738"/>
                <a:gd name="T87" fmla="*/ 406 h 407"/>
                <a:gd name="T88" fmla="*/ 237 w 738"/>
                <a:gd name="T89" fmla="*/ 406 h 407"/>
                <a:gd name="T90" fmla="*/ 204 w 738"/>
                <a:gd name="T91" fmla="*/ 406 h 407"/>
                <a:gd name="T92" fmla="*/ 172 w 738"/>
                <a:gd name="T93" fmla="*/ 391 h 407"/>
                <a:gd name="T94" fmla="*/ 140 w 738"/>
                <a:gd name="T95" fmla="*/ 380 h 407"/>
                <a:gd name="T96" fmla="*/ 108 w 738"/>
                <a:gd name="T97" fmla="*/ 365 h 407"/>
                <a:gd name="T98" fmla="*/ 81 w 738"/>
                <a:gd name="T99" fmla="*/ 339 h 407"/>
                <a:gd name="T100" fmla="*/ 59 w 738"/>
                <a:gd name="T101" fmla="*/ 319 h 407"/>
                <a:gd name="T102" fmla="*/ 38 w 738"/>
                <a:gd name="T103" fmla="*/ 288 h 407"/>
                <a:gd name="T104" fmla="*/ 16 w 738"/>
                <a:gd name="T105" fmla="*/ 252 h 407"/>
                <a:gd name="T106" fmla="*/ 0 w 738"/>
                <a:gd name="T107" fmla="*/ 216 h 407"/>
                <a:gd name="T108" fmla="*/ 0 w 738"/>
                <a:gd name="T109" fmla="*/ 185 h 407"/>
                <a:gd name="T110" fmla="*/ 5 w 738"/>
                <a:gd name="T111" fmla="*/ 149 h 407"/>
                <a:gd name="T112" fmla="*/ 27 w 738"/>
                <a:gd name="T113" fmla="*/ 123 h 407"/>
                <a:gd name="T114" fmla="*/ 54 w 738"/>
                <a:gd name="T115" fmla="*/ 108 h 407"/>
                <a:gd name="T116" fmla="*/ 86 w 738"/>
                <a:gd name="T117" fmla="*/ 98 h 407"/>
                <a:gd name="T118" fmla="*/ 113 w 738"/>
                <a:gd name="T119" fmla="*/ 82 h 407"/>
                <a:gd name="T120" fmla="*/ 129 w 738"/>
                <a:gd name="T121" fmla="*/ 98 h 40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Lst>
              <a:rect l="0" t="0" r="r" b="b"/>
              <a:pathLst>
                <a:path w="738" h="407">
                  <a:moveTo>
                    <a:pt x="91" y="82"/>
                  </a:moveTo>
                  <a:lnTo>
                    <a:pt x="108" y="82"/>
                  </a:lnTo>
                  <a:lnTo>
                    <a:pt x="124" y="82"/>
                  </a:lnTo>
                  <a:lnTo>
                    <a:pt x="145" y="77"/>
                  </a:lnTo>
                  <a:lnTo>
                    <a:pt x="161" y="77"/>
                  </a:lnTo>
                  <a:lnTo>
                    <a:pt x="183" y="72"/>
                  </a:lnTo>
                  <a:lnTo>
                    <a:pt x="199" y="72"/>
                  </a:lnTo>
                  <a:lnTo>
                    <a:pt x="215" y="67"/>
                  </a:lnTo>
                  <a:lnTo>
                    <a:pt x="231" y="62"/>
                  </a:lnTo>
                  <a:lnTo>
                    <a:pt x="237" y="46"/>
                  </a:lnTo>
                  <a:lnTo>
                    <a:pt x="221" y="41"/>
                  </a:lnTo>
                  <a:lnTo>
                    <a:pt x="204" y="41"/>
                  </a:lnTo>
                  <a:lnTo>
                    <a:pt x="188" y="46"/>
                  </a:lnTo>
                  <a:lnTo>
                    <a:pt x="172" y="46"/>
                  </a:lnTo>
                  <a:lnTo>
                    <a:pt x="156" y="62"/>
                  </a:lnTo>
                  <a:lnTo>
                    <a:pt x="156" y="46"/>
                  </a:lnTo>
                  <a:lnTo>
                    <a:pt x="172" y="36"/>
                  </a:lnTo>
                  <a:lnTo>
                    <a:pt x="188" y="26"/>
                  </a:lnTo>
                  <a:lnTo>
                    <a:pt x="210" y="21"/>
                  </a:lnTo>
                  <a:lnTo>
                    <a:pt x="226" y="15"/>
                  </a:lnTo>
                  <a:lnTo>
                    <a:pt x="242" y="15"/>
                  </a:lnTo>
                  <a:lnTo>
                    <a:pt x="258" y="10"/>
                  </a:lnTo>
                  <a:lnTo>
                    <a:pt x="274" y="10"/>
                  </a:lnTo>
                  <a:lnTo>
                    <a:pt x="290" y="5"/>
                  </a:lnTo>
                  <a:lnTo>
                    <a:pt x="307" y="5"/>
                  </a:lnTo>
                  <a:lnTo>
                    <a:pt x="323" y="0"/>
                  </a:lnTo>
                  <a:lnTo>
                    <a:pt x="339" y="0"/>
                  </a:lnTo>
                  <a:lnTo>
                    <a:pt x="355" y="0"/>
                  </a:lnTo>
                  <a:lnTo>
                    <a:pt x="371" y="0"/>
                  </a:lnTo>
                  <a:lnTo>
                    <a:pt x="387" y="0"/>
                  </a:lnTo>
                  <a:lnTo>
                    <a:pt x="420" y="0"/>
                  </a:lnTo>
                  <a:lnTo>
                    <a:pt x="463" y="0"/>
                  </a:lnTo>
                  <a:lnTo>
                    <a:pt x="484" y="0"/>
                  </a:lnTo>
                  <a:lnTo>
                    <a:pt x="506" y="0"/>
                  </a:lnTo>
                  <a:lnTo>
                    <a:pt x="527" y="5"/>
                  </a:lnTo>
                  <a:lnTo>
                    <a:pt x="543" y="15"/>
                  </a:lnTo>
                  <a:lnTo>
                    <a:pt x="554" y="31"/>
                  </a:lnTo>
                  <a:lnTo>
                    <a:pt x="570" y="36"/>
                  </a:lnTo>
                  <a:lnTo>
                    <a:pt x="586" y="46"/>
                  </a:lnTo>
                  <a:lnTo>
                    <a:pt x="603" y="51"/>
                  </a:lnTo>
                  <a:lnTo>
                    <a:pt x="619" y="51"/>
                  </a:lnTo>
                  <a:lnTo>
                    <a:pt x="635" y="57"/>
                  </a:lnTo>
                  <a:lnTo>
                    <a:pt x="651" y="67"/>
                  </a:lnTo>
                  <a:lnTo>
                    <a:pt x="667" y="77"/>
                  </a:lnTo>
                  <a:lnTo>
                    <a:pt x="678" y="93"/>
                  </a:lnTo>
                  <a:lnTo>
                    <a:pt x="694" y="98"/>
                  </a:lnTo>
                  <a:lnTo>
                    <a:pt x="699" y="113"/>
                  </a:lnTo>
                  <a:lnTo>
                    <a:pt x="715" y="128"/>
                  </a:lnTo>
                  <a:lnTo>
                    <a:pt x="721" y="149"/>
                  </a:lnTo>
                  <a:lnTo>
                    <a:pt x="721" y="164"/>
                  </a:lnTo>
                  <a:lnTo>
                    <a:pt x="726" y="180"/>
                  </a:lnTo>
                  <a:lnTo>
                    <a:pt x="726" y="195"/>
                  </a:lnTo>
                  <a:lnTo>
                    <a:pt x="726" y="211"/>
                  </a:lnTo>
                  <a:lnTo>
                    <a:pt x="726" y="226"/>
                  </a:lnTo>
                  <a:lnTo>
                    <a:pt x="726" y="242"/>
                  </a:lnTo>
                  <a:lnTo>
                    <a:pt x="726" y="257"/>
                  </a:lnTo>
                  <a:lnTo>
                    <a:pt x="737" y="272"/>
                  </a:lnTo>
                  <a:lnTo>
                    <a:pt x="737" y="288"/>
                  </a:lnTo>
                  <a:lnTo>
                    <a:pt x="737" y="303"/>
                  </a:lnTo>
                  <a:lnTo>
                    <a:pt x="737" y="319"/>
                  </a:lnTo>
                  <a:lnTo>
                    <a:pt x="732" y="334"/>
                  </a:lnTo>
                  <a:lnTo>
                    <a:pt x="715" y="349"/>
                  </a:lnTo>
                  <a:lnTo>
                    <a:pt x="694" y="360"/>
                  </a:lnTo>
                  <a:lnTo>
                    <a:pt x="678" y="365"/>
                  </a:lnTo>
                  <a:lnTo>
                    <a:pt x="662" y="375"/>
                  </a:lnTo>
                  <a:lnTo>
                    <a:pt x="646" y="380"/>
                  </a:lnTo>
                  <a:lnTo>
                    <a:pt x="629" y="385"/>
                  </a:lnTo>
                  <a:lnTo>
                    <a:pt x="613" y="396"/>
                  </a:lnTo>
                  <a:lnTo>
                    <a:pt x="597" y="401"/>
                  </a:lnTo>
                  <a:lnTo>
                    <a:pt x="581" y="401"/>
                  </a:lnTo>
                  <a:lnTo>
                    <a:pt x="559" y="406"/>
                  </a:lnTo>
                  <a:lnTo>
                    <a:pt x="538" y="406"/>
                  </a:lnTo>
                  <a:lnTo>
                    <a:pt x="522" y="406"/>
                  </a:lnTo>
                  <a:lnTo>
                    <a:pt x="500" y="406"/>
                  </a:lnTo>
                  <a:lnTo>
                    <a:pt x="484" y="406"/>
                  </a:lnTo>
                  <a:lnTo>
                    <a:pt x="468" y="406"/>
                  </a:lnTo>
                  <a:lnTo>
                    <a:pt x="452" y="406"/>
                  </a:lnTo>
                  <a:lnTo>
                    <a:pt x="436" y="406"/>
                  </a:lnTo>
                  <a:lnTo>
                    <a:pt x="420" y="406"/>
                  </a:lnTo>
                  <a:lnTo>
                    <a:pt x="403" y="406"/>
                  </a:lnTo>
                  <a:lnTo>
                    <a:pt x="387" y="406"/>
                  </a:lnTo>
                  <a:lnTo>
                    <a:pt x="371" y="406"/>
                  </a:lnTo>
                  <a:lnTo>
                    <a:pt x="355" y="406"/>
                  </a:lnTo>
                  <a:lnTo>
                    <a:pt x="339" y="406"/>
                  </a:lnTo>
                  <a:lnTo>
                    <a:pt x="323" y="406"/>
                  </a:lnTo>
                  <a:lnTo>
                    <a:pt x="307" y="406"/>
                  </a:lnTo>
                  <a:lnTo>
                    <a:pt x="285" y="406"/>
                  </a:lnTo>
                  <a:lnTo>
                    <a:pt x="269" y="406"/>
                  </a:lnTo>
                  <a:lnTo>
                    <a:pt x="253" y="406"/>
                  </a:lnTo>
                  <a:lnTo>
                    <a:pt x="237" y="406"/>
                  </a:lnTo>
                  <a:lnTo>
                    <a:pt x="221" y="406"/>
                  </a:lnTo>
                  <a:lnTo>
                    <a:pt x="204" y="406"/>
                  </a:lnTo>
                  <a:lnTo>
                    <a:pt x="188" y="396"/>
                  </a:lnTo>
                  <a:lnTo>
                    <a:pt x="172" y="391"/>
                  </a:lnTo>
                  <a:lnTo>
                    <a:pt x="156" y="385"/>
                  </a:lnTo>
                  <a:lnTo>
                    <a:pt x="140" y="380"/>
                  </a:lnTo>
                  <a:lnTo>
                    <a:pt x="124" y="375"/>
                  </a:lnTo>
                  <a:lnTo>
                    <a:pt x="108" y="365"/>
                  </a:lnTo>
                  <a:lnTo>
                    <a:pt x="91" y="355"/>
                  </a:lnTo>
                  <a:lnTo>
                    <a:pt x="81" y="339"/>
                  </a:lnTo>
                  <a:lnTo>
                    <a:pt x="65" y="334"/>
                  </a:lnTo>
                  <a:lnTo>
                    <a:pt x="59" y="319"/>
                  </a:lnTo>
                  <a:lnTo>
                    <a:pt x="43" y="303"/>
                  </a:lnTo>
                  <a:lnTo>
                    <a:pt x="38" y="288"/>
                  </a:lnTo>
                  <a:lnTo>
                    <a:pt x="22" y="272"/>
                  </a:lnTo>
                  <a:lnTo>
                    <a:pt x="16" y="252"/>
                  </a:lnTo>
                  <a:lnTo>
                    <a:pt x="5" y="231"/>
                  </a:lnTo>
                  <a:lnTo>
                    <a:pt x="0" y="216"/>
                  </a:lnTo>
                  <a:lnTo>
                    <a:pt x="0" y="200"/>
                  </a:lnTo>
                  <a:lnTo>
                    <a:pt x="0" y="185"/>
                  </a:lnTo>
                  <a:lnTo>
                    <a:pt x="0" y="170"/>
                  </a:lnTo>
                  <a:lnTo>
                    <a:pt x="5" y="149"/>
                  </a:lnTo>
                  <a:lnTo>
                    <a:pt x="11" y="134"/>
                  </a:lnTo>
                  <a:lnTo>
                    <a:pt x="27" y="123"/>
                  </a:lnTo>
                  <a:lnTo>
                    <a:pt x="38" y="108"/>
                  </a:lnTo>
                  <a:lnTo>
                    <a:pt x="54" y="108"/>
                  </a:lnTo>
                  <a:lnTo>
                    <a:pt x="70" y="103"/>
                  </a:lnTo>
                  <a:lnTo>
                    <a:pt x="86" y="98"/>
                  </a:lnTo>
                  <a:lnTo>
                    <a:pt x="102" y="98"/>
                  </a:lnTo>
                  <a:lnTo>
                    <a:pt x="113" y="82"/>
                  </a:lnTo>
                  <a:lnTo>
                    <a:pt x="113" y="67"/>
                  </a:lnTo>
                  <a:lnTo>
                    <a:pt x="129" y="98"/>
                  </a:lnTo>
                </a:path>
              </a:pathLst>
            </a:custGeom>
            <a:solidFill>
              <a:srgbClr val="EAEAEA"/>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CC"/>
                </a:solidFill>
                <a:ea typeface="黑体" panose="02010609060101010101" pitchFamily="49" charset="-122"/>
              </a:endParaRPr>
            </a:p>
          </p:txBody>
        </p:sp>
        <p:sp>
          <p:nvSpPr>
            <p:cNvPr id="1055892" name="Freeform 149"/>
            <p:cNvSpPr>
              <a:spLocks noChangeArrowheads="1"/>
            </p:cNvSpPr>
            <p:nvPr/>
          </p:nvSpPr>
          <p:spPr bwMode="auto">
            <a:xfrm>
              <a:off x="3193" y="270"/>
              <a:ext cx="117" cy="118"/>
            </a:xfrm>
            <a:custGeom>
              <a:avLst/>
              <a:gdLst>
                <a:gd name="T0" fmla="*/ 5 w 117"/>
                <a:gd name="T1" fmla="*/ 66 h 118"/>
                <a:gd name="T2" fmla="*/ 0 w 117"/>
                <a:gd name="T3" fmla="*/ 51 h 118"/>
                <a:gd name="T4" fmla="*/ 0 w 117"/>
                <a:gd name="T5" fmla="*/ 36 h 118"/>
                <a:gd name="T6" fmla="*/ 16 w 117"/>
                <a:gd name="T7" fmla="*/ 25 h 118"/>
                <a:gd name="T8" fmla="*/ 32 w 117"/>
                <a:gd name="T9" fmla="*/ 15 h 118"/>
                <a:gd name="T10" fmla="*/ 47 w 117"/>
                <a:gd name="T11" fmla="*/ 0 h 118"/>
                <a:gd name="T12" fmla="*/ 63 w 117"/>
                <a:gd name="T13" fmla="*/ 0 h 118"/>
                <a:gd name="T14" fmla="*/ 79 w 117"/>
                <a:gd name="T15" fmla="*/ 0 h 118"/>
                <a:gd name="T16" fmla="*/ 84 w 117"/>
                <a:gd name="T17" fmla="*/ 15 h 118"/>
                <a:gd name="T18" fmla="*/ 95 w 117"/>
                <a:gd name="T19" fmla="*/ 31 h 118"/>
                <a:gd name="T20" fmla="*/ 105 w 117"/>
                <a:gd name="T21" fmla="*/ 46 h 118"/>
                <a:gd name="T22" fmla="*/ 111 w 117"/>
                <a:gd name="T23" fmla="*/ 61 h 118"/>
                <a:gd name="T24" fmla="*/ 116 w 117"/>
                <a:gd name="T25" fmla="*/ 76 h 118"/>
                <a:gd name="T26" fmla="*/ 116 w 117"/>
                <a:gd name="T27" fmla="*/ 92 h 118"/>
                <a:gd name="T28" fmla="*/ 116 w 117"/>
                <a:gd name="T29" fmla="*/ 107 h 118"/>
                <a:gd name="T30" fmla="*/ 100 w 117"/>
                <a:gd name="T31" fmla="*/ 117 h 118"/>
                <a:gd name="T32" fmla="*/ 84 w 117"/>
                <a:gd name="T33" fmla="*/ 117 h 118"/>
                <a:gd name="T34" fmla="*/ 69 w 117"/>
                <a:gd name="T35" fmla="*/ 117 h 118"/>
                <a:gd name="T36" fmla="*/ 53 w 117"/>
                <a:gd name="T37" fmla="*/ 117 h 118"/>
                <a:gd name="T38" fmla="*/ 37 w 117"/>
                <a:gd name="T39" fmla="*/ 112 h 118"/>
                <a:gd name="T40" fmla="*/ 21 w 117"/>
                <a:gd name="T41" fmla="*/ 102 h 118"/>
                <a:gd name="T42" fmla="*/ 11 w 117"/>
                <a:gd name="T43" fmla="*/ 86 h 118"/>
                <a:gd name="T44" fmla="*/ 5 w 117"/>
                <a:gd name="T45" fmla="*/ 71 h 118"/>
                <a:gd name="T46" fmla="*/ 5 w 117"/>
                <a:gd name="T47" fmla="*/ 66 h 1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117" h="118">
                  <a:moveTo>
                    <a:pt x="5" y="66"/>
                  </a:moveTo>
                  <a:lnTo>
                    <a:pt x="0" y="51"/>
                  </a:lnTo>
                  <a:lnTo>
                    <a:pt x="0" y="36"/>
                  </a:lnTo>
                  <a:lnTo>
                    <a:pt x="16" y="25"/>
                  </a:lnTo>
                  <a:lnTo>
                    <a:pt x="32" y="15"/>
                  </a:lnTo>
                  <a:lnTo>
                    <a:pt x="47" y="0"/>
                  </a:lnTo>
                  <a:lnTo>
                    <a:pt x="63" y="0"/>
                  </a:lnTo>
                  <a:lnTo>
                    <a:pt x="79" y="0"/>
                  </a:lnTo>
                  <a:lnTo>
                    <a:pt x="84" y="15"/>
                  </a:lnTo>
                  <a:lnTo>
                    <a:pt x="95" y="31"/>
                  </a:lnTo>
                  <a:lnTo>
                    <a:pt x="105" y="46"/>
                  </a:lnTo>
                  <a:lnTo>
                    <a:pt x="111" y="61"/>
                  </a:lnTo>
                  <a:lnTo>
                    <a:pt x="116" y="76"/>
                  </a:lnTo>
                  <a:lnTo>
                    <a:pt x="116" y="92"/>
                  </a:lnTo>
                  <a:lnTo>
                    <a:pt x="116" y="107"/>
                  </a:lnTo>
                  <a:lnTo>
                    <a:pt x="100" y="117"/>
                  </a:lnTo>
                  <a:lnTo>
                    <a:pt x="84" y="117"/>
                  </a:lnTo>
                  <a:lnTo>
                    <a:pt x="69" y="117"/>
                  </a:lnTo>
                  <a:lnTo>
                    <a:pt x="53" y="117"/>
                  </a:lnTo>
                  <a:lnTo>
                    <a:pt x="37" y="112"/>
                  </a:lnTo>
                  <a:lnTo>
                    <a:pt x="21" y="102"/>
                  </a:lnTo>
                  <a:lnTo>
                    <a:pt x="11" y="86"/>
                  </a:lnTo>
                  <a:lnTo>
                    <a:pt x="5" y="71"/>
                  </a:lnTo>
                  <a:lnTo>
                    <a:pt x="5" y="66"/>
                  </a:lnTo>
                </a:path>
              </a:pathLst>
            </a:custGeom>
            <a:solidFill>
              <a:srgbClr val="EAEAEA"/>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CC"/>
                </a:solidFill>
                <a:ea typeface="黑体" panose="02010609060101010101" pitchFamily="49" charset="-122"/>
              </a:endParaRPr>
            </a:p>
          </p:txBody>
        </p:sp>
        <p:sp>
          <p:nvSpPr>
            <p:cNvPr id="1055893" name="Freeform 150"/>
            <p:cNvSpPr>
              <a:spLocks noChangeArrowheads="1"/>
            </p:cNvSpPr>
            <p:nvPr/>
          </p:nvSpPr>
          <p:spPr bwMode="auto">
            <a:xfrm>
              <a:off x="3469" y="239"/>
              <a:ext cx="82" cy="87"/>
            </a:xfrm>
            <a:custGeom>
              <a:avLst/>
              <a:gdLst>
                <a:gd name="T0" fmla="*/ 0 w 82"/>
                <a:gd name="T1" fmla="*/ 0 h 87"/>
                <a:gd name="T2" fmla="*/ 16 w 82"/>
                <a:gd name="T3" fmla="*/ 10 h 87"/>
                <a:gd name="T4" fmla="*/ 32 w 82"/>
                <a:gd name="T5" fmla="*/ 20 h 87"/>
                <a:gd name="T6" fmla="*/ 49 w 82"/>
                <a:gd name="T7" fmla="*/ 20 h 87"/>
                <a:gd name="T8" fmla="*/ 65 w 82"/>
                <a:gd name="T9" fmla="*/ 30 h 87"/>
                <a:gd name="T10" fmla="*/ 76 w 82"/>
                <a:gd name="T11" fmla="*/ 46 h 87"/>
                <a:gd name="T12" fmla="*/ 81 w 82"/>
                <a:gd name="T13" fmla="*/ 61 h 87"/>
                <a:gd name="T14" fmla="*/ 81 w 82"/>
                <a:gd name="T15" fmla="*/ 76 h 87"/>
                <a:gd name="T16" fmla="*/ 65 w 82"/>
                <a:gd name="T17" fmla="*/ 86 h 87"/>
                <a:gd name="T18" fmla="*/ 49 w 82"/>
                <a:gd name="T19" fmla="*/ 86 h 87"/>
                <a:gd name="T20" fmla="*/ 27 w 82"/>
                <a:gd name="T21" fmla="*/ 81 h 87"/>
                <a:gd name="T22" fmla="*/ 11 w 82"/>
                <a:gd name="T23" fmla="*/ 71 h 87"/>
                <a:gd name="T24" fmla="*/ 5 w 82"/>
                <a:gd name="T25" fmla="*/ 56 h 87"/>
                <a:gd name="T26" fmla="*/ 0 w 82"/>
                <a:gd name="T27" fmla="*/ 40 h 87"/>
                <a:gd name="T28" fmla="*/ 0 w 82"/>
                <a:gd name="T29" fmla="*/ 25 h 87"/>
                <a:gd name="T30" fmla="*/ 11 w 82"/>
                <a:gd name="T31" fmla="*/ 10 h 87"/>
                <a:gd name="T32" fmla="*/ 0 w 82"/>
                <a:gd name="T33" fmla="*/ 0 h 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82" h="87">
                  <a:moveTo>
                    <a:pt x="0" y="0"/>
                  </a:moveTo>
                  <a:lnTo>
                    <a:pt x="16" y="10"/>
                  </a:lnTo>
                  <a:lnTo>
                    <a:pt x="32" y="20"/>
                  </a:lnTo>
                  <a:lnTo>
                    <a:pt x="49" y="20"/>
                  </a:lnTo>
                  <a:lnTo>
                    <a:pt x="65" y="30"/>
                  </a:lnTo>
                  <a:lnTo>
                    <a:pt x="76" y="46"/>
                  </a:lnTo>
                  <a:lnTo>
                    <a:pt x="81" y="61"/>
                  </a:lnTo>
                  <a:lnTo>
                    <a:pt x="81" y="76"/>
                  </a:lnTo>
                  <a:lnTo>
                    <a:pt x="65" y="86"/>
                  </a:lnTo>
                  <a:lnTo>
                    <a:pt x="49" y="86"/>
                  </a:lnTo>
                  <a:lnTo>
                    <a:pt x="27" y="81"/>
                  </a:lnTo>
                  <a:lnTo>
                    <a:pt x="11" y="71"/>
                  </a:lnTo>
                  <a:lnTo>
                    <a:pt x="5" y="56"/>
                  </a:lnTo>
                  <a:lnTo>
                    <a:pt x="0" y="40"/>
                  </a:lnTo>
                  <a:lnTo>
                    <a:pt x="0" y="25"/>
                  </a:lnTo>
                  <a:lnTo>
                    <a:pt x="11" y="10"/>
                  </a:lnTo>
                  <a:lnTo>
                    <a:pt x="0" y="0"/>
                  </a:lnTo>
                </a:path>
              </a:pathLst>
            </a:custGeom>
            <a:solidFill>
              <a:srgbClr val="EAEAEA"/>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CC"/>
                </a:solidFill>
                <a:ea typeface="黑体" panose="02010609060101010101" pitchFamily="49" charset="-122"/>
              </a:endParaRPr>
            </a:p>
          </p:txBody>
        </p:sp>
      </p:grpSp>
      <p:sp>
        <p:nvSpPr>
          <p:cNvPr id="1055894" name="Text Box 151"/>
          <p:cNvSpPr txBox="1">
            <a:spLocks noChangeArrowheads="1"/>
          </p:cNvSpPr>
          <p:nvPr/>
        </p:nvSpPr>
        <p:spPr bwMode="auto">
          <a:xfrm>
            <a:off x="4064000" y="4375150"/>
            <a:ext cx="623888"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zh-CN" altLang="en-US" sz="2000" b="1">
                <a:solidFill>
                  <a:srgbClr val="0000CC"/>
                </a:solidFill>
                <a:ea typeface="黑体" panose="02010609060101010101" pitchFamily="49" charset="-122"/>
              </a:rPr>
              <a:t>网</a:t>
            </a:r>
            <a:r>
              <a:rPr lang="zh-CN" altLang="en-US" sz="800" b="1">
                <a:solidFill>
                  <a:srgbClr val="0000CC"/>
                </a:solidFill>
                <a:ea typeface="黑体" panose="02010609060101010101" pitchFamily="49" charset="-122"/>
              </a:rPr>
              <a:t> </a:t>
            </a:r>
            <a:r>
              <a:rPr lang="en-US" altLang="zh-CN" sz="2000" b="1">
                <a:solidFill>
                  <a:srgbClr val="0000CC"/>
                </a:solidFill>
                <a:ea typeface="黑体" panose="02010609060101010101" pitchFamily="49" charset="-122"/>
              </a:rPr>
              <a:t>5</a:t>
            </a:r>
          </a:p>
        </p:txBody>
      </p:sp>
      <p:pic>
        <p:nvPicPr>
          <p:cNvPr id="1055895" name="Picture 152"/>
          <p:cNvPicPr>
            <a:picLocks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5229225" y="4560888"/>
            <a:ext cx="563563" cy="3984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055896" name="Text Box 153"/>
          <p:cNvSpPr txBox="1">
            <a:spLocks noChangeArrowheads="1"/>
          </p:cNvSpPr>
          <p:nvPr/>
        </p:nvSpPr>
        <p:spPr bwMode="auto">
          <a:xfrm>
            <a:off x="4910138" y="4248150"/>
            <a:ext cx="465137"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en-US" altLang="zh-CN" sz="2000" b="1">
                <a:solidFill>
                  <a:srgbClr val="0000CC"/>
                </a:solidFill>
                <a:ea typeface="黑体" panose="02010609060101010101" pitchFamily="49" charset="-122"/>
              </a:rPr>
              <a:t>R</a:t>
            </a:r>
            <a:r>
              <a:rPr lang="en-US" altLang="zh-CN" sz="2000" b="1" baseline="-25000">
                <a:solidFill>
                  <a:srgbClr val="0000CC"/>
                </a:solidFill>
                <a:ea typeface="黑体" panose="02010609060101010101" pitchFamily="49" charset="-122"/>
              </a:rPr>
              <a:t>8</a:t>
            </a:r>
          </a:p>
        </p:txBody>
      </p:sp>
      <p:pic>
        <p:nvPicPr>
          <p:cNvPr id="1055897" name="Picture 154"/>
          <p:cNvPicPr>
            <a:picLocks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5159375" y="3784600"/>
            <a:ext cx="565150" cy="314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055898" name="灯片编号占位符 3"/>
          <p:cNvSpPr>
            <a:spLocks noGrp="1" noChangeArrowheads="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1078C787-10C9-476B-BD76-716E276B9F4F}" type="slidenum">
              <a:rPr lang="zh-CN" altLang="en-US" smtClean="0"/>
              <a:pPr eaLnBrk="1" hangingPunct="1"/>
              <a:t>42</a:t>
            </a:fld>
            <a:endParaRPr lang="en-US" altLang="zh-CN" smtClean="0"/>
          </a:p>
        </p:txBody>
      </p:sp>
      <p:sp>
        <p:nvSpPr>
          <p:cNvPr id="1055899" name="页脚占位符 4"/>
          <p:cNvSpPr>
            <a:spLocks noGrp="1" noChangeArrowheads="1"/>
          </p:cNvSpPr>
          <p:nvPr>
            <p:ph type="ftr"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zh-CN" smtClean="0"/>
              <a:t>ppt课件</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35" presetClass="emph" presetSubtype="0" repeatCount="3000" fill="hold" grpId="0" nodeType="afterEffect">
                                  <p:stCondLst>
                                    <p:cond delay="0"/>
                                  </p:stCondLst>
                                  <p:childTnLst>
                                    <p:anim calcmode="discrete" valueType="str">
                                      <p:cBhvr>
                                        <p:cTn id="6" dur="1000" fill="hold"/>
                                        <p:tgtEl>
                                          <p:spTgt spid="587781"/>
                                        </p:tgtEl>
                                        <p:attrNameLst>
                                          <p:attrName>style.visibility</p:attrName>
                                        </p:attrNameLst>
                                      </p:cBhvr>
                                      <p:tavLst>
                                        <p:tav tm="0">
                                          <p:val>
                                            <p:strVal val="hidden"/>
                                          </p:val>
                                        </p:tav>
                                        <p:tav tm="50000">
                                          <p:val>
                                            <p:strVal val="visible"/>
                                          </p:val>
                                        </p:tav>
                                      </p:tavLst>
                                    </p:anim>
                                  </p:childTnLst>
                                </p:cTn>
                              </p:par>
                              <p:par>
                                <p:cTn id="7" presetID="35" presetClass="emph" presetSubtype="0" repeatCount="3000" fill="hold" grpId="0" nodeType="withEffect">
                                  <p:stCondLst>
                                    <p:cond delay="0"/>
                                  </p:stCondLst>
                                  <p:childTnLst>
                                    <p:anim calcmode="discrete" valueType="str">
                                      <p:cBhvr>
                                        <p:cTn id="8" dur="1000" fill="hold"/>
                                        <p:tgtEl>
                                          <p:spTgt spid="587888"/>
                                        </p:tgtEl>
                                        <p:attrNameLst>
                                          <p:attrName>style.visibility</p:attrName>
                                        </p:attrNameLst>
                                      </p:cBhvr>
                                      <p:tavLst>
                                        <p:tav tm="0">
                                          <p:val>
                                            <p:strVal val="hidden"/>
                                          </p:val>
                                        </p:tav>
                                        <p:tav tm="50000">
                                          <p:val>
                                            <p:strVal val="visible"/>
                                          </p:val>
                                        </p:tav>
                                      </p:tavLst>
                                    </p:anim>
                                  </p:childTnLst>
                                </p:cTn>
                              </p:par>
                              <p:par>
                                <p:cTn id="9" presetID="35" presetClass="emph" presetSubtype="0" repeatCount="3000" fill="hold" grpId="0" nodeType="withEffect">
                                  <p:stCondLst>
                                    <p:cond delay="0"/>
                                  </p:stCondLst>
                                  <p:childTnLst>
                                    <p:anim calcmode="discrete" valueType="str">
                                      <p:cBhvr>
                                        <p:cTn id="10" dur="1000" fill="hold"/>
                                        <p:tgtEl>
                                          <p:spTgt spid="587887"/>
                                        </p:tgtEl>
                                        <p:attrNameLst>
                                          <p:attrName>style.visibility</p:attrName>
                                        </p:attrNameLst>
                                      </p:cBhvr>
                                      <p:tavLst>
                                        <p:tav tm="0">
                                          <p:val>
                                            <p:strVal val="hidden"/>
                                          </p:val>
                                        </p:tav>
                                        <p:tav tm="50000">
                                          <p:val>
                                            <p:strVal val="visible"/>
                                          </p:val>
                                        </p:tav>
                                      </p:tavLst>
                                    </p:anim>
                                  </p:childTnLst>
                                </p:cTn>
                              </p:par>
                              <p:par>
                                <p:cTn id="11" presetID="35" presetClass="emph" presetSubtype="0" repeatCount="3000" fill="hold" grpId="0" nodeType="withEffect">
                                  <p:stCondLst>
                                    <p:cond delay="0"/>
                                  </p:stCondLst>
                                  <p:childTnLst>
                                    <p:anim calcmode="discrete" valueType="str">
                                      <p:cBhvr>
                                        <p:cTn id="12" dur="1000" fill="hold"/>
                                        <p:tgtEl>
                                          <p:spTgt spid="587884"/>
                                        </p:tgtEl>
                                        <p:attrNameLst>
                                          <p:attrName>style.visibility</p:attrName>
                                        </p:attrNameLst>
                                      </p:cBhvr>
                                      <p:tavLst>
                                        <p:tav tm="0">
                                          <p:val>
                                            <p:strVal val="hidden"/>
                                          </p:val>
                                        </p:tav>
                                        <p:tav tm="50000">
                                          <p:val>
                                            <p:strVal val="visible"/>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87781" grpId="0"/>
      <p:bldP spid="587884" grpId="0"/>
      <p:bldP spid="587887" grpId="0"/>
      <p:bldP spid="587888" grpId="0"/>
    </p:bld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57793" name="Rectangle 2"/>
          <p:cNvSpPr>
            <a:spLocks noGrp="1" noChangeArrowheads="1"/>
          </p:cNvSpPr>
          <p:nvPr>
            <p:ph type="title"/>
          </p:nvPr>
        </p:nvSpPr>
        <p:spPr>
          <a:xfrm>
            <a:off x="495300" y="188913"/>
            <a:ext cx="9066213" cy="792162"/>
          </a:xfrm>
        </p:spPr>
        <p:txBody>
          <a:bodyPr/>
          <a:lstStyle/>
          <a:p>
            <a:pPr algn="ctr"/>
            <a:r>
              <a:rPr lang="en-US" altLang="zh-CN" smtClean="0">
                <a:ea typeface="黑体" panose="02010609060101010101" pitchFamily="49" charset="-122"/>
              </a:rPr>
              <a:t>OSPF </a:t>
            </a:r>
            <a:r>
              <a:rPr lang="zh-CN" altLang="en-US" smtClean="0">
                <a:ea typeface="黑体" panose="02010609060101010101" pitchFamily="49" charset="-122"/>
              </a:rPr>
              <a:t>直接用 </a:t>
            </a:r>
            <a:r>
              <a:rPr lang="en-US" altLang="zh-CN" smtClean="0">
                <a:ea typeface="黑体" panose="02010609060101010101" pitchFamily="49" charset="-122"/>
              </a:rPr>
              <a:t>IP </a:t>
            </a:r>
            <a:r>
              <a:rPr lang="zh-CN" altLang="en-US" smtClean="0">
                <a:ea typeface="黑体" panose="02010609060101010101" pitchFamily="49" charset="-122"/>
              </a:rPr>
              <a:t>数据报传送 </a:t>
            </a:r>
          </a:p>
        </p:txBody>
      </p:sp>
      <p:sp>
        <p:nvSpPr>
          <p:cNvPr id="588803" name="Rectangle 3"/>
          <p:cNvSpPr>
            <a:spLocks noGrp="1" noChangeArrowheads="1"/>
          </p:cNvSpPr>
          <p:nvPr>
            <p:ph idx="1"/>
          </p:nvPr>
        </p:nvSpPr>
        <p:spPr>
          <a:xfrm>
            <a:off x="495300" y="1196975"/>
            <a:ext cx="9066213" cy="4933950"/>
          </a:xfrm>
        </p:spPr>
        <p:txBody>
          <a:bodyPr/>
          <a:lstStyle/>
          <a:p>
            <a:r>
              <a:rPr lang="en-US" altLang="zh-CN" dirty="0" smtClean="0">
                <a:solidFill>
                  <a:srgbClr val="FF0000"/>
                </a:solidFill>
                <a:ea typeface="黑体" panose="02010609060101010101" pitchFamily="49" charset="-122"/>
              </a:rPr>
              <a:t>OSPF </a:t>
            </a:r>
            <a:r>
              <a:rPr lang="zh-CN" altLang="en-US" dirty="0" smtClean="0">
                <a:solidFill>
                  <a:srgbClr val="FF0000"/>
                </a:solidFill>
                <a:ea typeface="黑体" panose="02010609060101010101" pitchFamily="49" charset="-122"/>
              </a:rPr>
              <a:t>不用 </a:t>
            </a:r>
            <a:r>
              <a:rPr lang="en-US" altLang="zh-CN" dirty="0" smtClean="0">
                <a:solidFill>
                  <a:srgbClr val="FF0000"/>
                </a:solidFill>
                <a:ea typeface="黑体" panose="02010609060101010101" pitchFamily="49" charset="-122"/>
              </a:rPr>
              <a:t>UDP </a:t>
            </a:r>
            <a:r>
              <a:rPr lang="zh-CN" altLang="en-US" dirty="0" smtClean="0">
                <a:solidFill>
                  <a:srgbClr val="FF0000"/>
                </a:solidFill>
                <a:ea typeface="黑体" panose="02010609060101010101" pitchFamily="49" charset="-122"/>
              </a:rPr>
              <a:t>而是直接用 </a:t>
            </a:r>
            <a:r>
              <a:rPr lang="en-US" altLang="zh-CN" dirty="0" smtClean="0">
                <a:solidFill>
                  <a:srgbClr val="FF0000"/>
                </a:solidFill>
                <a:ea typeface="黑体" panose="02010609060101010101" pitchFamily="49" charset="-122"/>
              </a:rPr>
              <a:t>IP </a:t>
            </a:r>
            <a:r>
              <a:rPr lang="zh-CN" altLang="en-US" dirty="0" smtClean="0">
                <a:solidFill>
                  <a:srgbClr val="FF0000"/>
                </a:solidFill>
                <a:ea typeface="黑体" panose="02010609060101010101" pitchFamily="49" charset="-122"/>
              </a:rPr>
              <a:t>数据报传送。</a:t>
            </a:r>
          </a:p>
          <a:p>
            <a:r>
              <a:rPr lang="en-US" altLang="zh-CN" dirty="0" smtClean="0">
                <a:ea typeface="黑体" panose="02010609060101010101" pitchFamily="49" charset="-122"/>
              </a:rPr>
              <a:t>OSPF </a:t>
            </a:r>
            <a:r>
              <a:rPr lang="zh-CN" altLang="en-US" dirty="0" smtClean="0">
                <a:ea typeface="黑体" panose="02010609060101010101" pitchFamily="49" charset="-122"/>
              </a:rPr>
              <a:t>构成的数据报很短。这样做可减少路由信息的通信量。</a:t>
            </a:r>
          </a:p>
          <a:p>
            <a:r>
              <a:rPr lang="zh-CN" altLang="en-US" dirty="0" smtClean="0">
                <a:ea typeface="黑体" panose="02010609060101010101" pitchFamily="49" charset="-122"/>
              </a:rPr>
              <a:t>数据报很短的另一好处是可以</a:t>
            </a:r>
            <a:r>
              <a:rPr lang="zh-CN" altLang="en-US" dirty="0" smtClean="0">
                <a:solidFill>
                  <a:srgbClr val="0000FF"/>
                </a:solidFill>
                <a:ea typeface="黑体" panose="02010609060101010101" pitchFamily="49" charset="-122"/>
              </a:rPr>
              <a:t>不必</a:t>
            </a:r>
            <a:r>
              <a:rPr lang="zh-CN" altLang="en-US" dirty="0" smtClean="0">
                <a:ea typeface="黑体" panose="02010609060101010101" pitchFamily="49" charset="-122"/>
              </a:rPr>
              <a:t>将长的数据报</a:t>
            </a:r>
            <a:r>
              <a:rPr lang="zh-CN" altLang="en-US" dirty="0" smtClean="0">
                <a:solidFill>
                  <a:srgbClr val="0000FF"/>
                </a:solidFill>
                <a:ea typeface="黑体" panose="02010609060101010101" pitchFamily="49" charset="-122"/>
              </a:rPr>
              <a:t>分片</a:t>
            </a:r>
            <a:r>
              <a:rPr lang="zh-CN" altLang="en-US" dirty="0" smtClean="0">
                <a:ea typeface="黑体" panose="02010609060101010101" pitchFamily="49" charset="-122"/>
              </a:rPr>
              <a:t>传送。</a:t>
            </a:r>
            <a:endParaRPr lang="en-US" altLang="zh-CN" dirty="0" smtClean="0">
              <a:ea typeface="黑体" panose="02010609060101010101" pitchFamily="49" charset="-122"/>
            </a:endParaRPr>
          </a:p>
          <a:p>
            <a:r>
              <a:rPr lang="zh-CN" altLang="en-US" dirty="0" smtClean="0">
                <a:ea typeface="黑体" panose="02010609060101010101" pitchFamily="49" charset="-122"/>
              </a:rPr>
              <a:t>但分片传送的数据报只要丢失一个，就无法组装成原来的数据报，而整个数据报就必须重传。 </a:t>
            </a:r>
          </a:p>
        </p:txBody>
      </p:sp>
      <p:sp>
        <p:nvSpPr>
          <p:cNvPr id="1057795" name="灯片编号占位符 3"/>
          <p:cNvSpPr>
            <a:spLocks noGrp="1" noChangeArrowheads="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69EFE15A-D5BC-4426-A7EB-BB4C79DBDCB9}" type="slidenum">
              <a:rPr lang="zh-CN" altLang="en-US" smtClean="0"/>
              <a:pPr eaLnBrk="1" hangingPunct="1"/>
              <a:t>43</a:t>
            </a:fld>
            <a:endParaRPr lang="en-US" altLang="zh-CN" smtClean="0"/>
          </a:p>
        </p:txBody>
      </p:sp>
      <p:sp>
        <p:nvSpPr>
          <p:cNvPr id="1057796" name="页脚占位符 4"/>
          <p:cNvSpPr>
            <a:spLocks noGrp="1" noChangeArrowheads="1"/>
          </p:cNvSpPr>
          <p:nvPr>
            <p:ph type="ftr"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zh-CN" smtClean="0"/>
              <a:t>ppt课件</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88803">
                                            <p:txEl>
                                              <p:pRg st="1" end="1"/>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588803">
                                            <p:txEl>
                                              <p:pRg st="2" end="2"/>
                                            </p:txEl>
                                          </p:spTgt>
                                        </p:tgtEl>
                                        <p:attrNameLst>
                                          <p:attrName>style.visibility</p:attrName>
                                        </p:attrNameLst>
                                      </p:cBhvr>
                                      <p:to>
                                        <p:strVal val="visible"/>
                                      </p:to>
                                    </p:set>
                                  </p:childTnLst>
                                </p:cTn>
                              </p:par>
                            </p:childTnLst>
                          </p:cTn>
                        </p:par>
                        <p:par>
                          <p:cTn id="11" fill="hold" nodeType="afterGroup">
                            <p:stCondLst>
                              <p:cond delay="1"/>
                            </p:stCondLst>
                            <p:childTnLst>
                              <p:par>
                                <p:cTn id="12" presetID="1" presetClass="entr" presetSubtype="0" fill="hold" grpId="0" nodeType="afterEffect">
                                  <p:stCondLst>
                                    <p:cond delay="0"/>
                                  </p:stCondLst>
                                  <p:childTnLst>
                                    <p:set>
                                      <p:cBhvr>
                                        <p:cTn id="13" dur="1" fill="hold">
                                          <p:stCondLst>
                                            <p:cond delay="0"/>
                                          </p:stCondLst>
                                        </p:cTn>
                                        <p:tgtEl>
                                          <p:spTgt spid="588803">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88803" grpId="0" build="p"/>
    </p:bld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61889" name="AutoShape 47"/>
          <p:cNvSpPr>
            <a:spLocks noChangeArrowheads="1"/>
          </p:cNvSpPr>
          <p:nvPr/>
        </p:nvSpPr>
        <p:spPr bwMode="auto">
          <a:xfrm>
            <a:off x="1670050" y="5322888"/>
            <a:ext cx="758825" cy="227012"/>
          </a:xfrm>
          <a:prstGeom prst="leftArrow">
            <a:avLst>
              <a:gd name="adj1" fmla="val 50000"/>
              <a:gd name="adj2" fmla="val 77129"/>
            </a:avLst>
          </a:prstGeom>
          <a:solidFill>
            <a:srgbClr val="C00000"/>
          </a:solidFill>
          <a:ln w="9525">
            <a:solidFill>
              <a:srgbClr val="C00000"/>
            </a:solidFill>
            <a:miter lim="800000"/>
            <a:headEnd/>
            <a:tailEnd/>
          </a:ln>
        </p:spPr>
        <p:txBody>
          <a:bodyPr wrap="none" anchor="ctr"/>
          <a:lstStyle/>
          <a:p>
            <a:pPr eaLnBrk="0" hangingPunct="0"/>
            <a:endParaRPr lang="zh-CN" altLang="en-US" b="1">
              <a:solidFill>
                <a:srgbClr val="0000CC"/>
              </a:solidFill>
              <a:ea typeface="黑体" panose="02010609060101010101" pitchFamily="49" charset="-122"/>
            </a:endParaRPr>
          </a:p>
        </p:txBody>
      </p:sp>
      <p:sp>
        <p:nvSpPr>
          <p:cNvPr id="1061890" name="Line 2"/>
          <p:cNvSpPr>
            <a:spLocks noChangeShapeType="1"/>
          </p:cNvSpPr>
          <p:nvPr/>
        </p:nvSpPr>
        <p:spPr bwMode="auto">
          <a:xfrm>
            <a:off x="2347913" y="6043613"/>
            <a:ext cx="6213475" cy="0"/>
          </a:xfrm>
          <a:prstGeom prst="line">
            <a:avLst/>
          </a:prstGeom>
          <a:noFill/>
          <a:ln w="9525">
            <a:solidFill>
              <a:schemeClr val="tx1"/>
            </a:solidFill>
            <a:round/>
            <a:headEnd type="triangle" w="sm" len="lg"/>
            <a:tailEnd type="triangle" w="sm" len="lg"/>
          </a:ln>
          <a:extLst>
            <a:ext uri="{909E8E84-426E-40DD-AFC4-6F175D3DCCD1}">
              <a14:hiddenFill xmlns:a14="http://schemas.microsoft.com/office/drawing/2010/main">
                <a:noFill/>
              </a14:hiddenFill>
            </a:ext>
          </a:extLst>
        </p:spPr>
        <p:txBody>
          <a:bodyPr wrap="none" anchor="ctr"/>
          <a:lstStyle/>
          <a:p>
            <a:pPr eaLnBrk="0" hangingPunct="0"/>
            <a:endParaRPr lang="zh-CN" altLang="en-US" b="1">
              <a:solidFill>
                <a:srgbClr val="0000CC"/>
              </a:solidFill>
              <a:ea typeface="黑体" panose="02010609060101010101" pitchFamily="49" charset="-122"/>
            </a:endParaRPr>
          </a:p>
        </p:txBody>
      </p:sp>
      <p:sp>
        <p:nvSpPr>
          <p:cNvPr id="1061891" name="Text Box 3"/>
          <p:cNvSpPr txBox="1">
            <a:spLocks noChangeArrowheads="1"/>
          </p:cNvSpPr>
          <p:nvPr/>
        </p:nvSpPr>
        <p:spPr bwMode="auto">
          <a:xfrm>
            <a:off x="4770438" y="5789613"/>
            <a:ext cx="1266825" cy="400050"/>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en-US" altLang="zh-CN" sz="2000" b="1">
                <a:solidFill>
                  <a:srgbClr val="0000CC"/>
                </a:solidFill>
                <a:ea typeface="黑体" panose="02010609060101010101" pitchFamily="49" charset="-122"/>
              </a:rPr>
              <a:t>IP </a:t>
            </a:r>
            <a:r>
              <a:rPr lang="zh-CN" altLang="en-US" sz="2000" b="1">
                <a:solidFill>
                  <a:srgbClr val="0000CC"/>
                </a:solidFill>
                <a:ea typeface="黑体" panose="02010609060101010101" pitchFamily="49" charset="-122"/>
              </a:rPr>
              <a:t>数据报</a:t>
            </a:r>
          </a:p>
        </p:txBody>
      </p:sp>
      <p:sp>
        <p:nvSpPr>
          <p:cNvPr id="1061892" name="Rectangle 4"/>
          <p:cNvSpPr>
            <a:spLocks noGrp="1" noChangeArrowheads="1"/>
          </p:cNvSpPr>
          <p:nvPr>
            <p:ph type="title" idx="4294967295"/>
          </p:nvPr>
        </p:nvSpPr>
        <p:spPr>
          <a:xfrm>
            <a:off x="560388" y="44450"/>
            <a:ext cx="9066212" cy="792163"/>
          </a:xfrm>
        </p:spPr>
        <p:txBody>
          <a:bodyPr/>
          <a:lstStyle/>
          <a:p>
            <a:pPr algn="ctr"/>
            <a:r>
              <a:rPr lang="en-US" altLang="zh-CN" smtClean="0">
                <a:ea typeface="黑体" panose="02010609060101010101" pitchFamily="49" charset="-122"/>
              </a:rPr>
              <a:t>OSPF </a:t>
            </a:r>
            <a:r>
              <a:rPr lang="zh-CN" altLang="en-US" smtClean="0">
                <a:ea typeface="黑体" panose="02010609060101010101" pitchFamily="49" charset="-122"/>
              </a:rPr>
              <a:t>分组 </a:t>
            </a:r>
          </a:p>
        </p:txBody>
      </p:sp>
      <p:sp>
        <p:nvSpPr>
          <p:cNvPr id="1061893" name="Freeform 5"/>
          <p:cNvSpPr>
            <a:spLocks noChangeArrowheads="1"/>
          </p:cNvSpPr>
          <p:nvPr/>
        </p:nvSpPr>
        <p:spPr bwMode="auto">
          <a:xfrm>
            <a:off x="796925" y="3556000"/>
            <a:ext cx="8769350" cy="592138"/>
          </a:xfrm>
          <a:custGeom>
            <a:avLst/>
            <a:gdLst>
              <a:gd name="T0" fmla="*/ 48 w 4608"/>
              <a:gd name="T1" fmla="*/ 0 h 576"/>
              <a:gd name="T2" fmla="*/ 4608 w 4608"/>
              <a:gd name="T3" fmla="*/ 0 h 576"/>
              <a:gd name="T4" fmla="*/ 2208 w 4608"/>
              <a:gd name="T5" fmla="*/ 576 h 576"/>
              <a:gd name="T6" fmla="*/ 1152 w 4608"/>
              <a:gd name="T7" fmla="*/ 576 h 576"/>
              <a:gd name="T8" fmla="*/ 0 w 4608"/>
              <a:gd name="T9" fmla="*/ 0 h 576"/>
            </a:gdLst>
            <a:ahLst/>
            <a:cxnLst>
              <a:cxn ang="0">
                <a:pos x="T0" y="T1"/>
              </a:cxn>
              <a:cxn ang="0">
                <a:pos x="T2" y="T3"/>
              </a:cxn>
              <a:cxn ang="0">
                <a:pos x="T4" y="T5"/>
              </a:cxn>
              <a:cxn ang="0">
                <a:pos x="T6" y="T7"/>
              </a:cxn>
              <a:cxn ang="0">
                <a:pos x="T8" y="T9"/>
              </a:cxn>
            </a:cxnLst>
            <a:rect l="0" t="0" r="r" b="b"/>
            <a:pathLst>
              <a:path w="4608" h="576">
                <a:moveTo>
                  <a:pt x="48" y="0"/>
                </a:moveTo>
                <a:lnTo>
                  <a:pt x="4608" y="0"/>
                </a:lnTo>
                <a:lnTo>
                  <a:pt x="2208" y="576"/>
                </a:lnTo>
                <a:lnTo>
                  <a:pt x="1152" y="576"/>
                </a:lnTo>
                <a:lnTo>
                  <a:pt x="0" y="0"/>
                </a:lnTo>
              </a:path>
            </a:pathLst>
          </a:custGeom>
          <a:gradFill rotWithShape="1">
            <a:gsLst>
              <a:gs pos="0">
                <a:srgbClr val="7C8F9B"/>
              </a:gs>
              <a:gs pos="100000">
                <a:srgbClr val="CCECFF"/>
              </a:gs>
            </a:gsLst>
            <a:lin ang="540000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CC"/>
              </a:solidFill>
              <a:ea typeface="黑体" panose="02010609060101010101" pitchFamily="49" charset="-122"/>
            </a:endParaRPr>
          </a:p>
        </p:txBody>
      </p:sp>
      <p:sp>
        <p:nvSpPr>
          <p:cNvPr id="1061894" name="Freeform 6"/>
          <p:cNvSpPr>
            <a:spLocks noChangeArrowheads="1"/>
          </p:cNvSpPr>
          <p:nvPr/>
        </p:nvSpPr>
        <p:spPr bwMode="auto">
          <a:xfrm>
            <a:off x="3036888" y="4751388"/>
            <a:ext cx="6164262" cy="407987"/>
          </a:xfrm>
          <a:custGeom>
            <a:avLst/>
            <a:gdLst>
              <a:gd name="T0" fmla="*/ 0 w 3240"/>
              <a:gd name="T1" fmla="*/ 0 h 369"/>
              <a:gd name="T2" fmla="*/ 564 w 3240"/>
              <a:gd name="T3" fmla="*/ 369 h 369"/>
              <a:gd name="T4" fmla="*/ 2922 w 3240"/>
              <a:gd name="T5" fmla="*/ 363 h 369"/>
              <a:gd name="T6" fmla="*/ 3240 w 3240"/>
              <a:gd name="T7" fmla="*/ 9 h 369"/>
              <a:gd name="T8" fmla="*/ 0 w 3240"/>
              <a:gd name="T9" fmla="*/ 3 h 369"/>
            </a:gdLst>
            <a:ahLst/>
            <a:cxnLst>
              <a:cxn ang="0">
                <a:pos x="T0" y="T1"/>
              </a:cxn>
              <a:cxn ang="0">
                <a:pos x="T2" y="T3"/>
              </a:cxn>
              <a:cxn ang="0">
                <a:pos x="T4" y="T5"/>
              </a:cxn>
              <a:cxn ang="0">
                <a:pos x="T6" y="T7"/>
              </a:cxn>
              <a:cxn ang="0">
                <a:pos x="T8" y="T9"/>
              </a:cxn>
            </a:cxnLst>
            <a:rect l="0" t="0" r="r" b="b"/>
            <a:pathLst>
              <a:path w="3240" h="369">
                <a:moveTo>
                  <a:pt x="0" y="0"/>
                </a:moveTo>
                <a:lnTo>
                  <a:pt x="564" y="369"/>
                </a:lnTo>
                <a:lnTo>
                  <a:pt x="2922" y="363"/>
                </a:lnTo>
                <a:lnTo>
                  <a:pt x="3240" y="9"/>
                </a:lnTo>
                <a:lnTo>
                  <a:pt x="0" y="3"/>
                </a:lnTo>
              </a:path>
            </a:pathLst>
          </a:custGeom>
          <a:gradFill rotWithShape="1">
            <a:gsLst>
              <a:gs pos="0">
                <a:srgbClr val="B994B9"/>
              </a:gs>
              <a:gs pos="100000">
                <a:srgbClr val="FFCCFF"/>
              </a:gs>
            </a:gsLst>
            <a:lin ang="540000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CC"/>
              </a:solidFill>
              <a:ea typeface="黑体" panose="02010609060101010101" pitchFamily="49" charset="-122"/>
            </a:endParaRPr>
          </a:p>
        </p:txBody>
      </p:sp>
      <p:sp>
        <p:nvSpPr>
          <p:cNvPr id="1061895" name="Rectangle 7"/>
          <p:cNvSpPr>
            <a:spLocks noChangeArrowheads="1"/>
          </p:cNvSpPr>
          <p:nvPr/>
        </p:nvSpPr>
        <p:spPr bwMode="auto">
          <a:xfrm>
            <a:off x="2347913" y="5159375"/>
            <a:ext cx="6213475" cy="590550"/>
          </a:xfrm>
          <a:prstGeom prst="rect">
            <a:avLst/>
          </a:prstGeom>
          <a:solidFill>
            <a:schemeClr val="bg1"/>
          </a:solidFill>
          <a:ln w="19050">
            <a:solidFill>
              <a:srgbClr val="333399"/>
            </a:solidFill>
            <a:miter lim="800000"/>
            <a:headEnd/>
            <a:tailEnd/>
          </a:ln>
          <a:effectLst>
            <a:outerShdw dist="35921" dir="2700000" algn="ctr" rotWithShape="0">
              <a:schemeClr val="bg2"/>
            </a:outerShdw>
          </a:effectLst>
        </p:spPr>
        <p:txBody>
          <a:bodyPr wrap="none" anchor="ctr"/>
          <a:lstStyle/>
          <a:p>
            <a:pPr eaLnBrk="0" hangingPunct="0"/>
            <a:endParaRPr lang="zh-CN" altLang="en-US" b="1">
              <a:solidFill>
                <a:srgbClr val="0000CC"/>
              </a:solidFill>
              <a:ea typeface="黑体" panose="02010609060101010101" pitchFamily="49" charset="-122"/>
            </a:endParaRPr>
          </a:p>
        </p:txBody>
      </p:sp>
      <p:sp>
        <p:nvSpPr>
          <p:cNvPr id="1061896" name="Rectangle 8"/>
          <p:cNvSpPr>
            <a:spLocks noChangeArrowheads="1"/>
          </p:cNvSpPr>
          <p:nvPr/>
        </p:nvSpPr>
        <p:spPr bwMode="auto">
          <a:xfrm>
            <a:off x="4094163" y="5176838"/>
            <a:ext cx="4459287" cy="579437"/>
          </a:xfrm>
          <a:prstGeom prst="rect">
            <a:avLst/>
          </a:prstGeom>
          <a:solidFill>
            <a:srgbClr val="FFCCFF"/>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eaLnBrk="0" hangingPunct="0"/>
            <a:endParaRPr lang="zh-CN" altLang="en-US" b="1">
              <a:solidFill>
                <a:srgbClr val="0000CC"/>
              </a:solidFill>
              <a:ea typeface="黑体" panose="02010609060101010101" pitchFamily="49" charset="-122"/>
            </a:endParaRPr>
          </a:p>
        </p:txBody>
      </p:sp>
      <p:sp>
        <p:nvSpPr>
          <p:cNvPr id="1061897" name="Line 9"/>
          <p:cNvSpPr>
            <a:spLocks noChangeShapeType="1"/>
          </p:cNvSpPr>
          <p:nvPr/>
        </p:nvSpPr>
        <p:spPr bwMode="auto">
          <a:xfrm>
            <a:off x="4084638" y="5159375"/>
            <a:ext cx="0" cy="59055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b="1">
              <a:solidFill>
                <a:srgbClr val="0000CC"/>
              </a:solidFill>
              <a:ea typeface="黑体" panose="02010609060101010101" pitchFamily="49" charset="-122"/>
            </a:endParaRPr>
          </a:p>
        </p:txBody>
      </p:sp>
      <p:sp>
        <p:nvSpPr>
          <p:cNvPr id="1061898" name="Text Box 10"/>
          <p:cNvSpPr txBox="1">
            <a:spLocks noChangeArrowheads="1"/>
          </p:cNvSpPr>
          <p:nvPr/>
        </p:nvSpPr>
        <p:spPr bwMode="auto">
          <a:xfrm>
            <a:off x="2301875" y="5262563"/>
            <a:ext cx="1735138"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en-US" altLang="zh-CN" sz="2000" b="1">
                <a:solidFill>
                  <a:srgbClr val="0000CC"/>
                </a:solidFill>
                <a:ea typeface="黑体" panose="02010609060101010101" pitchFamily="49" charset="-122"/>
              </a:rPr>
              <a:t>IP</a:t>
            </a:r>
            <a:r>
              <a:rPr lang="zh-CN" altLang="zh-CN" sz="2000" b="1">
                <a:solidFill>
                  <a:srgbClr val="0000CC"/>
                </a:solidFill>
                <a:ea typeface="黑体" panose="02010609060101010101" pitchFamily="49" charset="-122"/>
              </a:rPr>
              <a:t>数据报首部</a:t>
            </a:r>
            <a:endParaRPr lang="zh-CN" altLang="en-US" sz="2000" b="1">
              <a:solidFill>
                <a:srgbClr val="0000CC"/>
              </a:solidFill>
              <a:ea typeface="黑体" panose="02010609060101010101" pitchFamily="49" charset="-122"/>
            </a:endParaRPr>
          </a:p>
        </p:txBody>
      </p:sp>
      <p:sp>
        <p:nvSpPr>
          <p:cNvPr id="1061899" name="Text Box 11"/>
          <p:cNvSpPr txBox="1">
            <a:spLocks noChangeArrowheads="1"/>
          </p:cNvSpPr>
          <p:nvPr/>
        </p:nvSpPr>
        <p:spPr bwMode="auto">
          <a:xfrm>
            <a:off x="5351463" y="5260975"/>
            <a:ext cx="1470025"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en-US" altLang="zh-CN" sz="2000" b="1">
                <a:solidFill>
                  <a:srgbClr val="0000CC"/>
                </a:solidFill>
                <a:ea typeface="黑体" panose="02010609060101010101" pitchFamily="49" charset="-122"/>
              </a:rPr>
              <a:t>OSPF </a:t>
            </a:r>
            <a:r>
              <a:rPr lang="zh-CN" altLang="en-US" sz="2000" b="1">
                <a:solidFill>
                  <a:srgbClr val="0000CC"/>
                </a:solidFill>
                <a:ea typeface="黑体" panose="02010609060101010101" pitchFamily="49" charset="-122"/>
              </a:rPr>
              <a:t>分组</a:t>
            </a:r>
          </a:p>
        </p:txBody>
      </p:sp>
      <p:sp>
        <p:nvSpPr>
          <p:cNvPr id="1061900" name="Rectangle 12"/>
          <p:cNvSpPr>
            <a:spLocks noChangeArrowheads="1"/>
          </p:cNvSpPr>
          <p:nvPr/>
        </p:nvSpPr>
        <p:spPr bwMode="auto">
          <a:xfrm>
            <a:off x="2989263" y="4148138"/>
            <a:ext cx="6211887" cy="590550"/>
          </a:xfrm>
          <a:prstGeom prst="rect">
            <a:avLst/>
          </a:prstGeom>
          <a:solidFill>
            <a:srgbClr val="CCECFF"/>
          </a:solidFill>
          <a:ln w="19050">
            <a:solidFill>
              <a:schemeClr val="tx1"/>
            </a:solidFill>
            <a:miter lim="800000"/>
            <a:headEnd/>
            <a:tailEnd/>
          </a:ln>
          <a:effectLst>
            <a:outerShdw dist="35921" dir="2700000" algn="ctr" rotWithShape="0">
              <a:schemeClr val="bg2"/>
            </a:outerShdw>
          </a:effectLst>
        </p:spPr>
        <p:txBody>
          <a:bodyPr wrap="none" anchor="ctr"/>
          <a:lstStyle/>
          <a:p>
            <a:pPr eaLnBrk="0" hangingPunct="0"/>
            <a:endParaRPr lang="zh-CN" altLang="en-US" b="1">
              <a:solidFill>
                <a:srgbClr val="0000CC"/>
              </a:solidFill>
              <a:ea typeface="黑体" panose="02010609060101010101" pitchFamily="49" charset="-122"/>
            </a:endParaRPr>
          </a:p>
        </p:txBody>
      </p:sp>
      <p:sp>
        <p:nvSpPr>
          <p:cNvPr id="1061901" name="Line 13"/>
          <p:cNvSpPr>
            <a:spLocks noChangeShapeType="1"/>
          </p:cNvSpPr>
          <p:nvPr/>
        </p:nvSpPr>
        <p:spPr bwMode="auto">
          <a:xfrm>
            <a:off x="8561388" y="5749925"/>
            <a:ext cx="0" cy="369888"/>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b="1">
              <a:solidFill>
                <a:srgbClr val="0000CC"/>
              </a:solidFill>
              <a:ea typeface="黑体" panose="02010609060101010101" pitchFamily="49" charset="-122"/>
            </a:endParaRPr>
          </a:p>
        </p:txBody>
      </p:sp>
      <p:sp>
        <p:nvSpPr>
          <p:cNvPr id="1061902" name="Rectangle 14"/>
          <p:cNvSpPr>
            <a:spLocks noChangeArrowheads="1"/>
          </p:cNvSpPr>
          <p:nvPr/>
        </p:nvSpPr>
        <p:spPr bwMode="auto">
          <a:xfrm>
            <a:off x="5010150" y="4176713"/>
            <a:ext cx="4183063" cy="558800"/>
          </a:xfrm>
          <a:prstGeom prst="rect">
            <a:avLst/>
          </a:prstGeom>
          <a:solidFill>
            <a:srgbClr val="FFFF99"/>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eaLnBrk="0" hangingPunct="0"/>
            <a:endParaRPr lang="zh-CN" altLang="en-US" b="1">
              <a:solidFill>
                <a:srgbClr val="0000CC"/>
              </a:solidFill>
              <a:ea typeface="黑体" panose="02010609060101010101" pitchFamily="49" charset="-122"/>
            </a:endParaRPr>
          </a:p>
        </p:txBody>
      </p:sp>
      <p:sp>
        <p:nvSpPr>
          <p:cNvPr id="1061903" name="Line 15"/>
          <p:cNvSpPr>
            <a:spLocks noChangeShapeType="1"/>
          </p:cNvSpPr>
          <p:nvPr/>
        </p:nvSpPr>
        <p:spPr bwMode="auto">
          <a:xfrm>
            <a:off x="5000625" y="4148138"/>
            <a:ext cx="0" cy="59055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b="1">
              <a:solidFill>
                <a:srgbClr val="0000CC"/>
              </a:solidFill>
              <a:ea typeface="黑体" panose="02010609060101010101" pitchFamily="49" charset="-122"/>
            </a:endParaRPr>
          </a:p>
        </p:txBody>
      </p:sp>
      <p:sp>
        <p:nvSpPr>
          <p:cNvPr id="1061904" name="Text Box 16"/>
          <p:cNvSpPr txBox="1">
            <a:spLocks noChangeArrowheads="1"/>
          </p:cNvSpPr>
          <p:nvPr/>
        </p:nvSpPr>
        <p:spPr bwMode="auto">
          <a:xfrm>
            <a:off x="2917825" y="4233863"/>
            <a:ext cx="1985963"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en-US" altLang="zh-CN" sz="2000" b="1">
                <a:solidFill>
                  <a:srgbClr val="0000CC"/>
                </a:solidFill>
                <a:ea typeface="黑体" panose="02010609060101010101" pitchFamily="49" charset="-122"/>
              </a:rPr>
              <a:t>OSPF </a:t>
            </a:r>
            <a:r>
              <a:rPr lang="zh-CN" altLang="en-US" sz="2000" b="1">
                <a:solidFill>
                  <a:srgbClr val="0000CC"/>
                </a:solidFill>
                <a:ea typeface="黑体" panose="02010609060101010101" pitchFamily="49" charset="-122"/>
              </a:rPr>
              <a:t>分组首部</a:t>
            </a:r>
          </a:p>
        </p:txBody>
      </p:sp>
      <p:sp>
        <p:nvSpPr>
          <p:cNvPr id="1061905" name="Text Box 17"/>
          <p:cNvSpPr txBox="1">
            <a:spLocks noChangeArrowheads="1"/>
          </p:cNvSpPr>
          <p:nvPr/>
        </p:nvSpPr>
        <p:spPr bwMode="auto">
          <a:xfrm>
            <a:off x="5180013" y="4233863"/>
            <a:ext cx="3657600"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zh-CN" altLang="en-US" sz="2000" b="1">
                <a:solidFill>
                  <a:srgbClr val="0000CC"/>
                </a:solidFill>
                <a:ea typeface="黑体" panose="02010609060101010101" pitchFamily="49" charset="-122"/>
              </a:rPr>
              <a:t>类型 </a:t>
            </a:r>
            <a:r>
              <a:rPr lang="en-US" altLang="zh-CN" sz="2000" b="1">
                <a:solidFill>
                  <a:srgbClr val="0000CC"/>
                </a:solidFill>
                <a:ea typeface="黑体" panose="02010609060101010101" pitchFamily="49" charset="-122"/>
              </a:rPr>
              <a:t>1 </a:t>
            </a:r>
            <a:r>
              <a:rPr lang="zh-CN" altLang="en-US" sz="2000" b="1">
                <a:solidFill>
                  <a:srgbClr val="0000CC"/>
                </a:solidFill>
                <a:ea typeface="黑体" panose="02010609060101010101" pitchFamily="49" charset="-122"/>
              </a:rPr>
              <a:t>至类型 </a:t>
            </a:r>
            <a:r>
              <a:rPr lang="en-US" altLang="zh-CN" sz="2000" b="1">
                <a:solidFill>
                  <a:srgbClr val="0000CC"/>
                </a:solidFill>
                <a:ea typeface="黑体" panose="02010609060101010101" pitchFamily="49" charset="-122"/>
              </a:rPr>
              <a:t>5 </a:t>
            </a:r>
            <a:r>
              <a:rPr lang="zh-CN" altLang="en-US" sz="2000" b="1">
                <a:solidFill>
                  <a:srgbClr val="0000CC"/>
                </a:solidFill>
                <a:ea typeface="黑体" panose="02010609060101010101" pitchFamily="49" charset="-122"/>
              </a:rPr>
              <a:t>的 </a:t>
            </a:r>
            <a:r>
              <a:rPr lang="en-US" altLang="zh-CN" sz="2000" b="1">
                <a:solidFill>
                  <a:srgbClr val="0000CC"/>
                </a:solidFill>
                <a:ea typeface="黑体" panose="02010609060101010101" pitchFamily="49" charset="-122"/>
              </a:rPr>
              <a:t>OSPF </a:t>
            </a:r>
            <a:r>
              <a:rPr lang="zh-CN" altLang="en-US" sz="2000" b="1">
                <a:solidFill>
                  <a:srgbClr val="0000CC"/>
                </a:solidFill>
                <a:ea typeface="黑体" panose="02010609060101010101" pitchFamily="49" charset="-122"/>
              </a:rPr>
              <a:t>分组</a:t>
            </a:r>
          </a:p>
        </p:txBody>
      </p:sp>
      <p:sp>
        <p:nvSpPr>
          <p:cNvPr id="1061906" name="Line 18"/>
          <p:cNvSpPr>
            <a:spLocks noChangeShapeType="1"/>
          </p:cNvSpPr>
          <p:nvPr/>
        </p:nvSpPr>
        <p:spPr bwMode="auto">
          <a:xfrm>
            <a:off x="2347913" y="5822950"/>
            <a:ext cx="0" cy="296863"/>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b="1">
              <a:solidFill>
                <a:srgbClr val="0000CC"/>
              </a:solidFill>
              <a:ea typeface="黑体" panose="02010609060101010101" pitchFamily="49" charset="-122"/>
            </a:endParaRPr>
          </a:p>
        </p:txBody>
      </p:sp>
      <p:sp>
        <p:nvSpPr>
          <p:cNvPr id="1061907" name="Line 19"/>
          <p:cNvSpPr>
            <a:spLocks noChangeShapeType="1"/>
          </p:cNvSpPr>
          <p:nvPr/>
        </p:nvSpPr>
        <p:spPr bwMode="auto">
          <a:xfrm>
            <a:off x="2989263" y="3817938"/>
            <a:ext cx="0" cy="295275"/>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b="1">
              <a:solidFill>
                <a:srgbClr val="0000CC"/>
              </a:solidFill>
              <a:ea typeface="黑体" panose="02010609060101010101" pitchFamily="49" charset="-122"/>
            </a:endParaRPr>
          </a:p>
        </p:txBody>
      </p:sp>
      <p:sp>
        <p:nvSpPr>
          <p:cNvPr id="1061908" name="Line 20"/>
          <p:cNvSpPr>
            <a:spLocks noChangeShapeType="1"/>
          </p:cNvSpPr>
          <p:nvPr/>
        </p:nvSpPr>
        <p:spPr bwMode="auto">
          <a:xfrm>
            <a:off x="5000625" y="3817938"/>
            <a:ext cx="0" cy="295275"/>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b="1">
              <a:solidFill>
                <a:srgbClr val="0000CC"/>
              </a:solidFill>
              <a:ea typeface="黑体" panose="02010609060101010101" pitchFamily="49" charset="-122"/>
            </a:endParaRPr>
          </a:p>
        </p:txBody>
      </p:sp>
      <p:sp>
        <p:nvSpPr>
          <p:cNvPr id="1061909" name="Line 21"/>
          <p:cNvSpPr>
            <a:spLocks noChangeShapeType="1"/>
          </p:cNvSpPr>
          <p:nvPr/>
        </p:nvSpPr>
        <p:spPr bwMode="auto">
          <a:xfrm flipV="1">
            <a:off x="4449763" y="3959225"/>
            <a:ext cx="542925" cy="0"/>
          </a:xfrm>
          <a:prstGeom prst="line">
            <a:avLst/>
          </a:prstGeom>
          <a:noFill/>
          <a:ln w="9525">
            <a:solidFill>
              <a:schemeClr val="tx1"/>
            </a:solidFill>
            <a:round/>
            <a:headEnd type="none" w="sm" len="lg"/>
            <a:tailEnd type="triangle" w="sm" len="med"/>
          </a:ln>
          <a:extLst>
            <a:ext uri="{909E8E84-426E-40DD-AFC4-6F175D3DCCD1}">
              <a14:hiddenFill xmlns:a14="http://schemas.microsoft.com/office/drawing/2010/main">
                <a:noFill/>
              </a14:hiddenFill>
            </a:ext>
          </a:extLst>
        </p:spPr>
        <p:txBody>
          <a:bodyPr wrap="none" anchor="ctr"/>
          <a:lstStyle/>
          <a:p>
            <a:pPr eaLnBrk="0" hangingPunct="0"/>
            <a:endParaRPr lang="zh-CN" altLang="en-US" b="1">
              <a:solidFill>
                <a:srgbClr val="0000CC"/>
              </a:solidFill>
              <a:ea typeface="黑体" panose="02010609060101010101" pitchFamily="49" charset="-122"/>
            </a:endParaRPr>
          </a:p>
        </p:txBody>
      </p:sp>
      <p:sp>
        <p:nvSpPr>
          <p:cNvPr id="1061910" name="Text Box 22"/>
          <p:cNvSpPr txBox="1">
            <a:spLocks noChangeArrowheads="1"/>
          </p:cNvSpPr>
          <p:nvPr/>
        </p:nvSpPr>
        <p:spPr bwMode="auto">
          <a:xfrm>
            <a:off x="3444875" y="3719513"/>
            <a:ext cx="1090613"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en-US" altLang="zh-CN" sz="2000" b="1">
                <a:solidFill>
                  <a:srgbClr val="0000CC"/>
                </a:solidFill>
                <a:ea typeface="黑体" panose="02010609060101010101" pitchFamily="49" charset="-122"/>
              </a:rPr>
              <a:t>24 </a:t>
            </a:r>
            <a:r>
              <a:rPr lang="zh-CN" altLang="en-US" sz="2000" b="1">
                <a:solidFill>
                  <a:srgbClr val="0000CC"/>
                </a:solidFill>
                <a:ea typeface="黑体" panose="02010609060101010101" pitchFamily="49" charset="-122"/>
              </a:rPr>
              <a:t>字节</a:t>
            </a:r>
          </a:p>
        </p:txBody>
      </p:sp>
      <p:sp>
        <p:nvSpPr>
          <p:cNvPr id="1061911" name="Rectangle 23"/>
          <p:cNvSpPr>
            <a:spLocks noChangeArrowheads="1"/>
          </p:cNvSpPr>
          <p:nvPr/>
        </p:nvSpPr>
        <p:spPr bwMode="auto">
          <a:xfrm>
            <a:off x="814388" y="1323975"/>
            <a:ext cx="8751887" cy="2232025"/>
          </a:xfrm>
          <a:prstGeom prst="rect">
            <a:avLst/>
          </a:prstGeom>
          <a:solidFill>
            <a:srgbClr val="CCECFF"/>
          </a:solidFill>
          <a:ln w="9525">
            <a:solidFill>
              <a:srgbClr val="333399"/>
            </a:solidFill>
            <a:miter lim="800000"/>
            <a:headEnd/>
            <a:tailEnd/>
          </a:ln>
          <a:effectLst>
            <a:outerShdw dist="35921" dir="2700000" algn="ctr" rotWithShape="0">
              <a:schemeClr val="bg2"/>
            </a:outerShdw>
          </a:effectLst>
        </p:spPr>
        <p:txBody>
          <a:bodyPr wrap="none" anchor="ctr"/>
          <a:lstStyle/>
          <a:p>
            <a:pPr eaLnBrk="0" hangingPunct="0"/>
            <a:endParaRPr lang="zh-CN" altLang="en-US" b="1">
              <a:solidFill>
                <a:srgbClr val="0000CC"/>
              </a:solidFill>
              <a:ea typeface="黑体" panose="02010609060101010101" pitchFamily="49" charset="-122"/>
            </a:endParaRPr>
          </a:p>
        </p:txBody>
      </p:sp>
      <p:sp>
        <p:nvSpPr>
          <p:cNvPr id="1061912" name="Line 24"/>
          <p:cNvSpPr>
            <a:spLocks noChangeShapeType="1"/>
          </p:cNvSpPr>
          <p:nvPr/>
        </p:nvSpPr>
        <p:spPr bwMode="auto">
          <a:xfrm>
            <a:off x="804863" y="1708150"/>
            <a:ext cx="8767762" cy="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b="1">
              <a:solidFill>
                <a:srgbClr val="0000CC"/>
              </a:solidFill>
              <a:ea typeface="黑体" panose="02010609060101010101" pitchFamily="49" charset="-122"/>
            </a:endParaRPr>
          </a:p>
        </p:txBody>
      </p:sp>
      <p:sp>
        <p:nvSpPr>
          <p:cNvPr id="1061913" name="Line 25"/>
          <p:cNvSpPr>
            <a:spLocks noChangeShapeType="1"/>
          </p:cNvSpPr>
          <p:nvPr/>
        </p:nvSpPr>
        <p:spPr bwMode="auto">
          <a:xfrm>
            <a:off x="804863" y="2076450"/>
            <a:ext cx="8767762" cy="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b="1">
              <a:solidFill>
                <a:srgbClr val="0000CC"/>
              </a:solidFill>
              <a:ea typeface="黑体" panose="02010609060101010101" pitchFamily="49" charset="-122"/>
            </a:endParaRPr>
          </a:p>
        </p:txBody>
      </p:sp>
      <p:sp>
        <p:nvSpPr>
          <p:cNvPr id="1061914" name="Line 26"/>
          <p:cNvSpPr>
            <a:spLocks noChangeShapeType="1"/>
          </p:cNvSpPr>
          <p:nvPr/>
        </p:nvSpPr>
        <p:spPr bwMode="auto">
          <a:xfrm>
            <a:off x="804863" y="2447925"/>
            <a:ext cx="8767762" cy="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b="1">
              <a:solidFill>
                <a:srgbClr val="0000CC"/>
              </a:solidFill>
              <a:ea typeface="黑体" panose="02010609060101010101" pitchFamily="49" charset="-122"/>
            </a:endParaRPr>
          </a:p>
        </p:txBody>
      </p:sp>
      <p:sp>
        <p:nvSpPr>
          <p:cNvPr id="1061915" name="Line 27"/>
          <p:cNvSpPr>
            <a:spLocks noChangeShapeType="1"/>
          </p:cNvSpPr>
          <p:nvPr/>
        </p:nvSpPr>
        <p:spPr bwMode="auto">
          <a:xfrm>
            <a:off x="804863" y="2816225"/>
            <a:ext cx="8767762" cy="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b="1">
              <a:solidFill>
                <a:srgbClr val="0000CC"/>
              </a:solidFill>
              <a:ea typeface="黑体" panose="02010609060101010101" pitchFamily="49" charset="-122"/>
            </a:endParaRPr>
          </a:p>
        </p:txBody>
      </p:sp>
      <p:sp>
        <p:nvSpPr>
          <p:cNvPr id="1061916" name="Line 28"/>
          <p:cNvSpPr>
            <a:spLocks noChangeShapeType="1"/>
          </p:cNvSpPr>
          <p:nvPr/>
        </p:nvSpPr>
        <p:spPr bwMode="auto">
          <a:xfrm>
            <a:off x="804863" y="3187700"/>
            <a:ext cx="8767762" cy="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b="1">
              <a:solidFill>
                <a:srgbClr val="0000CC"/>
              </a:solidFill>
              <a:ea typeface="黑体" panose="02010609060101010101" pitchFamily="49" charset="-122"/>
            </a:endParaRPr>
          </a:p>
        </p:txBody>
      </p:sp>
      <p:sp>
        <p:nvSpPr>
          <p:cNvPr id="1061917" name="Line 29"/>
          <p:cNvSpPr>
            <a:spLocks noChangeShapeType="1"/>
          </p:cNvSpPr>
          <p:nvPr/>
        </p:nvSpPr>
        <p:spPr bwMode="auto">
          <a:xfrm>
            <a:off x="2989263" y="1330325"/>
            <a:ext cx="0" cy="377825"/>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b="1">
              <a:solidFill>
                <a:srgbClr val="0000CC"/>
              </a:solidFill>
              <a:ea typeface="黑体" panose="02010609060101010101" pitchFamily="49" charset="-122"/>
            </a:endParaRPr>
          </a:p>
        </p:txBody>
      </p:sp>
      <p:sp>
        <p:nvSpPr>
          <p:cNvPr id="1061918" name="Line 30"/>
          <p:cNvSpPr>
            <a:spLocks noChangeShapeType="1"/>
          </p:cNvSpPr>
          <p:nvPr/>
        </p:nvSpPr>
        <p:spPr bwMode="auto">
          <a:xfrm>
            <a:off x="5175250" y="1330325"/>
            <a:ext cx="7938" cy="377825"/>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b="1">
              <a:solidFill>
                <a:srgbClr val="0000CC"/>
              </a:solidFill>
              <a:ea typeface="黑体" panose="02010609060101010101" pitchFamily="49" charset="-122"/>
            </a:endParaRPr>
          </a:p>
        </p:txBody>
      </p:sp>
      <p:sp>
        <p:nvSpPr>
          <p:cNvPr id="1061919" name="Rectangle 31"/>
          <p:cNvSpPr>
            <a:spLocks noChangeArrowheads="1"/>
          </p:cNvSpPr>
          <p:nvPr/>
        </p:nvSpPr>
        <p:spPr bwMode="auto">
          <a:xfrm>
            <a:off x="752475" y="923925"/>
            <a:ext cx="325438" cy="3984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488" tIns="44450" rIns="90488" bIns="44450">
            <a:spAutoFit/>
          </a:bodyPr>
          <a:lstStyle>
            <a:lvl1pPr defTabSz="762000" eaLnBrk="0" hangingPunct="0">
              <a:defRPr>
                <a:solidFill>
                  <a:schemeClr val="tx1"/>
                </a:solidFill>
                <a:latin typeface="Arial" panose="020B0604020202020204" pitchFamily="34" charset="0"/>
              </a:defRPr>
            </a:lvl1pPr>
            <a:lvl2pPr defTabSz="762000" eaLnBrk="0" hangingPunct="0">
              <a:defRPr>
                <a:solidFill>
                  <a:schemeClr val="tx1"/>
                </a:solidFill>
                <a:latin typeface="Arial" panose="020B0604020202020204" pitchFamily="34" charset="0"/>
              </a:defRPr>
            </a:lvl2pPr>
            <a:lvl3pPr defTabSz="762000" eaLnBrk="0" hangingPunct="0">
              <a:defRPr>
                <a:solidFill>
                  <a:schemeClr val="tx1"/>
                </a:solidFill>
                <a:latin typeface="Arial" panose="020B0604020202020204" pitchFamily="34" charset="0"/>
              </a:defRPr>
            </a:lvl3pPr>
            <a:lvl4pPr defTabSz="762000" eaLnBrk="0" hangingPunct="0">
              <a:defRPr>
                <a:solidFill>
                  <a:schemeClr val="tx1"/>
                </a:solidFill>
                <a:latin typeface="Arial" panose="020B0604020202020204" pitchFamily="34" charset="0"/>
              </a:defRPr>
            </a:lvl4pPr>
            <a:lvl5pPr defTabSz="762000" eaLnBrk="0" hangingPunct="0">
              <a:defRPr>
                <a:solidFill>
                  <a:schemeClr val="tx1"/>
                </a:solidFill>
                <a:latin typeface="Arial" panose="020B0604020202020204" pitchFamily="34" charset="0"/>
              </a:defRPr>
            </a:lvl5pPr>
            <a:lvl6pPr defTabSz="762000" eaLnBrk="0" fontAlgn="base" hangingPunct="0">
              <a:spcBef>
                <a:spcPct val="0"/>
              </a:spcBef>
              <a:spcAft>
                <a:spcPct val="0"/>
              </a:spcAft>
              <a:defRPr>
                <a:solidFill>
                  <a:schemeClr val="tx1"/>
                </a:solidFill>
                <a:latin typeface="Arial" panose="020B0604020202020204" pitchFamily="34" charset="0"/>
              </a:defRPr>
            </a:lvl6pPr>
            <a:lvl7pPr defTabSz="762000" eaLnBrk="0" fontAlgn="base" hangingPunct="0">
              <a:spcBef>
                <a:spcPct val="0"/>
              </a:spcBef>
              <a:spcAft>
                <a:spcPct val="0"/>
              </a:spcAft>
              <a:defRPr>
                <a:solidFill>
                  <a:schemeClr val="tx1"/>
                </a:solidFill>
                <a:latin typeface="Arial" panose="020B0604020202020204" pitchFamily="34" charset="0"/>
              </a:defRPr>
            </a:lvl7pPr>
            <a:lvl8pPr defTabSz="762000" eaLnBrk="0" fontAlgn="base" hangingPunct="0">
              <a:spcBef>
                <a:spcPct val="0"/>
              </a:spcBef>
              <a:spcAft>
                <a:spcPct val="0"/>
              </a:spcAft>
              <a:defRPr>
                <a:solidFill>
                  <a:schemeClr val="tx1"/>
                </a:solidFill>
                <a:latin typeface="Arial" panose="020B0604020202020204" pitchFamily="34" charset="0"/>
              </a:defRPr>
            </a:lvl8pPr>
            <a:lvl9pPr defTabSz="762000" eaLnBrk="0" fontAlgn="base" hangingPunct="0">
              <a:spcBef>
                <a:spcPct val="0"/>
              </a:spcBef>
              <a:spcAft>
                <a:spcPct val="0"/>
              </a:spcAft>
              <a:defRPr>
                <a:solidFill>
                  <a:schemeClr val="tx1"/>
                </a:solidFill>
                <a:latin typeface="Arial" panose="020B0604020202020204" pitchFamily="34" charset="0"/>
              </a:defRPr>
            </a:lvl9pPr>
          </a:lstStyle>
          <a:p>
            <a:r>
              <a:rPr lang="en-US" altLang="zh-CN" sz="2000" b="1">
                <a:solidFill>
                  <a:srgbClr val="0000CC"/>
                </a:solidFill>
                <a:ea typeface="黑体" panose="02010609060101010101" pitchFamily="49" charset="-122"/>
              </a:rPr>
              <a:t>0</a:t>
            </a:r>
          </a:p>
        </p:txBody>
      </p:sp>
      <p:sp>
        <p:nvSpPr>
          <p:cNvPr id="1061920" name="Rectangle 32"/>
          <p:cNvSpPr>
            <a:spLocks noChangeArrowheads="1"/>
          </p:cNvSpPr>
          <p:nvPr/>
        </p:nvSpPr>
        <p:spPr bwMode="auto">
          <a:xfrm>
            <a:off x="2898775" y="923925"/>
            <a:ext cx="325438" cy="3984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488" tIns="44450" rIns="90488" bIns="44450">
            <a:spAutoFit/>
          </a:bodyPr>
          <a:lstStyle>
            <a:lvl1pPr defTabSz="762000" eaLnBrk="0" hangingPunct="0">
              <a:defRPr>
                <a:solidFill>
                  <a:schemeClr val="tx1"/>
                </a:solidFill>
                <a:latin typeface="Arial" panose="020B0604020202020204" pitchFamily="34" charset="0"/>
              </a:defRPr>
            </a:lvl1pPr>
            <a:lvl2pPr defTabSz="762000" eaLnBrk="0" hangingPunct="0">
              <a:defRPr>
                <a:solidFill>
                  <a:schemeClr val="tx1"/>
                </a:solidFill>
                <a:latin typeface="Arial" panose="020B0604020202020204" pitchFamily="34" charset="0"/>
              </a:defRPr>
            </a:lvl2pPr>
            <a:lvl3pPr defTabSz="762000" eaLnBrk="0" hangingPunct="0">
              <a:defRPr>
                <a:solidFill>
                  <a:schemeClr val="tx1"/>
                </a:solidFill>
                <a:latin typeface="Arial" panose="020B0604020202020204" pitchFamily="34" charset="0"/>
              </a:defRPr>
            </a:lvl3pPr>
            <a:lvl4pPr defTabSz="762000" eaLnBrk="0" hangingPunct="0">
              <a:defRPr>
                <a:solidFill>
                  <a:schemeClr val="tx1"/>
                </a:solidFill>
                <a:latin typeface="Arial" panose="020B0604020202020204" pitchFamily="34" charset="0"/>
              </a:defRPr>
            </a:lvl4pPr>
            <a:lvl5pPr defTabSz="762000" eaLnBrk="0" hangingPunct="0">
              <a:defRPr>
                <a:solidFill>
                  <a:schemeClr val="tx1"/>
                </a:solidFill>
                <a:latin typeface="Arial" panose="020B0604020202020204" pitchFamily="34" charset="0"/>
              </a:defRPr>
            </a:lvl5pPr>
            <a:lvl6pPr defTabSz="762000" eaLnBrk="0" fontAlgn="base" hangingPunct="0">
              <a:spcBef>
                <a:spcPct val="0"/>
              </a:spcBef>
              <a:spcAft>
                <a:spcPct val="0"/>
              </a:spcAft>
              <a:defRPr>
                <a:solidFill>
                  <a:schemeClr val="tx1"/>
                </a:solidFill>
                <a:latin typeface="Arial" panose="020B0604020202020204" pitchFamily="34" charset="0"/>
              </a:defRPr>
            </a:lvl6pPr>
            <a:lvl7pPr defTabSz="762000" eaLnBrk="0" fontAlgn="base" hangingPunct="0">
              <a:spcBef>
                <a:spcPct val="0"/>
              </a:spcBef>
              <a:spcAft>
                <a:spcPct val="0"/>
              </a:spcAft>
              <a:defRPr>
                <a:solidFill>
                  <a:schemeClr val="tx1"/>
                </a:solidFill>
                <a:latin typeface="Arial" panose="020B0604020202020204" pitchFamily="34" charset="0"/>
              </a:defRPr>
            </a:lvl7pPr>
            <a:lvl8pPr defTabSz="762000" eaLnBrk="0" fontAlgn="base" hangingPunct="0">
              <a:spcBef>
                <a:spcPct val="0"/>
              </a:spcBef>
              <a:spcAft>
                <a:spcPct val="0"/>
              </a:spcAft>
              <a:defRPr>
                <a:solidFill>
                  <a:schemeClr val="tx1"/>
                </a:solidFill>
                <a:latin typeface="Arial" panose="020B0604020202020204" pitchFamily="34" charset="0"/>
              </a:defRPr>
            </a:lvl8pPr>
            <a:lvl9pPr defTabSz="762000" eaLnBrk="0" fontAlgn="base" hangingPunct="0">
              <a:spcBef>
                <a:spcPct val="0"/>
              </a:spcBef>
              <a:spcAft>
                <a:spcPct val="0"/>
              </a:spcAft>
              <a:defRPr>
                <a:solidFill>
                  <a:schemeClr val="tx1"/>
                </a:solidFill>
                <a:latin typeface="Arial" panose="020B0604020202020204" pitchFamily="34" charset="0"/>
              </a:defRPr>
            </a:lvl9pPr>
          </a:lstStyle>
          <a:p>
            <a:r>
              <a:rPr lang="en-US" altLang="zh-CN" sz="2000" b="1">
                <a:solidFill>
                  <a:srgbClr val="0000CC"/>
                </a:solidFill>
                <a:ea typeface="黑体" panose="02010609060101010101" pitchFamily="49" charset="-122"/>
              </a:rPr>
              <a:t>8</a:t>
            </a:r>
          </a:p>
        </p:txBody>
      </p:sp>
      <p:sp>
        <p:nvSpPr>
          <p:cNvPr id="1061921" name="Rectangle 33"/>
          <p:cNvSpPr>
            <a:spLocks noChangeArrowheads="1"/>
          </p:cNvSpPr>
          <p:nvPr/>
        </p:nvSpPr>
        <p:spPr bwMode="auto">
          <a:xfrm>
            <a:off x="5067300" y="923925"/>
            <a:ext cx="468313" cy="3984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488" tIns="44450" rIns="90488" bIns="44450">
            <a:spAutoFit/>
          </a:bodyPr>
          <a:lstStyle>
            <a:lvl1pPr defTabSz="762000" eaLnBrk="0" hangingPunct="0">
              <a:defRPr>
                <a:solidFill>
                  <a:schemeClr val="tx1"/>
                </a:solidFill>
                <a:latin typeface="Arial" panose="020B0604020202020204" pitchFamily="34" charset="0"/>
              </a:defRPr>
            </a:lvl1pPr>
            <a:lvl2pPr defTabSz="762000" eaLnBrk="0" hangingPunct="0">
              <a:defRPr>
                <a:solidFill>
                  <a:schemeClr val="tx1"/>
                </a:solidFill>
                <a:latin typeface="Arial" panose="020B0604020202020204" pitchFamily="34" charset="0"/>
              </a:defRPr>
            </a:lvl2pPr>
            <a:lvl3pPr defTabSz="762000" eaLnBrk="0" hangingPunct="0">
              <a:defRPr>
                <a:solidFill>
                  <a:schemeClr val="tx1"/>
                </a:solidFill>
                <a:latin typeface="Arial" panose="020B0604020202020204" pitchFamily="34" charset="0"/>
              </a:defRPr>
            </a:lvl3pPr>
            <a:lvl4pPr defTabSz="762000" eaLnBrk="0" hangingPunct="0">
              <a:defRPr>
                <a:solidFill>
                  <a:schemeClr val="tx1"/>
                </a:solidFill>
                <a:latin typeface="Arial" panose="020B0604020202020204" pitchFamily="34" charset="0"/>
              </a:defRPr>
            </a:lvl4pPr>
            <a:lvl5pPr defTabSz="762000" eaLnBrk="0" hangingPunct="0">
              <a:defRPr>
                <a:solidFill>
                  <a:schemeClr val="tx1"/>
                </a:solidFill>
                <a:latin typeface="Arial" panose="020B0604020202020204" pitchFamily="34" charset="0"/>
              </a:defRPr>
            </a:lvl5pPr>
            <a:lvl6pPr defTabSz="762000" eaLnBrk="0" fontAlgn="base" hangingPunct="0">
              <a:spcBef>
                <a:spcPct val="0"/>
              </a:spcBef>
              <a:spcAft>
                <a:spcPct val="0"/>
              </a:spcAft>
              <a:defRPr>
                <a:solidFill>
                  <a:schemeClr val="tx1"/>
                </a:solidFill>
                <a:latin typeface="Arial" panose="020B0604020202020204" pitchFamily="34" charset="0"/>
              </a:defRPr>
            </a:lvl6pPr>
            <a:lvl7pPr defTabSz="762000" eaLnBrk="0" fontAlgn="base" hangingPunct="0">
              <a:spcBef>
                <a:spcPct val="0"/>
              </a:spcBef>
              <a:spcAft>
                <a:spcPct val="0"/>
              </a:spcAft>
              <a:defRPr>
                <a:solidFill>
                  <a:schemeClr val="tx1"/>
                </a:solidFill>
                <a:latin typeface="Arial" panose="020B0604020202020204" pitchFamily="34" charset="0"/>
              </a:defRPr>
            </a:lvl7pPr>
            <a:lvl8pPr defTabSz="762000" eaLnBrk="0" fontAlgn="base" hangingPunct="0">
              <a:spcBef>
                <a:spcPct val="0"/>
              </a:spcBef>
              <a:spcAft>
                <a:spcPct val="0"/>
              </a:spcAft>
              <a:defRPr>
                <a:solidFill>
                  <a:schemeClr val="tx1"/>
                </a:solidFill>
                <a:latin typeface="Arial" panose="020B0604020202020204" pitchFamily="34" charset="0"/>
              </a:defRPr>
            </a:lvl8pPr>
            <a:lvl9pPr defTabSz="762000" eaLnBrk="0" fontAlgn="base" hangingPunct="0">
              <a:spcBef>
                <a:spcPct val="0"/>
              </a:spcBef>
              <a:spcAft>
                <a:spcPct val="0"/>
              </a:spcAft>
              <a:defRPr>
                <a:solidFill>
                  <a:schemeClr val="tx1"/>
                </a:solidFill>
                <a:latin typeface="Arial" panose="020B0604020202020204" pitchFamily="34" charset="0"/>
              </a:defRPr>
            </a:lvl9pPr>
          </a:lstStyle>
          <a:p>
            <a:r>
              <a:rPr lang="en-US" altLang="zh-CN" sz="2000" b="1">
                <a:solidFill>
                  <a:srgbClr val="0000CC"/>
                </a:solidFill>
                <a:ea typeface="黑体" panose="02010609060101010101" pitchFamily="49" charset="-122"/>
              </a:rPr>
              <a:t>16</a:t>
            </a:r>
          </a:p>
        </p:txBody>
      </p:sp>
      <p:sp>
        <p:nvSpPr>
          <p:cNvPr id="1061922" name="Rectangle 34"/>
          <p:cNvSpPr>
            <a:spLocks noChangeArrowheads="1"/>
          </p:cNvSpPr>
          <p:nvPr/>
        </p:nvSpPr>
        <p:spPr bwMode="auto">
          <a:xfrm>
            <a:off x="9166225" y="923925"/>
            <a:ext cx="466725" cy="3984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488" tIns="44450" rIns="90488" bIns="44450">
            <a:spAutoFit/>
          </a:bodyPr>
          <a:lstStyle>
            <a:lvl1pPr defTabSz="762000" eaLnBrk="0" hangingPunct="0">
              <a:defRPr>
                <a:solidFill>
                  <a:schemeClr val="tx1"/>
                </a:solidFill>
                <a:latin typeface="Arial" panose="020B0604020202020204" pitchFamily="34" charset="0"/>
              </a:defRPr>
            </a:lvl1pPr>
            <a:lvl2pPr defTabSz="762000" eaLnBrk="0" hangingPunct="0">
              <a:defRPr>
                <a:solidFill>
                  <a:schemeClr val="tx1"/>
                </a:solidFill>
                <a:latin typeface="Arial" panose="020B0604020202020204" pitchFamily="34" charset="0"/>
              </a:defRPr>
            </a:lvl2pPr>
            <a:lvl3pPr defTabSz="762000" eaLnBrk="0" hangingPunct="0">
              <a:defRPr>
                <a:solidFill>
                  <a:schemeClr val="tx1"/>
                </a:solidFill>
                <a:latin typeface="Arial" panose="020B0604020202020204" pitchFamily="34" charset="0"/>
              </a:defRPr>
            </a:lvl3pPr>
            <a:lvl4pPr defTabSz="762000" eaLnBrk="0" hangingPunct="0">
              <a:defRPr>
                <a:solidFill>
                  <a:schemeClr val="tx1"/>
                </a:solidFill>
                <a:latin typeface="Arial" panose="020B0604020202020204" pitchFamily="34" charset="0"/>
              </a:defRPr>
            </a:lvl4pPr>
            <a:lvl5pPr defTabSz="762000" eaLnBrk="0" hangingPunct="0">
              <a:defRPr>
                <a:solidFill>
                  <a:schemeClr val="tx1"/>
                </a:solidFill>
                <a:latin typeface="Arial" panose="020B0604020202020204" pitchFamily="34" charset="0"/>
              </a:defRPr>
            </a:lvl5pPr>
            <a:lvl6pPr defTabSz="762000" eaLnBrk="0" fontAlgn="base" hangingPunct="0">
              <a:spcBef>
                <a:spcPct val="0"/>
              </a:spcBef>
              <a:spcAft>
                <a:spcPct val="0"/>
              </a:spcAft>
              <a:defRPr>
                <a:solidFill>
                  <a:schemeClr val="tx1"/>
                </a:solidFill>
                <a:latin typeface="Arial" panose="020B0604020202020204" pitchFamily="34" charset="0"/>
              </a:defRPr>
            </a:lvl6pPr>
            <a:lvl7pPr defTabSz="762000" eaLnBrk="0" fontAlgn="base" hangingPunct="0">
              <a:spcBef>
                <a:spcPct val="0"/>
              </a:spcBef>
              <a:spcAft>
                <a:spcPct val="0"/>
              </a:spcAft>
              <a:defRPr>
                <a:solidFill>
                  <a:schemeClr val="tx1"/>
                </a:solidFill>
                <a:latin typeface="Arial" panose="020B0604020202020204" pitchFamily="34" charset="0"/>
              </a:defRPr>
            </a:lvl7pPr>
            <a:lvl8pPr defTabSz="762000" eaLnBrk="0" fontAlgn="base" hangingPunct="0">
              <a:spcBef>
                <a:spcPct val="0"/>
              </a:spcBef>
              <a:spcAft>
                <a:spcPct val="0"/>
              </a:spcAft>
              <a:defRPr>
                <a:solidFill>
                  <a:schemeClr val="tx1"/>
                </a:solidFill>
                <a:latin typeface="Arial" panose="020B0604020202020204" pitchFamily="34" charset="0"/>
              </a:defRPr>
            </a:lvl8pPr>
            <a:lvl9pPr defTabSz="762000" eaLnBrk="0" fontAlgn="base" hangingPunct="0">
              <a:spcBef>
                <a:spcPct val="0"/>
              </a:spcBef>
              <a:spcAft>
                <a:spcPct val="0"/>
              </a:spcAft>
              <a:defRPr>
                <a:solidFill>
                  <a:schemeClr val="tx1"/>
                </a:solidFill>
                <a:latin typeface="Arial" panose="020B0604020202020204" pitchFamily="34" charset="0"/>
              </a:defRPr>
            </a:lvl9pPr>
          </a:lstStyle>
          <a:p>
            <a:r>
              <a:rPr lang="en-US" altLang="zh-CN" sz="2000" b="1">
                <a:solidFill>
                  <a:srgbClr val="0000CC"/>
                </a:solidFill>
                <a:ea typeface="黑体" panose="02010609060101010101" pitchFamily="49" charset="-122"/>
              </a:rPr>
              <a:t>31</a:t>
            </a:r>
          </a:p>
        </p:txBody>
      </p:sp>
      <p:sp>
        <p:nvSpPr>
          <p:cNvPr id="1061923" name="Rectangle 35"/>
          <p:cNvSpPr>
            <a:spLocks noChangeArrowheads="1"/>
          </p:cNvSpPr>
          <p:nvPr/>
        </p:nvSpPr>
        <p:spPr bwMode="auto">
          <a:xfrm>
            <a:off x="1433513" y="1322388"/>
            <a:ext cx="981075" cy="3984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488" tIns="44450" rIns="90488" bIns="44450">
            <a:spAutoFit/>
          </a:bodyPr>
          <a:lstStyle>
            <a:lvl1pPr defTabSz="762000" eaLnBrk="0" hangingPunct="0">
              <a:defRPr>
                <a:solidFill>
                  <a:schemeClr val="tx1"/>
                </a:solidFill>
                <a:latin typeface="Arial" panose="020B0604020202020204" pitchFamily="34" charset="0"/>
              </a:defRPr>
            </a:lvl1pPr>
            <a:lvl2pPr defTabSz="762000" eaLnBrk="0" hangingPunct="0">
              <a:defRPr>
                <a:solidFill>
                  <a:schemeClr val="tx1"/>
                </a:solidFill>
                <a:latin typeface="Arial" panose="020B0604020202020204" pitchFamily="34" charset="0"/>
              </a:defRPr>
            </a:lvl2pPr>
            <a:lvl3pPr defTabSz="762000" eaLnBrk="0" hangingPunct="0">
              <a:defRPr>
                <a:solidFill>
                  <a:schemeClr val="tx1"/>
                </a:solidFill>
                <a:latin typeface="Arial" panose="020B0604020202020204" pitchFamily="34" charset="0"/>
              </a:defRPr>
            </a:lvl3pPr>
            <a:lvl4pPr defTabSz="762000" eaLnBrk="0" hangingPunct="0">
              <a:defRPr>
                <a:solidFill>
                  <a:schemeClr val="tx1"/>
                </a:solidFill>
                <a:latin typeface="Arial" panose="020B0604020202020204" pitchFamily="34" charset="0"/>
              </a:defRPr>
            </a:lvl4pPr>
            <a:lvl5pPr defTabSz="762000" eaLnBrk="0" hangingPunct="0">
              <a:defRPr>
                <a:solidFill>
                  <a:schemeClr val="tx1"/>
                </a:solidFill>
                <a:latin typeface="Arial" panose="020B0604020202020204" pitchFamily="34" charset="0"/>
              </a:defRPr>
            </a:lvl5pPr>
            <a:lvl6pPr defTabSz="762000" eaLnBrk="0" fontAlgn="base" hangingPunct="0">
              <a:spcBef>
                <a:spcPct val="0"/>
              </a:spcBef>
              <a:spcAft>
                <a:spcPct val="0"/>
              </a:spcAft>
              <a:defRPr>
                <a:solidFill>
                  <a:schemeClr val="tx1"/>
                </a:solidFill>
                <a:latin typeface="Arial" panose="020B0604020202020204" pitchFamily="34" charset="0"/>
              </a:defRPr>
            </a:lvl6pPr>
            <a:lvl7pPr defTabSz="762000" eaLnBrk="0" fontAlgn="base" hangingPunct="0">
              <a:spcBef>
                <a:spcPct val="0"/>
              </a:spcBef>
              <a:spcAft>
                <a:spcPct val="0"/>
              </a:spcAft>
              <a:defRPr>
                <a:solidFill>
                  <a:schemeClr val="tx1"/>
                </a:solidFill>
                <a:latin typeface="Arial" panose="020B0604020202020204" pitchFamily="34" charset="0"/>
              </a:defRPr>
            </a:lvl7pPr>
            <a:lvl8pPr defTabSz="762000" eaLnBrk="0" fontAlgn="base" hangingPunct="0">
              <a:spcBef>
                <a:spcPct val="0"/>
              </a:spcBef>
              <a:spcAft>
                <a:spcPct val="0"/>
              </a:spcAft>
              <a:defRPr>
                <a:solidFill>
                  <a:schemeClr val="tx1"/>
                </a:solidFill>
                <a:latin typeface="Arial" panose="020B0604020202020204" pitchFamily="34" charset="0"/>
              </a:defRPr>
            </a:lvl8pPr>
            <a:lvl9pPr defTabSz="762000" eaLnBrk="0" fontAlgn="base" hangingPunct="0">
              <a:spcBef>
                <a:spcPct val="0"/>
              </a:spcBef>
              <a:spcAft>
                <a:spcPct val="0"/>
              </a:spcAft>
              <a:defRPr>
                <a:solidFill>
                  <a:schemeClr val="tx1"/>
                </a:solidFill>
                <a:latin typeface="Arial" panose="020B0604020202020204" pitchFamily="34" charset="0"/>
              </a:defRPr>
            </a:lvl9pPr>
          </a:lstStyle>
          <a:p>
            <a:r>
              <a:rPr lang="zh-CN" altLang="en-US" sz="2000" b="1">
                <a:solidFill>
                  <a:srgbClr val="0000CC"/>
                </a:solidFill>
                <a:ea typeface="黑体" panose="02010609060101010101" pitchFamily="49" charset="-122"/>
              </a:rPr>
              <a:t>版    本</a:t>
            </a:r>
          </a:p>
        </p:txBody>
      </p:sp>
      <p:sp>
        <p:nvSpPr>
          <p:cNvPr id="1061924" name="Rectangle 36"/>
          <p:cNvSpPr>
            <a:spLocks noChangeArrowheads="1"/>
          </p:cNvSpPr>
          <p:nvPr/>
        </p:nvSpPr>
        <p:spPr bwMode="auto">
          <a:xfrm>
            <a:off x="3538538" y="1725613"/>
            <a:ext cx="3141662" cy="3984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488" tIns="44450" rIns="90488" bIns="44450">
            <a:spAutoFit/>
          </a:bodyPr>
          <a:lstStyle>
            <a:lvl1pPr defTabSz="762000" eaLnBrk="0" hangingPunct="0">
              <a:defRPr>
                <a:solidFill>
                  <a:schemeClr val="tx1"/>
                </a:solidFill>
                <a:latin typeface="Arial" panose="020B0604020202020204" pitchFamily="34" charset="0"/>
              </a:defRPr>
            </a:lvl1pPr>
            <a:lvl2pPr defTabSz="762000" eaLnBrk="0" hangingPunct="0">
              <a:defRPr>
                <a:solidFill>
                  <a:schemeClr val="tx1"/>
                </a:solidFill>
                <a:latin typeface="Arial" panose="020B0604020202020204" pitchFamily="34" charset="0"/>
              </a:defRPr>
            </a:lvl2pPr>
            <a:lvl3pPr defTabSz="762000" eaLnBrk="0" hangingPunct="0">
              <a:defRPr>
                <a:solidFill>
                  <a:schemeClr val="tx1"/>
                </a:solidFill>
                <a:latin typeface="Arial" panose="020B0604020202020204" pitchFamily="34" charset="0"/>
              </a:defRPr>
            </a:lvl3pPr>
            <a:lvl4pPr defTabSz="762000" eaLnBrk="0" hangingPunct="0">
              <a:defRPr>
                <a:solidFill>
                  <a:schemeClr val="tx1"/>
                </a:solidFill>
                <a:latin typeface="Arial" panose="020B0604020202020204" pitchFamily="34" charset="0"/>
              </a:defRPr>
            </a:lvl4pPr>
            <a:lvl5pPr defTabSz="762000" eaLnBrk="0" hangingPunct="0">
              <a:defRPr>
                <a:solidFill>
                  <a:schemeClr val="tx1"/>
                </a:solidFill>
                <a:latin typeface="Arial" panose="020B0604020202020204" pitchFamily="34" charset="0"/>
              </a:defRPr>
            </a:lvl5pPr>
            <a:lvl6pPr defTabSz="762000" eaLnBrk="0" fontAlgn="base" hangingPunct="0">
              <a:spcBef>
                <a:spcPct val="0"/>
              </a:spcBef>
              <a:spcAft>
                <a:spcPct val="0"/>
              </a:spcAft>
              <a:defRPr>
                <a:solidFill>
                  <a:schemeClr val="tx1"/>
                </a:solidFill>
                <a:latin typeface="Arial" panose="020B0604020202020204" pitchFamily="34" charset="0"/>
              </a:defRPr>
            </a:lvl6pPr>
            <a:lvl7pPr defTabSz="762000" eaLnBrk="0" fontAlgn="base" hangingPunct="0">
              <a:spcBef>
                <a:spcPct val="0"/>
              </a:spcBef>
              <a:spcAft>
                <a:spcPct val="0"/>
              </a:spcAft>
              <a:defRPr>
                <a:solidFill>
                  <a:schemeClr val="tx1"/>
                </a:solidFill>
                <a:latin typeface="Arial" panose="020B0604020202020204" pitchFamily="34" charset="0"/>
              </a:defRPr>
            </a:lvl7pPr>
            <a:lvl8pPr defTabSz="762000" eaLnBrk="0" fontAlgn="base" hangingPunct="0">
              <a:spcBef>
                <a:spcPct val="0"/>
              </a:spcBef>
              <a:spcAft>
                <a:spcPct val="0"/>
              </a:spcAft>
              <a:defRPr>
                <a:solidFill>
                  <a:schemeClr val="tx1"/>
                </a:solidFill>
                <a:latin typeface="Arial" panose="020B0604020202020204" pitchFamily="34" charset="0"/>
              </a:defRPr>
            </a:lvl8pPr>
            <a:lvl9pPr defTabSz="762000" eaLnBrk="0" fontAlgn="base" hangingPunct="0">
              <a:spcBef>
                <a:spcPct val="0"/>
              </a:spcBef>
              <a:spcAft>
                <a:spcPct val="0"/>
              </a:spcAft>
              <a:defRPr>
                <a:solidFill>
                  <a:schemeClr val="tx1"/>
                </a:solidFill>
                <a:latin typeface="Arial" panose="020B0604020202020204" pitchFamily="34" charset="0"/>
              </a:defRPr>
            </a:lvl9pPr>
          </a:lstStyle>
          <a:p>
            <a:r>
              <a:rPr lang="zh-CN" altLang="en-US" sz="2000" b="1">
                <a:solidFill>
                  <a:srgbClr val="0000CC"/>
                </a:solidFill>
                <a:ea typeface="黑体" panose="02010609060101010101" pitchFamily="49" charset="-122"/>
              </a:rPr>
              <a:t>路    由    器    标    识    符</a:t>
            </a:r>
          </a:p>
        </p:txBody>
      </p:sp>
      <p:sp>
        <p:nvSpPr>
          <p:cNvPr id="1061925" name="Rectangle 37"/>
          <p:cNvSpPr>
            <a:spLocks noChangeArrowheads="1"/>
          </p:cNvSpPr>
          <p:nvPr/>
        </p:nvSpPr>
        <p:spPr bwMode="auto">
          <a:xfrm>
            <a:off x="3662363" y="1322388"/>
            <a:ext cx="981075" cy="3984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488" tIns="44450" rIns="90488" bIns="44450">
            <a:spAutoFit/>
          </a:bodyPr>
          <a:lstStyle>
            <a:lvl1pPr defTabSz="762000" eaLnBrk="0" hangingPunct="0">
              <a:defRPr>
                <a:solidFill>
                  <a:schemeClr val="tx1"/>
                </a:solidFill>
                <a:latin typeface="Arial" panose="020B0604020202020204" pitchFamily="34" charset="0"/>
              </a:defRPr>
            </a:lvl1pPr>
            <a:lvl2pPr defTabSz="762000" eaLnBrk="0" hangingPunct="0">
              <a:defRPr>
                <a:solidFill>
                  <a:schemeClr val="tx1"/>
                </a:solidFill>
                <a:latin typeface="Arial" panose="020B0604020202020204" pitchFamily="34" charset="0"/>
              </a:defRPr>
            </a:lvl2pPr>
            <a:lvl3pPr defTabSz="762000" eaLnBrk="0" hangingPunct="0">
              <a:defRPr>
                <a:solidFill>
                  <a:schemeClr val="tx1"/>
                </a:solidFill>
                <a:latin typeface="Arial" panose="020B0604020202020204" pitchFamily="34" charset="0"/>
              </a:defRPr>
            </a:lvl3pPr>
            <a:lvl4pPr defTabSz="762000" eaLnBrk="0" hangingPunct="0">
              <a:defRPr>
                <a:solidFill>
                  <a:schemeClr val="tx1"/>
                </a:solidFill>
                <a:latin typeface="Arial" panose="020B0604020202020204" pitchFamily="34" charset="0"/>
              </a:defRPr>
            </a:lvl4pPr>
            <a:lvl5pPr defTabSz="762000" eaLnBrk="0" hangingPunct="0">
              <a:defRPr>
                <a:solidFill>
                  <a:schemeClr val="tx1"/>
                </a:solidFill>
                <a:latin typeface="Arial" panose="020B0604020202020204" pitchFamily="34" charset="0"/>
              </a:defRPr>
            </a:lvl5pPr>
            <a:lvl6pPr defTabSz="762000" eaLnBrk="0" fontAlgn="base" hangingPunct="0">
              <a:spcBef>
                <a:spcPct val="0"/>
              </a:spcBef>
              <a:spcAft>
                <a:spcPct val="0"/>
              </a:spcAft>
              <a:defRPr>
                <a:solidFill>
                  <a:schemeClr val="tx1"/>
                </a:solidFill>
                <a:latin typeface="Arial" panose="020B0604020202020204" pitchFamily="34" charset="0"/>
              </a:defRPr>
            </a:lvl6pPr>
            <a:lvl7pPr defTabSz="762000" eaLnBrk="0" fontAlgn="base" hangingPunct="0">
              <a:spcBef>
                <a:spcPct val="0"/>
              </a:spcBef>
              <a:spcAft>
                <a:spcPct val="0"/>
              </a:spcAft>
              <a:defRPr>
                <a:solidFill>
                  <a:schemeClr val="tx1"/>
                </a:solidFill>
                <a:latin typeface="Arial" panose="020B0604020202020204" pitchFamily="34" charset="0"/>
              </a:defRPr>
            </a:lvl7pPr>
            <a:lvl8pPr defTabSz="762000" eaLnBrk="0" fontAlgn="base" hangingPunct="0">
              <a:spcBef>
                <a:spcPct val="0"/>
              </a:spcBef>
              <a:spcAft>
                <a:spcPct val="0"/>
              </a:spcAft>
              <a:defRPr>
                <a:solidFill>
                  <a:schemeClr val="tx1"/>
                </a:solidFill>
                <a:latin typeface="Arial" panose="020B0604020202020204" pitchFamily="34" charset="0"/>
              </a:defRPr>
            </a:lvl8pPr>
            <a:lvl9pPr defTabSz="762000" eaLnBrk="0" fontAlgn="base" hangingPunct="0">
              <a:spcBef>
                <a:spcPct val="0"/>
              </a:spcBef>
              <a:spcAft>
                <a:spcPct val="0"/>
              </a:spcAft>
              <a:defRPr>
                <a:solidFill>
                  <a:schemeClr val="tx1"/>
                </a:solidFill>
                <a:latin typeface="Arial" panose="020B0604020202020204" pitchFamily="34" charset="0"/>
              </a:defRPr>
            </a:lvl9pPr>
          </a:lstStyle>
          <a:p>
            <a:r>
              <a:rPr lang="zh-CN" altLang="en-US" sz="2000" b="1">
                <a:solidFill>
                  <a:srgbClr val="0000CC"/>
                </a:solidFill>
                <a:ea typeface="黑体" panose="02010609060101010101" pitchFamily="49" charset="-122"/>
              </a:rPr>
              <a:t>类    型</a:t>
            </a:r>
          </a:p>
        </p:txBody>
      </p:sp>
      <p:sp>
        <p:nvSpPr>
          <p:cNvPr id="1061926" name="Rectangle 38"/>
          <p:cNvSpPr>
            <a:spLocks noChangeArrowheads="1"/>
          </p:cNvSpPr>
          <p:nvPr/>
        </p:nvSpPr>
        <p:spPr bwMode="auto">
          <a:xfrm>
            <a:off x="6310313" y="1322388"/>
            <a:ext cx="2062162" cy="3984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488" tIns="44450" rIns="90488" bIns="44450">
            <a:spAutoFit/>
          </a:bodyPr>
          <a:lstStyle>
            <a:lvl1pPr defTabSz="762000" eaLnBrk="0" hangingPunct="0">
              <a:defRPr>
                <a:solidFill>
                  <a:schemeClr val="tx1"/>
                </a:solidFill>
                <a:latin typeface="Arial" panose="020B0604020202020204" pitchFamily="34" charset="0"/>
              </a:defRPr>
            </a:lvl1pPr>
            <a:lvl2pPr defTabSz="762000" eaLnBrk="0" hangingPunct="0">
              <a:defRPr>
                <a:solidFill>
                  <a:schemeClr val="tx1"/>
                </a:solidFill>
                <a:latin typeface="Arial" panose="020B0604020202020204" pitchFamily="34" charset="0"/>
              </a:defRPr>
            </a:lvl2pPr>
            <a:lvl3pPr defTabSz="762000" eaLnBrk="0" hangingPunct="0">
              <a:defRPr>
                <a:solidFill>
                  <a:schemeClr val="tx1"/>
                </a:solidFill>
                <a:latin typeface="Arial" panose="020B0604020202020204" pitchFamily="34" charset="0"/>
              </a:defRPr>
            </a:lvl3pPr>
            <a:lvl4pPr defTabSz="762000" eaLnBrk="0" hangingPunct="0">
              <a:defRPr>
                <a:solidFill>
                  <a:schemeClr val="tx1"/>
                </a:solidFill>
                <a:latin typeface="Arial" panose="020B0604020202020204" pitchFamily="34" charset="0"/>
              </a:defRPr>
            </a:lvl4pPr>
            <a:lvl5pPr defTabSz="762000" eaLnBrk="0" hangingPunct="0">
              <a:defRPr>
                <a:solidFill>
                  <a:schemeClr val="tx1"/>
                </a:solidFill>
                <a:latin typeface="Arial" panose="020B0604020202020204" pitchFamily="34" charset="0"/>
              </a:defRPr>
            </a:lvl5pPr>
            <a:lvl6pPr defTabSz="762000" eaLnBrk="0" fontAlgn="base" hangingPunct="0">
              <a:spcBef>
                <a:spcPct val="0"/>
              </a:spcBef>
              <a:spcAft>
                <a:spcPct val="0"/>
              </a:spcAft>
              <a:defRPr>
                <a:solidFill>
                  <a:schemeClr val="tx1"/>
                </a:solidFill>
                <a:latin typeface="Arial" panose="020B0604020202020204" pitchFamily="34" charset="0"/>
              </a:defRPr>
            </a:lvl6pPr>
            <a:lvl7pPr defTabSz="762000" eaLnBrk="0" fontAlgn="base" hangingPunct="0">
              <a:spcBef>
                <a:spcPct val="0"/>
              </a:spcBef>
              <a:spcAft>
                <a:spcPct val="0"/>
              </a:spcAft>
              <a:defRPr>
                <a:solidFill>
                  <a:schemeClr val="tx1"/>
                </a:solidFill>
                <a:latin typeface="Arial" panose="020B0604020202020204" pitchFamily="34" charset="0"/>
              </a:defRPr>
            </a:lvl7pPr>
            <a:lvl8pPr defTabSz="762000" eaLnBrk="0" fontAlgn="base" hangingPunct="0">
              <a:spcBef>
                <a:spcPct val="0"/>
              </a:spcBef>
              <a:spcAft>
                <a:spcPct val="0"/>
              </a:spcAft>
              <a:defRPr>
                <a:solidFill>
                  <a:schemeClr val="tx1"/>
                </a:solidFill>
                <a:latin typeface="Arial" panose="020B0604020202020204" pitchFamily="34" charset="0"/>
              </a:defRPr>
            </a:lvl8pPr>
            <a:lvl9pPr defTabSz="762000" eaLnBrk="0" fontAlgn="base" hangingPunct="0">
              <a:spcBef>
                <a:spcPct val="0"/>
              </a:spcBef>
              <a:spcAft>
                <a:spcPct val="0"/>
              </a:spcAft>
              <a:defRPr>
                <a:solidFill>
                  <a:schemeClr val="tx1"/>
                </a:solidFill>
                <a:latin typeface="Arial" panose="020B0604020202020204" pitchFamily="34" charset="0"/>
              </a:defRPr>
            </a:lvl9pPr>
          </a:lstStyle>
          <a:p>
            <a:r>
              <a:rPr lang="zh-CN" altLang="en-US" sz="2000" b="1">
                <a:solidFill>
                  <a:srgbClr val="0000CC"/>
                </a:solidFill>
                <a:ea typeface="黑体" panose="02010609060101010101" pitchFamily="49" charset="-122"/>
              </a:rPr>
              <a:t>分    组    长    度</a:t>
            </a:r>
          </a:p>
        </p:txBody>
      </p:sp>
      <p:sp>
        <p:nvSpPr>
          <p:cNvPr id="1061927" name="Rectangle 39"/>
          <p:cNvSpPr>
            <a:spLocks noChangeArrowheads="1"/>
          </p:cNvSpPr>
          <p:nvPr/>
        </p:nvSpPr>
        <p:spPr bwMode="auto">
          <a:xfrm>
            <a:off x="2270125" y="2465388"/>
            <a:ext cx="1381125" cy="3984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488" tIns="44450" rIns="90488" bIns="44450">
            <a:spAutoFit/>
          </a:bodyPr>
          <a:lstStyle>
            <a:lvl1pPr defTabSz="762000" eaLnBrk="0" hangingPunct="0">
              <a:defRPr>
                <a:solidFill>
                  <a:schemeClr val="tx1"/>
                </a:solidFill>
                <a:latin typeface="Arial" panose="020B0604020202020204" pitchFamily="34" charset="0"/>
              </a:defRPr>
            </a:lvl1pPr>
            <a:lvl2pPr defTabSz="762000" eaLnBrk="0" hangingPunct="0">
              <a:defRPr>
                <a:solidFill>
                  <a:schemeClr val="tx1"/>
                </a:solidFill>
                <a:latin typeface="Arial" panose="020B0604020202020204" pitchFamily="34" charset="0"/>
              </a:defRPr>
            </a:lvl2pPr>
            <a:lvl3pPr defTabSz="762000" eaLnBrk="0" hangingPunct="0">
              <a:defRPr>
                <a:solidFill>
                  <a:schemeClr val="tx1"/>
                </a:solidFill>
                <a:latin typeface="Arial" panose="020B0604020202020204" pitchFamily="34" charset="0"/>
              </a:defRPr>
            </a:lvl3pPr>
            <a:lvl4pPr defTabSz="762000" eaLnBrk="0" hangingPunct="0">
              <a:defRPr>
                <a:solidFill>
                  <a:schemeClr val="tx1"/>
                </a:solidFill>
                <a:latin typeface="Arial" panose="020B0604020202020204" pitchFamily="34" charset="0"/>
              </a:defRPr>
            </a:lvl4pPr>
            <a:lvl5pPr defTabSz="762000" eaLnBrk="0" hangingPunct="0">
              <a:defRPr>
                <a:solidFill>
                  <a:schemeClr val="tx1"/>
                </a:solidFill>
                <a:latin typeface="Arial" panose="020B0604020202020204" pitchFamily="34" charset="0"/>
              </a:defRPr>
            </a:lvl5pPr>
            <a:lvl6pPr defTabSz="762000" eaLnBrk="0" fontAlgn="base" hangingPunct="0">
              <a:spcBef>
                <a:spcPct val="0"/>
              </a:spcBef>
              <a:spcAft>
                <a:spcPct val="0"/>
              </a:spcAft>
              <a:defRPr>
                <a:solidFill>
                  <a:schemeClr val="tx1"/>
                </a:solidFill>
                <a:latin typeface="Arial" panose="020B0604020202020204" pitchFamily="34" charset="0"/>
              </a:defRPr>
            </a:lvl6pPr>
            <a:lvl7pPr defTabSz="762000" eaLnBrk="0" fontAlgn="base" hangingPunct="0">
              <a:spcBef>
                <a:spcPct val="0"/>
              </a:spcBef>
              <a:spcAft>
                <a:spcPct val="0"/>
              </a:spcAft>
              <a:defRPr>
                <a:solidFill>
                  <a:schemeClr val="tx1"/>
                </a:solidFill>
                <a:latin typeface="Arial" panose="020B0604020202020204" pitchFamily="34" charset="0"/>
              </a:defRPr>
            </a:lvl7pPr>
            <a:lvl8pPr defTabSz="762000" eaLnBrk="0" fontAlgn="base" hangingPunct="0">
              <a:spcBef>
                <a:spcPct val="0"/>
              </a:spcBef>
              <a:spcAft>
                <a:spcPct val="0"/>
              </a:spcAft>
              <a:defRPr>
                <a:solidFill>
                  <a:schemeClr val="tx1"/>
                </a:solidFill>
                <a:latin typeface="Arial" panose="020B0604020202020204" pitchFamily="34" charset="0"/>
              </a:defRPr>
            </a:lvl8pPr>
            <a:lvl9pPr defTabSz="762000" eaLnBrk="0" fontAlgn="base" hangingPunct="0">
              <a:spcBef>
                <a:spcPct val="0"/>
              </a:spcBef>
              <a:spcAft>
                <a:spcPct val="0"/>
              </a:spcAft>
              <a:defRPr>
                <a:solidFill>
                  <a:schemeClr val="tx1"/>
                </a:solidFill>
                <a:latin typeface="Arial" panose="020B0604020202020204" pitchFamily="34" charset="0"/>
              </a:defRPr>
            </a:lvl9pPr>
          </a:lstStyle>
          <a:p>
            <a:r>
              <a:rPr lang="zh-CN" altLang="en-US" sz="2000" b="1">
                <a:solidFill>
                  <a:srgbClr val="0000CC"/>
                </a:solidFill>
                <a:ea typeface="黑体" panose="02010609060101010101" pitchFamily="49" charset="-122"/>
              </a:rPr>
              <a:t>检   验   和</a:t>
            </a:r>
          </a:p>
        </p:txBody>
      </p:sp>
      <p:sp>
        <p:nvSpPr>
          <p:cNvPr id="1061928" name="Rectangle 40"/>
          <p:cNvSpPr>
            <a:spLocks noChangeArrowheads="1"/>
          </p:cNvSpPr>
          <p:nvPr/>
        </p:nvSpPr>
        <p:spPr bwMode="auto">
          <a:xfrm>
            <a:off x="4416425" y="2817813"/>
            <a:ext cx="1546225" cy="3984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488" tIns="44450" rIns="90488" bIns="44450">
            <a:spAutoFit/>
          </a:bodyPr>
          <a:lstStyle>
            <a:lvl1pPr defTabSz="762000" eaLnBrk="0" hangingPunct="0">
              <a:defRPr>
                <a:solidFill>
                  <a:schemeClr val="tx1"/>
                </a:solidFill>
                <a:latin typeface="Arial" panose="020B0604020202020204" pitchFamily="34" charset="0"/>
              </a:defRPr>
            </a:lvl1pPr>
            <a:lvl2pPr defTabSz="762000" eaLnBrk="0" hangingPunct="0">
              <a:defRPr>
                <a:solidFill>
                  <a:schemeClr val="tx1"/>
                </a:solidFill>
                <a:latin typeface="Arial" panose="020B0604020202020204" pitchFamily="34" charset="0"/>
              </a:defRPr>
            </a:lvl2pPr>
            <a:lvl3pPr defTabSz="762000" eaLnBrk="0" hangingPunct="0">
              <a:defRPr>
                <a:solidFill>
                  <a:schemeClr val="tx1"/>
                </a:solidFill>
                <a:latin typeface="Arial" panose="020B0604020202020204" pitchFamily="34" charset="0"/>
              </a:defRPr>
            </a:lvl3pPr>
            <a:lvl4pPr defTabSz="762000" eaLnBrk="0" hangingPunct="0">
              <a:defRPr>
                <a:solidFill>
                  <a:schemeClr val="tx1"/>
                </a:solidFill>
                <a:latin typeface="Arial" panose="020B0604020202020204" pitchFamily="34" charset="0"/>
              </a:defRPr>
            </a:lvl4pPr>
            <a:lvl5pPr defTabSz="762000" eaLnBrk="0" hangingPunct="0">
              <a:defRPr>
                <a:solidFill>
                  <a:schemeClr val="tx1"/>
                </a:solidFill>
                <a:latin typeface="Arial" panose="020B0604020202020204" pitchFamily="34" charset="0"/>
              </a:defRPr>
            </a:lvl5pPr>
            <a:lvl6pPr defTabSz="762000" eaLnBrk="0" fontAlgn="base" hangingPunct="0">
              <a:spcBef>
                <a:spcPct val="0"/>
              </a:spcBef>
              <a:spcAft>
                <a:spcPct val="0"/>
              </a:spcAft>
              <a:defRPr>
                <a:solidFill>
                  <a:schemeClr val="tx1"/>
                </a:solidFill>
                <a:latin typeface="Arial" panose="020B0604020202020204" pitchFamily="34" charset="0"/>
              </a:defRPr>
            </a:lvl6pPr>
            <a:lvl7pPr defTabSz="762000" eaLnBrk="0" fontAlgn="base" hangingPunct="0">
              <a:spcBef>
                <a:spcPct val="0"/>
              </a:spcBef>
              <a:spcAft>
                <a:spcPct val="0"/>
              </a:spcAft>
              <a:defRPr>
                <a:solidFill>
                  <a:schemeClr val="tx1"/>
                </a:solidFill>
                <a:latin typeface="Arial" panose="020B0604020202020204" pitchFamily="34" charset="0"/>
              </a:defRPr>
            </a:lvl7pPr>
            <a:lvl8pPr defTabSz="762000" eaLnBrk="0" fontAlgn="base" hangingPunct="0">
              <a:spcBef>
                <a:spcPct val="0"/>
              </a:spcBef>
              <a:spcAft>
                <a:spcPct val="0"/>
              </a:spcAft>
              <a:defRPr>
                <a:solidFill>
                  <a:schemeClr val="tx1"/>
                </a:solidFill>
                <a:latin typeface="Arial" panose="020B0604020202020204" pitchFamily="34" charset="0"/>
              </a:defRPr>
            </a:lvl8pPr>
            <a:lvl9pPr defTabSz="762000" eaLnBrk="0" fontAlgn="base" hangingPunct="0">
              <a:spcBef>
                <a:spcPct val="0"/>
              </a:spcBef>
              <a:spcAft>
                <a:spcPct val="0"/>
              </a:spcAft>
              <a:defRPr>
                <a:solidFill>
                  <a:schemeClr val="tx1"/>
                </a:solidFill>
                <a:latin typeface="Arial" panose="020B0604020202020204" pitchFamily="34" charset="0"/>
              </a:defRPr>
            </a:lvl9pPr>
          </a:lstStyle>
          <a:p>
            <a:r>
              <a:rPr lang="zh-CN" altLang="en-US" sz="2000" b="1">
                <a:solidFill>
                  <a:srgbClr val="0000CC"/>
                </a:solidFill>
                <a:ea typeface="黑体" panose="02010609060101010101" pitchFamily="49" charset="-122"/>
              </a:rPr>
              <a:t>鉴            别</a:t>
            </a:r>
          </a:p>
        </p:txBody>
      </p:sp>
      <p:sp>
        <p:nvSpPr>
          <p:cNvPr id="1061929" name="Rectangle 41"/>
          <p:cNvSpPr>
            <a:spLocks noChangeArrowheads="1"/>
          </p:cNvSpPr>
          <p:nvPr/>
        </p:nvSpPr>
        <p:spPr bwMode="auto">
          <a:xfrm>
            <a:off x="184150" y="908050"/>
            <a:ext cx="439738" cy="3984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488" tIns="44450" rIns="90488" bIns="44450">
            <a:spAutoFit/>
          </a:bodyPr>
          <a:lstStyle>
            <a:lvl1pPr defTabSz="762000" eaLnBrk="0" hangingPunct="0">
              <a:defRPr>
                <a:solidFill>
                  <a:schemeClr val="tx1"/>
                </a:solidFill>
                <a:latin typeface="Arial" panose="020B0604020202020204" pitchFamily="34" charset="0"/>
              </a:defRPr>
            </a:lvl1pPr>
            <a:lvl2pPr defTabSz="762000" eaLnBrk="0" hangingPunct="0">
              <a:defRPr>
                <a:solidFill>
                  <a:schemeClr val="tx1"/>
                </a:solidFill>
                <a:latin typeface="Arial" panose="020B0604020202020204" pitchFamily="34" charset="0"/>
              </a:defRPr>
            </a:lvl2pPr>
            <a:lvl3pPr defTabSz="762000" eaLnBrk="0" hangingPunct="0">
              <a:defRPr>
                <a:solidFill>
                  <a:schemeClr val="tx1"/>
                </a:solidFill>
                <a:latin typeface="Arial" panose="020B0604020202020204" pitchFamily="34" charset="0"/>
              </a:defRPr>
            </a:lvl3pPr>
            <a:lvl4pPr defTabSz="762000" eaLnBrk="0" hangingPunct="0">
              <a:defRPr>
                <a:solidFill>
                  <a:schemeClr val="tx1"/>
                </a:solidFill>
                <a:latin typeface="Arial" panose="020B0604020202020204" pitchFamily="34" charset="0"/>
              </a:defRPr>
            </a:lvl4pPr>
            <a:lvl5pPr defTabSz="762000" eaLnBrk="0" hangingPunct="0">
              <a:defRPr>
                <a:solidFill>
                  <a:schemeClr val="tx1"/>
                </a:solidFill>
                <a:latin typeface="Arial" panose="020B0604020202020204" pitchFamily="34" charset="0"/>
              </a:defRPr>
            </a:lvl5pPr>
            <a:lvl6pPr defTabSz="762000" eaLnBrk="0" fontAlgn="base" hangingPunct="0">
              <a:spcBef>
                <a:spcPct val="0"/>
              </a:spcBef>
              <a:spcAft>
                <a:spcPct val="0"/>
              </a:spcAft>
              <a:defRPr>
                <a:solidFill>
                  <a:schemeClr val="tx1"/>
                </a:solidFill>
                <a:latin typeface="Arial" panose="020B0604020202020204" pitchFamily="34" charset="0"/>
              </a:defRPr>
            </a:lvl6pPr>
            <a:lvl7pPr defTabSz="762000" eaLnBrk="0" fontAlgn="base" hangingPunct="0">
              <a:spcBef>
                <a:spcPct val="0"/>
              </a:spcBef>
              <a:spcAft>
                <a:spcPct val="0"/>
              </a:spcAft>
              <a:defRPr>
                <a:solidFill>
                  <a:schemeClr val="tx1"/>
                </a:solidFill>
                <a:latin typeface="Arial" panose="020B0604020202020204" pitchFamily="34" charset="0"/>
              </a:defRPr>
            </a:lvl7pPr>
            <a:lvl8pPr defTabSz="762000" eaLnBrk="0" fontAlgn="base" hangingPunct="0">
              <a:spcBef>
                <a:spcPct val="0"/>
              </a:spcBef>
              <a:spcAft>
                <a:spcPct val="0"/>
              </a:spcAft>
              <a:defRPr>
                <a:solidFill>
                  <a:schemeClr val="tx1"/>
                </a:solidFill>
                <a:latin typeface="Arial" panose="020B0604020202020204" pitchFamily="34" charset="0"/>
              </a:defRPr>
            </a:lvl8pPr>
            <a:lvl9pPr defTabSz="762000" eaLnBrk="0" fontAlgn="base" hangingPunct="0">
              <a:spcBef>
                <a:spcPct val="0"/>
              </a:spcBef>
              <a:spcAft>
                <a:spcPct val="0"/>
              </a:spcAft>
              <a:defRPr>
                <a:solidFill>
                  <a:schemeClr val="tx1"/>
                </a:solidFill>
                <a:latin typeface="Arial" panose="020B0604020202020204" pitchFamily="34" charset="0"/>
              </a:defRPr>
            </a:lvl9pPr>
          </a:lstStyle>
          <a:p>
            <a:r>
              <a:rPr lang="zh-CN" altLang="en-US" sz="2000" b="1">
                <a:solidFill>
                  <a:srgbClr val="0000CC"/>
                </a:solidFill>
                <a:ea typeface="黑体" panose="02010609060101010101" pitchFamily="49" charset="-122"/>
              </a:rPr>
              <a:t>位</a:t>
            </a:r>
          </a:p>
        </p:txBody>
      </p:sp>
      <p:sp>
        <p:nvSpPr>
          <p:cNvPr id="1061930" name="Rectangle 42"/>
          <p:cNvSpPr>
            <a:spLocks noChangeArrowheads="1"/>
          </p:cNvSpPr>
          <p:nvPr/>
        </p:nvSpPr>
        <p:spPr bwMode="auto">
          <a:xfrm>
            <a:off x="4416425" y="3187700"/>
            <a:ext cx="1546225" cy="3984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488" tIns="44450" rIns="90488" bIns="44450">
            <a:spAutoFit/>
          </a:bodyPr>
          <a:lstStyle>
            <a:lvl1pPr defTabSz="762000" eaLnBrk="0" hangingPunct="0">
              <a:defRPr>
                <a:solidFill>
                  <a:schemeClr val="tx1"/>
                </a:solidFill>
                <a:latin typeface="Arial" panose="020B0604020202020204" pitchFamily="34" charset="0"/>
              </a:defRPr>
            </a:lvl1pPr>
            <a:lvl2pPr defTabSz="762000" eaLnBrk="0" hangingPunct="0">
              <a:defRPr>
                <a:solidFill>
                  <a:schemeClr val="tx1"/>
                </a:solidFill>
                <a:latin typeface="Arial" panose="020B0604020202020204" pitchFamily="34" charset="0"/>
              </a:defRPr>
            </a:lvl2pPr>
            <a:lvl3pPr defTabSz="762000" eaLnBrk="0" hangingPunct="0">
              <a:defRPr>
                <a:solidFill>
                  <a:schemeClr val="tx1"/>
                </a:solidFill>
                <a:latin typeface="Arial" panose="020B0604020202020204" pitchFamily="34" charset="0"/>
              </a:defRPr>
            </a:lvl3pPr>
            <a:lvl4pPr defTabSz="762000" eaLnBrk="0" hangingPunct="0">
              <a:defRPr>
                <a:solidFill>
                  <a:schemeClr val="tx1"/>
                </a:solidFill>
                <a:latin typeface="Arial" panose="020B0604020202020204" pitchFamily="34" charset="0"/>
              </a:defRPr>
            </a:lvl4pPr>
            <a:lvl5pPr defTabSz="762000" eaLnBrk="0" hangingPunct="0">
              <a:defRPr>
                <a:solidFill>
                  <a:schemeClr val="tx1"/>
                </a:solidFill>
                <a:latin typeface="Arial" panose="020B0604020202020204" pitchFamily="34" charset="0"/>
              </a:defRPr>
            </a:lvl5pPr>
            <a:lvl6pPr defTabSz="762000" eaLnBrk="0" fontAlgn="base" hangingPunct="0">
              <a:spcBef>
                <a:spcPct val="0"/>
              </a:spcBef>
              <a:spcAft>
                <a:spcPct val="0"/>
              </a:spcAft>
              <a:defRPr>
                <a:solidFill>
                  <a:schemeClr val="tx1"/>
                </a:solidFill>
                <a:latin typeface="Arial" panose="020B0604020202020204" pitchFamily="34" charset="0"/>
              </a:defRPr>
            </a:lvl6pPr>
            <a:lvl7pPr defTabSz="762000" eaLnBrk="0" fontAlgn="base" hangingPunct="0">
              <a:spcBef>
                <a:spcPct val="0"/>
              </a:spcBef>
              <a:spcAft>
                <a:spcPct val="0"/>
              </a:spcAft>
              <a:defRPr>
                <a:solidFill>
                  <a:schemeClr val="tx1"/>
                </a:solidFill>
                <a:latin typeface="Arial" panose="020B0604020202020204" pitchFamily="34" charset="0"/>
              </a:defRPr>
            </a:lvl7pPr>
            <a:lvl8pPr defTabSz="762000" eaLnBrk="0" fontAlgn="base" hangingPunct="0">
              <a:spcBef>
                <a:spcPct val="0"/>
              </a:spcBef>
              <a:spcAft>
                <a:spcPct val="0"/>
              </a:spcAft>
              <a:defRPr>
                <a:solidFill>
                  <a:schemeClr val="tx1"/>
                </a:solidFill>
                <a:latin typeface="Arial" panose="020B0604020202020204" pitchFamily="34" charset="0"/>
              </a:defRPr>
            </a:lvl8pPr>
            <a:lvl9pPr defTabSz="762000" eaLnBrk="0" fontAlgn="base" hangingPunct="0">
              <a:spcBef>
                <a:spcPct val="0"/>
              </a:spcBef>
              <a:spcAft>
                <a:spcPct val="0"/>
              </a:spcAft>
              <a:defRPr>
                <a:solidFill>
                  <a:schemeClr val="tx1"/>
                </a:solidFill>
                <a:latin typeface="Arial" panose="020B0604020202020204" pitchFamily="34" charset="0"/>
              </a:defRPr>
            </a:lvl9pPr>
          </a:lstStyle>
          <a:p>
            <a:r>
              <a:rPr lang="zh-CN" altLang="en-US" sz="2000" b="1">
                <a:solidFill>
                  <a:srgbClr val="0000CC"/>
                </a:solidFill>
                <a:ea typeface="黑体" panose="02010609060101010101" pitchFamily="49" charset="-122"/>
              </a:rPr>
              <a:t>鉴            别</a:t>
            </a:r>
          </a:p>
        </p:txBody>
      </p:sp>
      <p:sp>
        <p:nvSpPr>
          <p:cNvPr id="1061931" name="Rectangle 43"/>
          <p:cNvSpPr>
            <a:spLocks noChangeArrowheads="1"/>
          </p:cNvSpPr>
          <p:nvPr/>
        </p:nvSpPr>
        <p:spPr bwMode="auto">
          <a:xfrm>
            <a:off x="3870325" y="2093913"/>
            <a:ext cx="2601913" cy="3984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488" tIns="44450" rIns="90488" bIns="44450">
            <a:spAutoFit/>
          </a:bodyPr>
          <a:lstStyle>
            <a:lvl1pPr defTabSz="762000" eaLnBrk="0" hangingPunct="0">
              <a:defRPr>
                <a:solidFill>
                  <a:schemeClr val="tx1"/>
                </a:solidFill>
                <a:latin typeface="Arial" panose="020B0604020202020204" pitchFamily="34" charset="0"/>
              </a:defRPr>
            </a:lvl1pPr>
            <a:lvl2pPr defTabSz="762000" eaLnBrk="0" hangingPunct="0">
              <a:defRPr>
                <a:solidFill>
                  <a:schemeClr val="tx1"/>
                </a:solidFill>
                <a:latin typeface="Arial" panose="020B0604020202020204" pitchFamily="34" charset="0"/>
              </a:defRPr>
            </a:lvl2pPr>
            <a:lvl3pPr defTabSz="762000" eaLnBrk="0" hangingPunct="0">
              <a:defRPr>
                <a:solidFill>
                  <a:schemeClr val="tx1"/>
                </a:solidFill>
                <a:latin typeface="Arial" panose="020B0604020202020204" pitchFamily="34" charset="0"/>
              </a:defRPr>
            </a:lvl3pPr>
            <a:lvl4pPr defTabSz="762000" eaLnBrk="0" hangingPunct="0">
              <a:defRPr>
                <a:solidFill>
                  <a:schemeClr val="tx1"/>
                </a:solidFill>
                <a:latin typeface="Arial" panose="020B0604020202020204" pitchFamily="34" charset="0"/>
              </a:defRPr>
            </a:lvl4pPr>
            <a:lvl5pPr defTabSz="762000" eaLnBrk="0" hangingPunct="0">
              <a:defRPr>
                <a:solidFill>
                  <a:schemeClr val="tx1"/>
                </a:solidFill>
                <a:latin typeface="Arial" panose="020B0604020202020204" pitchFamily="34" charset="0"/>
              </a:defRPr>
            </a:lvl5pPr>
            <a:lvl6pPr defTabSz="762000" eaLnBrk="0" fontAlgn="base" hangingPunct="0">
              <a:spcBef>
                <a:spcPct val="0"/>
              </a:spcBef>
              <a:spcAft>
                <a:spcPct val="0"/>
              </a:spcAft>
              <a:defRPr>
                <a:solidFill>
                  <a:schemeClr val="tx1"/>
                </a:solidFill>
                <a:latin typeface="Arial" panose="020B0604020202020204" pitchFamily="34" charset="0"/>
              </a:defRPr>
            </a:lvl6pPr>
            <a:lvl7pPr defTabSz="762000" eaLnBrk="0" fontAlgn="base" hangingPunct="0">
              <a:spcBef>
                <a:spcPct val="0"/>
              </a:spcBef>
              <a:spcAft>
                <a:spcPct val="0"/>
              </a:spcAft>
              <a:defRPr>
                <a:solidFill>
                  <a:schemeClr val="tx1"/>
                </a:solidFill>
                <a:latin typeface="Arial" panose="020B0604020202020204" pitchFamily="34" charset="0"/>
              </a:defRPr>
            </a:lvl7pPr>
            <a:lvl8pPr defTabSz="762000" eaLnBrk="0" fontAlgn="base" hangingPunct="0">
              <a:spcBef>
                <a:spcPct val="0"/>
              </a:spcBef>
              <a:spcAft>
                <a:spcPct val="0"/>
              </a:spcAft>
              <a:defRPr>
                <a:solidFill>
                  <a:schemeClr val="tx1"/>
                </a:solidFill>
                <a:latin typeface="Arial" panose="020B0604020202020204" pitchFamily="34" charset="0"/>
              </a:defRPr>
            </a:lvl8pPr>
            <a:lvl9pPr defTabSz="762000" eaLnBrk="0" fontAlgn="base" hangingPunct="0">
              <a:spcBef>
                <a:spcPct val="0"/>
              </a:spcBef>
              <a:spcAft>
                <a:spcPct val="0"/>
              </a:spcAft>
              <a:defRPr>
                <a:solidFill>
                  <a:schemeClr val="tx1"/>
                </a:solidFill>
                <a:latin typeface="Arial" panose="020B0604020202020204" pitchFamily="34" charset="0"/>
              </a:defRPr>
            </a:lvl9pPr>
          </a:lstStyle>
          <a:p>
            <a:r>
              <a:rPr lang="zh-CN" altLang="en-US" sz="2000" b="1">
                <a:solidFill>
                  <a:srgbClr val="0000CC"/>
                </a:solidFill>
                <a:ea typeface="黑体" panose="02010609060101010101" pitchFamily="49" charset="-122"/>
              </a:rPr>
              <a:t>区    域    标    识    符</a:t>
            </a:r>
          </a:p>
        </p:txBody>
      </p:sp>
      <p:sp>
        <p:nvSpPr>
          <p:cNvPr id="1061932" name="Rectangle 44"/>
          <p:cNvSpPr>
            <a:spLocks noChangeArrowheads="1"/>
          </p:cNvSpPr>
          <p:nvPr/>
        </p:nvSpPr>
        <p:spPr bwMode="auto">
          <a:xfrm>
            <a:off x="6334125" y="2465388"/>
            <a:ext cx="2062163" cy="3984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488" tIns="44450" rIns="90488" bIns="44450">
            <a:spAutoFit/>
          </a:bodyPr>
          <a:lstStyle>
            <a:lvl1pPr defTabSz="762000" eaLnBrk="0" hangingPunct="0">
              <a:defRPr>
                <a:solidFill>
                  <a:schemeClr val="tx1"/>
                </a:solidFill>
                <a:latin typeface="Arial" panose="020B0604020202020204" pitchFamily="34" charset="0"/>
              </a:defRPr>
            </a:lvl1pPr>
            <a:lvl2pPr defTabSz="762000" eaLnBrk="0" hangingPunct="0">
              <a:defRPr>
                <a:solidFill>
                  <a:schemeClr val="tx1"/>
                </a:solidFill>
                <a:latin typeface="Arial" panose="020B0604020202020204" pitchFamily="34" charset="0"/>
              </a:defRPr>
            </a:lvl2pPr>
            <a:lvl3pPr defTabSz="762000" eaLnBrk="0" hangingPunct="0">
              <a:defRPr>
                <a:solidFill>
                  <a:schemeClr val="tx1"/>
                </a:solidFill>
                <a:latin typeface="Arial" panose="020B0604020202020204" pitchFamily="34" charset="0"/>
              </a:defRPr>
            </a:lvl3pPr>
            <a:lvl4pPr defTabSz="762000" eaLnBrk="0" hangingPunct="0">
              <a:defRPr>
                <a:solidFill>
                  <a:schemeClr val="tx1"/>
                </a:solidFill>
                <a:latin typeface="Arial" panose="020B0604020202020204" pitchFamily="34" charset="0"/>
              </a:defRPr>
            </a:lvl4pPr>
            <a:lvl5pPr defTabSz="762000" eaLnBrk="0" hangingPunct="0">
              <a:defRPr>
                <a:solidFill>
                  <a:schemeClr val="tx1"/>
                </a:solidFill>
                <a:latin typeface="Arial" panose="020B0604020202020204" pitchFamily="34" charset="0"/>
              </a:defRPr>
            </a:lvl5pPr>
            <a:lvl6pPr defTabSz="762000" eaLnBrk="0" fontAlgn="base" hangingPunct="0">
              <a:spcBef>
                <a:spcPct val="0"/>
              </a:spcBef>
              <a:spcAft>
                <a:spcPct val="0"/>
              </a:spcAft>
              <a:defRPr>
                <a:solidFill>
                  <a:schemeClr val="tx1"/>
                </a:solidFill>
                <a:latin typeface="Arial" panose="020B0604020202020204" pitchFamily="34" charset="0"/>
              </a:defRPr>
            </a:lvl6pPr>
            <a:lvl7pPr defTabSz="762000" eaLnBrk="0" fontAlgn="base" hangingPunct="0">
              <a:spcBef>
                <a:spcPct val="0"/>
              </a:spcBef>
              <a:spcAft>
                <a:spcPct val="0"/>
              </a:spcAft>
              <a:defRPr>
                <a:solidFill>
                  <a:schemeClr val="tx1"/>
                </a:solidFill>
                <a:latin typeface="Arial" panose="020B0604020202020204" pitchFamily="34" charset="0"/>
              </a:defRPr>
            </a:lvl7pPr>
            <a:lvl8pPr defTabSz="762000" eaLnBrk="0" fontAlgn="base" hangingPunct="0">
              <a:spcBef>
                <a:spcPct val="0"/>
              </a:spcBef>
              <a:spcAft>
                <a:spcPct val="0"/>
              </a:spcAft>
              <a:defRPr>
                <a:solidFill>
                  <a:schemeClr val="tx1"/>
                </a:solidFill>
                <a:latin typeface="Arial" panose="020B0604020202020204" pitchFamily="34" charset="0"/>
              </a:defRPr>
            </a:lvl8pPr>
            <a:lvl9pPr defTabSz="762000" eaLnBrk="0" fontAlgn="base" hangingPunct="0">
              <a:spcBef>
                <a:spcPct val="0"/>
              </a:spcBef>
              <a:spcAft>
                <a:spcPct val="0"/>
              </a:spcAft>
              <a:defRPr>
                <a:solidFill>
                  <a:schemeClr val="tx1"/>
                </a:solidFill>
                <a:latin typeface="Arial" panose="020B0604020202020204" pitchFamily="34" charset="0"/>
              </a:defRPr>
            </a:lvl9pPr>
          </a:lstStyle>
          <a:p>
            <a:r>
              <a:rPr lang="zh-CN" altLang="en-US" sz="2000" b="1">
                <a:solidFill>
                  <a:srgbClr val="0000CC"/>
                </a:solidFill>
                <a:ea typeface="黑体" panose="02010609060101010101" pitchFamily="49" charset="-122"/>
              </a:rPr>
              <a:t>鉴    别    类    型</a:t>
            </a:r>
          </a:p>
        </p:txBody>
      </p:sp>
      <p:sp>
        <p:nvSpPr>
          <p:cNvPr id="1061933" name="Line 45"/>
          <p:cNvSpPr>
            <a:spLocks noChangeShapeType="1"/>
          </p:cNvSpPr>
          <p:nvPr/>
        </p:nvSpPr>
        <p:spPr bwMode="auto">
          <a:xfrm flipH="1">
            <a:off x="5187950" y="2465388"/>
            <a:ext cx="1588" cy="350837"/>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b="1">
              <a:solidFill>
                <a:srgbClr val="0000CC"/>
              </a:solidFill>
              <a:ea typeface="黑体" panose="02010609060101010101" pitchFamily="49" charset="-122"/>
            </a:endParaRPr>
          </a:p>
        </p:txBody>
      </p:sp>
      <p:sp>
        <p:nvSpPr>
          <p:cNvPr id="1061934" name="Line 46"/>
          <p:cNvSpPr>
            <a:spLocks noChangeShapeType="1"/>
          </p:cNvSpPr>
          <p:nvPr/>
        </p:nvSpPr>
        <p:spPr bwMode="auto">
          <a:xfrm flipH="1" flipV="1">
            <a:off x="2989263" y="3970338"/>
            <a:ext cx="542925" cy="1587"/>
          </a:xfrm>
          <a:prstGeom prst="line">
            <a:avLst/>
          </a:prstGeom>
          <a:noFill/>
          <a:ln w="9525">
            <a:solidFill>
              <a:schemeClr val="tx1"/>
            </a:solidFill>
            <a:round/>
            <a:headEnd type="none" w="sm" len="lg"/>
            <a:tailEnd type="triangle" w="sm" len="med"/>
          </a:ln>
          <a:extLst>
            <a:ext uri="{909E8E84-426E-40DD-AFC4-6F175D3DCCD1}">
              <a14:hiddenFill xmlns:a14="http://schemas.microsoft.com/office/drawing/2010/main">
                <a:noFill/>
              </a14:hiddenFill>
            </a:ext>
          </a:extLst>
        </p:spPr>
        <p:txBody>
          <a:bodyPr wrap="none" anchor="ctr"/>
          <a:lstStyle/>
          <a:p>
            <a:pPr eaLnBrk="0" hangingPunct="0"/>
            <a:endParaRPr lang="zh-CN" altLang="en-US" b="1">
              <a:solidFill>
                <a:srgbClr val="0000CC"/>
              </a:solidFill>
              <a:ea typeface="黑体" panose="02010609060101010101" pitchFamily="49" charset="-122"/>
            </a:endParaRPr>
          </a:p>
        </p:txBody>
      </p:sp>
      <p:sp>
        <p:nvSpPr>
          <p:cNvPr id="1061935" name="矩形 1"/>
          <p:cNvSpPr>
            <a:spLocks noChangeArrowheads="1"/>
          </p:cNvSpPr>
          <p:nvPr/>
        </p:nvSpPr>
        <p:spPr bwMode="auto">
          <a:xfrm>
            <a:off x="2782888" y="6189663"/>
            <a:ext cx="5410200" cy="461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gn="ctr" eaLnBrk="0" hangingPunct="0"/>
            <a:r>
              <a:rPr lang="en-US" altLang="zh-CN" sz="2400" b="1">
                <a:ea typeface="黑体" panose="02010609060101010101" pitchFamily="49" charset="-122"/>
              </a:rPr>
              <a:t>OSPF </a:t>
            </a:r>
            <a:r>
              <a:rPr lang="zh-CN" altLang="zh-CN" sz="2400" b="1">
                <a:ea typeface="黑体" panose="02010609060101010101" pitchFamily="49" charset="-122"/>
              </a:rPr>
              <a:t>分组用</a:t>
            </a:r>
            <a:r>
              <a:rPr lang="en-US" altLang="zh-CN" sz="2400" b="1">
                <a:ea typeface="黑体" panose="02010609060101010101" pitchFamily="49" charset="-122"/>
              </a:rPr>
              <a:t> IP </a:t>
            </a:r>
            <a:r>
              <a:rPr lang="zh-CN" altLang="zh-CN" sz="2400" b="1">
                <a:ea typeface="黑体" panose="02010609060101010101" pitchFamily="49" charset="-122"/>
              </a:rPr>
              <a:t>数据报传送</a:t>
            </a:r>
            <a:endParaRPr lang="zh-CN" altLang="en-US" sz="2400" b="1">
              <a:ea typeface="黑体" panose="02010609060101010101" pitchFamily="49" charset="-122"/>
            </a:endParaRPr>
          </a:p>
        </p:txBody>
      </p:sp>
      <p:sp>
        <p:nvSpPr>
          <p:cNvPr id="1061936" name="灯片编号占位符 4"/>
          <p:cNvSpPr>
            <a:spLocks noGrp="1" noChangeArrowheads="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p>
            <a:fld id="{C3657A83-7458-46AA-9DB1-BAF13B1C65F9}" type="slidenum">
              <a:rPr lang="zh-CN" altLang="en-US" smtClean="0"/>
              <a:pPr/>
              <a:t>44</a:t>
            </a:fld>
            <a:endParaRPr lang="en-US" altLang="zh-CN" smtClean="0"/>
          </a:p>
        </p:txBody>
      </p:sp>
      <p:sp>
        <p:nvSpPr>
          <p:cNvPr id="1061937" name="页脚占位符 5"/>
          <p:cNvSpPr>
            <a:spLocks noGrp="1" noChangeArrowheads="1"/>
          </p:cNvSpPr>
          <p:nvPr>
            <p:ph type="ftr"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p>
            <a:r>
              <a:rPr lang="en-US" altLang="zh-CN" smtClean="0"/>
              <a:t>ppt课件</a:t>
            </a:r>
          </a:p>
        </p:txBody>
      </p:sp>
    </p:spTree>
  </p:cSld>
  <p:clrMapOvr>
    <a:masterClrMapping/>
  </p:clrMapOvr>
  <p:timing>
    <p:tnLst>
      <p:par>
        <p:cTn id="1" dur="indefinite" restart="never" nodeType="tmRoot"/>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63937" name="Rectangle 2"/>
          <p:cNvSpPr>
            <a:spLocks noGrp="1" noChangeArrowheads="1"/>
          </p:cNvSpPr>
          <p:nvPr>
            <p:ph type="title"/>
          </p:nvPr>
        </p:nvSpPr>
        <p:spPr>
          <a:xfrm>
            <a:off x="495300" y="188913"/>
            <a:ext cx="9066213" cy="792162"/>
          </a:xfrm>
        </p:spPr>
        <p:txBody>
          <a:bodyPr/>
          <a:lstStyle/>
          <a:p>
            <a:r>
              <a:rPr lang="en-US" altLang="zh-CN" smtClean="0">
                <a:ea typeface="黑体" panose="02010609060101010101" pitchFamily="49" charset="-122"/>
              </a:rPr>
              <a:t>2. OSPF </a:t>
            </a:r>
            <a:r>
              <a:rPr lang="zh-CN" altLang="en-US" smtClean="0">
                <a:ea typeface="黑体" panose="02010609060101010101" pitchFamily="49" charset="-122"/>
              </a:rPr>
              <a:t>的五种分组类型 </a:t>
            </a:r>
          </a:p>
        </p:txBody>
      </p:sp>
      <p:sp>
        <p:nvSpPr>
          <p:cNvPr id="591875" name="Rectangle 3"/>
          <p:cNvSpPr>
            <a:spLocks noGrp="1" noChangeArrowheads="1"/>
          </p:cNvSpPr>
          <p:nvPr>
            <p:ph idx="1"/>
          </p:nvPr>
        </p:nvSpPr>
        <p:spPr>
          <a:xfrm>
            <a:off x="495300" y="1196975"/>
            <a:ext cx="9066213" cy="4933950"/>
          </a:xfrm>
        </p:spPr>
        <p:txBody>
          <a:bodyPr/>
          <a:lstStyle/>
          <a:p>
            <a:pPr>
              <a:spcBef>
                <a:spcPts val="1200"/>
              </a:spcBef>
            </a:pPr>
            <a:r>
              <a:rPr lang="zh-CN" altLang="en-US" sz="2800" smtClean="0">
                <a:solidFill>
                  <a:srgbClr val="0000FF"/>
                </a:solidFill>
                <a:ea typeface="黑体" panose="02010609060101010101" pitchFamily="49" charset="-122"/>
              </a:rPr>
              <a:t>类型</a:t>
            </a:r>
            <a:r>
              <a:rPr lang="en-US" altLang="zh-CN" sz="2800" smtClean="0">
                <a:solidFill>
                  <a:srgbClr val="0000FF"/>
                </a:solidFill>
                <a:ea typeface="黑体" panose="02010609060101010101" pitchFamily="49" charset="-122"/>
              </a:rPr>
              <a:t>1</a:t>
            </a:r>
            <a:r>
              <a:rPr lang="zh-CN" altLang="en-US" sz="2800" smtClean="0">
                <a:solidFill>
                  <a:srgbClr val="0000FF"/>
                </a:solidFill>
                <a:ea typeface="黑体" panose="02010609060101010101" pitchFamily="49" charset="-122"/>
              </a:rPr>
              <a:t>，</a:t>
            </a:r>
            <a:r>
              <a:rPr lang="zh-CN" altLang="en-US" sz="2800" smtClean="0">
                <a:ea typeface="黑体" panose="02010609060101010101" pitchFamily="49" charset="-122"/>
              </a:rPr>
              <a:t>问候 </a:t>
            </a:r>
            <a:r>
              <a:rPr lang="en-US" altLang="zh-CN" sz="2800" smtClean="0">
                <a:ea typeface="黑体" panose="02010609060101010101" pitchFamily="49" charset="-122"/>
              </a:rPr>
              <a:t>(Hello) </a:t>
            </a:r>
            <a:r>
              <a:rPr lang="zh-CN" altLang="en-US" sz="2800" smtClean="0">
                <a:ea typeface="黑体" panose="02010609060101010101" pitchFamily="49" charset="-122"/>
              </a:rPr>
              <a:t>分组。</a:t>
            </a:r>
          </a:p>
          <a:p>
            <a:pPr>
              <a:spcBef>
                <a:spcPts val="1200"/>
              </a:spcBef>
            </a:pPr>
            <a:r>
              <a:rPr lang="zh-CN" altLang="en-US" sz="2800" smtClean="0">
                <a:solidFill>
                  <a:srgbClr val="0000FF"/>
                </a:solidFill>
                <a:ea typeface="黑体" panose="02010609060101010101" pitchFamily="49" charset="-122"/>
              </a:rPr>
              <a:t>类型</a:t>
            </a:r>
            <a:r>
              <a:rPr lang="en-US" altLang="zh-CN" sz="2800" smtClean="0">
                <a:solidFill>
                  <a:srgbClr val="0000FF"/>
                </a:solidFill>
                <a:ea typeface="黑体" panose="02010609060101010101" pitchFamily="49" charset="-122"/>
              </a:rPr>
              <a:t>2</a:t>
            </a:r>
            <a:r>
              <a:rPr lang="zh-CN" altLang="en-US" sz="2800" smtClean="0">
                <a:solidFill>
                  <a:srgbClr val="0000FF"/>
                </a:solidFill>
                <a:ea typeface="黑体" panose="02010609060101010101" pitchFamily="49" charset="-122"/>
              </a:rPr>
              <a:t>，</a:t>
            </a:r>
            <a:r>
              <a:rPr lang="zh-CN" altLang="en-US" sz="2800" smtClean="0">
                <a:ea typeface="黑体" panose="02010609060101010101" pitchFamily="49" charset="-122"/>
              </a:rPr>
              <a:t>数据库描述 </a:t>
            </a:r>
            <a:r>
              <a:rPr lang="en-US" altLang="zh-CN" sz="2800" smtClean="0">
                <a:ea typeface="黑体" panose="02010609060101010101" pitchFamily="49" charset="-122"/>
              </a:rPr>
              <a:t>(Database Description) </a:t>
            </a:r>
            <a:r>
              <a:rPr lang="zh-CN" altLang="en-US" sz="2800" smtClean="0">
                <a:ea typeface="黑体" panose="02010609060101010101" pitchFamily="49" charset="-122"/>
              </a:rPr>
              <a:t>分组。</a:t>
            </a:r>
          </a:p>
          <a:p>
            <a:pPr>
              <a:spcBef>
                <a:spcPts val="1200"/>
              </a:spcBef>
            </a:pPr>
            <a:r>
              <a:rPr lang="zh-CN" altLang="en-US" sz="2800" smtClean="0">
                <a:solidFill>
                  <a:srgbClr val="0000FF"/>
                </a:solidFill>
                <a:ea typeface="黑体" panose="02010609060101010101" pitchFamily="49" charset="-122"/>
              </a:rPr>
              <a:t>类型</a:t>
            </a:r>
            <a:r>
              <a:rPr lang="en-US" altLang="zh-CN" sz="2800" smtClean="0">
                <a:solidFill>
                  <a:srgbClr val="0000FF"/>
                </a:solidFill>
                <a:ea typeface="黑体" panose="02010609060101010101" pitchFamily="49" charset="-122"/>
              </a:rPr>
              <a:t>3</a:t>
            </a:r>
            <a:r>
              <a:rPr lang="zh-CN" altLang="en-US" sz="2800" smtClean="0">
                <a:solidFill>
                  <a:srgbClr val="0000FF"/>
                </a:solidFill>
                <a:ea typeface="黑体" panose="02010609060101010101" pitchFamily="49" charset="-122"/>
              </a:rPr>
              <a:t>，</a:t>
            </a:r>
            <a:r>
              <a:rPr lang="zh-CN" altLang="en-US" sz="2800" smtClean="0">
                <a:ea typeface="黑体" panose="02010609060101010101" pitchFamily="49" charset="-122"/>
              </a:rPr>
              <a:t>链路状态请求 </a:t>
            </a:r>
            <a:r>
              <a:rPr lang="en-US" altLang="zh-CN" sz="2800" smtClean="0">
                <a:ea typeface="黑体" panose="02010609060101010101" pitchFamily="49" charset="-122"/>
              </a:rPr>
              <a:t>(Link State Request) </a:t>
            </a:r>
            <a:r>
              <a:rPr lang="zh-CN" altLang="en-US" sz="2800" smtClean="0">
                <a:ea typeface="黑体" panose="02010609060101010101" pitchFamily="49" charset="-122"/>
              </a:rPr>
              <a:t>分组。</a:t>
            </a:r>
          </a:p>
          <a:p>
            <a:pPr>
              <a:spcBef>
                <a:spcPts val="1200"/>
              </a:spcBef>
            </a:pPr>
            <a:r>
              <a:rPr lang="zh-CN" altLang="en-US" sz="2800" smtClean="0">
                <a:solidFill>
                  <a:srgbClr val="0000FF"/>
                </a:solidFill>
                <a:ea typeface="黑体" panose="02010609060101010101" pitchFamily="49" charset="-122"/>
              </a:rPr>
              <a:t>类型</a:t>
            </a:r>
            <a:r>
              <a:rPr lang="en-US" altLang="zh-CN" sz="2800" smtClean="0">
                <a:solidFill>
                  <a:srgbClr val="0000FF"/>
                </a:solidFill>
                <a:ea typeface="黑体" panose="02010609060101010101" pitchFamily="49" charset="-122"/>
              </a:rPr>
              <a:t>4</a:t>
            </a:r>
            <a:r>
              <a:rPr lang="zh-CN" altLang="en-US" sz="2800" smtClean="0">
                <a:solidFill>
                  <a:srgbClr val="0000FF"/>
                </a:solidFill>
                <a:ea typeface="黑体" panose="02010609060101010101" pitchFamily="49" charset="-122"/>
              </a:rPr>
              <a:t>，</a:t>
            </a:r>
            <a:r>
              <a:rPr lang="zh-CN" altLang="en-US" sz="2800" smtClean="0">
                <a:ea typeface="黑体" panose="02010609060101010101" pitchFamily="49" charset="-122"/>
              </a:rPr>
              <a:t>链路状态更新 </a:t>
            </a:r>
            <a:r>
              <a:rPr lang="en-US" altLang="zh-CN" sz="2800" smtClean="0">
                <a:ea typeface="黑体" panose="02010609060101010101" pitchFamily="49" charset="-122"/>
              </a:rPr>
              <a:t>(Link State Update) </a:t>
            </a:r>
            <a:r>
              <a:rPr lang="zh-CN" altLang="en-US" sz="2800" smtClean="0">
                <a:ea typeface="黑体" panose="02010609060101010101" pitchFamily="49" charset="-122"/>
              </a:rPr>
              <a:t>分组，</a:t>
            </a:r>
          </a:p>
          <a:p>
            <a:pPr>
              <a:spcBef>
                <a:spcPts val="1200"/>
              </a:spcBef>
              <a:buFont typeface="Wingdings" panose="05000000000000000000" pitchFamily="2" charset="2"/>
              <a:buNone/>
            </a:pPr>
            <a:r>
              <a:rPr lang="zh-CN" altLang="en-US" sz="2800" smtClean="0">
                <a:ea typeface="黑体" panose="02010609060101010101" pitchFamily="49" charset="-122"/>
              </a:rPr>
              <a:t>                用</a:t>
            </a:r>
            <a:r>
              <a:rPr lang="zh-CN" altLang="en-US" sz="2800" smtClean="0">
                <a:solidFill>
                  <a:srgbClr val="FF0000"/>
                </a:solidFill>
                <a:ea typeface="黑体" panose="02010609060101010101" pitchFamily="49" charset="-122"/>
              </a:rPr>
              <a:t>洪泛法</a:t>
            </a:r>
            <a:r>
              <a:rPr lang="zh-CN" altLang="en-US" sz="2800" smtClean="0">
                <a:ea typeface="黑体" panose="02010609060101010101" pitchFamily="49" charset="-122"/>
              </a:rPr>
              <a:t>对全网更新链路状态。</a:t>
            </a:r>
          </a:p>
          <a:p>
            <a:pPr>
              <a:spcBef>
                <a:spcPts val="1200"/>
              </a:spcBef>
            </a:pPr>
            <a:r>
              <a:rPr lang="zh-CN" altLang="en-US" sz="2800" smtClean="0">
                <a:solidFill>
                  <a:srgbClr val="0000FF"/>
                </a:solidFill>
                <a:ea typeface="黑体" panose="02010609060101010101" pitchFamily="49" charset="-122"/>
              </a:rPr>
              <a:t>类型</a:t>
            </a:r>
            <a:r>
              <a:rPr lang="en-US" altLang="zh-CN" sz="2800" smtClean="0">
                <a:solidFill>
                  <a:srgbClr val="0000FF"/>
                </a:solidFill>
                <a:ea typeface="黑体" panose="02010609060101010101" pitchFamily="49" charset="-122"/>
              </a:rPr>
              <a:t>5</a:t>
            </a:r>
            <a:r>
              <a:rPr lang="zh-CN" altLang="en-US" sz="2800" smtClean="0">
                <a:solidFill>
                  <a:srgbClr val="0000FF"/>
                </a:solidFill>
                <a:ea typeface="黑体" panose="02010609060101010101" pitchFamily="49" charset="-122"/>
              </a:rPr>
              <a:t>，</a:t>
            </a:r>
            <a:r>
              <a:rPr lang="zh-CN" altLang="en-US" sz="2800" smtClean="0">
                <a:ea typeface="黑体" panose="02010609060101010101" pitchFamily="49" charset="-122"/>
              </a:rPr>
              <a:t>链路状态确认 </a:t>
            </a:r>
            <a:r>
              <a:rPr lang="en-US" altLang="zh-CN" sz="2800" smtClean="0">
                <a:ea typeface="黑体" panose="02010609060101010101" pitchFamily="49" charset="-122"/>
              </a:rPr>
              <a:t>(Link State Acknowledgment)</a:t>
            </a:r>
          </a:p>
          <a:p>
            <a:pPr>
              <a:spcBef>
                <a:spcPts val="1200"/>
              </a:spcBef>
              <a:buFont typeface="Wingdings" panose="05000000000000000000" pitchFamily="2" charset="2"/>
              <a:buNone/>
            </a:pPr>
            <a:r>
              <a:rPr lang="en-US" altLang="zh-CN" sz="2800" smtClean="0">
                <a:ea typeface="黑体" panose="02010609060101010101" pitchFamily="49" charset="-122"/>
              </a:rPr>
              <a:t>                 </a:t>
            </a:r>
            <a:r>
              <a:rPr lang="zh-CN" altLang="en-US" sz="2800" smtClean="0">
                <a:ea typeface="黑体" panose="02010609060101010101" pitchFamily="49" charset="-122"/>
              </a:rPr>
              <a:t>分组。 </a:t>
            </a:r>
          </a:p>
        </p:txBody>
      </p:sp>
      <p:sp>
        <p:nvSpPr>
          <p:cNvPr id="1063939" name="灯片编号占位符 3"/>
          <p:cNvSpPr>
            <a:spLocks noGrp="1" noChangeArrowheads="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9011F5FB-C47E-4697-B992-005EC0BE048B}" type="slidenum">
              <a:rPr lang="zh-CN" altLang="en-US" smtClean="0"/>
              <a:pPr eaLnBrk="1" hangingPunct="1"/>
              <a:t>45</a:t>
            </a:fld>
            <a:endParaRPr lang="en-US" altLang="zh-CN" smtClean="0"/>
          </a:p>
        </p:txBody>
      </p:sp>
      <p:sp>
        <p:nvSpPr>
          <p:cNvPr id="1063940" name="页脚占位符 4"/>
          <p:cNvSpPr>
            <a:spLocks noGrp="1" noChangeArrowheads="1"/>
          </p:cNvSpPr>
          <p:nvPr>
            <p:ph type="ftr"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zh-CN" smtClean="0"/>
              <a:t>ppt课件</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91875">
                                            <p:txEl>
                                              <p:pRg st="1" end="1"/>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591875">
                                            <p:txEl>
                                              <p:pRg st="2" end="2"/>
                                            </p:txEl>
                                          </p:spTgt>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591875">
                                            <p:txEl>
                                              <p:pRg st="3" end="3"/>
                                            </p:txEl>
                                          </p:spTgt>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591875">
                                            <p:txEl>
                                              <p:pRg st="4" end="4"/>
                                            </p:txEl>
                                          </p:spTgt>
                                        </p:tgtEl>
                                        <p:attrNameLst>
                                          <p:attrName>style.visibility</p:attrName>
                                        </p:attrNameLst>
                                      </p:cBhvr>
                                      <p:to>
                                        <p:strVal val="visible"/>
                                      </p:to>
                                    </p:set>
                                  </p:childTnLst>
                                </p:cTn>
                              </p:par>
                            </p:childTnLst>
                          </p:cTn>
                        </p:par>
                      </p:childTnLst>
                    </p:cTn>
                  </p:par>
                  <p:par>
                    <p:cTn id="17" fill="hold" nodeType="clickPar">
                      <p:stCondLst>
                        <p:cond delay="indefinite"/>
                      </p:stCondLst>
                      <p:childTnLst>
                        <p:par>
                          <p:cTn id="18" fill="hold" nodeType="withGroup">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591875">
                                            <p:txEl>
                                              <p:pRg st="5" end="5"/>
                                            </p:txEl>
                                          </p:spTgt>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591875">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91875" grpId="0" build="p"/>
    </p:bld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65985" name="Rectangle 3"/>
          <p:cNvSpPr>
            <a:spLocks noGrp="1" noChangeArrowheads="1"/>
          </p:cNvSpPr>
          <p:nvPr>
            <p:ph type="title"/>
          </p:nvPr>
        </p:nvSpPr>
        <p:spPr/>
        <p:txBody>
          <a:bodyPr/>
          <a:lstStyle/>
          <a:p>
            <a:pPr algn="ctr"/>
            <a:r>
              <a:rPr lang="en-US" altLang="zh-CN" smtClean="0">
                <a:ea typeface="黑体" panose="02010609060101010101" pitchFamily="49" charset="-122"/>
              </a:rPr>
              <a:t>OSPF </a:t>
            </a:r>
            <a:r>
              <a:rPr lang="zh-CN" altLang="en-US" smtClean="0">
                <a:ea typeface="黑体" panose="02010609060101010101" pitchFamily="49" charset="-122"/>
              </a:rPr>
              <a:t>的基本操作 </a:t>
            </a:r>
          </a:p>
        </p:txBody>
      </p:sp>
      <p:sp>
        <p:nvSpPr>
          <p:cNvPr id="1065986" name="Rectangle 2"/>
          <p:cNvSpPr>
            <a:spLocks noChangeArrowheads="1"/>
          </p:cNvSpPr>
          <p:nvPr/>
        </p:nvSpPr>
        <p:spPr bwMode="auto">
          <a:xfrm>
            <a:off x="273050" y="2563813"/>
            <a:ext cx="9632950" cy="1754187"/>
          </a:xfrm>
          <a:prstGeom prst="rect">
            <a:avLst/>
          </a:prstGeom>
          <a:solidFill>
            <a:srgbClr val="CCECFF"/>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eaLnBrk="0" hangingPunct="0"/>
            <a:endParaRPr lang="zh-CN" altLang="en-US" b="1">
              <a:solidFill>
                <a:srgbClr val="0000CC"/>
              </a:solidFill>
              <a:ea typeface="黑体" panose="02010609060101010101" pitchFamily="49" charset="-122"/>
            </a:endParaRPr>
          </a:p>
        </p:txBody>
      </p:sp>
      <p:sp>
        <p:nvSpPr>
          <p:cNvPr id="592900" name="Line 4"/>
          <p:cNvSpPr>
            <a:spLocks noChangeShapeType="1"/>
          </p:cNvSpPr>
          <p:nvPr/>
        </p:nvSpPr>
        <p:spPr bwMode="auto">
          <a:xfrm>
            <a:off x="1855788" y="1554163"/>
            <a:ext cx="0" cy="1027112"/>
          </a:xfrm>
          <a:prstGeom prst="line">
            <a:avLst/>
          </a:prstGeom>
          <a:noFill/>
          <a:ln w="28575">
            <a:solidFill>
              <a:srgbClr val="333399"/>
            </a:solidFill>
            <a:round/>
            <a:headEnd type="triangle" w="med" len="lg"/>
            <a:tailEnd type="triangle" w="med" len="lg"/>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CC"/>
              </a:solidFill>
              <a:ea typeface="黑体" panose="02010609060101010101" pitchFamily="49" charset="-122"/>
            </a:endParaRPr>
          </a:p>
        </p:txBody>
      </p:sp>
      <p:sp>
        <p:nvSpPr>
          <p:cNvPr id="1065988" name="Rectangle 5"/>
          <p:cNvSpPr>
            <a:spLocks noChangeArrowheads="1"/>
          </p:cNvSpPr>
          <p:nvPr/>
        </p:nvSpPr>
        <p:spPr bwMode="auto">
          <a:xfrm>
            <a:off x="1104900" y="1858963"/>
            <a:ext cx="1547813" cy="325437"/>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eaLnBrk="0" hangingPunct="0"/>
            <a:endParaRPr lang="zh-CN" altLang="en-US" b="1">
              <a:solidFill>
                <a:srgbClr val="0000CC"/>
              </a:solidFill>
              <a:ea typeface="黑体" panose="02010609060101010101" pitchFamily="49" charset="-122"/>
            </a:endParaRPr>
          </a:p>
        </p:txBody>
      </p:sp>
      <p:sp>
        <p:nvSpPr>
          <p:cNvPr id="1065989" name="AutoShape 6"/>
          <p:cNvSpPr>
            <a:spLocks noChangeArrowheads="1"/>
          </p:cNvSpPr>
          <p:nvPr/>
        </p:nvSpPr>
        <p:spPr bwMode="auto">
          <a:xfrm rot="-5400000">
            <a:off x="5764213" y="-582612"/>
            <a:ext cx="96837" cy="4211637"/>
          </a:xfrm>
          <a:prstGeom prst="can">
            <a:avLst>
              <a:gd name="adj" fmla="val 105911"/>
            </a:avLst>
          </a:prstGeom>
          <a:solidFill>
            <a:srgbClr val="C00000"/>
          </a:solidFill>
          <a:ln w="9525">
            <a:solidFill>
              <a:schemeClr val="tx1"/>
            </a:solidFill>
            <a:round/>
            <a:headEnd/>
            <a:tailEnd/>
          </a:ln>
        </p:spPr>
        <p:txBody>
          <a:bodyPr wrap="none" anchor="ctr"/>
          <a:lstStyle/>
          <a:p>
            <a:pPr eaLnBrk="0" hangingPunct="0"/>
            <a:endParaRPr lang="zh-CN" altLang="en-US" b="1">
              <a:solidFill>
                <a:srgbClr val="0000CC"/>
              </a:solidFill>
              <a:ea typeface="黑体" panose="02010609060101010101" pitchFamily="49" charset="-122"/>
            </a:endParaRPr>
          </a:p>
        </p:txBody>
      </p:sp>
      <p:pic>
        <p:nvPicPr>
          <p:cNvPr id="1065990" name="Picture 7"/>
          <p:cNvPicPr>
            <a:picLocks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294063" y="1316038"/>
            <a:ext cx="823912" cy="3952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065991" name="Picture 8"/>
          <p:cNvPicPr>
            <a:picLocks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712075" y="1316038"/>
            <a:ext cx="822325" cy="3952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592905" name="Group 9"/>
          <p:cNvGrpSpPr>
            <a:grpSpLocks/>
          </p:cNvGrpSpPr>
          <p:nvPr/>
        </p:nvGrpSpPr>
        <p:grpSpPr bwMode="auto">
          <a:xfrm>
            <a:off x="3808413" y="1631950"/>
            <a:ext cx="4213225" cy="400050"/>
            <a:chOff x="2056" y="1482"/>
            <a:chExt cx="2450" cy="252"/>
          </a:xfrm>
        </p:grpSpPr>
        <p:sp>
          <p:nvSpPr>
            <p:cNvPr id="1065993" name="Text Box 10"/>
            <p:cNvSpPr txBox="1">
              <a:spLocks noChangeArrowheads="1"/>
            </p:cNvSpPr>
            <p:nvPr/>
          </p:nvSpPr>
          <p:spPr bwMode="auto">
            <a:xfrm>
              <a:off x="2991" y="1482"/>
              <a:ext cx="406" cy="2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zh-CN" altLang="en-US" sz="2000" b="1">
                  <a:solidFill>
                    <a:srgbClr val="0000CC"/>
                  </a:solidFill>
                  <a:ea typeface="黑体" panose="02010609060101010101" pitchFamily="49" charset="-122"/>
                </a:rPr>
                <a:t>问候</a:t>
              </a:r>
            </a:p>
          </p:txBody>
        </p:sp>
        <p:sp>
          <p:nvSpPr>
            <p:cNvPr id="1065994" name="Line 11"/>
            <p:cNvSpPr>
              <a:spLocks noChangeShapeType="1"/>
            </p:cNvSpPr>
            <p:nvPr/>
          </p:nvSpPr>
          <p:spPr bwMode="auto">
            <a:xfrm>
              <a:off x="2056" y="1731"/>
              <a:ext cx="2450" cy="0"/>
            </a:xfrm>
            <a:prstGeom prst="line">
              <a:avLst/>
            </a:prstGeom>
            <a:noFill/>
            <a:ln w="28575">
              <a:solidFill>
                <a:srgbClr val="333399"/>
              </a:solidFill>
              <a:round/>
              <a:headEnd/>
              <a:tailEnd type="triangle" w="med" len="lg"/>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CC"/>
                </a:solidFill>
                <a:ea typeface="黑体" panose="02010609060101010101" pitchFamily="49" charset="-122"/>
              </a:endParaRPr>
            </a:p>
          </p:txBody>
        </p:sp>
      </p:grpSp>
      <p:grpSp>
        <p:nvGrpSpPr>
          <p:cNvPr id="592908" name="Group 12"/>
          <p:cNvGrpSpPr>
            <a:grpSpLocks/>
          </p:cNvGrpSpPr>
          <p:nvPr/>
        </p:nvGrpSpPr>
        <p:grpSpPr bwMode="auto">
          <a:xfrm>
            <a:off x="3808413" y="2014538"/>
            <a:ext cx="4213225" cy="407987"/>
            <a:chOff x="2056" y="1723"/>
            <a:chExt cx="2450" cy="257"/>
          </a:xfrm>
        </p:grpSpPr>
        <p:sp>
          <p:nvSpPr>
            <p:cNvPr id="1065996" name="Line 13"/>
            <p:cNvSpPr>
              <a:spLocks noChangeShapeType="1"/>
            </p:cNvSpPr>
            <p:nvPr/>
          </p:nvSpPr>
          <p:spPr bwMode="auto">
            <a:xfrm flipH="1">
              <a:off x="2056" y="1980"/>
              <a:ext cx="2450" cy="0"/>
            </a:xfrm>
            <a:prstGeom prst="line">
              <a:avLst/>
            </a:prstGeom>
            <a:noFill/>
            <a:ln w="28575">
              <a:solidFill>
                <a:srgbClr val="333399"/>
              </a:solidFill>
              <a:round/>
              <a:headEnd/>
              <a:tailEnd type="triangle" w="med" len="lg"/>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CC"/>
                </a:solidFill>
                <a:ea typeface="黑体" panose="02010609060101010101" pitchFamily="49" charset="-122"/>
              </a:endParaRPr>
            </a:p>
          </p:txBody>
        </p:sp>
        <p:sp>
          <p:nvSpPr>
            <p:cNvPr id="1065997" name="Text Box 14"/>
            <p:cNvSpPr txBox="1">
              <a:spLocks noChangeArrowheads="1"/>
            </p:cNvSpPr>
            <p:nvPr/>
          </p:nvSpPr>
          <p:spPr bwMode="auto">
            <a:xfrm>
              <a:off x="2987" y="1723"/>
              <a:ext cx="406" cy="2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zh-CN" altLang="en-US" sz="2000" b="1">
                  <a:solidFill>
                    <a:srgbClr val="0000CC"/>
                  </a:solidFill>
                  <a:ea typeface="黑体" panose="02010609060101010101" pitchFamily="49" charset="-122"/>
                </a:rPr>
                <a:t>问候</a:t>
              </a:r>
            </a:p>
          </p:txBody>
        </p:sp>
      </p:grpSp>
      <p:grpSp>
        <p:nvGrpSpPr>
          <p:cNvPr id="592911" name="Group 15"/>
          <p:cNvGrpSpPr>
            <a:grpSpLocks/>
          </p:cNvGrpSpPr>
          <p:nvPr/>
        </p:nvGrpSpPr>
        <p:grpSpPr bwMode="auto">
          <a:xfrm>
            <a:off x="3808413" y="2578100"/>
            <a:ext cx="4213225" cy="400050"/>
            <a:chOff x="2056" y="2078"/>
            <a:chExt cx="2450" cy="252"/>
          </a:xfrm>
        </p:grpSpPr>
        <p:sp>
          <p:nvSpPr>
            <p:cNvPr id="1065999" name="Line 16"/>
            <p:cNvSpPr>
              <a:spLocks noChangeShapeType="1"/>
            </p:cNvSpPr>
            <p:nvPr/>
          </p:nvSpPr>
          <p:spPr bwMode="auto">
            <a:xfrm>
              <a:off x="2056" y="2328"/>
              <a:ext cx="2450" cy="0"/>
            </a:xfrm>
            <a:prstGeom prst="line">
              <a:avLst/>
            </a:prstGeom>
            <a:noFill/>
            <a:ln w="28575">
              <a:solidFill>
                <a:srgbClr val="333399"/>
              </a:solidFill>
              <a:round/>
              <a:headEnd/>
              <a:tailEnd type="triangle" w="med" len="lg"/>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CC"/>
                </a:solidFill>
                <a:ea typeface="黑体" panose="02010609060101010101" pitchFamily="49" charset="-122"/>
              </a:endParaRPr>
            </a:p>
          </p:txBody>
        </p:sp>
        <p:sp>
          <p:nvSpPr>
            <p:cNvPr id="1066000" name="Text Box 17"/>
            <p:cNvSpPr txBox="1">
              <a:spLocks noChangeArrowheads="1"/>
            </p:cNvSpPr>
            <p:nvPr/>
          </p:nvSpPr>
          <p:spPr bwMode="auto">
            <a:xfrm>
              <a:off x="2713" y="2078"/>
              <a:ext cx="853" cy="2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zh-CN" altLang="en-US" sz="2000" b="1">
                  <a:solidFill>
                    <a:srgbClr val="0000CC"/>
                  </a:solidFill>
                  <a:ea typeface="黑体" panose="02010609060101010101" pitchFamily="49" charset="-122"/>
                </a:rPr>
                <a:t>数据库描述</a:t>
              </a:r>
            </a:p>
          </p:txBody>
        </p:sp>
      </p:grpSp>
      <p:grpSp>
        <p:nvGrpSpPr>
          <p:cNvPr id="592914" name="Group 18"/>
          <p:cNvGrpSpPr>
            <a:grpSpLocks/>
          </p:cNvGrpSpPr>
          <p:nvPr/>
        </p:nvGrpSpPr>
        <p:grpSpPr bwMode="auto">
          <a:xfrm>
            <a:off x="3808413" y="2962275"/>
            <a:ext cx="4213225" cy="407988"/>
            <a:chOff x="2056" y="2320"/>
            <a:chExt cx="2450" cy="257"/>
          </a:xfrm>
        </p:grpSpPr>
        <p:sp>
          <p:nvSpPr>
            <p:cNvPr id="1066002" name="Line 19"/>
            <p:cNvSpPr>
              <a:spLocks noChangeShapeType="1"/>
            </p:cNvSpPr>
            <p:nvPr/>
          </p:nvSpPr>
          <p:spPr bwMode="auto">
            <a:xfrm flipH="1">
              <a:off x="2056" y="2577"/>
              <a:ext cx="2450" cy="0"/>
            </a:xfrm>
            <a:prstGeom prst="line">
              <a:avLst/>
            </a:prstGeom>
            <a:noFill/>
            <a:ln w="28575">
              <a:solidFill>
                <a:srgbClr val="333399"/>
              </a:solidFill>
              <a:round/>
              <a:headEnd/>
              <a:tailEnd type="triangle" w="med" len="lg"/>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CC"/>
                </a:solidFill>
                <a:ea typeface="黑体" panose="02010609060101010101" pitchFamily="49" charset="-122"/>
              </a:endParaRPr>
            </a:p>
          </p:txBody>
        </p:sp>
        <p:sp>
          <p:nvSpPr>
            <p:cNvPr id="1066003" name="Text Box 20"/>
            <p:cNvSpPr txBox="1">
              <a:spLocks noChangeArrowheads="1"/>
            </p:cNvSpPr>
            <p:nvPr/>
          </p:nvSpPr>
          <p:spPr bwMode="auto">
            <a:xfrm>
              <a:off x="2713" y="2320"/>
              <a:ext cx="853" cy="2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zh-CN" altLang="en-US" sz="2000" b="1">
                  <a:solidFill>
                    <a:srgbClr val="0000CC"/>
                  </a:solidFill>
                  <a:ea typeface="黑体" panose="02010609060101010101" pitchFamily="49" charset="-122"/>
                </a:rPr>
                <a:t>数据库描述</a:t>
              </a:r>
            </a:p>
          </p:txBody>
        </p:sp>
      </p:grpSp>
      <p:grpSp>
        <p:nvGrpSpPr>
          <p:cNvPr id="592917" name="Group 21"/>
          <p:cNvGrpSpPr>
            <a:grpSpLocks/>
          </p:cNvGrpSpPr>
          <p:nvPr/>
        </p:nvGrpSpPr>
        <p:grpSpPr bwMode="auto">
          <a:xfrm>
            <a:off x="3808413" y="3357563"/>
            <a:ext cx="4213225" cy="406400"/>
            <a:chOff x="2056" y="2569"/>
            <a:chExt cx="2450" cy="256"/>
          </a:xfrm>
        </p:grpSpPr>
        <p:sp>
          <p:nvSpPr>
            <p:cNvPr id="1066005" name="Line 22"/>
            <p:cNvSpPr>
              <a:spLocks noChangeShapeType="1"/>
            </p:cNvSpPr>
            <p:nvPr/>
          </p:nvSpPr>
          <p:spPr bwMode="auto">
            <a:xfrm>
              <a:off x="2056" y="2825"/>
              <a:ext cx="2450" cy="0"/>
            </a:xfrm>
            <a:prstGeom prst="line">
              <a:avLst/>
            </a:prstGeom>
            <a:noFill/>
            <a:ln w="28575">
              <a:solidFill>
                <a:srgbClr val="333399"/>
              </a:solidFill>
              <a:round/>
              <a:headEnd/>
              <a:tailEnd type="triangle" w="med" len="lg"/>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CC"/>
                </a:solidFill>
                <a:ea typeface="黑体" panose="02010609060101010101" pitchFamily="49" charset="-122"/>
              </a:endParaRPr>
            </a:p>
          </p:txBody>
        </p:sp>
        <p:sp>
          <p:nvSpPr>
            <p:cNvPr id="1066006" name="Text Box 23"/>
            <p:cNvSpPr txBox="1">
              <a:spLocks noChangeArrowheads="1"/>
            </p:cNvSpPr>
            <p:nvPr/>
          </p:nvSpPr>
          <p:spPr bwMode="auto">
            <a:xfrm>
              <a:off x="2713" y="2569"/>
              <a:ext cx="853" cy="2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zh-CN" altLang="en-US" sz="2000" b="1">
                  <a:solidFill>
                    <a:srgbClr val="0000CC"/>
                  </a:solidFill>
                  <a:ea typeface="黑体" panose="02010609060101010101" pitchFamily="49" charset="-122"/>
                </a:rPr>
                <a:t>数据库描述</a:t>
              </a:r>
            </a:p>
          </p:txBody>
        </p:sp>
      </p:grpSp>
      <p:grpSp>
        <p:nvGrpSpPr>
          <p:cNvPr id="592920" name="Group 24"/>
          <p:cNvGrpSpPr>
            <a:grpSpLocks/>
          </p:cNvGrpSpPr>
          <p:nvPr/>
        </p:nvGrpSpPr>
        <p:grpSpPr bwMode="auto">
          <a:xfrm>
            <a:off x="3808413" y="3743325"/>
            <a:ext cx="4213225" cy="417513"/>
            <a:chOff x="2056" y="2812"/>
            <a:chExt cx="2450" cy="263"/>
          </a:xfrm>
        </p:grpSpPr>
        <p:sp>
          <p:nvSpPr>
            <p:cNvPr id="1066008" name="Line 25"/>
            <p:cNvSpPr>
              <a:spLocks noChangeShapeType="1"/>
            </p:cNvSpPr>
            <p:nvPr/>
          </p:nvSpPr>
          <p:spPr bwMode="auto">
            <a:xfrm flipH="1">
              <a:off x="2056" y="3075"/>
              <a:ext cx="2450" cy="0"/>
            </a:xfrm>
            <a:prstGeom prst="line">
              <a:avLst/>
            </a:prstGeom>
            <a:noFill/>
            <a:ln w="28575">
              <a:solidFill>
                <a:srgbClr val="333399"/>
              </a:solidFill>
              <a:round/>
              <a:headEnd/>
              <a:tailEnd type="triangle" w="med" len="lg"/>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CC"/>
                </a:solidFill>
                <a:ea typeface="黑体" panose="02010609060101010101" pitchFamily="49" charset="-122"/>
              </a:endParaRPr>
            </a:p>
          </p:txBody>
        </p:sp>
        <p:sp>
          <p:nvSpPr>
            <p:cNvPr id="1066009" name="Text Box 26"/>
            <p:cNvSpPr txBox="1">
              <a:spLocks noChangeArrowheads="1"/>
            </p:cNvSpPr>
            <p:nvPr/>
          </p:nvSpPr>
          <p:spPr bwMode="auto">
            <a:xfrm>
              <a:off x="2713" y="2812"/>
              <a:ext cx="853" cy="2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zh-CN" altLang="en-US" sz="2000" b="1">
                  <a:solidFill>
                    <a:srgbClr val="0000CC"/>
                  </a:solidFill>
                  <a:ea typeface="黑体" panose="02010609060101010101" pitchFamily="49" charset="-122"/>
                </a:rPr>
                <a:t>数据库描述</a:t>
              </a:r>
            </a:p>
          </p:txBody>
        </p:sp>
      </p:grpSp>
      <p:grpSp>
        <p:nvGrpSpPr>
          <p:cNvPr id="592923" name="Group 27"/>
          <p:cNvGrpSpPr>
            <a:grpSpLocks/>
          </p:cNvGrpSpPr>
          <p:nvPr/>
        </p:nvGrpSpPr>
        <p:grpSpPr bwMode="auto">
          <a:xfrm>
            <a:off x="3808413" y="4330700"/>
            <a:ext cx="4213225" cy="400050"/>
            <a:chOff x="2056" y="3182"/>
            <a:chExt cx="2450" cy="252"/>
          </a:xfrm>
        </p:grpSpPr>
        <p:sp>
          <p:nvSpPr>
            <p:cNvPr id="1066011" name="Line 28"/>
            <p:cNvSpPr>
              <a:spLocks noChangeShapeType="1"/>
            </p:cNvSpPr>
            <p:nvPr/>
          </p:nvSpPr>
          <p:spPr bwMode="auto">
            <a:xfrm>
              <a:off x="2056" y="3423"/>
              <a:ext cx="2450" cy="0"/>
            </a:xfrm>
            <a:prstGeom prst="line">
              <a:avLst/>
            </a:prstGeom>
            <a:noFill/>
            <a:ln w="28575">
              <a:solidFill>
                <a:srgbClr val="333399"/>
              </a:solidFill>
              <a:round/>
              <a:headEnd/>
              <a:tailEnd type="triangle" w="med" len="lg"/>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CC"/>
                </a:solidFill>
                <a:ea typeface="黑体" panose="02010609060101010101" pitchFamily="49" charset="-122"/>
              </a:endParaRPr>
            </a:p>
          </p:txBody>
        </p:sp>
        <p:sp>
          <p:nvSpPr>
            <p:cNvPr id="1066012" name="Text Box 29"/>
            <p:cNvSpPr txBox="1">
              <a:spLocks noChangeArrowheads="1"/>
            </p:cNvSpPr>
            <p:nvPr/>
          </p:nvSpPr>
          <p:spPr bwMode="auto">
            <a:xfrm>
              <a:off x="2624" y="3182"/>
              <a:ext cx="1002" cy="2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zh-CN" altLang="en-US" sz="2000" b="1">
                  <a:solidFill>
                    <a:srgbClr val="0000CC"/>
                  </a:solidFill>
                  <a:ea typeface="黑体" panose="02010609060101010101" pitchFamily="49" charset="-122"/>
                </a:rPr>
                <a:t>链路状态请求</a:t>
              </a:r>
            </a:p>
          </p:txBody>
        </p:sp>
      </p:grpSp>
      <p:grpSp>
        <p:nvGrpSpPr>
          <p:cNvPr id="592926" name="Group 30"/>
          <p:cNvGrpSpPr>
            <a:grpSpLocks/>
          </p:cNvGrpSpPr>
          <p:nvPr/>
        </p:nvGrpSpPr>
        <p:grpSpPr bwMode="auto">
          <a:xfrm>
            <a:off x="3808413" y="4727575"/>
            <a:ext cx="4213225" cy="400050"/>
            <a:chOff x="2056" y="3432"/>
            <a:chExt cx="2450" cy="252"/>
          </a:xfrm>
        </p:grpSpPr>
        <p:sp>
          <p:nvSpPr>
            <p:cNvPr id="1066014" name="Line 31"/>
            <p:cNvSpPr>
              <a:spLocks noChangeShapeType="1"/>
            </p:cNvSpPr>
            <p:nvPr/>
          </p:nvSpPr>
          <p:spPr bwMode="auto">
            <a:xfrm flipH="1">
              <a:off x="2056" y="3672"/>
              <a:ext cx="2450" cy="0"/>
            </a:xfrm>
            <a:prstGeom prst="line">
              <a:avLst/>
            </a:prstGeom>
            <a:noFill/>
            <a:ln w="28575">
              <a:solidFill>
                <a:srgbClr val="333399"/>
              </a:solidFill>
              <a:round/>
              <a:headEnd/>
              <a:tailEnd type="triangle" w="med" len="lg"/>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CC"/>
                </a:solidFill>
                <a:ea typeface="黑体" panose="02010609060101010101" pitchFamily="49" charset="-122"/>
              </a:endParaRPr>
            </a:p>
          </p:txBody>
        </p:sp>
        <p:sp>
          <p:nvSpPr>
            <p:cNvPr id="1066015" name="Text Box 32"/>
            <p:cNvSpPr txBox="1">
              <a:spLocks noChangeArrowheads="1"/>
            </p:cNvSpPr>
            <p:nvPr/>
          </p:nvSpPr>
          <p:spPr bwMode="auto">
            <a:xfrm>
              <a:off x="2629" y="3432"/>
              <a:ext cx="1002" cy="2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zh-CN" altLang="en-US" sz="2000" b="1">
                  <a:solidFill>
                    <a:srgbClr val="0000CC"/>
                  </a:solidFill>
                  <a:ea typeface="黑体" panose="02010609060101010101" pitchFamily="49" charset="-122"/>
                </a:rPr>
                <a:t>链路状态更新</a:t>
              </a:r>
            </a:p>
          </p:txBody>
        </p:sp>
      </p:grpSp>
      <p:sp>
        <p:nvSpPr>
          <p:cNvPr id="1066016" name="Line 33"/>
          <p:cNvSpPr>
            <a:spLocks noChangeShapeType="1"/>
          </p:cNvSpPr>
          <p:nvPr/>
        </p:nvSpPr>
        <p:spPr bwMode="auto">
          <a:xfrm>
            <a:off x="690563" y="4330700"/>
            <a:ext cx="8358187" cy="0"/>
          </a:xfrm>
          <a:prstGeom prst="line">
            <a:avLst/>
          </a:prstGeom>
          <a:noFill/>
          <a:ln w="19050">
            <a:solidFill>
              <a:srgbClr val="333399"/>
            </a:solidFill>
            <a:prstDash val="dash"/>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CC"/>
              </a:solidFill>
              <a:ea typeface="黑体" panose="02010609060101010101" pitchFamily="49" charset="-122"/>
            </a:endParaRPr>
          </a:p>
        </p:txBody>
      </p:sp>
      <p:sp>
        <p:nvSpPr>
          <p:cNvPr id="1066017" name="Line 34"/>
          <p:cNvSpPr>
            <a:spLocks noChangeShapeType="1"/>
          </p:cNvSpPr>
          <p:nvPr/>
        </p:nvSpPr>
        <p:spPr bwMode="auto">
          <a:xfrm>
            <a:off x="725488" y="2581275"/>
            <a:ext cx="8323262" cy="0"/>
          </a:xfrm>
          <a:prstGeom prst="line">
            <a:avLst/>
          </a:prstGeom>
          <a:noFill/>
          <a:ln w="19050">
            <a:solidFill>
              <a:srgbClr val="333399"/>
            </a:solidFill>
            <a:prstDash val="dash"/>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CC"/>
              </a:solidFill>
              <a:ea typeface="黑体" panose="02010609060101010101" pitchFamily="49" charset="-122"/>
            </a:endParaRPr>
          </a:p>
        </p:txBody>
      </p:sp>
      <p:grpSp>
        <p:nvGrpSpPr>
          <p:cNvPr id="592931" name="Group 35"/>
          <p:cNvGrpSpPr>
            <a:grpSpLocks/>
          </p:cNvGrpSpPr>
          <p:nvPr/>
        </p:nvGrpSpPr>
        <p:grpSpPr bwMode="auto">
          <a:xfrm>
            <a:off x="3808413" y="5121275"/>
            <a:ext cx="4213225" cy="400050"/>
            <a:chOff x="2056" y="3680"/>
            <a:chExt cx="2450" cy="252"/>
          </a:xfrm>
        </p:grpSpPr>
        <p:sp>
          <p:nvSpPr>
            <p:cNvPr id="1066019" name="Line 36"/>
            <p:cNvSpPr>
              <a:spLocks noChangeShapeType="1"/>
            </p:cNvSpPr>
            <p:nvPr/>
          </p:nvSpPr>
          <p:spPr bwMode="auto">
            <a:xfrm>
              <a:off x="2056" y="3920"/>
              <a:ext cx="2450" cy="0"/>
            </a:xfrm>
            <a:prstGeom prst="line">
              <a:avLst/>
            </a:prstGeom>
            <a:noFill/>
            <a:ln w="28575">
              <a:solidFill>
                <a:srgbClr val="333399"/>
              </a:solidFill>
              <a:round/>
              <a:headEnd/>
              <a:tailEnd type="triangle" w="med" len="lg"/>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CC"/>
                </a:solidFill>
                <a:ea typeface="黑体" panose="02010609060101010101" pitchFamily="49" charset="-122"/>
              </a:endParaRPr>
            </a:p>
          </p:txBody>
        </p:sp>
        <p:sp>
          <p:nvSpPr>
            <p:cNvPr id="1066020" name="Text Box 37"/>
            <p:cNvSpPr txBox="1">
              <a:spLocks noChangeArrowheads="1"/>
            </p:cNvSpPr>
            <p:nvPr/>
          </p:nvSpPr>
          <p:spPr bwMode="auto">
            <a:xfrm>
              <a:off x="2629" y="3680"/>
              <a:ext cx="1002" cy="2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zh-CN" altLang="en-US" sz="2000" b="1">
                  <a:solidFill>
                    <a:srgbClr val="0000CC"/>
                  </a:solidFill>
                  <a:ea typeface="黑体" panose="02010609060101010101" pitchFamily="49" charset="-122"/>
                </a:rPr>
                <a:t>链路状态确认</a:t>
              </a:r>
            </a:p>
          </p:txBody>
        </p:sp>
      </p:grpSp>
      <p:sp>
        <p:nvSpPr>
          <p:cNvPr id="592934" name="Text Box 38"/>
          <p:cNvSpPr txBox="1">
            <a:spLocks noChangeArrowheads="1"/>
          </p:cNvSpPr>
          <p:nvPr/>
        </p:nvSpPr>
        <p:spPr bwMode="auto">
          <a:xfrm>
            <a:off x="1076325" y="1804988"/>
            <a:ext cx="1466850"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zh-CN" altLang="en-US" sz="2000" b="1">
                <a:solidFill>
                  <a:srgbClr val="0000CC"/>
                </a:solidFill>
                <a:ea typeface="黑体" panose="02010609060101010101" pitchFamily="49" charset="-122"/>
              </a:rPr>
              <a:t>确定可达性</a:t>
            </a:r>
          </a:p>
        </p:txBody>
      </p:sp>
      <p:grpSp>
        <p:nvGrpSpPr>
          <p:cNvPr id="592935" name="Group 39"/>
          <p:cNvGrpSpPr>
            <a:grpSpLocks/>
          </p:cNvGrpSpPr>
          <p:nvPr/>
        </p:nvGrpSpPr>
        <p:grpSpPr bwMode="auto">
          <a:xfrm>
            <a:off x="642938" y="2581275"/>
            <a:ext cx="2235200" cy="1738313"/>
            <a:chOff x="215" y="2080"/>
            <a:chExt cx="1300" cy="1095"/>
          </a:xfrm>
        </p:grpSpPr>
        <p:sp>
          <p:nvSpPr>
            <p:cNvPr id="1066023" name="Line 40"/>
            <p:cNvSpPr>
              <a:spLocks noChangeShapeType="1"/>
            </p:cNvSpPr>
            <p:nvPr/>
          </p:nvSpPr>
          <p:spPr bwMode="auto">
            <a:xfrm>
              <a:off x="921" y="2080"/>
              <a:ext cx="0" cy="1095"/>
            </a:xfrm>
            <a:prstGeom prst="line">
              <a:avLst/>
            </a:prstGeom>
            <a:noFill/>
            <a:ln w="28575">
              <a:solidFill>
                <a:srgbClr val="333399"/>
              </a:solidFill>
              <a:round/>
              <a:headEnd type="triangle" w="med" len="lg"/>
              <a:tailEnd type="triangle" w="med" len="lg"/>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CC"/>
                </a:solidFill>
                <a:ea typeface="黑体" panose="02010609060101010101" pitchFamily="49" charset="-122"/>
              </a:endParaRPr>
            </a:p>
          </p:txBody>
        </p:sp>
        <p:sp>
          <p:nvSpPr>
            <p:cNvPr id="1066024" name="Text Box 41"/>
            <p:cNvSpPr txBox="1">
              <a:spLocks noChangeArrowheads="1"/>
            </p:cNvSpPr>
            <p:nvPr/>
          </p:nvSpPr>
          <p:spPr bwMode="auto">
            <a:xfrm>
              <a:off x="215" y="2469"/>
              <a:ext cx="1300" cy="252"/>
            </a:xfrm>
            <a:prstGeom prst="rect">
              <a:avLst/>
            </a:prstGeom>
            <a:solidFill>
              <a:srgbClr val="CCECFF"/>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zh-CN" altLang="en-US" sz="2000" b="1">
                  <a:solidFill>
                    <a:srgbClr val="0000CC"/>
                  </a:solidFill>
                  <a:ea typeface="黑体" panose="02010609060101010101" pitchFamily="49" charset="-122"/>
                </a:rPr>
                <a:t>达到数据库的同步</a:t>
              </a:r>
            </a:p>
          </p:txBody>
        </p:sp>
      </p:grpSp>
      <p:sp>
        <p:nvSpPr>
          <p:cNvPr id="1066025" name="Line 42"/>
          <p:cNvSpPr>
            <a:spLocks noChangeShapeType="1"/>
          </p:cNvSpPr>
          <p:nvPr/>
        </p:nvSpPr>
        <p:spPr bwMode="auto">
          <a:xfrm>
            <a:off x="725488" y="5661025"/>
            <a:ext cx="8323262" cy="0"/>
          </a:xfrm>
          <a:prstGeom prst="line">
            <a:avLst/>
          </a:prstGeom>
          <a:noFill/>
          <a:ln w="19050">
            <a:solidFill>
              <a:srgbClr val="333399"/>
            </a:solidFill>
            <a:prstDash val="dash"/>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CC"/>
              </a:solidFill>
              <a:ea typeface="黑体" panose="02010609060101010101" pitchFamily="49" charset="-122"/>
            </a:endParaRPr>
          </a:p>
        </p:txBody>
      </p:sp>
      <p:sp>
        <p:nvSpPr>
          <p:cNvPr id="1066026" name="Line 43"/>
          <p:cNvSpPr>
            <a:spLocks noChangeShapeType="1"/>
          </p:cNvSpPr>
          <p:nvPr/>
        </p:nvSpPr>
        <p:spPr bwMode="auto">
          <a:xfrm>
            <a:off x="725488" y="1554163"/>
            <a:ext cx="2466975" cy="0"/>
          </a:xfrm>
          <a:prstGeom prst="line">
            <a:avLst/>
          </a:prstGeom>
          <a:noFill/>
          <a:ln w="19050">
            <a:solidFill>
              <a:srgbClr val="333399"/>
            </a:solidFill>
            <a:prstDash val="dash"/>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CC"/>
              </a:solidFill>
              <a:ea typeface="黑体" panose="02010609060101010101" pitchFamily="49" charset="-122"/>
            </a:endParaRPr>
          </a:p>
        </p:txBody>
      </p:sp>
      <p:grpSp>
        <p:nvGrpSpPr>
          <p:cNvPr id="592940" name="Group 44"/>
          <p:cNvGrpSpPr>
            <a:grpSpLocks/>
          </p:cNvGrpSpPr>
          <p:nvPr/>
        </p:nvGrpSpPr>
        <p:grpSpPr bwMode="auto">
          <a:xfrm>
            <a:off x="839788" y="4319588"/>
            <a:ext cx="1979612" cy="1341437"/>
            <a:chOff x="330" y="3175"/>
            <a:chExt cx="1151" cy="845"/>
          </a:xfrm>
        </p:grpSpPr>
        <p:sp>
          <p:nvSpPr>
            <p:cNvPr id="1066028" name="Line 45"/>
            <p:cNvSpPr>
              <a:spLocks noChangeShapeType="1"/>
            </p:cNvSpPr>
            <p:nvPr/>
          </p:nvSpPr>
          <p:spPr bwMode="auto">
            <a:xfrm>
              <a:off x="921" y="3175"/>
              <a:ext cx="0" cy="845"/>
            </a:xfrm>
            <a:prstGeom prst="line">
              <a:avLst/>
            </a:prstGeom>
            <a:noFill/>
            <a:ln w="28575">
              <a:solidFill>
                <a:srgbClr val="333399"/>
              </a:solidFill>
              <a:round/>
              <a:headEnd type="triangle" w="med" len="lg"/>
              <a:tailEnd type="triangle" w="med" len="lg"/>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CC"/>
                </a:solidFill>
                <a:ea typeface="黑体" panose="02010609060101010101" pitchFamily="49" charset="-122"/>
              </a:endParaRPr>
            </a:p>
          </p:txBody>
        </p:sp>
        <p:sp>
          <p:nvSpPr>
            <p:cNvPr id="1066029" name="Text Box 46"/>
            <p:cNvSpPr txBox="1">
              <a:spLocks noChangeArrowheads="1"/>
            </p:cNvSpPr>
            <p:nvPr/>
          </p:nvSpPr>
          <p:spPr bwMode="auto">
            <a:xfrm>
              <a:off x="330" y="3414"/>
              <a:ext cx="1151" cy="252"/>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zh-CN" altLang="en-US" sz="2000" b="1">
                  <a:solidFill>
                    <a:srgbClr val="0000CC"/>
                  </a:solidFill>
                  <a:ea typeface="黑体" panose="02010609060101010101" pitchFamily="49" charset="-122"/>
                </a:rPr>
                <a:t>新情况下的同步</a:t>
              </a:r>
            </a:p>
          </p:txBody>
        </p:sp>
      </p:grpSp>
      <p:sp>
        <p:nvSpPr>
          <p:cNvPr id="1066030" name="灯片编号占位符 3"/>
          <p:cNvSpPr>
            <a:spLocks noGrp="1" noChangeArrowheads="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45B9B436-C81B-486F-9C4C-1BD78872B79C}" type="slidenum">
              <a:rPr lang="zh-CN" altLang="en-US" smtClean="0"/>
              <a:pPr eaLnBrk="1" hangingPunct="1"/>
              <a:t>46</a:t>
            </a:fld>
            <a:endParaRPr lang="en-US" altLang="zh-CN" smtClean="0"/>
          </a:p>
        </p:txBody>
      </p:sp>
      <p:sp>
        <p:nvSpPr>
          <p:cNvPr id="1066031" name="页脚占位符 4"/>
          <p:cNvSpPr>
            <a:spLocks noGrp="1" noChangeArrowheads="1"/>
          </p:cNvSpPr>
          <p:nvPr>
            <p:ph type="ftr"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zh-CN" smtClean="0"/>
              <a:t>ppt课件</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92934"/>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592900"/>
                                        </p:tgtEl>
                                        <p:attrNameLst>
                                          <p:attrName>style.visibility</p:attrName>
                                        </p:attrNameLst>
                                      </p:cBhvr>
                                      <p:to>
                                        <p:strVal val="visible"/>
                                      </p:to>
                                    </p:set>
                                  </p:childTnLst>
                                </p:cTn>
                              </p:par>
                            </p:childTnLst>
                          </p:cTn>
                        </p:par>
                        <p:par>
                          <p:cTn id="9" fill="hold" nodeType="afterGroup">
                            <p:stCondLst>
                              <p:cond delay="1"/>
                            </p:stCondLst>
                            <p:childTnLst>
                              <p:par>
                                <p:cTn id="10" presetID="22" presetClass="entr" presetSubtype="8" fill="hold" nodeType="afterEffect">
                                  <p:stCondLst>
                                    <p:cond delay="0"/>
                                  </p:stCondLst>
                                  <p:childTnLst>
                                    <p:set>
                                      <p:cBhvr>
                                        <p:cTn id="11" dur="1" fill="hold">
                                          <p:stCondLst>
                                            <p:cond delay="0"/>
                                          </p:stCondLst>
                                        </p:cTn>
                                        <p:tgtEl>
                                          <p:spTgt spid="592905"/>
                                        </p:tgtEl>
                                        <p:attrNameLst>
                                          <p:attrName>style.visibility</p:attrName>
                                        </p:attrNameLst>
                                      </p:cBhvr>
                                      <p:to>
                                        <p:strVal val="visible"/>
                                      </p:to>
                                    </p:set>
                                    <p:animEffect transition="in" filter="wipe(left)">
                                      <p:cBhvr>
                                        <p:cTn id="12" dur="2000"/>
                                        <p:tgtEl>
                                          <p:spTgt spid="592905"/>
                                        </p:tgtEl>
                                      </p:cBhvr>
                                    </p:animEffect>
                                  </p:childTnLst>
                                </p:cTn>
                              </p:par>
                            </p:childTnLst>
                          </p:cTn>
                        </p:par>
                        <p:par>
                          <p:cTn id="13" fill="hold" nodeType="afterGroup">
                            <p:stCondLst>
                              <p:cond delay="2001"/>
                            </p:stCondLst>
                            <p:childTnLst>
                              <p:par>
                                <p:cTn id="14" presetID="22" presetClass="entr" presetSubtype="2" fill="hold" nodeType="afterEffect">
                                  <p:stCondLst>
                                    <p:cond delay="500"/>
                                  </p:stCondLst>
                                  <p:childTnLst>
                                    <p:set>
                                      <p:cBhvr>
                                        <p:cTn id="15" dur="1" fill="hold">
                                          <p:stCondLst>
                                            <p:cond delay="0"/>
                                          </p:stCondLst>
                                        </p:cTn>
                                        <p:tgtEl>
                                          <p:spTgt spid="592908"/>
                                        </p:tgtEl>
                                        <p:attrNameLst>
                                          <p:attrName>style.visibility</p:attrName>
                                        </p:attrNameLst>
                                      </p:cBhvr>
                                      <p:to>
                                        <p:strVal val="visible"/>
                                      </p:to>
                                    </p:set>
                                    <p:animEffect transition="in" filter="wipe(right)">
                                      <p:cBhvr>
                                        <p:cTn id="16" dur="2000"/>
                                        <p:tgtEl>
                                          <p:spTgt spid="592908"/>
                                        </p:tgtEl>
                                      </p:cBhvr>
                                    </p:animEffect>
                                  </p:childTnLst>
                                </p:cTn>
                              </p:par>
                            </p:childTnLst>
                          </p:cTn>
                        </p:par>
                      </p:childTnLst>
                    </p:cTn>
                  </p:par>
                  <p:par>
                    <p:cTn id="17" fill="hold" nodeType="clickPar">
                      <p:stCondLst>
                        <p:cond delay="indefinite"/>
                      </p:stCondLst>
                      <p:childTnLst>
                        <p:par>
                          <p:cTn id="18" fill="hold" nodeType="withGroup">
                            <p:stCondLst>
                              <p:cond delay="0"/>
                            </p:stCondLst>
                            <p:childTnLst>
                              <p:par>
                                <p:cTn id="19" presetID="1" presetClass="entr" presetSubtype="0" fill="hold" nodeType="clickEffect">
                                  <p:stCondLst>
                                    <p:cond delay="0"/>
                                  </p:stCondLst>
                                  <p:childTnLst>
                                    <p:set>
                                      <p:cBhvr>
                                        <p:cTn id="20" dur="1" fill="hold">
                                          <p:stCondLst>
                                            <p:cond delay="0"/>
                                          </p:stCondLst>
                                        </p:cTn>
                                        <p:tgtEl>
                                          <p:spTgt spid="592935"/>
                                        </p:tgtEl>
                                        <p:attrNameLst>
                                          <p:attrName>style.visibility</p:attrName>
                                        </p:attrNameLst>
                                      </p:cBhvr>
                                      <p:to>
                                        <p:strVal val="visible"/>
                                      </p:to>
                                    </p:set>
                                  </p:childTnLst>
                                </p:cTn>
                              </p:par>
                            </p:childTnLst>
                          </p:cTn>
                        </p:par>
                        <p:par>
                          <p:cTn id="21" fill="hold" nodeType="afterGroup">
                            <p:stCondLst>
                              <p:cond delay="1"/>
                            </p:stCondLst>
                            <p:childTnLst>
                              <p:par>
                                <p:cTn id="22" presetID="22" presetClass="entr" presetSubtype="8" fill="hold" nodeType="afterEffect">
                                  <p:stCondLst>
                                    <p:cond delay="500"/>
                                  </p:stCondLst>
                                  <p:childTnLst>
                                    <p:set>
                                      <p:cBhvr>
                                        <p:cTn id="23" dur="1" fill="hold">
                                          <p:stCondLst>
                                            <p:cond delay="0"/>
                                          </p:stCondLst>
                                        </p:cTn>
                                        <p:tgtEl>
                                          <p:spTgt spid="592911"/>
                                        </p:tgtEl>
                                        <p:attrNameLst>
                                          <p:attrName>style.visibility</p:attrName>
                                        </p:attrNameLst>
                                      </p:cBhvr>
                                      <p:to>
                                        <p:strVal val="visible"/>
                                      </p:to>
                                    </p:set>
                                    <p:animEffect transition="in" filter="wipe(left)">
                                      <p:cBhvr>
                                        <p:cTn id="24" dur="2000"/>
                                        <p:tgtEl>
                                          <p:spTgt spid="592911"/>
                                        </p:tgtEl>
                                      </p:cBhvr>
                                    </p:animEffect>
                                  </p:childTnLst>
                                </p:cTn>
                              </p:par>
                            </p:childTnLst>
                          </p:cTn>
                        </p:par>
                        <p:par>
                          <p:cTn id="25" fill="hold" nodeType="afterGroup">
                            <p:stCondLst>
                              <p:cond delay="2501"/>
                            </p:stCondLst>
                            <p:childTnLst>
                              <p:par>
                                <p:cTn id="26" presetID="22" presetClass="entr" presetSubtype="2" fill="hold" nodeType="afterEffect">
                                  <p:stCondLst>
                                    <p:cond delay="500"/>
                                  </p:stCondLst>
                                  <p:childTnLst>
                                    <p:set>
                                      <p:cBhvr>
                                        <p:cTn id="27" dur="1" fill="hold">
                                          <p:stCondLst>
                                            <p:cond delay="0"/>
                                          </p:stCondLst>
                                        </p:cTn>
                                        <p:tgtEl>
                                          <p:spTgt spid="592914"/>
                                        </p:tgtEl>
                                        <p:attrNameLst>
                                          <p:attrName>style.visibility</p:attrName>
                                        </p:attrNameLst>
                                      </p:cBhvr>
                                      <p:to>
                                        <p:strVal val="visible"/>
                                      </p:to>
                                    </p:set>
                                    <p:animEffect transition="in" filter="wipe(right)">
                                      <p:cBhvr>
                                        <p:cTn id="28" dur="2000"/>
                                        <p:tgtEl>
                                          <p:spTgt spid="592914"/>
                                        </p:tgtEl>
                                      </p:cBhvr>
                                    </p:animEffect>
                                  </p:childTnLst>
                                </p:cTn>
                              </p:par>
                            </p:childTnLst>
                          </p:cTn>
                        </p:par>
                        <p:par>
                          <p:cTn id="29" fill="hold" nodeType="afterGroup">
                            <p:stCondLst>
                              <p:cond delay="5001"/>
                            </p:stCondLst>
                            <p:childTnLst>
                              <p:par>
                                <p:cTn id="30" presetID="22" presetClass="entr" presetSubtype="8" fill="hold" nodeType="afterEffect">
                                  <p:stCondLst>
                                    <p:cond delay="500"/>
                                  </p:stCondLst>
                                  <p:childTnLst>
                                    <p:set>
                                      <p:cBhvr>
                                        <p:cTn id="31" dur="1" fill="hold">
                                          <p:stCondLst>
                                            <p:cond delay="0"/>
                                          </p:stCondLst>
                                        </p:cTn>
                                        <p:tgtEl>
                                          <p:spTgt spid="592917"/>
                                        </p:tgtEl>
                                        <p:attrNameLst>
                                          <p:attrName>style.visibility</p:attrName>
                                        </p:attrNameLst>
                                      </p:cBhvr>
                                      <p:to>
                                        <p:strVal val="visible"/>
                                      </p:to>
                                    </p:set>
                                    <p:animEffect transition="in" filter="wipe(left)">
                                      <p:cBhvr>
                                        <p:cTn id="32" dur="2000"/>
                                        <p:tgtEl>
                                          <p:spTgt spid="592917"/>
                                        </p:tgtEl>
                                      </p:cBhvr>
                                    </p:animEffect>
                                  </p:childTnLst>
                                </p:cTn>
                              </p:par>
                            </p:childTnLst>
                          </p:cTn>
                        </p:par>
                        <p:par>
                          <p:cTn id="33" fill="hold" nodeType="afterGroup">
                            <p:stCondLst>
                              <p:cond delay="7501"/>
                            </p:stCondLst>
                            <p:childTnLst>
                              <p:par>
                                <p:cTn id="34" presetID="22" presetClass="entr" presetSubtype="2" fill="hold" nodeType="afterEffect">
                                  <p:stCondLst>
                                    <p:cond delay="500"/>
                                  </p:stCondLst>
                                  <p:childTnLst>
                                    <p:set>
                                      <p:cBhvr>
                                        <p:cTn id="35" dur="1" fill="hold">
                                          <p:stCondLst>
                                            <p:cond delay="0"/>
                                          </p:stCondLst>
                                        </p:cTn>
                                        <p:tgtEl>
                                          <p:spTgt spid="592920"/>
                                        </p:tgtEl>
                                        <p:attrNameLst>
                                          <p:attrName>style.visibility</p:attrName>
                                        </p:attrNameLst>
                                      </p:cBhvr>
                                      <p:to>
                                        <p:strVal val="visible"/>
                                      </p:to>
                                    </p:set>
                                    <p:animEffect transition="in" filter="wipe(right)">
                                      <p:cBhvr>
                                        <p:cTn id="36" dur="2000"/>
                                        <p:tgtEl>
                                          <p:spTgt spid="592920"/>
                                        </p:tgtEl>
                                      </p:cBhvr>
                                    </p:animEffect>
                                  </p:childTnLst>
                                </p:cTn>
                              </p:par>
                            </p:childTnLst>
                          </p:cTn>
                        </p:par>
                      </p:childTnLst>
                    </p:cTn>
                  </p:par>
                  <p:par>
                    <p:cTn id="37" fill="hold" nodeType="clickPar">
                      <p:stCondLst>
                        <p:cond delay="indefinite"/>
                      </p:stCondLst>
                      <p:childTnLst>
                        <p:par>
                          <p:cTn id="38" fill="hold" nodeType="withGroup">
                            <p:stCondLst>
                              <p:cond delay="0"/>
                            </p:stCondLst>
                            <p:childTnLst>
                              <p:par>
                                <p:cTn id="39" presetID="1" presetClass="entr" presetSubtype="0" fill="hold" nodeType="clickEffect">
                                  <p:stCondLst>
                                    <p:cond delay="0"/>
                                  </p:stCondLst>
                                  <p:childTnLst>
                                    <p:set>
                                      <p:cBhvr>
                                        <p:cTn id="40" dur="1" fill="hold">
                                          <p:stCondLst>
                                            <p:cond delay="0"/>
                                          </p:stCondLst>
                                        </p:cTn>
                                        <p:tgtEl>
                                          <p:spTgt spid="592940"/>
                                        </p:tgtEl>
                                        <p:attrNameLst>
                                          <p:attrName>style.visibility</p:attrName>
                                        </p:attrNameLst>
                                      </p:cBhvr>
                                      <p:to>
                                        <p:strVal val="visible"/>
                                      </p:to>
                                    </p:set>
                                  </p:childTnLst>
                                </p:cTn>
                              </p:par>
                            </p:childTnLst>
                          </p:cTn>
                        </p:par>
                        <p:par>
                          <p:cTn id="41" fill="hold" nodeType="afterGroup">
                            <p:stCondLst>
                              <p:cond delay="1"/>
                            </p:stCondLst>
                            <p:childTnLst>
                              <p:par>
                                <p:cTn id="42" presetID="22" presetClass="entr" presetSubtype="8" fill="hold" nodeType="afterEffect">
                                  <p:stCondLst>
                                    <p:cond delay="500"/>
                                  </p:stCondLst>
                                  <p:childTnLst>
                                    <p:set>
                                      <p:cBhvr>
                                        <p:cTn id="43" dur="1" fill="hold">
                                          <p:stCondLst>
                                            <p:cond delay="0"/>
                                          </p:stCondLst>
                                        </p:cTn>
                                        <p:tgtEl>
                                          <p:spTgt spid="592923"/>
                                        </p:tgtEl>
                                        <p:attrNameLst>
                                          <p:attrName>style.visibility</p:attrName>
                                        </p:attrNameLst>
                                      </p:cBhvr>
                                      <p:to>
                                        <p:strVal val="visible"/>
                                      </p:to>
                                    </p:set>
                                    <p:animEffect transition="in" filter="wipe(left)">
                                      <p:cBhvr>
                                        <p:cTn id="44" dur="2000"/>
                                        <p:tgtEl>
                                          <p:spTgt spid="592923"/>
                                        </p:tgtEl>
                                      </p:cBhvr>
                                    </p:animEffect>
                                  </p:childTnLst>
                                </p:cTn>
                              </p:par>
                            </p:childTnLst>
                          </p:cTn>
                        </p:par>
                        <p:par>
                          <p:cTn id="45" fill="hold" nodeType="afterGroup">
                            <p:stCondLst>
                              <p:cond delay="2501"/>
                            </p:stCondLst>
                            <p:childTnLst>
                              <p:par>
                                <p:cTn id="46" presetID="22" presetClass="entr" presetSubtype="2" fill="hold" nodeType="afterEffect">
                                  <p:stCondLst>
                                    <p:cond delay="500"/>
                                  </p:stCondLst>
                                  <p:childTnLst>
                                    <p:set>
                                      <p:cBhvr>
                                        <p:cTn id="47" dur="1" fill="hold">
                                          <p:stCondLst>
                                            <p:cond delay="0"/>
                                          </p:stCondLst>
                                        </p:cTn>
                                        <p:tgtEl>
                                          <p:spTgt spid="592926"/>
                                        </p:tgtEl>
                                        <p:attrNameLst>
                                          <p:attrName>style.visibility</p:attrName>
                                        </p:attrNameLst>
                                      </p:cBhvr>
                                      <p:to>
                                        <p:strVal val="visible"/>
                                      </p:to>
                                    </p:set>
                                    <p:animEffect transition="in" filter="wipe(right)">
                                      <p:cBhvr>
                                        <p:cTn id="48" dur="2000"/>
                                        <p:tgtEl>
                                          <p:spTgt spid="592926"/>
                                        </p:tgtEl>
                                      </p:cBhvr>
                                    </p:animEffect>
                                  </p:childTnLst>
                                </p:cTn>
                              </p:par>
                            </p:childTnLst>
                          </p:cTn>
                        </p:par>
                        <p:par>
                          <p:cTn id="49" fill="hold" nodeType="afterGroup">
                            <p:stCondLst>
                              <p:cond delay="5001"/>
                            </p:stCondLst>
                            <p:childTnLst>
                              <p:par>
                                <p:cTn id="50" presetID="22" presetClass="entr" presetSubtype="8" fill="hold" nodeType="afterEffect">
                                  <p:stCondLst>
                                    <p:cond delay="500"/>
                                  </p:stCondLst>
                                  <p:childTnLst>
                                    <p:set>
                                      <p:cBhvr>
                                        <p:cTn id="51" dur="1" fill="hold">
                                          <p:stCondLst>
                                            <p:cond delay="0"/>
                                          </p:stCondLst>
                                        </p:cTn>
                                        <p:tgtEl>
                                          <p:spTgt spid="592931"/>
                                        </p:tgtEl>
                                        <p:attrNameLst>
                                          <p:attrName>style.visibility</p:attrName>
                                        </p:attrNameLst>
                                      </p:cBhvr>
                                      <p:to>
                                        <p:strVal val="visible"/>
                                      </p:to>
                                    </p:set>
                                    <p:animEffect transition="in" filter="wipe(left)">
                                      <p:cBhvr>
                                        <p:cTn id="52" dur="2000"/>
                                        <p:tgtEl>
                                          <p:spTgt spid="59293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92900" grpId="0" animBg="1"/>
      <p:bldP spid="592934" grpId="0"/>
    </p:bld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68033" name="Rectangle 2"/>
          <p:cNvSpPr>
            <a:spLocks noGrp="1" noChangeArrowheads="1"/>
          </p:cNvSpPr>
          <p:nvPr>
            <p:ph type="title" idx="4294967295"/>
          </p:nvPr>
        </p:nvSpPr>
        <p:spPr>
          <a:xfrm>
            <a:off x="885825" y="44450"/>
            <a:ext cx="8243888" cy="576263"/>
          </a:xfrm>
          <a:solidFill>
            <a:srgbClr val="66FF66"/>
          </a:solidFill>
        </p:spPr>
        <p:txBody>
          <a:bodyPr/>
          <a:lstStyle/>
          <a:p>
            <a:pPr algn="ctr"/>
            <a:r>
              <a:rPr lang="en-US" altLang="zh-CN" sz="3600" smtClean="0">
                <a:ea typeface="黑体" panose="02010609060101010101" pitchFamily="49" charset="-122"/>
              </a:rPr>
              <a:t>OSPF </a:t>
            </a:r>
            <a:r>
              <a:rPr lang="zh-CN" altLang="en-US" sz="3600" smtClean="0">
                <a:ea typeface="黑体" panose="02010609060101010101" pitchFamily="49" charset="-122"/>
              </a:rPr>
              <a:t>使用可靠的洪泛法发送更新分组 </a:t>
            </a:r>
          </a:p>
        </p:txBody>
      </p:sp>
      <p:sp>
        <p:nvSpPr>
          <p:cNvPr id="1068034" name="Rectangle 3"/>
          <p:cNvSpPr>
            <a:spLocks noChangeArrowheads="1"/>
          </p:cNvSpPr>
          <p:nvPr/>
        </p:nvSpPr>
        <p:spPr bwMode="auto">
          <a:xfrm>
            <a:off x="1363663" y="3806825"/>
            <a:ext cx="7256462" cy="1531938"/>
          </a:xfrm>
          <a:prstGeom prst="rect">
            <a:avLst/>
          </a:prstGeom>
          <a:solidFill>
            <a:srgbClr val="FFFF66"/>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eaLnBrk="0" hangingPunct="0"/>
            <a:endParaRPr lang="zh-CN" altLang="en-US" b="1">
              <a:solidFill>
                <a:srgbClr val="0000CC"/>
              </a:solidFill>
              <a:ea typeface="黑体" panose="02010609060101010101" pitchFamily="49" charset="-122"/>
            </a:endParaRPr>
          </a:p>
        </p:txBody>
      </p:sp>
      <p:sp>
        <p:nvSpPr>
          <p:cNvPr id="1068035" name="Rectangle 4"/>
          <p:cNvSpPr>
            <a:spLocks noChangeArrowheads="1"/>
          </p:cNvSpPr>
          <p:nvPr/>
        </p:nvSpPr>
        <p:spPr bwMode="auto">
          <a:xfrm>
            <a:off x="1363663" y="765175"/>
            <a:ext cx="7256462" cy="1531938"/>
          </a:xfrm>
          <a:prstGeom prst="rect">
            <a:avLst/>
          </a:prstGeom>
          <a:solidFill>
            <a:srgbClr val="FFFF66"/>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eaLnBrk="0" hangingPunct="0"/>
            <a:endParaRPr lang="zh-CN" altLang="en-US" b="1">
              <a:solidFill>
                <a:srgbClr val="0000CC"/>
              </a:solidFill>
              <a:ea typeface="黑体" panose="02010609060101010101" pitchFamily="49" charset="-122"/>
            </a:endParaRPr>
          </a:p>
        </p:txBody>
      </p:sp>
      <p:sp>
        <p:nvSpPr>
          <p:cNvPr id="1068036" name="Text Box 39"/>
          <p:cNvSpPr txBox="1">
            <a:spLocks noChangeArrowheads="1"/>
          </p:cNvSpPr>
          <p:nvPr/>
        </p:nvSpPr>
        <p:spPr bwMode="auto">
          <a:xfrm>
            <a:off x="4251325" y="1347788"/>
            <a:ext cx="1211263"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zh-CN" altLang="en-US" sz="2000" b="1">
                <a:solidFill>
                  <a:srgbClr val="0000CC"/>
                </a:solidFill>
                <a:ea typeface="黑体" panose="02010609060101010101" pitchFamily="49" charset="-122"/>
              </a:rPr>
              <a:t>更新报文</a:t>
            </a:r>
          </a:p>
        </p:txBody>
      </p:sp>
      <p:sp>
        <p:nvSpPr>
          <p:cNvPr id="1068037" name="Line 5"/>
          <p:cNvSpPr>
            <a:spLocks noChangeShapeType="1"/>
          </p:cNvSpPr>
          <p:nvPr/>
        </p:nvSpPr>
        <p:spPr bwMode="auto">
          <a:xfrm>
            <a:off x="2297113" y="1033463"/>
            <a:ext cx="5600700" cy="0"/>
          </a:xfrm>
          <a:prstGeom prst="line">
            <a:avLst/>
          </a:prstGeom>
          <a:noFill/>
          <a:ln w="28575">
            <a:solidFill>
              <a:srgbClr val="333399"/>
            </a:solidFill>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b="1">
              <a:solidFill>
                <a:srgbClr val="0000CC"/>
              </a:solidFill>
              <a:ea typeface="黑体" panose="02010609060101010101" pitchFamily="49" charset="-122"/>
            </a:endParaRPr>
          </a:p>
        </p:txBody>
      </p:sp>
      <p:sp>
        <p:nvSpPr>
          <p:cNvPr id="1068038" name="Freeform 6"/>
          <p:cNvSpPr>
            <a:spLocks noChangeArrowheads="1"/>
          </p:cNvSpPr>
          <p:nvPr/>
        </p:nvSpPr>
        <p:spPr bwMode="auto">
          <a:xfrm>
            <a:off x="2297113" y="1033463"/>
            <a:ext cx="5600700" cy="987425"/>
          </a:xfrm>
          <a:custGeom>
            <a:avLst/>
            <a:gdLst>
              <a:gd name="T0" fmla="*/ 0 w 2550"/>
              <a:gd name="T1" fmla="*/ 6 h 528"/>
              <a:gd name="T2" fmla="*/ 829 w 2550"/>
              <a:gd name="T3" fmla="*/ 528 h 528"/>
              <a:gd name="T4" fmla="*/ 1764 w 2550"/>
              <a:gd name="T5" fmla="*/ 528 h 528"/>
              <a:gd name="T6" fmla="*/ 2550 w 2550"/>
              <a:gd name="T7" fmla="*/ 0 h 528"/>
            </a:gdLst>
            <a:ahLst/>
            <a:cxnLst>
              <a:cxn ang="0">
                <a:pos x="T0" y="T1"/>
              </a:cxn>
              <a:cxn ang="0">
                <a:pos x="T2" y="T3"/>
              </a:cxn>
              <a:cxn ang="0">
                <a:pos x="T4" y="T5"/>
              </a:cxn>
              <a:cxn ang="0">
                <a:pos x="T6" y="T7"/>
              </a:cxn>
            </a:cxnLst>
            <a:rect l="0" t="0" r="r" b="b"/>
            <a:pathLst>
              <a:path w="2550" h="528">
                <a:moveTo>
                  <a:pt x="0" y="6"/>
                </a:moveTo>
                <a:lnTo>
                  <a:pt x="829" y="528"/>
                </a:lnTo>
                <a:lnTo>
                  <a:pt x="1764" y="528"/>
                </a:lnTo>
                <a:lnTo>
                  <a:pt x="2550" y="0"/>
                </a:lnTo>
              </a:path>
            </a:pathLst>
          </a:custGeom>
          <a:noFill/>
          <a:ln w="28575">
            <a:solidFill>
              <a:srgbClr val="333399"/>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pPr eaLnBrk="0" hangingPunct="0"/>
            <a:endParaRPr lang="zh-CN" altLang="en-US" b="1">
              <a:solidFill>
                <a:srgbClr val="0000CC"/>
              </a:solidFill>
              <a:ea typeface="黑体" panose="02010609060101010101" pitchFamily="49" charset="-122"/>
            </a:endParaRPr>
          </a:p>
        </p:txBody>
      </p:sp>
      <p:sp>
        <p:nvSpPr>
          <p:cNvPr id="1068039" name="Line 7"/>
          <p:cNvSpPr>
            <a:spLocks noChangeShapeType="1"/>
          </p:cNvSpPr>
          <p:nvPr/>
        </p:nvSpPr>
        <p:spPr bwMode="auto">
          <a:xfrm>
            <a:off x="4060825" y="1033463"/>
            <a:ext cx="0" cy="987425"/>
          </a:xfrm>
          <a:prstGeom prst="line">
            <a:avLst/>
          </a:prstGeom>
          <a:noFill/>
          <a:ln w="28575">
            <a:solidFill>
              <a:srgbClr val="333399"/>
            </a:solidFill>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b="1">
              <a:solidFill>
                <a:srgbClr val="0000CC"/>
              </a:solidFill>
              <a:ea typeface="黑体" panose="02010609060101010101" pitchFamily="49" charset="-122"/>
            </a:endParaRPr>
          </a:p>
        </p:txBody>
      </p:sp>
      <p:sp>
        <p:nvSpPr>
          <p:cNvPr id="1068040" name="Line 8"/>
          <p:cNvSpPr>
            <a:spLocks noChangeShapeType="1"/>
          </p:cNvSpPr>
          <p:nvPr/>
        </p:nvSpPr>
        <p:spPr bwMode="auto">
          <a:xfrm>
            <a:off x="6134100" y="1033463"/>
            <a:ext cx="0" cy="987425"/>
          </a:xfrm>
          <a:prstGeom prst="line">
            <a:avLst/>
          </a:prstGeom>
          <a:noFill/>
          <a:ln w="28575">
            <a:solidFill>
              <a:srgbClr val="333399"/>
            </a:solidFill>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b="1">
              <a:solidFill>
                <a:srgbClr val="0000CC"/>
              </a:solidFill>
              <a:ea typeface="黑体" panose="02010609060101010101" pitchFamily="49" charset="-122"/>
            </a:endParaRPr>
          </a:p>
        </p:txBody>
      </p:sp>
      <p:sp>
        <p:nvSpPr>
          <p:cNvPr id="593929" name="Line 9"/>
          <p:cNvSpPr>
            <a:spLocks noChangeShapeType="1"/>
          </p:cNvSpPr>
          <p:nvPr/>
        </p:nvSpPr>
        <p:spPr bwMode="auto">
          <a:xfrm>
            <a:off x="4406900" y="1916113"/>
            <a:ext cx="519113" cy="0"/>
          </a:xfrm>
          <a:prstGeom prst="line">
            <a:avLst/>
          </a:prstGeom>
          <a:noFill/>
          <a:ln w="57150">
            <a:solidFill>
              <a:srgbClr val="FF0000"/>
            </a:solidFill>
            <a:round/>
            <a:headEnd/>
            <a:tailEnd type="triangle" w="sm" len="lg"/>
          </a:ln>
          <a:extLst>
            <a:ext uri="{909E8E84-426E-40DD-AFC4-6F175D3DCCD1}">
              <a14:hiddenFill xmlns:a14="http://schemas.microsoft.com/office/drawing/2010/main">
                <a:noFill/>
              </a14:hiddenFill>
            </a:ext>
          </a:extLst>
        </p:spPr>
        <p:txBody>
          <a:bodyPr wrap="none" anchor="ctr"/>
          <a:lstStyle/>
          <a:p>
            <a:pPr eaLnBrk="0" hangingPunct="0"/>
            <a:endParaRPr lang="zh-CN" altLang="en-US" b="1">
              <a:solidFill>
                <a:srgbClr val="0000CC"/>
              </a:solidFill>
              <a:ea typeface="黑体" panose="02010609060101010101" pitchFamily="49" charset="-122"/>
            </a:endParaRPr>
          </a:p>
        </p:txBody>
      </p:sp>
      <p:sp>
        <p:nvSpPr>
          <p:cNvPr id="593930" name="Line 10"/>
          <p:cNvSpPr>
            <a:spLocks noChangeShapeType="1"/>
          </p:cNvSpPr>
          <p:nvPr/>
        </p:nvSpPr>
        <p:spPr bwMode="auto">
          <a:xfrm rot="-8873624">
            <a:off x="3271838" y="1558925"/>
            <a:ext cx="519112" cy="1588"/>
          </a:xfrm>
          <a:prstGeom prst="line">
            <a:avLst/>
          </a:prstGeom>
          <a:noFill/>
          <a:ln w="57150">
            <a:solidFill>
              <a:srgbClr val="FF0000"/>
            </a:solidFill>
            <a:round/>
            <a:headEnd/>
            <a:tailEnd type="triangle" w="sm" len="lg"/>
          </a:ln>
          <a:extLst>
            <a:ext uri="{909E8E84-426E-40DD-AFC4-6F175D3DCCD1}">
              <a14:hiddenFill xmlns:a14="http://schemas.microsoft.com/office/drawing/2010/main">
                <a:noFill/>
              </a14:hiddenFill>
            </a:ext>
          </a:extLst>
        </p:spPr>
        <p:txBody>
          <a:bodyPr wrap="none" anchor="ctr"/>
          <a:lstStyle/>
          <a:p>
            <a:pPr eaLnBrk="0" hangingPunct="0"/>
            <a:endParaRPr lang="zh-CN" altLang="en-US" b="1">
              <a:solidFill>
                <a:srgbClr val="0000CC"/>
              </a:solidFill>
              <a:ea typeface="黑体" panose="02010609060101010101" pitchFamily="49" charset="-122"/>
            </a:endParaRPr>
          </a:p>
        </p:txBody>
      </p:sp>
      <p:sp>
        <p:nvSpPr>
          <p:cNvPr id="593931" name="Line 11"/>
          <p:cNvSpPr>
            <a:spLocks noChangeShapeType="1"/>
          </p:cNvSpPr>
          <p:nvPr/>
        </p:nvSpPr>
        <p:spPr bwMode="auto">
          <a:xfrm rot="-5400000">
            <a:off x="3979862" y="1493838"/>
            <a:ext cx="447675" cy="0"/>
          </a:xfrm>
          <a:prstGeom prst="line">
            <a:avLst/>
          </a:prstGeom>
          <a:noFill/>
          <a:ln w="57150">
            <a:solidFill>
              <a:srgbClr val="FF0000"/>
            </a:solidFill>
            <a:round/>
            <a:headEnd/>
            <a:tailEnd type="triangle" w="sm" len="lg"/>
          </a:ln>
          <a:extLst>
            <a:ext uri="{909E8E84-426E-40DD-AFC4-6F175D3DCCD1}">
              <a14:hiddenFill xmlns:a14="http://schemas.microsoft.com/office/drawing/2010/main">
                <a:noFill/>
              </a14:hiddenFill>
            </a:ext>
          </a:extLst>
        </p:spPr>
        <p:txBody>
          <a:bodyPr wrap="none" anchor="ctr"/>
          <a:lstStyle/>
          <a:p>
            <a:pPr eaLnBrk="0" hangingPunct="0"/>
            <a:endParaRPr lang="zh-CN" altLang="en-US" b="1">
              <a:solidFill>
                <a:srgbClr val="0000CC"/>
              </a:solidFill>
              <a:ea typeface="黑体" panose="02010609060101010101" pitchFamily="49" charset="-122"/>
            </a:endParaRPr>
          </a:p>
        </p:txBody>
      </p:sp>
      <p:sp>
        <p:nvSpPr>
          <p:cNvPr id="1068044" name="Line 12"/>
          <p:cNvSpPr>
            <a:spLocks noChangeShapeType="1"/>
          </p:cNvSpPr>
          <p:nvPr/>
        </p:nvSpPr>
        <p:spPr bwMode="auto">
          <a:xfrm>
            <a:off x="2297113" y="2570163"/>
            <a:ext cx="5600700" cy="0"/>
          </a:xfrm>
          <a:prstGeom prst="line">
            <a:avLst/>
          </a:prstGeom>
          <a:noFill/>
          <a:ln w="28575">
            <a:solidFill>
              <a:srgbClr val="333399"/>
            </a:solidFill>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b="1">
              <a:solidFill>
                <a:srgbClr val="0000CC"/>
              </a:solidFill>
              <a:ea typeface="黑体" panose="02010609060101010101" pitchFamily="49" charset="-122"/>
            </a:endParaRPr>
          </a:p>
        </p:txBody>
      </p:sp>
      <p:sp>
        <p:nvSpPr>
          <p:cNvPr id="1068045" name="Freeform 13"/>
          <p:cNvSpPr>
            <a:spLocks noChangeArrowheads="1"/>
          </p:cNvSpPr>
          <p:nvPr/>
        </p:nvSpPr>
        <p:spPr bwMode="auto">
          <a:xfrm>
            <a:off x="2297113" y="2570163"/>
            <a:ext cx="5600700" cy="985837"/>
          </a:xfrm>
          <a:custGeom>
            <a:avLst/>
            <a:gdLst>
              <a:gd name="T0" fmla="*/ 0 w 2550"/>
              <a:gd name="T1" fmla="*/ 6 h 528"/>
              <a:gd name="T2" fmla="*/ 829 w 2550"/>
              <a:gd name="T3" fmla="*/ 528 h 528"/>
              <a:gd name="T4" fmla="*/ 1764 w 2550"/>
              <a:gd name="T5" fmla="*/ 528 h 528"/>
              <a:gd name="T6" fmla="*/ 2550 w 2550"/>
              <a:gd name="T7" fmla="*/ 0 h 528"/>
            </a:gdLst>
            <a:ahLst/>
            <a:cxnLst>
              <a:cxn ang="0">
                <a:pos x="T0" y="T1"/>
              </a:cxn>
              <a:cxn ang="0">
                <a:pos x="T2" y="T3"/>
              </a:cxn>
              <a:cxn ang="0">
                <a:pos x="T4" y="T5"/>
              </a:cxn>
              <a:cxn ang="0">
                <a:pos x="T6" y="T7"/>
              </a:cxn>
            </a:cxnLst>
            <a:rect l="0" t="0" r="r" b="b"/>
            <a:pathLst>
              <a:path w="2550" h="528">
                <a:moveTo>
                  <a:pt x="0" y="6"/>
                </a:moveTo>
                <a:lnTo>
                  <a:pt x="829" y="528"/>
                </a:lnTo>
                <a:lnTo>
                  <a:pt x="1764" y="528"/>
                </a:lnTo>
                <a:lnTo>
                  <a:pt x="2550" y="0"/>
                </a:lnTo>
              </a:path>
            </a:pathLst>
          </a:custGeom>
          <a:noFill/>
          <a:ln w="28575">
            <a:solidFill>
              <a:srgbClr val="333399"/>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pPr eaLnBrk="0" hangingPunct="0"/>
            <a:endParaRPr lang="zh-CN" altLang="en-US" b="1">
              <a:solidFill>
                <a:srgbClr val="0000CC"/>
              </a:solidFill>
              <a:ea typeface="黑体" panose="02010609060101010101" pitchFamily="49" charset="-122"/>
            </a:endParaRPr>
          </a:p>
        </p:txBody>
      </p:sp>
      <p:sp>
        <p:nvSpPr>
          <p:cNvPr id="1068046" name="Line 14"/>
          <p:cNvSpPr>
            <a:spLocks noChangeShapeType="1"/>
          </p:cNvSpPr>
          <p:nvPr/>
        </p:nvSpPr>
        <p:spPr bwMode="auto">
          <a:xfrm>
            <a:off x="4060825" y="2570163"/>
            <a:ext cx="0" cy="985837"/>
          </a:xfrm>
          <a:prstGeom prst="line">
            <a:avLst/>
          </a:prstGeom>
          <a:noFill/>
          <a:ln w="28575">
            <a:solidFill>
              <a:srgbClr val="333399"/>
            </a:solidFill>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b="1">
              <a:solidFill>
                <a:srgbClr val="0000CC"/>
              </a:solidFill>
              <a:ea typeface="黑体" panose="02010609060101010101" pitchFamily="49" charset="-122"/>
            </a:endParaRPr>
          </a:p>
        </p:txBody>
      </p:sp>
      <p:sp>
        <p:nvSpPr>
          <p:cNvPr id="1068047" name="Line 15"/>
          <p:cNvSpPr>
            <a:spLocks noChangeShapeType="1"/>
          </p:cNvSpPr>
          <p:nvPr/>
        </p:nvSpPr>
        <p:spPr bwMode="auto">
          <a:xfrm>
            <a:off x="6134100" y="2570163"/>
            <a:ext cx="0" cy="985837"/>
          </a:xfrm>
          <a:prstGeom prst="line">
            <a:avLst/>
          </a:prstGeom>
          <a:noFill/>
          <a:ln w="28575">
            <a:solidFill>
              <a:srgbClr val="333399"/>
            </a:solidFill>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b="1">
              <a:solidFill>
                <a:srgbClr val="0000CC"/>
              </a:solidFill>
              <a:ea typeface="黑体" panose="02010609060101010101" pitchFamily="49" charset="-122"/>
            </a:endParaRPr>
          </a:p>
        </p:txBody>
      </p:sp>
      <p:grpSp>
        <p:nvGrpSpPr>
          <p:cNvPr id="593991" name="Group 71"/>
          <p:cNvGrpSpPr>
            <a:grpSpLocks/>
          </p:cNvGrpSpPr>
          <p:nvPr/>
        </p:nvGrpSpPr>
        <p:grpSpPr bwMode="auto">
          <a:xfrm>
            <a:off x="6273800" y="2782888"/>
            <a:ext cx="1158875" cy="449262"/>
            <a:chOff x="3648" y="1798"/>
            <a:chExt cx="674" cy="283"/>
          </a:xfrm>
        </p:grpSpPr>
        <p:sp>
          <p:nvSpPr>
            <p:cNvPr id="1068049" name="Line 17"/>
            <p:cNvSpPr>
              <a:spLocks noChangeShapeType="1"/>
            </p:cNvSpPr>
            <p:nvPr/>
          </p:nvSpPr>
          <p:spPr bwMode="auto">
            <a:xfrm rot="-2260875">
              <a:off x="4021" y="2023"/>
              <a:ext cx="301" cy="1"/>
            </a:xfrm>
            <a:prstGeom prst="line">
              <a:avLst/>
            </a:prstGeom>
            <a:noFill/>
            <a:ln w="57150">
              <a:solidFill>
                <a:srgbClr val="FF0000"/>
              </a:solidFill>
              <a:round/>
              <a:headEnd/>
              <a:tailEnd type="triangle" w="sm" len="lg"/>
            </a:ln>
            <a:extLst>
              <a:ext uri="{909E8E84-426E-40DD-AFC4-6F175D3DCCD1}">
                <a14:hiddenFill xmlns:a14="http://schemas.microsoft.com/office/drawing/2010/main">
                  <a:noFill/>
                </a14:hiddenFill>
              </a:ext>
            </a:extLst>
          </p:spPr>
          <p:txBody>
            <a:bodyPr wrap="none" anchor="ctr"/>
            <a:lstStyle/>
            <a:p>
              <a:pPr eaLnBrk="0" hangingPunct="0"/>
              <a:endParaRPr lang="zh-CN" altLang="en-US" b="1">
                <a:solidFill>
                  <a:srgbClr val="0000CC"/>
                </a:solidFill>
                <a:ea typeface="黑体" panose="02010609060101010101" pitchFamily="49" charset="-122"/>
              </a:endParaRPr>
            </a:p>
          </p:txBody>
        </p:sp>
        <p:sp>
          <p:nvSpPr>
            <p:cNvPr id="1068050" name="Line 18"/>
            <p:cNvSpPr>
              <a:spLocks noChangeShapeType="1"/>
            </p:cNvSpPr>
            <p:nvPr/>
          </p:nvSpPr>
          <p:spPr bwMode="auto">
            <a:xfrm rot="-5400000">
              <a:off x="3505" y="1940"/>
              <a:ext cx="283" cy="0"/>
            </a:xfrm>
            <a:prstGeom prst="line">
              <a:avLst/>
            </a:prstGeom>
            <a:noFill/>
            <a:ln w="57150">
              <a:solidFill>
                <a:srgbClr val="FF0000"/>
              </a:solidFill>
              <a:round/>
              <a:headEnd/>
              <a:tailEnd type="triangle" w="sm" len="lg"/>
            </a:ln>
            <a:extLst>
              <a:ext uri="{909E8E84-426E-40DD-AFC4-6F175D3DCCD1}">
                <a14:hiddenFill xmlns:a14="http://schemas.microsoft.com/office/drawing/2010/main">
                  <a:noFill/>
                </a14:hiddenFill>
              </a:ext>
            </a:extLst>
          </p:spPr>
          <p:txBody>
            <a:bodyPr wrap="none" anchor="ctr"/>
            <a:lstStyle/>
            <a:p>
              <a:pPr eaLnBrk="0" hangingPunct="0"/>
              <a:endParaRPr lang="zh-CN" altLang="en-US" b="1">
                <a:solidFill>
                  <a:srgbClr val="0000CC"/>
                </a:solidFill>
                <a:ea typeface="黑体" panose="02010609060101010101" pitchFamily="49" charset="-122"/>
              </a:endParaRPr>
            </a:p>
          </p:txBody>
        </p:sp>
      </p:grpSp>
      <p:sp>
        <p:nvSpPr>
          <p:cNvPr id="1068051" name="Line 19"/>
          <p:cNvSpPr>
            <a:spLocks noChangeShapeType="1"/>
          </p:cNvSpPr>
          <p:nvPr/>
        </p:nvSpPr>
        <p:spPr bwMode="auto">
          <a:xfrm>
            <a:off x="2297113" y="4105275"/>
            <a:ext cx="5583237" cy="15875"/>
          </a:xfrm>
          <a:prstGeom prst="line">
            <a:avLst/>
          </a:prstGeom>
          <a:noFill/>
          <a:ln w="28575">
            <a:solidFill>
              <a:srgbClr val="333399"/>
            </a:solidFill>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b="1">
              <a:solidFill>
                <a:srgbClr val="0000CC"/>
              </a:solidFill>
              <a:ea typeface="黑体" panose="02010609060101010101" pitchFamily="49" charset="-122"/>
            </a:endParaRPr>
          </a:p>
        </p:txBody>
      </p:sp>
      <p:sp>
        <p:nvSpPr>
          <p:cNvPr id="1068052" name="Freeform 20"/>
          <p:cNvSpPr>
            <a:spLocks noChangeArrowheads="1"/>
          </p:cNvSpPr>
          <p:nvPr/>
        </p:nvSpPr>
        <p:spPr bwMode="auto">
          <a:xfrm>
            <a:off x="2297113" y="4105275"/>
            <a:ext cx="5600700" cy="987425"/>
          </a:xfrm>
          <a:custGeom>
            <a:avLst/>
            <a:gdLst>
              <a:gd name="T0" fmla="*/ 0 w 2550"/>
              <a:gd name="T1" fmla="*/ 6 h 528"/>
              <a:gd name="T2" fmla="*/ 829 w 2550"/>
              <a:gd name="T3" fmla="*/ 528 h 528"/>
              <a:gd name="T4" fmla="*/ 1764 w 2550"/>
              <a:gd name="T5" fmla="*/ 528 h 528"/>
              <a:gd name="T6" fmla="*/ 2550 w 2550"/>
              <a:gd name="T7" fmla="*/ 0 h 528"/>
            </a:gdLst>
            <a:ahLst/>
            <a:cxnLst>
              <a:cxn ang="0">
                <a:pos x="T0" y="T1"/>
              </a:cxn>
              <a:cxn ang="0">
                <a:pos x="T2" y="T3"/>
              </a:cxn>
              <a:cxn ang="0">
                <a:pos x="T4" y="T5"/>
              </a:cxn>
              <a:cxn ang="0">
                <a:pos x="T6" y="T7"/>
              </a:cxn>
            </a:cxnLst>
            <a:rect l="0" t="0" r="r" b="b"/>
            <a:pathLst>
              <a:path w="2550" h="528">
                <a:moveTo>
                  <a:pt x="0" y="6"/>
                </a:moveTo>
                <a:lnTo>
                  <a:pt x="829" y="528"/>
                </a:lnTo>
                <a:lnTo>
                  <a:pt x="1764" y="528"/>
                </a:lnTo>
                <a:lnTo>
                  <a:pt x="2550" y="0"/>
                </a:lnTo>
              </a:path>
            </a:pathLst>
          </a:custGeom>
          <a:noFill/>
          <a:ln w="28575">
            <a:solidFill>
              <a:srgbClr val="333399"/>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pPr eaLnBrk="0" hangingPunct="0"/>
            <a:endParaRPr lang="zh-CN" altLang="en-US" b="1">
              <a:solidFill>
                <a:srgbClr val="0000CC"/>
              </a:solidFill>
              <a:ea typeface="黑体" panose="02010609060101010101" pitchFamily="49" charset="-122"/>
            </a:endParaRPr>
          </a:p>
        </p:txBody>
      </p:sp>
      <p:sp>
        <p:nvSpPr>
          <p:cNvPr id="1068053" name="Line 21"/>
          <p:cNvSpPr>
            <a:spLocks noChangeShapeType="1"/>
          </p:cNvSpPr>
          <p:nvPr/>
        </p:nvSpPr>
        <p:spPr bwMode="auto">
          <a:xfrm>
            <a:off x="4060825" y="4105275"/>
            <a:ext cx="0" cy="987425"/>
          </a:xfrm>
          <a:prstGeom prst="line">
            <a:avLst/>
          </a:prstGeom>
          <a:noFill/>
          <a:ln w="28575">
            <a:solidFill>
              <a:srgbClr val="333399"/>
            </a:solidFill>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b="1">
              <a:solidFill>
                <a:srgbClr val="0000CC"/>
              </a:solidFill>
              <a:ea typeface="黑体" panose="02010609060101010101" pitchFamily="49" charset="-122"/>
            </a:endParaRPr>
          </a:p>
        </p:txBody>
      </p:sp>
      <p:sp>
        <p:nvSpPr>
          <p:cNvPr id="1068054" name="Line 22"/>
          <p:cNvSpPr>
            <a:spLocks noChangeShapeType="1"/>
          </p:cNvSpPr>
          <p:nvPr/>
        </p:nvSpPr>
        <p:spPr bwMode="auto">
          <a:xfrm>
            <a:off x="6134100" y="4105275"/>
            <a:ext cx="0" cy="987425"/>
          </a:xfrm>
          <a:prstGeom prst="line">
            <a:avLst/>
          </a:prstGeom>
          <a:noFill/>
          <a:ln w="28575">
            <a:solidFill>
              <a:srgbClr val="333399"/>
            </a:solidFill>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b="1">
              <a:solidFill>
                <a:srgbClr val="0000CC"/>
              </a:solidFill>
              <a:ea typeface="黑体" panose="02010609060101010101" pitchFamily="49" charset="-122"/>
            </a:endParaRPr>
          </a:p>
        </p:txBody>
      </p:sp>
      <p:sp>
        <p:nvSpPr>
          <p:cNvPr id="1068055" name="Line 24"/>
          <p:cNvSpPr>
            <a:spLocks noChangeShapeType="1"/>
          </p:cNvSpPr>
          <p:nvPr/>
        </p:nvSpPr>
        <p:spPr bwMode="auto">
          <a:xfrm>
            <a:off x="2297113" y="5641975"/>
            <a:ext cx="5600700" cy="0"/>
          </a:xfrm>
          <a:prstGeom prst="line">
            <a:avLst/>
          </a:prstGeom>
          <a:noFill/>
          <a:ln w="28575">
            <a:solidFill>
              <a:srgbClr val="333399"/>
            </a:solidFill>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b="1">
              <a:solidFill>
                <a:srgbClr val="0000CC"/>
              </a:solidFill>
              <a:ea typeface="黑体" panose="02010609060101010101" pitchFamily="49" charset="-122"/>
            </a:endParaRPr>
          </a:p>
        </p:txBody>
      </p:sp>
      <p:sp>
        <p:nvSpPr>
          <p:cNvPr id="1068056" name="Freeform 25"/>
          <p:cNvSpPr>
            <a:spLocks noChangeArrowheads="1"/>
          </p:cNvSpPr>
          <p:nvPr/>
        </p:nvSpPr>
        <p:spPr bwMode="auto">
          <a:xfrm>
            <a:off x="2284413" y="5641975"/>
            <a:ext cx="5600700" cy="985838"/>
          </a:xfrm>
          <a:custGeom>
            <a:avLst/>
            <a:gdLst>
              <a:gd name="T0" fmla="*/ 0 w 2550"/>
              <a:gd name="T1" fmla="*/ 6 h 528"/>
              <a:gd name="T2" fmla="*/ 829 w 2550"/>
              <a:gd name="T3" fmla="*/ 528 h 528"/>
              <a:gd name="T4" fmla="*/ 1764 w 2550"/>
              <a:gd name="T5" fmla="*/ 528 h 528"/>
              <a:gd name="T6" fmla="*/ 2550 w 2550"/>
              <a:gd name="T7" fmla="*/ 0 h 528"/>
            </a:gdLst>
            <a:ahLst/>
            <a:cxnLst>
              <a:cxn ang="0">
                <a:pos x="T0" y="T1"/>
              </a:cxn>
              <a:cxn ang="0">
                <a:pos x="T2" y="T3"/>
              </a:cxn>
              <a:cxn ang="0">
                <a:pos x="T4" y="T5"/>
              </a:cxn>
              <a:cxn ang="0">
                <a:pos x="T6" y="T7"/>
              </a:cxn>
            </a:cxnLst>
            <a:rect l="0" t="0" r="r" b="b"/>
            <a:pathLst>
              <a:path w="2550" h="528">
                <a:moveTo>
                  <a:pt x="0" y="6"/>
                </a:moveTo>
                <a:lnTo>
                  <a:pt x="829" y="528"/>
                </a:lnTo>
                <a:lnTo>
                  <a:pt x="1764" y="528"/>
                </a:lnTo>
                <a:lnTo>
                  <a:pt x="2550" y="0"/>
                </a:lnTo>
              </a:path>
            </a:pathLst>
          </a:custGeom>
          <a:noFill/>
          <a:ln w="28575">
            <a:solidFill>
              <a:srgbClr val="333399"/>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pPr eaLnBrk="0" hangingPunct="0"/>
            <a:endParaRPr lang="zh-CN" altLang="en-US" b="1">
              <a:solidFill>
                <a:srgbClr val="0000CC"/>
              </a:solidFill>
              <a:ea typeface="黑体" panose="02010609060101010101" pitchFamily="49" charset="-122"/>
            </a:endParaRPr>
          </a:p>
        </p:txBody>
      </p:sp>
      <p:sp>
        <p:nvSpPr>
          <p:cNvPr id="1068057" name="Line 26"/>
          <p:cNvSpPr>
            <a:spLocks noChangeShapeType="1"/>
          </p:cNvSpPr>
          <p:nvPr/>
        </p:nvSpPr>
        <p:spPr bwMode="auto">
          <a:xfrm>
            <a:off x="4060825" y="5641975"/>
            <a:ext cx="0" cy="985838"/>
          </a:xfrm>
          <a:prstGeom prst="line">
            <a:avLst/>
          </a:prstGeom>
          <a:noFill/>
          <a:ln w="28575">
            <a:solidFill>
              <a:srgbClr val="333399"/>
            </a:solidFill>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b="1">
              <a:solidFill>
                <a:srgbClr val="0000CC"/>
              </a:solidFill>
              <a:ea typeface="黑体" panose="02010609060101010101" pitchFamily="49" charset="-122"/>
            </a:endParaRPr>
          </a:p>
        </p:txBody>
      </p:sp>
      <p:sp>
        <p:nvSpPr>
          <p:cNvPr id="1068058" name="Line 27"/>
          <p:cNvSpPr>
            <a:spLocks noChangeShapeType="1"/>
          </p:cNvSpPr>
          <p:nvPr/>
        </p:nvSpPr>
        <p:spPr bwMode="auto">
          <a:xfrm>
            <a:off x="6134100" y="5641975"/>
            <a:ext cx="0" cy="985838"/>
          </a:xfrm>
          <a:prstGeom prst="line">
            <a:avLst/>
          </a:prstGeom>
          <a:noFill/>
          <a:ln w="28575">
            <a:solidFill>
              <a:srgbClr val="333399"/>
            </a:solidFill>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b="1">
              <a:solidFill>
                <a:srgbClr val="0000CC"/>
              </a:solidFill>
              <a:ea typeface="黑体" panose="02010609060101010101" pitchFamily="49" charset="-122"/>
            </a:endParaRPr>
          </a:p>
        </p:txBody>
      </p:sp>
      <p:grpSp>
        <p:nvGrpSpPr>
          <p:cNvPr id="593990" name="Group 70"/>
          <p:cNvGrpSpPr>
            <a:grpSpLocks/>
          </p:cNvGrpSpPr>
          <p:nvPr/>
        </p:nvGrpSpPr>
        <p:grpSpPr bwMode="auto">
          <a:xfrm>
            <a:off x="2901950" y="2454275"/>
            <a:ext cx="2368550" cy="239713"/>
            <a:chOff x="1687" y="1591"/>
            <a:chExt cx="1378" cy="151"/>
          </a:xfrm>
        </p:grpSpPr>
        <p:sp>
          <p:nvSpPr>
            <p:cNvPr id="1068060" name="Line 16"/>
            <p:cNvSpPr>
              <a:spLocks noChangeShapeType="1"/>
            </p:cNvSpPr>
            <p:nvPr/>
          </p:nvSpPr>
          <p:spPr bwMode="auto">
            <a:xfrm flipH="1">
              <a:off x="1687" y="1591"/>
              <a:ext cx="302" cy="0"/>
            </a:xfrm>
            <a:prstGeom prst="line">
              <a:avLst/>
            </a:prstGeom>
            <a:noFill/>
            <a:ln w="57150">
              <a:solidFill>
                <a:srgbClr val="FF0000"/>
              </a:solidFill>
              <a:round/>
              <a:headEnd/>
              <a:tailEnd type="triangle" w="sm" len="lg"/>
            </a:ln>
            <a:extLst>
              <a:ext uri="{909E8E84-426E-40DD-AFC4-6F175D3DCCD1}">
                <a14:hiddenFill xmlns:a14="http://schemas.microsoft.com/office/drawing/2010/main">
                  <a:noFill/>
                </a14:hiddenFill>
              </a:ext>
            </a:extLst>
          </p:spPr>
          <p:txBody>
            <a:bodyPr wrap="none" anchor="ctr"/>
            <a:lstStyle/>
            <a:p>
              <a:pPr eaLnBrk="0" hangingPunct="0"/>
              <a:endParaRPr lang="zh-CN" altLang="en-US" b="1">
                <a:solidFill>
                  <a:srgbClr val="0000CC"/>
                </a:solidFill>
                <a:ea typeface="黑体" panose="02010609060101010101" pitchFamily="49" charset="-122"/>
              </a:endParaRPr>
            </a:p>
          </p:txBody>
        </p:sp>
        <p:sp>
          <p:nvSpPr>
            <p:cNvPr id="1068061" name="Line 28"/>
            <p:cNvSpPr>
              <a:spLocks noChangeShapeType="1"/>
            </p:cNvSpPr>
            <p:nvPr/>
          </p:nvSpPr>
          <p:spPr bwMode="auto">
            <a:xfrm>
              <a:off x="2763" y="1742"/>
              <a:ext cx="302" cy="0"/>
            </a:xfrm>
            <a:prstGeom prst="line">
              <a:avLst/>
            </a:prstGeom>
            <a:noFill/>
            <a:ln w="57150">
              <a:solidFill>
                <a:srgbClr val="FF0000"/>
              </a:solidFill>
              <a:round/>
              <a:headEnd/>
              <a:tailEnd type="triangle" w="sm" len="lg"/>
            </a:ln>
            <a:extLst>
              <a:ext uri="{909E8E84-426E-40DD-AFC4-6F175D3DCCD1}">
                <a14:hiddenFill xmlns:a14="http://schemas.microsoft.com/office/drawing/2010/main">
                  <a:noFill/>
                </a14:hiddenFill>
              </a:ext>
            </a:extLst>
          </p:spPr>
          <p:txBody>
            <a:bodyPr wrap="none" anchor="ctr"/>
            <a:lstStyle/>
            <a:p>
              <a:pPr eaLnBrk="0" hangingPunct="0"/>
              <a:endParaRPr lang="zh-CN" altLang="en-US" b="1">
                <a:solidFill>
                  <a:srgbClr val="0000CC"/>
                </a:solidFill>
                <a:ea typeface="黑体" panose="02010609060101010101" pitchFamily="49" charset="-122"/>
              </a:endParaRPr>
            </a:p>
          </p:txBody>
        </p:sp>
      </p:grpSp>
      <p:sp>
        <p:nvSpPr>
          <p:cNvPr id="593949" name="Line 29"/>
          <p:cNvSpPr>
            <a:spLocks noChangeShapeType="1"/>
          </p:cNvSpPr>
          <p:nvPr/>
        </p:nvSpPr>
        <p:spPr bwMode="auto">
          <a:xfrm>
            <a:off x="2954338" y="2693988"/>
            <a:ext cx="517525" cy="0"/>
          </a:xfrm>
          <a:prstGeom prst="line">
            <a:avLst/>
          </a:prstGeom>
          <a:noFill/>
          <a:ln w="57150">
            <a:solidFill>
              <a:srgbClr val="FF0000"/>
            </a:solidFill>
            <a:round/>
            <a:headEnd/>
            <a:tailEnd type="triangle" w="sm" len="lg"/>
          </a:ln>
          <a:extLst>
            <a:ext uri="{909E8E84-426E-40DD-AFC4-6F175D3DCCD1}">
              <a14:hiddenFill xmlns:a14="http://schemas.microsoft.com/office/drawing/2010/main">
                <a:noFill/>
              </a14:hiddenFill>
            </a:ext>
          </a:extLst>
        </p:spPr>
        <p:txBody>
          <a:bodyPr wrap="none" anchor="ctr"/>
          <a:lstStyle/>
          <a:p>
            <a:pPr eaLnBrk="0" hangingPunct="0"/>
            <a:endParaRPr lang="zh-CN" altLang="en-US" b="1">
              <a:solidFill>
                <a:srgbClr val="0000CC"/>
              </a:solidFill>
              <a:ea typeface="黑体" panose="02010609060101010101" pitchFamily="49" charset="-122"/>
            </a:endParaRPr>
          </a:p>
        </p:txBody>
      </p:sp>
      <p:grpSp>
        <p:nvGrpSpPr>
          <p:cNvPr id="593992" name="Group 72"/>
          <p:cNvGrpSpPr>
            <a:grpSpLocks/>
          </p:cNvGrpSpPr>
          <p:nvPr/>
        </p:nvGrpSpPr>
        <p:grpSpPr bwMode="auto">
          <a:xfrm>
            <a:off x="4786313" y="3994150"/>
            <a:ext cx="2333625" cy="0"/>
            <a:chOff x="2783" y="2561"/>
            <a:chExt cx="1357" cy="0"/>
          </a:xfrm>
        </p:grpSpPr>
        <p:sp>
          <p:nvSpPr>
            <p:cNvPr id="1068064" name="Line 23"/>
            <p:cNvSpPr>
              <a:spLocks noChangeShapeType="1"/>
            </p:cNvSpPr>
            <p:nvPr/>
          </p:nvSpPr>
          <p:spPr bwMode="auto">
            <a:xfrm flipH="1">
              <a:off x="2783" y="2561"/>
              <a:ext cx="302" cy="0"/>
            </a:xfrm>
            <a:prstGeom prst="line">
              <a:avLst/>
            </a:prstGeom>
            <a:noFill/>
            <a:ln w="57150">
              <a:solidFill>
                <a:srgbClr val="FF0000"/>
              </a:solidFill>
              <a:round/>
              <a:headEnd/>
              <a:tailEnd type="triangle" w="sm" len="lg"/>
            </a:ln>
            <a:extLst>
              <a:ext uri="{909E8E84-426E-40DD-AFC4-6F175D3DCCD1}">
                <a14:hiddenFill xmlns:a14="http://schemas.microsoft.com/office/drawing/2010/main">
                  <a:noFill/>
                </a14:hiddenFill>
              </a:ext>
            </a:extLst>
          </p:spPr>
          <p:txBody>
            <a:bodyPr wrap="none" anchor="ctr"/>
            <a:lstStyle/>
            <a:p>
              <a:pPr eaLnBrk="0" hangingPunct="0"/>
              <a:endParaRPr lang="zh-CN" altLang="en-US" b="1">
                <a:solidFill>
                  <a:srgbClr val="0000CC"/>
                </a:solidFill>
                <a:ea typeface="黑体" panose="02010609060101010101" pitchFamily="49" charset="-122"/>
              </a:endParaRPr>
            </a:p>
          </p:txBody>
        </p:sp>
        <p:sp>
          <p:nvSpPr>
            <p:cNvPr id="1068065" name="Line 30"/>
            <p:cNvSpPr>
              <a:spLocks noChangeShapeType="1"/>
            </p:cNvSpPr>
            <p:nvPr/>
          </p:nvSpPr>
          <p:spPr bwMode="auto">
            <a:xfrm>
              <a:off x="3838" y="2561"/>
              <a:ext cx="302" cy="0"/>
            </a:xfrm>
            <a:prstGeom prst="line">
              <a:avLst/>
            </a:prstGeom>
            <a:noFill/>
            <a:ln w="57150">
              <a:solidFill>
                <a:srgbClr val="FF0000"/>
              </a:solidFill>
              <a:round/>
              <a:headEnd/>
              <a:tailEnd type="triangle" w="sm" len="lg"/>
            </a:ln>
            <a:extLst>
              <a:ext uri="{909E8E84-426E-40DD-AFC4-6F175D3DCCD1}">
                <a14:hiddenFill xmlns:a14="http://schemas.microsoft.com/office/drawing/2010/main">
                  <a:noFill/>
                </a14:hiddenFill>
              </a:ext>
            </a:extLst>
          </p:spPr>
          <p:txBody>
            <a:bodyPr wrap="none" anchor="ctr"/>
            <a:lstStyle/>
            <a:p>
              <a:pPr eaLnBrk="0" hangingPunct="0"/>
              <a:endParaRPr lang="zh-CN" altLang="en-US" b="1">
                <a:solidFill>
                  <a:srgbClr val="0000CC"/>
                </a:solidFill>
                <a:ea typeface="黑体" panose="02010609060101010101" pitchFamily="49" charset="-122"/>
              </a:endParaRPr>
            </a:p>
          </p:txBody>
        </p:sp>
      </p:grpSp>
      <p:sp>
        <p:nvSpPr>
          <p:cNvPr id="593951" name="Line 31"/>
          <p:cNvSpPr>
            <a:spLocks noChangeShapeType="1"/>
          </p:cNvSpPr>
          <p:nvPr/>
        </p:nvSpPr>
        <p:spPr bwMode="auto">
          <a:xfrm flipH="1">
            <a:off x="6653213" y="4232275"/>
            <a:ext cx="519112" cy="0"/>
          </a:xfrm>
          <a:prstGeom prst="line">
            <a:avLst/>
          </a:prstGeom>
          <a:noFill/>
          <a:ln w="57150">
            <a:solidFill>
              <a:srgbClr val="FF0000"/>
            </a:solidFill>
            <a:round/>
            <a:headEnd/>
            <a:tailEnd type="triangle" w="sm" len="lg"/>
          </a:ln>
          <a:extLst>
            <a:ext uri="{909E8E84-426E-40DD-AFC4-6F175D3DCCD1}">
              <a14:hiddenFill xmlns:a14="http://schemas.microsoft.com/office/drawing/2010/main">
                <a:noFill/>
              </a14:hiddenFill>
            </a:ext>
          </a:extLst>
        </p:spPr>
        <p:txBody>
          <a:bodyPr wrap="none" anchor="ctr"/>
          <a:lstStyle/>
          <a:p>
            <a:pPr eaLnBrk="0" hangingPunct="0"/>
            <a:endParaRPr lang="zh-CN" altLang="en-US" b="1">
              <a:solidFill>
                <a:srgbClr val="0000CC"/>
              </a:solidFill>
              <a:ea typeface="黑体" panose="02010609060101010101" pitchFamily="49" charset="-122"/>
            </a:endParaRPr>
          </a:p>
        </p:txBody>
      </p:sp>
      <p:grpSp>
        <p:nvGrpSpPr>
          <p:cNvPr id="593993" name="Group 73"/>
          <p:cNvGrpSpPr>
            <a:grpSpLocks/>
          </p:cNvGrpSpPr>
          <p:nvPr/>
        </p:nvGrpSpPr>
        <p:grpSpPr bwMode="auto">
          <a:xfrm>
            <a:off x="3100388" y="5832475"/>
            <a:ext cx="4079875" cy="714375"/>
            <a:chOff x="1803" y="3719"/>
            <a:chExt cx="2372" cy="450"/>
          </a:xfrm>
        </p:grpSpPr>
        <p:sp>
          <p:nvSpPr>
            <p:cNvPr id="1068068" name="AutoShape 32"/>
            <p:cNvSpPr>
              <a:spLocks noChangeArrowheads="1"/>
            </p:cNvSpPr>
            <p:nvPr/>
          </p:nvSpPr>
          <p:spPr bwMode="auto">
            <a:xfrm>
              <a:off x="2399" y="3726"/>
              <a:ext cx="120" cy="292"/>
            </a:xfrm>
            <a:prstGeom prst="downArrow">
              <a:avLst>
                <a:gd name="adj1" fmla="val 50000"/>
                <a:gd name="adj2" fmla="val 80458"/>
              </a:avLst>
            </a:prstGeom>
            <a:solidFill>
              <a:schemeClr val="accent1"/>
            </a:solidFill>
            <a:ln w="9525">
              <a:solidFill>
                <a:srgbClr val="333399"/>
              </a:solidFill>
              <a:miter lim="800000"/>
              <a:headEnd/>
              <a:tailEnd/>
            </a:ln>
          </p:spPr>
          <p:txBody>
            <a:bodyPr vert="eaVert" wrap="none" anchor="ctr"/>
            <a:lstStyle/>
            <a:p>
              <a:pPr eaLnBrk="0" hangingPunct="0"/>
              <a:endParaRPr lang="zh-CN" altLang="en-US" b="1">
                <a:solidFill>
                  <a:srgbClr val="0000CC"/>
                </a:solidFill>
                <a:ea typeface="黑体" panose="02010609060101010101" pitchFamily="49" charset="-122"/>
              </a:endParaRPr>
            </a:p>
          </p:txBody>
        </p:sp>
        <p:sp>
          <p:nvSpPr>
            <p:cNvPr id="1068069" name="AutoShape 33"/>
            <p:cNvSpPr>
              <a:spLocks noChangeArrowheads="1"/>
            </p:cNvSpPr>
            <p:nvPr/>
          </p:nvSpPr>
          <p:spPr bwMode="auto">
            <a:xfrm>
              <a:off x="3627" y="3719"/>
              <a:ext cx="121" cy="292"/>
            </a:xfrm>
            <a:prstGeom prst="downArrow">
              <a:avLst>
                <a:gd name="adj1" fmla="val 50000"/>
                <a:gd name="adj2" fmla="val 79793"/>
              </a:avLst>
            </a:prstGeom>
            <a:solidFill>
              <a:schemeClr val="accent1"/>
            </a:solidFill>
            <a:ln w="9525">
              <a:solidFill>
                <a:srgbClr val="333399"/>
              </a:solidFill>
              <a:miter lim="800000"/>
              <a:headEnd/>
              <a:tailEnd/>
            </a:ln>
          </p:spPr>
          <p:txBody>
            <a:bodyPr vert="eaVert" wrap="none" anchor="ctr"/>
            <a:lstStyle/>
            <a:p>
              <a:pPr eaLnBrk="0" hangingPunct="0"/>
              <a:endParaRPr lang="zh-CN" altLang="en-US" b="1">
                <a:solidFill>
                  <a:srgbClr val="0000CC"/>
                </a:solidFill>
                <a:ea typeface="黑体" panose="02010609060101010101" pitchFamily="49" charset="-122"/>
              </a:endParaRPr>
            </a:p>
          </p:txBody>
        </p:sp>
        <p:sp>
          <p:nvSpPr>
            <p:cNvPr id="1068070" name="AutoShape 34"/>
            <p:cNvSpPr>
              <a:spLocks noChangeArrowheads="1"/>
            </p:cNvSpPr>
            <p:nvPr/>
          </p:nvSpPr>
          <p:spPr bwMode="auto">
            <a:xfrm rot="5400000">
              <a:off x="2861" y="3957"/>
              <a:ext cx="113" cy="312"/>
            </a:xfrm>
            <a:prstGeom prst="downArrow">
              <a:avLst>
                <a:gd name="adj1" fmla="val 50000"/>
                <a:gd name="adj2" fmla="val 91281"/>
              </a:avLst>
            </a:prstGeom>
            <a:solidFill>
              <a:schemeClr val="accent1"/>
            </a:solidFill>
            <a:ln w="9525">
              <a:solidFill>
                <a:srgbClr val="333399"/>
              </a:solidFill>
              <a:miter lim="800000"/>
              <a:headEnd/>
              <a:tailEnd/>
            </a:ln>
          </p:spPr>
          <p:txBody>
            <a:bodyPr vert="eaVert" wrap="none" anchor="ctr"/>
            <a:lstStyle/>
            <a:p>
              <a:pPr eaLnBrk="0" hangingPunct="0"/>
              <a:endParaRPr lang="zh-CN" altLang="en-US" b="1">
                <a:solidFill>
                  <a:srgbClr val="0000CC"/>
                </a:solidFill>
                <a:ea typeface="黑体" panose="02010609060101010101" pitchFamily="49" charset="-122"/>
              </a:endParaRPr>
            </a:p>
          </p:txBody>
        </p:sp>
        <p:sp>
          <p:nvSpPr>
            <p:cNvPr id="1068071" name="AutoShape 35"/>
            <p:cNvSpPr>
              <a:spLocks noChangeArrowheads="1"/>
            </p:cNvSpPr>
            <p:nvPr/>
          </p:nvSpPr>
          <p:spPr bwMode="auto">
            <a:xfrm rot="3308442">
              <a:off x="3962" y="3673"/>
              <a:ext cx="113" cy="311"/>
            </a:xfrm>
            <a:prstGeom prst="downArrow">
              <a:avLst>
                <a:gd name="adj1" fmla="val 50000"/>
                <a:gd name="adj2" fmla="val 90989"/>
              </a:avLst>
            </a:prstGeom>
            <a:solidFill>
              <a:schemeClr val="accent1"/>
            </a:solidFill>
            <a:ln w="9525">
              <a:solidFill>
                <a:srgbClr val="333399"/>
              </a:solidFill>
              <a:miter lim="800000"/>
              <a:headEnd/>
              <a:tailEnd/>
            </a:ln>
          </p:spPr>
          <p:txBody>
            <a:bodyPr vert="eaVert" wrap="none" anchor="ctr"/>
            <a:lstStyle/>
            <a:p>
              <a:pPr eaLnBrk="0" hangingPunct="0"/>
              <a:endParaRPr lang="zh-CN" altLang="en-US" b="1">
                <a:solidFill>
                  <a:srgbClr val="0000CC"/>
                </a:solidFill>
                <a:ea typeface="黑体" panose="02010609060101010101" pitchFamily="49" charset="-122"/>
              </a:endParaRPr>
            </a:p>
          </p:txBody>
        </p:sp>
        <p:sp>
          <p:nvSpPr>
            <p:cNvPr id="1068072" name="AutoShape 36"/>
            <p:cNvSpPr>
              <a:spLocks noChangeArrowheads="1"/>
            </p:cNvSpPr>
            <p:nvPr/>
          </p:nvSpPr>
          <p:spPr bwMode="auto">
            <a:xfrm rot="-3458995">
              <a:off x="1901" y="3702"/>
              <a:ext cx="113" cy="312"/>
            </a:xfrm>
            <a:prstGeom prst="downArrow">
              <a:avLst>
                <a:gd name="adj1" fmla="val 50000"/>
                <a:gd name="adj2" fmla="val 91281"/>
              </a:avLst>
            </a:prstGeom>
            <a:solidFill>
              <a:schemeClr val="accent1"/>
            </a:solidFill>
            <a:ln w="9525">
              <a:solidFill>
                <a:srgbClr val="333399"/>
              </a:solidFill>
              <a:miter lim="800000"/>
              <a:headEnd/>
              <a:tailEnd/>
            </a:ln>
          </p:spPr>
          <p:txBody>
            <a:bodyPr vert="eaVert" wrap="none" anchor="ctr"/>
            <a:lstStyle/>
            <a:p>
              <a:pPr eaLnBrk="0" hangingPunct="0"/>
              <a:endParaRPr lang="zh-CN" altLang="en-US" b="1">
                <a:solidFill>
                  <a:srgbClr val="0000CC"/>
                </a:solidFill>
                <a:ea typeface="黑体" panose="02010609060101010101" pitchFamily="49" charset="-122"/>
              </a:endParaRPr>
            </a:p>
          </p:txBody>
        </p:sp>
      </p:grpSp>
      <p:sp>
        <p:nvSpPr>
          <p:cNvPr id="1068073" name="Line 37"/>
          <p:cNvSpPr>
            <a:spLocks noChangeShapeType="1"/>
          </p:cNvSpPr>
          <p:nvPr/>
        </p:nvSpPr>
        <p:spPr bwMode="auto">
          <a:xfrm>
            <a:off x="1243013" y="944563"/>
            <a:ext cx="0" cy="5481637"/>
          </a:xfrm>
          <a:prstGeom prst="line">
            <a:avLst/>
          </a:prstGeom>
          <a:noFill/>
          <a:ln w="9525">
            <a:solidFill>
              <a:schemeClr val="tx1"/>
            </a:solidFill>
            <a:round/>
            <a:headEnd/>
            <a:tailEnd type="triangle" w="sm" len="lg"/>
          </a:ln>
          <a:extLst>
            <a:ext uri="{909E8E84-426E-40DD-AFC4-6F175D3DCCD1}">
              <a14:hiddenFill xmlns:a14="http://schemas.microsoft.com/office/drawing/2010/main">
                <a:noFill/>
              </a14:hiddenFill>
            </a:ext>
          </a:extLst>
        </p:spPr>
        <p:txBody>
          <a:bodyPr wrap="none" anchor="ctr"/>
          <a:lstStyle/>
          <a:p>
            <a:pPr eaLnBrk="0" hangingPunct="0"/>
            <a:endParaRPr lang="zh-CN" altLang="en-US" b="1">
              <a:solidFill>
                <a:srgbClr val="0000CC"/>
              </a:solidFill>
              <a:ea typeface="黑体" panose="02010609060101010101" pitchFamily="49" charset="-122"/>
            </a:endParaRPr>
          </a:p>
        </p:txBody>
      </p:sp>
      <p:sp>
        <p:nvSpPr>
          <p:cNvPr id="1068074" name="Text Box 38"/>
          <p:cNvSpPr txBox="1">
            <a:spLocks noChangeArrowheads="1"/>
          </p:cNvSpPr>
          <p:nvPr/>
        </p:nvSpPr>
        <p:spPr bwMode="auto">
          <a:xfrm>
            <a:off x="1082675" y="6342063"/>
            <a:ext cx="269875"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en-US" altLang="zh-CN" sz="2000" b="1">
                <a:solidFill>
                  <a:srgbClr val="0000CC"/>
                </a:solidFill>
                <a:ea typeface="黑体" panose="02010609060101010101" pitchFamily="49" charset="-122"/>
              </a:rPr>
              <a:t>t</a:t>
            </a:r>
          </a:p>
        </p:txBody>
      </p:sp>
      <p:sp>
        <p:nvSpPr>
          <p:cNvPr id="1068075" name="Text Box 40"/>
          <p:cNvSpPr txBox="1">
            <a:spLocks noChangeArrowheads="1"/>
          </p:cNvSpPr>
          <p:nvPr/>
        </p:nvSpPr>
        <p:spPr bwMode="auto">
          <a:xfrm>
            <a:off x="4357688" y="5868988"/>
            <a:ext cx="1258887"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en-US" altLang="zh-CN" sz="2000" b="1">
                <a:solidFill>
                  <a:srgbClr val="0000CC"/>
                </a:solidFill>
                <a:ea typeface="黑体" panose="02010609060101010101" pitchFamily="49" charset="-122"/>
              </a:rPr>
              <a:t>ACK</a:t>
            </a:r>
            <a:r>
              <a:rPr lang="zh-CN" altLang="en-US" sz="2000" b="1">
                <a:solidFill>
                  <a:srgbClr val="0000CC"/>
                </a:solidFill>
                <a:ea typeface="黑体" panose="02010609060101010101" pitchFamily="49" charset="-122"/>
              </a:rPr>
              <a:t>报文</a:t>
            </a:r>
          </a:p>
        </p:txBody>
      </p:sp>
      <p:pic>
        <p:nvPicPr>
          <p:cNvPr id="1068076" name="Picture 41"/>
          <p:cNvPicPr>
            <a:picLocks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5822950" y="6415088"/>
            <a:ext cx="582613" cy="3603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068077" name="Picture 42"/>
          <p:cNvPicPr>
            <a:picLocks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3749675" y="3903663"/>
            <a:ext cx="582613" cy="3603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068078" name="Picture 43"/>
          <p:cNvPicPr>
            <a:picLocks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2089150" y="3903663"/>
            <a:ext cx="582613" cy="3603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068079" name="Picture 44"/>
          <p:cNvPicPr>
            <a:picLocks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5822950" y="3365500"/>
            <a:ext cx="582613" cy="3603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068080" name="Picture 45"/>
          <p:cNvPicPr>
            <a:picLocks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3749675" y="3365500"/>
            <a:ext cx="582613" cy="3603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068081" name="Picture 46"/>
          <p:cNvPicPr>
            <a:picLocks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7523163" y="2379663"/>
            <a:ext cx="582612" cy="3603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068082" name="Picture 47"/>
          <p:cNvPicPr>
            <a:picLocks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5822950" y="2379663"/>
            <a:ext cx="582613" cy="3603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068083" name="Picture 48"/>
          <p:cNvPicPr>
            <a:picLocks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3749675" y="2379663"/>
            <a:ext cx="582613" cy="3603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068084" name="Picture 49"/>
          <p:cNvPicPr>
            <a:picLocks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2128838" y="2379663"/>
            <a:ext cx="582612" cy="3603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068085" name="Picture 50"/>
          <p:cNvPicPr>
            <a:picLocks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3749675" y="1841500"/>
            <a:ext cx="582613" cy="3603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068086" name="Picture 51"/>
          <p:cNvPicPr>
            <a:picLocks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5822950" y="1841500"/>
            <a:ext cx="582613" cy="3603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068087" name="Picture 52"/>
          <p:cNvPicPr>
            <a:picLocks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7586663" y="854075"/>
            <a:ext cx="584200" cy="361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068088" name="Picture 53"/>
          <p:cNvPicPr>
            <a:picLocks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5822950" y="854075"/>
            <a:ext cx="582613" cy="361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068089" name="Picture 54"/>
          <p:cNvPicPr>
            <a:picLocks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3749675" y="854075"/>
            <a:ext cx="582613" cy="361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068090" name="Picture 55"/>
          <p:cNvPicPr>
            <a:picLocks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2128838" y="854075"/>
            <a:ext cx="582612" cy="361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068091" name="Picture 56"/>
          <p:cNvPicPr>
            <a:picLocks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7586663" y="5429250"/>
            <a:ext cx="584200" cy="3603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068092" name="Picture 57"/>
          <p:cNvPicPr>
            <a:picLocks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5822950" y="5429250"/>
            <a:ext cx="582613" cy="3603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068093" name="Picture 58"/>
          <p:cNvPicPr>
            <a:picLocks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3749675" y="5429250"/>
            <a:ext cx="582613" cy="3603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068094" name="Picture 59"/>
          <p:cNvPicPr>
            <a:picLocks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2024063" y="5429250"/>
            <a:ext cx="584200" cy="3603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068095" name="Picture 60"/>
          <p:cNvPicPr>
            <a:picLocks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3749675" y="4891088"/>
            <a:ext cx="582613" cy="3603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068096" name="Picture 61"/>
          <p:cNvPicPr>
            <a:picLocks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5822950" y="4891088"/>
            <a:ext cx="582613" cy="3603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068097" name="Picture 62"/>
          <p:cNvPicPr>
            <a:picLocks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7586663" y="3903663"/>
            <a:ext cx="584200" cy="3603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068098" name="Picture 63"/>
          <p:cNvPicPr>
            <a:picLocks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5822950" y="3903663"/>
            <a:ext cx="582613" cy="3603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068099" name="Picture 64"/>
          <p:cNvPicPr>
            <a:picLocks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3749675" y="6415088"/>
            <a:ext cx="582613" cy="3603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068100" name="Text Box 65"/>
          <p:cNvSpPr txBox="1">
            <a:spLocks noChangeArrowheads="1"/>
          </p:cNvSpPr>
          <p:nvPr/>
        </p:nvSpPr>
        <p:spPr bwMode="auto">
          <a:xfrm>
            <a:off x="3354388" y="1747838"/>
            <a:ext cx="369887"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en-US" altLang="zh-CN" sz="2000" b="1">
                <a:solidFill>
                  <a:srgbClr val="0000CC"/>
                </a:solidFill>
                <a:ea typeface="黑体" panose="02010609060101010101" pitchFamily="49" charset="-122"/>
              </a:rPr>
              <a:t>R</a:t>
            </a:r>
          </a:p>
        </p:txBody>
      </p:sp>
      <p:sp>
        <p:nvSpPr>
          <p:cNvPr id="1068101" name="Text Box 66"/>
          <p:cNvSpPr txBox="1">
            <a:spLocks noChangeArrowheads="1"/>
          </p:cNvSpPr>
          <p:nvPr/>
        </p:nvSpPr>
        <p:spPr bwMode="auto">
          <a:xfrm>
            <a:off x="3354388" y="6335713"/>
            <a:ext cx="369887"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en-US" altLang="zh-CN" sz="2000" b="1">
                <a:solidFill>
                  <a:srgbClr val="0000CC"/>
                </a:solidFill>
                <a:ea typeface="黑体" panose="02010609060101010101" pitchFamily="49" charset="-122"/>
              </a:rPr>
              <a:t>R</a:t>
            </a:r>
          </a:p>
        </p:txBody>
      </p:sp>
      <p:sp>
        <p:nvSpPr>
          <p:cNvPr id="1068102" name="Text Box 67"/>
          <p:cNvSpPr txBox="1">
            <a:spLocks noChangeArrowheads="1"/>
          </p:cNvSpPr>
          <p:nvPr/>
        </p:nvSpPr>
        <p:spPr bwMode="auto">
          <a:xfrm>
            <a:off x="3335338" y="4776788"/>
            <a:ext cx="369887"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en-US" altLang="zh-CN" sz="2000" b="1">
                <a:solidFill>
                  <a:srgbClr val="0000CC"/>
                </a:solidFill>
                <a:ea typeface="黑体" panose="02010609060101010101" pitchFamily="49" charset="-122"/>
              </a:rPr>
              <a:t>R</a:t>
            </a:r>
          </a:p>
        </p:txBody>
      </p:sp>
      <p:sp>
        <p:nvSpPr>
          <p:cNvPr id="1068103" name="Text Box 68"/>
          <p:cNvSpPr txBox="1">
            <a:spLocks noChangeArrowheads="1"/>
          </p:cNvSpPr>
          <p:nvPr/>
        </p:nvSpPr>
        <p:spPr bwMode="auto">
          <a:xfrm>
            <a:off x="3354388" y="3268663"/>
            <a:ext cx="369887"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en-US" altLang="zh-CN" sz="2000" b="1">
                <a:solidFill>
                  <a:srgbClr val="0000CC"/>
                </a:solidFill>
                <a:ea typeface="黑体" panose="02010609060101010101" pitchFamily="49" charset="-122"/>
              </a:rPr>
              <a:t>R</a:t>
            </a:r>
          </a:p>
        </p:txBody>
      </p:sp>
      <p:sp>
        <p:nvSpPr>
          <p:cNvPr id="1068104" name="Text Box 69"/>
          <p:cNvSpPr txBox="1">
            <a:spLocks noChangeArrowheads="1"/>
          </p:cNvSpPr>
          <p:nvPr/>
        </p:nvSpPr>
        <p:spPr bwMode="auto">
          <a:xfrm>
            <a:off x="1571625" y="1201738"/>
            <a:ext cx="365125" cy="52625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lnSpc>
                <a:spcPct val="105000"/>
              </a:lnSpc>
            </a:pPr>
            <a:r>
              <a:rPr lang="en-US" altLang="zh-CN" sz="2000" b="1">
                <a:solidFill>
                  <a:srgbClr val="0000CC"/>
                </a:solidFill>
                <a:ea typeface="黑体" panose="02010609060101010101" pitchFamily="49" charset="-122"/>
              </a:rPr>
              <a:t>t</a:t>
            </a:r>
            <a:r>
              <a:rPr lang="en-US" altLang="zh-CN" sz="2000" b="1" baseline="-25000">
                <a:solidFill>
                  <a:srgbClr val="0000CC"/>
                </a:solidFill>
                <a:ea typeface="黑体" panose="02010609060101010101" pitchFamily="49" charset="-122"/>
              </a:rPr>
              <a:t>1</a:t>
            </a:r>
            <a:endParaRPr lang="en-US" altLang="zh-CN" sz="2000" b="1">
              <a:solidFill>
                <a:srgbClr val="0000CC"/>
              </a:solidFill>
              <a:ea typeface="黑体" panose="02010609060101010101" pitchFamily="49" charset="-122"/>
            </a:endParaRPr>
          </a:p>
          <a:p>
            <a:pPr eaLnBrk="0" hangingPunct="0">
              <a:lnSpc>
                <a:spcPct val="105000"/>
              </a:lnSpc>
            </a:pPr>
            <a:endParaRPr lang="en-US" altLang="zh-CN" sz="2000" b="1">
              <a:solidFill>
                <a:srgbClr val="0000CC"/>
              </a:solidFill>
              <a:ea typeface="黑体" panose="02010609060101010101" pitchFamily="49" charset="-122"/>
            </a:endParaRPr>
          </a:p>
          <a:p>
            <a:pPr eaLnBrk="0" hangingPunct="0">
              <a:lnSpc>
                <a:spcPct val="105000"/>
              </a:lnSpc>
            </a:pPr>
            <a:endParaRPr lang="en-US" altLang="zh-CN" sz="2000" b="1">
              <a:solidFill>
                <a:srgbClr val="0000CC"/>
              </a:solidFill>
              <a:ea typeface="黑体" panose="02010609060101010101" pitchFamily="49" charset="-122"/>
            </a:endParaRPr>
          </a:p>
          <a:p>
            <a:pPr eaLnBrk="0" hangingPunct="0">
              <a:lnSpc>
                <a:spcPct val="105000"/>
              </a:lnSpc>
            </a:pPr>
            <a:endParaRPr lang="en-US" altLang="zh-CN" sz="2000" b="1">
              <a:solidFill>
                <a:srgbClr val="0000CC"/>
              </a:solidFill>
              <a:ea typeface="黑体" panose="02010609060101010101" pitchFamily="49" charset="-122"/>
            </a:endParaRPr>
          </a:p>
          <a:p>
            <a:pPr eaLnBrk="0" hangingPunct="0">
              <a:lnSpc>
                <a:spcPct val="105000"/>
              </a:lnSpc>
            </a:pPr>
            <a:endParaRPr lang="en-US" altLang="zh-CN" sz="2000" b="1">
              <a:solidFill>
                <a:srgbClr val="0000CC"/>
              </a:solidFill>
              <a:ea typeface="黑体" panose="02010609060101010101" pitchFamily="49" charset="-122"/>
            </a:endParaRPr>
          </a:p>
          <a:p>
            <a:pPr eaLnBrk="0" hangingPunct="0">
              <a:lnSpc>
                <a:spcPct val="105000"/>
              </a:lnSpc>
            </a:pPr>
            <a:r>
              <a:rPr lang="en-US" altLang="zh-CN" sz="2000" b="1">
                <a:solidFill>
                  <a:srgbClr val="0000CC"/>
                </a:solidFill>
                <a:ea typeface="黑体" panose="02010609060101010101" pitchFamily="49" charset="-122"/>
              </a:rPr>
              <a:t>t</a:t>
            </a:r>
            <a:r>
              <a:rPr lang="en-US" altLang="zh-CN" sz="2000" b="1" baseline="-25000">
                <a:solidFill>
                  <a:srgbClr val="0000CC"/>
                </a:solidFill>
                <a:ea typeface="黑体" panose="02010609060101010101" pitchFamily="49" charset="-122"/>
              </a:rPr>
              <a:t>2</a:t>
            </a:r>
            <a:endParaRPr lang="en-US" altLang="zh-CN" sz="2000" b="1">
              <a:solidFill>
                <a:srgbClr val="0000CC"/>
              </a:solidFill>
              <a:ea typeface="黑体" panose="02010609060101010101" pitchFamily="49" charset="-122"/>
            </a:endParaRPr>
          </a:p>
          <a:p>
            <a:pPr eaLnBrk="0" hangingPunct="0">
              <a:lnSpc>
                <a:spcPct val="105000"/>
              </a:lnSpc>
            </a:pPr>
            <a:endParaRPr lang="en-US" altLang="zh-CN" sz="2000" b="1">
              <a:solidFill>
                <a:srgbClr val="0000CC"/>
              </a:solidFill>
              <a:ea typeface="黑体" panose="02010609060101010101" pitchFamily="49" charset="-122"/>
            </a:endParaRPr>
          </a:p>
          <a:p>
            <a:pPr eaLnBrk="0" hangingPunct="0">
              <a:lnSpc>
                <a:spcPct val="105000"/>
              </a:lnSpc>
            </a:pPr>
            <a:endParaRPr lang="en-US" altLang="zh-CN" sz="2000" b="1">
              <a:solidFill>
                <a:srgbClr val="0000CC"/>
              </a:solidFill>
              <a:ea typeface="黑体" panose="02010609060101010101" pitchFamily="49" charset="-122"/>
            </a:endParaRPr>
          </a:p>
          <a:p>
            <a:pPr eaLnBrk="0" hangingPunct="0">
              <a:lnSpc>
                <a:spcPct val="105000"/>
              </a:lnSpc>
            </a:pPr>
            <a:endParaRPr lang="en-US" altLang="zh-CN" sz="2000" b="1">
              <a:solidFill>
                <a:srgbClr val="0000CC"/>
              </a:solidFill>
              <a:ea typeface="黑体" panose="02010609060101010101" pitchFamily="49" charset="-122"/>
            </a:endParaRPr>
          </a:p>
          <a:p>
            <a:pPr eaLnBrk="0" hangingPunct="0">
              <a:lnSpc>
                <a:spcPct val="105000"/>
              </a:lnSpc>
            </a:pPr>
            <a:endParaRPr lang="en-US" altLang="zh-CN" sz="2000" b="1">
              <a:solidFill>
                <a:srgbClr val="0000CC"/>
              </a:solidFill>
              <a:ea typeface="黑体" panose="02010609060101010101" pitchFamily="49" charset="-122"/>
            </a:endParaRPr>
          </a:p>
          <a:p>
            <a:pPr eaLnBrk="0" hangingPunct="0">
              <a:lnSpc>
                <a:spcPct val="105000"/>
              </a:lnSpc>
            </a:pPr>
            <a:r>
              <a:rPr lang="en-US" altLang="zh-CN" sz="2000" b="1">
                <a:solidFill>
                  <a:srgbClr val="0000CC"/>
                </a:solidFill>
                <a:ea typeface="黑体" panose="02010609060101010101" pitchFamily="49" charset="-122"/>
              </a:rPr>
              <a:t>t</a:t>
            </a:r>
            <a:r>
              <a:rPr lang="en-US" altLang="zh-CN" sz="2000" b="1" baseline="-25000">
                <a:solidFill>
                  <a:srgbClr val="0000CC"/>
                </a:solidFill>
                <a:ea typeface="黑体" panose="02010609060101010101" pitchFamily="49" charset="-122"/>
              </a:rPr>
              <a:t>3</a:t>
            </a:r>
            <a:endParaRPr lang="en-US" altLang="zh-CN" sz="2000" b="1">
              <a:solidFill>
                <a:srgbClr val="0000CC"/>
              </a:solidFill>
              <a:ea typeface="黑体" panose="02010609060101010101" pitchFamily="49" charset="-122"/>
            </a:endParaRPr>
          </a:p>
          <a:p>
            <a:pPr eaLnBrk="0" hangingPunct="0">
              <a:lnSpc>
                <a:spcPct val="105000"/>
              </a:lnSpc>
            </a:pPr>
            <a:endParaRPr lang="en-US" altLang="zh-CN" sz="2000" b="1">
              <a:solidFill>
                <a:srgbClr val="0000CC"/>
              </a:solidFill>
              <a:ea typeface="黑体" panose="02010609060101010101" pitchFamily="49" charset="-122"/>
            </a:endParaRPr>
          </a:p>
          <a:p>
            <a:pPr eaLnBrk="0" hangingPunct="0">
              <a:lnSpc>
                <a:spcPct val="105000"/>
              </a:lnSpc>
            </a:pPr>
            <a:endParaRPr lang="en-US" altLang="zh-CN" sz="2000" b="1">
              <a:solidFill>
                <a:srgbClr val="0000CC"/>
              </a:solidFill>
              <a:ea typeface="黑体" panose="02010609060101010101" pitchFamily="49" charset="-122"/>
            </a:endParaRPr>
          </a:p>
          <a:p>
            <a:pPr eaLnBrk="0" hangingPunct="0">
              <a:lnSpc>
                <a:spcPct val="105000"/>
              </a:lnSpc>
            </a:pPr>
            <a:endParaRPr lang="en-US" altLang="zh-CN" sz="2000" b="1">
              <a:solidFill>
                <a:srgbClr val="0000CC"/>
              </a:solidFill>
              <a:ea typeface="黑体" panose="02010609060101010101" pitchFamily="49" charset="-122"/>
            </a:endParaRPr>
          </a:p>
          <a:p>
            <a:pPr eaLnBrk="0" hangingPunct="0">
              <a:lnSpc>
                <a:spcPct val="105000"/>
              </a:lnSpc>
            </a:pPr>
            <a:endParaRPr lang="en-US" altLang="zh-CN" sz="2000" b="1">
              <a:solidFill>
                <a:srgbClr val="0000CC"/>
              </a:solidFill>
              <a:ea typeface="黑体" panose="02010609060101010101" pitchFamily="49" charset="-122"/>
            </a:endParaRPr>
          </a:p>
          <a:p>
            <a:pPr eaLnBrk="0" hangingPunct="0">
              <a:lnSpc>
                <a:spcPct val="105000"/>
              </a:lnSpc>
            </a:pPr>
            <a:r>
              <a:rPr lang="en-US" altLang="zh-CN" sz="2000" b="1">
                <a:solidFill>
                  <a:srgbClr val="0000CC"/>
                </a:solidFill>
                <a:ea typeface="黑体" panose="02010609060101010101" pitchFamily="49" charset="-122"/>
              </a:rPr>
              <a:t>t</a:t>
            </a:r>
            <a:r>
              <a:rPr lang="en-US" altLang="zh-CN" sz="2000" b="1" baseline="-25000">
                <a:solidFill>
                  <a:srgbClr val="0000CC"/>
                </a:solidFill>
                <a:ea typeface="黑体" panose="02010609060101010101" pitchFamily="49" charset="-122"/>
              </a:rPr>
              <a:t>4</a:t>
            </a:r>
            <a:endParaRPr lang="en-US" altLang="zh-CN" sz="2000" b="1">
              <a:solidFill>
                <a:srgbClr val="0000CC"/>
              </a:solidFill>
              <a:ea typeface="黑体" panose="02010609060101010101" pitchFamily="49" charset="-122"/>
            </a:endParaRPr>
          </a:p>
        </p:txBody>
      </p:sp>
      <p:sp>
        <p:nvSpPr>
          <p:cNvPr id="1068105" name="灯片编号占位符 3"/>
          <p:cNvSpPr>
            <a:spLocks noGrp="1" noChangeArrowheads="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p>
            <a:fld id="{E0996B74-0034-4C12-A0A1-2DE868F5E05D}" type="slidenum">
              <a:rPr lang="zh-CN" altLang="en-US" smtClean="0"/>
              <a:pPr/>
              <a:t>47</a:t>
            </a:fld>
            <a:endParaRPr lang="en-US" altLang="zh-CN" smtClean="0"/>
          </a:p>
        </p:txBody>
      </p:sp>
      <p:sp>
        <p:nvSpPr>
          <p:cNvPr id="1068106" name="页脚占位符 4"/>
          <p:cNvSpPr>
            <a:spLocks noGrp="1" noChangeArrowheads="1"/>
          </p:cNvSpPr>
          <p:nvPr>
            <p:ph type="ftr"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p>
            <a:r>
              <a:rPr lang="en-US" altLang="zh-CN" smtClean="0"/>
              <a:t>ppt课件</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1" presetClass="entr" presetSubtype="0" fill="hold" grpId="0" nodeType="afterEffect">
                                  <p:stCondLst>
                                    <p:cond delay="1000"/>
                                  </p:stCondLst>
                                  <p:childTnLst>
                                    <p:set>
                                      <p:cBhvr>
                                        <p:cTn id="6" dur="1" fill="hold">
                                          <p:stCondLst>
                                            <p:cond delay="0"/>
                                          </p:stCondLst>
                                        </p:cTn>
                                        <p:tgtEl>
                                          <p:spTgt spid="593930"/>
                                        </p:tgtEl>
                                        <p:attrNameLst>
                                          <p:attrName>style.visibility</p:attrName>
                                        </p:attrNameLst>
                                      </p:cBhvr>
                                      <p:to>
                                        <p:strVal val="visible"/>
                                      </p:to>
                                    </p:set>
                                  </p:childTnLst>
                                </p:cTn>
                              </p:par>
                            </p:childTnLst>
                          </p:cTn>
                        </p:par>
                        <p:par>
                          <p:cTn id="7" fill="hold" nodeType="afterGroup">
                            <p:stCondLst>
                              <p:cond delay="1001"/>
                            </p:stCondLst>
                            <p:childTnLst>
                              <p:par>
                                <p:cTn id="8" presetID="1" presetClass="entr" presetSubtype="0" fill="hold" grpId="0" nodeType="afterEffect">
                                  <p:stCondLst>
                                    <p:cond delay="1000"/>
                                  </p:stCondLst>
                                  <p:childTnLst>
                                    <p:set>
                                      <p:cBhvr>
                                        <p:cTn id="9" dur="1" fill="hold">
                                          <p:stCondLst>
                                            <p:cond delay="0"/>
                                          </p:stCondLst>
                                        </p:cTn>
                                        <p:tgtEl>
                                          <p:spTgt spid="593949"/>
                                        </p:tgtEl>
                                        <p:attrNameLst>
                                          <p:attrName>style.visibility</p:attrName>
                                        </p:attrNameLst>
                                      </p:cBhvr>
                                      <p:to>
                                        <p:strVal val="visible"/>
                                      </p:to>
                                    </p:set>
                                  </p:childTnLst>
                                </p:cTn>
                              </p:par>
                            </p:childTnLst>
                          </p:cTn>
                        </p:par>
                        <p:par>
                          <p:cTn id="10" fill="hold" nodeType="afterGroup">
                            <p:stCondLst>
                              <p:cond delay="2002"/>
                            </p:stCondLst>
                            <p:childTnLst>
                              <p:par>
                                <p:cTn id="11" presetID="1" presetClass="entr" presetSubtype="0" fill="hold" grpId="0" nodeType="afterEffect">
                                  <p:stCondLst>
                                    <p:cond delay="1000"/>
                                  </p:stCondLst>
                                  <p:childTnLst>
                                    <p:set>
                                      <p:cBhvr>
                                        <p:cTn id="12" dur="1" fill="hold">
                                          <p:stCondLst>
                                            <p:cond delay="0"/>
                                          </p:stCondLst>
                                        </p:cTn>
                                        <p:tgtEl>
                                          <p:spTgt spid="593931"/>
                                        </p:tgtEl>
                                        <p:attrNameLst>
                                          <p:attrName>style.visibility</p:attrName>
                                        </p:attrNameLst>
                                      </p:cBhvr>
                                      <p:to>
                                        <p:strVal val="visible"/>
                                      </p:to>
                                    </p:set>
                                  </p:childTnLst>
                                </p:cTn>
                              </p:par>
                            </p:childTnLst>
                          </p:cTn>
                        </p:par>
                        <p:par>
                          <p:cTn id="13" fill="hold" nodeType="afterGroup">
                            <p:stCondLst>
                              <p:cond delay="3003"/>
                            </p:stCondLst>
                            <p:childTnLst>
                              <p:par>
                                <p:cTn id="14" presetID="1" presetClass="entr" presetSubtype="0" fill="hold" nodeType="afterEffect">
                                  <p:stCondLst>
                                    <p:cond delay="1000"/>
                                  </p:stCondLst>
                                  <p:childTnLst>
                                    <p:set>
                                      <p:cBhvr>
                                        <p:cTn id="15" dur="1" fill="hold">
                                          <p:stCondLst>
                                            <p:cond delay="0"/>
                                          </p:stCondLst>
                                        </p:cTn>
                                        <p:tgtEl>
                                          <p:spTgt spid="593990"/>
                                        </p:tgtEl>
                                        <p:attrNameLst>
                                          <p:attrName>style.visibility</p:attrName>
                                        </p:attrNameLst>
                                      </p:cBhvr>
                                      <p:to>
                                        <p:strVal val="visible"/>
                                      </p:to>
                                    </p:set>
                                  </p:childTnLst>
                                </p:cTn>
                              </p:par>
                            </p:childTnLst>
                          </p:cTn>
                        </p:par>
                        <p:par>
                          <p:cTn id="16" fill="hold" nodeType="afterGroup">
                            <p:stCondLst>
                              <p:cond delay="4004"/>
                            </p:stCondLst>
                            <p:childTnLst>
                              <p:par>
                                <p:cTn id="17" presetID="1" presetClass="entr" presetSubtype="0" fill="hold" nodeType="afterEffect">
                                  <p:stCondLst>
                                    <p:cond delay="1000"/>
                                  </p:stCondLst>
                                  <p:childTnLst>
                                    <p:set>
                                      <p:cBhvr>
                                        <p:cTn id="18" dur="1" fill="hold">
                                          <p:stCondLst>
                                            <p:cond delay="0"/>
                                          </p:stCondLst>
                                        </p:cTn>
                                        <p:tgtEl>
                                          <p:spTgt spid="593992"/>
                                        </p:tgtEl>
                                        <p:attrNameLst>
                                          <p:attrName>style.visibility</p:attrName>
                                        </p:attrNameLst>
                                      </p:cBhvr>
                                      <p:to>
                                        <p:strVal val="visible"/>
                                      </p:to>
                                    </p:set>
                                  </p:childTnLst>
                                </p:cTn>
                              </p:par>
                            </p:childTnLst>
                          </p:cTn>
                        </p:par>
                        <p:par>
                          <p:cTn id="19" fill="hold" nodeType="afterGroup">
                            <p:stCondLst>
                              <p:cond delay="5005"/>
                            </p:stCondLst>
                            <p:childTnLst>
                              <p:par>
                                <p:cTn id="20" presetID="1" presetClass="entr" presetSubtype="0" fill="hold" grpId="0" nodeType="afterEffect">
                                  <p:stCondLst>
                                    <p:cond delay="1000"/>
                                  </p:stCondLst>
                                  <p:childTnLst>
                                    <p:set>
                                      <p:cBhvr>
                                        <p:cTn id="21" dur="1" fill="hold">
                                          <p:stCondLst>
                                            <p:cond delay="0"/>
                                          </p:stCondLst>
                                        </p:cTn>
                                        <p:tgtEl>
                                          <p:spTgt spid="593929"/>
                                        </p:tgtEl>
                                        <p:attrNameLst>
                                          <p:attrName>style.visibility</p:attrName>
                                        </p:attrNameLst>
                                      </p:cBhvr>
                                      <p:to>
                                        <p:strVal val="visible"/>
                                      </p:to>
                                    </p:set>
                                  </p:childTnLst>
                                </p:cTn>
                              </p:par>
                            </p:childTnLst>
                          </p:cTn>
                        </p:par>
                        <p:par>
                          <p:cTn id="22" fill="hold" nodeType="afterGroup">
                            <p:stCondLst>
                              <p:cond delay="6006"/>
                            </p:stCondLst>
                            <p:childTnLst>
                              <p:par>
                                <p:cTn id="23" presetID="1" presetClass="entr" presetSubtype="0" fill="hold" nodeType="afterEffect">
                                  <p:stCondLst>
                                    <p:cond delay="1000"/>
                                  </p:stCondLst>
                                  <p:childTnLst>
                                    <p:set>
                                      <p:cBhvr>
                                        <p:cTn id="24" dur="1" fill="hold">
                                          <p:stCondLst>
                                            <p:cond delay="0"/>
                                          </p:stCondLst>
                                        </p:cTn>
                                        <p:tgtEl>
                                          <p:spTgt spid="593991"/>
                                        </p:tgtEl>
                                        <p:attrNameLst>
                                          <p:attrName>style.visibility</p:attrName>
                                        </p:attrNameLst>
                                      </p:cBhvr>
                                      <p:to>
                                        <p:strVal val="visible"/>
                                      </p:to>
                                    </p:set>
                                  </p:childTnLst>
                                </p:cTn>
                              </p:par>
                            </p:childTnLst>
                          </p:cTn>
                        </p:par>
                        <p:par>
                          <p:cTn id="25" fill="hold" nodeType="afterGroup">
                            <p:stCondLst>
                              <p:cond delay="7007"/>
                            </p:stCondLst>
                            <p:childTnLst>
                              <p:par>
                                <p:cTn id="26" presetID="1" presetClass="entr" presetSubtype="0" fill="hold" grpId="0" nodeType="afterEffect">
                                  <p:stCondLst>
                                    <p:cond delay="1000"/>
                                  </p:stCondLst>
                                  <p:childTnLst>
                                    <p:set>
                                      <p:cBhvr>
                                        <p:cTn id="27" dur="1" fill="hold">
                                          <p:stCondLst>
                                            <p:cond delay="0"/>
                                          </p:stCondLst>
                                        </p:cTn>
                                        <p:tgtEl>
                                          <p:spTgt spid="593951"/>
                                        </p:tgtEl>
                                        <p:attrNameLst>
                                          <p:attrName>style.visibility</p:attrName>
                                        </p:attrNameLst>
                                      </p:cBhvr>
                                      <p:to>
                                        <p:strVal val="visible"/>
                                      </p:to>
                                    </p:set>
                                  </p:childTnLst>
                                </p:cTn>
                              </p:par>
                            </p:childTnLst>
                          </p:cTn>
                        </p:par>
                        <p:par>
                          <p:cTn id="28" fill="hold" nodeType="afterGroup">
                            <p:stCondLst>
                              <p:cond delay="8008"/>
                            </p:stCondLst>
                            <p:childTnLst>
                              <p:par>
                                <p:cTn id="29" presetID="1" presetClass="entr" presetSubtype="0" fill="hold" nodeType="afterEffect">
                                  <p:stCondLst>
                                    <p:cond delay="1000"/>
                                  </p:stCondLst>
                                  <p:childTnLst>
                                    <p:set>
                                      <p:cBhvr>
                                        <p:cTn id="30" dur="1" fill="hold">
                                          <p:stCondLst>
                                            <p:cond delay="0"/>
                                          </p:stCondLst>
                                        </p:cTn>
                                        <p:tgtEl>
                                          <p:spTgt spid="59399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93929" grpId="0" animBg="1"/>
      <p:bldP spid="593930" grpId="0" animBg="1"/>
      <p:bldP spid="593931" grpId="0" animBg="1"/>
      <p:bldP spid="593949" grpId="0" animBg="1"/>
      <p:bldP spid="593951" grpId="0" animBg="1"/>
    </p:bld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59841" name="Rectangle 2"/>
          <p:cNvSpPr>
            <a:spLocks noGrp="1" noChangeArrowheads="1"/>
          </p:cNvSpPr>
          <p:nvPr>
            <p:ph type="title"/>
          </p:nvPr>
        </p:nvSpPr>
        <p:spPr>
          <a:xfrm>
            <a:off x="495300" y="188913"/>
            <a:ext cx="9066213" cy="792162"/>
          </a:xfrm>
        </p:spPr>
        <p:txBody>
          <a:bodyPr/>
          <a:lstStyle/>
          <a:p>
            <a:pPr algn="ctr"/>
            <a:r>
              <a:rPr lang="en-US" altLang="zh-CN" smtClean="0">
                <a:ea typeface="黑体" panose="02010609060101010101" pitchFamily="49" charset="-122"/>
              </a:rPr>
              <a:t>OSPF </a:t>
            </a:r>
            <a:r>
              <a:rPr lang="zh-CN" altLang="en-US" smtClean="0">
                <a:ea typeface="黑体" panose="02010609060101010101" pitchFamily="49" charset="-122"/>
              </a:rPr>
              <a:t>的其他特点 </a:t>
            </a:r>
          </a:p>
        </p:txBody>
      </p:sp>
      <p:sp>
        <p:nvSpPr>
          <p:cNvPr id="589827" name="Rectangle 3"/>
          <p:cNvSpPr>
            <a:spLocks noGrp="1" noChangeArrowheads="1"/>
          </p:cNvSpPr>
          <p:nvPr>
            <p:ph idx="1"/>
          </p:nvPr>
        </p:nvSpPr>
        <p:spPr>
          <a:xfrm>
            <a:off x="495300" y="1196975"/>
            <a:ext cx="9066213" cy="4933950"/>
          </a:xfrm>
        </p:spPr>
        <p:txBody>
          <a:bodyPr/>
          <a:lstStyle/>
          <a:p>
            <a:r>
              <a:rPr lang="en-US" altLang="zh-CN" sz="2600" dirty="0" smtClean="0">
                <a:ea typeface="黑体" panose="02010609060101010101" pitchFamily="49" charset="-122"/>
              </a:rPr>
              <a:t>OSPF </a:t>
            </a:r>
            <a:r>
              <a:rPr lang="zh-CN" altLang="en-US" sz="2600" dirty="0" smtClean="0">
                <a:ea typeface="黑体" panose="02010609060101010101" pitchFamily="49" charset="-122"/>
              </a:rPr>
              <a:t>对不同的链路可根据 </a:t>
            </a:r>
            <a:r>
              <a:rPr lang="en-US" altLang="zh-CN" sz="2600" dirty="0" smtClean="0">
                <a:ea typeface="黑体" panose="02010609060101010101" pitchFamily="49" charset="-122"/>
              </a:rPr>
              <a:t>IP </a:t>
            </a:r>
            <a:r>
              <a:rPr lang="zh-CN" altLang="en-US" sz="2600" dirty="0" smtClean="0">
                <a:ea typeface="黑体" panose="02010609060101010101" pitchFamily="49" charset="-122"/>
              </a:rPr>
              <a:t>分组的不同服务类型 </a:t>
            </a:r>
            <a:r>
              <a:rPr lang="en-US" altLang="zh-CN" sz="2600" dirty="0" smtClean="0">
                <a:ea typeface="黑体" panose="02010609060101010101" pitchFamily="49" charset="-122"/>
              </a:rPr>
              <a:t>TOS </a:t>
            </a:r>
            <a:r>
              <a:rPr lang="zh-CN" altLang="en-US" sz="2600" dirty="0" smtClean="0">
                <a:ea typeface="黑体" panose="02010609060101010101" pitchFamily="49" charset="-122"/>
              </a:rPr>
              <a:t>而设置成不同的代价。因此，</a:t>
            </a:r>
            <a:r>
              <a:rPr lang="en-US" altLang="zh-CN" sz="2600" dirty="0" smtClean="0">
                <a:solidFill>
                  <a:srgbClr val="FF0000"/>
                </a:solidFill>
                <a:ea typeface="黑体" panose="02010609060101010101" pitchFamily="49" charset="-122"/>
              </a:rPr>
              <a:t>OSPF </a:t>
            </a:r>
            <a:r>
              <a:rPr lang="zh-CN" altLang="en-US" sz="2600" dirty="0" smtClean="0">
                <a:solidFill>
                  <a:srgbClr val="FF0000"/>
                </a:solidFill>
                <a:ea typeface="黑体" panose="02010609060101010101" pitchFamily="49" charset="-122"/>
              </a:rPr>
              <a:t>对于不同类型的业务可计算出不同的路由。</a:t>
            </a:r>
          </a:p>
          <a:p>
            <a:r>
              <a:rPr lang="zh-CN" altLang="en-US" sz="2600" dirty="0" smtClean="0">
                <a:ea typeface="黑体" panose="02010609060101010101" pitchFamily="49" charset="-122"/>
              </a:rPr>
              <a:t>如果到同一个目的网络有多条相同代价的路径，那么可以将通信量分配给这几条路径。这叫作</a:t>
            </a:r>
            <a:r>
              <a:rPr lang="zh-CN" altLang="en-US" sz="2600" dirty="0" smtClean="0">
                <a:solidFill>
                  <a:srgbClr val="FF0000"/>
                </a:solidFill>
                <a:ea typeface="黑体" panose="02010609060101010101" pitchFamily="49" charset="-122"/>
              </a:rPr>
              <a:t>多路径间的负载平衡。</a:t>
            </a:r>
          </a:p>
          <a:p>
            <a:r>
              <a:rPr lang="zh-CN" altLang="en-US" sz="2600" dirty="0" smtClean="0">
                <a:ea typeface="黑体" panose="02010609060101010101" pitchFamily="49" charset="-122"/>
              </a:rPr>
              <a:t>所有在 </a:t>
            </a:r>
            <a:r>
              <a:rPr lang="en-US" altLang="zh-CN" sz="2600" dirty="0" smtClean="0">
                <a:ea typeface="黑体" panose="02010609060101010101" pitchFamily="49" charset="-122"/>
              </a:rPr>
              <a:t>OSPF </a:t>
            </a:r>
            <a:r>
              <a:rPr lang="zh-CN" altLang="en-US" sz="2600" dirty="0" smtClean="0">
                <a:ea typeface="黑体" panose="02010609060101010101" pitchFamily="49" charset="-122"/>
              </a:rPr>
              <a:t>路由器之间交换的分组都具有</a:t>
            </a:r>
            <a:r>
              <a:rPr lang="zh-CN" altLang="en-US" sz="2600" dirty="0" smtClean="0">
                <a:solidFill>
                  <a:srgbClr val="FF0000"/>
                </a:solidFill>
                <a:ea typeface="黑体" panose="02010609060101010101" pitchFamily="49" charset="-122"/>
              </a:rPr>
              <a:t>鉴别</a:t>
            </a:r>
            <a:r>
              <a:rPr lang="zh-CN" altLang="en-US" sz="2600" dirty="0" smtClean="0">
                <a:ea typeface="黑体" panose="02010609060101010101" pitchFamily="49" charset="-122"/>
              </a:rPr>
              <a:t>的功能。</a:t>
            </a:r>
          </a:p>
          <a:p>
            <a:r>
              <a:rPr lang="zh-CN" altLang="en-US" sz="2600" dirty="0" smtClean="0">
                <a:solidFill>
                  <a:srgbClr val="FF0000"/>
                </a:solidFill>
                <a:ea typeface="黑体" panose="02010609060101010101" pitchFamily="49" charset="-122"/>
              </a:rPr>
              <a:t>支持可变长度的子网划分和无分类编址 </a:t>
            </a:r>
            <a:r>
              <a:rPr lang="en-US" altLang="zh-CN" sz="2600" dirty="0" smtClean="0">
                <a:solidFill>
                  <a:srgbClr val="FF0000"/>
                </a:solidFill>
                <a:ea typeface="黑体" panose="02010609060101010101" pitchFamily="49" charset="-122"/>
              </a:rPr>
              <a:t>CIDR</a:t>
            </a:r>
            <a:r>
              <a:rPr lang="zh-CN" altLang="en-US" sz="2600" dirty="0" smtClean="0">
                <a:solidFill>
                  <a:srgbClr val="FF0000"/>
                </a:solidFill>
                <a:ea typeface="黑体" panose="02010609060101010101" pitchFamily="49" charset="-122"/>
              </a:rPr>
              <a:t>。</a:t>
            </a:r>
          </a:p>
          <a:p>
            <a:r>
              <a:rPr lang="zh-CN" altLang="en-US" sz="2600" dirty="0" smtClean="0">
                <a:ea typeface="黑体" panose="02010609060101010101" pitchFamily="49" charset="-122"/>
              </a:rPr>
              <a:t>每一个</a:t>
            </a:r>
            <a:r>
              <a:rPr lang="zh-CN" altLang="en-US" sz="2600" dirty="0" smtClean="0">
                <a:solidFill>
                  <a:srgbClr val="0000FF"/>
                </a:solidFill>
                <a:ea typeface="黑体" panose="02010609060101010101" pitchFamily="49" charset="-122"/>
              </a:rPr>
              <a:t>链路状态</a:t>
            </a:r>
            <a:r>
              <a:rPr lang="zh-CN" altLang="en-US" sz="2600" dirty="0" smtClean="0">
                <a:ea typeface="黑体" panose="02010609060101010101" pitchFamily="49" charset="-122"/>
              </a:rPr>
              <a:t>都带上一个 </a:t>
            </a:r>
            <a:r>
              <a:rPr lang="en-US" altLang="zh-CN" sz="2600" dirty="0" smtClean="0">
                <a:solidFill>
                  <a:srgbClr val="0000FF"/>
                </a:solidFill>
                <a:ea typeface="黑体" panose="02010609060101010101" pitchFamily="49" charset="-122"/>
              </a:rPr>
              <a:t>32 </a:t>
            </a:r>
            <a:r>
              <a:rPr lang="zh-CN" altLang="en-US" sz="2600" dirty="0" smtClean="0">
                <a:solidFill>
                  <a:srgbClr val="0000FF"/>
                </a:solidFill>
                <a:ea typeface="黑体" panose="02010609060101010101" pitchFamily="49" charset="-122"/>
              </a:rPr>
              <a:t>位</a:t>
            </a:r>
            <a:r>
              <a:rPr lang="zh-CN" altLang="en-US" sz="2600" dirty="0" smtClean="0">
                <a:ea typeface="黑体" panose="02010609060101010101" pitchFamily="49" charset="-122"/>
              </a:rPr>
              <a:t>的</a:t>
            </a:r>
            <a:r>
              <a:rPr lang="zh-CN" altLang="en-US" sz="2600" dirty="0" smtClean="0">
                <a:solidFill>
                  <a:srgbClr val="0000FF"/>
                </a:solidFill>
                <a:ea typeface="黑体" panose="02010609060101010101" pitchFamily="49" charset="-122"/>
              </a:rPr>
              <a:t>序号</a:t>
            </a:r>
            <a:r>
              <a:rPr lang="zh-CN" altLang="en-US" sz="2600" dirty="0" smtClean="0">
                <a:ea typeface="黑体" panose="02010609060101010101" pitchFamily="49" charset="-122"/>
              </a:rPr>
              <a:t>，序号</a:t>
            </a:r>
            <a:r>
              <a:rPr lang="zh-CN" altLang="en-US" sz="2600" dirty="0" smtClean="0">
                <a:solidFill>
                  <a:srgbClr val="0000FF"/>
                </a:solidFill>
                <a:ea typeface="黑体" panose="02010609060101010101" pitchFamily="49" charset="-122"/>
              </a:rPr>
              <a:t>越大</a:t>
            </a:r>
            <a:r>
              <a:rPr lang="zh-CN" altLang="en-US" sz="2600" dirty="0" smtClean="0">
                <a:ea typeface="黑体" panose="02010609060101010101" pitchFamily="49" charset="-122"/>
              </a:rPr>
              <a:t>状态就</a:t>
            </a:r>
            <a:r>
              <a:rPr lang="zh-CN" altLang="en-US" sz="2600" dirty="0" smtClean="0">
                <a:solidFill>
                  <a:srgbClr val="0000FF"/>
                </a:solidFill>
                <a:ea typeface="黑体" panose="02010609060101010101" pitchFamily="49" charset="-122"/>
              </a:rPr>
              <a:t>越新</a:t>
            </a:r>
            <a:r>
              <a:rPr lang="zh-CN" altLang="en-US" sz="2600" dirty="0" smtClean="0">
                <a:ea typeface="黑体" panose="02010609060101010101" pitchFamily="49" charset="-122"/>
              </a:rPr>
              <a:t>。</a:t>
            </a:r>
          </a:p>
        </p:txBody>
      </p:sp>
      <p:sp>
        <p:nvSpPr>
          <p:cNvPr id="1059843" name="灯片编号占位符 3"/>
          <p:cNvSpPr>
            <a:spLocks noGrp="1" noChangeArrowheads="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6FA31796-CB6D-4D4C-A24F-085E1E5C8486}" type="slidenum">
              <a:rPr lang="zh-CN" altLang="en-US" smtClean="0"/>
              <a:pPr eaLnBrk="1" hangingPunct="1"/>
              <a:t>48</a:t>
            </a:fld>
            <a:endParaRPr lang="en-US" altLang="zh-CN" smtClean="0"/>
          </a:p>
        </p:txBody>
      </p:sp>
      <p:sp>
        <p:nvSpPr>
          <p:cNvPr id="1059844" name="页脚占位符 4"/>
          <p:cNvSpPr>
            <a:spLocks noGrp="1" noChangeArrowheads="1"/>
          </p:cNvSpPr>
          <p:nvPr>
            <p:ph type="ftr"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zh-CN" smtClean="0"/>
              <a:t>ppt课件</a:t>
            </a:r>
          </a:p>
        </p:txBody>
      </p:sp>
    </p:spTree>
    <p:extLst>
      <p:ext uri="{BB962C8B-B14F-4D97-AF65-F5344CB8AC3E}">
        <p14:creationId xmlns:p14="http://schemas.microsoft.com/office/powerpoint/2010/main" val="2931425672"/>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89827">
                                            <p:txEl>
                                              <p:pRg st="1" end="1"/>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589827">
                                            <p:txEl>
                                              <p:pRg st="2" end="2"/>
                                            </p:txEl>
                                          </p:spTgt>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589827">
                                            <p:txEl>
                                              <p:pRg st="3" end="3"/>
                                            </p:txEl>
                                          </p:spTgt>
                                        </p:tgtEl>
                                        <p:attrNameLst>
                                          <p:attrName>style.visibility</p:attrName>
                                        </p:attrNameLst>
                                      </p:cBhvr>
                                      <p:to>
                                        <p:strVal val="visible"/>
                                      </p:to>
                                    </p:set>
                                  </p:childTnLst>
                                </p:cTn>
                              </p:par>
                            </p:childTnLst>
                          </p:cTn>
                        </p:par>
                      </p:childTnLst>
                    </p:cTn>
                  </p:par>
                  <p:par>
                    <p:cTn id="15" fill="hold" nodeType="clickPar">
                      <p:stCondLst>
                        <p:cond delay="indefinite"/>
                      </p:stCondLst>
                      <p:childTnLst>
                        <p:par>
                          <p:cTn id="16" fill="hold" nodeType="withGroup">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589827">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89827" grpId="0" build="p"/>
    </p:bld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70081" name="Rectangle 2"/>
          <p:cNvSpPr>
            <a:spLocks noGrp="1" noChangeArrowheads="1"/>
          </p:cNvSpPr>
          <p:nvPr>
            <p:ph type="title"/>
          </p:nvPr>
        </p:nvSpPr>
        <p:spPr>
          <a:xfrm>
            <a:off x="495300" y="188913"/>
            <a:ext cx="9066213" cy="792162"/>
          </a:xfrm>
        </p:spPr>
        <p:txBody>
          <a:bodyPr/>
          <a:lstStyle/>
          <a:p>
            <a:pPr algn="ctr"/>
            <a:r>
              <a:rPr lang="en-US" altLang="zh-CN" smtClean="0">
                <a:ea typeface="黑体" panose="02010609060101010101" pitchFamily="49" charset="-122"/>
              </a:rPr>
              <a:t>OSPF </a:t>
            </a:r>
            <a:r>
              <a:rPr lang="zh-CN" altLang="en-US" smtClean="0">
                <a:ea typeface="黑体" panose="02010609060101010101" pitchFamily="49" charset="-122"/>
              </a:rPr>
              <a:t>的其他特点 </a:t>
            </a:r>
          </a:p>
        </p:txBody>
      </p:sp>
      <p:sp>
        <p:nvSpPr>
          <p:cNvPr id="594947" name="Rectangle 3"/>
          <p:cNvSpPr>
            <a:spLocks noGrp="1" noChangeArrowheads="1"/>
          </p:cNvSpPr>
          <p:nvPr>
            <p:ph idx="1"/>
          </p:nvPr>
        </p:nvSpPr>
        <p:spPr>
          <a:xfrm>
            <a:off x="495300" y="1196975"/>
            <a:ext cx="9066213" cy="4933950"/>
          </a:xfrm>
        </p:spPr>
        <p:txBody>
          <a:bodyPr/>
          <a:lstStyle/>
          <a:p>
            <a:r>
              <a:rPr lang="en-US" altLang="zh-CN" dirty="0" smtClean="0">
                <a:ea typeface="黑体" panose="02010609060101010101" pitchFamily="49" charset="-122"/>
              </a:rPr>
              <a:t>OSPF </a:t>
            </a:r>
            <a:r>
              <a:rPr lang="zh-CN" altLang="en-US" dirty="0" smtClean="0">
                <a:ea typeface="黑体" panose="02010609060101010101" pitchFamily="49" charset="-122"/>
              </a:rPr>
              <a:t>还规定</a:t>
            </a:r>
            <a:r>
              <a:rPr lang="zh-CN" altLang="en-US" dirty="0" smtClean="0">
                <a:solidFill>
                  <a:srgbClr val="0000FF"/>
                </a:solidFill>
                <a:ea typeface="黑体" panose="02010609060101010101" pitchFamily="49" charset="-122"/>
              </a:rPr>
              <a:t>每隔一段时间</a:t>
            </a:r>
            <a:r>
              <a:rPr lang="zh-CN" altLang="en-US" dirty="0" smtClean="0">
                <a:ea typeface="黑体" panose="02010609060101010101" pitchFamily="49" charset="-122"/>
              </a:rPr>
              <a:t>，如 </a:t>
            </a:r>
            <a:r>
              <a:rPr lang="en-US" altLang="zh-CN" dirty="0" smtClean="0">
                <a:ea typeface="黑体" panose="02010609060101010101" pitchFamily="49" charset="-122"/>
              </a:rPr>
              <a:t>30 </a:t>
            </a:r>
            <a:r>
              <a:rPr lang="zh-CN" altLang="en-US" dirty="0" smtClean="0">
                <a:ea typeface="黑体" panose="02010609060101010101" pitchFamily="49" charset="-122"/>
              </a:rPr>
              <a:t>分钟，要</a:t>
            </a:r>
            <a:r>
              <a:rPr lang="zh-CN" altLang="en-US" dirty="0" smtClean="0">
                <a:solidFill>
                  <a:srgbClr val="0000FF"/>
                </a:solidFill>
                <a:ea typeface="黑体" panose="02010609060101010101" pitchFamily="49" charset="-122"/>
              </a:rPr>
              <a:t>刷新一次数据库</a:t>
            </a:r>
            <a:r>
              <a:rPr lang="zh-CN" altLang="en-US" dirty="0" smtClean="0">
                <a:ea typeface="黑体" panose="02010609060101010101" pitchFamily="49" charset="-122"/>
              </a:rPr>
              <a:t>中的链路状态。 </a:t>
            </a:r>
          </a:p>
          <a:p>
            <a:r>
              <a:rPr lang="zh-CN" altLang="en-US" dirty="0" smtClean="0">
                <a:ea typeface="黑体" panose="02010609060101010101" pitchFamily="49" charset="-122"/>
              </a:rPr>
              <a:t>由于一个路由器的链路状态只涉及到与相邻路由器的连通状态，因而与整个互联网的规模并无直接关系。因此</a:t>
            </a:r>
            <a:r>
              <a:rPr lang="zh-CN" altLang="en-US" dirty="0" smtClean="0">
                <a:solidFill>
                  <a:srgbClr val="FF0000"/>
                </a:solidFill>
                <a:ea typeface="黑体" panose="02010609060101010101" pitchFamily="49" charset="-122"/>
              </a:rPr>
              <a:t>当互联网规模很大时，</a:t>
            </a:r>
            <a:r>
              <a:rPr lang="en-US" altLang="zh-CN" dirty="0" smtClean="0">
                <a:solidFill>
                  <a:srgbClr val="FF0000"/>
                </a:solidFill>
                <a:ea typeface="黑体" panose="02010609060101010101" pitchFamily="49" charset="-122"/>
              </a:rPr>
              <a:t>OSPF  </a:t>
            </a:r>
            <a:r>
              <a:rPr lang="zh-CN" altLang="en-US" dirty="0" smtClean="0">
                <a:solidFill>
                  <a:srgbClr val="FF0000"/>
                </a:solidFill>
                <a:ea typeface="黑体" panose="02010609060101010101" pitchFamily="49" charset="-122"/>
              </a:rPr>
              <a:t>协议要比距离向量协议 </a:t>
            </a:r>
            <a:r>
              <a:rPr lang="en-US" altLang="zh-CN" dirty="0" smtClean="0">
                <a:solidFill>
                  <a:srgbClr val="FF0000"/>
                </a:solidFill>
                <a:ea typeface="黑体" panose="02010609060101010101" pitchFamily="49" charset="-122"/>
              </a:rPr>
              <a:t>RIP </a:t>
            </a:r>
            <a:r>
              <a:rPr lang="zh-CN" altLang="en-US" dirty="0" smtClean="0">
                <a:solidFill>
                  <a:srgbClr val="FF0000"/>
                </a:solidFill>
                <a:ea typeface="黑体" panose="02010609060101010101" pitchFamily="49" charset="-122"/>
              </a:rPr>
              <a:t>好得多。 </a:t>
            </a:r>
          </a:p>
          <a:p>
            <a:r>
              <a:rPr lang="en-US" altLang="zh-CN" dirty="0" smtClean="0">
                <a:solidFill>
                  <a:srgbClr val="FF0000"/>
                </a:solidFill>
                <a:ea typeface="黑体" panose="02010609060101010101" pitchFamily="49" charset="-122"/>
              </a:rPr>
              <a:t>OSPF </a:t>
            </a:r>
            <a:r>
              <a:rPr lang="zh-CN" altLang="en-US" dirty="0" smtClean="0">
                <a:solidFill>
                  <a:srgbClr val="FF0000"/>
                </a:solidFill>
                <a:ea typeface="黑体" panose="02010609060101010101" pitchFamily="49" charset="-122"/>
              </a:rPr>
              <a:t>没有“坏消息传播得慢”的问题，</a:t>
            </a:r>
            <a:r>
              <a:rPr lang="zh-CN" altLang="en-US" dirty="0" smtClean="0">
                <a:ea typeface="黑体" panose="02010609060101010101" pitchFamily="49" charset="-122"/>
              </a:rPr>
              <a:t>据统计，其响应网络变化的时间小于 </a:t>
            </a:r>
            <a:r>
              <a:rPr lang="en-US" altLang="zh-CN" dirty="0" smtClean="0">
                <a:ea typeface="黑体" panose="02010609060101010101" pitchFamily="49" charset="-122"/>
              </a:rPr>
              <a:t>100 </a:t>
            </a:r>
            <a:r>
              <a:rPr lang="en-US" altLang="zh-CN" dirty="0" err="1" smtClean="0">
                <a:ea typeface="黑体" panose="02010609060101010101" pitchFamily="49" charset="-122"/>
              </a:rPr>
              <a:t>ms</a:t>
            </a:r>
            <a:r>
              <a:rPr lang="zh-CN" altLang="en-US" dirty="0" smtClean="0">
                <a:ea typeface="黑体" panose="02010609060101010101" pitchFamily="49" charset="-122"/>
              </a:rPr>
              <a:t>。 </a:t>
            </a:r>
          </a:p>
        </p:txBody>
      </p:sp>
      <p:sp>
        <p:nvSpPr>
          <p:cNvPr id="1070083" name="灯片编号占位符 3"/>
          <p:cNvSpPr>
            <a:spLocks noGrp="1" noChangeArrowheads="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B23809B4-A8CD-4339-A52D-4BCE00DC37D6}" type="slidenum">
              <a:rPr lang="zh-CN" altLang="en-US" smtClean="0"/>
              <a:pPr eaLnBrk="1" hangingPunct="1"/>
              <a:t>49</a:t>
            </a:fld>
            <a:endParaRPr lang="en-US" altLang="zh-CN" smtClean="0"/>
          </a:p>
        </p:txBody>
      </p:sp>
      <p:sp>
        <p:nvSpPr>
          <p:cNvPr id="1070084" name="页脚占位符 4"/>
          <p:cNvSpPr>
            <a:spLocks noGrp="1" noChangeArrowheads="1"/>
          </p:cNvSpPr>
          <p:nvPr>
            <p:ph type="ftr"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zh-CN" smtClean="0"/>
              <a:t>ppt课件</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94947">
                                            <p:txEl>
                                              <p:pRg st="1" end="1"/>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594947">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94947" grpId="0" build="p"/>
    </p:bld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72129" name="Rectangle 2"/>
          <p:cNvSpPr>
            <a:spLocks noGrp="1" noChangeArrowheads="1"/>
          </p:cNvSpPr>
          <p:nvPr>
            <p:ph type="title"/>
          </p:nvPr>
        </p:nvSpPr>
        <p:spPr>
          <a:xfrm>
            <a:off x="495300" y="188913"/>
            <a:ext cx="9066213" cy="792162"/>
          </a:xfrm>
        </p:spPr>
        <p:txBody>
          <a:bodyPr/>
          <a:lstStyle/>
          <a:p>
            <a:pPr algn="ctr"/>
            <a:r>
              <a:rPr lang="zh-CN" altLang="en-US" smtClean="0">
                <a:ea typeface="黑体" panose="02010609060101010101" pitchFamily="49" charset="-122"/>
              </a:rPr>
              <a:t>指定的路由器</a:t>
            </a:r>
            <a:endParaRPr lang="en-US" altLang="zh-CN" smtClean="0">
              <a:ea typeface="黑体" panose="02010609060101010101" pitchFamily="49" charset="-122"/>
            </a:endParaRPr>
          </a:p>
        </p:txBody>
      </p:sp>
      <p:sp>
        <p:nvSpPr>
          <p:cNvPr id="595971" name="Rectangle 3"/>
          <p:cNvSpPr>
            <a:spLocks noGrp="1" noChangeArrowheads="1"/>
          </p:cNvSpPr>
          <p:nvPr>
            <p:ph idx="1"/>
          </p:nvPr>
        </p:nvSpPr>
        <p:spPr>
          <a:xfrm>
            <a:off x="495300" y="1196975"/>
            <a:ext cx="9066213" cy="4933950"/>
          </a:xfrm>
        </p:spPr>
        <p:txBody>
          <a:bodyPr/>
          <a:lstStyle/>
          <a:p>
            <a:r>
              <a:rPr lang="zh-CN" altLang="en-US" smtClean="0">
                <a:ea typeface="黑体" panose="02010609060101010101" pitchFamily="49" charset="-122"/>
              </a:rPr>
              <a:t>多点接入的局域网采用了</a:t>
            </a:r>
            <a:r>
              <a:rPr lang="zh-CN" altLang="en-US" smtClean="0">
                <a:solidFill>
                  <a:srgbClr val="FF0000"/>
                </a:solidFill>
                <a:ea typeface="黑体" panose="02010609060101010101" pitchFamily="49" charset="-122"/>
              </a:rPr>
              <a:t>指定的路由器 </a:t>
            </a:r>
            <a:r>
              <a:rPr lang="en-US" altLang="zh-CN" smtClean="0">
                <a:ea typeface="黑体" panose="02010609060101010101" pitchFamily="49" charset="-122"/>
              </a:rPr>
              <a:t>(designated router) </a:t>
            </a:r>
            <a:r>
              <a:rPr lang="zh-CN" altLang="en-US" smtClean="0">
                <a:ea typeface="黑体" panose="02010609060101010101" pitchFamily="49" charset="-122"/>
              </a:rPr>
              <a:t>的方法，</a:t>
            </a:r>
            <a:r>
              <a:rPr lang="zh-CN" altLang="en-US" smtClean="0">
                <a:solidFill>
                  <a:srgbClr val="FF0000"/>
                </a:solidFill>
                <a:ea typeface="黑体" panose="02010609060101010101" pitchFamily="49" charset="-122"/>
              </a:rPr>
              <a:t>使广播的信息量大大减少。</a:t>
            </a:r>
          </a:p>
          <a:p>
            <a:r>
              <a:rPr lang="zh-CN" altLang="en-US" smtClean="0">
                <a:ea typeface="黑体" panose="02010609060101010101" pitchFamily="49" charset="-122"/>
              </a:rPr>
              <a:t>指定的路由器</a:t>
            </a:r>
            <a:r>
              <a:rPr lang="zh-CN" altLang="en-US" smtClean="0">
                <a:solidFill>
                  <a:srgbClr val="FF0000"/>
                </a:solidFill>
                <a:ea typeface="黑体" panose="02010609060101010101" pitchFamily="49" charset="-122"/>
              </a:rPr>
              <a:t>代表</a:t>
            </a:r>
            <a:r>
              <a:rPr lang="zh-CN" altLang="en-US" smtClean="0">
                <a:ea typeface="黑体" panose="02010609060101010101" pitchFamily="49" charset="-122"/>
              </a:rPr>
              <a:t>该局域网上所有的链路向连接到该网络上的各路由器发送状态信息。 </a:t>
            </a:r>
          </a:p>
        </p:txBody>
      </p:sp>
      <p:sp>
        <p:nvSpPr>
          <p:cNvPr id="1072131" name="灯片编号占位符 3"/>
          <p:cNvSpPr>
            <a:spLocks noGrp="1" noChangeArrowheads="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A66B0E90-64DB-4911-AB58-6E8E1712DF0F}" type="slidenum">
              <a:rPr lang="zh-CN" altLang="en-US" smtClean="0"/>
              <a:pPr eaLnBrk="1" hangingPunct="1"/>
              <a:t>50</a:t>
            </a:fld>
            <a:endParaRPr lang="en-US" altLang="zh-CN" smtClean="0"/>
          </a:p>
        </p:txBody>
      </p:sp>
      <p:sp>
        <p:nvSpPr>
          <p:cNvPr id="1072132" name="页脚占位符 4"/>
          <p:cNvSpPr>
            <a:spLocks noGrp="1" noChangeArrowheads="1"/>
          </p:cNvSpPr>
          <p:nvPr>
            <p:ph type="ftr"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zh-CN" smtClean="0"/>
              <a:t>ppt课件</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595971">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theme/theme1.xml><?xml version="1.0" encoding="utf-8"?>
<a:theme xmlns:a="http://schemas.openxmlformats.org/drawingml/2006/main" name="Presentation">
  <a:themeElements>
    <a:clrScheme name="演示稿（水平） 9">
      <a:dk1>
        <a:srgbClr val="000000"/>
      </a:dk1>
      <a:lt1>
        <a:srgbClr val="FFFFFF"/>
      </a:lt1>
      <a:dk2>
        <a:srgbClr val="666699"/>
      </a:dk2>
      <a:lt2>
        <a:srgbClr val="FFCC00"/>
      </a:lt2>
      <a:accent1>
        <a:srgbClr val="FF9900"/>
      </a:accent1>
      <a:accent2>
        <a:srgbClr val="FF9900"/>
      </a:accent2>
      <a:accent3>
        <a:srgbClr val="FFFFFF"/>
      </a:accent3>
      <a:accent4>
        <a:srgbClr val="000000"/>
      </a:accent4>
      <a:accent5>
        <a:srgbClr val="FFCAAA"/>
      </a:accent5>
      <a:accent6>
        <a:srgbClr val="E78A00"/>
      </a:accent6>
      <a:hlink>
        <a:srgbClr val="666699"/>
      </a:hlink>
      <a:folHlink>
        <a:srgbClr val="999966"/>
      </a:folHlink>
    </a:clrScheme>
    <a:fontScheme name="演示稿（水平）">
      <a:majorFont>
        <a:latin typeface="Times New Roman"/>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square" lIns="91440" tIns="45720" rIns="91440" bIns="45720" numCol="1" anchor="t" anchorCtr="0" compatLnSpc="1"/>
      <a:lstStyle>
        <a:defPPr marL="0" marR="0" indent="0" algn="l" defTabSz="914400" rtl="0" eaLnBrk="0" fontAlgn="base" latinLnBrk="0" hangingPunct="0">
          <a:lnSpc>
            <a:spcPct val="100000"/>
          </a:lnSpc>
          <a:spcBef>
            <a:spcPct val="0"/>
          </a:spcBef>
          <a:spcAft>
            <a:spcPct val="0"/>
          </a:spcAft>
          <a:buClrTx/>
          <a:buSzTx/>
          <a:buFontTx/>
          <a:buNone/>
          <a:defRPr kumimoji="0" lang="en-US" sz="1800" b="0" i="0" u="none" strike="noStrike" cap="none" normalizeH="0" baseline="0" smtClean="0">
            <a:ln>
              <a:noFill/>
            </a:ln>
            <a:solidFill>
              <a:schemeClr val="tx1"/>
            </a:solidFill>
            <a:effectLst/>
            <a:latin typeface="Arial" panose="020B0604020202020204" pitchFamily="34" charset="0"/>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square" lIns="91440" tIns="45720" rIns="91440" bIns="45720" numCol="1" anchor="t" anchorCtr="0" compatLnSpc="1"/>
      <a:lstStyle>
        <a:defPPr marL="0" marR="0" indent="0" algn="l" defTabSz="914400" rtl="0" eaLnBrk="0" fontAlgn="base" latinLnBrk="0" hangingPunct="0">
          <a:lnSpc>
            <a:spcPct val="100000"/>
          </a:lnSpc>
          <a:spcBef>
            <a:spcPct val="0"/>
          </a:spcBef>
          <a:spcAft>
            <a:spcPct val="0"/>
          </a:spcAft>
          <a:buClrTx/>
          <a:buSzTx/>
          <a:buFontTx/>
          <a:buNone/>
          <a:defRPr kumimoji="0" lang="en-US" sz="1800" b="0" i="0" u="none" strike="noStrike" cap="none" normalizeH="0" baseline="0" smtClean="0">
            <a:ln>
              <a:noFill/>
            </a:ln>
            <a:solidFill>
              <a:schemeClr val="tx1"/>
            </a:solidFill>
            <a:effectLst/>
            <a:latin typeface="Arial" panose="020B0604020202020204" pitchFamily="34" charset="0"/>
          </a:defRPr>
        </a:defPPr>
      </a:lstStyle>
    </a:lnDef>
  </a:objectDefaults>
  <a:extraClrSchemeLst>
    <a:extraClrScheme>
      <a:clrScheme name="演示稿（水平） 1">
        <a:dk1>
          <a:srgbClr val="006699"/>
        </a:dk1>
        <a:lt1>
          <a:srgbClr val="FFFFFF"/>
        </a:lt1>
        <a:dk2>
          <a:srgbClr val="000000"/>
        </a:dk2>
        <a:lt2>
          <a:srgbClr val="99FF99"/>
        </a:lt2>
        <a:accent1>
          <a:srgbClr val="00CC99"/>
        </a:accent1>
        <a:accent2>
          <a:srgbClr val="009999"/>
        </a:accent2>
        <a:accent3>
          <a:srgbClr val="AAAAAA"/>
        </a:accent3>
        <a:accent4>
          <a:srgbClr val="DADADA"/>
        </a:accent4>
        <a:accent5>
          <a:srgbClr val="AAE2CA"/>
        </a:accent5>
        <a:accent6>
          <a:srgbClr val="008A8A"/>
        </a:accent6>
        <a:hlink>
          <a:srgbClr val="0066FF"/>
        </a:hlink>
        <a:folHlink>
          <a:srgbClr val="989CBA"/>
        </a:folHlink>
      </a:clrScheme>
      <a:clrMap bg1="dk2" tx1="lt1" bg2="dk1" tx2="lt2" accent1="accent1" accent2="accent2" accent3="accent3" accent4="accent4" accent5="accent5" accent6="accent6" hlink="hlink" folHlink="folHlink"/>
    </a:extraClrScheme>
    <a:extraClrScheme>
      <a:clrScheme name="演示稿（水平） 2">
        <a:dk1>
          <a:srgbClr val="808000"/>
        </a:dk1>
        <a:lt1>
          <a:srgbClr val="FFFFFF"/>
        </a:lt1>
        <a:dk2>
          <a:srgbClr val="5C271E"/>
        </a:dk2>
        <a:lt2>
          <a:srgbClr val="FFDD89"/>
        </a:lt2>
        <a:accent1>
          <a:srgbClr val="CC6600"/>
        </a:accent1>
        <a:accent2>
          <a:srgbClr val="CC9900"/>
        </a:accent2>
        <a:accent3>
          <a:srgbClr val="B5ACAB"/>
        </a:accent3>
        <a:accent4>
          <a:srgbClr val="DADADA"/>
        </a:accent4>
        <a:accent5>
          <a:srgbClr val="E2B8AA"/>
        </a:accent5>
        <a:accent6>
          <a:srgbClr val="B98A00"/>
        </a:accent6>
        <a:hlink>
          <a:srgbClr val="669900"/>
        </a:hlink>
        <a:folHlink>
          <a:srgbClr val="A3A274"/>
        </a:folHlink>
      </a:clrScheme>
      <a:clrMap bg1="dk2" tx1="lt1" bg2="dk1" tx2="lt2" accent1="accent1" accent2="accent2" accent3="accent3" accent4="accent4" accent5="accent5" accent6="accent6" hlink="hlink" folHlink="folHlink"/>
    </a:extraClrScheme>
    <a:extraClrScheme>
      <a:clrScheme name="演示稿（水平） 3">
        <a:dk1>
          <a:srgbClr val="763B00"/>
        </a:dk1>
        <a:lt1>
          <a:srgbClr val="FFFFFF"/>
        </a:lt1>
        <a:dk2>
          <a:srgbClr val="330000"/>
        </a:dk2>
        <a:lt2>
          <a:srgbClr val="CC9900"/>
        </a:lt2>
        <a:accent1>
          <a:srgbClr val="FFCC00"/>
        </a:accent1>
        <a:accent2>
          <a:srgbClr val="CC3300"/>
        </a:accent2>
        <a:accent3>
          <a:srgbClr val="ADAAAA"/>
        </a:accent3>
        <a:accent4>
          <a:srgbClr val="DADADA"/>
        </a:accent4>
        <a:accent5>
          <a:srgbClr val="FFE2AA"/>
        </a:accent5>
        <a:accent6>
          <a:srgbClr val="B92D00"/>
        </a:accent6>
        <a:hlink>
          <a:srgbClr val="666699"/>
        </a:hlink>
        <a:folHlink>
          <a:srgbClr val="999966"/>
        </a:folHlink>
      </a:clrScheme>
      <a:clrMap bg1="dk2" tx1="lt1" bg2="dk1" tx2="lt2" accent1="accent1" accent2="accent2" accent3="accent3" accent4="accent4" accent5="accent5" accent6="accent6" hlink="hlink" folHlink="folHlink"/>
    </a:extraClrScheme>
    <a:extraClrScheme>
      <a:clrScheme name="演示稿（水平） 4">
        <a:dk1>
          <a:srgbClr val="6D3696"/>
        </a:dk1>
        <a:lt1>
          <a:srgbClr val="FFFFFF"/>
        </a:lt1>
        <a:dk2>
          <a:srgbClr val="51255D"/>
        </a:dk2>
        <a:lt2>
          <a:srgbClr val="FFFFCC"/>
        </a:lt2>
        <a:accent1>
          <a:srgbClr val="666699"/>
        </a:accent1>
        <a:accent2>
          <a:srgbClr val="800080"/>
        </a:accent2>
        <a:accent3>
          <a:srgbClr val="B3ACB6"/>
        </a:accent3>
        <a:accent4>
          <a:srgbClr val="DADADA"/>
        </a:accent4>
        <a:accent5>
          <a:srgbClr val="B8B8CA"/>
        </a:accent5>
        <a:accent6>
          <a:srgbClr val="730073"/>
        </a:accent6>
        <a:hlink>
          <a:srgbClr val="CCCC00"/>
        </a:hlink>
        <a:folHlink>
          <a:srgbClr val="A3A274"/>
        </a:folHlink>
      </a:clrScheme>
      <a:clrMap bg1="dk2" tx1="lt1" bg2="dk1" tx2="lt2" accent1="accent1" accent2="accent2" accent3="accent3" accent4="accent4" accent5="accent5" accent6="accent6" hlink="hlink" folHlink="folHlink"/>
    </a:extraClrScheme>
    <a:extraClrScheme>
      <a:clrScheme name="演示稿（水平） 5">
        <a:dk1>
          <a:srgbClr val="CC6600"/>
        </a:dk1>
        <a:lt1>
          <a:srgbClr val="FFFFFF"/>
        </a:lt1>
        <a:dk2>
          <a:srgbClr val="4A553B"/>
        </a:dk2>
        <a:lt2>
          <a:srgbClr val="FFBF1F"/>
        </a:lt2>
        <a:accent1>
          <a:srgbClr val="FFCC00"/>
        </a:accent1>
        <a:accent2>
          <a:srgbClr val="CC9900"/>
        </a:accent2>
        <a:accent3>
          <a:srgbClr val="B1B4AF"/>
        </a:accent3>
        <a:accent4>
          <a:srgbClr val="DADADA"/>
        </a:accent4>
        <a:accent5>
          <a:srgbClr val="FFE2AA"/>
        </a:accent5>
        <a:accent6>
          <a:srgbClr val="B98A00"/>
        </a:accent6>
        <a:hlink>
          <a:srgbClr val="669900"/>
        </a:hlink>
        <a:folHlink>
          <a:srgbClr val="A3A274"/>
        </a:folHlink>
      </a:clrScheme>
      <a:clrMap bg1="dk2" tx1="lt1" bg2="dk1" tx2="lt2" accent1="accent1" accent2="accent2" accent3="accent3" accent4="accent4" accent5="accent5" accent6="accent6" hlink="hlink" folHlink="folHlink"/>
    </a:extraClrScheme>
    <a:extraClrScheme>
      <a:clrScheme name="演示稿（水平） 6">
        <a:dk1>
          <a:srgbClr val="000000"/>
        </a:dk1>
        <a:lt1>
          <a:srgbClr val="FFFFFF"/>
        </a:lt1>
        <a:dk2>
          <a:srgbClr val="666699"/>
        </a:dk2>
        <a:lt2>
          <a:srgbClr val="FFCC00"/>
        </a:lt2>
        <a:accent1>
          <a:srgbClr val="FF9900"/>
        </a:accent1>
        <a:accent2>
          <a:srgbClr val="FF0000"/>
        </a:accent2>
        <a:accent3>
          <a:srgbClr val="FFFFFF"/>
        </a:accent3>
        <a:accent4>
          <a:srgbClr val="000000"/>
        </a:accent4>
        <a:accent5>
          <a:srgbClr val="FFCAAA"/>
        </a:accent5>
        <a:accent6>
          <a:srgbClr val="E70000"/>
        </a:accent6>
        <a:hlink>
          <a:srgbClr val="666699"/>
        </a:hlink>
        <a:folHlink>
          <a:srgbClr val="999966"/>
        </a:folHlink>
      </a:clrScheme>
      <a:clrMap bg1="lt1" tx1="dk1" bg2="lt2" tx2="dk2" accent1="accent1" accent2="accent2" accent3="accent3" accent4="accent4" accent5="accent5" accent6="accent6" hlink="hlink" folHlink="folHlink"/>
    </a:extraClrScheme>
    <a:extraClrScheme>
      <a:clrScheme name="演示稿（水平） 7">
        <a:dk1>
          <a:srgbClr val="000000"/>
        </a:dk1>
        <a:lt1>
          <a:srgbClr val="FFFFFF"/>
        </a:lt1>
        <a:dk2>
          <a:srgbClr val="CC3300"/>
        </a:dk2>
        <a:lt2>
          <a:srgbClr val="663300"/>
        </a:lt2>
        <a:accent1>
          <a:srgbClr val="FFCC00"/>
        </a:accent1>
        <a:accent2>
          <a:srgbClr val="CC6600"/>
        </a:accent2>
        <a:accent3>
          <a:srgbClr val="FFFFFF"/>
        </a:accent3>
        <a:accent4>
          <a:srgbClr val="000000"/>
        </a:accent4>
        <a:accent5>
          <a:srgbClr val="FFE2AA"/>
        </a:accent5>
        <a:accent6>
          <a:srgbClr val="B95C00"/>
        </a:accent6>
        <a:hlink>
          <a:srgbClr val="CC9900"/>
        </a:hlink>
        <a:folHlink>
          <a:srgbClr val="996633"/>
        </a:folHlink>
      </a:clrScheme>
      <a:clrMap bg1="lt1" tx1="dk1" bg2="lt2" tx2="dk2" accent1="accent1" accent2="accent2" accent3="accent3" accent4="accent4" accent5="accent5" accent6="accent6" hlink="hlink" folHlink="folHlink"/>
    </a:extraClrScheme>
    <a:extraClrScheme>
      <a:clrScheme name="演示稿（水平） 8">
        <a:dk1>
          <a:srgbClr val="000000"/>
        </a:dk1>
        <a:lt1>
          <a:srgbClr val="FFFFFF"/>
        </a:lt1>
        <a:dk2>
          <a:srgbClr val="999900"/>
        </a:dk2>
        <a:lt2>
          <a:srgbClr val="666600"/>
        </a:lt2>
        <a:accent1>
          <a:srgbClr val="99CC00"/>
        </a:accent1>
        <a:accent2>
          <a:srgbClr val="CCCC66"/>
        </a:accent2>
        <a:accent3>
          <a:srgbClr val="FFFFFF"/>
        </a:accent3>
        <a:accent4>
          <a:srgbClr val="000000"/>
        </a:accent4>
        <a:accent5>
          <a:srgbClr val="CAE2AA"/>
        </a:accent5>
        <a:accent6>
          <a:srgbClr val="B9B95C"/>
        </a:accent6>
        <a:hlink>
          <a:srgbClr val="FFCC00"/>
        </a:hlink>
        <a:folHlink>
          <a:srgbClr val="CC9900"/>
        </a:folHlink>
      </a:clrScheme>
      <a:clrMap bg1="lt1" tx1="dk1" bg2="lt2" tx2="dk2" accent1="accent1" accent2="accent2" accent3="accent3" accent4="accent4" accent5="accent5" accent6="accent6" hlink="hlink" folHlink="folHlink"/>
    </a:extraClrScheme>
    <a:extraClrScheme>
      <a:clrScheme name="演示稿（水平） 9">
        <a:dk1>
          <a:srgbClr val="000000"/>
        </a:dk1>
        <a:lt1>
          <a:srgbClr val="FFFFFF"/>
        </a:lt1>
        <a:dk2>
          <a:srgbClr val="666699"/>
        </a:dk2>
        <a:lt2>
          <a:srgbClr val="FFCC00"/>
        </a:lt2>
        <a:accent1>
          <a:srgbClr val="FF9900"/>
        </a:accent1>
        <a:accent2>
          <a:srgbClr val="FF9900"/>
        </a:accent2>
        <a:accent3>
          <a:srgbClr val="FFFFFF"/>
        </a:accent3>
        <a:accent4>
          <a:srgbClr val="000000"/>
        </a:accent4>
        <a:accent5>
          <a:srgbClr val="FFCAAA"/>
        </a:accent5>
        <a:accent6>
          <a:srgbClr val="E78A00"/>
        </a:accent6>
        <a:hlink>
          <a:srgbClr val="666699"/>
        </a:hlink>
        <a:folHlink>
          <a:srgbClr val="999966"/>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Presentation</Template>
  <TotalTime>2139</TotalTime>
  <Words>4205</Words>
  <Application>Microsoft Office PowerPoint</Application>
  <PresentationFormat>A4 纸张(210x297 毫米)</PresentationFormat>
  <Paragraphs>710</Paragraphs>
  <Slides>50</Slides>
  <Notes>47</Notes>
  <HiddenSlides>0</HiddenSlides>
  <MMClips>0</MMClips>
  <ScaleCrop>false</ScaleCrop>
  <HeadingPairs>
    <vt:vector size="6" baseType="variant">
      <vt:variant>
        <vt:lpstr>已用的字体</vt:lpstr>
      </vt:variant>
      <vt:variant>
        <vt:i4>6</vt:i4>
      </vt:variant>
      <vt:variant>
        <vt:lpstr>主题</vt:lpstr>
      </vt:variant>
      <vt:variant>
        <vt:i4>1</vt:i4>
      </vt:variant>
      <vt:variant>
        <vt:lpstr>幻灯片标题</vt:lpstr>
      </vt:variant>
      <vt:variant>
        <vt:i4>50</vt:i4>
      </vt:variant>
    </vt:vector>
  </HeadingPairs>
  <TitlesOfParts>
    <vt:vector size="57" baseType="lpstr">
      <vt:lpstr>黑体</vt:lpstr>
      <vt:lpstr>宋体</vt:lpstr>
      <vt:lpstr>Arial</vt:lpstr>
      <vt:lpstr>Symbol</vt:lpstr>
      <vt:lpstr>Times New Roman</vt:lpstr>
      <vt:lpstr>Wingdings</vt:lpstr>
      <vt:lpstr>Presentation</vt:lpstr>
      <vt:lpstr>第 4 章  网络层</vt:lpstr>
      <vt:lpstr>4.5  互联网的路由选择协议</vt:lpstr>
      <vt:lpstr>4.5.1  有关路由选择协议的几个基本概念</vt:lpstr>
      <vt:lpstr>关于“最佳路由” </vt:lpstr>
      <vt:lpstr>从路由算法的自适应性考虑</vt:lpstr>
      <vt:lpstr>2.  分层次的路由选择协议</vt:lpstr>
      <vt:lpstr>自治系统 AS (Autonomous System) </vt:lpstr>
      <vt:lpstr>自治系统 AS</vt:lpstr>
      <vt:lpstr>互联网有两大类路由选择协议 </vt:lpstr>
      <vt:lpstr>自治系统和 内部网关协议、外部网关协议 </vt:lpstr>
      <vt:lpstr>这里要指出两点 </vt:lpstr>
      <vt:lpstr>互联网的路由选择协议 </vt:lpstr>
      <vt:lpstr>4.5.2  内部网关协议 RIP</vt:lpstr>
      <vt:lpstr>“距离”的定义 </vt:lpstr>
      <vt:lpstr>“距离”的定义 </vt:lpstr>
      <vt:lpstr>RIP 协议的三个特点 </vt:lpstr>
      <vt:lpstr>路由表的建立 </vt:lpstr>
      <vt:lpstr>2. 距离向量算法</vt:lpstr>
      <vt:lpstr>2. 距离向量算法</vt:lpstr>
      <vt:lpstr>路由器之间交换信息与路由表更新</vt:lpstr>
      <vt:lpstr>【例4-5】已知路由器 R6 有表4-9(a)所示的路由表。现在收到相邻路由器 R4 发来的路由更新信息，如表4-9(b)所示。试更新路由器 R6 的路由表。</vt:lpstr>
      <vt:lpstr>【例】路由表更新</vt:lpstr>
      <vt:lpstr>3. RIP2 协议的报文格式 </vt:lpstr>
      <vt:lpstr>RIP2 报文</vt:lpstr>
      <vt:lpstr>RIP2 报文</vt:lpstr>
      <vt:lpstr>好消息传播得快，坏消息传播得慢</vt:lpstr>
      <vt:lpstr>PowerPoint 演示文稿</vt:lpstr>
      <vt:lpstr>PowerPoint 演示文稿</vt:lpstr>
      <vt:lpstr>PowerPoint 演示文稿</vt:lpstr>
      <vt:lpstr>PowerPoint 演示文稿</vt:lpstr>
      <vt:lpstr>PowerPoint 演示文稿</vt:lpstr>
      <vt:lpstr>PowerPoint 演示文稿</vt:lpstr>
      <vt:lpstr>RIP 协议的优缺点 </vt:lpstr>
      <vt:lpstr>4.5.3  内部网关协议 OSPF</vt:lpstr>
      <vt:lpstr>1.  OSPF 协议的基本特点</vt:lpstr>
      <vt:lpstr>三个要点 </vt:lpstr>
      <vt:lpstr>链路状态数据库 (link-state database) </vt:lpstr>
      <vt:lpstr>OSPF 的区域 (area) </vt:lpstr>
      <vt:lpstr>OSPF 划分为两种不同的区域 </vt:lpstr>
      <vt:lpstr>划分区域 </vt:lpstr>
      <vt:lpstr>主干路由器</vt:lpstr>
      <vt:lpstr>区域边界路由器 </vt:lpstr>
      <vt:lpstr>OSPF 直接用 IP 数据报传送 </vt:lpstr>
      <vt:lpstr>OSPF 分组 </vt:lpstr>
      <vt:lpstr>2. OSPF 的五种分组类型 </vt:lpstr>
      <vt:lpstr>OSPF 的基本操作 </vt:lpstr>
      <vt:lpstr>OSPF 使用可靠的洪泛法发送更新分组 </vt:lpstr>
      <vt:lpstr>OSPF 的其他特点 </vt:lpstr>
      <vt:lpstr>OSPF 的其他特点 </vt:lpstr>
      <vt:lpstr>指定的路由器</vt:lpstr>
    </vt:vector>
  </TitlesOfParts>
  <Company>920</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920</dc:creator>
  <cp:lastModifiedBy>个人用户</cp:lastModifiedBy>
  <cp:revision>72</cp:revision>
  <cp:lastPrinted>2020-04-02T12:18:28Z</cp:lastPrinted>
  <dcterms:created xsi:type="dcterms:W3CDTF">2016-10-01T05:27:00Z</dcterms:created>
  <dcterms:modified xsi:type="dcterms:W3CDTF">2021-01-23T03:18:19Z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_TemplateID">
    <vt:lpwstr>TC060874522052</vt:lpwstr>
  </property>
  <property fmtid="{D5CDD505-2E9C-101B-9397-08002B2CF9AE}" pid="3" name="KSOProductBuildVer">
    <vt:lpwstr>2052-11.3.0.8513</vt:lpwstr>
  </property>
</Properties>
</file>