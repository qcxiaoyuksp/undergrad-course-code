
<file path=[Content_Types].xml><?xml version="1.0" encoding="utf-8"?>
<Types xmlns="http://schemas.openxmlformats.org/package/2006/content-types">
  <Default Extension="tmp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5" d="100"/>
          <a:sy n="45" d="100"/>
        </p:scale>
        <p:origin x="86" y="43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441A1-661B-4283-A79B-F03512AA1948}" type="datetimeFigureOut">
              <a:rPr lang="zh-CN" altLang="en-US" smtClean="0"/>
              <a:t>2020/2/25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C5EA1-B471-4A96-8ACB-09334D587B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14229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441A1-661B-4283-A79B-F03512AA1948}" type="datetimeFigureOut">
              <a:rPr lang="zh-CN" altLang="en-US" smtClean="0"/>
              <a:t>2020/2/25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C5EA1-B471-4A96-8ACB-09334D587B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28220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441A1-661B-4283-A79B-F03512AA1948}" type="datetimeFigureOut">
              <a:rPr lang="zh-CN" altLang="en-US" smtClean="0"/>
              <a:t>2020/2/25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C5EA1-B471-4A96-8ACB-09334D587B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19429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441A1-661B-4283-A79B-F03512AA1948}" type="datetimeFigureOut">
              <a:rPr lang="zh-CN" altLang="en-US" smtClean="0"/>
              <a:t>2020/2/25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C5EA1-B471-4A96-8ACB-09334D587B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04373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441A1-661B-4283-A79B-F03512AA1948}" type="datetimeFigureOut">
              <a:rPr lang="zh-CN" altLang="en-US" smtClean="0"/>
              <a:t>2020/2/25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C5EA1-B471-4A96-8ACB-09334D587B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07807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441A1-661B-4283-A79B-F03512AA1948}" type="datetimeFigureOut">
              <a:rPr lang="zh-CN" altLang="en-US" smtClean="0"/>
              <a:t>2020/2/25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C5EA1-B471-4A96-8ACB-09334D587B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57909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441A1-661B-4283-A79B-F03512AA1948}" type="datetimeFigureOut">
              <a:rPr lang="zh-CN" altLang="en-US" smtClean="0"/>
              <a:t>2020/2/25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C5EA1-B471-4A96-8ACB-09334D587B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55155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441A1-661B-4283-A79B-F03512AA1948}" type="datetimeFigureOut">
              <a:rPr lang="zh-CN" altLang="en-US" smtClean="0"/>
              <a:t>2020/2/25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C5EA1-B471-4A96-8ACB-09334D587B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04350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441A1-661B-4283-A79B-F03512AA1948}" type="datetimeFigureOut">
              <a:rPr lang="zh-CN" altLang="en-US" smtClean="0"/>
              <a:t>2020/2/25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C5EA1-B471-4A96-8ACB-09334D587B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81971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441A1-661B-4283-A79B-F03512AA1948}" type="datetimeFigureOut">
              <a:rPr lang="zh-CN" altLang="en-US" smtClean="0"/>
              <a:t>2020/2/25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C5EA1-B471-4A96-8ACB-09334D587B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13654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441A1-661B-4283-A79B-F03512AA1948}" type="datetimeFigureOut">
              <a:rPr lang="zh-CN" altLang="en-US" smtClean="0"/>
              <a:t>2020/2/25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C5EA1-B471-4A96-8ACB-09334D587B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03613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E441A1-661B-4283-A79B-F03512AA1948}" type="datetimeFigureOut">
              <a:rPr lang="zh-CN" altLang="en-US" smtClean="0"/>
              <a:t>2020/2/25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DC5EA1-B471-4A96-8ACB-09334D587B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53996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3" Type="http://schemas.openxmlformats.org/officeDocument/2006/relationships/tags" Target="../tags/tag3.xml"/><Relationship Id="rId21" Type="http://schemas.openxmlformats.org/officeDocument/2006/relationships/image" Target="../media/image1.tmp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0" Type="http://schemas.openxmlformats.org/officeDocument/2006/relationships/slideLayout" Target="../slideLayouts/slideLayout7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10" Type="http://schemas.openxmlformats.org/officeDocument/2006/relationships/tags" Target="../tags/tag10.xml"/><Relationship Id="rId19" Type="http://schemas.openxmlformats.org/officeDocument/2006/relationships/tags" Target="../tags/tag19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>
            <a:defPPr>
              <a:defRPr lang="zh-CN"/>
            </a:defPPr>
            <a:lvl1pPr>
              <a:defRPr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zh-CN" dirty="0" smtClean="0"/>
              <a:t>我国</a:t>
            </a:r>
            <a:r>
              <a:rPr lang="zh-CN" altLang="zh-CN" dirty="0"/>
              <a:t>第一个</a:t>
            </a:r>
            <a:r>
              <a:rPr lang="en-US" altLang="zh-CN" dirty="0"/>
              <a:t>IPv4</a:t>
            </a:r>
            <a:r>
              <a:rPr lang="zh-CN" altLang="zh-CN" dirty="0"/>
              <a:t>互联网主干</a:t>
            </a:r>
            <a:r>
              <a:rPr lang="zh-CN" altLang="zh-CN" dirty="0" smtClean="0"/>
              <a:t>网</a:t>
            </a:r>
            <a:r>
              <a:rPr lang="zh-CN" altLang="en-US" dirty="0" smtClean="0"/>
              <a:t>是：</a:t>
            </a:r>
            <a:endParaRPr lang="zh-CN" altLang="en-US" dirty="0">
              <a:sym typeface="Microsoft Yahei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>
            <a:defPPr>
              <a:defRPr lang="zh-CN"/>
            </a:defPPr>
            <a:lvl1pPr>
              <a:defRPr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zh-CN" dirty="0"/>
              <a:t>中国电信互联网</a:t>
            </a:r>
            <a:r>
              <a:rPr lang="en-US" altLang="zh-CN" dirty="0"/>
              <a:t> CHINANET</a:t>
            </a:r>
            <a:endParaRPr lang="zh-CN" altLang="zh-CN" dirty="0"/>
          </a:p>
        </p:txBody>
      </p:sp>
      <p:sp>
        <p:nvSpPr>
          <p:cNvPr id="7" name="文本框 6"/>
          <p:cNvSpPr txBox="1"/>
          <p:nvPr>
            <p:custDataLst>
              <p:tags r:id="rId4"/>
            </p:custDataLst>
          </p:nvPr>
        </p:nvSpPr>
        <p:spPr>
          <a:xfrm>
            <a:off x="2438400" y="34718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>
            <a:defPPr>
              <a:defRPr lang="zh-CN"/>
            </a:defPPr>
            <a:lvl1pPr>
              <a:defRPr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zh-CN" dirty="0"/>
              <a:t>中国联通互联网</a:t>
            </a:r>
            <a:r>
              <a:rPr lang="en-US" altLang="zh-CN" dirty="0"/>
              <a:t> UNINET</a:t>
            </a:r>
            <a:endParaRPr lang="zh-CN" altLang="zh-CN" dirty="0"/>
          </a:p>
        </p:txBody>
      </p:sp>
      <p:sp>
        <p:nvSpPr>
          <p:cNvPr id="8" name="文本框 7"/>
          <p:cNvSpPr txBox="1"/>
          <p:nvPr>
            <p:custDataLst>
              <p:tags r:id="rId5"/>
            </p:custDataLst>
          </p:nvPr>
        </p:nvSpPr>
        <p:spPr>
          <a:xfrm>
            <a:off x="2438400" y="41576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>
            <a:defPPr>
              <a:defRPr lang="zh-CN"/>
            </a:defPPr>
            <a:lvl1pPr>
              <a:defRPr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zh-CN" dirty="0"/>
              <a:t>中国移动互联网</a:t>
            </a:r>
            <a:r>
              <a:rPr lang="en-US" altLang="zh-CN" dirty="0"/>
              <a:t> CMNET</a:t>
            </a:r>
            <a:endParaRPr lang="zh-CN" altLang="zh-CN" dirty="0"/>
          </a:p>
        </p:txBody>
      </p:sp>
      <p:sp>
        <p:nvSpPr>
          <p:cNvPr id="9" name="文本框 8"/>
          <p:cNvSpPr txBox="1"/>
          <p:nvPr>
            <p:custDataLst>
              <p:tags r:id="rId6"/>
            </p:custDataLst>
          </p:nvPr>
        </p:nvSpPr>
        <p:spPr>
          <a:xfrm>
            <a:off x="2438400" y="48434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>
            <a:defPPr>
              <a:defRPr lang="zh-CN"/>
            </a:defPPr>
            <a:lvl1pPr>
              <a:defRPr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zh-CN" dirty="0"/>
              <a:t>中国教育和科研计算机网</a:t>
            </a:r>
            <a:r>
              <a:rPr lang="en-US" altLang="zh-CN" dirty="0"/>
              <a:t> CERNET</a:t>
            </a:r>
            <a:endParaRPr lang="zh-CN" altLang="zh-CN" dirty="0"/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35361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42219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椭圆 12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71625" y="49077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" name="圆角矩形 13"/>
          <p:cNvSpPr/>
          <p:nvPr>
            <p:custDataLst>
              <p:tags r:id="rId11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21" name="文本框 20"/>
          <p:cNvSpPr txBox="1"/>
          <p:nvPr>
            <p:custDataLst>
              <p:tags r:id="rId12"/>
            </p:custDataLst>
          </p:nvPr>
        </p:nvSpPr>
        <p:spPr>
          <a:xfrm>
            <a:off x="2438400" y="55292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>
            <a:defPPr>
              <a:defRPr lang="zh-CN"/>
            </a:defPPr>
            <a:lvl1pPr>
              <a:defRPr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zh-CN" dirty="0"/>
              <a:t>中国科学技术网</a:t>
            </a:r>
            <a:r>
              <a:rPr lang="en-US" altLang="zh-CN" dirty="0"/>
              <a:t> CSTNET</a:t>
            </a:r>
            <a:endParaRPr lang="zh-CN" altLang="zh-CN" dirty="0"/>
          </a:p>
        </p:txBody>
      </p:sp>
      <p:sp>
        <p:nvSpPr>
          <p:cNvPr id="22" name="椭圆 21"/>
          <p:cNvSpPr>
            <a:spLocks noChangeAspect="1"/>
          </p:cNvSpPr>
          <p:nvPr>
            <p:custDataLst>
              <p:tags r:id="rId13"/>
            </p:custDataLst>
          </p:nvPr>
        </p:nvSpPr>
        <p:spPr>
          <a:xfrm>
            <a:off x="1571625" y="55935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E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2" name="TipText"/>
          <p:cNvSpPr txBox="1"/>
          <p:nvPr>
            <p:custDataLst>
              <p:tags r:id="rId14"/>
            </p:custDataLst>
          </p:nvPr>
        </p:nvSpPr>
        <p:spPr>
          <a:xfrm>
            <a:off x="1195705" y="109220"/>
            <a:ext cx="2286000" cy="508000"/>
          </a:xfrm>
          <a:prstGeom prst="rect">
            <a:avLst/>
          </a:prstGeom>
          <a:noFill/>
        </p:spPr>
        <p:txBody>
          <a:bodyPr vert="horz" wrap="none" rtlCol="0" anchor="ctr" anchorCtr="0">
            <a:noAutofit/>
          </a:bodyPr>
          <a:lstStyle/>
          <a:p>
            <a:r>
              <a:rPr lang="zh-CN" altLang="en-US" sz="2000" smtClean="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最多可选</a:t>
            </a:r>
            <a:r>
              <a:rPr lang="en-US" altLang="zh-CN" sz="2000" smtClean="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</a:t>
            </a:r>
            <a:r>
              <a:rPr lang="zh-CN" altLang="en-US" sz="2000" smtClean="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项</a:t>
            </a:r>
            <a:endParaRPr lang="zh-CN" altLang="en-US" sz="2000">
              <a:solidFill>
                <a:srgbClr val="80808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9" name="组合 18"/>
          <p:cNvGrpSpPr/>
          <p:nvPr>
            <p:custDataLst>
              <p:tags r:id="rId15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5" name="TitleBackground"/>
            <p:cNvSpPr/>
            <p:nvPr>
              <p:custDataLst>
                <p:tags r:id="rId17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ColorBlock"/>
            <p:cNvSpPr/>
            <p:nvPr>
              <p:custDataLst>
                <p:tags r:id="rId18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TypeText"/>
            <p:cNvSpPr txBox="1"/>
            <p:nvPr>
              <p:custDataLst>
                <p:tags r:id="rId19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endPara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4" name="图片 3"/>
          <p:cNvPicPr>
            <a:picLocks/>
          </p:cNvPicPr>
          <p:nvPr>
            <p:custDataLst>
              <p:tags r:id="rId16"/>
            </p:custDataLst>
          </p:nvPr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65148386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olling"/>
  <p:tag name="RAINPROBLEM" val="Polling"/>
  <p:tag name="ANONYMOUSPOLLING" val="False"/>
  <p:tag name="PROBLEMSCORE" val="0.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Polling"/>
  <p:tag name="RAINBULLET" val="Wrong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Polling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  <p:tag name="RAINPROBLEM" val="PollingAnswer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Polling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41</Words>
  <Application>Microsoft Office PowerPoint</Application>
  <PresentationFormat>宽屏</PresentationFormat>
  <Paragraphs>13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Microsoft Yahei</vt:lpstr>
      <vt:lpstr>等线</vt:lpstr>
      <vt:lpstr>等线 Light</vt:lpstr>
      <vt:lpstr>Arial</vt:lpstr>
      <vt:lpstr>Office 主题​​</vt:lpstr>
      <vt:lpstr>PowerPoint 演示文稿</vt:lpstr>
    </vt:vector>
  </TitlesOfParts>
  <Company>微软中国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个人用户</dc:creator>
  <cp:lastModifiedBy>Administrator</cp:lastModifiedBy>
  <cp:revision>3</cp:revision>
  <dcterms:created xsi:type="dcterms:W3CDTF">2020-02-20T12:18:43Z</dcterms:created>
  <dcterms:modified xsi:type="dcterms:W3CDTF">2020-02-25T09:02:30Z</dcterms:modified>
</cp:coreProperties>
</file>