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73" d="100"/>
          <a:sy n="73" d="100"/>
        </p:scale>
        <p:origin x="1002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第四章 </a:t>
            </a:r>
            <a:r>
              <a:rPr lang="en-US" altLang="zh-CN" smtClean="0">
                <a:latin typeface="黑体" panose="02010609060101010101" pitchFamily="49" charset="-122"/>
                <a:ea typeface="黑体" panose="02010609060101010101" pitchFamily="49" charset="-122"/>
              </a:rPr>
              <a:t>4.5.4-4.8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课后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/>
              <a:t>、</a:t>
            </a:r>
            <a:r>
              <a:rPr lang="zh-CN" altLang="en-US" sz="2400" dirty="0" smtClean="0"/>
              <a:t>“转发</a:t>
            </a:r>
            <a:r>
              <a:rPr lang="zh-CN" altLang="en-US" sz="2400" dirty="0" smtClean="0"/>
              <a:t>”</a:t>
            </a:r>
            <a:r>
              <a:rPr lang="zh-CN" altLang="en-US" sz="2400" dirty="0" smtClean="0"/>
              <a:t>和“路由选择”有什么区别？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2</a:t>
            </a:r>
            <a:r>
              <a:rPr lang="zh-CN" altLang="en-US" sz="2400" dirty="0" smtClean="0"/>
              <a:t>、什么是</a:t>
            </a:r>
            <a:r>
              <a:rPr lang="en-US" altLang="zh-CN" sz="2400" dirty="0" smtClean="0"/>
              <a:t>VPN</a:t>
            </a:r>
            <a:r>
              <a:rPr lang="zh-CN" altLang="en-US" sz="2400" dirty="0" smtClean="0"/>
              <a:t>？</a:t>
            </a:r>
            <a:r>
              <a:rPr lang="en-US" altLang="zh-CN" sz="2400" dirty="0" smtClean="0"/>
              <a:t>VPN</a:t>
            </a:r>
            <a:r>
              <a:rPr lang="zh-CN" altLang="en-US" sz="2400" dirty="0" smtClean="0"/>
              <a:t>有什么特点？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3</a:t>
            </a:r>
            <a:r>
              <a:rPr lang="zh-CN" altLang="en-US" sz="2400" dirty="0" smtClean="0"/>
              <a:t>、什么是</a:t>
            </a:r>
            <a:r>
              <a:rPr lang="en-US" altLang="zh-CN" sz="2400" dirty="0" smtClean="0"/>
              <a:t>NAT</a:t>
            </a:r>
            <a:r>
              <a:rPr lang="zh-CN" altLang="en-US" sz="2400" dirty="0" smtClean="0"/>
              <a:t>？什么是</a:t>
            </a:r>
            <a:r>
              <a:rPr lang="en-US" altLang="zh-CN" sz="2400" dirty="0" smtClean="0"/>
              <a:t>NAPT</a:t>
            </a:r>
            <a:r>
              <a:rPr lang="zh-CN" altLang="en-US" sz="2400" dirty="0" smtClean="0"/>
              <a:t>？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dirty="0" smtClean="0"/>
              <a:t>4</a:t>
            </a:r>
            <a:r>
              <a:rPr lang="zh-CN" altLang="en-US" sz="2400" dirty="0"/>
              <a:t>、写出下列英文术语缩写的全称和中文</a:t>
            </a:r>
            <a:r>
              <a:rPr lang="zh-CN" altLang="en-US" sz="2400" dirty="0" smtClean="0"/>
              <a:t>译名</a:t>
            </a:r>
            <a:endParaRPr lang="en-US" altLang="zh-CN" sz="2400" dirty="0" smtClean="0"/>
          </a:p>
          <a:p>
            <a:pPr marL="0" indent="0" algn="just">
              <a:buNone/>
            </a:pPr>
            <a:r>
              <a:rPr lang="en-US" altLang="zh-CN" sz="2400" smtClean="0"/>
              <a:t>BGP VPN NAT NAPT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407</TotalTime>
  <Words>60</Words>
  <Application>Microsoft Office PowerPoint</Application>
  <PresentationFormat>A4 纸张(210x297 毫米)</PresentationFormat>
  <Paragraphs>10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第四章 4.5.4-4.8课后作业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106</cp:revision>
  <dcterms:created xsi:type="dcterms:W3CDTF">2016-10-01T05:27:00Z</dcterms:created>
  <dcterms:modified xsi:type="dcterms:W3CDTF">2021-01-23T13:18:43Z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