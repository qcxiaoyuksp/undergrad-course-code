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第一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1.1-1.3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、</a:t>
            </a:r>
            <a:r>
              <a:rPr lang="zh-CN" altLang="en-US" sz="2800" dirty="0"/>
              <a:t>“</a:t>
            </a:r>
            <a:r>
              <a:rPr lang="en-US" altLang="zh-CN" sz="2800" dirty="0"/>
              <a:t>internet</a:t>
            </a:r>
            <a:r>
              <a:rPr lang="zh-CN" altLang="en-US" sz="2800" dirty="0"/>
              <a:t>”</a:t>
            </a:r>
            <a:r>
              <a:rPr lang="en-US" altLang="zh-CN" sz="2800" dirty="0"/>
              <a:t> </a:t>
            </a:r>
            <a:r>
              <a:rPr lang="zh-CN" altLang="zh-CN" sz="2800" dirty="0"/>
              <a:t>与</a:t>
            </a:r>
            <a:r>
              <a:rPr lang="zh-CN" altLang="en-US" sz="2800" dirty="0"/>
              <a:t>“</a:t>
            </a:r>
            <a:r>
              <a:rPr lang="en-US" altLang="zh-CN" sz="2800" dirty="0"/>
              <a:t>Internet</a:t>
            </a:r>
            <a:r>
              <a:rPr lang="zh-CN" altLang="en-US" sz="2800" dirty="0"/>
              <a:t>”</a:t>
            </a:r>
            <a:r>
              <a:rPr lang="en-US" altLang="zh-CN" sz="2800" dirty="0"/>
              <a:t> </a:t>
            </a:r>
            <a:r>
              <a:rPr lang="zh-CN" altLang="zh-CN" sz="2800" dirty="0"/>
              <a:t>的</a:t>
            </a:r>
            <a:r>
              <a:rPr lang="zh-CN" altLang="en-US" sz="2800" dirty="0"/>
              <a:t>含义有何</a:t>
            </a:r>
            <a:r>
              <a:rPr lang="zh-CN" altLang="zh-CN" sz="2800" dirty="0"/>
              <a:t>区别</a:t>
            </a:r>
            <a:r>
              <a:rPr lang="zh-CN" altLang="en-US" sz="2800" dirty="0"/>
              <a:t>？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2</a:t>
            </a:r>
            <a:r>
              <a:rPr lang="zh-CN" altLang="en-US" sz="2800" dirty="0"/>
              <a:t>、</a:t>
            </a:r>
            <a:r>
              <a:rPr lang="zh-CN" altLang="zh-CN" sz="2800" dirty="0"/>
              <a:t>互联网</a:t>
            </a:r>
            <a:r>
              <a:rPr lang="zh-CN" altLang="en-US" sz="2800" dirty="0"/>
              <a:t>从其工作方式上</a:t>
            </a:r>
            <a:r>
              <a:rPr lang="zh-CN" altLang="zh-CN" sz="2800" dirty="0"/>
              <a:t>可以划分</a:t>
            </a:r>
            <a:r>
              <a:rPr lang="zh-CN" altLang="en-US" sz="2800" dirty="0"/>
              <a:t>哪</a:t>
            </a:r>
            <a:r>
              <a:rPr lang="zh-CN" altLang="zh-CN" sz="2800" dirty="0"/>
              <a:t>两大块</a:t>
            </a:r>
            <a:r>
              <a:rPr lang="zh-CN" altLang="en-US" sz="2800" dirty="0" smtClean="0"/>
              <a:t>？工作方式各自有什么特点？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 smtClean="0"/>
              <a:t>3</a:t>
            </a:r>
            <a:r>
              <a:rPr lang="zh-CN" altLang="en-US" sz="2800" dirty="0" smtClean="0"/>
              <a:t>、</a:t>
            </a:r>
            <a:r>
              <a:rPr lang="zh-CN" altLang="en-US" sz="2800" dirty="0"/>
              <a:t>对比三种交换</a:t>
            </a:r>
            <a:r>
              <a:rPr lang="zh-CN" altLang="en-US" sz="2800" dirty="0" smtClean="0"/>
              <a:t>方式</a:t>
            </a:r>
            <a:r>
              <a:rPr lang="zh-CN" altLang="en-US" sz="2800" dirty="0" smtClean="0"/>
              <a:t>的优缺点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4</a:t>
            </a:r>
            <a:r>
              <a:rPr lang="zh-CN" altLang="en-US" sz="2800" dirty="0" smtClean="0"/>
              <a:t>、简述分组交换的要点。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5</a:t>
            </a:r>
            <a:r>
              <a:rPr lang="zh-CN" altLang="en-US" sz="2800" dirty="0" smtClean="0"/>
              <a:t>、客户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服务器方式和</a:t>
            </a:r>
            <a:r>
              <a:rPr lang="en-US" altLang="zh-CN" sz="2800" dirty="0" smtClean="0"/>
              <a:t>P2P</a:t>
            </a:r>
            <a:r>
              <a:rPr lang="zh-CN" altLang="en-US" sz="2800" dirty="0" smtClean="0"/>
              <a:t>对等通信方式的主要区别是什么？有没有相同的地方？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6</a:t>
            </a:r>
            <a:r>
              <a:rPr lang="zh-CN" altLang="en-US" sz="2800" dirty="0" smtClean="0"/>
              <a:t>、写出下列英文术语缩写的全称和中文译名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ISP IXP RFC C</a:t>
            </a:r>
            <a:r>
              <a:rPr lang="en-US" altLang="zh-CN" sz="2800" dirty="0" smtClean="0"/>
              <a:t>/S P2P</a:t>
            </a:r>
            <a:endParaRPr lang="zh-CN" altLang="en-US" sz="2800" dirty="0"/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317</TotalTime>
  <Words>106</Words>
  <Application>Microsoft Office PowerPoint</Application>
  <PresentationFormat>A4 纸张(210x297 毫米)</PresentationFormat>
  <Paragraphs>12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第一章 1.1-1.3课后作业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81</cp:revision>
  <dcterms:created xsi:type="dcterms:W3CDTF">2016-10-01T05:27:00Z</dcterms:created>
  <dcterms:modified xsi:type="dcterms:W3CDTF">2021-01-05T01:47:49Z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