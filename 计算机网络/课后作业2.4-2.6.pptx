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426" r:id="rId2"/>
    <p:sldId id="431" r:id="rId3"/>
    <p:sldId id="432" r:id="rId4"/>
  </p:sldIdLst>
  <p:sldSz cx="9906000" cy="6858000" type="A4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0000FF"/>
    <a:srgbClr val="FFFF66"/>
    <a:srgbClr val="66FF66"/>
    <a:srgbClr val="000099"/>
    <a:srgbClr val="00FF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98" autoAdjust="0"/>
    <p:restoredTop sz="93175" autoAdjust="0"/>
  </p:normalViewPr>
  <p:slideViewPr>
    <p:cSldViewPr>
      <p:cViewPr varScale="1">
        <p:scale>
          <a:sx n="87" d="100"/>
          <a:sy n="87" d="100"/>
        </p:scale>
        <p:origin x="309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247E18CD-0C18-4915-AB38-46FC6350B9A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en-US" altLang="zh-CN" smtClean="0"/>
              <a:t>5656</a:t>
            </a:r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A143603D-CCA6-45D5-A59D-3B4CD933224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02EEDA8-5EF7-4A6F-9A69-0FC8242B0BD6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588622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 descr="Gold bar"/>
          <p:cNvSpPr>
            <a:spLocks noChangeArrowheads="1"/>
          </p:cNvSpPr>
          <p:nvPr/>
        </p:nvSpPr>
        <p:spPr bwMode="auto">
          <a:xfrm>
            <a:off x="247650" y="2889250"/>
            <a:ext cx="3109913" cy="2016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9" descr="Orange bar"/>
          <p:cNvSpPr>
            <a:spLocks noChangeArrowheads="1"/>
          </p:cNvSpPr>
          <p:nvPr/>
        </p:nvSpPr>
        <p:spPr bwMode="auto">
          <a:xfrm>
            <a:off x="3357563" y="2889250"/>
            <a:ext cx="310832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" name="Rectangle 10" descr="Slate bar"/>
          <p:cNvSpPr>
            <a:spLocks noChangeArrowheads="1"/>
          </p:cNvSpPr>
          <p:nvPr/>
        </p:nvSpPr>
        <p:spPr bwMode="auto">
          <a:xfrm>
            <a:off x="6465888" y="2889250"/>
            <a:ext cx="3109912" cy="201613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685800"/>
            <a:ext cx="8420100" cy="2127250"/>
          </a:xfrm>
        </p:spPr>
        <p:txBody>
          <a:bodyPr/>
          <a:lstStyle>
            <a:lvl1pPr algn="ctr">
              <a:defRPr sz="5400" b="1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D2C440-9E6A-4430-8BAD-CF78432C284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9173260"/>
      </p:ext>
    </p:extLst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24A7B3-BB3D-430C-9416-57B4A4106B8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474879"/>
      </p:ext>
    </p:extLst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1B3705-864E-4D65-9C72-61CB65F1C9F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824084"/>
      </p:ext>
    </p:extLst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5D87F-0A7A-4AA9-BC3A-2693AF5276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9220879"/>
      </p:ext>
    </p:extLst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2B1608-A69B-485F-95FB-95438C61343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9984336"/>
      </p:ext>
    </p:extLst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B6D876-83A9-45DC-A9A8-45B00DF3B1A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0569552"/>
      </p:ext>
    </p:extLst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661C98-5699-4428-B37E-AF7B2204936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3861348"/>
      </p:ext>
    </p:extLst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377DAC-F69D-47B1-9C81-D9ECC8A8400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2894119"/>
      </p:ext>
    </p:extLst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3CC55C-0818-484B-95B1-0D6AEF3A512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8653774"/>
      </p:ext>
    </p:extLst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noProof="1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ABBE44-C760-482C-BBF4-1AD90914546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825503"/>
      </p:ext>
    </p:extLst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AE9711-D2FE-4E38-90AE-D1E297BAFE8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3581823"/>
      </p:ext>
    </p:extLst>
  </p:cSld>
  <p:clrMapOvr>
    <a:masterClrMapping/>
  </p:clrMapOvr>
  <p:hf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B43DEA-F75B-4EB0-9B6A-B5DA8DF755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245461"/>
      </p:ext>
    </p:extLst>
  </p:cSld>
  <p:clrMapOvr>
    <a:masterClrMapping/>
  </p:clrMapOvr>
  <p:hf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81D9F3F7-388B-412F-8C50-0C2AA03CD55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7343236"/>
      </p:ext>
    </p:extLst>
  </p:cSld>
  <p:clrMapOvr>
    <a:masterClrMapping/>
  </p:clrMapOvr>
  <p:hf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 hasCustomPrompt="1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 noProof="1"/>
              <a:t>单击图标添加剪 贴画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1662586B-82D2-4BB4-820A-EB888FEA84B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4524900"/>
      </p:ext>
    </p:extLst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95300" y="188913"/>
            <a:ext cx="90662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95300" y="1196975"/>
            <a:ext cx="9066213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zh-CN" altLang="en-US" smtClean="0"/>
              <a:t>第二级</a:t>
            </a:r>
            <a:endParaRPr lang="en-US" altLang="zh-CN" smtClean="0"/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 noProof="1" dirty="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356350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fld id="{64D427D7-2ECD-47CB-B1DF-7A19DDD78A9B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31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2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3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34" name="Picture 2" descr="computer networking 的图像结果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00" y="188913"/>
            <a:ext cx="112395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69" r:id="rId3"/>
    <p:sldLayoutId id="2147483672" r:id="rId4"/>
    <p:sldLayoutId id="2147483673" r:id="rId5"/>
    <p:sldLayoutId id="2147483674" r:id="rId6"/>
    <p:sldLayoutId id="2147483675" r:id="rId7"/>
    <p:sldLayoutId id="2147483668" r:id="rId8"/>
    <p:sldLayoutId id="2147483667" r:id="rId9"/>
    <p:sldLayoutId id="2147483666" r:id="rId10"/>
    <p:sldLayoutId id="2147483665" r:id="rId11"/>
    <p:sldLayoutId id="2147483664" r:id="rId12"/>
    <p:sldLayoutId id="2147483676" r:id="rId13"/>
    <p:sldLayoutId id="2147483677" r:id="rId14"/>
  </p:sldLayoutIdLst>
  <p:hf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anose="02010609060101010101" pitchFamily="2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黑体" panose="02010609060101010101" pitchFamily="2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黑体" panose="02010609060101010101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第二章 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2.4-2.6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课后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作业</a:t>
            </a:r>
            <a:endParaRPr lang="zh-CN" altLang="en-US" dirty="0" smtClean="0">
              <a:latin typeface="黑体" panose="020106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1331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A188BD7-4C42-4ADA-B884-2730F48AB4ED}" type="slidenum">
              <a:rPr lang="zh-CN" altLang="en-US" smtClean="0"/>
              <a:pPr eaLnBrk="1" hangingPunct="1"/>
              <a:t>1</a:t>
            </a:fld>
            <a:endParaRPr lang="en-US" altLang="zh-CN" smtClean="0"/>
          </a:p>
        </p:txBody>
      </p:sp>
      <p:sp>
        <p:nvSpPr>
          <p:cNvPr id="1331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3024695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请写到作业本上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52565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/>
              <a:t>1</a:t>
            </a:r>
            <a:r>
              <a:rPr lang="zh-CN" altLang="en-US" sz="2400" dirty="0"/>
              <a:t>、</a:t>
            </a:r>
            <a:r>
              <a:rPr lang="zh-CN" altLang="zh-CN" sz="2400" dirty="0"/>
              <a:t>使用信道复用技术</a:t>
            </a:r>
            <a:r>
              <a:rPr lang="zh-CN" altLang="en-US" sz="2400" dirty="0"/>
              <a:t>的目的是什么？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2</a:t>
            </a:r>
            <a:r>
              <a:rPr lang="zh-CN" altLang="en-US" sz="2400" dirty="0"/>
              <a:t>、常用的</a:t>
            </a:r>
            <a:r>
              <a:rPr lang="zh-CN" altLang="zh-CN" sz="2400" dirty="0"/>
              <a:t>信道复用技术</a:t>
            </a:r>
            <a:r>
              <a:rPr lang="zh-CN" altLang="en-US" sz="2400" dirty="0"/>
              <a:t>有哪些？各自都是什么原理？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3</a:t>
            </a:r>
            <a:r>
              <a:rPr lang="zh-CN" altLang="en-US" sz="2400" dirty="0"/>
              <a:t>、为什么</a:t>
            </a:r>
            <a:r>
              <a:rPr lang="zh-CN" altLang="zh-CN" sz="2400" dirty="0"/>
              <a:t>统计时分复用可以提高线路的利用率</a:t>
            </a:r>
            <a:r>
              <a:rPr lang="zh-CN" altLang="en-US" sz="2400" dirty="0" smtClean="0"/>
              <a:t>？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en-US" altLang="zh-CN" sz="2400" dirty="0" smtClean="0"/>
              <a:t>4</a:t>
            </a:r>
            <a:r>
              <a:rPr lang="zh-CN" altLang="en-US" sz="2400" dirty="0" smtClean="0"/>
              <a:t>、共有四个站进行码分多址</a:t>
            </a:r>
            <a:r>
              <a:rPr lang="en-US" altLang="zh-CN" sz="2400" dirty="0" smtClean="0"/>
              <a:t>CDMA</a:t>
            </a:r>
            <a:r>
              <a:rPr lang="zh-CN" altLang="en-US" sz="2400" dirty="0" smtClean="0"/>
              <a:t>通信，四个站的码片序列为：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en-US" altLang="zh-CN" sz="2400" dirty="0" smtClean="0"/>
              <a:t>A</a:t>
            </a:r>
            <a:r>
              <a:rPr lang="zh-CN" altLang="en-US" sz="2400" dirty="0" smtClean="0"/>
              <a:t>：（</a:t>
            </a:r>
            <a:r>
              <a:rPr lang="en-US" altLang="zh-CN" sz="2400" dirty="0" smtClean="0"/>
              <a:t>-1-1-1+1+1-1+1+1</a:t>
            </a:r>
            <a:r>
              <a:rPr lang="zh-CN" altLang="en-US" sz="2400" dirty="0" smtClean="0"/>
              <a:t>）</a:t>
            </a:r>
            <a:r>
              <a:rPr lang="en-US" altLang="zh-CN" sz="2400" dirty="0" smtClean="0"/>
              <a:t>B</a:t>
            </a:r>
            <a:r>
              <a:rPr lang="zh-CN" altLang="en-US" sz="2400" dirty="0" smtClean="0"/>
              <a:t>：</a:t>
            </a:r>
            <a:r>
              <a:rPr lang="zh-CN" altLang="en-US" sz="2400" dirty="0"/>
              <a:t>（</a:t>
            </a:r>
            <a:r>
              <a:rPr lang="en-US" altLang="zh-CN" sz="2400" dirty="0"/>
              <a:t>-</a:t>
            </a:r>
            <a:r>
              <a:rPr lang="en-US" altLang="zh-CN" sz="2400" dirty="0" smtClean="0"/>
              <a:t>1-1+1-1+1+1+1-1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 smtClean="0"/>
              <a:t>C</a:t>
            </a:r>
            <a:r>
              <a:rPr lang="zh-CN" altLang="en-US" sz="2400" dirty="0" smtClean="0"/>
              <a:t>：</a:t>
            </a:r>
            <a:r>
              <a:rPr lang="zh-CN" altLang="en-US" sz="2400" dirty="0"/>
              <a:t>（</a:t>
            </a:r>
            <a:r>
              <a:rPr lang="en-US" altLang="zh-CN" sz="2400" dirty="0"/>
              <a:t>-</a:t>
            </a:r>
            <a:r>
              <a:rPr lang="en-US" altLang="zh-CN" sz="2400" dirty="0" smtClean="0"/>
              <a:t>1+1-1+1+1+1-1-1</a:t>
            </a:r>
            <a:r>
              <a:rPr lang="zh-CN" altLang="en-US" sz="2400" dirty="0" smtClean="0"/>
              <a:t>）</a:t>
            </a:r>
            <a:r>
              <a:rPr lang="en-US" altLang="zh-CN" sz="2400" dirty="0" smtClean="0"/>
              <a:t>D</a:t>
            </a:r>
            <a:r>
              <a:rPr lang="zh-CN" altLang="en-US" sz="2400" dirty="0" smtClean="0"/>
              <a:t>：</a:t>
            </a:r>
            <a:r>
              <a:rPr lang="zh-CN" altLang="en-US" sz="2400" dirty="0"/>
              <a:t>（</a:t>
            </a:r>
            <a:r>
              <a:rPr lang="en-US" altLang="zh-CN" sz="2400" dirty="0"/>
              <a:t>-</a:t>
            </a:r>
            <a:r>
              <a:rPr lang="en-US" altLang="zh-CN" sz="2400" dirty="0" smtClean="0"/>
              <a:t>1+1-1-1-1-1+1-1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 smtClean="0"/>
              <a:t>现收到这样的码片</a:t>
            </a:r>
            <a:r>
              <a:rPr lang="zh-CN" altLang="en-US" sz="2400" dirty="0"/>
              <a:t>序列：（</a:t>
            </a:r>
            <a:r>
              <a:rPr lang="en-US" altLang="zh-CN" sz="2400" dirty="0"/>
              <a:t>-</a:t>
            </a:r>
            <a:r>
              <a:rPr lang="en-US" altLang="zh-CN" sz="2400" dirty="0" smtClean="0"/>
              <a:t>1+1-3+1-1-3+1+1</a:t>
            </a:r>
            <a:r>
              <a:rPr lang="zh-CN" altLang="en-US" sz="2400" dirty="0" smtClean="0"/>
              <a:t>）。问那个站发送数据了？发送的是</a:t>
            </a:r>
            <a:r>
              <a:rPr lang="en-US" altLang="zh-CN" sz="2400" dirty="0" smtClean="0"/>
              <a:t>0</a:t>
            </a:r>
            <a:r>
              <a:rPr lang="zh-CN" altLang="en-US" sz="2400" dirty="0" smtClean="0"/>
              <a:t>还是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？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en-US" altLang="zh-CN" sz="2400" dirty="0" smtClean="0"/>
              <a:t>5</a:t>
            </a:r>
            <a:r>
              <a:rPr lang="zh-CN" altLang="en-US" sz="2400" dirty="0" smtClean="0"/>
              <a:t>、写出</a:t>
            </a:r>
            <a:r>
              <a:rPr lang="zh-CN" altLang="en-US" sz="2400" dirty="0"/>
              <a:t>下列英文术语缩写的全称和中文</a:t>
            </a:r>
            <a:r>
              <a:rPr lang="zh-CN" altLang="en-US" sz="2400" dirty="0" smtClean="0"/>
              <a:t>译名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STP UTP </a:t>
            </a:r>
            <a:r>
              <a:rPr lang="en-US" altLang="zh-CN" sz="2400" dirty="0" smtClean="0"/>
              <a:t>ISM FDM TDM STDM WDM CDM CDMA PCM  SONET SDH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4163100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请写到作业本上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6</a:t>
            </a:r>
            <a:r>
              <a:rPr lang="zh-CN" altLang="en-US" dirty="0" smtClean="0"/>
              <a:t>、</a:t>
            </a:r>
            <a:r>
              <a:rPr lang="zh-CN" altLang="en-US" dirty="0"/>
              <a:t>非对称数字用户线</a:t>
            </a:r>
            <a:r>
              <a:rPr lang="en-US" altLang="zh-CN" dirty="0"/>
              <a:t>ADSL</a:t>
            </a:r>
            <a:r>
              <a:rPr lang="zh-CN" altLang="en-US" dirty="0"/>
              <a:t>和</a:t>
            </a:r>
            <a:r>
              <a:rPr lang="zh-CN" altLang="zh-CN" dirty="0"/>
              <a:t>光纤同轴混合网</a:t>
            </a:r>
            <a:r>
              <a:rPr lang="en-US" altLang="zh-CN" dirty="0"/>
              <a:t>HFC</a:t>
            </a:r>
            <a:r>
              <a:rPr lang="zh-CN" altLang="en-US" dirty="0"/>
              <a:t>提供宽带接入的基本思路。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7</a:t>
            </a:r>
            <a:r>
              <a:rPr lang="zh-CN" altLang="en-US" dirty="0" smtClean="0"/>
              <a:t>、</a:t>
            </a:r>
            <a:r>
              <a:rPr lang="zh-CN" altLang="en-US" dirty="0"/>
              <a:t>写出下列英文术语缩写的全称和中文译名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ADSL HDSL VDSL SDSL DSL RADSL DMT HFC HTTH HTTB HTTC HTTF PON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ppt课件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4A7B3-BB3D-430C-9416-57B4A4106B8F}" type="slidenum">
              <a:rPr lang="zh-CN" altLang="en-US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1507601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326</TotalTime>
  <Words>199</Words>
  <Application>Microsoft Office PowerPoint</Application>
  <PresentationFormat>A4 纸张(210x297 毫米)</PresentationFormat>
  <Paragraphs>20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黑体</vt:lpstr>
      <vt:lpstr>宋体</vt:lpstr>
      <vt:lpstr>Arial</vt:lpstr>
      <vt:lpstr>Times New Roman</vt:lpstr>
      <vt:lpstr>Wingdings</vt:lpstr>
      <vt:lpstr>Presentation</vt:lpstr>
      <vt:lpstr>第二章 2.4-2.6课后作业</vt:lpstr>
      <vt:lpstr>请写到作业本上</vt:lpstr>
      <vt:lpstr>请写到作业本上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a</cp:lastModifiedBy>
  <cp:revision>85</cp:revision>
  <dcterms:created xsi:type="dcterms:W3CDTF">2016-10-01T05:27:00Z</dcterms:created>
  <dcterms:modified xsi:type="dcterms:W3CDTF">2024-03-11T00:36:48Z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  <property fmtid="{D5CDD505-2E9C-101B-9397-08002B2CF9AE}" pid="3" name="KSOProductBuildVer">
    <vt:lpwstr>2052-11.3.0.8513</vt:lpwstr>
  </property>
</Properties>
</file>