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1.tmp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image" Target="../media/image1.tmp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image" Target="../media/image1.tmp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image" Target="../media/image1.tmp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1.tmp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7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image" Target="../media/image1.tmp"/><Relationship Id="rId10" Type="http://schemas.openxmlformats.org/officeDocument/2006/relationships/tags" Target="../tags/tag86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1.tmp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94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5" Type="http://schemas.openxmlformats.org/officeDocument/2006/relationships/image" Target="../media/image1.tmp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5" Type="http://schemas.openxmlformats.org/officeDocument/2006/relationships/tags" Target="../tags/tag117.xml"/><Relationship Id="rId15" Type="http://schemas.openxmlformats.org/officeDocument/2006/relationships/image" Target="../media/image1.tmp"/><Relationship Id="rId10" Type="http://schemas.openxmlformats.org/officeDocument/2006/relationships/tags" Target="../tags/tag122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、以下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属于电子邮件的读取邮件协议的是（    ）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SMTP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POP3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MIME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IMAP</a:t>
            </a: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927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个电子邮件系统应具有的三个组成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构件，分别是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以及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046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个邮件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服务器要么作为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客户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，要么作为服务器，不可以既是客户又是服务器。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365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SMTP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在发送方和接收方的邮件服务器之间不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使用中间的邮件服务器。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783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属于联机协议的是（ 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POP3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IMAP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710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基于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万维网的电子邮件，邮件从邮件服务器传送到用户的浏览器是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个邮件服务器之间的传送使用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379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适用于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所传送电子邮件的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数据中只有少量的非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ASCII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码编码方法是（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quoted-printable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base64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6323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06500" y="103806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互联网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上的主机需要配置的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项目有：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4380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每个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网络上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都必须有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DHCP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服务器。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056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DHCP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服务器分配给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DHCP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客户的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地址的临时的，因此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DHCP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客户只能在一段有限的时间内使用这个分配到的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922292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用户代理&quot;],&quot;CaseSensitive&quot;:false,&quot;FuzzyMatch&quot;:false},{&quot;Num&quot;:2,&quot;Score&quot;:1.0,&quot;Answers&quot;:[&quot;邮件服务器&quot;],&quot;CaseSensitive&quot;:false,&quot;FuzzyMatch&quot;:false},{&quot;Num&quot;:3,&quot;Score&quot;:1.0,&quot;Answers&quot;:[&quot;邮件发送协议和邮件读取协议&quot;],&quot;CaseSensitive&quot;:false,&quot;FuzzyMatch&quot;:false}]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HTTP&quot;],&quot;CaseSensitive&quot;:false,&quot;FuzzyMatch&quot;:false},{&quot;Num&quot;:2,&quot;Score&quot;:1.0,&quot;Answers&quot;:[&quot;SMTP&quot;],&quot;CaseSensitive&quot;:false,&quot;FuzzyMatch&quot;:false}]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IP 地址&quot;],&quot;CaseSensitive&quot;:false,&quot;FuzzyMatch&quot;:false},{&quot;Num&quot;:2,&quot;Score&quot;:1.0,&quot;Answers&quot;:[&quot;子网掩码&quot;],&quot;CaseSensitive&quot;:false,&quot;FuzzyMatch&quot;:false},{&quot;Num&quot;:3,&quot;Score&quot;:1.0,&quot;Answers&quot;:[&quot;默认路由器的 IP 地址&quot;],&quot;CaseSensitive&quot;:false,&quot;FuzzyMatch&quot;:false},{&quot;Num&quot;:4,&quot;Score&quot;:1.0,&quot;Answers&quot;:[&quot;域名服务器的 IP 地址&quot;],&quot;CaseSensitive&quot;:false,&quot;FuzzyMatch&quot;:false}]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347</Words>
  <Application>Microsoft Office PowerPoint</Application>
  <PresentationFormat>宽屏</PresentationFormat>
  <Paragraphs>75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120</cp:revision>
  <dcterms:created xsi:type="dcterms:W3CDTF">2020-02-20T13:08:52Z</dcterms:created>
  <dcterms:modified xsi:type="dcterms:W3CDTF">2022-05-03T14:43:43Z</dcterms:modified>
</cp:coreProperties>
</file>