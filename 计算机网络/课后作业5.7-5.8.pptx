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426" r:id="rId2"/>
    <p:sldId id="431" r:id="rId3"/>
    <p:sldId id="432" r:id="rId4"/>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2EEDA8-5EF7-4A6F-9A69-0FC8242B0BD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4338" name="Rectangle 2"/>
          <p:cNvSpPr>
            <a:spLocks noGrp="1" noRot="1" noChangeAspect="1" noChangeArrowheads="1" noTextEdit="1"/>
          </p:cNvSpPr>
          <p:nvPr>
            <p:ph type="sldImg" idx="4294967295"/>
          </p:nvPr>
        </p:nvSpPr>
        <p:spPr>
          <a:ln/>
        </p:spPr>
      </p:sp>
      <p:sp>
        <p:nvSpPr>
          <p:cNvPr id="14339"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588622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ctrTitle"/>
          </p:nvPr>
        </p:nvSpPr>
        <p:spPr/>
        <p:txBody>
          <a:bodyPr/>
          <a:lstStyle/>
          <a:p>
            <a:r>
              <a:rPr lang="zh-CN" altLang="en-US" dirty="0" smtClean="0">
                <a:latin typeface="黑体" panose="02010609060101010101" pitchFamily="49" charset="-122"/>
                <a:ea typeface="黑体" panose="02010609060101010101" pitchFamily="49" charset="-122"/>
              </a:rPr>
              <a:t>第五章 </a:t>
            </a:r>
            <a:r>
              <a:rPr lang="en-US" altLang="zh-CN" dirty="0" smtClean="0">
                <a:latin typeface="黑体" panose="02010609060101010101" pitchFamily="49" charset="-122"/>
                <a:ea typeface="黑体" panose="02010609060101010101" pitchFamily="49" charset="-122"/>
              </a:rPr>
              <a:t>5.7-5.8</a:t>
            </a:r>
            <a:r>
              <a:rPr lang="zh-CN" altLang="en-US" dirty="0" smtClean="0">
                <a:latin typeface="黑体" panose="02010609060101010101" pitchFamily="49" charset="-122"/>
                <a:ea typeface="黑体" panose="02010609060101010101" pitchFamily="49" charset="-122"/>
              </a:rPr>
              <a:t>课后作业</a:t>
            </a:r>
            <a:endParaRPr lang="zh-CN" altLang="en-US" dirty="0" smtClean="0">
              <a:latin typeface="黑体" panose="02010609060101010101" pitchFamily="49" charset="-122"/>
              <a:ea typeface="宋体" panose="02010600030101010101" pitchFamily="2" charset="-122"/>
            </a:endParaRPr>
          </a:p>
        </p:txBody>
      </p:sp>
      <p:sp>
        <p:nvSpPr>
          <p:cNvPr id="13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188BD7-4C42-4ADA-B884-2730F48AB4ED}" type="slidenum">
              <a:rPr lang="zh-CN" altLang="en-US" smtClean="0"/>
              <a:pPr eaLnBrk="1" hangingPunct="1"/>
              <a:t>1</a:t>
            </a:fld>
            <a:endParaRPr lang="en-US" altLang="zh-CN" smtClean="0"/>
          </a:p>
        </p:txBody>
      </p:sp>
      <p:sp>
        <p:nvSpPr>
          <p:cNvPr id="13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02469561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请写到作业本上</a:t>
            </a:r>
            <a:endParaRPr lang="zh-CN" altLang="en-US" dirty="0"/>
          </a:p>
        </p:txBody>
      </p:sp>
      <p:sp>
        <p:nvSpPr>
          <p:cNvPr id="3" name="内容占位符 2"/>
          <p:cNvSpPr>
            <a:spLocks noGrp="1"/>
          </p:cNvSpPr>
          <p:nvPr>
            <p:ph idx="1"/>
          </p:nvPr>
        </p:nvSpPr>
        <p:spPr>
          <a:xfrm>
            <a:off x="495300" y="1196752"/>
            <a:ext cx="9066212" cy="5256500"/>
          </a:xfrm>
        </p:spPr>
        <p:txBody>
          <a:bodyPr/>
          <a:lstStyle/>
          <a:p>
            <a:pPr marL="0" indent="0" algn="just">
              <a:buNone/>
            </a:pPr>
            <a:r>
              <a:rPr lang="en-US" altLang="zh-CN" sz="2400" dirty="0" smtClean="0"/>
              <a:t>1</a:t>
            </a:r>
            <a:r>
              <a:rPr lang="zh-CN" altLang="en-US" sz="2400" dirty="0"/>
              <a:t>、设</a:t>
            </a:r>
            <a:r>
              <a:rPr lang="en-US" altLang="zh-CN" sz="2400" dirty="0"/>
              <a:t>TCP</a:t>
            </a:r>
            <a:r>
              <a:rPr lang="zh-CN" altLang="en-US" sz="2400" dirty="0"/>
              <a:t>的</a:t>
            </a:r>
            <a:r>
              <a:rPr lang="en-US" altLang="zh-CN" sz="2400" dirty="0" err="1"/>
              <a:t>ssthresh</a:t>
            </a:r>
            <a:r>
              <a:rPr lang="zh-CN" altLang="en-US" sz="2400" dirty="0"/>
              <a:t>的初始值为</a:t>
            </a:r>
            <a:r>
              <a:rPr lang="en-US" altLang="zh-CN" sz="2400" dirty="0"/>
              <a:t>8(</a:t>
            </a:r>
            <a:r>
              <a:rPr lang="zh-CN" altLang="en-US" sz="2400" dirty="0"/>
              <a:t>单位为报文段</a:t>
            </a:r>
            <a:r>
              <a:rPr lang="en-US" altLang="zh-CN" sz="2400" dirty="0"/>
              <a:t>)</a:t>
            </a:r>
            <a:r>
              <a:rPr lang="zh-CN" altLang="en-US" sz="2400" dirty="0"/>
              <a:t>。当拥塞窗口上升到</a:t>
            </a:r>
            <a:r>
              <a:rPr lang="en-US" altLang="zh-CN" sz="2400" dirty="0"/>
              <a:t>12</a:t>
            </a:r>
            <a:r>
              <a:rPr lang="zh-CN" altLang="en-US" sz="2400" dirty="0"/>
              <a:t>时网络发生了超时，</a:t>
            </a:r>
            <a:r>
              <a:rPr lang="en-US" altLang="zh-CN" sz="2400" dirty="0"/>
              <a:t>TCP</a:t>
            </a:r>
            <a:r>
              <a:rPr lang="zh-CN" altLang="en-US" sz="2400" dirty="0"/>
              <a:t>使用慢开始和拥塞避免。试分别求出第</a:t>
            </a:r>
            <a:r>
              <a:rPr lang="en-US" altLang="zh-CN" sz="2400" dirty="0"/>
              <a:t>1</a:t>
            </a:r>
            <a:r>
              <a:rPr lang="zh-CN" altLang="en-US" sz="2400" dirty="0"/>
              <a:t>次到第</a:t>
            </a:r>
            <a:r>
              <a:rPr lang="en-US" altLang="zh-CN" sz="2400" dirty="0"/>
              <a:t>15</a:t>
            </a:r>
            <a:r>
              <a:rPr lang="zh-CN" altLang="en-US" sz="2400" dirty="0"/>
              <a:t>次传输的各拥塞窗口大小。你能说明拥塞控制窗口每一次变化的原因吗</a:t>
            </a:r>
            <a:r>
              <a:rPr lang="zh-CN" altLang="en-US" sz="2400" dirty="0" smtClean="0"/>
              <a:t>？</a:t>
            </a:r>
            <a:endParaRPr lang="en-US" altLang="zh-CN" sz="2400" dirty="0" smtClean="0"/>
          </a:p>
          <a:p>
            <a:pPr marL="0" indent="0" algn="just">
              <a:buNone/>
            </a:pPr>
            <a:r>
              <a:rPr lang="en-US" altLang="zh-CN" sz="2400" dirty="0" smtClean="0"/>
              <a:t>2</a:t>
            </a:r>
            <a:r>
              <a:rPr lang="zh-CN" altLang="en-US" sz="2400" dirty="0"/>
              <a:t>、写出下列英文术语缩写的全称和中文译名</a:t>
            </a:r>
          </a:p>
          <a:p>
            <a:pPr marL="0" indent="0" algn="just">
              <a:buNone/>
            </a:pPr>
            <a:r>
              <a:rPr lang="en-US" altLang="zh-CN" sz="2400" dirty="0"/>
              <a:t>CWND  FR AIMD </a:t>
            </a:r>
            <a:r>
              <a:rPr lang="en-US" altLang="zh-CN" sz="2400" dirty="0" smtClean="0"/>
              <a:t>AQM RED</a:t>
            </a:r>
            <a:endParaRPr lang="zh-CN" altLang="en-US" sz="2400" dirty="0"/>
          </a:p>
        </p:txBody>
      </p:sp>
    </p:spTree>
    <p:extLst>
      <p:ext uri="{BB962C8B-B14F-4D97-AF65-F5344CB8AC3E}">
        <p14:creationId xmlns:p14="http://schemas.microsoft.com/office/powerpoint/2010/main" val="416310081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请写到作业本上</a:t>
            </a:r>
          </a:p>
        </p:txBody>
      </p:sp>
      <p:sp>
        <p:nvSpPr>
          <p:cNvPr id="3" name="内容占位符 2"/>
          <p:cNvSpPr>
            <a:spLocks noGrp="1"/>
          </p:cNvSpPr>
          <p:nvPr>
            <p:ph idx="1"/>
          </p:nvPr>
        </p:nvSpPr>
        <p:spPr/>
        <p:txBody>
          <a:bodyPr/>
          <a:lstStyle/>
          <a:p>
            <a:pPr marL="0" indent="0">
              <a:buNone/>
            </a:pPr>
            <a:r>
              <a:rPr lang="en-US" altLang="zh-CN" sz="2000" smtClean="0"/>
              <a:t>3</a:t>
            </a:r>
            <a:r>
              <a:rPr lang="zh-CN" altLang="en-US" sz="2000" smtClean="0"/>
              <a:t>、</a:t>
            </a:r>
            <a:r>
              <a:rPr lang="en-US" altLang="zh-CN" sz="2000" dirty="0"/>
              <a:t>TCP </a:t>
            </a:r>
            <a:r>
              <a:rPr lang="zh-CN" altLang="en-US" sz="2000" dirty="0"/>
              <a:t>的拥塞窗口</a:t>
            </a:r>
            <a:r>
              <a:rPr lang="en-US" altLang="zh-CN" sz="2000" dirty="0" err="1"/>
              <a:t>cwnd</a:t>
            </a:r>
            <a:r>
              <a:rPr lang="zh-CN" altLang="en-US" sz="2000" dirty="0"/>
              <a:t>大小与传输轮次</a:t>
            </a:r>
            <a:r>
              <a:rPr lang="en-US" altLang="zh-CN" sz="2000" dirty="0"/>
              <a:t>n</a:t>
            </a:r>
            <a:r>
              <a:rPr lang="zh-CN" altLang="en-US" sz="2000" dirty="0"/>
              <a:t>的关系如下所示</a:t>
            </a:r>
            <a:r>
              <a:rPr lang="zh-CN" altLang="en-US" sz="2000" dirty="0" smtClean="0"/>
              <a:t>：</a:t>
            </a:r>
            <a:endParaRPr lang="en-US" altLang="zh-CN" sz="2000" dirty="0" smtClean="0"/>
          </a:p>
          <a:p>
            <a:pPr marL="0" indent="0">
              <a:buNone/>
            </a:pPr>
            <a:endParaRPr lang="en-US" altLang="zh-CN" sz="2000" dirty="0" smtClean="0"/>
          </a:p>
          <a:p>
            <a:pPr marL="0" indent="0">
              <a:buNone/>
            </a:pPr>
            <a:endParaRPr lang="en-US" altLang="zh-CN" sz="2000" dirty="0"/>
          </a:p>
          <a:p>
            <a:pPr marL="0" indent="0">
              <a:buNone/>
            </a:pPr>
            <a:endParaRPr lang="en-US" altLang="zh-CN" sz="2000" dirty="0" smtClean="0"/>
          </a:p>
          <a:p>
            <a:pPr marL="0" indent="0">
              <a:buNone/>
            </a:pPr>
            <a:r>
              <a:rPr lang="zh-CN" altLang="en-US" sz="2000" dirty="0" smtClean="0"/>
              <a:t>（</a:t>
            </a:r>
            <a:r>
              <a:rPr lang="en-US" altLang="zh-CN" sz="2000" dirty="0"/>
              <a:t>1</a:t>
            </a:r>
            <a:r>
              <a:rPr lang="zh-CN" altLang="en-US" sz="2000" dirty="0"/>
              <a:t>）试画出如图</a:t>
            </a:r>
            <a:r>
              <a:rPr lang="en-US" altLang="zh-CN" sz="2000" dirty="0"/>
              <a:t>5-25</a:t>
            </a:r>
            <a:r>
              <a:rPr lang="zh-CN" altLang="en-US" sz="2000" dirty="0"/>
              <a:t>所示的拥塞窗口与传输轮次的关系曲线</a:t>
            </a:r>
            <a:r>
              <a:rPr lang="zh-CN" altLang="en-US" sz="2000" dirty="0" smtClean="0"/>
              <a:t>。</a:t>
            </a:r>
            <a:endParaRPr lang="en-US" altLang="zh-CN" sz="2000" dirty="0" smtClean="0"/>
          </a:p>
          <a:p>
            <a:pPr marL="0" indent="0">
              <a:buNone/>
            </a:pPr>
            <a:r>
              <a:rPr lang="zh-CN" altLang="en-US" sz="2000" dirty="0" smtClean="0"/>
              <a:t>（</a:t>
            </a:r>
            <a:r>
              <a:rPr lang="en-US" altLang="zh-CN" sz="2000" dirty="0"/>
              <a:t>2</a:t>
            </a:r>
            <a:r>
              <a:rPr lang="zh-CN" altLang="en-US" sz="2000" dirty="0"/>
              <a:t>）指明</a:t>
            </a:r>
            <a:r>
              <a:rPr lang="en-US" altLang="zh-CN" sz="2000" dirty="0"/>
              <a:t>TCP</a:t>
            </a:r>
            <a:r>
              <a:rPr lang="zh-CN" altLang="en-US" sz="2000" dirty="0"/>
              <a:t>工作在慢开始阶段的时间间隔</a:t>
            </a:r>
            <a:r>
              <a:rPr lang="zh-CN" altLang="en-US" sz="2000" dirty="0" smtClean="0"/>
              <a:t>。</a:t>
            </a:r>
            <a:endParaRPr lang="en-US" altLang="zh-CN" sz="2000" dirty="0" smtClean="0"/>
          </a:p>
          <a:p>
            <a:pPr marL="0" indent="0">
              <a:buNone/>
            </a:pPr>
            <a:r>
              <a:rPr lang="zh-CN" altLang="en-US" sz="2000" dirty="0" smtClean="0"/>
              <a:t>（</a:t>
            </a:r>
            <a:r>
              <a:rPr lang="en-US" altLang="zh-CN" sz="2000" dirty="0"/>
              <a:t>3</a:t>
            </a:r>
            <a:r>
              <a:rPr lang="zh-CN" altLang="en-US" sz="2000" dirty="0"/>
              <a:t>）指明</a:t>
            </a:r>
            <a:r>
              <a:rPr lang="en-US" altLang="zh-CN" sz="2000" dirty="0"/>
              <a:t>TCP</a:t>
            </a:r>
            <a:r>
              <a:rPr lang="zh-CN" altLang="en-US" sz="2000" dirty="0"/>
              <a:t>工作在拥塞避免阶段的时间间隔</a:t>
            </a:r>
            <a:r>
              <a:rPr lang="zh-CN" altLang="en-US" sz="2000" dirty="0" smtClean="0"/>
              <a:t>。</a:t>
            </a:r>
            <a:endParaRPr lang="en-US" altLang="zh-CN" sz="2000" dirty="0" smtClean="0"/>
          </a:p>
          <a:p>
            <a:pPr marL="0" indent="0">
              <a:buNone/>
            </a:pPr>
            <a:r>
              <a:rPr lang="zh-CN" altLang="en-US" sz="2000" dirty="0" smtClean="0"/>
              <a:t>（</a:t>
            </a:r>
            <a:r>
              <a:rPr lang="en-US" altLang="zh-CN" sz="2000" dirty="0"/>
              <a:t>4</a:t>
            </a:r>
            <a:r>
              <a:rPr lang="zh-CN" altLang="en-US" sz="2000" dirty="0"/>
              <a:t>）在第</a:t>
            </a:r>
            <a:r>
              <a:rPr lang="en-US" altLang="zh-CN" sz="2000" dirty="0"/>
              <a:t>16</a:t>
            </a:r>
            <a:r>
              <a:rPr lang="zh-CN" altLang="en-US" sz="2000" dirty="0"/>
              <a:t>轮次和第</a:t>
            </a:r>
            <a:r>
              <a:rPr lang="en-US" altLang="zh-CN" sz="2000" dirty="0"/>
              <a:t>22</a:t>
            </a:r>
            <a:r>
              <a:rPr lang="zh-CN" altLang="en-US" sz="2000" dirty="0"/>
              <a:t>轮次之后发送方是通过收到三个重复的确认还是通过超市检测到丢失了报文段</a:t>
            </a:r>
            <a:r>
              <a:rPr lang="zh-CN" altLang="en-US" sz="2000" dirty="0" smtClean="0"/>
              <a:t>？</a:t>
            </a:r>
            <a:endParaRPr lang="en-US" altLang="zh-CN" sz="2000" dirty="0" smtClean="0"/>
          </a:p>
          <a:p>
            <a:pPr marL="0" indent="0">
              <a:buNone/>
            </a:pPr>
            <a:r>
              <a:rPr lang="zh-CN" altLang="en-US" sz="2000" dirty="0" smtClean="0"/>
              <a:t>（</a:t>
            </a:r>
            <a:r>
              <a:rPr lang="en-US" altLang="zh-CN" sz="2000" dirty="0" smtClean="0"/>
              <a:t>5</a:t>
            </a:r>
            <a:r>
              <a:rPr lang="zh-CN" altLang="en-US" sz="2000" dirty="0"/>
              <a:t>）在第</a:t>
            </a:r>
            <a:r>
              <a:rPr lang="en-US" altLang="zh-CN" sz="2000" dirty="0"/>
              <a:t>1</a:t>
            </a:r>
            <a:r>
              <a:rPr lang="zh-CN" altLang="en-US" sz="2000" dirty="0"/>
              <a:t>轮次，第</a:t>
            </a:r>
            <a:r>
              <a:rPr lang="en-US" altLang="zh-CN" sz="2000" dirty="0"/>
              <a:t>18</a:t>
            </a:r>
            <a:r>
              <a:rPr lang="zh-CN" altLang="en-US" sz="2000" dirty="0"/>
              <a:t>轮次和第</a:t>
            </a:r>
            <a:r>
              <a:rPr lang="en-US" altLang="zh-CN" sz="2000" dirty="0"/>
              <a:t>24</a:t>
            </a:r>
            <a:r>
              <a:rPr lang="zh-CN" altLang="en-US" sz="2000" dirty="0"/>
              <a:t>轮次发送时，门限</a:t>
            </a:r>
            <a:r>
              <a:rPr lang="en-US" altLang="zh-CN" sz="2000" dirty="0" err="1"/>
              <a:t>ssthresh</a:t>
            </a:r>
            <a:r>
              <a:rPr lang="zh-CN" altLang="en-US" sz="2000" dirty="0"/>
              <a:t>分别被设置为多大</a:t>
            </a:r>
            <a:r>
              <a:rPr lang="zh-CN" altLang="en-US" sz="2000" dirty="0" smtClean="0"/>
              <a:t>？</a:t>
            </a:r>
            <a:endParaRPr lang="en-US" altLang="zh-CN" sz="2000" dirty="0" smtClean="0"/>
          </a:p>
          <a:p>
            <a:pPr marL="0" indent="0">
              <a:buNone/>
            </a:pPr>
            <a:r>
              <a:rPr lang="zh-CN" altLang="en-US" sz="2000" dirty="0" smtClean="0"/>
              <a:t>（</a:t>
            </a:r>
            <a:r>
              <a:rPr lang="en-US" altLang="zh-CN" sz="2000" dirty="0"/>
              <a:t>6</a:t>
            </a:r>
            <a:r>
              <a:rPr lang="zh-CN" altLang="en-US" sz="2000" dirty="0"/>
              <a:t>）在第几轮次发送出第</a:t>
            </a:r>
            <a:r>
              <a:rPr lang="en-US" altLang="zh-CN" sz="2000" dirty="0"/>
              <a:t>70</a:t>
            </a:r>
            <a:r>
              <a:rPr lang="zh-CN" altLang="en-US" sz="2000" dirty="0"/>
              <a:t>个报文段</a:t>
            </a:r>
            <a:r>
              <a:rPr lang="zh-CN" altLang="en-US" sz="2000" dirty="0" smtClean="0"/>
              <a:t>？</a:t>
            </a:r>
            <a:endParaRPr lang="en-US" altLang="zh-CN" sz="2000" dirty="0" smtClean="0"/>
          </a:p>
          <a:p>
            <a:pPr marL="0" indent="0">
              <a:buNone/>
            </a:pPr>
            <a:r>
              <a:rPr lang="zh-CN" altLang="en-US" sz="2000" dirty="0" smtClean="0"/>
              <a:t>（</a:t>
            </a:r>
            <a:r>
              <a:rPr lang="en-US" altLang="zh-CN" sz="2000" dirty="0" smtClean="0"/>
              <a:t>7</a:t>
            </a:r>
            <a:r>
              <a:rPr lang="zh-CN" altLang="en-US" sz="2000" dirty="0"/>
              <a:t>）假定在第</a:t>
            </a:r>
            <a:r>
              <a:rPr lang="en-US" altLang="zh-CN" sz="2000" dirty="0"/>
              <a:t>26</a:t>
            </a:r>
            <a:r>
              <a:rPr lang="zh-CN" altLang="en-US" sz="2000" dirty="0"/>
              <a:t>轮次之后收到了三个重复的确认，因而检测出了报文段的丢失，那么拥塞窗口</a:t>
            </a:r>
            <a:r>
              <a:rPr lang="en-US" altLang="zh-CN" sz="2000" dirty="0" err="1"/>
              <a:t>cwnd</a:t>
            </a:r>
            <a:r>
              <a:rPr lang="zh-CN" altLang="en-US" sz="2000" dirty="0"/>
              <a:t>和门限</a:t>
            </a:r>
            <a:r>
              <a:rPr lang="en-US" altLang="zh-CN" sz="2000" dirty="0" err="1"/>
              <a:t>ssthresh</a:t>
            </a:r>
            <a:r>
              <a:rPr lang="zh-CN" altLang="en-US" sz="2000" dirty="0"/>
              <a:t>应设置为多大？</a:t>
            </a:r>
          </a:p>
        </p:txBody>
      </p:sp>
      <p:graphicFrame>
        <p:nvGraphicFramePr>
          <p:cNvPr id="6" name="表格 5"/>
          <p:cNvGraphicFramePr>
            <a:graphicFrameLocks noGrp="1"/>
          </p:cNvGraphicFramePr>
          <p:nvPr>
            <p:extLst>
              <p:ext uri="{D42A27DB-BD31-4B8C-83A1-F6EECF244321}">
                <p14:modId xmlns:p14="http://schemas.microsoft.com/office/powerpoint/2010/main" val="3861794692"/>
              </p:ext>
            </p:extLst>
          </p:nvPr>
        </p:nvGraphicFramePr>
        <p:xfrm>
          <a:off x="603375" y="1556844"/>
          <a:ext cx="8850062" cy="1280160"/>
        </p:xfrm>
        <a:graphic>
          <a:graphicData uri="http://schemas.openxmlformats.org/drawingml/2006/table">
            <a:tbl>
              <a:tblPr/>
              <a:tblGrid>
                <a:gridCol w="1243398">
                  <a:extLst>
                    <a:ext uri="{9D8B030D-6E8A-4147-A177-3AD203B41FA5}">
                      <a16:colId xmlns:a16="http://schemas.microsoft.com/office/drawing/2014/main" val="3134353558"/>
                    </a:ext>
                  </a:extLst>
                </a:gridCol>
                <a:gridCol w="585128">
                  <a:extLst>
                    <a:ext uri="{9D8B030D-6E8A-4147-A177-3AD203B41FA5}">
                      <a16:colId xmlns:a16="http://schemas.microsoft.com/office/drawing/2014/main" val="3350886753"/>
                    </a:ext>
                  </a:extLst>
                </a:gridCol>
                <a:gridCol w="585128">
                  <a:extLst>
                    <a:ext uri="{9D8B030D-6E8A-4147-A177-3AD203B41FA5}">
                      <a16:colId xmlns:a16="http://schemas.microsoft.com/office/drawing/2014/main" val="1765586027"/>
                    </a:ext>
                  </a:extLst>
                </a:gridCol>
                <a:gridCol w="585128">
                  <a:extLst>
                    <a:ext uri="{9D8B030D-6E8A-4147-A177-3AD203B41FA5}">
                      <a16:colId xmlns:a16="http://schemas.microsoft.com/office/drawing/2014/main" val="4039981129"/>
                    </a:ext>
                  </a:extLst>
                </a:gridCol>
                <a:gridCol w="585128">
                  <a:extLst>
                    <a:ext uri="{9D8B030D-6E8A-4147-A177-3AD203B41FA5}">
                      <a16:colId xmlns:a16="http://schemas.microsoft.com/office/drawing/2014/main" val="1709917417"/>
                    </a:ext>
                  </a:extLst>
                </a:gridCol>
                <a:gridCol w="585128">
                  <a:extLst>
                    <a:ext uri="{9D8B030D-6E8A-4147-A177-3AD203B41FA5}">
                      <a16:colId xmlns:a16="http://schemas.microsoft.com/office/drawing/2014/main" val="2592880019"/>
                    </a:ext>
                  </a:extLst>
                </a:gridCol>
                <a:gridCol w="585128">
                  <a:extLst>
                    <a:ext uri="{9D8B030D-6E8A-4147-A177-3AD203B41FA5}">
                      <a16:colId xmlns:a16="http://schemas.microsoft.com/office/drawing/2014/main" val="1842088546"/>
                    </a:ext>
                  </a:extLst>
                </a:gridCol>
                <a:gridCol w="585128">
                  <a:extLst>
                    <a:ext uri="{9D8B030D-6E8A-4147-A177-3AD203B41FA5}">
                      <a16:colId xmlns:a16="http://schemas.microsoft.com/office/drawing/2014/main" val="1859457315"/>
                    </a:ext>
                  </a:extLst>
                </a:gridCol>
                <a:gridCol w="585128">
                  <a:extLst>
                    <a:ext uri="{9D8B030D-6E8A-4147-A177-3AD203B41FA5}">
                      <a16:colId xmlns:a16="http://schemas.microsoft.com/office/drawing/2014/main" val="781371124"/>
                    </a:ext>
                  </a:extLst>
                </a:gridCol>
                <a:gridCol w="585128">
                  <a:extLst>
                    <a:ext uri="{9D8B030D-6E8A-4147-A177-3AD203B41FA5}">
                      <a16:colId xmlns:a16="http://schemas.microsoft.com/office/drawing/2014/main" val="3563688805"/>
                    </a:ext>
                  </a:extLst>
                </a:gridCol>
                <a:gridCol w="585128">
                  <a:extLst>
                    <a:ext uri="{9D8B030D-6E8A-4147-A177-3AD203B41FA5}">
                      <a16:colId xmlns:a16="http://schemas.microsoft.com/office/drawing/2014/main" val="3073365237"/>
                    </a:ext>
                  </a:extLst>
                </a:gridCol>
                <a:gridCol w="585128">
                  <a:extLst>
                    <a:ext uri="{9D8B030D-6E8A-4147-A177-3AD203B41FA5}">
                      <a16:colId xmlns:a16="http://schemas.microsoft.com/office/drawing/2014/main" val="1120566174"/>
                    </a:ext>
                  </a:extLst>
                </a:gridCol>
                <a:gridCol w="585128">
                  <a:extLst>
                    <a:ext uri="{9D8B030D-6E8A-4147-A177-3AD203B41FA5}">
                      <a16:colId xmlns:a16="http://schemas.microsoft.com/office/drawing/2014/main" val="1448824812"/>
                    </a:ext>
                  </a:extLst>
                </a:gridCol>
                <a:gridCol w="585128">
                  <a:extLst>
                    <a:ext uri="{9D8B030D-6E8A-4147-A177-3AD203B41FA5}">
                      <a16:colId xmlns:a16="http://schemas.microsoft.com/office/drawing/2014/main" val="1880928021"/>
                    </a:ext>
                  </a:extLst>
                </a:gridCol>
              </a:tblGrid>
              <a:tr h="0">
                <a:tc>
                  <a:txBody>
                    <a:bodyPr/>
                    <a:lstStyle/>
                    <a:p>
                      <a:r>
                        <a:rPr lang="en-US" dirty="0" err="1"/>
                        <a:t>cwnd</a:t>
                      </a:r>
                      <a:r>
                        <a:rPr lang="en-US" dirty="0"/>
                        <a:t> </a:t>
                      </a:r>
                    </a:p>
                    <a:p>
                      <a:r>
                        <a:rPr lang="en-US" dirty="0"/>
                        <a:t>n </a:t>
                      </a:r>
                    </a:p>
                  </a:txBody>
                  <a:tcPr anchor="ctr">
                    <a:lnL>
                      <a:noFill/>
                    </a:lnL>
                    <a:lnR>
                      <a:noFill/>
                    </a:lnR>
                    <a:lnT>
                      <a:noFill/>
                    </a:lnT>
                    <a:lnB>
                      <a:noFill/>
                    </a:lnB>
                    <a:solidFill>
                      <a:schemeClr val="accent5"/>
                    </a:solidFill>
                  </a:tcPr>
                </a:tc>
                <a:tc>
                  <a:txBody>
                    <a:bodyPr/>
                    <a:lstStyle/>
                    <a:p>
                      <a:r>
                        <a:rPr lang="en-US" altLang="zh-CN"/>
                        <a:t>1 </a:t>
                      </a:r>
                    </a:p>
                    <a:p>
                      <a:r>
                        <a:rPr lang="en-US" altLang="zh-CN"/>
                        <a:t>1 </a:t>
                      </a:r>
                    </a:p>
                  </a:txBody>
                  <a:tcPr anchor="ctr">
                    <a:lnL>
                      <a:noFill/>
                    </a:lnL>
                    <a:lnR>
                      <a:noFill/>
                    </a:lnR>
                    <a:lnT>
                      <a:noFill/>
                    </a:lnT>
                    <a:lnB>
                      <a:noFill/>
                    </a:lnB>
                    <a:solidFill>
                      <a:schemeClr val="accent5"/>
                    </a:solidFill>
                  </a:tcPr>
                </a:tc>
                <a:tc>
                  <a:txBody>
                    <a:bodyPr/>
                    <a:lstStyle/>
                    <a:p>
                      <a:r>
                        <a:rPr lang="en-US" altLang="zh-CN" dirty="0"/>
                        <a:t>2 </a:t>
                      </a:r>
                    </a:p>
                    <a:p>
                      <a:r>
                        <a:rPr lang="en-US" altLang="zh-CN" dirty="0"/>
                        <a:t>2 </a:t>
                      </a:r>
                    </a:p>
                  </a:txBody>
                  <a:tcPr anchor="ctr">
                    <a:lnL>
                      <a:noFill/>
                    </a:lnL>
                    <a:lnR>
                      <a:noFill/>
                    </a:lnR>
                    <a:lnT>
                      <a:noFill/>
                    </a:lnT>
                    <a:lnB>
                      <a:noFill/>
                    </a:lnB>
                    <a:solidFill>
                      <a:schemeClr val="accent5"/>
                    </a:solidFill>
                  </a:tcPr>
                </a:tc>
                <a:tc>
                  <a:txBody>
                    <a:bodyPr/>
                    <a:lstStyle/>
                    <a:p>
                      <a:r>
                        <a:rPr lang="en-US" altLang="zh-CN"/>
                        <a:t>4 </a:t>
                      </a:r>
                    </a:p>
                    <a:p>
                      <a:r>
                        <a:rPr lang="en-US" altLang="zh-CN"/>
                        <a:t>3 </a:t>
                      </a:r>
                    </a:p>
                  </a:txBody>
                  <a:tcPr anchor="ctr">
                    <a:lnL>
                      <a:noFill/>
                    </a:lnL>
                    <a:lnR>
                      <a:noFill/>
                    </a:lnR>
                    <a:lnT>
                      <a:noFill/>
                    </a:lnT>
                    <a:lnB>
                      <a:noFill/>
                    </a:lnB>
                    <a:solidFill>
                      <a:schemeClr val="accent5"/>
                    </a:solidFill>
                  </a:tcPr>
                </a:tc>
                <a:tc>
                  <a:txBody>
                    <a:bodyPr/>
                    <a:lstStyle/>
                    <a:p>
                      <a:r>
                        <a:rPr lang="en-US" altLang="zh-CN"/>
                        <a:t>8 </a:t>
                      </a:r>
                    </a:p>
                    <a:p>
                      <a:r>
                        <a:rPr lang="en-US" altLang="zh-CN"/>
                        <a:t>4 </a:t>
                      </a:r>
                    </a:p>
                  </a:txBody>
                  <a:tcPr anchor="ctr">
                    <a:lnL>
                      <a:noFill/>
                    </a:lnL>
                    <a:lnR>
                      <a:noFill/>
                    </a:lnR>
                    <a:lnT>
                      <a:noFill/>
                    </a:lnT>
                    <a:lnB>
                      <a:noFill/>
                    </a:lnB>
                    <a:solidFill>
                      <a:schemeClr val="accent5"/>
                    </a:solidFill>
                  </a:tcPr>
                </a:tc>
                <a:tc>
                  <a:txBody>
                    <a:bodyPr/>
                    <a:lstStyle/>
                    <a:p>
                      <a:r>
                        <a:rPr lang="en-US" altLang="zh-CN"/>
                        <a:t>16 </a:t>
                      </a:r>
                    </a:p>
                    <a:p>
                      <a:r>
                        <a:rPr lang="en-US" altLang="zh-CN"/>
                        <a:t>5 </a:t>
                      </a:r>
                    </a:p>
                  </a:txBody>
                  <a:tcPr anchor="ctr">
                    <a:lnL>
                      <a:noFill/>
                    </a:lnL>
                    <a:lnR>
                      <a:noFill/>
                    </a:lnR>
                    <a:lnT>
                      <a:noFill/>
                    </a:lnT>
                    <a:lnB>
                      <a:noFill/>
                    </a:lnB>
                    <a:solidFill>
                      <a:schemeClr val="accent5"/>
                    </a:solidFill>
                  </a:tcPr>
                </a:tc>
                <a:tc>
                  <a:txBody>
                    <a:bodyPr/>
                    <a:lstStyle/>
                    <a:p>
                      <a:r>
                        <a:rPr lang="en-US" altLang="zh-CN"/>
                        <a:t>32 </a:t>
                      </a:r>
                    </a:p>
                    <a:p>
                      <a:r>
                        <a:rPr lang="en-US" altLang="zh-CN"/>
                        <a:t>6 </a:t>
                      </a:r>
                    </a:p>
                  </a:txBody>
                  <a:tcPr anchor="ctr">
                    <a:lnL>
                      <a:noFill/>
                    </a:lnL>
                    <a:lnR>
                      <a:noFill/>
                    </a:lnR>
                    <a:lnT>
                      <a:noFill/>
                    </a:lnT>
                    <a:lnB>
                      <a:noFill/>
                    </a:lnB>
                    <a:solidFill>
                      <a:schemeClr val="accent5"/>
                    </a:solidFill>
                  </a:tcPr>
                </a:tc>
                <a:tc>
                  <a:txBody>
                    <a:bodyPr/>
                    <a:lstStyle/>
                    <a:p>
                      <a:r>
                        <a:rPr lang="en-US" altLang="zh-CN"/>
                        <a:t>33 </a:t>
                      </a:r>
                    </a:p>
                    <a:p>
                      <a:r>
                        <a:rPr lang="en-US" altLang="zh-CN"/>
                        <a:t>7 </a:t>
                      </a:r>
                    </a:p>
                  </a:txBody>
                  <a:tcPr anchor="ctr">
                    <a:lnL>
                      <a:noFill/>
                    </a:lnL>
                    <a:lnR>
                      <a:noFill/>
                    </a:lnR>
                    <a:lnT>
                      <a:noFill/>
                    </a:lnT>
                    <a:lnB>
                      <a:noFill/>
                    </a:lnB>
                    <a:solidFill>
                      <a:schemeClr val="accent5"/>
                    </a:solidFill>
                  </a:tcPr>
                </a:tc>
                <a:tc>
                  <a:txBody>
                    <a:bodyPr/>
                    <a:lstStyle/>
                    <a:p>
                      <a:r>
                        <a:rPr lang="en-US" altLang="zh-CN"/>
                        <a:t>34 </a:t>
                      </a:r>
                    </a:p>
                    <a:p>
                      <a:r>
                        <a:rPr lang="en-US" altLang="zh-CN"/>
                        <a:t>8 </a:t>
                      </a:r>
                    </a:p>
                  </a:txBody>
                  <a:tcPr anchor="ctr">
                    <a:lnL>
                      <a:noFill/>
                    </a:lnL>
                    <a:lnR>
                      <a:noFill/>
                    </a:lnR>
                    <a:lnT>
                      <a:noFill/>
                    </a:lnT>
                    <a:lnB>
                      <a:noFill/>
                    </a:lnB>
                    <a:solidFill>
                      <a:schemeClr val="accent5"/>
                    </a:solidFill>
                  </a:tcPr>
                </a:tc>
                <a:tc>
                  <a:txBody>
                    <a:bodyPr/>
                    <a:lstStyle/>
                    <a:p>
                      <a:r>
                        <a:rPr lang="en-US" altLang="zh-CN"/>
                        <a:t>35 </a:t>
                      </a:r>
                    </a:p>
                    <a:p>
                      <a:r>
                        <a:rPr lang="en-US" altLang="zh-CN"/>
                        <a:t>9 </a:t>
                      </a:r>
                    </a:p>
                  </a:txBody>
                  <a:tcPr anchor="ctr">
                    <a:lnL>
                      <a:noFill/>
                    </a:lnL>
                    <a:lnR>
                      <a:noFill/>
                    </a:lnR>
                    <a:lnT>
                      <a:noFill/>
                    </a:lnT>
                    <a:lnB>
                      <a:noFill/>
                    </a:lnB>
                    <a:solidFill>
                      <a:schemeClr val="accent5"/>
                    </a:solidFill>
                  </a:tcPr>
                </a:tc>
                <a:tc>
                  <a:txBody>
                    <a:bodyPr/>
                    <a:lstStyle/>
                    <a:p>
                      <a:r>
                        <a:rPr lang="en-US" altLang="zh-CN"/>
                        <a:t>36 </a:t>
                      </a:r>
                    </a:p>
                    <a:p>
                      <a:r>
                        <a:rPr lang="en-US" altLang="zh-CN"/>
                        <a:t>10 </a:t>
                      </a:r>
                    </a:p>
                  </a:txBody>
                  <a:tcPr anchor="ctr">
                    <a:lnL>
                      <a:noFill/>
                    </a:lnL>
                    <a:lnR>
                      <a:noFill/>
                    </a:lnR>
                    <a:lnT>
                      <a:noFill/>
                    </a:lnT>
                    <a:lnB>
                      <a:noFill/>
                    </a:lnB>
                    <a:solidFill>
                      <a:schemeClr val="accent5"/>
                    </a:solidFill>
                  </a:tcPr>
                </a:tc>
                <a:tc>
                  <a:txBody>
                    <a:bodyPr/>
                    <a:lstStyle/>
                    <a:p>
                      <a:r>
                        <a:rPr lang="en-US" altLang="zh-CN"/>
                        <a:t>37 </a:t>
                      </a:r>
                    </a:p>
                    <a:p>
                      <a:r>
                        <a:rPr lang="en-US" altLang="zh-CN"/>
                        <a:t>11 </a:t>
                      </a:r>
                    </a:p>
                  </a:txBody>
                  <a:tcPr anchor="ctr">
                    <a:lnL>
                      <a:noFill/>
                    </a:lnL>
                    <a:lnR>
                      <a:noFill/>
                    </a:lnR>
                    <a:lnT>
                      <a:noFill/>
                    </a:lnT>
                    <a:lnB>
                      <a:noFill/>
                    </a:lnB>
                    <a:solidFill>
                      <a:schemeClr val="accent5"/>
                    </a:solidFill>
                  </a:tcPr>
                </a:tc>
                <a:tc>
                  <a:txBody>
                    <a:bodyPr/>
                    <a:lstStyle/>
                    <a:p>
                      <a:r>
                        <a:rPr lang="en-US" altLang="zh-CN"/>
                        <a:t>38 </a:t>
                      </a:r>
                    </a:p>
                    <a:p>
                      <a:r>
                        <a:rPr lang="en-US" altLang="zh-CN"/>
                        <a:t>12 </a:t>
                      </a:r>
                    </a:p>
                  </a:txBody>
                  <a:tcPr anchor="ctr">
                    <a:lnL>
                      <a:noFill/>
                    </a:lnL>
                    <a:lnR>
                      <a:noFill/>
                    </a:lnR>
                    <a:lnT>
                      <a:noFill/>
                    </a:lnT>
                    <a:lnB>
                      <a:noFill/>
                    </a:lnB>
                    <a:solidFill>
                      <a:schemeClr val="accent5"/>
                    </a:solidFill>
                  </a:tcPr>
                </a:tc>
                <a:tc>
                  <a:txBody>
                    <a:bodyPr/>
                    <a:lstStyle/>
                    <a:p>
                      <a:r>
                        <a:rPr lang="en-US" altLang="zh-CN"/>
                        <a:t>39 </a:t>
                      </a:r>
                    </a:p>
                    <a:p>
                      <a:r>
                        <a:rPr lang="en-US" altLang="zh-CN"/>
                        <a:t>13 </a:t>
                      </a:r>
                    </a:p>
                  </a:txBody>
                  <a:tcPr anchor="ctr">
                    <a:lnL>
                      <a:noFill/>
                    </a:lnL>
                    <a:lnR>
                      <a:noFill/>
                    </a:lnR>
                    <a:lnT>
                      <a:noFill/>
                    </a:lnT>
                    <a:lnB>
                      <a:noFill/>
                    </a:lnB>
                    <a:solidFill>
                      <a:schemeClr val="accent5"/>
                    </a:solidFill>
                  </a:tcPr>
                </a:tc>
                <a:extLst>
                  <a:ext uri="{0D108BD9-81ED-4DB2-BD59-A6C34878D82A}">
                    <a16:rowId xmlns:a16="http://schemas.microsoft.com/office/drawing/2014/main" val="2434376276"/>
                  </a:ext>
                </a:extLst>
              </a:tr>
              <a:tr h="0">
                <a:tc>
                  <a:txBody>
                    <a:bodyPr/>
                    <a:lstStyle/>
                    <a:p>
                      <a:r>
                        <a:rPr lang="en-US" dirty="0" err="1"/>
                        <a:t>cwnd</a:t>
                      </a:r>
                      <a:r>
                        <a:rPr lang="en-US" dirty="0"/>
                        <a:t> </a:t>
                      </a:r>
                    </a:p>
                    <a:p>
                      <a:r>
                        <a:rPr lang="en-US" dirty="0"/>
                        <a:t>n </a:t>
                      </a:r>
                    </a:p>
                  </a:txBody>
                  <a:tcPr anchor="ctr">
                    <a:lnL>
                      <a:noFill/>
                    </a:lnL>
                    <a:lnR>
                      <a:noFill/>
                    </a:lnR>
                    <a:lnT>
                      <a:noFill/>
                    </a:lnT>
                    <a:lnB>
                      <a:noFill/>
                    </a:lnB>
                    <a:solidFill>
                      <a:schemeClr val="accent5"/>
                    </a:solidFill>
                  </a:tcPr>
                </a:tc>
                <a:tc>
                  <a:txBody>
                    <a:bodyPr/>
                    <a:lstStyle/>
                    <a:p>
                      <a:r>
                        <a:rPr lang="en-US" altLang="zh-CN"/>
                        <a:t>40 </a:t>
                      </a:r>
                    </a:p>
                    <a:p>
                      <a:r>
                        <a:rPr lang="en-US" altLang="zh-CN"/>
                        <a:t>14 </a:t>
                      </a:r>
                    </a:p>
                  </a:txBody>
                  <a:tcPr anchor="ctr">
                    <a:lnL>
                      <a:noFill/>
                    </a:lnL>
                    <a:lnR>
                      <a:noFill/>
                    </a:lnR>
                    <a:lnT>
                      <a:noFill/>
                    </a:lnT>
                    <a:lnB>
                      <a:noFill/>
                    </a:lnB>
                    <a:solidFill>
                      <a:schemeClr val="accent5"/>
                    </a:solidFill>
                  </a:tcPr>
                </a:tc>
                <a:tc>
                  <a:txBody>
                    <a:bodyPr/>
                    <a:lstStyle/>
                    <a:p>
                      <a:r>
                        <a:rPr lang="en-US" altLang="zh-CN"/>
                        <a:t>41 </a:t>
                      </a:r>
                    </a:p>
                    <a:p>
                      <a:r>
                        <a:rPr lang="en-US" altLang="zh-CN"/>
                        <a:t>15 </a:t>
                      </a:r>
                    </a:p>
                  </a:txBody>
                  <a:tcPr anchor="ctr">
                    <a:lnL>
                      <a:noFill/>
                    </a:lnL>
                    <a:lnR>
                      <a:noFill/>
                    </a:lnR>
                    <a:lnT>
                      <a:noFill/>
                    </a:lnT>
                    <a:lnB>
                      <a:noFill/>
                    </a:lnB>
                    <a:solidFill>
                      <a:schemeClr val="accent5"/>
                    </a:solidFill>
                  </a:tcPr>
                </a:tc>
                <a:tc>
                  <a:txBody>
                    <a:bodyPr/>
                    <a:lstStyle/>
                    <a:p>
                      <a:r>
                        <a:rPr lang="en-US" altLang="zh-CN"/>
                        <a:t>42 </a:t>
                      </a:r>
                    </a:p>
                    <a:p>
                      <a:r>
                        <a:rPr lang="en-US" altLang="zh-CN"/>
                        <a:t>16 </a:t>
                      </a:r>
                    </a:p>
                  </a:txBody>
                  <a:tcPr anchor="ctr">
                    <a:lnL>
                      <a:noFill/>
                    </a:lnL>
                    <a:lnR>
                      <a:noFill/>
                    </a:lnR>
                    <a:lnT>
                      <a:noFill/>
                    </a:lnT>
                    <a:lnB>
                      <a:noFill/>
                    </a:lnB>
                    <a:solidFill>
                      <a:schemeClr val="accent5"/>
                    </a:solidFill>
                  </a:tcPr>
                </a:tc>
                <a:tc>
                  <a:txBody>
                    <a:bodyPr/>
                    <a:lstStyle/>
                    <a:p>
                      <a:r>
                        <a:rPr lang="en-US" altLang="zh-CN" dirty="0"/>
                        <a:t>21 </a:t>
                      </a:r>
                    </a:p>
                    <a:p>
                      <a:r>
                        <a:rPr lang="en-US" altLang="zh-CN" dirty="0"/>
                        <a:t>17 </a:t>
                      </a:r>
                    </a:p>
                  </a:txBody>
                  <a:tcPr anchor="ctr">
                    <a:lnL>
                      <a:noFill/>
                    </a:lnL>
                    <a:lnR>
                      <a:noFill/>
                    </a:lnR>
                    <a:lnT>
                      <a:noFill/>
                    </a:lnT>
                    <a:lnB>
                      <a:noFill/>
                    </a:lnB>
                    <a:solidFill>
                      <a:schemeClr val="accent5"/>
                    </a:solidFill>
                  </a:tcPr>
                </a:tc>
                <a:tc>
                  <a:txBody>
                    <a:bodyPr/>
                    <a:lstStyle/>
                    <a:p>
                      <a:r>
                        <a:rPr lang="en-US" altLang="zh-CN"/>
                        <a:t>22 </a:t>
                      </a:r>
                    </a:p>
                    <a:p>
                      <a:r>
                        <a:rPr lang="en-US" altLang="zh-CN"/>
                        <a:t>18 </a:t>
                      </a:r>
                    </a:p>
                  </a:txBody>
                  <a:tcPr anchor="ctr">
                    <a:lnL>
                      <a:noFill/>
                    </a:lnL>
                    <a:lnR>
                      <a:noFill/>
                    </a:lnR>
                    <a:lnT>
                      <a:noFill/>
                    </a:lnT>
                    <a:lnB>
                      <a:noFill/>
                    </a:lnB>
                    <a:solidFill>
                      <a:schemeClr val="accent5"/>
                    </a:solidFill>
                  </a:tcPr>
                </a:tc>
                <a:tc>
                  <a:txBody>
                    <a:bodyPr/>
                    <a:lstStyle/>
                    <a:p>
                      <a:r>
                        <a:rPr lang="en-US" altLang="zh-CN"/>
                        <a:t>23 </a:t>
                      </a:r>
                    </a:p>
                    <a:p>
                      <a:r>
                        <a:rPr lang="en-US" altLang="zh-CN"/>
                        <a:t>19 </a:t>
                      </a:r>
                    </a:p>
                  </a:txBody>
                  <a:tcPr anchor="ctr">
                    <a:lnL>
                      <a:noFill/>
                    </a:lnL>
                    <a:lnR>
                      <a:noFill/>
                    </a:lnR>
                    <a:lnT>
                      <a:noFill/>
                    </a:lnT>
                    <a:lnB>
                      <a:noFill/>
                    </a:lnB>
                    <a:solidFill>
                      <a:schemeClr val="accent5"/>
                    </a:solidFill>
                  </a:tcPr>
                </a:tc>
                <a:tc>
                  <a:txBody>
                    <a:bodyPr/>
                    <a:lstStyle/>
                    <a:p>
                      <a:r>
                        <a:rPr lang="en-US" altLang="zh-CN"/>
                        <a:t>24 </a:t>
                      </a:r>
                    </a:p>
                    <a:p>
                      <a:r>
                        <a:rPr lang="en-US" altLang="zh-CN"/>
                        <a:t>20 </a:t>
                      </a:r>
                    </a:p>
                  </a:txBody>
                  <a:tcPr anchor="ctr">
                    <a:lnL>
                      <a:noFill/>
                    </a:lnL>
                    <a:lnR>
                      <a:noFill/>
                    </a:lnR>
                    <a:lnT>
                      <a:noFill/>
                    </a:lnT>
                    <a:lnB>
                      <a:noFill/>
                    </a:lnB>
                    <a:solidFill>
                      <a:schemeClr val="accent5"/>
                    </a:solidFill>
                  </a:tcPr>
                </a:tc>
                <a:tc>
                  <a:txBody>
                    <a:bodyPr/>
                    <a:lstStyle/>
                    <a:p>
                      <a:r>
                        <a:rPr lang="en-US" altLang="zh-CN"/>
                        <a:t>25 </a:t>
                      </a:r>
                    </a:p>
                    <a:p>
                      <a:r>
                        <a:rPr lang="en-US" altLang="zh-CN"/>
                        <a:t>21 </a:t>
                      </a:r>
                    </a:p>
                  </a:txBody>
                  <a:tcPr anchor="ctr">
                    <a:lnL>
                      <a:noFill/>
                    </a:lnL>
                    <a:lnR>
                      <a:noFill/>
                    </a:lnR>
                    <a:lnT>
                      <a:noFill/>
                    </a:lnT>
                    <a:lnB>
                      <a:noFill/>
                    </a:lnB>
                    <a:solidFill>
                      <a:schemeClr val="accent5"/>
                    </a:solidFill>
                  </a:tcPr>
                </a:tc>
                <a:tc>
                  <a:txBody>
                    <a:bodyPr/>
                    <a:lstStyle/>
                    <a:p>
                      <a:r>
                        <a:rPr lang="en-US" altLang="zh-CN"/>
                        <a:t>26 </a:t>
                      </a:r>
                    </a:p>
                    <a:p>
                      <a:r>
                        <a:rPr lang="en-US" altLang="zh-CN"/>
                        <a:t>22 </a:t>
                      </a:r>
                    </a:p>
                  </a:txBody>
                  <a:tcPr anchor="ctr">
                    <a:lnL>
                      <a:noFill/>
                    </a:lnL>
                    <a:lnR>
                      <a:noFill/>
                    </a:lnR>
                    <a:lnT>
                      <a:noFill/>
                    </a:lnT>
                    <a:lnB>
                      <a:noFill/>
                    </a:lnB>
                    <a:solidFill>
                      <a:schemeClr val="accent5"/>
                    </a:solidFill>
                  </a:tcPr>
                </a:tc>
                <a:tc>
                  <a:txBody>
                    <a:bodyPr/>
                    <a:lstStyle/>
                    <a:p>
                      <a:r>
                        <a:rPr lang="en-US" altLang="zh-CN"/>
                        <a:t>1 </a:t>
                      </a:r>
                    </a:p>
                    <a:p>
                      <a:r>
                        <a:rPr lang="en-US" altLang="zh-CN"/>
                        <a:t>23 </a:t>
                      </a:r>
                    </a:p>
                  </a:txBody>
                  <a:tcPr anchor="ctr">
                    <a:lnL>
                      <a:noFill/>
                    </a:lnL>
                    <a:lnR>
                      <a:noFill/>
                    </a:lnR>
                    <a:lnT>
                      <a:noFill/>
                    </a:lnT>
                    <a:lnB>
                      <a:noFill/>
                    </a:lnB>
                    <a:solidFill>
                      <a:schemeClr val="accent5"/>
                    </a:solidFill>
                  </a:tcPr>
                </a:tc>
                <a:tc>
                  <a:txBody>
                    <a:bodyPr/>
                    <a:lstStyle/>
                    <a:p>
                      <a:r>
                        <a:rPr lang="en-US" altLang="zh-CN"/>
                        <a:t>2 </a:t>
                      </a:r>
                    </a:p>
                    <a:p>
                      <a:r>
                        <a:rPr lang="en-US" altLang="zh-CN"/>
                        <a:t>24 </a:t>
                      </a:r>
                    </a:p>
                  </a:txBody>
                  <a:tcPr anchor="ctr">
                    <a:lnL>
                      <a:noFill/>
                    </a:lnL>
                    <a:lnR>
                      <a:noFill/>
                    </a:lnR>
                    <a:lnT>
                      <a:noFill/>
                    </a:lnT>
                    <a:lnB>
                      <a:noFill/>
                    </a:lnB>
                    <a:solidFill>
                      <a:schemeClr val="accent5"/>
                    </a:solidFill>
                  </a:tcPr>
                </a:tc>
                <a:tc>
                  <a:txBody>
                    <a:bodyPr/>
                    <a:lstStyle/>
                    <a:p>
                      <a:r>
                        <a:rPr lang="en-US" altLang="zh-CN"/>
                        <a:t>4 </a:t>
                      </a:r>
                    </a:p>
                    <a:p>
                      <a:r>
                        <a:rPr lang="en-US" altLang="zh-CN"/>
                        <a:t>25 </a:t>
                      </a:r>
                    </a:p>
                  </a:txBody>
                  <a:tcPr anchor="ctr">
                    <a:lnL>
                      <a:noFill/>
                    </a:lnL>
                    <a:lnR>
                      <a:noFill/>
                    </a:lnR>
                    <a:lnT>
                      <a:noFill/>
                    </a:lnT>
                    <a:lnB>
                      <a:noFill/>
                    </a:lnB>
                    <a:solidFill>
                      <a:schemeClr val="accent5"/>
                    </a:solidFill>
                  </a:tcPr>
                </a:tc>
                <a:tc>
                  <a:txBody>
                    <a:bodyPr/>
                    <a:lstStyle/>
                    <a:p>
                      <a:r>
                        <a:rPr lang="en-US" altLang="zh-CN" dirty="0"/>
                        <a:t>8 </a:t>
                      </a:r>
                    </a:p>
                    <a:p>
                      <a:r>
                        <a:rPr lang="en-US" altLang="zh-CN" dirty="0"/>
                        <a:t>26</a:t>
                      </a:r>
                    </a:p>
                  </a:txBody>
                  <a:tcPr anchor="ctr">
                    <a:lnL>
                      <a:noFill/>
                    </a:lnL>
                    <a:lnR>
                      <a:noFill/>
                    </a:lnR>
                    <a:lnT>
                      <a:noFill/>
                    </a:lnT>
                    <a:lnB>
                      <a:noFill/>
                    </a:lnB>
                    <a:solidFill>
                      <a:schemeClr val="accent5"/>
                    </a:solidFill>
                  </a:tcPr>
                </a:tc>
                <a:extLst>
                  <a:ext uri="{0D108BD9-81ED-4DB2-BD59-A6C34878D82A}">
                    <a16:rowId xmlns:a16="http://schemas.microsoft.com/office/drawing/2014/main" val="3672537188"/>
                  </a:ext>
                </a:extLst>
              </a:tr>
            </a:tbl>
          </a:graphicData>
        </a:graphic>
      </p:graphicFrame>
    </p:spTree>
    <p:extLst>
      <p:ext uri="{BB962C8B-B14F-4D97-AF65-F5344CB8AC3E}">
        <p14:creationId xmlns:p14="http://schemas.microsoft.com/office/powerpoint/2010/main" val="4260866010"/>
      </p:ext>
    </p:extLst>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443</TotalTime>
  <Words>330</Words>
  <Application>Microsoft Office PowerPoint</Application>
  <PresentationFormat>A4 纸张(210x297 毫米)</PresentationFormat>
  <Paragraphs>76</Paragraphs>
  <Slides>3</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vt:i4>
      </vt:variant>
    </vt:vector>
  </HeadingPairs>
  <TitlesOfParts>
    <vt:vector size="9" baseType="lpstr">
      <vt:lpstr>黑体</vt:lpstr>
      <vt:lpstr>宋体</vt:lpstr>
      <vt:lpstr>Arial</vt:lpstr>
      <vt:lpstr>Times New Roman</vt:lpstr>
      <vt:lpstr>Wingdings</vt:lpstr>
      <vt:lpstr>Presentation</vt:lpstr>
      <vt:lpstr>第五章 5.7-5.8课后作业</vt:lpstr>
      <vt:lpstr>请写到作业本上</vt:lpstr>
      <vt:lpstr>请写到作业本上</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113</cp:revision>
  <dcterms:created xsi:type="dcterms:W3CDTF">2016-10-01T05:27:00Z</dcterms:created>
  <dcterms:modified xsi:type="dcterms:W3CDTF">2021-01-25T04:27:15Z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