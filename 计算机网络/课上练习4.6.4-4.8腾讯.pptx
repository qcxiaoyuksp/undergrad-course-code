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01" r:id="rId3"/>
    <p:sldId id="302" r:id="rId4"/>
    <p:sldId id="315" r:id="rId5"/>
    <p:sldId id="316" r:id="rId6"/>
    <p:sldId id="317" r:id="rId7"/>
    <p:sldId id="318" r:id="rId8"/>
    <p:sldId id="31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tmp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image" Target="../media/image1.tmp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image" Target="../media/image1.tmp"/><Relationship Id="rId2" Type="http://schemas.openxmlformats.org/officeDocument/2006/relationships/tags" Target="../tags/tag30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1.tmp"/><Relationship Id="rId5" Type="http://schemas.openxmlformats.org/officeDocument/2006/relationships/tags" Target="../tags/tag4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image" Target="../media/image1.tmp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image" Target="../media/image1.tmp"/><Relationship Id="rId5" Type="http://schemas.openxmlformats.org/officeDocument/2006/relationships/tags" Target="../tags/tag7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9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image" Target="../media/image1.tmp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image" Target="../media/image1.tmp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、（  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）是不同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自治系统的路由器之间交换路由信息的协议。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BGP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11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BGP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只能是力求寻找一条能够到达目的网络且比较好的路由（不能兜圈子），而并非要寻找一条最佳路由。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8596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BGP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发言人与其他自治系统中的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BGP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发言人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）交换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信息。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2438400" y="5072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136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74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36320" y="942535"/>
            <a:ext cx="9753600" cy="300287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是一种具有多个输入端口和多个输出端口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其任务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。整个的路由器结构可划分为两大部分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分组转发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部分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。其中，分组转发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由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三部分组成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]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889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地址只能用作本地地址而不能用作全球地址。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334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公用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本机构各专用网之间的通信载体，这样的专用网又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称为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。可以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用使用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技术实现。。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716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专用网内部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主机与外部主机通信时，在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NAT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路由器上发生了两次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地址转换，分别是（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离开专用网时：替换源地址，将内部地址替换为全球地址；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离开专用网时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替换目的地址，将全球地址替换为内部地址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进入专用网时：替换目的地址，将全球地址替换为内部地址；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进入专用网时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替换源地址，将内部地址替换为全球地址；</a:t>
            </a: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3379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内部的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主机可以充当互联网服务器使用。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60220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6.0"/>
  <p:tag name="PROBLEMBLANK" val="[{&quot;Num&quot;:1,&quot;Score&quot;:1.0,&quot;Answers&quot;:[&quot;专用计算机&quot;],&quot;CaseSensitive&quot;:false,&quot;FuzzyMatch&quot;:false},{&quot;Num&quot;:2,&quot;Score&quot;:1.0,&quot;Answers&quot;:[&quot;转发分组&quot;],&quot;CaseSensitive&quot;:false,&quot;FuzzyMatch&quot;:false},{&quot;Num&quot;:3,&quot;Score&quot;:1.0,&quot;Answers&quot;:[&quot;路由选择部分&quot;],&quot;CaseSensitive&quot;:false,&quot;FuzzyMatch&quot;:false},{&quot;Num&quot;:4,&quot;Score&quot;:1.0,&quot;Answers&quot;:[&quot;交换结构&quot;],&quot;CaseSensitive&quot;:false,&quot;FuzzyMatch&quot;:false},{&quot;Num&quot;:5,&quot;Score&quot;:1.0,&quot;Answers&quot;:[&quot;一组输入端口&quot;],&quot;CaseSensitive&quot;:false,&quot;FuzzyMatch&quot;:false},{&quot;Num&quot;:6,&quot;Score&quot;:1.0,&quot;Answers&quot;:[&quot;一组输出端口&quot;],&quot;CaseSensitive&quot;:false,&quot;FuzzyMatch&quot;:false}]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互联网&quot;],&quot;CaseSensitive&quot;:false,&quot;FuzzyMatch&quot;:false},{&quot;Num&quot;:2,&quot;Score&quot;:1.0,&quot;Answers&quot;:[&quot;虚拟专用网VPN&quot;],&quot;CaseSensitive&quot;:false,&quot;FuzzyMatch&quot;:false},{&quot;Num&quot;:3,&quot;Score&quot;:1.0,&quot;Answers&quot;:[&quot;隧道&quot;],&quot;CaseSensitive&quot;:false,&quot;FuzzyMatch&quot;:false}]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365</Words>
  <Application>Microsoft Office PowerPoint</Application>
  <PresentationFormat>宽屏</PresentationFormat>
  <Paragraphs>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75</cp:revision>
  <dcterms:created xsi:type="dcterms:W3CDTF">2020-02-20T13:08:52Z</dcterms:created>
  <dcterms:modified xsi:type="dcterms:W3CDTF">2022-04-13T14:33:34Z</dcterms:modified>
</cp:coreProperties>
</file>