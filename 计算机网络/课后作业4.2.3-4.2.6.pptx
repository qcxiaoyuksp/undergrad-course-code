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第四章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4.2.2-4.2.6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en-US" altLang="zh-CN" sz="2800" dirty="0"/>
              <a:t>IP</a:t>
            </a:r>
            <a:r>
              <a:rPr lang="zh-CN" altLang="en-US" sz="2800" dirty="0"/>
              <a:t>数据报中的首部检验和并不检验数据报中的数据。这样做的</a:t>
            </a:r>
            <a:r>
              <a:rPr lang="zh-CN" altLang="en-US" sz="2800" dirty="0" smtClean="0"/>
              <a:t>最大好处</a:t>
            </a:r>
            <a:r>
              <a:rPr lang="zh-CN" altLang="en-US" sz="2800" dirty="0"/>
              <a:t>是什么</a:t>
            </a:r>
            <a:r>
              <a:rPr lang="zh-CN" altLang="en-US" sz="2800" dirty="0" smtClean="0"/>
              <a:t>？缺点是</a:t>
            </a:r>
            <a:r>
              <a:rPr lang="zh-CN" altLang="en-US" sz="2800" dirty="0"/>
              <a:t>什么</a:t>
            </a:r>
            <a:r>
              <a:rPr lang="zh-CN" altLang="en-US" sz="2800" dirty="0" smtClean="0"/>
              <a:t>？</a:t>
            </a:r>
            <a:endParaRPr lang="en-US" altLang="zh-CN" sz="2800" dirty="0"/>
          </a:p>
          <a:p>
            <a:pPr marL="0" indent="0" algn="just"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/>
              <a:t>、主机</a:t>
            </a:r>
            <a:r>
              <a:rPr lang="en-US" altLang="zh-CN" sz="2800" dirty="0"/>
              <a:t>A</a:t>
            </a:r>
            <a:r>
              <a:rPr lang="zh-CN" altLang="en-US" sz="2800" dirty="0"/>
              <a:t>发送</a:t>
            </a:r>
            <a:r>
              <a:rPr lang="en-US" altLang="zh-CN" sz="2800" dirty="0"/>
              <a:t>IP</a:t>
            </a:r>
            <a:r>
              <a:rPr lang="zh-CN" altLang="en-US" sz="2800" dirty="0"/>
              <a:t>数据报给主机</a:t>
            </a:r>
            <a:r>
              <a:rPr lang="en-US" altLang="zh-CN" sz="2800" dirty="0"/>
              <a:t>B,</a:t>
            </a:r>
            <a:r>
              <a:rPr lang="zh-CN" altLang="en-US" sz="2800" dirty="0"/>
              <a:t>途中经过了</a:t>
            </a:r>
            <a:r>
              <a:rPr lang="en-US" altLang="zh-CN" sz="2800" dirty="0"/>
              <a:t>5</a:t>
            </a:r>
            <a:r>
              <a:rPr lang="zh-CN" altLang="en-US" sz="2800" dirty="0"/>
              <a:t>个路由器。试问在</a:t>
            </a:r>
            <a:r>
              <a:rPr lang="en-US" altLang="zh-CN" sz="2800" dirty="0"/>
              <a:t>IP</a:t>
            </a:r>
            <a:r>
              <a:rPr lang="zh-CN" altLang="en-US" sz="2800" dirty="0"/>
              <a:t>数据报的发送过程总共使用几次</a:t>
            </a:r>
            <a:r>
              <a:rPr lang="en-US" altLang="zh-CN" sz="2800" dirty="0" smtClean="0"/>
              <a:t>ARP</a:t>
            </a:r>
            <a:r>
              <a:rPr lang="zh-CN" altLang="en-US" sz="2800" dirty="0" smtClean="0"/>
              <a:t>？</a:t>
            </a:r>
            <a:endParaRPr lang="en-US" altLang="zh-CN" sz="2800" dirty="0" smtClean="0"/>
          </a:p>
          <a:p>
            <a:pPr marL="0" indent="0" algn="just"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、一</a:t>
            </a:r>
            <a:r>
              <a:rPr lang="zh-CN" altLang="en-US" sz="2800" dirty="0"/>
              <a:t>个</a:t>
            </a:r>
            <a:r>
              <a:rPr lang="en-US" altLang="zh-CN" sz="2800" dirty="0"/>
              <a:t>3200</a:t>
            </a:r>
            <a:r>
              <a:rPr lang="zh-CN" altLang="en-US" sz="2800" dirty="0"/>
              <a:t>位长的</a:t>
            </a:r>
            <a:r>
              <a:rPr lang="en-US" altLang="zh-CN" sz="2800" dirty="0"/>
              <a:t>TCP</a:t>
            </a:r>
            <a:r>
              <a:rPr lang="zh-CN" altLang="en-US" sz="2800" dirty="0"/>
              <a:t>报文传到</a:t>
            </a:r>
            <a:r>
              <a:rPr lang="en-US" altLang="zh-CN" sz="2800" dirty="0"/>
              <a:t>IP</a:t>
            </a:r>
            <a:r>
              <a:rPr lang="zh-CN" altLang="en-US" sz="2800" dirty="0"/>
              <a:t>层，加上</a:t>
            </a:r>
            <a:r>
              <a:rPr lang="en-US" altLang="zh-CN" sz="2800" dirty="0"/>
              <a:t>160</a:t>
            </a:r>
            <a:r>
              <a:rPr lang="zh-CN" altLang="en-US" sz="2800" dirty="0"/>
              <a:t>位的首部后成为数据报。下面的互联网由两个局域网通过路由器链接起来。但第二个居于万所能传送的最长数据帧中的数据部分只有</a:t>
            </a:r>
            <a:r>
              <a:rPr lang="en-US" altLang="zh-CN" sz="2800" dirty="0"/>
              <a:t>1200</a:t>
            </a:r>
            <a:r>
              <a:rPr lang="zh-CN" altLang="en-US" sz="2800" dirty="0"/>
              <a:t>位。因此数据报在路由器必须进行分片。试问第二个局域网向其上层要传送多少比特的数据（这里的“数据”当然指的是局域网看见的数据）？</a:t>
            </a:r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374</TotalTime>
  <Words>163</Words>
  <Application>Microsoft Office PowerPoint</Application>
  <PresentationFormat>A4 纸张(210x297 毫米)</PresentationFormat>
  <Paragraphs>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第四章 4.2.2-4.2.6课后作业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101</cp:revision>
  <dcterms:created xsi:type="dcterms:W3CDTF">2016-10-01T05:27:00Z</dcterms:created>
  <dcterms:modified xsi:type="dcterms:W3CDTF">2022-04-06T13:35:14Z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