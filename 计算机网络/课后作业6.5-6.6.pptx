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第六章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6.5-6.6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/>
              <a:t>、试述电子邮件的最主要的组成部件。用户代理</a:t>
            </a:r>
            <a:r>
              <a:rPr lang="en-US" altLang="zh-CN" sz="2400" dirty="0"/>
              <a:t>UA</a:t>
            </a:r>
            <a:r>
              <a:rPr lang="zh-CN" altLang="en-US" sz="2400" dirty="0"/>
              <a:t>的作用是什么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、电子邮件中为什么要使用</a:t>
            </a:r>
            <a:r>
              <a:rPr lang="en-US" altLang="zh-CN" sz="2400" dirty="0" smtClean="0"/>
              <a:t>POP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SMTP</a:t>
            </a:r>
            <a:r>
              <a:rPr lang="zh-CN" altLang="en-US" sz="2400" dirty="0" smtClean="0"/>
              <a:t>两个协议？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MIME</a:t>
            </a:r>
            <a:r>
              <a:rPr lang="zh-CN" altLang="en-US" sz="2400" dirty="0" smtClean="0"/>
              <a:t>与</a:t>
            </a:r>
            <a:r>
              <a:rPr lang="en-US" altLang="zh-CN" sz="2400" dirty="0" smtClean="0"/>
              <a:t>SMTP</a:t>
            </a:r>
            <a:r>
              <a:rPr lang="zh-CN" altLang="en-US" sz="2400" dirty="0" smtClean="0"/>
              <a:t>的关系如何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/>
              <a:t>、写出下列英文术语缩写的全称和中文译名</a:t>
            </a:r>
          </a:p>
          <a:p>
            <a:pPr marL="0" indent="0" algn="just">
              <a:buNone/>
            </a:pPr>
            <a:r>
              <a:rPr lang="en-US" altLang="zh-CN" sz="2400" smtClean="0"/>
              <a:t>UA SMTP POP3 MIME IMAP DHCP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491</TotalTime>
  <Words>74</Words>
  <Application>Microsoft Office PowerPoint</Application>
  <PresentationFormat>A4 纸张(210x297 毫米)</PresentationFormat>
  <Paragraphs>10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第六章 6.5-6.6课后作业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114</cp:revision>
  <dcterms:created xsi:type="dcterms:W3CDTF">2016-10-01T05:27:00Z</dcterms:created>
  <dcterms:modified xsi:type="dcterms:W3CDTF">2021-01-27T07:19:01Z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