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42" y="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tm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1.tmp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image" Target="../media/image1.tmp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image" Target="../media/image1.tmp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image" Target="../media/image1.tmp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1.tmp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7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image" Target="../media/image1.tmp"/><Relationship Id="rId10" Type="http://schemas.openxmlformats.org/officeDocument/2006/relationships/tags" Target="../tags/tag86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image" Target="../media/image1.tmp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、目前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常用的密钥分配方式是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设立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，它是大家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都信任的机构，其任务就是给需要进行秘密通信的用户临时分配一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仅使用一次）。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6828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、目前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最出名的密钥分配协议是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Kerberos V5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Kerberos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既是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，同时也是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。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Kerberos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使用两个服务器：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和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 只用于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之间的鉴别，而不用于人对人的鉴别。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3783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一个值得信赖的机构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——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即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来将公钥与其对应的实体（人或机器）进行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绑定，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每个实体都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有其发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来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4540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IPsec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一个单个的协议，能够在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层提供互联网通信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安全。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4610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原始的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数据报的前后分别添加若干控制信息，再加上新的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首部，构成一个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安全数据报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。这种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安全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数据报采用的工作方式是（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运输方式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隧道方式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1668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通过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被称为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逻辑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连接，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IPsec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就把传统互联网无连接的网络层转换为具有逻辑连接的网络层。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7738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安全协议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包括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建立在可靠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之上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，与应用层协议独立无关。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0380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入侵已经开始，但还没有造成危害或在造成更大危害前，及时检测到入侵，以便尽快阻止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入侵的是（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防火墙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入侵检测系统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9162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、以下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）的入侵检测方法，当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检测到网络中流量某种统计规律不符合正常情况时，则认为可能发生了入侵行为。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基于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特征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基于异常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2557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密钥分配中心&quot;]},{&quot;num&quot;:2,&quot;caseSensitive&quot;:false,&quot;fuzzyMatch&quot;:false,&quot;Score&quot;:1.0,&quot;answers&quot;:[&quot;会话密钥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5.0"/>
  <p:tag name="PROBLEMBLANK" val="[{&quot;num&quot;:1,&quot;caseSensitive&quot;:false,&quot;fuzzyMatch&quot;:false,&quot;Score&quot;:1.0,&quot;answers&quot;:[&quot;鉴别协议&quot;]},{&quot;num&quot;:2,&quot;caseSensitive&quot;:false,&quot;fuzzyMatch&quot;:false,&quot;Score&quot;:1.0,&quot;answers&quot;:[&quot;密钥分配中心&quot;]},{&quot;num&quot;:3,&quot;caseSensitive&quot;:false,&quot;fuzzyMatch&quot;:false,&quot;Score&quot;:1.0,&quot;answers&quot;:[&quot;鉴别服务器&quot;]},{&quot;num&quot;:4,&quot;caseSensitive&quot;:false,&quot;fuzzyMatch&quot;:false,&quot;Score&quot;:1.0,&quot;answers&quot;:[&quot;票据授予服务器&quot;]},{&quot;num&quot;:5,&quot;caseSensitive&quot;:false,&quot;fuzzyMatch&quot;:false,&quot;Score&quot;:1.0,&quot;answers&quot;:[&quot;客户与服务器&quot;]}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认证中心&quot;]},{&quot;num&quot;:2,&quot;caseSensitive&quot;:false,&quot;fuzzyMatch&quot;:false,&quot;Score&quot;:1.0,&quot;answers&quot;:[&quot;证书&quot;]}]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安全关联&quot;]}]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安全套接字&quot;]},{&quot;num&quot;:2,&quot;caseSensitive&quot;:false,&quot;fuzzyMatch&quot;:false,&quot;Score&quot;:1.0,&quot;answers&quot;:[&quot;运输层安全&quot;]},{&quot;num&quot;:3,&quot;caseSensitive&quot;:false,&quot;fuzzyMatch&quot;:false,&quot;Score&quot;:1.0,&quot;answers&quot;:[&quot;TCP&quot;]}]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466</Words>
  <Application>Microsoft Office PowerPoint</Application>
  <PresentationFormat>宽屏</PresentationFormat>
  <Paragraphs>57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153</cp:revision>
  <dcterms:created xsi:type="dcterms:W3CDTF">2020-02-20T13:08:52Z</dcterms:created>
  <dcterms:modified xsi:type="dcterms:W3CDTF">2022-05-18T15:17:20Z</dcterms:modified>
</cp:coreProperties>
</file>