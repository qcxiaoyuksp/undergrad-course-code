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1" r:id="rId3"/>
    <p:sldId id="269" r:id="rId4"/>
    <p:sldId id="272" r:id="rId5"/>
    <p:sldId id="273" r:id="rId6"/>
    <p:sldId id="274" r:id="rId7"/>
    <p:sldId id="275" r:id="rId8"/>
    <p:sldId id="277" r:id="rId9"/>
    <p:sldId id="276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6798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5342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3675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2022/3/21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421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2022/3/21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5909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2022/3/21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686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2022/3/21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342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2022/3/21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3604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2022/3/21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2615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628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2179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B7456-3132-4DB2-8F31-A57075A28DB8}" type="datetimeFigureOut">
              <a:rPr lang="zh-CN" altLang="en-US" smtClean="0"/>
              <a:t>2022/3/21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827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image" Target="../media/image1.tmp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9.xml"/><Relationship Id="rId13" Type="http://schemas.openxmlformats.org/officeDocument/2006/relationships/tags" Target="../tags/tag34.xml"/><Relationship Id="rId18" Type="http://schemas.openxmlformats.org/officeDocument/2006/relationships/tags" Target="../tags/tag39.xml"/><Relationship Id="rId3" Type="http://schemas.openxmlformats.org/officeDocument/2006/relationships/tags" Target="../tags/tag24.xml"/><Relationship Id="rId21" Type="http://schemas.openxmlformats.org/officeDocument/2006/relationships/tags" Target="../tags/tag42.xml"/><Relationship Id="rId7" Type="http://schemas.openxmlformats.org/officeDocument/2006/relationships/tags" Target="../tags/tag28.xml"/><Relationship Id="rId12" Type="http://schemas.openxmlformats.org/officeDocument/2006/relationships/tags" Target="../tags/tag33.xml"/><Relationship Id="rId17" Type="http://schemas.openxmlformats.org/officeDocument/2006/relationships/tags" Target="../tags/tag38.xml"/><Relationship Id="rId2" Type="http://schemas.openxmlformats.org/officeDocument/2006/relationships/tags" Target="../tags/tag23.xml"/><Relationship Id="rId16" Type="http://schemas.openxmlformats.org/officeDocument/2006/relationships/tags" Target="../tags/tag37.xml"/><Relationship Id="rId20" Type="http://schemas.openxmlformats.org/officeDocument/2006/relationships/tags" Target="../tags/tag41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tags" Target="../tags/tag32.xml"/><Relationship Id="rId5" Type="http://schemas.openxmlformats.org/officeDocument/2006/relationships/tags" Target="../tags/tag26.xml"/><Relationship Id="rId15" Type="http://schemas.openxmlformats.org/officeDocument/2006/relationships/tags" Target="../tags/tag36.xml"/><Relationship Id="rId23" Type="http://schemas.openxmlformats.org/officeDocument/2006/relationships/image" Target="../media/image1.tmp"/><Relationship Id="rId10" Type="http://schemas.openxmlformats.org/officeDocument/2006/relationships/tags" Target="../tags/tag31.xml"/><Relationship Id="rId19" Type="http://schemas.openxmlformats.org/officeDocument/2006/relationships/tags" Target="../tags/tag40.xml"/><Relationship Id="rId4" Type="http://schemas.openxmlformats.org/officeDocument/2006/relationships/tags" Target="../tags/tag25.xml"/><Relationship Id="rId9" Type="http://schemas.openxmlformats.org/officeDocument/2006/relationships/tags" Target="../tags/tag30.xml"/><Relationship Id="rId14" Type="http://schemas.openxmlformats.org/officeDocument/2006/relationships/tags" Target="../tags/tag35.xml"/><Relationship Id="rId22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50.xml"/><Relationship Id="rId13" Type="http://schemas.openxmlformats.org/officeDocument/2006/relationships/tags" Target="../tags/tag55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45.xml"/><Relationship Id="rId7" Type="http://schemas.openxmlformats.org/officeDocument/2006/relationships/tags" Target="../tags/tag49.xml"/><Relationship Id="rId12" Type="http://schemas.openxmlformats.org/officeDocument/2006/relationships/tags" Target="../tags/tag54.xml"/><Relationship Id="rId17" Type="http://schemas.openxmlformats.org/officeDocument/2006/relationships/tags" Target="../tags/tag59.xml"/><Relationship Id="rId2" Type="http://schemas.openxmlformats.org/officeDocument/2006/relationships/tags" Target="../tags/tag44.xml"/><Relationship Id="rId16" Type="http://schemas.openxmlformats.org/officeDocument/2006/relationships/tags" Target="../tags/tag58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11" Type="http://schemas.openxmlformats.org/officeDocument/2006/relationships/tags" Target="../tags/tag53.xml"/><Relationship Id="rId5" Type="http://schemas.openxmlformats.org/officeDocument/2006/relationships/tags" Target="../tags/tag47.xml"/><Relationship Id="rId15" Type="http://schemas.openxmlformats.org/officeDocument/2006/relationships/tags" Target="../tags/tag57.xml"/><Relationship Id="rId10" Type="http://schemas.openxmlformats.org/officeDocument/2006/relationships/tags" Target="../tags/tag52.xml"/><Relationship Id="rId19" Type="http://schemas.openxmlformats.org/officeDocument/2006/relationships/image" Target="../media/image1.tmp"/><Relationship Id="rId4" Type="http://schemas.openxmlformats.org/officeDocument/2006/relationships/tags" Target="../tags/tag46.xml"/><Relationship Id="rId9" Type="http://schemas.openxmlformats.org/officeDocument/2006/relationships/tags" Target="../tags/tag51.xml"/><Relationship Id="rId14" Type="http://schemas.openxmlformats.org/officeDocument/2006/relationships/tags" Target="../tags/tag5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67.xml"/><Relationship Id="rId3" Type="http://schemas.openxmlformats.org/officeDocument/2006/relationships/tags" Target="../tags/tag62.xml"/><Relationship Id="rId7" Type="http://schemas.openxmlformats.org/officeDocument/2006/relationships/tags" Target="../tags/tag66.xml"/><Relationship Id="rId12" Type="http://schemas.openxmlformats.org/officeDocument/2006/relationships/image" Target="../media/image1.tmp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tags" Target="../tags/tag65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64.xml"/><Relationship Id="rId10" Type="http://schemas.openxmlformats.org/officeDocument/2006/relationships/tags" Target="../tags/tag69.xml"/><Relationship Id="rId4" Type="http://schemas.openxmlformats.org/officeDocument/2006/relationships/tags" Target="../tags/tag63.xml"/><Relationship Id="rId9" Type="http://schemas.openxmlformats.org/officeDocument/2006/relationships/tags" Target="../tags/tag6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77.xml"/><Relationship Id="rId3" Type="http://schemas.openxmlformats.org/officeDocument/2006/relationships/tags" Target="../tags/tag72.xml"/><Relationship Id="rId7" Type="http://schemas.openxmlformats.org/officeDocument/2006/relationships/tags" Target="../tags/tag76.xml"/><Relationship Id="rId12" Type="http://schemas.openxmlformats.org/officeDocument/2006/relationships/image" Target="../media/image1.tmp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74.xml"/><Relationship Id="rId10" Type="http://schemas.openxmlformats.org/officeDocument/2006/relationships/tags" Target="../tags/tag79.xml"/><Relationship Id="rId4" Type="http://schemas.openxmlformats.org/officeDocument/2006/relationships/tags" Target="../tags/tag73.xml"/><Relationship Id="rId9" Type="http://schemas.openxmlformats.org/officeDocument/2006/relationships/tags" Target="../tags/tag7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87.xml"/><Relationship Id="rId3" Type="http://schemas.openxmlformats.org/officeDocument/2006/relationships/tags" Target="../tags/tag82.xml"/><Relationship Id="rId7" Type="http://schemas.openxmlformats.org/officeDocument/2006/relationships/tags" Target="../tags/tag86.xml"/><Relationship Id="rId12" Type="http://schemas.openxmlformats.org/officeDocument/2006/relationships/image" Target="../media/image1.tmp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6" Type="http://schemas.openxmlformats.org/officeDocument/2006/relationships/tags" Target="../tags/tag85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84.xml"/><Relationship Id="rId10" Type="http://schemas.openxmlformats.org/officeDocument/2006/relationships/tags" Target="../tags/tag89.xml"/><Relationship Id="rId4" Type="http://schemas.openxmlformats.org/officeDocument/2006/relationships/tags" Target="../tags/tag83.xml"/><Relationship Id="rId9" Type="http://schemas.openxmlformats.org/officeDocument/2006/relationships/tags" Target="../tags/tag8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97.xml"/><Relationship Id="rId3" Type="http://schemas.openxmlformats.org/officeDocument/2006/relationships/tags" Target="../tags/tag92.xml"/><Relationship Id="rId7" Type="http://schemas.openxmlformats.org/officeDocument/2006/relationships/tags" Target="../tags/tag96.xml"/><Relationship Id="rId12" Type="http://schemas.openxmlformats.org/officeDocument/2006/relationships/image" Target="../media/image1.tmp"/><Relationship Id="rId2" Type="http://schemas.openxmlformats.org/officeDocument/2006/relationships/tags" Target="../tags/tag91.xml"/><Relationship Id="rId1" Type="http://schemas.openxmlformats.org/officeDocument/2006/relationships/tags" Target="../tags/tag90.xml"/><Relationship Id="rId6" Type="http://schemas.openxmlformats.org/officeDocument/2006/relationships/tags" Target="../tags/tag95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94.xml"/><Relationship Id="rId10" Type="http://schemas.openxmlformats.org/officeDocument/2006/relationships/tags" Target="../tags/tag99.xml"/><Relationship Id="rId4" Type="http://schemas.openxmlformats.org/officeDocument/2006/relationships/tags" Target="../tags/tag93.xml"/><Relationship Id="rId9" Type="http://schemas.openxmlformats.org/officeDocument/2006/relationships/tags" Target="../tags/tag9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07.xml"/><Relationship Id="rId13" Type="http://schemas.openxmlformats.org/officeDocument/2006/relationships/tags" Target="../tags/tag112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02.xml"/><Relationship Id="rId7" Type="http://schemas.openxmlformats.org/officeDocument/2006/relationships/tags" Target="../tags/tag106.xml"/><Relationship Id="rId12" Type="http://schemas.openxmlformats.org/officeDocument/2006/relationships/tags" Target="../tags/tag111.xml"/><Relationship Id="rId17" Type="http://schemas.openxmlformats.org/officeDocument/2006/relationships/tags" Target="../tags/tag116.xml"/><Relationship Id="rId2" Type="http://schemas.openxmlformats.org/officeDocument/2006/relationships/tags" Target="../tags/tag101.xml"/><Relationship Id="rId16" Type="http://schemas.openxmlformats.org/officeDocument/2006/relationships/tags" Target="../tags/tag115.xml"/><Relationship Id="rId1" Type="http://schemas.openxmlformats.org/officeDocument/2006/relationships/tags" Target="../tags/tag100.xml"/><Relationship Id="rId6" Type="http://schemas.openxmlformats.org/officeDocument/2006/relationships/tags" Target="../tags/tag105.xml"/><Relationship Id="rId11" Type="http://schemas.openxmlformats.org/officeDocument/2006/relationships/tags" Target="../tags/tag110.xml"/><Relationship Id="rId5" Type="http://schemas.openxmlformats.org/officeDocument/2006/relationships/tags" Target="../tags/tag104.xml"/><Relationship Id="rId15" Type="http://schemas.openxmlformats.org/officeDocument/2006/relationships/tags" Target="../tags/tag114.xml"/><Relationship Id="rId10" Type="http://schemas.openxmlformats.org/officeDocument/2006/relationships/tags" Target="../tags/tag109.xml"/><Relationship Id="rId19" Type="http://schemas.openxmlformats.org/officeDocument/2006/relationships/image" Target="../media/image1.tmp"/><Relationship Id="rId4" Type="http://schemas.openxmlformats.org/officeDocument/2006/relationships/tags" Target="../tags/tag103.xml"/><Relationship Id="rId9" Type="http://schemas.openxmlformats.org/officeDocument/2006/relationships/tags" Target="../tags/tag108.xml"/><Relationship Id="rId14" Type="http://schemas.openxmlformats.org/officeDocument/2006/relationships/tags" Target="../tags/tag11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24.xml"/><Relationship Id="rId3" Type="http://schemas.openxmlformats.org/officeDocument/2006/relationships/tags" Target="../tags/tag119.xml"/><Relationship Id="rId7" Type="http://schemas.openxmlformats.org/officeDocument/2006/relationships/tags" Target="../tags/tag123.xml"/><Relationship Id="rId12" Type="http://schemas.openxmlformats.org/officeDocument/2006/relationships/image" Target="../media/image1.tmp"/><Relationship Id="rId2" Type="http://schemas.openxmlformats.org/officeDocument/2006/relationships/tags" Target="../tags/tag118.xml"/><Relationship Id="rId1" Type="http://schemas.openxmlformats.org/officeDocument/2006/relationships/tags" Target="../tags/tag117.xml"/><Relationship Id="rId6" Type="http://schemas.openxmlformats.org/officeDocument/2006/relationships/tags" Target="../tags/tag122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121.xml"/><Relationship Id="rId10" Type="http://schemas.openxmlformats.org/officeDocument/2006/relationships/tags" Target="../tags/tag126.xml"/><Relationship Id="rId4" Type="http://schemas.openxmlformats.org/officeDocument/2006/relationships/tags" Target="../tags/tag120.xml"/><Relationship Id="rId9" Type="http://schemas.openxmlformats.org/officeDocument/2006/relationships/tags" Target="../tags/tag1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、以下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共享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信道方法属于静态划分信道技术的是：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频分复用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357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时分复用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3929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波分复用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码分复用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矩形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矩形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4218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39933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45648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2"/>
            </p:custDataLst>
          </p:nvPr>
        </p:nvSpPr>
        <p:spPr>
          <a:xfrm>
            <a:off x="2438400" y="5072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随机接入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0" name="矩形 19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513635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4"/>
            </p:custDataLst>
          </p:nvPr>
        </p:nvSpPr>
        <p:spPr>
          <a:xfrm>
            <a:off x="2438400" y="5643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受控接入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2" name="矩形 21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70785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23" name="组合 22"/>
          <p:cNvGrpSpPr/>
          <p:nvPr>
            <p:custDataLst>
              <p:tags r:id="rId16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8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2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21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7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20625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以下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共享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信道方法属于动态媒体接入控制技术的是：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频分复用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357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时分复用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3929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波分复用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码分复用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矩形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矩形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4218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39933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45648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2"/>
            </p:custDataLst>
          </p:nvPr>
        </p:nvSpPr>
        <p:spPr>
          <a:xfrm>
            <a:off x="2438400" y="5072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随机接入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0" name="矩形 19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51363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4"/>
            </p:custDataLst>
          </p:nvPr>
        </p:nvSpPr>
        <p:spPr>
          <a:xfrm>
            <a:off x="2438400" y="5643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受控接入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2" name="矩形 21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7078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23" name="组合 22"/>
          <p:cNvGrpSpPr/>
          <p:nvPr>
            <p:custDataLst>
              <p:tags r:id="rId16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8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2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21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7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54925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局域网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的网络拓扑不包括：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星形网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环形网</a:t>
            </a: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树形网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总线网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56767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1096498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IEEE 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802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委员会把局域网的数据链路层拆成两个子层，即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子层和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子层。与接入到传输媒体有关的内容都放在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子层。不管采用何种协议的局域网，对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子层来说都是透明的。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4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89763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为了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通信的简便，以太网采取了两种重要的措施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：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zh-CN" altLang="en-US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和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87661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065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CSMA/CD 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Carrier Sense Multiple Access with Collision Detection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)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含义：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和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3]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3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69983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7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以太网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的端到端往返时延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称为争用期，或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10 Mbit/s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以太网取 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为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争用期的长度。对于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10 Mbit/s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以太网，在争用期内可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发送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字节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4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97288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8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以太网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的最短有效帧长是（    ）字节。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8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16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32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64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8" name="TipText"/>
          <p:cNvSpPr txBox="1"/>
          <p:nvPr>
            <p:custDataLst>
              <p:tags r:id="rId12"/>
            </p:custDataLst>
          </p:nvPr>
        </p:nvSpPr>
        <p:spPr>
          <a:xfrm>
            <a:off x="1195705" y="109220"/>
            <a:ext cx="2286000" cy="508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2000" smtClean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最多可选</a:t>
            </a:r>
            <a:r>
              <a:rPr lang="en-US" altLang="zh-CN" sz="2000" smtClean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000" smtClean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项</a:t>
            </a:r>
            <a:endParaRPr lang="zh-CN" altLang="en-US" sz="2000">
              <a:solidFill>
                <a:srgbClr val="80808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3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4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41119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87884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9</a:t>
            </a:r>
            <a:r>
              <a:rPr lang="zh-CN" altLang="en-US" sz="260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使用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集线器的以太网在逻辑上仍是一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个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各工作站使用的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还是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协议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，并共享逻辑上的总线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。集线器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很像一个多接口的转发器，工作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在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3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62300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_HALF" val="0.0"/>
  <p:tag name="RAINPROBLEMTYPE" val="Polling"/>
  <p:tag name="RAINPROBLEM" val="Polling"/>
  <p:tag name="ANONYMOUSPOLLING" val="False"/>
  <p:tag name="PROBLEMSCORE" val="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_HALF" val="0.0"/>
  <p:tag name="RAINPROBLEMTYPE" val="Polling"/>
  <p:tag name="RAINPROBLEM" val="Polling"/>
  <p:tag name="ANONYMOUSPOLLING" val="False"/>
  <p:tag name="PROBLEMSCORE" val="0.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BLANKORDER" val="false"/>
  <p:tag name="PROBLEMSCORE" val="4.0"/>
  <p:tag name="PROBLEMBLANK" val="[{&quot;Num&quot;:1,&quot;Score&quot;:1.0,&quot;Answers&quot;:[&quot;逻辑链路控制LLC&quot;],&quot;CaseSensitive&quot;:false,&quot;FuzzyMatch&quot;:false},{&quot;Num&quot;:2,&quot;Score&quot;:1.0,&quot;Answers&quot;:[&quot;媒体接入控制MAC&quot;],&quot;CaseSensitive&quot;:false,&quot;FuzzyMatch&quot;:false},{&quot;Num&quot;:3,&quot;Score&quot;:1.0,&quot;Answers&quot;:[&quot;MAC&quot;],&quot;CaseSensitive&quot;:false,&quot;FuzzyMatch&quot;:false},{&quot;Num&quot;:4,&quot;Score&quot;:1.0,&quot;Answers&quot;:[&quot;LLC&quot;],&quot;CaseSensitive&quot;:false,&quot;FuzzyMatch&quot;:false}]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BLANKORDER" val="true"/>
  <p:tag name="PROBLEMSCORE" val="2.0"/>
  <p:tag name="PROBLEMBLANK" val="[{&quot;Num&quot;:1,&quot;Score&quot;:1.0,&quot;Answers&quot;:[&quot;采用较为灵活的无连接的工作方式&quot;],&quot;CaseSensitive&quot;:false,&quot;FuzzyMatch&quot;:false},{&quot;Num&quot;:2,&quot;Score&quot;:1.0,&quot;Answers&quot;:[&quot;发送的数据都使用曼彻斯特编码&quot;],&quot;CaseSensitive&quot;:false,&quot;FuzzyMatch&quot;:false}]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BLANKORDER" val="true"/>
  <p:tag name="PROBLEMSCORE" val="3.0"/>
  <p:tag name="PROBLEMBLANK" val="[{&quot;Num&quot;:1,&quot;Score&quot;:1.0,&quot;Answers&quot;:[&quot;载波监听&quot;],&quot;CaseSensitive&quot;:false,&quot;FuzzyMatch&quot;:false},{&quot;Num&quot;:2,&quot;Score&quot;:1.0,&quot;Answers&quot;:[&quot;多点接入&quot;],&quot;CaseSensitive&quot;:false,&quot;FuzzyMatch&quot;:false},{&quot;Num&quot;:3,&quot;Score&quot;:1.0,&quot;Answers&quot;:[&quot;碰撞检测&quot;],&quot;CaseSensitive&quot;:false,&quot;FuzzyMatch&quot;:false}]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4.0"/>
  <p:tag name="PROBLEMBLANK" val="[{&quot;Num&quot;:1,&quot;Score&quot;:1.0,&quot;Answers&quot;:[&quot;2τ&quot;],&quot;CaseSensitive&quot;:false,&quot;FuzzyMatch&quot;:false},{&quot;Num&quot;:2,&quot;Score&quot;:1.0,&quot;Answers&quot;:[&quot;碰撞窗口&quot;],&quot;CaseSensitive&quot;:false,&quot;FuzzyMatch&quot;:false},{&quot;Num&quot;:3,&quot;Score&quot;:1.0,&quot;Answers&quot;:[&quot;51.2μs&quot;],&quot;CaseSensitive&quot;:false,&quot;FuzzyMatch&quot;:false},{&quot;Num&quot;:4,&quot;Score&quot;:1.0,&quot;Answers&quot;:[&quot;64&quot;],&quot;CaseSensitive&quot;:false,&quot;FuzzyMatch&quot;:false}]"/>
  <p:tag name="PROBLEMBLANKORDER" val="fals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3.0"/>
  <p:tag name="PROBLEMBLANK" val="[{&quot;Num&quot;:1,&quot;Score&quot;:1.0,&quot;Answers&quot;:[&quot;总线网&quot;],&quot;CaseSensitive&quot;:false,&quot;FuzzyMatch&quot;:false},{&quot;Num&quot;:2,&quot;Score&quot;:1.0,&quot;Answers&quot;:[&quot;CSMA/CD&quot;],&quot;CaseSensitive&quot;:false,&quot;FuzzyMatch&quot;:false},{&quot;Num&quot;:3,&quot;Score&quot;:1.0,&quot;Answers&quot;:[&quot;物理层&quot;],&quot;CaseSensitive&quot;:false,&quot;FuzzyMatch&quot;:false}]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414</Words>
  <Application>Microsoft Office PowerPoint</Application>
  <PresentationFormat>宽屏</PresentationFormat>
  <Paragraphs>81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Microsoft Yahei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个人用户</dc:creator>
  <cp:lastModifiedBy>a</cp:lastModifiedBy>
  <cp:revision>26</cp:revision>
  <dcterms:created xsi:type="dcterms:W3CDTF">2020-02-20T13:08:52Z</dcterms:created>
  <dcterms:modified xsi:type="dcterms:W3CDTF">2022-03-21T12:32:39Z</dcterms:modified>
</cp:coreProperties>
</file>