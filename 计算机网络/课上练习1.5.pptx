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7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5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52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87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8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5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30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2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2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1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8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C29CC-8C66-4FD5-9C8A-2E25AC00247E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35B2B-B263-4A64-9EE0-23F78E86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image" Target="../media/image1.tmp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124010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、计算机网络按照网络的作用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范围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可分为：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WAN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MAN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LAN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PAN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573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按照网络的使用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者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885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从作用上来讲，</a:t>
            </a:r>
            <a:r>
              <a:rPr lang="zh-CN" altLang="zh-CN" sz="2800" dirty="0" smtClean="0">
                <a:ea typeface="黑体" panose="02010609060101010101" pitchFamily="49" charset="-122"/>
              </a:rPr>
              <a:t>起到让用户能够与互联网连接的“桥梁”作用</a:t>
            </a:r>
            <a:r>
              <a:rPr lang="zh-CN" altLang="en-US" sz="2800" dirty="0" smtClean="0">
                <a:ea typeface="黑体" panose="02010609060101010101" pitchFamily="49" charset="-122"/>
              </a:rPr>
              <a:t>的是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个人区域网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接入网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城域网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4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4848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广域网&quot;],&quot;CaseSensitive&quot;:false,&quot;FuzzyMatch&quot;:false},{&quot;Num&quot;:2,&quot;Score&quot;:1.0,&quot;Answers&quot;:[&quot;城域网&quot;],&quot;CaseSensitive&quot;:false,&quot;FuzzyMatch&quot;:false},{&quot;Num&quot;:3,&quot;Score&quot;:1.0,&quot;Answers&quot;:[&quot;局域网&quot;],&quot;CaseSensitive&quot;:false,&quot;FuzzyMatch&quot;:false},{&quot;Num&quot;:4,&quot;Score&quot;:1.0,&quot;Answers&quot;:[&quot;个人区域网&quot;],&quot;CaseSensitive&quot;:false,&quot;FuzzyMatch&quot;:false}]"/>
  <p:tag name="PROBLEMBLANKORD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公用网&quot;],&quot;CaseSensitive&quot;:false,&quot;FuzzyMatch&quot;:false},{&quot;Num&quot;:2,&quot;Score&quot;:1.0,&quot;Answers&quot;:[&quot;专用网&quot;],&quot;CaseSensitive&quot;:false,&quot;FuzzyMatch&quot;:false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</Words>
  <Application>Microsoft Office PowerPoint</Application>
  <PresentationFormat>宽屏</PresentationFormat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Microsoft Yahei</vt:lpstr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7</cp:revision>
  <dcterms:created xsi:type="dcterms:W3CDTF">2020-02-20T12:22:14Z</dcterms:created>
  <dcterms:modified xsi:type="dcterms:W3CDTF">2022-02-24T15:56:41Z</dcterms:modified>
</cp:coreProperties>
</file>