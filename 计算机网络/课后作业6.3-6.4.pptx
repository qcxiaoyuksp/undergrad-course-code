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第六章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6.3-6.4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TELNET</a:t>
            </a:r>
            <a:r>
              <a:rPr lang="zh-CN" altLang="en-US" sz="2400" dirty="0" smtClean="0"/>
              <a:t>怎样适应计算机及其系统之间的差异？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/>
              <a:t>、解释以下名词</a:t>
            </a:r>
            <a:r>
              <a:rPr lang="zh-CN" altLang="en-US" sz="2400" dirty="0" smtClean="0"/>
              <a:t>。</a:t>
            </a:r>
            <a:r>
              <a:rPr lang="en-US" altLang="zh-CN" sz="2400" smtClean="0"/>
              <a:t>NVT WWW</a:t>
            </a:r>
            <a:r>
              <a:rPr lang="zh-CN" altLang="en-US" sz="2400" dirty="0"/>
              <a:t>，</a:t>
            </a:r>
            <a:r>
              <a:rPr lang="en-US" altLang="zh-CN" sz="2400" dirty="0"/>
              <a:t>URL</a:t>
            </a:r>
            <a:r>
              <a:rPr lang="zh-CN" altLang="en-US" sz="2400" dirty="0"/>
              <a:t>，</a:t>
            </a:r>
            <a:r>
              <a:rPr lang="en-US" altLang="zh-CN" sz="2400" dirty="0"/>
              <a:t>HTTP</a:t>
            </a:r>
            <a:r>
              <a:rPr lang="zh-CN" altLang="en-US" sz="2400" dirty="0"/>
              <a:t>，</a:t>
            </a:r>
            <a:r>
              <a:rPr lang="en-US" altLang="zh-CN" sz="2400" dirty="0"/>
              <a:t>HTML</a:t>
            </a:r>
            <a:r>
              <a:rPr lang="zh-CN" altLang="en-US" sz="2400" dirty="0"/>
              <a:t>，</a:t>
            </a:r>
            <a:r>
              <a:rPr lang="en-US" altLang="zh-CN" sz="2400" dirty="0"/>
              <a:t>CGI</a:t>
            </a:r>
            <a:r>
              <a:rPr lang="zh-CN" altLang="en-US" sz="2400" dirty="0"/>
              <a:t>，浏览器，超文本，超媒体，超链，</a:t>
            </a:r>
            <a:r>
              <a:rPr lang="zh-CN" altLang="en-US" sz="2400" dirty="0" smtClean="0"/>
              <a:t>页面，活动文档，搜索引擎。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3</a:t>
            </a:r>
            <a:r>
              <a:rPr lang="zh-CN" altLang="en-US" sz="2400" dirty="0" smtClean="0"/>
              <a:t>、搜索引擎可分为哪两类？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443</TotalTime>
  <Words>68</Words>
  <Application>Microsoft Office PowerPoint</Application>
  <PresentationFormat>A4 纸张(210x297 毫米)</PresentationFormat>
  <Paragraphs>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第六章 6.3-6.4课后作业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112</cp:revision>
  <dcterms:created xsi:type="dcterms:W3CDTF">2016-10-01T05:27:00Z</dcterms:created>
  <dcterms:modified xsi:type="dcterms:W3CDTF">2021-01-26T14:13:36Z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