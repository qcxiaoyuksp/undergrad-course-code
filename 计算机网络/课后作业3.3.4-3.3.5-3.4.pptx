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第三章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3.3-3.4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、以太网交换机有何特点？</a:t>
            </a: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/>
              <a:t>、</a:t>
            </a:r>
            <a:r>
              <a:rPr lang="zh-CN" altLang="en-US" sz="2600" dirty="0" smtClean="0"/>
              <a:t>在下图中</a:t>
            </a:r>
            <a:r>
              <a:rPr lang="zh-CN" altLang="en-US" sz="2600" dirty="0"/>
              <a:t>，以太网交换机有</a:t>
            </a:r>
            <a:r>
              <a:rPr lang="en-US" altLang="zh-CN" sz="2600" dirty="0"/>
              <a:t>6</a:t>
            </a:r>
            <a:r>
              <a:rPr lang="zh-CN" altLang="en-US" sz="2600" dirty="0"/>
              <a:t>个接口，分别接到</a:t>
            </a:r>
            <a:r>
              <a:rPr lang="en-US" altLang="zh-CN" sz="2600" dirty="0"/>
              <a:t>5</a:t>
            </a:r>
            <a:r>
              <a:rPr lang="zh-CN" altLang="en-US" sz="2600" dirty="0"/>
              <a:t>台主机和一个路由器。在下面表中的“动作”一栏中，表示先后发送了</a:t>
            </a:r>
            <a:r>
              <a:rPr lang="en-US" altLang="zh-CN" sz="2600" dirty="0"/>
              <a:t>4</a:t>
            </a:r>
            <a:r>
              <a:rPr lang="zh-CN" altLang="en-US" sz="2600" dirty="0"/>
              <a:t>个帧。假定在开始时，以太网交换机的交换表是空的。试把该表中其他的栏目都填完空</a:t>
            </a:r>
            <a:r>
              <a:rPr lang="zh-CN" altLang="en-US" sz="2600" dirty="0" smtClean="0"/>
              <a:t>。</a:t>
            </a:r>
            <a:endParaRPr lang="en-US" altLang="zh-CN" sz="2600" dirty="0" smtClean="0"/>
          </a:p>
          <a:p>
            <a:pPr marL="0" indent="0" algn="just">
              <a:buNone/>
            </a:pPr>
            <a:endParaRPr lang="en-US" altLang="zh-CN" sz="2600" dirty="0"/>
          </a:p>
          <a:p>
            <a:pPr marL="0" indent="0" algn="just">
              <a:buNone/>
            </a:pPr>
            <a:endParaRPr lang="en-US" altLang="zh-CN" sz="2600" dirty="0" smtClean="0"/>
          </a:p>
          <a:p>
            <a:pPr marL="0" indent="0" algn="just">
              <a:buNone/>
            </a:pPr>
            <a:endParaRPr lang="en-US" altLang="zh-CN" sz="2600" dirty="0"/>
          </a:p>
          <a:p>
            <a:pPr marL="0" indent="0" algn="just">
              <a:buNone/>
            </a:pP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、写出</a:t>
            </a:r>
            <a:r>
              <a:rPr lang="zh-CN" altLang="en-US" sz="2600" dirty="0"/>
              <a:t>下列英文术语缩写的全称和中文</a:t>
            </a:r>
            <a:r>
              <a:rPr lang="zh-CN" altLang="en-US" sz="2600" dirty="0" smtClean="0"/>
              <a:t>译名</a:t>
            </a:r>
            <a:endParaRPr lang="en-US" altLang="zh-CN" sz="2600" dirty="0"/>
          </a:p>
          <a:p>
            <a:pPr marL="0" indent="0" algn="just">
              <a:buNone/>
            </a:pPr>
            <a:r>
              <a:rPr lang="en-US" altLang="zh-CN" sz="2600"/>
              <a:t>STP VLAN</a:t>
            </a:r>
            <a:endParaRPr lang="zh-CN" altLang="en-US" sz="2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13414" t="20921" r="8782" b="8707"/>
          <a:stretch/>
        </p:blipFill>
        <p:spPr>
          <a:xfrm>
            <a:off x="272610" y="3577431"/>
            <a:ext cx="3600300" cy="1399249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448443"/>
              </p:ext>
            </p:extLst>
          </p:nvPr>
        </p:nvGraphicFramePr>
        <p:xfrm>
          <a:off x="4377012" y="3565170"/>
          <a:ext cx="5112427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0120">
                  <a:extLst>
                    <a:ext uri="{9D8B030D-6E8A-4147-A177-3AD203B41FA5}">
                      <a16:colId xmlns:a16="http://schemas.microsoft.com/office/drawing/2014/main" val="3603168859"/>
                    </a:ext>
                  </a:extLst>
                </a:gridCol>
                <a:gridCol w="1296108">
                  <a:extLst>
                    <a:ext uri="{9D8B030D-6E8A-4147-A177-3AD203B41FA5}">
                      <a16:colId xmlns:a16="http://schemas.microsoft.com/office/drawing/2014/main" val="637777310"/>
                    </a:ext>
                  </a:extLst>
                </a:gridCol>
                <a:gridCol w="1728144">
                  <a:extLst>
                    <a:ext uri="{9D8B030D-6E8A-4147-A177-3AD203B41FA5}">
                      <a16:colId xmlns:a16="http://schemas.microsoft.com/office/drawing/2014/main" val="280320580"/>
                    </a:ext>
                  </a:extLst>
                </a:gridCol>
                <a:gridCol w="648055">
                  <a:extLst>
                    <a:ext uri="{9D8B030D-6E8A-4147-A177-3AD203B41FA5}">
                      <a16:colId xmlns:a16="http://schemas.microsoft.com/office/drawing/2014/main" val="1669247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动作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交换表的状态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向那些接口转发帧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说明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86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A</a:t>
                      </a:r>
                      <a:r>
                        <a:rPr lang="zh-CN" altLang="en-US" sz="1400" dirty="0" smtClean="0"/>
                        <a:t>发送帧给</a:t>
                      </a:r>
                      <a:r>
                        <a:rPr lang="en-US" altLang="zh-CN" sz="1400" dirty="0" smtClean="0"/>
                        <a:t>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61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D</a:t>
                      </a:r>
                      <a:r>
                        <a:rPr lang="zh-CN" altLang="en-US" sz="1400" dirty="0" smtClean="0"/>
                        <a:t>发送帧给</a:t>
                      </a:r>
                      <a:r>
                        <a:rPr lang="en-US" altLang="zh-CN" sz="1400" dirty="0" smtClean="0"/>
                        <a:t>A</a:t>
                      </a:r>
                      <a:endParaRPr lang="zh-CN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244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E</a:t>
                      </a:r>
                      <a:r>
                        <a:rPr lang="zh-CN" altLang="en-US" sz="1400" dirty="0" smtClean="0"/>
                        <a:t>发送帧给</a:t>
                      </a:r>
                      <a:r>
                        <a:rPr lang="en-US" altLang="zh-CN" sz="1400" dirty="0" smtClean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0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A</a:t>
                      </a:r>
                      <a:r>
                        <a:rPr lang="zh-CN" altLang="en-US" sz="1400" dirty="0" smtClean="0"/>
                        <a:t>发送帧给</a:t>
                      </a:r>
                      <a:r>
                        <a:rPr lang="en-US" altLang="zh-CN" sz="1400" dirty="0" smtClean="0"/>
                        <a:t>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881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334</TotalTime>
  <Words>136</Words>
  <Application>Microsoft Office PowerPoint</Application>
  <PresentationFormat>A4 纸张(210x297 毫米)</PresentationFormat>
  <Paragraphs>21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第三章 3.3-3.4课后作业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94</cp:revision>
  <dcterms:created xsi:type="dcterms:W3CDTF">2016-10-01T05:27:00Z</dcterms:created>
  <dcterms:modified xsi:type="dcterms:W3CDTF">2021-01-15T11:36:09Z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