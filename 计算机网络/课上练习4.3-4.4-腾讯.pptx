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97" r:id="rId3"/>
    <p:sldId id="300" r:id="rId4"/>
    <p:sldId id="301" r:id="rId5"/>
    <p:sldId id="302" r:id="rId6"/>
    <p:sldId id="30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image" Target="../media/image1.tmp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image" Target="../media/image1.tmp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31.xml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image" Target="../media/image1.tmp"/><Relationship Id="rId2" Type="http://schemas.openxmlformats.org/officeDocument/2006/relationships/tags" Target="../tags/tag38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image" Target="../media/image1.tmp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image" Target="../media/image1.tmp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、划分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子网只是把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的（    ） 这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部分进行再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划分。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网络号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net-id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主机号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host-id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2773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、划分子网改变了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地址原来的网络号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net-id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 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757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CIDR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地址块可以表示很多地址，这种地址的聚合常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称为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它使得路由表中的一个项目可以表示很多个（例如上千个）原来传统分类地址的路由。路由聚合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有利于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路由器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之间的路由选择信息的交换，从而提高了整个互联网的性能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026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为了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更有效地转发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数据报和提高交付成功的机会，在网际层使用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了（    ）协议。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ICMP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IPX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IGMP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8596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因为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ICMP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报文是装在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数据报中，作为其中的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数据部分，因而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ICMP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高层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774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ICMP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报文的种类有两种，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即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 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504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路由聚合&quot;],&quot;CaseSensitive&quot;:false,&quot;FuzzyMatch&quot;:false},{&quot;Num&quot;:2,&quot;Score&quot;:1.0,&quot;Answers&quot;:[&quot;减少&quot;],&quot;CaseSensitive&quot;:false,&quot;FuzzyMatch&quot;:false}]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ICMP 差错报告报文&quot;],&quot;CaseSensitive&quot;:false,&quot;FuzzyMatch&quot;:false},{&quot;Num&quot;:2,&quot;Score&quot;:1.0,&quot;Answers&quot;:[&quot;ICMP 询问报文&quot;],&quot;CaseSensitive&quot;:false,&quot;FuzzyMatch&quot;:false}]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247</Words>
  <Application>Microsoft Office PowerPoint</Application>
  <PresentationFormat>宽屏</PresentationFormat>
  <Paragraphs>44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56</cp:revision>
  <dcterms:created xsi:type="dcterms:W3CDTF">2020-02-20T13:08:52Z</dcterms:created>
  <dcterms:modified xsi:type="dcterms:W3CDTF">2023-04-06T01:48:38Z</dcterms:modified>
</cp:coreProperties>
</file>