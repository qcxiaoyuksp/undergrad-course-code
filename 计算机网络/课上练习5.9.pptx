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5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2023/4/24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6798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2023/4/24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5342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2023/4/24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3675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2023/4/24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421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2023/4/24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5909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2023/4/24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686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2023/4/24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4342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2023/4/24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3604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2023/4/24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2615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2023/4/24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2628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2023/4/24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2179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CB7456-3132-4DB2-8F31-A57075A28DB8}" type="datetimeFigureOut">
              <a:rPr lang="zh-CN" altLang="en-US" smtClean="0"/>
              <a:t>2023/4/24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827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image" Target="../media/image1.tmp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1.TCP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连接释放过程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是（    ）。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三报文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握手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四报文握手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9304465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587</TotalTime>
  <Words>21</Words>
  <Application>Microsoft Office PowerPoint</Application>
  <PresentationFormat>宽屏</PresentationFormat>
  <Paragraphs>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Microsoft Yahei</vt:lpstr>
      <vt:lpstr>等线</vt:lpstr>
      <vt:lpstr>等线 Light</vt:lpstr>
      <vt:lpstr>Arial</vt:lpstr>
      <vt:lpstr>Office 主题​​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个人用户</dc:creator>
  <cp:lastModifiedBy>a</cp:lastModifiedBy>
  <cp:revision>103</cp:revision>
  <dcterms:created xsi:type="dcterms:W3CDTF">2020-02-20T13:08:52Z</dcterms:created>
  <dcterms:modified xsi:type="dcterms:W3CDTF">2023-04-24T06:38:32Z</dcterms:modified>
</cp:coreProperties>
</file>