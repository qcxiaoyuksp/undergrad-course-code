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handoutMasterIdLst>
    <p:handoutMasterId r:id="rId66"/>
  </p:handoutMasterIdLst>
  <p:sldIdLst>
    <p:sldId id="921" r:id="rId2"/>
    <p:sldId id="922" r:id="rId3"/>
    <p:sldId id="1024" r:id="rId4"/>
    <p:sldId id="1025" r:id="rId5"/>
    <p:sldId id="1026" r:id="rId6"/>
    <p:sldId id="1027" r:id="rId7"/>
    <p:sldId id="1028" r:id="rId8"/>
    <p:sldId id="1029" r:id="rId9"/>
    <p:sldId id="1030" r:id="rId10"/>
    <p:sldId id="1031" r:id="rId11"/>
    <p:sldId id="1032" r:id="rId12"/>
    <p:sldId id="1033" r:id="rId13"/>
    <p:sldId id="1034" r:id="rId14"/>
    <p:sldId id="1035" r:id="rId15"/>
    <p:sldId id="1036" r:id="rId16"/>
    <p:sldId id="1037" r:id="rId17"/>
    <p:sldId id="1038" r:id="rId18"/>
    <p:sldId id="1039" r:id="rId19"/>
    <p:sldId id="1040" r:id="rId20"/>
    <p:sldId id="1041" r:id="rId21"/>
    <p:sldId id="1042" r:id="rId22"/>
    <p:sldId id="1043" r:id="rId23"/>
    <p:sldId id="1044" r:id="rId24"/>
    <p:sldId id="1045" r:id="rId25"/>
    <p:sldId id="1046" r:id="rId26"/>
    <p:sldId id="1047" r:id="rId27"/>
    <p:sldId id="1048" r:id="rId28"/>
    <p:sldId id="1049" r:id="rId29"/>
    <p:sldId id="1050" r:id="rId30"/>
    <p:sldId id="1051" r:id="rId31"/>
    <p:sldId id="1052" r:id="rId32"/>
    <p:sldId id="1053" r:id="rId33"/>
    <p:sldId id="1054" r:id="rId34"/>
    <p:sldId id="1055" r:id="rId35"/>
    <p:sldId id="1057" r:id="rId36"/>
    <p:sldId id="1080" r:id="rId37"/>
    <p:sldId id="1081" r:id="rId38"/>
    <p:sldId id="1058" r:id="rId39"/>
    <p:sldId id="1082" r:id="rId40"/>
    <p:sldId id="1056" r:id="rId41"/>
    <p:sldId id="1059" r:id="rId42"/>
    <p:sldId id="1060" r:id="rId43"/>
    <p:sldId id="1061" r:id="rId44"/>
    <p:sldId id="1062" r:id="rId45"/>
    <p:sldId id="1063" r:id="rId46"/>
    <p:sldId id="1064" r:id="rId47"/>
    <p:sldId id="1065" r:id="rId48"/>
    <p:sldId id="1066" r:id="rId49"/>
    <p:sldId id="1067" r:id="rId50"/>
    <p:sldId id="1083" r:id="rId51"/>
    <p:sldId id="1084" r:id="rId52"/>
    <p:sldId id="1068" r:id="rId53"/>
    <p:sldId id="1069" r:id="rId54"/>
    <p:sldId id="1070" r:id="rId55"/>
    <p:sldId id="1071" r:id="rId56"/>
    <p:sldId id="1072" r:id="rId57"/>
    <p:sldId id="1073" r:id="rId58"/>
    <p:sldId id="1074" r:id="rId59"/>
    <p:sldId id="1075" r:id="rId60"/>
    <p:sldId id="1076" r:id="rId61"/>
    <p:sldId id="1077" r:id="rId62"/>
    <p:sldId id="1078" r:id="rId63"/>
    <p:sldId id="1079" r:id="rId64"/>
  </p:sldIdLst>
  <p:sldSz cx="9906000" cy="6858000" type="A4"/>
  <p:notesSz cx="7010400" cy="9296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CC"/>
    <a:srgbClr val="0000FF"/>
    <a:srgbClr val="FFFF66"/>
    <a:srgbClr val="66FF66"/>
    <a:srgbClr val="000099"/>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498" autoAdjust="0"/>
    <p:restoredTop sz="93175" autoAdjust="0"/>
  </p:normalViewPr>
  <p:slideViewPr>
    <p:cSldViewPr>
      <p:cViewPr varScale="1">
        <p:scale>
          <a:sx n="87" d="100"/>
          <a:sy n="87" d="100"/>
        </p:scale>
        <p:origin x="309" y="48"/>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247E18CD-0C18-4915-AB38-46FC6350B9AD}" type="slidenum">
              <a:rPr lang="zh-CN" altLang="en-US"/>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12292" name="Rectangle 4"/>
          <p:cNvSpPr>
            <a:spLocks noGrp="1" noRot="1" noChangeAspect="1" noChangeArrowheads="1" noTextEdit="1"/>
          </p:cNvSpPr>
          <p:nvPr>
            <p:ph type="sldImg" idx="4294967295"/>
          </p:nvPr>
        </p:nvSpPr>
        <p:spPr bwMode="auto">
          <a:xfrm>
            <a:off x="987425" y="696913"/>
            <a:ext cx="503555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701675" y="4416425"/>
            <a:ext cx="5607050" cy="418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en-US" altLang="zh-CN" smtClean="0"/>
              <a:t>5656</a:t>
            </a:r>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23558"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A143603D-CCA6-45D5-A59D-3B4CD9332246}"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7E34327-42A0-4EE6-949E-80DFB8CA1CF6}" type="slidenum">
              <a:rPr lang="zh-CN" altLang="en-US" smtClean="0">
                <a:latin typeface="宋体" panose="02010600030101010101" pitchFamily="2" charset="-122"/>
              </a:rPr>
              <a:pPr eaLnBrk="1" hangingPunct="1"/>
              <a:t>1</a:t>
            </a:fld>
            <a:endParaRPr lang="en-US" altLang="zh-CN" smtClean="0">
              <a:latin typeface="宋体" panose="02010600030101010101" pitchFamily="2" charset="-122"/>
            </a:endParaRPr>
          </a:p>
        </p:txBody>
      </p:sp>
      <p:sp>
        <p:nvSpPr>
          <p:cNvPr id="681986" name="Rectangle 2"/>
          <p:cNvSpPr>
            <a:spLocks noGrp="1" noRot="1" noChangeAspect="1" noChangeArrowheads="1" noTextEdit="1"/>
          </p:cNvSpPr>
          <p:nvPr>
            <p:ph type="sldImg" idx="4294967295"/>
          </p:nvPr>
        </p:nvSpPr>
        <p:spPr>
          <a:ln/>
        </p:spPr>
      </p:sp>
      <p:sp>
        <p:nvSpPr>
          <p:cNvPr id="681987" name="Rectangle 3"/>
          <p:cNvSpPr>
            <a:spLocks noGrp="1" noChangeArrowheads="1"/>
          </p:cNvSpPr>
          <p:nvPr>
            <p:ph type="body" idx="4294967295"/>
          </p:nvPr>
        </p:nvSpPr>
        <p:spPr/>
        <p:txBody>
          <a:bodyPr/>
          <a:lstStyle/>
          <a:p>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44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639D24D-E440-4860-BFE0-F3B5BDB0CB3D}" type="slidenum">
              <a:rPr lang="en-US" altLang="zh-CN" smtClean="0">
                <a:latin typeface="宋体" panose="02010600030101010101" pitchFamily="2" charset="-122"/>
              </a:rPr>
              <a:pPr eaLnBrk="1" hangingPunct="1"/>
              <a:t>4</a:t>
            </a:fld>
            <a:endParaRPr lang="en-US" altLang="zh-CN" smtClean="0">
              <a:latin typeface="宋体" panose="02010600030101010101" pitchFamily="2" charset="-122"/>
            </a:endParaRPr>
          </a:p>
        </p:txBody>
      </p:sp>
      <p:sp>
        <p:nvSpPr>
          <p:cNvPr id="874498" name="Rectangle 2"/>
          <p:cNvSpPr>
            <a:spLocks noGrp="1" noRot="1" noChangeAspect="1" noChangeArrowheads="1" noTextEdit="1"/>
          </p:cNvSpPr>
          <p:nvPr>
            <p:ph type="sldImg" idx="4294967295"/>
          </p:nvPr>
        </p:nvSpPr>
        <p:spPr>
          <a:ln/>
        </p:spPr>
      </p:sp>
      <p:sp>
        <p:nvSpPr>
          <p:cNvPr id="87449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5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72F0681-CA3F-46B8-99C8-05C1A6C2B508}" type="slidenum">
              <a:rPr lang="en-US" altLang="zh-CN" smtClean="0">
                <a:latin typeface="宋体" panose="02010600030101010101" pitchFamily="2" charset="-122"/>
              </a:rPr>
              <a:pPr eaLnBrk="1" hangingPunct="1"/>
              <a:t>5</a:t>
            </a:fld>
            <a:endParaRPr lang="en-US" altLang="zh-CN" smtClean="0">
              <a:latin typeface="宋体" panose="02010600030101010101" pitchFamily="2" charset="-122"/>
            </a:endParaRPr>
          </a:p>
        </p:txBody>
      </p:sp>
      <p:sp>
        <p:nvSpPr>
          <p:cNvPr id="876546" name="Rectangle 2"/>
          <p:cNvSpPr>
            <a:spLocks noGrp="1" noRot="1" noChangeAspect="1" noChangeArrowheads="1" noTextEdit="1"/>
          </p:cNvSpPr>
          <p:nvPr>
            <p:ph type="sldImg" idx="4294967295"/>
          </p:nvPr>
        </p:nvSpPr>
        <p:spPr>
          <a:ln/>
        </p:spPr>
      </p:sp>
      <p:sp>
        <p:nvSpPr>
          <p:cNvPr id="87654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85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1CD809C-25E4-4D64-9246-22D4E6013F18}" type="slidenum">
              <a:rPr lang="en-US" altLang="zh-CN" smtClean="0">
                <a:latin typeface="宋体" panose="02010600030101010101" pitchFamily="2" charset="-122"/>
              </a:rPr>
              <a:pPr eaLnBrk="1" hangingPunct="1"/>
              <a:t>6</a:t>
            </a:fld>
            <a:endParaRPr lang="en-US" altLang="zh-CN" smtClean="0">
              <a:latin typeface="宋体" panose="02010600030101010101" pitchFamily="2" charset="-122"/>
            </a:endParaRPr>
          </a:p>
        </p:txBody>
      </p:sp>
      <p:sp>
        <p:nvSpPr>
          <p:cNvPr id="878594" name="Rectangle 2"/>
          <p:cNvSpPr>
            <a:spLocks noGrp="1" noRot="1" noChangeAspect="1" noChangeArrowheads="1" noTextEdit="1"/>
          </p:cNvSpPr>
          <p:nvPr>
            <p:ph type="sldImg" idx="4294967295"/>
          </p:nvPr>
        </p:nvSpPr>
        <p:spPr>
          <a:ln/>
        </p:spPr>
      </p:sp>
      <p:sp>
        <p:nvSpPr>
          <p:cNvPr id="87859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D08235E-2FCB-45EF-9F1D-C07CFB4E8F38}" type="slidenum">
              <a:rPr lang="en-US" altLang="zh-CN" smtClean="0">
                <a:latin typeface="宋体" panose="02010600030101010101" pitchFamily="2" charset="-122"/>
              </a:rPr>
              <a:pPr eaLnBrk="1" hangingPunct="1"/>
              <a:t>7</a:t>
            </a:fld>
            <a:endParaRPr lang="en-US" altLang="zh-CN" smtClean="0">
              <a:latin typeface="宋体" panose="02010600030101010101" pitchFamily="2" charset="-122"/>
            </a:endParaRPr>
          </a:p>
        </p:txBody>
      </p:sp>
      <p:sp>
        <p:nvSpPr>
          <p:cNvPr id="880642" name="Rectangle 2"/>
          <p:cNvSpPr>
            <a:spLocks noGrp="1" noRot="1" noChangeAspect="1" noChangeArrowheads="1" noTextEdit="1"/>
          </p:cNvSpPr>
          <p:nvPr>
            <p:ph type="sldImg" idx="4294967295"/>
          </p:nvPr>
        </p:nvSpPr>
        <p:spPr>
          <a:ln/>
        </p:spPr>
      </p:sp>
      <p:sp>
        <p:nvSpPr>
          <p:cNvPr id="88064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26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B434B29-29F4-4A51-A17C-14D70558E235}" type="slidenum">
              <a:rPr lang="en-US" altLang="zh-CN" smtClean="0">
                <a:latin typeface="宋体" panose="02010600030101010101" pitchFamily="2" charset="-122"/>
              </a:rPr>
              <a:pPr eaLnBrk="1" hangingPunct="1"/>
              <a:t>8</a:t>
            </a:fld>
            <a:endParaRPr lang="en-US" altLang="zh-CN" smtClean="0">
              <a:latin typeface="宋体" panose="02010600030101010101" pitchFamily="2" charset="-122"/>
            </a:endParaRPr>
          </a:p>
        </p:txBody>
      </p:sp>
      <p:sp>
        <p:nvSpPr>
          <p:cNvPr id="882690" name="Rectangle 2"/>
          <p:cNvSpPr>
            <a:spLocks noGrp="1" noRot="1" noChangeAspect="1" noChangeArrowheads="1" noTextEdit="1"/>
          </p:cNvSpPr>
          <p:nvPr>
            <p:ph type="sldImg" idx="4294967295"/>
          </p:nvPr>
        </p:nvSpPr>
        <p:spPr>
          <a:ln/>
        </p:spPr>
      </p:sp>
      <p:sp>
        <p:nvSpPr>
          <p:cNvPr id="88269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47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A3E24D8-BEE0-4BBE-A59A-44CE018A0810}" type="slidenum">
              <a:rPr lang="en-US" altLang="zh-CN" smtClean="0">
                <a:latin typeface="宋体" panose="02010600030101010101" pitchFamily="2" charset="-122"/>
              </a:rPr>
              <a:pPr eaLnBrk="1" hangingPunct="1"/>
              <a:t>9</a:t>
            </a:fld>
            <a:endParaRPr lang="en-US" altLang="zh-CN" smtClean="0">
              <a:latin typeface="宋体" panose="02010600030101010101" pitchFamily="2" charset="-122"/>
            </a:endParaRPr>
          </a:p>
        </p:txBody>
      </p:sp>
      <p:sp>
        <p:nvSpPr>
          <p:cNvPr id="884738" name="Rectangle 2"/>
          <p:cNvSpPr>
            <a:spLocks noGrp="1" noRot="1" noChangeAspect="1" noChangeArrowheads="1" noTextEdit="1"/>
          </p:cNvSpPr>
          <p:nvPr>
            <p:ph type="sldImg" idx="4294967295"/>
          </p:nvPr>
        </p:nvSpPr>
        <p:spPr>
          <a:ln/>
        </p:spPr>
      </p:sp>
      <p:sp>
        <p:nvSpPr>
          <p:cNvPr id="88473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67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81B02B6-E1F7-48A3-8CC7-31D0B6FAA186}" type="slidenum">
              <a:rPr lang="en-US" altLang="zh-CN" smtClean="0">
                <a:latin typeface="宋体" panose="02010600030101010101" pitchFamily="2" charset="-122"/>
              </a:rPr>
              <a:pPr eaLnBrk="1" hangingPunct="1"/>
              <a:t>10</a:t>
            </a:fld>
            <a:endParaRPr lang="en-US" altLang="zh-CN" smtClean="0">
              <a:latin typeface="宋体" panose="02010600030101010101" pitchFamily="2" charset="-122"/>
            </a:endParaRPr>
          </a:p>
        </p:txBody>
      </p:sp>
      <p:sp>
        <p:nvSpPr>
          <p:cNvPr id="886786" name="Rectangle 2"/>
          <p:cNvSpPr>
            <a:spLocks noGrp="1" noRot="1" noChangeAspect="1" noChangeArrowheads="1" noTextEdit="1"/>
          </p:cNvSpPr>
          <p:nvPr>
            <p:ph type="sldImg" idx="4294967295"/>
          </p:nvPr>
        </p:nvSpPr>
        <p:spPr>
          <a:ln/>
        </p:spPr>
      </p:sp>
      <p:sp>
        <p:nvSpPr>
          <p:cNvPr id="88678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98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110A6A1-59DB-4C21-95A5-7DF5319A6317}" type="slidenum">
              <a:rPr lang="en-US" altLang="zh-CN" smtClean="0">
                <a:latin typeface="宋体" panose="02010600030101010101" pitchFamily="2" charset="-122"/>
              </a:rPr>
              <a:pPr eaLnBrk="1" hangingPunct="1"/>
              <a:t>12</a:t>
            </a:fld>
            <a:endParaRPr lang="en-US" altLang="zh-CN" smtClean="0">
              <a:latin typeface="宋体" panose="02010600030101010101" pitchFamily="2" charset="-122"/>
            </a:endParaRPr>
          </a:p>
        </p:txBody>
      </p:sp>
      <p:sp>
        <p:nvSpPr>
          <p:cNvPr id="889858" name="Rectangle 2"/>
          <p:cNvSpPr>
            <a:spLocks noGrp="1" noRot="1" noChangeAspect="1" noChangeArrowheads="1" noTextEdit="1"/>
          </p:cNvSpPr>
          <p:nvPr>
            <p:ph type="sldImg" idx="4294967295"/>
          </p:nvPr>
        </p:nvSpPr>
        <p:spPr>
          <a:ln/>
        </p:spPr>
      </p:sp>
      <p:sp>
        <p:nvSpPr>
          <p:cNvPr id="88985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19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6B465BD-8799-4247-9096-0BC171B878EE}" type="slidenum">
              <a:rPr lang="en-US" altLang="zh-CN" smtClean="0">
                <a:latin typeface="宋体" panose="02010600030101010101" pitchFamily="2" charset="-122"/>
              </a:rPr>
              <a:pPr eaLnBrk="1" hangingPunct="1"/>
              <a:t>13</a:t>
            </a:fld>
            <a:endParaRPr lang="en-US" altLang="zh-CN" smtClean="0">
              <a:latin typeface="宋体" panose="02010600030101010101" pitchFamily="2" charset="-122"/>
            </a:endParaRPr>
          </a:p>
        </p:txBody>
      </p:sp>
      <p:sp>
        <p:nvSpPr>
          <p:cNvPr id="891906" name="Rectangle 2"/>
          <p:cNvSpPr>
            <a:spLocks noGrp="1" noRot="1" noChangeAspect="1" noChangeArrowheads="1" noTextEdit="1"/>
          </p:cNvSpPr>
          <p:nvPr>
            <p:ph type="sldImg" idx="4294967295"/>
          </p:nvPr>
        </p:nvSpPr>
        <p:spPr>
          <a:ln/>
        </p:spPr>
      </p:sp>
      <p:sp>
        <p:nvSpPr>
          <p:cNvPr id="89190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39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FB99A00-FF86-4C23-BE26-183F9FBEE052}" type="slidenum">
              <a:rPr lang="en-US" altLang="zh-CN" smtClean="0">
                <a:latin typeface="宋体" panose="02010600030101010101" pitchFamily="2" charset="-122"/>
              </a:rPr>
              <a:pPr eaLnBrk="1" hangingPunct="1"/>
              <a:t>14</a:t>
            </a:fld>
            <a:endParaRPr lang="en-US" altLang="zh-CN" smtClean="0">
              <a:latin typeface="宋体" panose="02010600030101010101" pitchFamily="2" charset="-122"/>
            </a:endParaRPr>
          </a:p>
        </p:txBody>
      </p:sp>
      <p:sp>
        <p:nvSpPr>
          <p:cNvPr id="893954" name="Rectangle 2"/>
          <p:cNvSpPr>
            <a:spLocks noGrp="1" noRot="1" noChangeAspect="1" noChangeArrowheads="1" noTextEdit="1"/>
          </p:cNvSpPr>
          <p:nvPr>
            <p:ph type="sldImg" idx="4294967295"/>
          </p:nvPr>
        </p:nvSpPr>
        <p:spPr>
          <a:ln/>
        </p:spPr>
      </p:sp>
      <p:sp>
        <p:nvSpPr>
          <p:cNvPr id="89395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60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E5093AD-4B04-4584-91C1-C9E42755E60E}" type="slidenum">
              <a:rPr lang="en-US" altLang="zh-CN" smtClean="0">
                <a:latin typeface="宋体" panose="02010600030101010101" pitchFamily="2" charset="-122"/>
              </a:rPr>
              <a:pPr eaLnBrk="1" hangingPunct="1"/>
              <a:t>15</a:t>
            </a:fld>
            <a:endParaRPr lang="en-US" altLang="zh-CN" smtClean="0">
              <a:latin typeface="宋体" panose="02010600030101010101" pitchFamily="2" charset="-122"/>
            </a:endParaRPr>
          </a:p>
        </p:txBody>
      </p:sp>
      <p:sp>
        <p:nvSpPr>
          <p:cNvPr id="896002" name="Rectangle 2"/>
          <p:cNvSpPr>
            <a:spLocks noGrp="1" noRot="1" noChangeAspect="1" noChangeArrowheads="1" noTextEdit="1"/>
          </p:cNvSpPr>
          <p:nvPr>
            <p:ph type="sldImg" idx="4294967295"/>
          </p:nvPr>
        </p:nvSpPr>
        <p:spPr>
          <a:ln/>
        </p:spPr>
      </p:sp>
      <p:sp>
        <p:nvSpPr>
          <p:cNvPr id="89600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0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38F8C39-2AB8-4400-8F76-07F718A93814}" type="slidenum">
              <a:rPr lang="en-US" altLang="zh-CN" smtClean="0">
                <a:latin typeface="宋体" panose="02010600030101010101" pitchFamily="2" charset="-122"/>
              </a:rPr>
              <a:pPr eaLnBrk="1" hangingPunct="1"/>
              <a:t>16</a:t>
            </a:fld>
            <a:endParaRPr lang="en-US" altLang="zh-CN" smtClean="0">
              <a:latin typeface="宋体" panose="02010600030101010101" pitchFamily="2" charset="-122"/>
            </a:endParaRPr>
          </a:p>
        </p:txBody>
      </p:sp>
      <p:sp>
        <p:nvSpPr>
          <p:cNvPr id="898050" name="Rectangle 2"/>
          <p:cNvSpPr>
            <a:spLocks noGrp="1" noRot="1" noChangeAspect="1" noChangeArrowheads="1" noTextEdit="1"/>
          </p:cNvSpPr>
          <p:nvPr>
            <p:ph type="sldImg" idx="4294967295"/>
          </p:nvPr>
        </p:nvSpPr>
        <p:spPr>
          <a:ln/>
        </p:spPr>
      </p:sp>
      <p:sp>
        <p:nvSpPr>
          <p:cNvPr id="89805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21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D1E29959-720F-485B-99E5-14A29F003960}" type="slidenum">
              <a:rPr lang="en-US" altLang="zh-CN" smtClean="0"/>
              <a:pPr/>
              <a:t>19</a:t>
            </a:fld>
            <a:endParaRPr lang="en-US" altLang="zh-CN" smtClean="0"/>
          </a:p>
        </p:txBody>
      </p:sp>
      <p:sp>
        <p:nvSpPr>
          <p:cNvPr id="902146" name="Rectangle 2"/>
          <p:cNvSpPr>
            <a:spLocks noGrp="1" noRot="1" noChangeAspect="1" noChangeArrowheads="1" noTextEdit="1"/>
          </p:cNvSpPr>
          <p:nvPr>
            <p:ph type="sldImg" idx="4294967295"/>
          </p:nvPr>
        </p:nvSpPr>
        <p:spPr>
          <a:ln/>
        </p:spPr>
      </p:sp>
      <p:sp>
        <p:nvSpPr>
          <p:cNvPr id="90214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4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26741DEF-BD02-4B1A-B382-1F8704E6796B}" type="slidenum">
              <a:rPr lang="en-US" altLang="zh-CN" smtClean="0"/>
              <a:pPr/>
              <a:t>20</a:t>
            </a:fld>
            <a:endParaRPr lang="en-US" altLang="zh-CN" smtClean="0"/>
          </a:p>
        </p:txBody>
      </p:sp>
      <p:sp>
        <p:nvSpPr>
          <p:cNvPr id="904194" name="Rectangle 2"/>
          <p:cNvSpPr>
            <a:spLocks noGrp="1" noRot="1" noChangeAspect="1" noChangeArrowheads="1" noTextEdit="1"/>
          </p:cNvSpPr>
          <p:nvPr>
            <p:ph type="sldImg" idx="4294967295"/>
          </p:nvPr>
        </p:nvSpPr>
        <p:spPr>
          <a:ln/>
        </p:spPr>
      </p:sp>
      <p:sp>
        <p:nvSpPr>
          <p:cNvPr id="90419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62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155D1A8-8C73-4540-8318-D99D2940E979}" type="slidenum">
              <a:rPr lang="en-US" altLang="zh-CN" smtClean="0">
                <a:latin typeface="宋体" panose="02010600030101010101" pitchFamily="2" charset="-122"/>
              </a:rPr>
              <a:pPr eaLnBrk="1" hangingPunct="1"/>
              <a:t>21</a:t>
            </a:fld>
            <a:endParaRPr lang="en-US" altLang="zh-CN" smtClean="0">
              <a:latin typeface="宋体" panose="02010600030101010101" pitchFamily="2" charset="-122"/>
            </a:endParaRPr>
          </a:p>
        </p:txBody>
      </p:sp>
      <p:sp>
        <p:nvSpPr>
          <p:cNvPr id="906242" name="Rectangle 2"/>
          <p:cNvSpPr>
            <a:spLocks noGrp="1" noRot="1" noChangeAspect="1" noChangeArrowheads="1" noTextEdit="1"/>
          </p:cNvSpPr>
          <p:nvPr>
            <p:ph type="sldImg" idx="4294967295"/>
          </p:nvPr>
        </p:nvSpPr>
        <p:spPr>
          <a:ln/>
        </p:spPr>
      </p:sp>
      <p:sp>
        <p:nvSpPr>
          <p:cNvPr id="90624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82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DC66616-C59D-41F6-A267-143EF5A2242C}" type="slidenum">
              <a:rPr lang="en-US" altLang="zh-CN" smtClean="0">
                <a:latin typeface="宋体" panose="02010600030101010101" pitchFamily="2" charset="-122"/>
              </a:rPr>
              <a:pPr eaLnBrk="1" hangingPunct="1"/>
              <a:t>22</a:t>
            </a:fld>
            <a:endParaRPr lang="en-US" altLang="zh-CN" smtClean="0">
              <a:latin typeface="宋体" panose="02010600030101010101" pitchFamily="2" charset="-122"/>
            </a:endParaRPr>
          </a:p>
        </p:txBody>
      </p:sp>
      <p:sp>
        <p:nvSpPr>
          <p:cNvPr id="908290" name="Rectangle 2"/>
          <p:cNvSpPr>
            <a:spLocks noGrp="1" noRot="1" noChangeAspect="1" noChangeArrowheads="1" noTextEdit="1"/>
          </p:cNvSpPr>
          <p:nvPr>
            <p:ph type="sldImg" idx="4294967295"/>
          </p:nvPr>
        </p:nvSpPr>
        <p:spPr>
          <a:ln/>
        </p:spPr>
      </p:sp>
      <p:sp>
        <p:nvSpPr>
          <p:cNvPr id="90829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3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D6879089-4195-4ADE-BACF-BD24F91FCEDD}" type="slidenum">
              <a:rPr lang="en-US" altLang="zh-CN" smtClean="0"/>
              <a:pPr/>
              <a:t>23</a:t>
            </a:fld>
            <a:endParaRPr lang="en-US" altLang="zh-CN" smtClean="0"/>
          </a:p>
        </p:txBody>
      </p:sp>
      <p:sp>
        <p:nvSpPr>
          <p:cNvPr id="910338" name="Rectangle 2"/>
          <p:cNvSpPr>
            <a:spLocks noGrp="1" noRot="1" noChangeAspect="1" noChangeArrowheads="1" noTextEdit="1"/>
          </p:cNvSpPr>
          <p:nvPr>
            <p:ph type="sldImg" idx="4294967295"/>
          </p:nvPr>
        </p:nvSpPr>
        <p:spPr>
          <a:ln/>
        </p:spPr>
      </p:sp>
      <p:sp>
        <p:nvSpPr>
          <p:cNvPr id="91033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23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C3DAB96C-107E-4861-9517-CE544B6CC357}" type="slidenum">
              <a:rPr lang="en-US" altLang="zh-CN" smtClean="0"/>
              <a:pPr/>
              <a:t>24</a:t>
            </a:fld>
            <a:endParaRPr lang="en-US" altLang="zh-CN" smtClean="0"/>
          </a:p>
        </p:txBody>
      </p:sp>
      <p:sp>
        <p:nvSpPr>
          <p:cNvPr id="912386" name="Rectangle 2"/>
          <p:cNvSpPr>
            <a:spLocks noGrp="1" noRot="1" noChangeAspect="1" noChangeArrowheads="1" noTextEdit="1"/>
          </p:cNvSpPr>
          <p:nvPr>
            <p:ph type="sldImg" idx="4294967295"/>
          </p:nvPr>
        </p:nvSpPr>
        <p:spPr>
          <a:ln/>
        </p:spPr>
      </p:sp>
      <p:sp>
        <p:nvSpPr>
          <p:cNvPr id="91238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44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CE793FC5-CB3B-4FBC-B19A-E5638AAAA8FB}" type="slidenum">
              <a:rPr lang="en-US" altLang="zh-CN" smtClean="0"/>
              <a:pPr/>
              <a:t>25</a:t>
            </a:fld>
            <a:endParaRPr lang="en-US" altLang="zh-CN" smtClean="0"/>
          </a:p>
        </p:txBody>
      </p:sp>
      <p:sp>
        <p:nvSpPr>
          <p:cNvPr id="914434" name="Rectangle 2"/>
          <p:cNvSpPr>
            <a:spLocks noGrp="1" noRot="1" noChangeAspect="1" noChangeArrowheads="1" noTextEdit="1"/>
          </p:cNvSpPr>
          <p:nvPr>
            <p:ph type="sldImg" idx="4294967295"/>
          </p:nvPr>
        </p:nvSpPr>
        <p:spPr>
          <a:ln/>
        </p:spPr>
      </p:sp>
      <p:sp>
        <p:nvSpPr>
          <p:cNvPr id="91443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64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ABE50F0B-FEA5-469D-99AA-5E94B74A4529}" type="slidenum">
              <a:rPr lang="en-US" altLang="zh-CN" smtClean="0"/>
              <a:pPr/>
              <a:t>26</a:t>
            </a:fld>
            <a:endParaRPr lang="en-US" altLang="zh-CN" smtClean="0"/>
          </a:p>
        </p:txBody>
      </p:sp>
      <p:sp>
        <p:nvSpPr>
          <p:cNvPr id="916482" name="Rectangle 2"/>
          <p:cNvSpPr>
            <a:spLocks noGrp="1" noRot="1" noChangeAspect="1" noChangeArrowheads="1" noTextEdit="1"/>
          </p:cNvSpPr>
          <p:nvPr>
            <p:ph type="sldImg" idx="4294967295"/>
          </p:nvPr>
        </p:nvSpPr>
        <p:spPr>
          <a:ln/>
        </p:spPr>
      </p:sp>
      <p:sp>
        <p:nvSpPr>
          <p:cNvPr id="91648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85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A57FF7AB-C1E4-47F6-A8A9-A39839427275}" type="slidenum">
              <a:rPr lang="en-US" altLang="zh-CN" smtClean="0"/>
              <a:pPr/>
              <a:t>27</a:t>
            </a:fld>
            <a:endParaRPr lang="en-US" altLang="zh-CN" smtClean="0"/>
          </a:p>
        </p:txBody>
      </p:sp>
      <p:sp>
        <p:nvSpPr>
          <p:cNvPr id="918530" name="Rectangle 2"/>
          <p:cNvSpPr>
            <a:spLocks noGrp="1" noRot="1" noChangeAspect="1" noChangeArrowheads="1" noTextEdit="1"/>
          </p:cNvSpPr>
          <p:nvPr>
            <p:ph type="sldImg" idx="4294967295"/>
          </p:nvPr>
        </p:nvSpPr>
        <p:spPr>
          <a:ln/>
        </p:spPr>
      </p:sp>
      <p:sp>
        <p:nvSpPr>
          <p:cNvPr id="91853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05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F6C96403-B0B8-4BE3-9760-3E06ECDE9E0B}" type="slidenum">
              <a:rPr lang="en-US" altLang="zh-CN" smtClean="0"/>
              <a:pPr/>
              <a:t>28</a:t>
            </a:fld>
            <a:endParaRPr lang="en-US" altLang="zh-CN" smtClean="0"/>
          </a:p>
        </p:txBody>
      </p:sp>
      <p:sp>
        <p:nvSpPr>
          <p:cNvPr id="920578" name="Rectangle 2"/>
          <p:cNvSpPr>
            <a:spLocks noGrp="1" noRot="1" noChangeAspect="1" noChangeArrowheads="1" noTextEdit="1"/>
          </p:cNvSpPr>
          <p:nvPr>
            <p:ph type="sldImg" idx="4294967295"/>
          </p:nvPr>
        </p:nvSpPr>
        <p:spPr>
          <a:ln/>
        </p:spPr>
      </p:sp>
      <p:sp>
        <p:nvSpPr>
          <p:cNvPr id="92057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6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F16857D-678C-439A-98EA-8F193679306E}" type="slidenum">
              <a:rPr lang="en-US" altLang="zh-CN" smtClean="0">
                <a:latin typeface="宋体" panose="02010600030101010101" pitchFamily="2" charset="-122"/>
              </a:rPr>
              <a:pPr eaLnBrk="1" hangingPunct="1"/>
              <a:t>29</a:t>
            </a:fld>
            <a:endParaRPr lang="en-US" altLang="zh-CN" smtClean="0">
              <a:latin typeface="宋体" panose="02010600030101010101" pitchFamily="2" charset="-122"/>
            </a:endParaRPr>
          </a:p>
        </p:txBody>
      </p:sp>
      <p:sp>
        <p:nvSpPr>
          <p:cNvPr id="922626" name="Rectangle 2"/>
          <p:cNvSpPr>
            <a:spLocks noGrp="1" noRot="1" noChangeAspect="1" noChangeArrowheads="1" noTextEdit="1"/>
          </p:cNvSpPr>
          <p:nvPr>
            <p:ph type="sldImg" idx="4294967295"/>
          </p:nvPr>
        </p:nvSpPr>
        <p:spPr>
          <a:ln/>
        </p:spPr>
      </p:sp>
      <p:sp>
        <p:nvSpPr>
          <p:cNvPr id="92262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46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3A30595-48F6-48F9-B5AB-10AFEF9890F5}" type="slidenum">
              <a:rPr lang="en-US" altLang="zh-CN" smtClean="0">
                <a:latin typeface="宋体" panose="02010600030101010101" pitchFamily="2" charset="-122"/>
              </a:rPr>
              <a:pPr eaLnBrk="1" hangingPunct="1"/>
              <a:t>30</a:t>
            </a:fld>
            <a:endParaRPr lang="en-US" altLang="zh-CN" smtClean="0">
              <a:latin typeface="宋体" panose="02010600030101010101" pitchFamily="2" charset="-122"/>
            </a:endParaRPr>
          </a:p>
        </p:txBody>
      </p:sp>
      <p:sp>
        <p:nvSpPr>
          <p:cNvPr id="924674" name="Rectangle 2"/>
          <p:cNvSpPr>
            <a:spLocks noGrp="1" noRot="1" noChangeAspect="1" noChangeArrowheads="1" noTextEdit="1"/>
          </p:cNvSpPr>
          <p:nvPr>
            <p:ph type="sldImg" idx="4294967295"/>
          </p:nvPr>
        </p:nvSpPr>
        <p:spPr>
          <a:ln/>
        </p:spPr>
      </p:sp>
      <p:sp>
        <p:nvSpPr>
          <p:cNvPr id="92467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67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2C45870-6564-421B-922A-DAEED65634E3}" type="slidenum">
              <a:rPr lang="en-US" altLang="zh-CN" smtClean="0">
                <a:latin typeface="宋体" panose="02010600030101010101" pitchFamily="2" charset="-122"/>
              </a:rPr>
              <a:pPr eaLnBrk="1" hangingPunct="1"/>
              <a:t>31</a:t>
            </a:fld>
            <a:endParaRPr lang="en-US" altLang="zh-CN" smtClean="0">
              <a:latin typeface="宋体" panose="02010600030101010101" pitchFamily="2" charset="-122"/>
            </a:endParaRPr>
          </a:p>
        </p:txBody>
      </p:sp>
      <p:sp>
        <p:nvSpPr>
          <p:cNvPr id="926722" name="Rectangle 2"/>
          <p:cNvSpPr>
            <a:spLocks noGrp="1" noRot="1" noChangeAspect="1" noChangeArrowheads="1" noTextEdit="1"/>
          </p:cNvSpPr>
          <p:nvPr>
            <p:ph type="sldImg" idx="4294967295"/>
          </p:nvPr>
        </p:nvSpPr>
        <p:spPr>
          <a:ln/>
        </p:spPr>
      </p:sp>
      <p:sp>
        <p:nvSpPr>
          <p:cNvPr id="92672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87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9A53CBD-F0D6-4389-8E37-8EB12F29F286}" type="slidenum">
              <a:rPr lang="en-US" altLang="zh-CN" smtClean="0">
                <a:latin typeface="宋体" panose="02010600030101010101" pitchFamily="2" charset="-122"/>
              </a:rPr>
              <a:pPr eaLnBrk="1" hangingPunct="1"/>
              <a:t>32</a:t>
            </a:fld>
            <a:endParaRPr lang="en-US" altLang="zh-CN" smtClean="0">
              <a:latin typeface="宋体" panose="02010600030101010101" pitchFamily="2" charset="-122"/>
            </a:endParaRPr>
          </a:p>
        </p:txBody>
      </p:sp>
      <p:sp>
        <p:nvSpPr>
          <p:cNvPr id="928770" name="Rectangle 2"/>
          <p:cNvSpPr>
            <a:spLocks noGrp="1" noRot="1" noChangeAspect="1" noChangeArrowheads="1" noTextEdit="1"/>
          </p:cNvSpPr>
          <p:nvPr>
            <p:ph type="sldImg" idx="4294967295"/>
          </p:nvPr>
        </p:nvSpPr>
        <p:spPr>
          <a:ln/>
        </p:spPr>
      </p:sp>
      <p:sp>
        <p:nvSpPr>
          <p:cNvPr id="92877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08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058E5B8-2F7C-47EA-B0BC-8EF9870BA390}" type="slidenum">
              <a:rPr lang="en-US" altLang="zh-CN" smtClean="0">
                <a:latin typeface="宋体" panose="02010600030101010101" pitchFamily="2" charset="-122"/>
              </a:rPr>
              <a:pPr eaLnBrk="1" hangingPunct="1"/>
              <a:t>33</a:t>
            </a:fld>
            <a:endParaRPr lang="en-US" altLang="zh-CN" smtClean="0">
              <a:latin typeface="宋体" panose="02010600030101010101" pitchFamily="2" charset="-122"/>
            </a:endParaRPr>
          </a:p>
        </p:txBody>
      </p:sp>
      <p:sp>
        <p:nvSpPr>
          <p:cNvPr id="930818" name="Rectangle 2"/>
          <p:cNvSpPr>
            <a:spLocks noGrp="1" noRot="1" noChangeAspect="1" noChangeArrowheads="1" noTextEdit="1"/>
          </p:cNvSpPr>
          <p:nvPr>
            <p:ph type="sldImg" idx="4294967295"/>
          </p:nvPr>
        </p:nvSpPr>
        <p:spPr>
          <a:ln/>
        </p:spPr>
      </p:sp>
      <p:sp>
        <p:nvSpPr>
          <p:cNvPr id="93081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28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FC2C4050-85EE-40A0-9954-9E56277C5BD8}" type="slidenum">
              <a:rPr lang="en-US" altLang="zh-CN" smtClean="0"/>
              <a:pPr/>
              <a:t>34</a:t>
            </a:fld>
            <a:endParaRPr lang="en-US" altLang="zh-CN" smtClean="0"/>
          </a:p>
        </p:txBody>
      </p:sp>
      <p:sp>
        <p:nvSpPr>
          <p:cNvPr id="932866" name="Rectangle 2"/>
          <p:cNvSpPr>
            <a:spLocks noGrp="1" noRot="1" noChangeAspect="1" noChangeArrowheads="1" noTextEdit="1"/>
          </p:cNvSpPr>
          <p:nvPr>
            <p:ph type="sldImg" idx="4294967295"/>
          </p:nvPr>
        </p:nvSpPr>
        <p:spPr>
          <a:ln/>
        </p:spPr>
      </p:sp>
      <p:sp>
        <p:nvSpPr>
          <p:cNvPr id="93286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69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23E2B37-7D8D-49FC-A1F0-F0A46D560DBE}" type="slidenum">
              <a:rPr lang="en-US" altLang="zh-CN" smtClean="0">
                <a:latin typeface="宋体" panose="02010600030101010101" pitchFamily="2" charset="-122"/>
              </a:rPr>
              <a:pPr eaLnBrk="1" hangingPunct="1"/>
              <a:t>35</a:t>
            </a:fld>
            <a:endParaRPr lang="en-US" altLang="zh-CN" smtClean="0">
              <a:latin typeface="宋体" panose="02010600030101010101" pitchFamily="2" charset="-122"/>
            </a:endParaRPr>
          </a:p>
        </p:txBody>
      </p:sp>
      <p:sp>
        <p:nvSpPr>
          <p:cNvPr id="936962" name="Rectangle 2"/>
          <p:cNvSpPr>
            <a:spLocks noGrp="1" noRot="1" noChangeAspect="1" noChangeArrowheads="1" noTextEdit="1"/>
          </p:cNvSpPr>
          <p:nvPr>
            <p:ph type="sldImg" idx="4294967295"/>
          </p:nvPr>
        </p:nvSpPr>
        <p:spPr>
          <a:ln/>
        </p:spPr>
      </p:sp>
      <p:sp>
        <p:nvSpPr>
          <p:cNvPr id="93696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49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43DD30A-7283-4749-8241-1B308BCF810C}" type="slidenum">
              <a:rPr lang="en-US" altLang="zh-CN" smtClean="0">
                <a:latin typeface="宋体" panose="02010600030101010101" pitchFamily="2" charset="-122"/>
              </a:rPr>
              <a:pPr eaLnBrk="1" hangingPunct="1"/>
              <a:t>40</a:t>
            </a:fld>
            <a:endParaRPr lang="en-US" altLang="zh-CN" smtClean="0">
              <a:latin typeface="宋体" panose="02010600030101010101" pitchFamily="2" charset="-122"/>
            </a:endParaRPr>
          </a:p>
        </p:txBody>
      </p:sp>
      <p:sp>
        <p:nvSpPr>
          <p:cNvPr id="934914" name="Rectangle 2"/>
          <p:cNvSpPr>
            <a:spLocks noGrp="1" noRot="1" noChangeAspect="1" noChangeArrowheads="1" noTextEdit="1"/>
          </p:cNvSpPr>
          <p:nvPr>
            <p:ph type="sldImg" idx="4294967295"/>
          </p:nvPr>
        </p:nvSpPr>
        <p:spPr>
          <a:ln/>
        </p:spPr>
      </p:sp>
      <p:sp>
        <p:nvSpPr>
          <p:cNvPr id="93491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00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4E2623D-29EE-48A9-BBF7-37359FB85419}" type="slidenum">
              <a:rPr lang="en-US" altLang="zh-CN" smtClean="0">
                <a:latin typeface="宋体" panose="02010600030101010101" pitchFamily="2" charset="-122"/>
              </a:rPr>
              <a:pPr eaLnBrk="1" hangingPunct="1"/>
              <a:t>41</a:t>
            </a:fld>
            <a:endParaRPr lang="en-US" altLang="zh-CN" smtClean="0">
              <a:latin typeface="宋体" panose="02010600030101010101" pitchFamily="2" charset="-122"/>
            </a:endParaRPr>
          </a:p>
        </p:txBody>
      </p:sp>
      <p:sp>
        <p:nvSpPr>
          <p:cNvPr id="940034" name="Rectangle 2"/>
          <p:cNvSpPr>
            <a:spLocks noGrp="1" noRot="1" noChangeAspect="1" noChangeArrowheads="1" noTextEdit="1"/>
          </p:cNvSpPr>
          <p:nvPr>
            <p:ph type="sldImg" idx="4294967295"/>
          </p:nvPr>
        </p:nvSpPr>
        <p:spPr>
          <a:ln/>
        </p:spPr>
      </p:sp>
      <p:sp>
        <p:nvSpPr>
          <p:cNvPr id="94003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41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9E3A430-8C74-4343-B03D-6B46FF04FE6B}" type="slidenum">
              <a:rPr lang="en-US" altLang="zh-CN" smtClean="0">
                <a:latin typeface="宋体" panose="02010600030101010101" pitchFamily="2" charset="-122"/>
              </a:rPr>
              <a:pPr eaLnBrk="1" hangingPunct="1"/>
              <a:t>44</a:t>
            </a:fld>
            <a:endParaRPr lang="en-US" altLang="zh-CN" smtClean="0">
              <a:latin typeface="宋体" panose="02010600030101010101" pitchFamily="2" charset="-122"/>
            </a:endParaRPr>
          </a:p>
        </p:txBody>
      </p:sp>
      <p:sp>
        <p:nvSpPr>
          <p:cNvPr id="944130" name="Rectangle 2"/>
          <p:cNvSpPr>
            <a:spLocks noGrp="1" noRot="1" noChangeAspect="1" noChangeArrowheads="1" noTextEdit="1"/>
          </p:cNvSpPr>
          <p:nvPr>
            <p:ph type="sldImg" idx="4294967295"/>
          </p:nvPr>
        </p:nvSpPr>
        <p:spPr>
          <a:ln/>
        </p:spPr>
      </p:sp>
      <p:sp>
        <p:nvSpPr>
          <p:cNvPr id="94413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92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D4A747F-F92C-44EE-9D66-E2428FB00FDA}" type="slidenum">
              <a:rPr lang="en-US" altLang="zh-CN" smtClean="0">
                <a:latin typeface="宋体" panose="02010600030101010101" pitchFamily="2" charset="-122"/>
              </a:rPr>
              <a:pPr eaLnBrk="1" hangingPunct="1"/>
              <a:t>48</a:t>
            </a:fld>
            <a:endParaRPr lang="en-US" altLang="zh-CN" smtClean="0">
              <a:latin typeface="宋体" panose="02010600030101010101" pitchFamily="2" charset="-122"/>
            </a:endParaRPr>
          </a:p>
        </p:txBody>
      </p:sp>
      <p:sp>
        <p:nvSpPr>
          <p:cNvPr id="949250" name="Rectangle 2"/>
          <p:cNvSpPr>
            <a:spLocks noGrp="1" noRot="1" noChangeAspect="1" noChangeArrowheads="1" noTextEdit="1"/>
          </p:cNvSpPr>
          <p:nvPr>
            <p:ph type="sldImg" idx="4294967295"/>
          </p:nvPr>
        </p:nvSpPr>
        <p:spPr>
          <a:ln/>
        </p:spPr>
      </p:sp>
      <p:sp>
        <p:nvSpPr>
          <p:cNvPr id="94925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12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7C0274F-3AA9-47A1-A49E-9920A916115F}" type="slidenum">
              <a:rPr lang="en-US" altLang="zh-CN" smtClean="0">
                <a:latin typeface="宋体" panose="02010600030101010101" pitchFamily="2" charset="-122"/>
              </a:rPr>
              <a:pPr eaLnBrk="1" hangingPunct="1"/>
              <a:t>49</a:t>
            </a:fld>
            <a:endParaRPr lang="en-US" altLang="zh-CN" smtClean="0">
              <a:latin typeface="宋体" panose="02010600030101010101" pitchFamily="2" charset="-122"/>
            </a:endParaRPr>
          </a:p>
        </p:txBody>
      </p:sp>
      <p:sp>
        <p:nvSpPr>
          <p:cNvPr id="951298" name="Rectangle 2"/>
          <p:cNvSpPr>
            <a:spLocks noGrp="1" noRot="1" noChangeAspect="1" noChangeArrowheads="1" noTextEdit="1"/>
          </p:cNvSpPr>
          <p:nvPr>
            <p:ph type="sldImg" idx="4294967295"/>
          </p:nvPr>
        </p:nvSpPr>
        <p:spPr>
          <a:ln/>
        </p:spPr>
      </p:sp>
      <p:sp>
        <p:nvSpPr>
          <p:cNvPr id="95129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33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2E53D3D-F0A8-4082-9C96-3A75BA295EA7}" type="slidenum">
              <a:rPr lang="en-US" altLang="zh-CN" smtClean="0">
                <a:latin typeface="宋体" panose="02010600030101010101" pitchFamily="2" charset="-122"/>
              </a:rPr>
              <a:pPr eaLnBrk="1" hangingPunct="1"/>
              <a:t>52</a:t>
            </a:fld>
            <a:endParaRPr lang="en-US" altLang="zh-CN" smtClean="0">
              <a:latin typeface="宋体" panose="02010600030101010101" pitchFamily="2" charset="-122"/>
            </a:endParaRPr>
          </a:p>
        </p:txBody>
      </p:sp>
      <p:sp>
        <p:nvSpPr>
          <p:cNvPr id="953346" name="Rectangle 2"/>
          <p:cNvSpPr>
            <a:spLocks noGrp="1" noRot="1" noChangeAspect="1" noChangeArrowheads="1" noTextEdit="1"/>
          </p:cNvSpPr>
          <p:nvPr>
            <p:ph type="sldImg" idx="4294967295"/>
          </p:nvPr>
        </p:nvSpPr>
        <p:spPr>
          <a:ln/>
        </p:spPr>
      </p:sp>
      <p:sp>
        <p:nvSpPr>
          <p:cNvPr id="95334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53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E467DE5-CAE2-4391-A477-66793803AE81}" type="slidenum">
              <a:rPr lang="en-US" altLang="zh-CN" smtClean="0">
                <a:latin typeface="宋体" panose="02010600030101010101" pitchFamily="2" charset="-122"/>
              </a:rPr>
              <a:pPr eaLnBrk="1" hangingPunct="1"/>
              <a:t>53</a:t>
            </a:fld>
            <a:endParaRPr lang="en-US" altLang="zh-CN" smtClean="0">
              <a:latin typeface="宋体" panose="02010600030101010101" pitchFamily="2" charset="-122"/>
            </a:endParaRPr>
          </a:p>
        </p:txBody>
      </p:sp>
      <p:sp>
        <p:nvSpPr>
          <p:cNvPr id="955394" name="Rectangle 2"/>
          <p:cNvSpPr>
            <a:spLocks noGrp="1" noRot="1" noChangeAspect="1" noChangeArrowheads="1" noTextEdit="1"/>
          </p:cNvSpPr>
          <p:nvPr>
            <p:ph type="sldImg" idx="4294967295"/>
          </p:nvPr>
        </p:nvSpPr>
        <p:spPr>
          <a:ln/>
        </p:spPr>
      </p:sp>
      <p:sp>
        <p:nvSpPr>
          <p:cNvPr id="95539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74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E6AA198-4E0E-4EC7-8348-CFF60B667E5B}" type="slidenum">
              <a:rPr lang="en-US" altLang="zh-CN" smtClean="0">
                <a:latin typeface="宋体" panose="02010600030101010101" pitchFamily="2" charset="-122"/>
              </a:rPr>
              <a:pPr eaLnBrk="1" hangingPunct="1"/>
              <a:t>54</a:t>
            </a:fld>
            <a:endParaRPr lang="en-US" altLang="zh-CN" smtClean="0">
              <a:latin typeface="宋体" panose="02010600030101010101" pitchFamily="2" charset="-122"/>
            </a:endParaRPr>
          </a:p>
        </p:txBody>
      </p:sp>
      <p:sp>
        <p:nvSpPr>
          <p:cNvPr id="957442" name="Rectangle 2"/>
          <p:cNvSpPr>
            <a:spLocks noGrp="1" noRot="1" noChangeAspect="1" noChangeArrowheads="1" noTextEdit="1"/>
          </p:cNvSpPr>
          <p:nvPr>
            <p:ph type="sldImg" idx="4294967295"/>
          </p:nvPr>
        </p:nvSpPr>
        <p:spPr>
          <a:ln/>
        </p:spPr>
      </p:sp>
      <p:sp>
        <p:nvSpPr>
          <p:cNvPr id="95744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94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E8B2485-A0D3-4D99-BF49-CAA70E90B05A}" type="slidenum">
              <a:rPr lang="en-US" altLang="zh-CN" smtClean="0">
                <a:latin typeface="宋体" panose="02010600030101010101" pitchFamily="2" charset="-122"/>
              </a:rPr>
              <a:pPr eaLnBrk="1" hangingPunct="1"/>
              <a:t>55</a:t>
            </a:fld>
            <a:endParaRPr lang="en-US" altLang="zh-CN" smtClean="0">
              <a:latin typeface="宋体" panose="02010600030101010101" pitchFamily="2" charset="-122"/>
            </a:endParaRPr>
          </a:p>
        </p:txBody>
      </p:sp>
      <p:sp>
        <p:nvSpPr>
          <p:cNvPr id="959490" name="Rectangle 2"/>
          <p:cNvSpPr>
            <a:spLocks noGrp="1" noRot="1" noChangeAspect="1" noChangeArrowheads="1" noTextEdit="1"/>
          </p:cNvSpPr>
          <p:nvPr>
            <p:ph type="sldImg" idx="4294967295"/>
          </p:nvPr>
        </p:nvSpPr>
        <p:spPr>
          <a:ln/>
        </p:spPr>
      </p:sp>
      <p:sp>
        <p:nvSpPr>
          <p:cNvPr id="95949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15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2B3051A-0183-40A7-91C2-C5F6668B957B}" type="slidenum">
              <a:rPr lang="en-US" altLang="zh-CN" smtClean="0">
                <a:latin typeface="宋体" panose="02010600030101010101" pitchFamily="2" charset="-122"/>
              </a:rPr>
              <a:pPr eaLnBrk="1" hangingPunct="1"/>
              <a:t>56</a:t>
            </a:fld>
            <a:endParaRPr lang="en-US" altLang="zh-CN" smtClean="0">
              <a:latin typeface="宋体" panose="02010600030101010101" pitchFamily="2" charset="-122"/>
            </a:endParaRPr>
          </a:p>
        </p:txBody>
      </p:sp>
      <p:sp>
        <p:nvSpPr>
          <p:cNvPr id="961538" name="Rectangle 2"/>
          <p:cNvSpPr>
            <a:spLocks noGrp="1" noRot="1" noChangeAspect="1" noChangeArrowheads="1" noTextEdit="1"/>
          </p:cNvSpPr>
          <p:nvPr>
            <p:ph type="sldImg" idx="4294967295"/>
          </p:nvPr>
        </p:nvSpPr>
        <p:spPr>
          <a:ln/>
        </p:spPr>
      </p:sp>
      <p:sp>
        <p:nvSpPr>
          <p:cNvPr id="96153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35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9C59C15-3FD6-4D94-88BE-7B9BFBB772AE}" type="slidenum">
              <a:rPr lang="en-US" altLang="zh-CN" smtClean="0">
                <a:latin typeface="宋体" panose="02010600030101010101" pitchFamily="2" charset="-122"/>
              </a:rPr>
              <a:pPr eaLnBrk="1" hangingPunct="1"/>
              <a:t>57</a:t>
            </a:fld>
            <a:endParaRPr lang="en-US" altLang="zh-CN" smtClean="0">
              <a:latin typeface="宋体" panose="02010600030101010101" pitchFamily="2" charset="-122"/>
            </a:endParaRPr>
          </a:p>
        </p:txBody>
      </p:sp>
      <p:sp>
        <p:nvSpPr>
          <p:cNvPr id="963586" name="Rectangle 2"/>
          <p:cNvSpPr>
            <a:spLocks noGrp="1" noRot="1" noChangeAspect="1" noChangeArrowheads="1" noTextEdit="1"/>
          </p:cNvSpPr>
          <p:nvPr>
            <p:ph type="sldImg" idx="4294967295"/>
          </p:nvPr>
        </p:nvSpPr>
        <p:spPr>
          <a:ln/>
        </p:spPr>
      </p:sp>
      <p:sp>
        <p:nvSpPr>
          <p:cNvPr id="96358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56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2FEDECE-B1AA-4702-A343-6BCA73903180}" type="slidenum">
              <a:rPr lang="en-US" altLang="zh-CN" smtClean="0">
                <a:latin typeface="宋体" panose="02010600030101010101" pitchFamily="2" charset="-122"/>
              </a:rPr>
              <a:pPr eaLnBrk="1" hangingPunct="1"/>
              <a:t>58</a:t>
            </a:fld>
            <a:endParaRPr lang="en-US" altLang="zh-CN" smtClean="0">
              <a:latin typeface="宋体" panose="02010600030101010101" pitchFamily="2" charset="-122"/>
            </a:endParaRPr>
          </a:p>
        </p:txBody>
      </p:sp>
      <p:sp>
        <p:nvSpPr>
          <p:cNvPr id="965634" name="Rectangle 2"/>
          <p:cNvSpPr>
            <a:spLocks noGrp="1" noRot="1" noChangeAspect="1" noChangeArrowheads="1" noTextEdit="1"/>
          </p:cNvSpPr>
          <p:nvPr>
            <p:ph type="sldImg" idx="4294967295"/>
          </p:nvPr>
        </p:nvSpPr>
        <p:spPr>
          <a:ln/>
        </p:spPr>
      </p:sp>
      <p:sp>
        <p:nvSpPr>
          <p:cNvPr id="96563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76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592EA00-9A2C-4A99-9686-D379566E4CC8}" type="slidenum">
              <a:rPr lang="en-US" altLang="zh-CN" smtClean="0">
                <a:latin typeface="宋体" panose="02010600030101010101" pitchFamily="2" charset="-122"/>
              </a:rPr>
              <a:pPr eaLnBrk="1" hangingPunct="1"/>
              <a:t>59</a:t>
            </a:fld>
            <a:endParaRPr lang="en-US" altLang="zh-CN" smtClean="0">
              <a:latin typeface="宋体" panose="02010600030101010101" pitchFamily="2" charset="-122"/>
            </a:endParaRPr>
          </a:p>
        </p:txBody>
      </p:sp>
      <p:sp>
        <p:nvSpPr>
          <p:cNvPr id="967682" name="Rectangle 2"/>
          <p:cNvSpPr>
            <a:spLocks noGrp="1" noRot="1" noChangeAspect="1" noChangeArrowheads="1" noTextEdit="1"/>
          </p:cNvSpPr>
          <p:nvPr>
            <p:ph type="sldImg" idx="4294967295"/>
          </p:nvPr>
        </p:nvSpPr>
        <p:spPr>
          <a:ln/>
        </p:spPr>
      </p:sp>
      <p:sp>
        <p:nvSpPr>
          <p:cNvPr id="96768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97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BF2681E-A9D7-4C77-BF59-71C3EE7CEC4E}" type="slidenum">
              <a:rPr lang="en-US" altLang="zh-CN" smtClean="0">
                <a:latin typeface="宋体" panose="02010600030101010101" pitchFamily="2" charset="-122"/>
              </a:rPr>
              <a:pPr eaLnBrk="1" hangingPunct="1"/>
              <a:t>60</a:t>
            </a:fld>
            <a:endParaRPr lang="en-US" altLang="zh-CN" smtClean="0">
              <a:latin typeface="宋体" panose="02010600030101010101" pitchFamily="2" charset="-122"/>
            </a:endParaRPr>
          </a:p>
        </p:txBody>
      </p:sp>
      <p:sp>
        <p:nvSpPr>
          <p:cNvPr id="969730" name="Rectangle 2"/>
          <p:cNvSpPr>
            <a:spLocks noGrp="1" noRot="1" noChangeAspect="1" noChangeArrowheads="1" noTextEdit="1"/>
          </p:cNvSpPr>
          <p:nvPr>
            <p:ph type="sldImg" idx="4294967295"/>
          </p:nvPr>
        </p:nvSpPr>
        <p:spPr>
          <a:ln/>
        </p:spPr>
      </p:sp>
      <p:sp>
        <p:nvSpPr>
          <p:cNvPr id="96973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17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8D5F0DB-0C92-462A-B87A-53A04C0B37A4}" type="slidenum">
              <a:rPr lang="en-US" altLang="zh-CN" smtClean="0">
                <a:latin typeface="宋体" panose="02010600030101010101" pitchFamily="2" charset="-122"/>
              </a:rPr>
              <a:pPr eaLnBrk="1" hangingPunct="1"/>
              <a:t>61</a:t>
            </a:fld>
            <a:endParaRPr lang="en-US" altLang="zh-CN" smtClean="0">
              <a:latin typeface="宋体" panose="02010600030101010101" pitchFamily="2" charset="-122"/>
            </a:endParaRPr>
          </a:p>
        </p:txBody>
      </p:sp>
      <p:sp>
        <p:nvSpPr>
          <p:cNvPr id="971778" name="Rectangle 2"/>
          <p:cNvSpPr>
            <a:spLocks noGrp="1" noRot="1" noChangeAspect="1" noChangeArrowheads="1" noTextEdit="1"/>
          </p:cNvSpPr>
          <p:nvPr>
            <p:ph type="sldImg" idx="4294967295"/>
          </p:nvPr>
        </p:nvSpPr>
        <p:spPr>
          <a:ln/>
        </p:spPr>
      </p:sp>
      <p:sp>
        <p:nvSpPr>
          <p:cNvPr id="97177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38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2B5DC1F-C029-40D5-993C-25235F9EAEF5}" type="slidenum">
              <a:rPr lang="en-US" altLang="zh-CN" smtClean="0">
                <a:latin typeface="宋体" panose="02010600030101010101" pitchFamily="2" charset="-122"/>
              </a:rPr>
              <a:pPr eaLnBrk="1" hangingPunct="1"/>
              <a:t>62</a:t>
            </a:fld>
            <a:endParaRPr lang="en-US" altLang="zh-CN" smtClean="0">
              <a:latin typeface="宋体" panose="02010600030101010101" pitchFamily="2" charset="-122"/>
            </a:endParaRPr>
          </a:p>
        </p:txBody>
      </p:sp>
      <p:sp>
        <p:nvSpPr>
          <p:cNvPr id="973826" name="Rectangle 2"/>
          <p:cNvSpPr>
            <a:spLocks noGrp="1" noRot="1" noChangeAspect="1" noChangeArrowheads="1" noTextEdit="1"/>
          </p:cNvSpPr>
          <p:nvPr>
            <p:ph type="sldImg" idx="4294967295"/>
          </p:nvPr>
        </p:nvSpPr>
        <p:spPr>
          <a:ln/>
        </p:spPr>
      </p:sp>
      <p:sp>
        <p:nvSpPr>
          <p:cNvPr id="97382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58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A372214-07A7-4B18-9334-83CD6EA908E7}" type="slidenum">
              <a:rPr lang="en-US" altLang="zh-CN" smtClean="0">
                <a:latin typeface="宋体" panose="02010600030101010101" pitchFamily="2" charset="-122"/>
              </a:rPr>
              <a:pPr eaLnBrk="1" hangingPunct="1"/>
              <a:t>63</a:t>
            </a:fld>
            <a:endParaRPr lang="en-US" altLang="zh-CN" smtClean="0">
              <a:latin typeface="宋体" panose="02010600030101010101" pitchFamily="2" charset="-122"/>
            </a:endParaRPr>
          </a:p>
        </p:txBody>
      </p:sp>
      <p:sp>
        <p:nvSpPr>
          <p:cNvPr id="975874" name="Rectangle 2"/>
          <p:cNvSpPr>
            <a:spLocks noGrp="1" noRot="1" noChangeAspect="1" noChangeArrowheads="1" noTextEdit="1"/>
          </p:cNvSpPr>
          <p:nvPr>
            <p:ph type="sldImg" idx="4294967295"/>
          </p:nvPr>
        </p:nvSpPr>
        <p:spPr>
          <a:ln/>
        </p:spPr>
      </p:sp>
      <p:sp>
        <p:nvSpPr>
          <p:cNvPr id="97587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endParaRPr lang="en-US" altLang="zh-CN"/>
          </a:p>
        </p:txBody>
      </p:sp>
      <p:sp>
        <p:nvSpPr>
          <p:cNvPr id="8" name="Rectangle 5"/>
          <p:cNvSpPr>
            <a:spLocks noGrp="1" noChangeArrowheads="1"/>
          </p:cNvSpPr>
          <p:nvPr>
            <p:ph type="ftr" sz="quarter" idx="11"/>
          </p:nvPr>
        </p:nvSpPr>
        <p:spPr/>
        <p:txBody>
          <a:bodyPr/>
          <a:lstStyle>
            <a:lvl1pPr>
              <a:defRPr/>
            </a:lvl1pPr>
          </a:lstStyle>
          <a:p>
            <a:r>
              <a:rPr lang="en-US" altLang="zh-CN"/>
              <a:t>ppt课件</a:t>
            </a:r>
          </a:p>
        </p:txBody>
      </p:sp>
      <p:sp>
        <p:nvSpPr>
          <p:cNvPr id="9" name="Rectangle 6"/>
          <p:cNvSpPr>
            <a:spLocks noGrp="1" noChangeArrowheads="1"/>
          </p:cNvSpPr>
          <p:nvPr>
            <p:ph type="sldNum" sz="quarter" idx="12"/>
          </p:nvPr>
        </p:nvSpPr>
        <p:spPr/>
        <p:txBody>
          <a:bodyPr/>
          <a:lstStyle>
            <a:lvl1pPr>
              <a:defRPr/>
            </a:lvl1pPr>
          </a:lstStyle>
          <a:p>
            <a:fld id="{01D2C440-9E6A-4430-8BAD-CF78432C284C}" type="slidenum">
              <a:rPr lang="zh-CN" altLang="en-US"/>
              <a:pPr/>
              <a:t>‹#›</a:t>
            </a:fld>
            <a:endParaRPr lang="en-US" altLang="zh-CN"/>
          </a:p>
        </p:txBody>
      </p:sp>
    </p:spTree>
    <p:extLst>
      <p:ext uri="{BB962C8B-B14F-4D97-AF65-F5344CB8AC3E}">
        <p14:creationId xmlns:p14="http://schemas.microsoft.com/office/powerpoint/2010/main" val="889173260"/>
      </p:ext>
    </p:extLst>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dirty="0"/>
            </a:lvl1pPr>
          </a:lstStyle>
          <a:p>
            <a:endParaRPr lang="en-US" altLang="zh-CN"/>
          </a:p>
        </p:txBody>
      </p:sp>
      <p:sp>
        <p:nvSpPr>
          <p:cNvPr id="6" name="页脚占位符 4"/>
          <p:cNvSpPr>
            <a:spLocks noGrp="1"/>
          </p:cNvSpPr>
          <p:nvPr>
            <p:ph type="ftr" sz="quarter" idx="11"/>
          </p:nvPr>
        </p:nvSpPr>
        <p:spPr/>
        <p:txBody>
          <a:bodyPr/>
          <a:lstStyle>
            <a:lvl1pPr>
              <a:defRPr/>
            </a:lvl1pPr>
          </a:lstStyle>
          <a:p>
            <a:r>
              <a:rPr lang="en-US" altLang="zh-CN"/>
              <a:t>ppt课件</a:t>
            </a:r>
          </a:p>
        </p:txBody>
      </p:sp>
      <p:sp>
        <p:nvSpPr>
          <p:cNvPr id="7" name="灯片编号占位符 5"/>
          <p:cNvSpPr>
            <a:spLocks noGrp="1"/>
          </p:cNvSpPr>
          <p:nvPr>
            <p:ph type="sldNum" sz="quarter" idx="12"/>
          </p:nvPr>
        </p:nvSpPr>
        <p:spPr/>
        <p:txBody>
          <a:bodyPr/>
          <a:lstStyle>
            <a:lvl1pPr>
              <a:defRPr/>
            </a:lvl1pPr>
          </a:lstStyle>
          <a:p>
            <a:fld id="{B324A7B3-BB3D-430C-9416-57B4A4106B8F}" type="slidenum">
              <a:rPr lang="zh-CN" altLang="en-US"/>
              <a:pPr/>
              <a:t>‹#›</a:t>
            </a:fld>
            <a:endParaRPr lang="en-US" altLang="zh-CN"/>
          </a:p>
        </p:txBody>
      </p:sp>
    </p:spTree>
    <p:extLst>
      <p:ext uri="{BB962C8B-B14F-4D97-AF65-F5344CB8AC3E}">
        <p14:creationId xmlns:p14="http://schemas.microsoft.com/office/powerpoint/2010/main" val="1563474879"/>
      </p:ext>
    </p:extLst>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131B3705-864E-4D65-9C72-61CB65F1C9F1}" type="slidenum">
              <a:rPr lang="zh-CN" altLang="en-US"/>
              <a:pPr/>
              <a:t>‹#›</a:t>
            </a:fld>
            <a:endParaRPr lang="en-US" altLang="zh-CN"/>
          </a:p>
        </p:txBody>
      </p:sp>
    </p:spTree>
    <p:extLst>
      <p:ext uri="{BB962C8B-B14F-4D97-AF65-F5344CB8AC3E}">
        <p14:creationId xmlns:p14="http://schemas.microsoft.com/office/powerpoint/2010/main" val="4077824084"/>
      </p:ext>
    </p:extLst>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endParaRPr lang="en-US" altLang="zh-CN"/>
          </a:p>
        </p:txBody>
      </p:sp>
      <p:sp>
        <p:nvSpPr>
          <p:cNvPr id="7" name="页脚占位符 5"/>
          <p:cNvSpPr>
            <a:spLocks noGrp="1"/>
          </p:cNvSpPr>
          <p:nvPr>
            <p:ph type="ftr" sz="quarter" idx="11"/>
          </p:nvPr>
        </p:nvSpPr>
        <p:spPr/>
        <p:txBody>
          <a:bodyPr/>
          <a:lstStyle>
            <a:lvl1pPr>
              <a:defRPr/>
            </a:lvl1pPr>
          </a:lstStyle>
          <a:p>
            <a:r>
              <a:rPr lang="en-US" altLang="zh-CN"/>
              <a:t>ppt课件</a:t>
            </a:r>
          </a:p>
        </p:txBody>
      </p:sp>
      <p:sp>
        <p:nvSpPr>
          <p:cNvPr id="8" name="灯片编号占位符 6"/>
          <p:cNvSpPr>
            <a:spLocks noGrp="1"/>
          </p:cNvSpPr>
          <p:nvPr>
            <p:ph type="sldNum" sz="quarter" idx="12"/>
          </p:nvPr>
        </p:nvSpPr>
        <p:spPr/>
        <p:txBody>
          <a:bodyPr/>
          <a:lstStyle>
            <a:lvl1pPr>
              <a:defRPr/>
            </a:lvl1pPr>
          </a:lstStyle>
          <a:p>
            <a:fld id="{02D5D87F-0A7A-4AA9-BC3A-2693AF527683}" type="slidenum">
              <a:rPr lang="zh-CN" altLang="en-US"/>
              <a:pPr/>
              <a:t>‹#›</a:t>
            </a:fld>
            <a:endParaRPr lang="en-US" altLang="zh-CN"/>
          </a:p>
        </p:txBody>
      </p:sp>
    </p:spTree>
    <p:extLst>
      <p:ext uri="{BB962C8B-B14F-4D97-AF65-F5344CB8AC3E}">
        <p14:creationId xmlns:p14="http://schemas.microsoft.com/office/powerpoint/2010/main" val="2949220879"/>
      </p:ext>
    </p:extLst>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422B1608-A69B-485F-95FB-95438C61343E}" type="slidenum">
              <a:rPr lang="zh-CN" altLang="en-US"/>
              <a:pPr/>
              <a:t>‹#›</a:t>
            </a:fld>
            <a:endParaRPr lang="en-US" altLang="zh-CN"/>
          </a:p>
        </p:txBody>
      </p:sp>
    </p:spTree>
    <p:extLst>
      <p:ext uri="{BB962C8B-B14F-4D97-AF65-F5344CB8AC3E}">
        <p14:creationId xmlns:p14="http://schemas.microsoft.com/office/powerpoint/2010/main" val="949984336"/>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82B6D876-83A9-45DC-A9A8-45B00DF3B1AF}" type="slidenum">
              <a:rPr lang="zh-CN" altLang="en-US"/>
              <a:pPr/>
              <a:t>‹#›</a:t>
            </a:fld>
            <a:endParaRPr lang="en-US" altLang="zh-CN"/>
          </a:p>
        </p:txBody>
      </p:sp>
    </p:spTree>
    <p:extLst>
      <p:ext uri="{BB962C8B-B14F-4D97-AF65-F5344CB8AC3E}">
        <p14:creationId xmlns:p14="http://schemas.microsoft.com/office/powerpoint/2010/main" val="2910569552"/>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endParaRPr lang="en-US" altLang="zh-CN"/>
          </a:p>
        </p:txBody>
      </p:sp>
      <p:sp>
        <p:nvSpPr>
          <p:cNvPr id="5" name="页脚占位符 3"/>
          <p:cNvSpPr>
            <a:spLocks noGrp="1"/>
          </p:cNvSpPr>
          <p:nvPr>
            <p:ph type="ftr" sz="quarter" idx="11"/>
          </p:nvPr>
        </p:nvSpPr>
        <p:spPr/>
        <p:txBody>
          <a:bodyPr/>
          <a:lstStyle>
            <a:lvl1pPr>
              <a:defRPr/>
            </a:lvl1pPr>
          </a:lstStyle>
          <a:p>
            <a:r>
              <a:rPr lang="en-US" altLang="zh-CN"/>
              <a:t>ppt课件</a:t>
            </a:r>
          </a:p>
        </p:txBody>
      </p:sp>
      <p:sp>
        <p:nvSpPr>
          <p:cNvPr id="6" name="灯片编号占位符 4"/>
          <p:cNvSpPr>
            <a:spLocks noGrp="1"/>
          </p:cNvSpPr>
          <p:nvPr>
            <p:ph type="sldNum" sz="quarter" idx="12"/>
          </p:nvPr>
        </p:nvSpPr>
        <p:spPr/>
        <p:txBody>
          <a:bodyPr/>
          <a:lstStyle>
            <a:lvl1pPr>
              <a:defRPr/>
            </a:lvl1pPr>
          </a:lstStyle>
          <a:p>
            <a:fld id="{7C661C98-5699-4428-B37E-AF7B22049360}" type="slidenum">
              <a:rPr lang="zh-CN" altLang="en-US"/>
              <a:pPr/>
              <a:t>‹#›</a:t>
            </a:fld>
            <a:endParaRPr lang="en-US" altLang="zh-CN"/>
          </a:p>
        </p:txBody>
      </p:sp>
    </p:spTree>
    <p:extLst>
      <p:ext uri="{BB962C8B-B14F-4D97-AF65-F5344CB8AC3E}">
        <p14:creationId xmlns:p14="http://schemas.microsoft.com/office/powerpoint/2010/main" val="3963861348"/>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CN"/>
          </a:p>
        </p:txBody>
      </p:sp>
      <p:sp>
        <p:nvSpPr>
          <p:cNvPr id="3"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4" name="Rectangle 6"/>
          <p:cNvSpPr>
            <a:spLocks noGrp="1" noChangeArrowheads="1"/>
          </p:cNvSpPr>
          <p:nvPr>
            <p:ph type="sldNum" sz="quarter" idx="12"/>
          </p:nvPr>
        </p:nvSpPr>
        <p:spPr>
          <a:ln/>
        </p:spPr>
        <p:txBody>
          <a:bodyPr/>
          <a:lstStyle>
            <a:lvl1pPr>
              <a:defRPr/>
            </a:lvl1pPr>
          </a:lstStyle>
          <a:p>
            <a:fld id="{8F377DAC-F69D-47B1-9C81-D9ECC8A84006}" type="slidenum">
              <a:rPr lang="zh-CN" altLang="en-US"/>
              <a:pPr/>
              <a:t>‹#›</a:t>
            </a:fld>
            <a:endParaRPr lang="en-US" altLang="zh-CN"/>
          </a:p>
        </p:txBody>
      </p:sp>
    </p:spTree>
    <p:extLst>
      <p:ext uri="{BB962C8B-B14F-4D97-AF65-F5344CB8AC3E}">
        <p14:creationId xmlns:p14="http://schemas.microsoft.com/office/powerpoint/2010/main" val="3442894119"/>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E03CC55C-0818-484B-95B1-0D6AEF3A5121}" type="slidenum">
              <a:rPr lang="zh-CN" altLang="en-US"/>
              <a:pPr/>
              <a:t>‹#›</a:t>
            </a:fld>
            <a:endParaRPr lang="en-US" altLang="zh-CN"/>
          </a:p>
        </p:txBody>
      </p:sp>
    </p:spTree>
    <p:extLst>
      <p:ext uri="{BB962C8B-B14F-4D97-AF65-F5344CB8AC3E}">
        <p14:creationId xmlns:p14="http://schemas.microsoft.com/office/powerpoint/2010/main" val="3588653774"/>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3AABBE44-C760-482C-BBF4-1AD90914546D}" type="slidenum">
              <a:rPr lang="zh-CN" altLang="en-US"/>
              <a:pPr/>
              <a:t>‹#›</a:t>
            </a:fld>
            <a:endParaRPr lang="en-US" altLang="zh-CN"/>
          </a:p>
        </p:txBody>
      </p:sp>
    </p:spTree>
    <p:extLst>
      <p:ext uri="{BB962C8B-B14F-4D97-AF65-F5344CB8AC3E}">
        <p14:creationId xmlns:p14="http://schemas.microsoft.com/office/powerpoint/2010/main" val="2936825503"/>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E1AE9711-D2FE-4E38-90AE-D1E297BAFE81}" type="slidenum">
              <a:rPr lang="zh-CN" altLang="en-US"/>
              <a:pPr/>
              <a:t>‹#›</a:t>
            </a:fld>
            <a:endParaRPr lang="en-US" altLang="zh-CN"/>
          </a:p>
        </p:txBody>
      </p:sp>
    </p:spTree>
    <p:extLst>
      <p:ext uri="{BB962C8B-B14F-4D97-AF65-F5344CB8AC3E}">
        <p14:creationId xmlns:p14="http://schemas.microsoft.com/office/powerpoint/2010/main" val="2473581823"/>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C4B43DEA-F75B-4EB0-9B6A-B5DA8DF75583}" type="slidenum">
              <a:rPr lang="zh-CN" altLang="en-US"/>
              <a:pPr/>
              <a:t>‹#›</a:t>
            </a:fld>
            <a:endParaRPr lang="en-US" altLang="zh-CN"/>
          </a:p>
        </p:txBody>
      </p:sp>
    </p:spTree>
    <p:extLst>
      <p:ext uri="{BB962C8B-B14F-4D97-AF65-F5344CB8AC3E}">
        <p14:creationId xmlns:p14="http://schemas.microsoft.com/office/powerpoint/2010/main" val="53245461"/>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fld id="{81D9F3F7-388B-412F-8C50-0C2AA03CD55C}" type="slidenum">
              <a:rPr lang="zh-CN" altLang="en-US"/>
              <a:pPr/>
              <a:t>‹#›</a:t>
            </a:fld>
            <a:endParaRPr lang="en-US" altLang="zh-CN"/>
          </a:p>
        </p:txBody>
      </p:sp>
    </p:spTree>
    <p:extLst>
      <p:ext uri="{BB962C8B-B14F-4D97-AF65-F5344CB8AC3E}">
        <p14:creationId xmlns:p14="http://schemas.microsoft.com/office/powerpoint/2010/main" val="637343236"/>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noProof="1"/>
              <a:t>单击图标添加剪 贴画</a:t>
            </a:r>
          </a:p>
        </p:txBody>
      </p:sp>
      <p:sp>
        <p:nvSpPr>
          <p:cNvPr id="6"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fld id="{1662586B-82D2-4BB4-820A-EB888FEA84BB}" type="slidenum">
              <a:rPr lang="zh-CN" altLang="en-US"/>
              <a:pPr/>
              <a:t>‹#›</a:t>
            </a:fld>
            <a:endParaRPr lang="en-US" altLang="zh-CN"/>
          </a:p>
        </p:txBody>
      </p:sp>
    </p:spTree>
    <p:extLst>
      <p:ext uri="{BB962C8B-B14F-4D97-AF65-F5344CB8AC3E}">
        <p14:creationId xmlns:p14="http://schemas.microsoft.com/office/powerpoint/2010/main" val="2884524900"/>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dirty="0">
                <a:ea typeface="宋体" panose="02010600030101010101" pitchFamily="2" charset="-122"/>
              </a:defRPr>
            </a:lvl1pPr>
          </a:lstStyle>
          <a:p>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fld id="{64D427D7-2ECD-47CB-B1DF-7A19DDD78A9B}" type="slidenum">
              <a:rPr lang="zh-CN" altLang="en-US"/>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69" r:id="rId3"/>
    <p:sldLayoutId id="2147483672" r:id="rId4"/>
    <p:sldLayoutId id="2147483673" r:id="rId5"/>
    <p:sldLayoutId id="2147483674" r:id="rId6"/>
    <p:sldLayoutId id="2147483675" r:id="rId7"/>
    <p:sldLayoutId id="2147483668" r:id="rId8"/>
    <p:sldLayoutId id="2147483667" r:id="rId9"/>
    <p:sldLayoutId id="2147483666" r:id="rId10"/>
    <p:sldLayoutId id="2147483665" r:id="rId11"/>
    <p:sldLayoutId id="2147483664" r:id="rId12"/>
    <p:sldLayoutId id="2147483676" r:id="rId13"/>
    <p:sldLayoutId id="2147483677" r:id="rId14"/>
  </p:sldLayoutIdLst>
  <p:hf/>
  <p:txStyles>
    <p:title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wmf"/></Relationships>
</file>

<file path=ppt/slides/_rels/slide9.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w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3.wmf"/></Relationships>
</file>

<file path=ppt/slides/_rels/slide24.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w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wmf"/></Relationships>
</file>

<file path=ppt/slides/_rels/slide27.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wmf"/></Relationships>
</file>

<file path=ppt/slides/_rels/slide2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w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1" name="Rectangle 2"/>
          <p:cNvSpPr>
            <a:spLocks noGrp="1" noChangeArrowheads="1"/>
          </p:cNvSpPr>
          <p:nvPr>
            <p:ph type="ctrTitle"/>
          </p:nvPr>
        </p:nvSpPr>
        <p:spPr/>
        <p:txBody>
          <a:bodyPr/>
          <a:lstStyle/>
          <a:p>
            <a:r>
              <a:rPr lang="zh-CN" altLang="en-US" dirty="0" smtClean="0">
                <a:latin typeface="Arial" panose="020B0604020202020204" pitchFamily="34" charset="0"/>
                <a:ea typeface="黑体" panose="02010609060101010101" pitchFamily="49" charset="-122"/>
              </a:rPr>
              <a:t>第 </a:t>
            </a:r>
            <a:r>
              <a:rPr lang="en-US" altLang="zh-CN" dirty="0" smtClean="0">
                <a:latin typeface="Arial" panose="020B0604020202020204" pitchFamily="34" charset="0"/>
                <a:ea typeface="黑体" panose="02010609060101010101" pitchFamily="49" charset="-122"/>
              </a:rPr>
              <a:t>4 </a:t>
            </a:r>
            <a:r>
              <a:rPr lang="zh-CN" altLang="en-US" dirty="0" smtClean="0">
                <a:latin typeface="Arial" panose="020B0604020202020204" pitchFamily="34" charset="0"/>
                <a:ea typeface="黑体" panose="02010609060101010101" pitchFamily="49" charset="-122"/>
              </a:rPr>
              <a:t>章  网络层</a:t>
            </a:r>
          </a:p>
        </p:txBody>
      </p:sp>
      <p:sp>
        <p:nvSpPr>
          <p:cNvPr id="680962" name="Rectangle 3"/>
          <p:cNvSpPr>
            <a:spLocks noGrp="1" noChangeArrowheads="1"/>
          </p:cNvSpPr>
          <p:nvPr>
            <p:ph type="subTitle" idx="1"/>
          </p:nvPr>
        </p:nvSpPr>
        <p:spPr/>
        <p:txBody>
          <a:bodyPr/>
          <a:lstStyle/>
          <a:p>
            <a:r>
              <a:rPr lang="en-US" altLang="zh-CN" dirty="0" smtClean="0">
                <a:latin typeface="黑体" panose="02010609060101010101" pitchFamily="49" charset="-122"/>
                <a:ea typeface="宋体" panose="02010600030101010101" pitchFamily="2" charset="-122"/>
              </a:rPr>
              <a:t>4.3-4.4</a:t>
            </a:r>
            <a:endParaRPr lang="zh-CN" altLang="en-US" dirty="0" smtClean="0">
              <a:latin typeface="黑体" panose="02010609060101010101" pitchFamily="49" charset="-122"/>
              <a:ea typeface="宋体" panose="02010600030101010101" pitchFamily="2" charset="-122"/>
            </a:endParaRPr>
          </a:p>
        </p:txBody>
      </p:sp>
      <p:sp>
        <p:nvSpPr>
          <p:cNvPr id="6809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B03E797-DCB6-47D1-8B6D-3149BD091FE8}" type="slidenum">
              <a:rPr lang="zh-CN" altLang="en-US" smtClean="0"/>
              <a:pPr eaLnBrk="1" hangingPunct="1"/>
              <a:t>1</a:t>
            </a:fld>
            <a:endParaRPr lang="en-US" altLang="zh-CN" smtClean="0"/>
          </a:p>
        </p:txBody>
      </p:sp>
      <p:sp>
        <p:nvSpPr>
          <p:cNvPr id="6809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3009" name="标题 1"/>
          <p:cNvSpPr>
            <a:spLocks noGrp="1" noChangeArrowheads="1"/>
          </p:cNvSpPr>
          <p:nvPr>
            <p:ph type="title"/>
          </p:nvPr>
        </p:nvSpPr>
        <p:spPr>
          <a:xfrm>
            <a:off x="495300" y="188913"/>
            <a:ext cx="9066213" cy="792162"/>
          </a:xfrm>
        </p:spPr>
        <p:txBody>
          <a:bodyPr/>
          <a:lstStyle/>
          <a:p>
            <a:r>
              <a:rPr lang="zh-CN" altLang="zh-CN" smtClean="0">
                <a:ea typeface="黑体" panose="02010609060101010101" pitchFamily="49" charset="-122"/>
              </a:rPr>
              <a:t>第</a:t>
            </a:r>
            <a:r>
              <a:rPr lang="en-US" altLang="zh-CN" smtClean="0">
                <a:ea typeface="黑体" panose="02010609060101010101" pitchFamily="49" charset="-122"/>
              </a:rPr>
              <a:t> 4 </a:t>
            </a:r>
            <a:r>
              <a:rPr lang="zh-CN" altLang="zh-CN" smtClean="0">
                <a:ea typeface="黑体" panose="02010609060101010101" pitchFamily="49" charset="-122"/>
              </a:rPr>
              <a:t>章</a:t>
            </a:r>
            <a:r>
              <a:rPr lang="en-US" altLang="zh-CN" smtClean="0">
                <a:ea typeface="黑体" panose="02010609060101010101" pitchFamily="49" charset="-122"/>
              </a:rPr>
              <a:t>  </a:t>
            </a:r>
            <a:r>
              <a:rPr lang="zh-CN" altLang="en-US" smtClean="0">
                <a:ea typeface="黑体" panose="02010609060101010101" pitchFamily="49" charset="-122"/>
              </a:rPr>
              <a:t>网络</a:t>
            </a:r>
            <a:r>
              <a:rPr lang="zh-CN" altLang="zh-CN" smtClean="0">
                <a:ea typeface="黑体" panose="02010609060101010101" pitchFamily="49" charset="-122"/>
              </a:rPr>
              <a:t>层</a:t>
            </a:r>
            <a:endParaRPr lang="zh-CN" altLang="en-US" smtClean="0">
              <a:ea typeface="黑体" panose="02010609060101010101" pitchFamily="49" charset="-122"/>
            </a:endParaRPr>
          </a:p>
        </p:txBody>
      </p:sp>
      <p:sp>
        <p:nvSpPr>
          <p:cNvPr id="683010" name="内容占位符 2"/>
          <p:cNvSpPr>
            <a:spLocks noGrp="1" noChangeArrowheads="1"/>
          </p:cNvSpPr>
          <p:nvPr>
            <p:ph idx="1"/>
          </p:nvPr>
        </p:nvSpPr>
        <p:spPr>
          <a:xfrm>
            <a:off x="495300" y="1196975"/>
            <a:ext cx="9066213" cy="4933950"/>
          </a:xfrm>
        </p:spPr>
        <p:txBody>
          <a:bodyPr/>
          <a:lstStyle/>
          <a:p>
            <a:pPr>
              <a:lnSpc>
                <a:spcPct val="100000"/>
              </a:lnSpc>
            </a:pPr>
            <a:r>
              <a:rPr lang="en-US" altLang="zh-CN" dirty="0" smtClean="0">
                <a:ea typeface="黑体" panose="02010609060101010101" pitchFamily="49" charset="-122"/>
              </a:rPr>
              <a:t>4.3  </a:t>
            </a:r>
            <a:r>
              <a:rPr lang="zh-CN" altLang="zh-CN" dirty="0" smtClean="0">
                <a:ea typeface="黑体" panose="02010609060101010101" pitchFamily="49" charset="-122"/>
              </a:rPr>
              <a:t>划分子网和构造超网</a:t>
            </a:r>
          </a:p>
          <a:p>
            <a:pPr>
              <a:lnSpc>
                <a:spcPct val="100000"/>
              </a:lnSpc>
            </a:pPr>
            <a:r>
              <a:rPr lang="en-US" altLang="zh-CN" dirty="0" smtClean="0">
                <a:ea typeface="黑体" panose="02010609060101010101" pitchFamily="49" charset="-122"/>
              </a:rPr>
              <a:t>4.4  </a:t>
            </a:r>
            <a:r>
              <a:rPr lang="zh-CN" altLang="zh-CN" dirty="0" smtClean="0">
                <a:ea typeface="黑体" panose="02010609060101010101" pitchFamily="49" charset="-122"/>
              </a:rPr>
              <a:t>网际控制报文协议</a:t>
            </a:r>
            <a:r>
              <a:rPr lang="en-US" altLang="zh-CN" dirty="0" smtClean="0">
                <a:ea typeface="黑体" panose="02010609060101010101" pitchFamily="49" charset="-122"/>
              </a:rPr>
              <a:t> ICMP</a:t>
            </a:r>
            <a:endParaRPr lang="zh-CN" altLang="zh-CN" dirty="0" smtClean="0">
              <a:ea typeface="黑体" panose="02010609060101010101" pitchFamily="49" charset="-122"/>
            </a:endParaRPr>
          </a:p>
        </p:txBody>
      </p:sp>
      <p:sp>
        <p:nvSpPr>
          <p:cNvPr id="68301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03C0B59-1926-4796-88E3-866E465222EE}" type="slidenum">
              <a:rPr lang="zh-CN" altLang="en-US" smtClean="0"/>
              <a:pPr eaLnBrk="1" hangingPunct="1"/>
              <a:t>2</a:t>
            </a:fld>
            <a:endParaRPr lang="en-US" altLang="zh-CN" smtClean="0"/>
          </a:p>
        </p:txBody>
      </p:sp>
      <p:sp>
        <p:nvSpPr>
          <p:cNvPr id="683012"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449"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4.3  </a:t>
            </a:r>
            <a:r>
              <a:rPr lang="zh-CN" altLang="zh-CN" smtClean="0">
                <a:ea typeface="黑体" panose="02010609060101010101" pitchFamily="49" charset="-122"/>
              </a:rPr>
              <a:t>划分子网和构造超网</a:t>
            </a:r>
            <a:endParaRPr lang="zh-CN" altLang="en-US" smtClean="0">
              <a:ea typeface="黑体" panose="02010609060101010101" pitchFamily="49" charset="-122"/>
            </a:endParaRPr>
          </a:p>
        </p:txBody>
      </p:sp>
      <p:sp>
        <p:nvSpPr>
          <p:cNvPr id="872450" name="内容占位符 2"/>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4.3.1  </a:t>
            </a:r>
            <a:r>
              <a:rPr lang="zh-CN" altLang="zh-CN" smtClean="0">
                <a:ea typeface="黑体" panose="02010609060101010101" pitchFamily="49" charset="-122"/>
              </a:rPr>
              <a:t>划分子网</a:t>
            </a:r>
          </a:p>
          <a:p>
            <a:r>
              <a:rPr lang="en-US" altLang="zh-CN" smtClean="0">
                <a:ea typeface="黑体" panose="02010609060101010101" pitchFamily="49" charset="-122"/>
              </a:rPr>
              <a:t>4.3.2  </a:t>
            </a:r>
            <a:r>
              <a:rPr lang="zh-CN" altLang="zh-CN" smtClean="0">
                <a:ea typeface="黑体" panose="02010609060101010101" pitchFamily="49" charset="-122"/>
              </a:rPr>
              <a:t>使用子网时分组的转发</a:t>
            </a:r>
          </a:p>
          <a:p>
            <a:r>
              <a:rPr lang="en-US" altLang="zh-CN" smtClean="0">
                <a:ea typeface="黑体" panose="02010609060101010101" pitchFamily="49" charset="-122"/>
              </a:rPr>
              <a:t>4.3.3  </a:t>
            </a:r>
            <a:r>
              <a:rPr lang="zh-CN" altLang="zh-CN" smtClean="0">
                <a:ea typeface="黑体" panose="02010609060101010101" pitchFamily="49" charset="-122"/>
              </a:rPr>
              <a:t>无分类编址</a:t>
            </a:r>
            <a:r>
              <a:rPr lang="en-US" altLang="zh-CN" smtClean="0">
                <a:ea typeface="黑体" panose="02010609060101010101" pitchFamily="49" charset="-122"/>
              </a:rPr>
              <a:t> CIDR</a:t>
            </a:r>
            <a:r>
              <a:rPr lang="zh-CN" altLang="zh-CN" smtClean="0">
                <a:ea typeface="黑体" panose="02010609060101010101" pitchFamily="49" charset="-122"/>
              </a:rPr>
              <a:t>（构造超网）</a:t>
            </a:r>
            <a:endParaRPr lang="zh-CN" altLang="en-US" smtClean="0">
              <a:ea typeface="黑体" panose="02010609060101010101" pitchFamily="49" charset="-122"/>
            </a:endParaRPr>
          </a:p>
        </p:txBody>
      </p:sp>
      <p:sp>
        <p:nvSpPr>
          <p:cNvPr id="87245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3CDCDF-CAA2-4054-AE21-9DEDC7AB49D1}" type="slidenum">
              <a:rPr lang="zh-CN" altLang="en-US" smtClean="0"/>
              <a:pPr eaLnBrk="1" hangingPunct="1"/>
              <a:t>3</a:t>
            </a:fld>
            <a:endParaRPr lang="en-US" altLang="zh-CN" smtClean="0"/>
          </a:p>
        </p:txBody>
      </p:sp>
      <p:sp>
        <p:nvSpPr>
          <p:cNvPr id="872452"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3473"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4.3.1   </a:t>
            </a:r>
            <a:r>
              <a:rPr lang="zh-CN" altLang="en-US" smtClean="0">
                <a:ea typeface="黑体" panose="02010609060101010101" pitchFamily="49" charset="-122"/>
              </a:rPr>
              <a:t>划分子网</a:t>
            </a:r>
          </a:p>
        </p:txBody>
      </p:sp>
      <p:sp>
        <p:nvSpPr>
          <p:cNvPr id="500739" name="Rectangle 3"/>
          <p:cNvSpPr>
            <a:spLocks noGrp="1" noChangeArrowheads="1"/>
          </p:cNvSpPr>
          <p:nvPr>
            <p:ph idx="1"/>
          </p:nvPr>
        </p:nvSpPr>
        <p:spPr>
          <a:xfrm>
            <a:off x="495300" y="1196975"/>
            <a:ext cx="9066213" cy="4933950"/>
          </a:xfrm>
        </p:spPr>
        <p:txBody>
          <a:bodyPr/>
          <a:lstStyle/>
          <a:p>
            <a:pPr algn="just">
              <a:buFont typeface="Wingdings" panose="05000000000000000000" pitchFamily="2" charset="2"/>
              <a:buNone/>
            </a:pPr>
            <a:r>
              <a:rPr lang="en-US" altLang="zh-CN" sz="4400" smtClean="0">
                <a:solidFill>
                  <a:srgbClr val="333399"/>
                </a:solidFill>
                <a:ea typeface="黑体" panose="02010609060101010101" pitchFamily="49" charset="-122"/>
              </a:rPr>
              <a:t>1. </a:t>
            </a:r>
            <a:r>
              <a:rPr lang="zh-CN" altLang="en-US" sz="4400" smtClean="0">
                <a:solidFill>
                  <a:srgbClr val="333399"/>
                </a:solidFill>
                <a:ea typeface="黑体" panose="02010609060101010101" pitchFamily="49" charset="-122"/>
              </a:rPr>
              <a:t>从两级 </a:t>
            </a:r>
            <a:r>
              <a:rPr lang="en-US" altLang="zh-CN" sz="4400" smtClean="0">
                <a:solidFill>
                  <a:srgbClr val="333399"/>
                </a:solidFill>
                <a:ea typeface="黑体" panose="02010609060101010101" pitchFamily="49" charset="-122"/>
              </a:rPr>
              <a:t>IP </a:t>
            </a:r>
            <a:r>
              <a:rPr lang="zh-CN" altLang="en-US" sz="4400" smtClean="0">
                <a:solidFill>
                  <a:srgbClr val="333399"/>
                </a:solidFill>
                <a:ea typeface="黑体" panose="02010609060101010101" pitchFamily="49" charset="-122"/>
              </a:rPr>
              <a:t>地址到三级 </a:t>
            </a:r>
            <a:r>
              <a:rPr lang="en-US" altLang="zh-CN" sz="4400" smtClean="0">
                <a:solidFill>
                  <a:srgbClr val="333399"/>
                </a:solidFill>
                <a:ea typeface="黑体" panose="02010609060101010101" pitchFamily="49" charset="-122"/>
              </a:rPr>
              <a:t>IP </a:t>
            </a:r>
            <a:r>
              <a:rPr lang="zh-CN" altLang="en-US" sz="4400" smtClean="0">
                <a:solidFill>
                  <a:srgbClr val="333399"/>
                </a:solidFill>
                <a:ea typeface="黑体" panose="02010609060101010101" pitchFamily="49" charset="-122"/>
              </a:rPr>
              <a:t>地址 </a:t>
            </a:r>
          </a:p>
          <a:p>
            <a:pPr algn="just"/>
            <a:r>
              <a:rPr lang="zh-CN" altLang="en-US" smtClean="0">
                <a:ea typeface="黑体" panose="02010609060101010101" pitchFamily="49" charset="-122"/>
              </a:rPr>
              <a:t>在 </a:t>
            </a:r>
            <a:r>
              <a:rPr lang="en-US" altLang="zh-CN" smtClean="0">
                <a:ea typeface="黑体" panose="02010609060101010101" pitchFamily="49" charset="-122"/>
              </a:rPr>
              <a:t>ARPANET </a:t>
            </a:r>
            <a:r>
              <a:rPr lang="zh-CN" altLang="en-US" smtClean="0">
                <a:ea typeface="黑体" panose="02010609060101010101" pitchFamily="49" charset="-122"/>
              </a:rPr>
              <a:t>的早期，</a:t>
            </a:r>
            <a:r>
              <a:rPr lang="en-US" altLang="zh-CN" smtClean="0">
                <a:ea typeface="黑体" panose="02010609060101010101" pitchFamily="49" charset="-122"/>
              </a:rPr>
              <a:t>IP </a:t>
            </a:r>
            <a:r>
              <a:rPr lang="zh-CN" altLang="en-US" smtClean="0">
                <a:ea typeface="黑体" panose="02010609060101010101" pitchFamily="49" charset="-122"/>
              </a:rPr>
              <a:t>地址的设计确实不够合理：</a:t>
            </a:r>
          </a:p>
          <a:p>
            <a:pPr lvl="1" algn="just"/>
            <a:r>
              <a:rPr lang="en-US" altLang="zh-CN" smtClean="0">
                <a:ea typeface="黑体" panose="02010609060101010101" pitchFamily="49" charset="-122"/>
              </a:rPr>
              <a:t>(1) IP </a:t>
            </a:r>
            <a:r>
              <a:rPr lang="zh-CN" altLang="en-US" smtClean="0">
                <a:ea typeface="黑体" panose="02010609060101010101" pitchFamily="49" charset="-122"/>
              </a:rPr>
              <a:t>地址空间的利用率有时很低。 </a:t>
            </a:r>
          </a:p>
          <a:p>
            <a:pPr lvl="1" algn="just"/>
            <a:r>
              <a:rPr lang="en-US" altLang="zh-CN" smtClean="0">
                <a:ea typeface="黑体" panose="02010609060101010101" pitchFamily="49" charset="-122"/>
              </a:rPr>
              <a:t>(2) </a:t>
            </a:r>
            <a:r>
              <a:rPr lang="zh-CN" altLang="en-US" smtClean="0">
                <a:ea typeface="黑体" panose="02010609060101010101" pitchFamily="49" charset="-122"/>
              </a:rPr>
              <a:t>给每一个物理网络分配一个网络号会使路由表变得太大因而使网络性能变坏。 </a:t>
            </a:r>
          </a:p>
          <a:p>
            <a:pPr lvl="1" algn="just"/>
            <a:r>
              <a:rPr lang="en-US" altLang="zh-CN" smtClean="0">
                <a:ea typeface="黑体" panose="02010609060101010101" pitchFamily="49" charset="-122"/>
              </a:rPr>
              <a:t>(3) </a:t>
            </a:r>
            <a:r>
              <a:rPr lang="zh-CN" altLang="en-US" smtClean="0">
                <a:ea typeface="黑体" panose="02010609060101010101" pitchFamily="49" charset="-122"/>
              </a:rPr>
              <a:t>两级的 </a:t>
            </a:r>
            <a:r>
              <a:rPr lang="en-US" altLang="zh-CN" smtClean="0">
                <a:ea typeface="黑体" panose="02010609060101010101" pitchFamily="49" charset="-122"/>
              </a:rPr>
              <a:t>IP </a:t>
            </a:r>
            <a:r>
              <a:rPr lang="zh-CN" altLang="en-US" smtClean="0">
                <a:ea typeface="黑体" panose="02010609060101010101" pitchFamily="49" charset="-122"/>
              </a:rPr>
              <a:t>地址不够灵活。  </a:t>
            </a:r>
          </a:p>
        </p:txBody>
      </p:sp>
      <p:sp>
        <p:nvSpPr>
          <p:cNvPr id="87347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8F1A00C-81D9-4562-B552-33D211D68863}" type="slidenum">
              <a:rPr lang="zh-CN" altLang="en-US" smtClean="0"/>
              <a:pPr eaLnBrk="1" hangingPunct="1"/>
              <a:t>4</a:t>
            </a:fld>
            <a:endParaRPr lang="en-US" altLang="zh-CN" smtClean="0"/>
          </a:p>
        </p:txBody>
      </p:sp>
      <p:sp>
        <p:nvSpPr>
          <p:cNvPr id="87347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0073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00739">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00739">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0073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5521" name="Rectangle 3"/>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三级 </a:t>
            </a:r>
            <a:r>
              <a:rPr lang="en-US" altLang="zh-CN" smtClean="0">
                <a:ea typeface="黑体" panose="02010609060101010101" pitchFamily="49" charset="-122"/>
              </a:rPr>
              <a:t>IP </a:t>
            </a:r>
            <a:r>
              <a:rPr lang="zh-CN" altLang="en-US" smtClean="0">
                <a:ea typeface="黑体" panose="02010609060101010101" pitchFamily="49" charset="-122"/>
              </a:rPr>
              <a:t>地址 </a:t>
            </a:r>
          </a:p>
        </p:txBody>
      </p:sp>
      <p:sp>
        <p:nvSpPr>
          <p:cNvPr id="501762" name="Rectangle 2"/>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从 </a:t>
            </a:r>
            <a:r>
              <a:rPr lang="en-US" altLang="zh-CN" smtClean="0">
                <a:ea typeface="黑体" panose="02010609060101010101" pitchFamily="49" charset="-122"/>
              </a:rPr>
              <a:t>1985 </a:t>
            </a:r>
            <a:r>
              <a:rPr lang="zh-CN" altLang="en-US" smtClean="0">
                <a:ea typeface="黑体" panose="02010609060101010101" pitchFamily="49" charset="-122"/>
              </a:rPr>
              <a:t>年起在 </a:t>
            </a:r>
            <a:r>
              <a:rPr lang="en-US" altLang="zh-CN" smtClean="0">
                <a:ea typeface="黑体" panose="02010609060101010101" pitchFamily="49" charset="-122"/>
              </a:rPr>
              <a:t>IP </a:t>
            </a:r>
            <a:r>
              <a:rPr lang="zh-CN" altLang="en-US" smtClean="0">
                <a:ea typeface="黑体" panose="02010609060101010101" pitchFamily="49" charset="-122"/>
              </a:rPr>
              <a:t>地址中又增加了一个“</a:t>
            </a:r>
            <a:r>
              <a:rPr lang="zh-CN" altLang="en-US" smtClean="0">
                <a:solidFill>
                  <a:srgbClr val="FF0000"/>
                </a:solidFill>
                <a:ea typeface="黑体" panose="02010609060101010101" pitchFamily="49" charset="-122"/>
              </a:rPr>
              <a:t>子网号字段</a:t>
            </a:r>
            <a:r>
              <a:rPr lang="zh-CN" altLang="en-US" smtClean="0">
                <a:ea typeface="黑体" panose="02010609060101010101" pitchFamily="49" charset="-122"/>
              </a:rPr>
              <a:t>”，使两级的 </a:t>
            </a:r>
            <a:r>
              <a:rPr lang="en-US" altLang="zh-CN" smtClean="0">
                <a:ea typeface="黑体" panose="02010609060101010101" pitchFamily="49" charset="-122"/>
              </a:rPr>
              <a:t>IP </a:t>
            </a:r>
            <a:r>
              <a:rPr lang="zh-CN" altLang="en-US" smtClean="0">
                <a:ea typeface="黑体" panose="02010609060101010101" pitchFamily="49" charset="-122"/>
              </a:rPr>
              <a:t>地址变成为</a:t>
            </a:r>
            <a:r>
              <a:rPr lang="zh-CN" altLang="en-US" smtClean="0">
                <a:solidFill>
                  <a:srgbClr val="FF0000"/>
                </a:solidFill>
                <a:ea typeface="黑体" panose="02010609060101010101" pitchFamily="49" charset="-122"/>
              </a:rPr>
              <a:t>三级的 </a:t>
            </a:r>
            <a:r>
              <a:rPr lang="en-US" altLang="zh-CN" smtClean="0">
                <a:solidFill>
                  <a:srgbClr val="FF0000"/>
                </a:solidFill>
                <a:ea typeface="黑体" panose="02010609060101010101" pitchFamily="49" charset="-122"/>
              </a:rPr>
              <a:t>IP </a:t>
            </a:r>
            <a:r>
              <a:rPr lang="zh-CN" altLang="en-US" smtClean="0">
                <a:solidFill>
                  <a:srgbClr val="FF0000"/>
                </a:solidFill>
                <a:ea typeface="黑体" panose="02010609060101010101" pitchFamily="49" charset="-122"/>
              </a:rPr>
              <a:t>地址。</a:t>
            </a:r>
          </a:p>
          <a:p>
            <a:r>
              <a:rPr lang="zh-CN" altLang="en-US" smtClean="0">
                <a:ea typeface="黑体" panose="02010609060101010101" pitchFamily="49" charset="-122"/>
              </a:rPr>
              <a:t>这种做法叫作</a:t>
            </a:r>
            <a:r>
              <a:rPr lang="zh-CN" altLang="en-US" smtClean="0">
                <a:solidFill>
                  <a:srgbClr val="FF0000"/>
                </a:solidFill>
                <a:ea typeface="黑体" panose="02010609060101010101" pitchFamily="49" charset="-122"/>
              </a:rPr>
              <a:t>划分子网 </a:t>
            </a:r>
            <a:r>
              <a:rPr lang="en-US" altLang="zh-CN" smtClean="0">
                <a:ea typeface="黑体" panose="02010609060101010101" pitchFamily="49" charset="-122"/>
              </a:rPr>
              <a:t>(subnetting) </a:t>
            </a:r>
            <a:r>
              <a:rPr lang="zh-CN" altLang="en-US" smtClean="0">
                <a:ea typeface="黑体" panose="02010609060101010101" pitchFamily="49" charset="-122"/>
              </a:rPr>
              <a:t>。</a:t>
            </a:r>
            <a:endParaRPr lang="en-US" altLang="zh-CN" smtClean="0">
              <a:ea typeface="黑体" panose="02010609060101010101" pitchFamily="49" charset="-122"/>
            </a:endParaRPr>
          </a:p>
          <a:p>
            <a:r>
              <a:rPr lang="zh-CN" altLang="en-US" smtClean="0">
                <a:ea typeface="黑体" panose="02010609060101010101" pitchFamily="49" charset="-122"/>
              </a:rPr>
              <a:t>划分子网已成为互联网的正式标准协议。 </a:t>
            </a:r>
          </a:p>
        </p:txBody>
      </p:sp>
      <p:sp>
        <p:nvSpPr>
          <p:cNvPr id="87552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A32FC27-2BE6-4061-A239-87671059DE0B}" type="slidenum">
              <a:rPr lang="zh-CN" altLang="en-US" smtClean="0"/>
              <a:pPr eaLnBrk="1" hangingPunct="1"/>
              <a:t>5</a:t>
            </a:fld>
            <a:endParaRPr lang="en-US" altLang="zh-CN" smtClean="0"/>
          </a:p>
        </p:txBody>
      </p:sp>
      <p:sp>
        <p:nvSpPr>
          <p:cNvPr id="87552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01762">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0176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7569" name="Rectangle 4"/>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划分子网的基本思路 </a:t>
            </a:r>
          </a:p>
        </p:txBody>
      </p:sp>
      <p:sp>
        <p:nvSpPr>
          <p:cNvPr id="877570" name="Rectangle 3"/>
          <p:cNvSpPr>
            <a:spLocks noGrp="1" noChangeArrowheads="1"/>
          </p:cNvSpPr>
          <p:nvPr>
            <p:ph idx="1"/>
          </p:nvPr>
        </p:nvSpPr>
        <p:spPr>
          <a:xfrm>
            <a:off x="495300" y="1196975"/>
            <a:ext cx="9066213" cy="4933950"/>
          </a:xfrm>
        </p:spPr>
        <p:txBody>
          <a:bodyPr/>
          <a:lstStyle/>
          <a:p>
            <a:pPr algn="just"/>
            <a:r>
              <a:rPr lang="zh-CN" altLang="en-US" sz="2800" smtClean="0">
                <a:ea typeface="黑体" panose="02010609060101010101" pitchFamily="49" charset="-122"/>
              </a:rPr>
              <a:t>划分子网纯属一个</a:t>
            </a:r>
            <a:r>
              <a:rPr lang="zh-CN" altLang="en-US" sz="2800" smtClean="0">
                <a:solidFill>
                  <a:srgbClr val="FF0000"/>
                </a:solidFill>
                <a:ea typeface="黑体" panose="02010609060101010101" pitchFamily="49" charset="-122"/>
              </a:rPr>
              <a:t>单位内部的事情</a:t>
            </a:r>
            <a:r>
              <a:rPr lang="zh-CN" altLang="en-US" sz="2800" smtClean="0">
                <a:ea typeface="黑体" panose="02010609060101010101" pitchFamily="49" charset="-122"/>
              </a:rPr>
              <a:t>。单位对外仍然表现为没有</a:t>
            </a:r>
            <a:r>
              <a:rPr lang="zh-CN" altLang="en-US" smtClean="0">
                <a:ea typeface="黑体" panose="02010609060101010101" pitchFamily="49" charset="-122"/>
              </a:rPr>
              <a:t>划分</a:t>
            </a:r>
            <a:r>
              <a:rPr lang="zh-CN" altLang="en-US" sz="2800" smtClean="0">
                <a:ea typeface="黑体" panose="02010609060101010101" pitchFamily="49" charset="-122"/>
              </a:rPr>
              <a:t>子网的网络。</a:t>
            </a:r>
          </a:p>
          <a:p>
            <a:pPr algn="just"/>
            <a:r>
              <a:rPr lang="zh-CN" altLang="en-US" sz="2800" smtClean="0">
                <a:ea typeface="黑体" panose="02010609060101010101" pitchFamily="49" charset="-122"/>
              </a:rPr>
              <a:t>从主机号</a:t>
            </a:r>
            <a:r>
              <a:rPr lang="zh-CN" altLang="en-US" sz="2800" smtClean="0">
                <a:solidFill>
                  <a:srgbClr val="FF0000"/>
                </a:solidFill>
                <a:ea typeface="黑体" panose="02010609060101010101" pitchFamily="49" charset="-122"/>
              </a:rPr>
              <a:t>借用</a:t>
            </a:r>
            <a:r>
              <a:rPr lang="zh-CN" altLang="en-US" sz="2800" smtClean="0">
                <a:ea typeface="黑体" panose="02010609060101010101" pitchFamily="49" charset="-122"/>
              </a:rPr>
              <a:t>若干个位作为</a:t>
            </a:r>
            <a:r>
              <a:rPr lang="zh-CN" altLang="en-US" sz="2800" smtClean="0">
                <a:solidFill>
                  <a:srgbClr val="FF0000"/>
                </a:solidFill>
                <a:ea typeface="黑体" panose="02010609060101010101" pitchFamily="49" charset="-122"/>
              </a:rPr>
              <a:t>子网号</a:t>
            </a:r>
            <a:r>
              <a:rPr lang="zh-CN" altLang="en-US" sz="2800" smtClean="0">
                <a:ea typeface="黑体" panose="02010609060101010101" pitchFamily="49" charset="-122"/>
              </a:rPr>
              <a:t> </a:t>
            </a:r>
            <a:r>
              <a:rPr lang="en-US" altLang="zh-CN" sz="2800" smtClean="0">
                <a:ea typeface="黑体" panose="02010609060101010101" pitchFamily="49" charset="-122"/>
              </a:rPr>
              <a:t>subnet-id</a:t>
            </a:r>
            <a:r>
              <a:rPr lang="zh-CN" altLang="en-US" sz="2800" smtClean="0">
                <a:ea typeface="黑体" panose="02010609060101010101" pitchFamily="49" charset="-122"/>
              </a:rPr>
              <a:t>，而主机号 </a:t>
            </a:r>
            <a:r>
              <a:rPr lang="en-US" altLang="zh-CN" sz="2800" smtClean="0">
                <a:ea typeface="黑体" panose="02010609060101010101" pitchFamily="49" charset="-122"/>
              </a:rPr>
              <a:t>host-id </a:t>
            </a:r>
            <a:r>
              <a:rPr lang="zh-CN" altLang="en-US" sz="2800" smtClean="0">
                <a:ea typeface="黑体" panose="02010609060101010101" pitchFamily="49" charset="-122"/>
              </a:rPr>
              <a:t>也就相应减少了若干个位。</a:t>
            </a:r>
          </a:p>
          <a:p>
            <a:pPr algn="just">
              <a:buFont typeface="Wingdings" panose="05000000000000000000" pitchFamily="2" charset="2"/>
              <a:buNone/>
            </a:pPr>
            <a:endParaRPr lang="en-US" altLang="zh-CN" sz="2800" smtClean="0">
              <a:ea typeface="黑体" panose="02010609060101010101" pitchFamily="49" charset="-122"/>
            </a:endParaRPr>
          </a:p>
        </p:txBody>
      </p:sp>
      <p:sp>
        <p:nvSpPr>
          <p:cNvPr id="877571" name="Rectangle 2"/>
          <p:cNvSpPr>
            <a:spLocks noChangeArrowheads="1"/>
          </p:cNvSpPr>
          <p:nvPr/>
        </p:nvSpPr>
        <p:spPr bwMode="auto">
          <a:xfrm>
            <a:off x="769938" y="5445125"/>
            <a:ext cx="8791575" cy="647700"/>
          </a:xfrm>
          <a:prstGeom prst="rect">
            <a:avLst/>
          </a:prstGeom>
          <a:solidFill>
            <a:srgbClr val="66FF33"/>
          </a:solidFill>
          <a:ln w="2857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800" b="1">
                <a:solidFill>
                  <a:srgbClr val="0000CC"/>
                </a:solidFill>
                <a:ea typeface="黑体" panose="02010609060101010101" pitchFamily="49" charset="-122"/>
              </a:rPr>
              <a:t>IP</a:t>
            </a:r>
            <a:r>
              <a:rPr lang="zh-CN" altLang="en-US" sz="2800" b="1">
                <a:solidFill>
                  <a:srgbClr val="0000CC"/>
                </a:solidFill>
                <a:ea typeface="黑体" panose="02010609060101010101" pitchFamily="49" charset="-122"/>
              </a:rPr>
              <a:t>地址 </a:t>
            </a:r>
            <a:r>
              <a:rPr lang="en-US" altLang="zh-CN" sz="2800" b="1">
                <a:solidFill>
                  <a:srgbClr val="0000CC"/>
                </a:solidFill>
                <a:ea typeface="黑体" panose="02010609060101010101" pitchFamily="49" charset="-122"/>
              </a:rPr>
              <a:t>::= {&lt;</a:t>
            </a:r>
            <a:r>
              <a:rPr lang="zh-CN" altLang="en-US" sz="2800" b="1">
                <a:solidFill>
                  <a:srgbClr val="0000CC"/>
                </a:solidFill>
                <a:ea typeface="黑体" panose="02010609060101010101" pitchFamily="49" charset="-122"/>
              </a:rPr>
              <a:t>网络号</a:t>
            </a:r>
            <a:r>
              <a:rPr lang="en-US" altLang="zh-CN" sz="2800" b="1">
                <a:solidFill>
                  <a:srgbClr val="0000CC"/>
                </a:solidFill>
                <a:ea typeface="黑体" panose="02010609060101010101" pitchFamily="49" charset="-122"/>
              </a:rPr>
              <a:t>&gt;, &lt;</a:t>
            </a:r>
            <a:r>
              <a:rPr lang="zh-CN" altLang="en-US" sz="2800" b="1">
                <a:solidFill>
                  <a:srgbClr val="0000CC"/>
                </a:solidFill>
                <a:ea typeface="黑体" panose="02010609060101010101" pitchFamily="49" charset="-122"/>
              </a:rPr>
              <a:t>子网号</a:t>
            </a:r>
            <a:r>
              <a:rPr lang="en-US" altLang="zh-CN" sz="2800" b="1">
                <a:solidFill>
                  <a:srgbClr val="0000CC"/>
                </a:solidFill>
                <a:ea typeface="黑体" panose="02010609060101010101" pitchFamily="49" charset="-122"/>
              </a:rPr>
              <a:t>&gt;, &lt;</a:t>
            </a:r>
            <a:r>
              <a:rPr lang="zh-CN" altLang="en-US" sz="2800" b="1">
                <a:solidFill>
                  <a:srgbClr val="0000CC"/>
                </a:solidFill>
                <a:ea typeface="黑体" panose="02010609060101010101" pitchFamily="49" charset="-122"/>
              </a:rPr>
              <a:t>主机号</a:t>
            </a:r>
            <a:r>
              <a:rPr lang="en-US" altLang="zh-CN" sz="2800" b="1">
                <a:solidFill>
                  <a:srgbClr val="0000CC"/>
                </a:solidFill>
                <a:ea typeface="黑体" panose="02010609060101010101" pitchFamily="49" charset="-122"/>
              </a:rPr>
              <a:t>&gt;}        (4-2)</a:t>
            </a:r>
            <a:endParaRPr lang="zh-CN" altLang="en-US" sz="2800" b="1">
              <a:solidFill>
                <a:srgbClr val="0000CC"/>
              </a:solidFill>
              <a:ea typeface="黑体" panose="02010609060101010101" pitchFamily="49" charset="-122"/>
            </a:endParaRPr>
          </a:p>
        </p:txBody>
      </p:sp>
      <p:grpSp>
        <p:nvGrpSpPr>
          <p:cNvPr id="877572" name="组合 1"/>
          <p:cNvGrpSpPr>
            <a:grpSpLocks/>
          </p:cNvGrpSpPr>
          <p:nvPr/>
        </p:nvGrpSpPr>
        <p:grpSpPr bwMode="auto">
          <a:xfrm>
            <a:off x="1839913" y="3429000"/>
            <a:ext cx="5489575" cy="1752600"/>
            <a:chOff x="1839416" y="3501009"/>
            <a:chExt cx="5490146" cy="1752599"/>
          </a:xfrm>
        </p:grpSpPr>
        <p:grpSp>
          <p:nvGrpSpPr>
            <p:cNvPr id="877573" name="Group 19"/>
            <p:cNvGrpSpPr>
              <a:grpSpLocks/>
            </p:cNvGrpSpPr>
            <p:nvPr/>
          </p:nvGrpSpPr>
          <p:grpSpPr bwMode="auto">
            <a:xfrm>
              <a:off x="4160912" y="3577204"/>
              <a:ext cx="3168650" cy="500062"/>
              <a:chOff x="2375" y="2045"/>
              <a:chExt cx="1996" cy="430"/>
            </a:xfrm>
          </p:grpSpPr>
          <p:sp>
            <p:nvSpPr>
              <p:cNvPr id="24" name="Line 13"/>
              <p:cNvSpPr>
                <a:spLocks noChangeShapeType="1"/>
              </p:cNvSpPr>
              <p:nvPr/>
            </p:nvSpPr>
            <p:spPr bwMode="auto">
              <a:xfrm>
                <a:off x="4371" y="2045"/>
                <a:ext cx="0" cy="43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kern="0">
                  <a:solidFill>
                    <a:sysClr val="windowText" lastClr="000000"/>
                  </a:solidFill>
                  <a:latin typeface="+mn-lt"/>
                  <a:ea typeface="黑体" panose="02010609060101010101" pitchFamily="2" charset="-122"/>
                </a:endParaRPr>
              </a:p>
            </p:txBody>
          </p:sp>
          <p:sp>
            <p:nvSpPr>
              <p:cNvPr id="25" name="Line 14"/>
              <p:cNvSpPr>
                <a:spLocks noChangeShapeType="1"/>
              </p:cNvSpPr>
              <p:nvPr/>
            </p:nvSpPr>
            <p:spPr bwMode="auto">
              <a:xfrm>
                <a:off x="2375" y="2045"/>
                <a:ext cx="0" cy="43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kern="0">
                  <a:solidFill>
                    <a:sysClr val="windowText" lastClr="000000"/>
                  </a:solidFill>
                  <a:latin typeface="+mn-lt"/>
                  <a:ea typeface="黑体" panose="02010609060101010101" pitchFamily="2" charset="-122"/>
                </a:endParaRPr>
              </a:p>
            </p:txBody>
          </p:sp>
        </p:grpSp>
        <p:grpSp>
          <p:nvGrpSpPr>
            <p:cNvPr id="877576" name="Group 21"/>
            <p:cNvGrpSpPr>
              <a:grpSpLocks/>
            </p:cNvGrpSpPr>
            <p:nvPr/>
          </p:nvGrpSpPr>
          <p:grpSpPr bwMode="auto">
            <a:xfrm>
              <a:off x="1867991" y="3501009"/>
              <a:ext cx="5454650" cy="1728788"/>
              <a:chOff x="755" y="2169"/>
              <a:chExt cx="3436" cy="1089"/>
            </a:xfrm>
          </p:grpSpPr>
          <p:sp>
            <p:nvSpPr>
              <p:cNvPr id="27" name="Line 9"/>
              <p:cNvSpPr>
                <a:spLocks noChangeShapeType="1"/>
              </p:cNvSpPr>
              <p:nvPr/>
            </p:nvSpPr>
            <p:spPr bwMode="auto">
              <a:xfrm>
                <a:off x="755" y="3122"/>
                <a:ext cx="3436"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kern="0">
                  <a:solidFill>
                    <a:sysClr val="windowText" lastClr="000000"/>
                  </a:solidFill>
                  <a:latin typeface="+mn-lt"/>
                  <a:ea typeface="黑体" panose="02010609060101010101" pitchFamily="2" charset="-122"/>
                </a:endParaRPr>
              </a:p>
            </p:txBody>
          </p:sp>
          <p:sp>
            <p:nvSpPr>
              <p:cNvPr id="28" name="Text Box 10"/>
              <p:cNvSpPr txBox="1">
                <a:spLocks noChangeArrowheads="1"/>
              </p:cNvSpPr>
              <p:nvPr/>
            </p:nvSpPr>
            <p:spPr bwMode="auto">
              <a:xfrm>
                <a:off x="2218" y="2967"/>
                <a:ext cx="527" cy="29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auto" hangingPunct="0">
                  <a:spcBef>
                    <a:spcPts val="0"/>
                  </a:spcBef>
                  <a:spcAft>
                    <a:spcPts val="0"/>
                  </a:spcAft>
                  <a:defRPr/>
                </a:pPr>
                <a:r>
                  <a:rPr lang="en-US" altLang="zh-CN" sz="2400" b="1" kern="0" dirty="0">
                    <a:solidFill>
                      <a:sysClr val="windowText" lastClr="000000"/>
                    </a:solidFill>
                    <a:latin typeface="+mn-lt"/>
                    <a:ea typeface="黑体" panose="02010609060101010101" pitchFamily="2" charset="-122"/>
                  </a:rPr>
                  <a:t>32</a:t>
                </a:r>
                <a:r>
                  <a:rPr lang="zh-CN" altLang="en-US" sz="2400" b="1" kern="0" dirty="0">
                    <a:solidFill>
                      <a:sysClr val="windowText" lastClr="000000"/>
                    </a:solidFill>
                    <a:latin typeface="+mn-lt"/>
                    <a:ea typeface="黑体" panose="02010609060101010101" pitchFamily="2" charset="-122"/>
                  </a:rPr>
                  <a:t>位</a:t>
                </a:r>
              </a:p>
            </p:txBody>
          </p:sp>
          <p:sp>
            <p:nvSpPr>
              <p:cNvPr id="29" name="Line 15"/>
              <p:cNvSpPr>
                <a:spLocks noChangeShapeType="1"/>
              </p:cNvSpPr>
              <p:nvPr/>
            </p:nvSpPr>
            <p:spPr bwMode="auto">
              <a:xfrm>
                <a:off x="2199" y="2350"/>
                <a:ext cx="1992"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kern="0">
                  <a:solidFill>
                    <a:sysClr val="windowText" lastClr="000000"/>
                  </a:solidFill>
                  <a:latin typeface="+mn-lt"/>
                  <a:ea typeface="黑体" panose="02010609060101010101" pitchFamily="2" charset="-122"/>
                </a:endParaRPr>
              </a:p>
            </p:txBody>
          </p:sp>
          <p:sp>
            <p:nvSpPr>
              <p:cNvPr id="30" name="Text Box 16"/>
              <p:cNvSpPr txBox="1">
                <a:spLocks noChangeArrowheads="1"/>
              </p:cNvSpPr>
              <p:nvPr/>
            </p:nvSpPr>
            <p:spPr bwMode="auto">
              <a:xfrm>
                <a:off x="2789" y="2169"/>
                <a:ext cx="896" cy="29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auto" hangingPunct="0">
                  <a:spcBef>
                    <a:spcPts val="0"/>
                  </a:spcBef>
                  <a:spcAft>
                    <a:spcPts val="0"/>
                  </a:spcAft>
                  <a:defRPr/>
                </a:pPr>
                <a:r>
                  <a:rPr lang="zh-CN" altLang="en-US" sz="2400" b="1" kern="0" dirty="0">
                    <a:solidFill>
                      <a:srgbClr val="C00000"/>
                    </a:solidFill>
                    <a:latin typeface="+mn-lt"/>
                    <a:ea typeface="黑体" panose="02010609060101010101" pitchFamily="2" charset="-122"/>
                  </a:rPr>
                  <a:t>本地地址</a:t>
                </a:r>
              </a:p>
            </p:txBody>
          </p:sp>
        </p:grpSp>
        <p:grpSp>
          <p:nvGrpSpPr>
            <p:cNvPr id="877581" name="Group 20"/>
            <p:cNvGrpSpPr>
              <a:grpSpLocks/>
            </p:cNvGrpSpPr>
            <p:nvPr/>
          </p:nvGrpSpPr>
          <p:grpSpPr bwMode="auto">
            <a:xfrm>
              <a:off x="1842591" y="4644008"/>
              <a:ext cx="5486401" cy="609600"/>
              <a:chOff x="739" y="2832"/>
              <a:chExt cx="3456" cy="430"/>
            </a:xfrm>
          </p:grpSpPr>
          <p:sp>
            <p:nvSpPr>
              <p:cNvPr id="32" name="Line 8"/>
              <p:cNvSpPr>
                <a:spLocks noChangeShapeType="1"/>
              </p:cNvSpPr>
              <p:nvPr/>
            </p:nvSpPr>
            <p:spPr bwMode="auto">
              <a:xfrm>
                <a:off x="739" y="2832"/>
                <a:ext cx="0" cy="43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kern="0">
                  <a:solidFill>
                    <a:sysClr val="windowText" lastClr="000000"/>
                  </a:solidFill>
                  <a:latin typeface="+mn-lt"/>
                  <a:ea typeface="黑体" panose="02010609060101010101" pitchFamily="2" charset="-122"/>
                </a:endParaRPr>
              </a:p>
            </p:txBody>
          </p:sp>
          <p:sp>
            <p:nvSpPr>
              <p:cNvPr id="33" name="Line 17"/>
              <p:cNvSpPr>
                <a:spLocks noChangeShapeType="1"/>
              </p:cNvSpPr>
              <p:nvPr/>
            </p:nvSpPr>
            <p:spPr bwMode="auto">
              <a:xfrm>
                <a:off x="4195" y="2832"/>
                <a:ext cx="0" cy="43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kern="0">
                  <a:solidFill>
                    <a:sysClr val="windowText" lastClr="000000"/>
                  </a:solidFill>
                  <a:latin typeface="+mn-lt"/>
                  <a:ea typeface="黑体" panose="02010609060101010101" pitchFamily="2" charset="-122"/>
                </a:endParaRPr>
              </a:p>
            </p:txBody>
          </p:sp>
        </p:grpSp>
        <p:grpSp>
          <p:nvGrpSpPr>
            <p:cNvPr id="877584" name="Group 18"/>
            <p:cNvGrpSpPr>
              <a:grpSpLocks/>
            </p:cNvGrpSpPr>
            <p:nvPr/>
          </p:nvGrpSpPr>
          <p:grpSpPr bwMode="auto">
            <a:xfrm>
              <a:off x="1839416" y="4105856"/>
              <a:ext cx="5482976" cy="612776"/>
              <a:chOff x="737" y="2493"/>
              <a:chExt cx="3894" cy="386"/>
            </a:xfrm>
          </p:grpSpPr>
          <p:sp>
            <p:nvSpPr>
              <p:cNvPr id="35" name="Rectangle 6"/>
              <p:cNvSpPr>
                <a:spLocks noChangeArrowheads="1"/>
              </p:cNvSpPr>
              <p:nvPr/>
            </p:nvSpPr>
            <p:spPr bwMode="auto">
              <a:xfrm>
                <a:off x="737" y="2493"/>
                <a:ext cx="1650" cy="386"/>
              </a:xfrm>
              <a:prstGeom prst="rect">
                <a:avLst/>
              </a:prstGeom>
              <a:solidFill>
                <a:srgbClr val="FFFF66"/>
              </a:solidFill>
              <a:ln w="19050" algn="ctr">
                <a:solidFill>
                  <a:schemeClr val="tx1"/>
                </a:solidFill>
                <a:miter lim="800000"/>
              </a:ln>
              <a:effectLst>
                <a:outerShdw dist="107763" dir="2700000" algn="ctr" rotWithShape="0">
                  <a:srgbClr val="1C1C1C">
                    <a:alpha val="50000"/>
                  </a:srgbClr>
                </a:outerShdw>
              </a:effectLst>
            </p:spPr>
            <p:txBody>
              <a:bodyPr wrap="none" anchor="ctr"/>
              <a:lstStyle/>
              <a:p>
                <a:pPr algn="ctr" eaLnBrk="0" fontAlgn="auto" hangingPunct="0">
                  <a:spcBef>
                    <a:spcPts val="0"/>
                  </a:spcBef>
                  <a:spcAft>
                    <a:spcPts val="0"/>
                  </a:spcAft>
                  <a:defRPr/>
                </a:pPr>
                <a:r>
                  <a:rPr lang="zh-CN" altLang="en-US" sz="2400" b="1" kern="0" dirty="0">
                    <a:solidFill>
                      <a:sysClr val="windowText" lastClr="000000"/>
                    </a:solidFill>
                    <a:latin typeface="+mn-lt"/>
                    <a:ea typeface="黑体" panose="02010609060101010101" pitchFamily="2" charset="-122"/>
                  </a:rPr>
                  <a:t>网络号</a:t>
                </a:r>
                <a:endParaRPr lang="en-US" altLang="zh-CN" sz="2400" b="1" kern="0" dirty="0">
                  <a:solidFill>
                    <a:sysClr val="windowText" lastClr="000000"/>
                  </a:solidFill>
                  <a:latin typeface="+mn-lt"/>
                  <a:ea typeface="黑体" panose="02010609060101010101" pitchFamily="2" charset="-122"/>
                </a:endParaRPr>
              </a:p>
            </p:txBody>
          </p:sp>
          <p:sp>
            <p:nvSpPr>
              <p:cNvPr id="36" name="Rectangle 7"/>
              <p:cNvSpPr>
                <a:spLocks noChangeArrowheads="1"/>
              </p:cNvSpPr>
              <p:nvPr/>
            </p:nvSpPr>
            <p:spPr bwMode="auto">
              <a:xfrm>
                <a:off x="2387" y="2494"/>
                <a:ext cx="2244" cy="385"/>
              </a:xfrm>
              <a:prstGeom prst="rect">
                <a:avLst/>
              </a:prstGeom>
              <a:solidFill>
                <a:srgbClr val="66FFFF"/>
              </a:solidFill>
              <a:ln w="19050" algn="ctr">
                <a:solidFill>
                  <a:schemeClr val="tx1"/>
                </a:solidFill>
                <a:miter lim="800000"/>
              </a:ln>
              <a:effectLst>
                <a:outerShdw dist="107763" dir="2700000" algn="ctr" rotWithShape="0">
                  <a:srgbClr val="1C1C1C">
                    <a:alpha val="50000"/>
                  </a:srgbClr>
                </a:outerShdw>
              </a:effectLst>
            </p:spPr>
            <p:txBody>
              <a:bodyPr wrap="none" anchor="ctr"/>
              <a:lstStyle/>
              <a:p>
                <a:pPr algn="ctr" eaLnBrk="0" fontAlgn="auto" hangingPunct="0">
                  <a:spcBef>
                    <a:spcPts val="0"/>
                  </a:spcBef>
                  <a:spcAft>
                    <a:spcPts val="0"/>
                  </a:spcAft>
                  <a:defRPr/>
                </a:pPr>
                <a:endParaRPr lang="zh-CN" altLang="zh-CN" sz="2800" b="1" kern="0">
                  <a:solidFill>
                    <a:sysClr val="windowText" lastClr="000000"/>
                  </a:solidFill>
                  <a:latin typeface="+mn-lt"/>
                  <a:ea typeface="黑体" panose="02010609060101010101" pitchFamily="2" charset="-122"/>
                </a:endParaRPr>
              </a:p>
            </p:txBody>
          </p:sp>
          <p:sp>
            <p:nvSpPr>
              <p:cNvPr id="37" name="Rectangle 11"/>
              <p:cNvSpPr>
                <a:spLocks noChangeArrowheads="1"/>
              </p:cNvSpPr>
              <p:nvPr/>
            </p:nvSpPr>
            <p:spPr bwMode="auto">
              <a:xfrm>
                <a:off x="3612" y="2547"/>
                <a:ext cx="967" cy="291"/>
              </a:xfrm>
              <a:prstGeom prst="rect">
                <a:avLst/>
              </a:prstGeom>
              <a:noFill/>
              <a:ln w="9525" algn="ctr">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fontAlgn="auto" hangingPunct="0">
                  <a:spcBef>
                    <a:spcPts val="0"/>
                  </a:spcBef>
                  <a:spcAft>
                    <a:spcPts val="0"/>
                  </a:spcAft>
                  <a:defRPr/>
                </a:pPr>
                <a:r>
                  <a:rPr lang="zh-CN" altLang="en-US" sz="2400" b="1" kern="0" dirty="0">
                    <a:solidFill>
                      <a:sysClr val="windowText" lastClr="000000"/>
                    </a:solidFill>
                    <a:latin typeface="+mn-lt"/>
                    <a:ea typeface="黑体" panose="02010609060101010101" pitchFamily="2" charset="-122"/>
                  </a:rPr>
                  <a:t>主机号</a:t>
                </a:r>
                <a:endParaRPr lang="en-US" altLang="zh-CN" sz="2400" b="1" kern="0" dirty="0">
                  <a:solidFill>
                    <a:sysClr val="windowText" lastClr="000000"/>
                  </a:solidFill>
                  <a:latin typeface="+mn-lt"/>
                  <a:ea typeface="黑体" panose="02010609060101010101" pitchFamily="2" charset="-122"/>
                </a:endParaRPr>
              </a:p>
            </p:txBody>
          </p:sp>
          <p:sp>
            <p:nvSpPr>
              <p:cNvPr id="38" name="Rectangle 12"/>
              <p:cNvSpPr>
                <a:spLocks noChangeArrowheads="1"/>
              </p:cNvSpPr>
              <p:nvPr/>
            </p:nvSpPr>
            <p:spPr bwMode="auto">
              <a:xfrm>
                <a:off x="2440" y="2548"/>
                <a:ext cx="1068" cy="284"/>
              </a:xfrm>
              <a:prstGeom prst="rect">
                <a:avLst/>
              </a:prstGeom>
              <a:solidFill>
                <a:srgbClr val="FF66FF"/>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auto" hangingPunct="0">
                  <a:spcBef>
                    <a:spcPts val="0"/>
                  </a:spcBef>
                  <a:spcAft>
                    <a:spcPts val="0"/>
                  </a:spcAft>
                  <a:defRPr/>
                </a:pPr>
                <a:r>
                  <a:rPr lang="zh-CN" altLang="en-US" sz="2400" b="1" kern="0" dirty="0">
                    <a:solidFill>
                      <a:sysClr val="windowText" lastClr="000000"/>
                    </a:solidFill>
                    <a:latin typeface="+mn-lt"/>
                    <a:ea typeface="黑体" panose="02010609060101010101" pitchFamily="2" charset="-122"/>
                  </a:rPr>
                  <a:t>子网号</a:t>
                </a:r>
                <a:endParaRPr lang="en-US" altLang="zh-CN" sz="2400" b="1" kern="0" dirty="0">
                  <a:solidFill>
                    <a:sysClr val="windowText" lastClr="000000"/>
                  </a:solidFill>
                  <a:latin typeface="+mn-lt"/>
                  <a:ea typeface="黑体" panose="02010609060101010101" pitchFamily="2" charset="-122"/>
                </a:endParaRPr>
              </a:p>
            </p:txBody>
          </p:sp>
        </p:grpSp>
      </p:grpSp>
      <p:sp>
        <p:nvSpPr>
          <p:cNvPr id="877589"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656A735-E6A5-4578-A201-7CB93074023B}" type="slidenum">
              <a:rPr lang="zh-CN" altLang="en-US" smtClean="0"/>
              <a:pPr eaLnBrk="1" hangingPunct="1"/>
              <a:t>6</a:t>
            </a:fld>
            <a:endParaRPr lang="en-US" altLang="zh-CN" smtClean="0"/>
          </a:p>
        </p:txBody>
      </p:sp>
      <p:sp>
        <p:nvSpPr>
          <p:cNvPr id="877590"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9617" name="Rectangle 3"/>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划分子网的基本思路（续） </a:t>
            </a:r>
          </a:p>
        </p:txBody>
      </p:sp>
      <p:sp>
        <p:nvSpPr>
          <p:cNvPr id="503810" name="Rectangle 2"/>
          <p:cNvSpPr>
            <a:spLocks noGrp="1" noChangeArrowheads="1"/>
          </p:cNvSpPr>
          <p:nvPr>
            <p:ph idx="1"/>
          </p:nvPr>
        </p:nvSpPr>
        <p:spPr>
          <a:xfrm>
            <a:off x="495300" y="1196975"/>
            <a:ext cx="9066213" cy="4933950"/>
          </a:xfrm>
        </p:spPr>
        <p:txBody>
          <a:bodyPr/>
          <a:lstStyle/>
          <a:p>
            <a:pPr algn="just">
              <a:spcAft>
                <a:spcPct val="30000"/>
              </a:spcAft>
            </a:pPr>
            <a:r>
              <a:rPr lang="zh-CN" altLang="en-US" smtClean="0">
                <a:ea typeface="黑体" panose="02010609060101010101" pitchFamily="49" charset="-122"/>
              </a:rPr>
              <a:t>凡是从其他网络发送给本单位某个主机的 </a:t>
            </a:r>
            <a:r>
              <a:rPr lang="en-US" altLang="zh-CN" smtClean="0">
                <a:ea typeface="黑体" panose="02010609060101010101" pitchFamily="49" charset="-122"/>
              </a:rPr>
              <a:t>IP </a:t>
            </a:r>
            <a:r>
              <a:rPr lang="zh-CN" altLang="en-US" smtClean="0">
                <a:ea typeface="黑体" panose="02010609060101010101" pitchFamily="49" charset="-122"/>
              </a:rPr>
              <a:t>数据报，仍然是根据 </a:t>
            </a:r>
            <a:r>
              <a:rPr lang="en-US" altLang="zh-CN" smtClean="0">
                <a:ea typeface="黑体" panose="02010609060101010101" pitchFamily="49" charset="-122"/>
              </a:rPr>
              <a:t>IP </a:t>
            </a:r>
            <a:r>
              <a:rPr lang="zh-CN" altLang="en-US" smtClean="0">
                <a:ea typeface="黑体" panose="02010609060101010101" pitchFamily="49" charset="-122"/>
              </a:rPr>
              <a:t>数据报的</a:t>
            </a:r>
            <a:r>
              <a:rPr lang="zh-CN" altLang="en-US" smtClean="0">
                <a:solidFill>
                  <a:srgbClr val="FF0000"/>
                </a:solidFill>
                <a:ea typeface="黑体" panose="02010609060101010101" pitchFamily="49" charset="-122"/>
              </a:rPr>
              <a:t>目的网络号 </a:t>
            </a:r>
            <a:r>
              <a:rPr lang="en-US" altLang="zh-CN" smtClean="0">
                <a:ea typeface="黑体" panose="02010609060101010101" pitchFamily="49" charset="-122"/>
              </a:rPr>
              <a:t>net-id</a:t>
            </a:r>
            <a:r>
              <a:rPr lang="zh-CN" altLang="en-US" smtClean="0">
                <a:ea typeface="黑体" panose="02010609060101010101" pitchFamily="49" charset="-122"/>
              </a:rPr>
              <a:t>，先找到连接在</a:t>
            </a:r>
            <a:r>
              <a:rPr lang="zh-CN" altLang="en-US" smtClean="0">
                <a:solidFill>
                  <a:srgbClr val="FF0000"/>
                </a:solidFill>
                <a:ea typeface="黑体" panose="02010609060101010101" pitchFamily="49" charset="-122"/>
              </a:rPr>
              <a:t>本单位网络上的路由器。</a:t>
            </a:r>
          </a:p>
          <a:p>
            <a:pPr algn="just">
              <a:spcAft>
                <a:spcPct val="30000"/>
              </a:spcAft>
            </a:pPr>
            <a:r>
              <a:rPr lang="zh-CN" altLang="en-US" smtClean="0">
                <a:ea typeface="黑体" panose="02010609060101010101" pitchFamily="49" charset="-122"/>
              </a:rPr>
              <a:t>然后</a:t>
            </a:r>
            <a:r>
              <a:rPr lang="zh-CN" altLang="en-US" smtClean="0">
                <a:solidFill>
                  <a:srgbClr val="FF0000"/>
                </a:solidFill>
                <a:ea typeface="黑体" panose="02010609060101010101" pitchFamily="49" charset="-122"/>
              </a:rPr>
              <a:t>此路由器</a:t>
            </a:r>
            <a:r>
              <a:rPr lang="zh-CN" altLang="en-US" smtClean="0">
                <a:ea typeface="黑体" panose="02010609060101010101" pitchFamily="49" charset="-122"/>
              </a:rPr>
              <a:t>在收到 </a:t>
            </a:r>
            <a:r>
              <a:rPr lang="en-US" altLang="zh-CN" smtClean="0">
                <a:ea typeface="黑体" panose="02010609060101010101" pitchFamily="49" charset="-122"/>
              </a:rPr>
              <a:t>IP </a:t>
            </a:r>
            <a:r>
              <a:rPr lang="zh-CN" altLang="en-US" smtClean="0">
                <a:ea typeface="黑体" panose="02010609060101010101" pitchFamily="49" charset="-122"/>
              </a:rPr>
              <a:t>数据报后，再按</a:t>
            </a:r>
            <a:r>
              <a:rPr lang="zh-CN" altLang="en-US" smtClean="0">
                <a:solidFill>
                  <a:srgbClr val="FF0000"/>
                </a:solidFill>
                <a:ea typeface="黑体" panose="02010609060101010101" pitchFamily="49" charset="-122"/>
              </a:rPr>
              <a:t>目的网络号</a:t>
            </a:r>
            <a:r>
              <a:rPr lang="zh-CN" altLang="en-US" smtClean="0">
                <a:ea typeface="黑体" panose="02010609060101010101" pitchFamily="49" charset="-122"/>
              </a:rPr>
              <a:t> </a:t>
            </a:r>
            <a:r>
              <a:rPr lang="en-US" altLang="zh-CN" smtClean="0">
                <a:ea typeface="黑体" panose="02010609060101010101" pitchFamily="49" charset="-122"/>
              </a:rPr>
              <a:t>net-id </a:t>
            </a:r>
            <a:r>
              <a:rPr lang="zh-CN" altLang="en-US" smtClean="0">
                <a:ea typeface="黑体" panose="02010609060101010101" pitchFamily="49" charset="-122"/>
              </a:rPr>
              <a:t>和</a:t>
            </a:r>
            <a:r>
              <a:rPr lang="zh-CN" altLang="en-US" smtClean="0">
                <a:solidFill>
                  <a:srgbClr val="FF0000"/>
                </a:solidFill>
                <a:ea typeface="黑体" panose="02010609060101010101" pitchFamily="49" charset="-122"/>
              </a:rPr>
              <a:t>子网号</a:t>
            </a:r>
            <a:r>
              <a:rPr lang="zh-CN" altLang="en-US" smtClean="0">
                <a:ea typeface="黑体" panose="02010609060101010101" pitchFamily="49" charset="-122"/>
              </a:rPr>
              <a:t> </a:t>
            </a:r>
            <a:r>
              <a:rPr lang="en-US" altLang="zh-CN" smtClean="0">
                <a:ea typeface="黑体" panose="02010609060101010101" pitchFamily="49" charset="-122"/>
              </a:rPr>
              <a:t>subnet-id </a:t>
            </a:r>
            <a:r>
              <a:rPr lang="zh-CN" altLang="en-US" smtClean="0">
                <a:ea typeface="黑体" panose="02010609060101010101" pitchFamily="49" charset="-122"/>
              </a:rPr>
              <a:t>找到目的子网。</a:t>
            </a:r>
          </a:p>
          <a:p>
            <a:pPr algn="just">
              <a:spcAft>
                <a:spcPct val="30000"/>
              </a:spcAft>
            </a:pPr>
            <a:r>
              <a:rPr lang="zh-CN" altLang="en-US" smtClean="0">
                <a:ea typeface="黑体" panose="02010609060101010101" pitchFamily="49" charset="-122"/>
              </a:rPr>
              <a:t>最后就将 </a:t>
            </a:r>
            <a:r>
              <a:rPr lang="en-US" altLang="zh-CN" smtClean="0">
                <a:ea typeface="黑体" panose="02010609060101010101" pitchFamily="49" charset="-122"/>
              </a:rPr>
              <a:t>IP </a:t>
            </a:r>
            <a:r>
              <a:rPr lang="zh-CN" altLang="en-US" smtClean="0">
                <a:ea typeface="黑体" panose="02010609060101010101" pitchFamily="49" charset="-122"/>
              </a:rPr>
              <a:t>数据报直接交付目的主机。 </a:t>
            </a:r>
          </a:p>
        </p:txBody>
      </p:sp>
      <p:sp>
        <p:nvSpPr>
          <p:cNvPr id="87961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5CD39B3-21EF-4B4F-B252-5EC2AB2C7627}" type="slidenum">
              <a:rPr lang="zh-CN" altLang="en-US" smtClean="0"/>
              <a:pPr eaLnBrk="1" hangingPunct="1"/>
              <a:t>7</a:t>
            </a:fld>
            <a:endParaRPr lang="en-US" altLang="zh-CN" smtClean="0"/>
          </a:p>
        </p:txBody>
      </p:sp>
      <p:sp>
        <p:nvSpPr>
          <p:cNvPr id="87962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3810">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38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38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81665" name="组合 1"/>
          <p:cNvGrpSpPr>
            <a:grpSpLocks/>
          </p:cNvGrpSpPr>
          <p:nvPr/>
        </p:nvGrpSpPr>
        <p:grpSpPr bwMode="auto">
          <a:xfrm>
            <a:off x="241300" y="1222375"/>
            <a:ext cx="9607550" cy="4870450"/>
            <a:chOff x="240738" y="1222785"/>
            <a:chExt cx="9608806" cy="4870511"/>
          </a:xfrm>
        </p:grpSpPr>
        <p:sp>
          <p:nvSpPr>
            <p:cNvPr id="881666" name="AutoShape 2"/>
            <p:cNvSpPr>
              <a:spLocks noChangeArrowheads="1"/>
            </p:cNvSpPr>
            <p:nvPr/>
          </p:nvSpPr>
          <p:spPr bwMode="auto">
            <a:xfrm>
              <a:off x="674125" y="1252949"/>
              <a:ext cx="1938206" cy="676275"/>
            </a:xfrm>
            <a:prstGeom prst="roundRect">
              <a:avLst>
                <a:gd name="adj" fmla="val 16667"/>
              </a:avLst>
            </a:prstGeom>
            <a:solidFill>
              <a:srgbClr val="FF66FF"/>
            </a:solidFill>
            <a:ln w="9525">
              <a:solidFill>
                <a:srgbClr val="333399"/>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1667" name="Line 3"/>
            <p:cNvSpPr>
              <a:spLocks noChangeShapeType="1"/>
            </p:cNvSpPr>
            <p:nvPr/>
          </p:nvSpPr>
          <p:spPr bwMode="auto">
            <a:xfrm flipV="1">
              <a:off x="2282139" y="3923123"/>
              <a:ext cx="101467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1668" name="Line 4"/>
            <p:cNvSpPr>
              <a:spLocks noChangeShapeType="1"/>
            </p:cNvSpPr>
            <p:nvPr/>
          </p:nvSpPr>
          <p:spPr bwMode="auto">
            <a:xfrm>
              <a:off x="3582293" y="2351499"/>
              <a:ext cx="254529" cy="7842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1669" name="Line 5"/>
            <p:cNvSpPr>
              <a:spLocks noChangeShapeType="1"/>
            </p:cNvSpPr>
            <p:nvPr/>
          </p:nvSpPr>
          <p:spPr bwMode="auto">
            <a:xfrm flipH="1">
              <a:off x="8320319" y="2665823"/>
              <a:ext cx="674158" cy="7858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1670" name="Line 6"/>
            <p:cNvSpPr>
              <a:spLocks noChangeShapeType="1"/>
            </p:cNvSpPr>
            <p:nvPr/>
          </p:nvSpPr>
          <p:spPr bwMode="auto">
            <a:xfrm flipH="1">
              <a:off x="6118986" y="2116548"/>
              <a:ext cx="84270" cy="8636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1671" name="Line 7"/>
            <p:cNvSpPr>
              <a:spLocks noChangeShapeType="1"/>
            </p:cNvSpPr>
            <p:nvPr/>
          </p:nvSpPr>
          <p:spPr bwMode="auto">
            <a:xfrm flipV="1">
              <a:off x="6550654" y="4786724"/>
              <a:ext cx="0" cy="7842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1672" name="Line 8"/>
            <p:cNvSpPr>
              <a:spLocks noChangeShapeType="1"/>
            </p:cNvSpPr>
            <p:nvPr/>
          </p:nvSpPr>
          <p:spPr bwMode="auto">
            <a:xfrm>
              <a:off x="4428431" y="2195924"/>
              <a:ext cx="0" cy="70643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1673" name="Line 9"/>
            <p:cNvSpPr>
              <a:spLocks noChangeShapeType="1"/>
            </p:cNvSpPr>
            <p:nvPr/>
          </p:nvSpPr>
          <p:spPr bwMode="auto">
            <a:xfrm flipH="1">
              <a:off x="7811261" y="2351499"/>
              <a:ext cx="254529" cy="7080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1674" name="Line 10"/>
            <p:cNvSpPr>
              <a:spLocks noChangeShapeType="1"/>
            </p:cNvSpPr>
            <p:nvPr/>
          </p:nvSpPr>
          <p:spPr bwMode="auto">
            <a:xfrm flipV="1">
              <a:off x="5448267" y="4707349"/>
              <a:ext cx="84270" cy="70643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1675" name="Line 11"/>
            <p:cNvSpPr>
              <a:spLocks noChangeShapeType="1"/>
            </p:cNvSpPr>
            <p:nvPr/>
          </p:nvSpPr>
          <p:spPr bwMode="auto">
            <a:xfrm flipV="1">
              <a:off x="3666563" y="4315235"/>
              <a:ext cx="170260" cy="8636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1676" name="Line 12"/>
            <p:cNvSpPr>
              <a:spLocks noChangeShapeType="1"/>
            </p:cNvSpPr>
            <p:nvPr/>
          </p:nvSpPr>
          <p:spPr bwMode="auto">
            <a:xfrm flipH="1" flipV="1">
              <a:off x="8487140" y="4472398"/>
              <a:ext cx="930407" cy="15716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pic>
          <p:nvPicPr>
            <p:cNvPr id="881677" name="Picture 1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9891" y="1959386"/>
              <a:ext cx="417909"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1678" name="Picture 1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12034" y="2280061"/>
              <a:ext cx="41791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1679" name="Picture 1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36436" y="1802224"/>
              <a:ext cx="41791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1680" name="Picture 1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41668" y="2429286"/>
              <a:ext cx="417909"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1681" name="Picture 1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95531" y="2038760"/>
              <a:ext cx="417909"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1682" name="Picture 1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08236" y="4327936"/>
              <a:ext cx="417910"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1683"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52878" y="5413786"/>
              <a:ext cx="41791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1684" name="Picture 2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78008" y="5335999"/>
              <a:ext cx="417909"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1685" name="Picture 2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98024" y="5021674"/>
              <a:ext cx="41791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1686" name="Text Box 22"/>
            <p:cNvSpPr txBox="1">
              <a:spLocks noChangeArrowheads="1"/>
            </p:cNvSpPr>
            <p:nvPr/>
          </p:nvSpPr>
          <p:spPr bwMode="auto">
            <a:xfrm rot="5211293">
              <a:off x="9278664" y="3300793"/>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a:t>
              </a:r>
            </a:p>
          </p:txBody>
        </p:sp>
        <p:sp>
          <p:nvSpPr>
            <p:cNvPr id="881687" name="Text Box 23"/>
            <p:cNvSpPr txBox="1">
              <a:spLocks noChangeArrowheads="1"/>
            </p:cNvSpPr>
            <p:nvPr/>
          </p:nvSpPr>
          <p:spPr bwMode="auto">
            <a:xfrm rot="546999">
              <a:off x="4556975" y="4982749"/>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a:t>
              </a:r>
            </a:p>
          </p:txBody>
        </p:sp>
        <p:sp>
          <p:nvSpPr>
            <p:cNvPr id="881688" name="Text Box 24"/>
            <p:cNvSpPr txBox="1">
              <a:spLocks noChangeArrowheads="1"/>
            </p:cNvSpPr>
            <p:nvPr/>
          </p:nvSpPr>
          <p:spPr bwMode="auto">
            <a:xfrm rot="-362540">
              <a:off x="5182979" y="177758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a:t>
              </a:r>
            </a:p>
          </p:txBody>
        </p:sp>
        <p:sp>
          <p:nvSpPr>
            <p:cNvPr id="881689" name="Text Box 25"/>
            <p:cNvSpPr txBox="1">
              <a:spLocks noChangeArrowheads="1"/>
            </p:cNvSpPr>
            <p:nvPr/>
          </p:nvSpPr>
          <p:spPr bwMode="auto">
            <a:xfrm>
              <a:off x="2612332" y="1914936"/>
              <a:ext cx="1537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145.13.3.10</a:t>
              </a:r>
            </a:p>
          </p:txBody>
        </p:sp>
        <p:sp>
          <p:nvSpPr>
            <p:cNvPr id="881690" name="Text Box 26"/>
            <p:cNvSpPr txBox="1">
              <a:spLocks noChangeArrowheads="1"/>
            </p:cNvSpPr>
            <p:nvPr/>
          </p:nvSpPr>
          <p:spPr bwMode="auto">
            <a:xfrm>
              <a:off x="3780069" y="1554574"/>
              <a:ext cx="152343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145.13.3.11</a:t>
              </a:r>
            </a:p>
          </p:txBody>
        </p:sp>
        <p:sp>
          <p:nvSpPr>
            <p:cNvPr id="881691" name="Text Box 27"/>
            <p:cNvSpPr txBox="1">
              <a:spLocks noChangeArrowheads="1"/>
            </p:cNvSpPr>
            <p:nvPr/>
          </p:nvSpPr>
          <p:spPr bwMode="auto">
            <a:xfrm>
              <a:off x="5429350" y="1410110"/>
              <a:ext cx="174278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145.13.3.101</a:t>
              </a:r>
            </a:p>
          </p:txBody>
        </p:sp>
        <p:sp>
          <p:nvSpPr>
            <p:cNvPr id="881692" name="Text Box 28"/>
            <p:cNvSpPr txBox="1">
              <a:spLocks noChangeArrowheads="1"/>
            </p:cNvSpPr>
            <p:nvPr/>
          </p:nvSpPr>
          <p:spPr bwMode="auto">
            <a:xfrm>
              <a:off x="7331439" y="1699036"/>
              <a:ext cx="1537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145.13.7.34</a:t>
              </a:r>
            </a:p>
          </p:txBody>
        </p:sp>
        <p:sp>
          <p:nvSpPr>
            <p:cNvPr id="881693" name="Text Box 29"/>
            <p:cNvSpPr txBox="1">
              <a:spLocks noChangeArrowheads="1"/>
            </p:cNvSpPr>
            <p:nvPr/>
          </p:nvSpPr>
          <p:spPr bwMode="auto">
            <a:xfrm>
              <a:off x="8306561" y="2095911"/>
              <a:ext cx="1537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145.13.7.35</a:t>
              </a:r>
            </a:p>
          </p:txBody>
        </p:sp>
        <p:sp>
          <p:nvSpPr>
            <p:cNvPr id="881694" name="Text Box 30"/>
            <p:cNvSpPr txBox="1">
              <a:spLocks noChangeArrowheads="1"/>
            </p:cNvSpPr>
            <p:nvPr/>
          </p:nvSpPr>
          <p:spPr bwMode="auto">
            <a:xfrm>
              <a:off x="8311944" y="4757082"/>
              <a:ext cx="1537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145.13.7.56</a:t>
              </a:r>
            </a:p>
          </p:txBody>
        </p:sp>
        <p:sp>
          <p:nvSpPr>
            <p:cNvPr id="881695" name="Text Box 31"/>
            <p:cNvSpPr txBox="1">
              <a:spLocks noChangeArrowheads="1"/>
            </p:cNvSpPr>
            <p:nvPr/>
          </p:nvSpPr>
          <p:spPr bwMode="auto">
            <a:xfrm>
              <a:off x="2925334" y="5339174"/>
              <a:ext cx="174278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145.13.21.23</a:t>
              </a:r>
            </a:p>
          </p:txBody>
        </p:sp>
        <p:sp>
          <p:nvSpPr>
            <p:cNvPr id="881696" name="Text Box 32"/>
            <p:cNvSpPr txBox="1">
              <a:spLocks noChangeArrowheads="1"/>
            </p:cNvSpPr>
            <p:nvPr/>
          </p:nvSpPr>
          <p:spPr bwMode="auto">
            <a:xfrm>
              <a:off x="4639965" y="5693186"/>
              <a:ext cx="1537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145.13.21.9</a:t>
              </a:r>
            </a:p>
          </p:txBody>
        </p:sp>
        <p:sp>
          <p:nvSpPr>
            <p:cNvPr id="881697" name="Text Box 33"/>
            <p:cNvSpPr txBox="1">
              <a:spLocks noChangeArrowheads="1"/>
            </p:cNvSpPr>
            <p:nvPr/>
          </p:nvSpPr>
          <p:spPr bwMode="auto">
            <a:xfrm>
              <a:off x="6732952" y="5407435"/>
              <a:ext cx="1537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145.13.21.8</a:t>
              </a:r>
            </a:p>
          </p:txBody>
        </p:sp>
        <p:sp>
          <p:nvSpPr>
            <p:cNvPr id="881698" name="Line 34"/>
            <p:cNvSpPr>
              <a:spLocks noChangeShapeType="1"/>
            </p:cNvSpPr>
            <p:nvPr/>
          </p:nvSpPr>
          <p:spPr bwMode="auto">
            <a:xfrm>
              <a:off x="961332" y="2586449"/>
              <a:ext cx="1606285" cy="1336675"/>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81699" name="Line 35"/>
            <p:cNvSpPr>
              <a:spLocks noChangeShapeType="1"/>
            </p:cNvSpPr>
            <p:nvPr/>
          </p:nvSpPr>
          <p:spPr bwMode="auto">
            <a:xfrm>
              <a:off x="791071" y="2586448"/>
              <a:ext cx="0" cy="2043112"/>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81700" name="Line 36"/>
            <p:cNvSpPr>
              <a:spLocks noChangeShapeType="1"/>
            </p:cNvSpPr>
            <p:nvPr/>
          </p:nvSpPr>
          <p:spPr bwMode="auto">
            <a:xfrm flipV="1">
              <a:off x="877061" y="3999323"/>
              <a:ext cx="1606285" cy="787400"/>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81701" name="AutoShape 37"/>
            <p:cNvSpPr>
              <a:spLocks noChangeArrowheads="1"/>
            </p:cNvSpPr>
            <p:nvPr/>
          </p:nvSpPr>
          <p:spPr bwMode="auto">
            <a:xfrm>
              <a:off x="314690" y="5111217"/>
              <a:ext cx="2686315" cy="830323"/>
            </a:xfrm>
            <a:prstGeom prst="wedgeRoundRectCallout">
              <a:avLst>
                <a:gd name="adj1" fmla="val 34699"/>
                <a:gd name="adj2" fmla="val -169426"/>
                <a:gd name="adj3" fmla="val 16667"/>
              </a:avLst>
            </a:prstGeom>
            <a:solidFill>
              <a:srgbClr val="FFFF66"/>
            </a:solidFill>
            <a:ln w="9525">
              <a:solidFill>
                <a:schemeClr val="tx1"/>
              </a:solidFill>
              <a:miter lim="800000"/>
              <a:headEnd/>
              <a:tailEnd/>
            </a:ln>
            <a:effectLst>
              <a:outerShdw dist="35921" dir="2700000" algn="ctr" rotWithShape="0">
                <a:schemeClr val="bg2"/>
              </a:outerShdw>
            </a:effectLst>
          </p:spPr>
          <p:txBody>
            <a:bodyPr/>
            <a:lstStyle/>
            <a:p>
              <a:pPr algn="ctr" eaLnBrk="0" hangingPunct="0"/>
              <a:endParaRPr lang="zh-CN" altLang="zh-CN" sz="2400" b="1">
                <a:solidFill>
                  <a:srgbClr val="0000CC"/>
                </a:solidFill>
                <a:ea typeface="黑体" panose="02010609060101010101" pitchFamily="49" charset="-122"/>
              </a:endParaRPr>
            </a:p>
          </p:txBody>
        </p:sp>
        <p:sp>
          <p:nvSpPr>
            <p:cNvPr id="881702" name="Text Box 38"/>
            <p:cNvSpPr txBox="1">
              <a:spLocks noChangeArrowheads="1"/>
            </p:cNvSpPr>
            <p:nvPr/>
          </p:nvSpPr>
          <p:spPr bwMode="auto">
            <a:xfrm>
              <a:off x="272480" y="5183225"/>
              <a:ext cx="274650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000" b="1">
                  <a:solidFill>
                    <a:srgbClr val="0000CC"/>
                  </a:solidFill>
                  <a:ea typeface="黑体" panose="02010609060101010101" pitchFamily="49" charset="-122"/>
                </a:rPr>
                <a:t>所有到网络 </a:t>
              </a:r>
              <a:r>
                <a:rPr lang="en-US" altLang="zh-CN" sz="2000" b="1">
                  <a:solidFill>
                    <a:srgbClr val="0000CC"/>
                  </a:solidFill>
                  <a:ea typeface="黑体" panose="02010609060101010101" pitchFamily="49" charset="-122"/>
                </a:rPr>
                <a:t>145.13.0.0</a:t>
              </a:r>
              <a:r>
                <a:rPr lang="zh-CN" altLang="en-US" sz="2000" b="1">
                  <a:solidFill>
                    <a:srgbClr val="0000CC"/>
                  </a:solidFill>
                  <a:ea typeface="黑体" panose="02010609060101010101" pitchFamily="49" charset="-122"/>
                </a:rPr>
                <a:t>的分组均到达此路由器</a:t>
              </a:r>
            </a:p>
          </p:txBody>
        </p:sp>
        <p:pic>
          <p:nvPicPr>
            <p:cNvPr id="881703" name="Picture 3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3992" y="4550185"/>
              <a:ext cx="760148"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1704" name="Picture 4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3992" y="2351499"/>
              <a:ext cx="760148"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1705" name="AutoShape 41"/>
            <p:cNvSpPr>
              <a:spLocks noChangeArrowheads="1"/>
            </p:cNvSpPr>
            <p:nvPr/>
          </p:nvSpPr>
          <p:spPr bwMode="auto">
            <a:xfrm rot="-1643298">
              <a:off x="1109233" y="3969161"/>
              <a:ext cx="1016396" cy="390525"/>
            </a:xfrm>
            <a:prstGeom prst="leftArrow">
              <a:avLst>
                <a:gd name="adj1" fmla="val 42509"/>
                <a:gd name="adj2" fmla="val 90502"/>
              </a:avLst>
            </a:prstGeom>
            <a:solidFill>
              <a:schemeClr val="accent1"/>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1706" name="AutoShape 42"/>
            <p:cNvSpPr>
              <a:spLocks noChangeArrowheads="1"/>
            </p:cNvSpPr>
            <p:nvPr/>
          </p:nvSpPr>
          <p:spPr bwMode="auto">
            <a:xfrm rot="2494205">
              <a:off x="1355442" y="2820248"/>
              <a:ext cx="1014677" cy="393700"/>
            </a:xfrm>
            <a:prstGeom prst="leftArrow">
              <a:avLst>
                <a:gd name="adj1" fmla="val 42509"/>
                <a:gd name="adj2" fmla="val 89620"/>
              </a:avLst>
            </a:prstGeom>
            <a:solidFill>
              <a:schemeClr val="accent1"/>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1707" name="Text Box 43"/>
            <p:cNvSpPr txBox="1">
              <a:spLocks noChangeArrowheads="1"/>
            </p:cNvSpPr>
            <p:nvPr/>
          </p:nvSpPr>
          <p:spPr bwMode="auto">
            <a:xfrm>
              <a:off x="672406" y="1222785"/>
              <a:ext cx="173316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我的网络地址</a:t>
              </a:r>
            </a:p>
            <a:p>
              <a:pPr eaLnBrk="0" hangingPunct="0"/>
              <a:r>
                <a:rPr lang="zh-CN" altLang="en-US" sz="2000" b="1">
                  <a:solidFill>
                    <a:srgbClr val="0000CC"/>
                  </a:solidFill>
                  <a:ea typeface="黑体" panose="02010609060101010101" pitchFamily="49" charset="-122"/>
                </a:rPr>
                <a:t>是 </a:t>
              </a:r>
              <a:r>
                <a:rPr lang="en-US" altLang="zh-CN" sz="2000" b="1">
                  <a:solidFill>
                    <a:srgbClr val="0000CC"/>
                  </a:solidFill>
                  <a:ea typeface="黑体" panose="02010609060101010101" pitchFamily="49" charset="-122"/>
                </a:rPr>
                <a:t>145.13.0.0</a:t>
              </a:r>
            </a:p>
          </p:txBody>
        </p:sp>
        <p:sp>
          <p:nvSpPr>
            <p:cNvPr id="881708" name="Line 44"/>
            <p:cNvSpPr>
              <a:spLocks noChangeShapeType="1"/>
            </p:cNvSpPr>
            <p:nvPr/>
          </p:nvSpPr>
          <p:spPr bwMode="auto">
            <a:xfrm>
              <a:off x="1677988" y="1955769"/>
              <a:ext cx="394692" cy="1211232"/>
            </a:xfrm>
            <a:prstGeom prst="line">
              <a:avLst/>
            </a:prstGeom>
            <a:noFill/>
            <a:ln w="28575">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81709" name="Line 45"/>
            <p:cNvSpPr>
              <a:spLocks noChangeShapeType="1"/>
            </p:cNvSpPr>
            <p:nvPr/>
          </p:nvSpPr>
          <p:spPr bwMode="auto">
            <a:xfrm>
              <a:off x="1468669" y="1959385"/>
              <a:ext cx="170260" cy="2198688"/>
            </a:xfrm>
            <a:prstGeom prst="line">
              <a:avLst/>
            </a:prstGeom>
            <a:noFill/>
            <a:ln w="28575">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81710" name="Text Box 46"/>
            <p:cNvSpPr txBox="1">
              <a:spLocks noChangeArrowheads="1"/>
            </p:cNvSpPr>
            <p:nvPr/>
          </p:nvSpPr>
          <p:spPr bwMode="auto">
            <a:xfrm>
              <a:off x="2404236" y="3232561"/>
              <a:ext cx="5212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C00000"/>
                  </a:solidFill>
                  <a:ea typeface="黑体" panose="02010609060101010101" pitchFamily="49" charset="-122"/>
                </a:rPr>
                <a:t>R</a:t>
              </a:r>
              <a:r>
                <a:rPr lang="en-US" altLang="zh-CN" sz="2400" b="1" baseline="-25000">
                  <a:solidFill>
                    <a:srgbClr val="C00000"/>
                  </a:solidFill>
                  <a:ea typeface="黑体" panose="02010609060101010101" pitchFamily="49" charset="-122"/>
                </a:rPr>
                <a:t>1</a:t>
              </a:r>
            </a:p>
          </p:txBody>
        </p:sp>
        <p:sp>
          <p:nvSpPr>
            <p:cNvPr id="881711" name="Text Box 47"/>
            <p:cNvSpPr txBox="1">
              <a:spLocks noChangeArrowheads="1"/>
            </p:cNvSpPr>
            <p:nvPr/>
          </p:nvSpPr>
          <p:spPr bwMode="auto">
            <a:xfrm>
              <a:off x="240738" y="4146961"/>
              <a:ext cx="5212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C00000"/>
                  </a:solidFill>
                  <a:ea typeface="黑体" panose="02010609060101010101" pitchFamily="49" charset="-122"/>
                </a:rPr>
                <a:t>R</a:t>
              </a:r>
              <a:r>
                <a:rPr lang="en-US" altLang="zh-CN" sz="2400" b="1" baseline="-25000">
                  <a:solidFill>
                    <a:srgbClr val="C00000"/>
                  </a:solidFill>
                  <a:ea typeface="黑体" panose="02010609060101010101" pitchFamily="49" charset="-122"/>
                </a:rPr>
                <a:t>3</a:t>
              </a:r>
            </a:p>
          </p:txBody>
        </p:sp>
        <p:sp>
          <p:nvSpPr>
            <p:cNvPr id="881712" name="Text Box 48"/>
            <p:cNvSpPr txBox="1">
              <a:spLocks noChangeArrowheads="1"/>
            </p:cNvSpPr>
            <p:nvPr/>
          </p:nvSpPr>
          <p:spPr bwMode="auto">
            <a:xfrm>
              <a:off x="240738" y="1951449"/>
              <a:ext cx="5212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C00000"/>
                  </a:solidFill>
                  <a:ea typeface="黑体" panose="02010609060101010101" pitchFamily="49" charset="-122"/>
                </a:rPr>
                <a:t>R</a:t>
              </a:r>
              <a:r>
                <a:rPr lang="en-US" altLang="zh-CN" sz="2400" b="1" baseline="-25000">
                  <a:solidFill>
                    <a:srgbClr val="C00000"/>
                  </a:solidFill>
                  <a:ea typeface="黑体" panose="02010609060101010101" pitchFamily="49" charset="-122"/>
                </a:rPr>
                <a:t>2</a:t>
              </a:r>
            </a:p>
          </p:txBody>
        </p:sp>
        <p:grpSp>
          <p:nvGrpSpPr>
            <p:cNvPr id="881713" name="Group 49"/>
            <p:cNvGrpSpPr>
              <a:grpSpLocks/>
            </p:cNvGrpSpPr>
            <p:nvPr/>
          </p:nvGrpSpPr>
          <p:grpSpPr bwMode="auto">
            <a:xfrm>
              <a:off x="2832465" y="2357848"/>
              <a:ext cx="6144815" cy="2844800"/>
              <a:chOff x="1746" y="890"/>
              <a:chExt cx="3221" cy="1950"/>
            </a:xfrm>
          </p:grpSpPr>
          <p:grpSp>
            <p:nvGrpSpPr>
              <p:cNvPr id="881714" name="Group 50"/>
              <p:cNvGrpSpPr>
                <a:grpSpLocks/>
              </p:cNvGrpSpPr>
              <p:nvPr/>
            </p:nvGrpSpPr>
            <p:grpSpPr bwMode="auto">
              <a:xfrm>
                <a:off x="1746" y="890"/>
                <a:ext cx="3221" cy="1950"/>
                <a:chOff x="912" y="768"/>
                <a:chExt cx="2400" cy="1584"/>
              </a:xfrm>
            </p:grpSpPr>
            <p:sp>
              <p:nvSpPr>
                <p:cNvPr id="881715" name="Oval 51"/>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881716" name="Oval 52"/>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881717" name="Oval 53"/>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881718" name="Oval 54"/>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881719" name="Oval 55"/>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881720" name="Oval 56"/>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881721" name="Oval 57"/>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881722" name="Oval 58"/>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881723" name="Oval 59"/>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nvGrpSpPr>
                <p:cNvPr id="881724" name="Group 60"/>
                <p:cNvGrpSpPr>
                  <a:grpSpLocks/>
                </p:cNvGrpSpPr>
                <p:nvPr/>
              </p:nvGrpSpPr>
              <p:grpSpPr bwMode="auto">
                <a:xfrm>
                  <a:off x="912" y="768"/>
                  <a:ext cx="2386" cy="1553"/>
                  <a:chOff x="912" y="768"/>
                  <a:chExt cx="2386" cy="1553"/>
                </a:xfrm>
              </p:grpSpPr>
              <p:sp>
                <p:nvSpPr>
                  <p:cNvPr id="881725" name="Oval 61"/>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881726" name="Oval 62"/>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881727" name="Oval 63"/>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881728" name="Oval 64"/>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881729" name="Oval 65"/>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881730" name="Oval 66"/>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881731" name="Oval 67"/>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881732" name="Oval 68"/>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881733" name="Oval 69"/>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grpSp>
          <p:sp>
            <p:nvSpPr>
              <p:cNvPr id="881734" name="Text Box 70"/>
              <p:cNvSpPr txBox="1">
                <a:spLocks noChangeArrowheads="1"/>
              </p:cNvSpPr>
              <p:nvPr/>
            </p:nvSpPr>
            <p:spPr bwMode="auto">
              <a:xfrm>
                <a:off x="3002" y="1410"/>
                <a:ext cx="1111" cy="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3200" b="1">
                    <a:solidFill>
                      <a:srgbClr val="0000CC"/>
                    </a:solidFill>
                    <a:ea typeface="黑体" panose="02010609060101010101" pitchFamily="49" charset="-122"/>
                  </a:rPr>
                  <a:t>网络</a:t>
                </a:r>
              </a:p>
              <a:p>
                <a:pPr algn="ctr" eaLnBrk="0" hangingPunct="0"/>
                <a:r>
                  <a:rPr lang="en-US" altLang="zh-CN" sz="3200" b="1">
                    <a:solidFill>
                      <a:srgbClr val="0000CC"/>
                    </a:solidFill>
                    <a:ea typeface="黑体" panose="02010609060101010101" pitchFamily="49" charset="-122"/>
                  </a:rPr>
                  <a:t>145.13.0.0</a:t>
                </a:r>
              </a:p>
            </p:txBody>
          </p:sp>
        </p:grpSp>
        <p:pic>
          <p:nvPicPr>
            <p:cNvPr id="881735" name="Picture 7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30538" y="3686585"/>
              <a:ext cx="760148"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81736" name="Rectangle 72"/>
          <p:cNvSpPr>
            <a:spLocks noGrp="1" noChangeArrowheads="1"/>
          </p:cNvSpPr>
          <p:nvPr>
            <p:ph type="title"/>
          </p:nvPr>
        </p:nvSpPr>
        <p:spPr/>
        <p:txBody>
          <a:bodyPr/>
          <a:lstStyle/>
          <a:p>
            <a:pPr algn="ctr"/>
            <a:r>
              <a:rPr lang="zh-CN" altLang="en-US" sz="3600" smtClean="0">
                <a:ea typeface="黑体" panose="02010609060101010101" pitchFamily="49" charset="-122"/>
              </a:rPr>
              <a:t>一个未划分子网的 </a:t>
            </a:r>
            <a:r>
              <a:rPr lang="en-US" altLang="zh-CN" sz="3600" smtClean="0">
                <a:ea typeface="黑体" panose="02010609060101010101" pitchFamily="49" charset="-122"/>
              </a:rPr>
              <a:t>B </a:t>
            </a:r>
            <a:r>
              <a:rPr lang="zh-CN" altLang="en-US" sz="3600" smtClean="0">
                <a:ea typeface="黑体" panose="02010609060101010101" pitchFamily="49" charset="-122"/>
              </a:rPr>
              <a:t>类网络</a:t>
            </a:r>
            <a:r>
              <a:rPr lang="en-US" altLang="zh-CN" sz="3600" smtClean="0">
                <a:ea typeface="黑体" panose="02010609060101010101" pitchFamily="49" charset="-122"/>
              </a:rPr>
              <a:t>145.13.0.0</a:t>
            </a:r>
          </a:p>
        </p:txBody>
      </p:sp>
      <p:sp>
        <p:nvSpPr>
          <p:cNvPr id="881737"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7694AAB-6E1A-4F66-B844-09DE68ED95CB}" type="slidenum">
              <a:rPr lang="zh-CN" altLang="en-US" smtClean="0"/>
              <a:pPr eaLnBrk="1" hangingPunct="1"/>
              <a:t>8</a:t>
            </a:fld>
            <a:endParaRPr lang="en-US" altLang="zh-CN" smtClean="0"/>
          </a:p>
        </p:txBody>
      </p:sp>
      <p:sp>
        <p:nvSpPr>
          <p:cNvPr id="881738"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3713" name="Rectangle 2"/>
          <p:cNvSpPr>
            <a:spLocks noGrp="1" noChangeArrowheads="1"/>
          </p:cNvSpPr>
          <p:nvPr>
            <p:ph type="title"/>
          </p:nvPr>
        </p:nvSpPr>
        <p:spPr/>
        <p:txBody>
          <a:bodyPr/>
          <a:lstStyle/>
          <a:p>
            <a:pPr algn="ctr"/>
            <a:r>
              <a:rPr lang="zh-CN" altLang="en-US" sz="3600" smtClean="0">
                <a:ea typeface="黑体" panose="02010609060101010101" pitchFamily="49" charset="-122"/>
              </a:rPr>
              <a:t>划分为三个子网后对外仍是一个网络 </a:t>
            </a:r>
          </a:p>
        </p:txBody>
      </p:sp>
      <p:sp>
        <p:nvSpPr>
          <p:cNvPr id="883714" name="Line 3"/>
          <p:cNvSpPr>
            <a:spLocks noChangeShapeType="1"/>
          </p:cNvSpPr>
          <p:nvPr/>
        </p:nvSpPr>
        <p:spPr bwMode="auto">
          <a:xfrm>
            <a:off x="912813" y="2628900"/>
            <a:ext cx="1592262" cy="1370013"/>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83715" name="Line 4"/>
          <p:cNvSpPr>
            <a:spLocks noChangeShapeType="1"/>
          </p:cNvSpPr>
          <p:nvPr/>
        </p:nvSpPr>
        <p:spPr bwMode="auto">
          <a:xfrm>
            <a:off x="889000" y="2628900"/>
            <a:ext cx="0" cy="2095500"/>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83716" name="Line 5"/>
          <p:cNvSpPr>
            <a:spLocks noChangeShapeType="1"/>
          </p:cNvSpPr>
          <p:nvPr/>
        </p:nvSpPr>
        <p:spPr bwMode="auto">
          <a:xfrm flipV="1">
            <a:off x="828675" y="4078288"/>
            <a:ext cx="1592263" cy="804862"/>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83717" name="AutoShape 6"/>
          <p:cNvSpPr>
            <a:spLocks noChangeArrowheads="1"/>
          </p:cNvSpPr>
          <p:nvPr/>
        </p:nvSpPr>
        <p:spPr bwMode="auto">
          <a:xfrm>
            <a:off x="2740025" y="1341438"/>
            <a:ext cx="7048500" cy="5400675"/>
          </a:xfrm>
          <a:prstGeom prst="roundRect">
            <a:avLst>
              <a:gd name="adj" fmla="val 11116"/>
            </a:avLst>
          </a:prstGeom>
          <a:solidFill>
            <a:srgbClr val="66FFFF"/>
          </a:solidFill>
          <a:ln w="9525">
            <a:solidFill>
              <a:schemeClr val="tx1"/>
            </a:solidFill>
            <a:prstDash val="dash"/>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3718" name="Freeform 7"/>
          <p:cNvSpPr>
            <a:spLocks noChangeArrowheads="1"/>
          </p:cNvSpPr>
          <p:nvPr/>
        </p:nvSpPr>
        <p:spPr bwMode="auto">
          <a:xfrm>
            <a:off x="2836863" y="1422400"/>
            <a:ext cx="4060825" cy="2071688"/>
          </a:xfrm>
          <a:custGeom>
            <a:avLst/>
            <a:gdLst>
              <a:gd name="T0" fmla="*/ 61 w 2326"/>
              <a:gd name="T1" fmla="*/ 152 h 1235"/>
              <a:gd name="T2" fmla="*/ 118 w 2326"/>
              <a:gd name="T3" fmla="*/ 113 h 1235"/>
              <a:gd name="T4" fmla="*/ 238 w 2326"/>
              <a:gd name="T5" fmla="*/ 35 h 1235"/>
              <a:gd name="T6" fmla="*/ 478 w 2326"/>
              <a:gd name="T7" fmla="*/ 11 h 1235"/>
              <a:gd name="T8" fmla="*/ 898 w 2326"/>
              <a:gd name="T9" fmla="*/ 47 h 1235"/>
              <a:gd name="T10" fmla="*/ 1510 w 2326"/>
              <a:gd name="T11" fmla="*/ 11 h 1235"/>
              <a:gd name="T12" fmla="*/ 2068 w 2326"/>
              <a:gd name="T13" fmla="*/ 11 h 1235"/>
              <a:gd name="T14" fmla="*/ 2302 w 2326"/>
              <a:gd name="T15" fmla="*/ 203 h 1235"/>
              <a:gd name="T16" fmla="*/ 2326 w 2326"/>
              <a:gd name="T17" fmla="*/ 275 h 1235"/>
              <a:gd name="T18" fmla="*/ 2302 w 2326"/>
              <a:gd name="T19" fmla="*/ 575 h 1235"/>
              <a:gd name="T20" fmla="*/ 2266 w 2326"/>
              <a:gd name="T21" fmla="*/ 773 h 1235"/>
              <a:gd name="T22" fmla="*/ 2170 w 2326"/>
              <a:gd name="T23" fmla="*/ 971 h 1235"/>
              <a:gd name="T24" fmla="*/ 2026 w 2326"/>
              <a:gd name="T25" fmla="*/ 1103 h 1235"/>
              <a:gd name="T26" fmla="*/ 1954 w 2326"/>
              <a:gd name="T27" fmla="*/ 1151 h 1235"/>
              <a:gd name="T28" fmla="*/ 1846 w 2326"/>
              <a:gd name="T29" fmla="*/ 1211 h 1235"/>
              <a:gd name="T30" fmla="*/ 1810 w 2326"/>
              <a:gd name="T31" fmla="*/ 1223 h 1235"/>
              <a:gd name="T32" fmla="*/ 1774 w 2326"/>
              <a:gd name="T33" fmla="*/ 1235 h 1235"/>
              <a:gd name="T34" fmla="*/ 1474 w 2326"/>
              <a:gd name="T35" fmla="*/ 1223 h 1235"/>
              <a:gd name="T36" fmla="*/ 1066 w 2326"/>
              <a:gd name="T37" fmla="*/ 1103 h 1235"/>
              <a:gd name="T38" fmla="*/ 766 w 2326"/>
              <a:gd name="T39" fmla="*/ 1055 h 1235"/>
              <a:gd name="T40" fmla="*/ 478 w 2326"/>
              <a:gd name="T41" fmla="*/ 947 h 1235"/>
              <a:gd name="T42" fmla="*/ 430 w 2326"/>
              <a:gd name="T43" fmla="*/ 923 h 1235"/>
              <a:gd name="T44" fmla="*/ 169 w 2326"/>
              <a:gd name="T45" fmla="*/ 848 h 1235"/>
              <a:gd name="T46" fmla="*/ 70 w 2326"/>
              <a:gd name="T47" fmla="*/ 725 h 1235"/>
              <a:gd name="T48" fmla="*/ 19 w 2326"/>
              <a:gd name="T49" fmla="*/ 542 h 1235"/>
              <a:gd name="T50" fmla="*/ 7 w 2326"/>
              <a:gd name="T51" fmla="*/ 404 h 1235"/>
              <a:gd name="T52" fmla="*/ 22 w 2326"/>
              <a:gd name="T53" fmla="*/ 263 h 1235"/>
              <a:gd name="T54" fmla="*/ 61 w 2326"/>
              <a:gd name="T55" fmla="*/ 152 h 1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26" h="1235">
                <a:moveTo>
                  <a:pt x="61" y="152"/>
                </a:moveTo>
                <a:cubicBezTo>
                  <a:pt x="58" y="176"/>
                  <a:pt x="104" y="118"/>
                  <a:pt x="118" y="113"/>
                </a:cubicBezTo>
                <a:cubicBezTo>
                  <a:pt x="160" y="99"/>
                  <a:pt x="193" y="40"/>
                  <a:pt x="238" y="35"/>
                </a:cubicBezTo>
                <a:cubicBezTo>
                  <a:pt x="318" y="25"/>
                  <a:pt x="478" y="11"/>
                  <a:pt x="478" y="11"/>
                </a:cubicBezTo>
                <a:cubicBezTo>
                  <a:pt x="632" y="18"/>
                  <a:pt x="752" y="26"/>
                  <a:pt x="898" y="47"/>
                </a:cubicBezTo>
                <a:cubicBezTo>
                  <a:pt x="1333" y="37"/>
                  <a:pt x="1265" y="52"/>
                  <a:pt x="1510" y="11"/>
                </a:cubicBezTo>
                <a:cubicBezTo>
                  <a:pt x="1714" y="15"/>
                  <a:pt x="1864" y="0"/>
                  <a:pt x="2068" y="11"/>
                </a:cubicBezTo>
                <a:cubicBezTo>
                  <a:pt x="2116" y="14"/>
                  <a:pt x="2284" y="150"/>
                  <a:pt x="2302" y="203"/>
                </a:cubicBezTo>
                <a:cubicBezTo>
                  <a:pt x="2310" y="227"/>
                  <a:pt x="2326" y="275"/>
                  <a:pt x="2326" y="275"/>
                </a:cubicBezTo>
                <a:cubicBezTo>
                  <a:pt x="2322" y="391"/>
                  <a:pt x="2309" y="459"/>
                  <a:pt x="2302" y="575"/>
                </a:cubicBezTo>
                <a:cubicBezTo>
                  <a:pt x="2297" y="658"/>
                  <a:pt x="2299" y="675"/>
                  <a:pt x="2266" y="773"/>
                </a:cubicBezTo>
                <a:cubicBezTo>
                  <a:pt x="2243" y="841"/>
                  <a:pt x="2211" y="910"/>
                  <a:pt x="2170" y="971"/>
                </a:cubicBezTo>
                <a:cubicBezTo>
                  <a:pt x="2132" y="1028"/>
                  <a:pt x="2077" y="1060"/>
                  <a:pt x="2026" y="1103"/>
                </a:cubicBezTo>
                <a:cubicBezTo>
                  <a:pt x="1966" y="1153"/>
                  <a:pt x="2017" y="1130"/>
                  <a:pt x="1954" y="1151"/>
                </a:cubicBezTo>
                <a:cubicBezTo>
                  <a:pt x="1900" y="1205"/>
                  <a:pt x="1934" y="1182"/>
                  <a:pt x="1846" y="1211"/>
                </a:cubicBezTo>
                <a:cubicBezTo>
                  <a:pt x="1834" y="1215"/>
                  <a:pt x="1822" y="1219"/>
                  <a:pt x="1810" y="1223"/>
                </a:cubicBezTo>
                <a:cubicBezTo>
                  <a:pt x="1798" y="1227"/>
                  <a:pt x="1774" y="1235"/>
                  <a:pt x="1774" y="1235"/>
                </a:cubicBezTo>
                <a:cubicBezTo>
                  <a:pt x="1674" y="1231"/>
                  <a:pt x="1574" y="1230"/>
                  <a:pt x="1474" y="1223"/>
                </a:cubicBezTo>
                <a:cubicBezTo>
                  <a:pt x="1331" y="1213"/>
                  <a:pt x="1204" y="1131"/>
                  <a:pt x="1066" y="1103"/>
                </a:cubicBezTo>
                <a:cubicBezTo>
                  <a:pt x="967" y="1083"/>
                  <a:pt x="863" y="1084"/>
                  <a:pt x="766" y="1055"/>
                </a:cubicBezTo>
                <a:cubicBezTo>
                  <a:pt x="666" y="1025"/>
                  <a:pt x="575" y="983"/>
                  <a:pt x="478" y="947"/>
                </a:cubicBezTo>
                <a:cubicBezTo>
                  <a:pt x="461" y="941"/>
                  <a:pt x="447" y="927"/>
                  <a:pt x="430" y="923"/>
                </a:cubicBezTo>
                <a:cubicBezTo>
                  <a:pt x="401" y="916"/>
                  <a:pt x="181" y="849"/>
                  <a:pt x="169" y="848"/>
                </a:cubicBezTo>
                <a:cubicBezTo>
                  <a:pt x="94" y="794"/>
                  <a:pt x="109" y="776"/>
                  <a:pt x="70" y="725"/>
                </a:cubicBezTo>
                <a:cubicBezTo>
                  <a:pt x="37" y="650"/>
                  <a:pt x="31" y="614"/>
                  <a:pt x="19" y="542"/>
                </a:cubicBezTo>
                <a:cubicBezTo>
                  <a:pt x="15" y="490"/>
                  <a:pt x="0" y="469"/>
                  <a:pt x="7" y="404"/>
                </a:cubicBezTo>
                <a:cubicBezTo>
                  <a:pt x="7" y="358"/>
                  <a:pt x="13" y="305"/>
                  <a:pt x="22" y="263"/>
                </a:cubicBezTo>
                <a:cubicBezTo>
                  <a:pt x="31" y="221"/>
                  <a:pt x="53" y="175"/>
                  <a:pt x="61" y="152"/>
                </a:cubicBezTo>
                <a:close/>
              </a:path>
            </a:pathLst>
          </a:custGeom>
          <a:solidFill>
            <a:schemeClr val="bg1"/>
          </a:solidFill>
          <a:ln w="9525">
            <a:solidFill>
              <a:schemeClr val="tx1"/>
            </a:solidFill>
            <a:prstDash val="dash"/>
            <a:round/>
            <a:headEnd/>
            <a:tailEnd/>
          </a:ln>
        </p:spPr>
        <p:txBody>
          <a:bodyPr/>
          <a:lstStyle/>
          <a:p>
            <a:pPr eaLnBrk="0" hangingPunct="0"/>
            <a:endParaRPr lang="zh-CN" altLang="en-US" b="1">
              <a:solidFill>
                <a:srgbClr val="0000CC"/>
              </a:solidFill>
              <a:ea typeface="黑体" panose="02010609060101010101" pitchFamily="49" charset="-122"/>
            </a:endParaRPr>
          </a:p>
        </p:txBody>
      </p:sp>
      <p:sp>
        <p:nvSpPr>
          <p:cNvPr id="883719" name="Freeform 8"/>
          <p:cNvSpPr>
            <a:spLocks noChangeArrowheads="1"/>
          </p:cNvSpPr>
          <p:nvPr/>
        </p:nvSpPr>
        <p:spPr bwMode="auto">
          <a:xfrm>
            <a:off x="2654300" y="2790825"/>
            <a:ext cx="1258888" cy="1128713"/>
          </a:xfrm>
          <a:custGeom>
            <a:avLst/>
            <a:gdLst>
              <a:gd name="T0" fmla="*/ 0 w 732"/>
              <a:gd name="T1" fmla="*/ 711 h 711"/>
              <a:gd name="T2" fmla="*/ 732 w 732"/>
              <a:gd name="T3" fmla="*/ 372 h 711"/>
              <a:gd name="T4" fmla="*/ 732 w 732"/>
              <a:gd name="T5" fmla="*/ 0 h 711"/>
            </a:gdLst>
            <a:ahLst/>
            <a:cxnLst>
              <a:cxn ang="0">
                <a:pos x="T0" y="T1"/>
              </a:cxn>
              <a:cxn ang="0">
                <a:pos x="T2" y="T3"/>
              </a:cxn>
              <a:cxn ang="0">
                <a:pos x="T4" y="T5"/>
              </a:cxn>
            </a:cxnLst>
            <a:rect l="0" t="0" r="r" b="b"/>
            <a:pathLst>
              <a:path w="732" h="711">
                <a:moveTo>
                  <a:pt x="0" y="711"/>
                </a:moveTo>
                <a:lnTo>
                  <a:pt x="732" y="372"/>
                </a:lnTo>
                <a:lnTo>
                  <a:pt x="732" y="0"/>
                </a:lnTo>
              </a:path>
            </a:pathLst>
          </a:custGeom>
          <a:noFill/>
          <a:ln w="38100">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83720" name="Freeform 9"/>
          <p:cNvSpPr>
            <a:spLocks noChangeArrowheads="1"/>
          </p:cNvSpPr>
          <p:nvPr/>
        </p:nvSpPr>
        <p:spPr bwMode="auto">
          <a:xfrm>
            <a:off x="3117850" y="4189413"/>
            <a:ext cx="4427538" cy="2479675"/>
          </a:xfrm>
          <a:custGeom>
            <a:avLst/>
            <a:gdLst>
              <a:gd name="T0" fmla="*/ 65 w 2574"/>
              <a:gd name="T1" fmla="*/ 457 h 1562"/>
              <a:gd name="T2" fmla="*/ 612 w 2574"/>
              <a:gd name="T3" fmla="*/ 146 h 1562"/>
              <a:gd name="T4" fmla="*/ 770 w 2574"/>
              <a:gd name="T5" fmla="*/ 89 h 1562"/>
              <a:gd name="T6" fmla="*/ 917 w 2574"/>
              <a:gd name="T7" fmla="*/ 55 h 1562"/>
              <a:gd name="T8" fmla="*/ 1063 w 2574"/>
              <a:gd name="T9" fmla="*/ 50 h 1562"/>
              <a:gd name="T10" fmla="*/ 1303 w 2574"/>
              <a:gd name="T11" fmla="*/ 18 h 1562"/>
              <a:gd name="T12" fmla="*/ 1703 w 2574"/>
              <a:gd name="T13" fmla="*/ 18 h 1562"/>
              <a:gd name="T14" fmla="*/ 2119 w 2574"/>
              <a:gd name="T15" fmla="*/ 154 h 1562"/>
              <a:gd name="T16" fmla="*/ 2267 w 2574"/>
              <a:gd name="T17" fmla="*/ 361 h 1562"/>
              <a:gd name="T18" fmla="*/ 2401 w 2574"/>
              <a:gd name="T19" fmla="*/ 589 h 1562"/>
              <a:gd name="T20" fmla="*/ 2487 w 2574"/>
              <a:gd name="T21" fmla="*/ 762 h 1562"/>
              <a:gd name="T22" fmla="*/ 2567 w 2574"/>
              <a:gd name="T23" fmla="*/ 1226 h 1562"/>
              <a:gd name="T24" fmla="*/ 2455 w 2574"/>
              <a:gd name="T25" fmla="*/ 1394 h 1562"/>
              <a:gd name="T26" fmla="*/ 2287 w 2574"/>
              <a:gd name="T27" fmla="*/ 1458 h 1562"/>
              <a:gd name="T28" fmla="*/ 2000 w 2574"/>
              <a:gd name="T29" fmla="*/ 1515 h 1562"/>
              <a:gd name="T30" fmla="*/ 1756 w 2574"/>
              <a:gd name="T31" fmla="*/ 1502 h 1562"/>
              <a:gd name="T32" fmla="*/ 1512 w 2574"/>
              <a:gd name="T33" fmla="*/ 1388 h 1562"/>
              <a:gd name="T34" fmla="*/ 952 w 2574"/>
              <a:gd name="T35" fmla="*/ 1337 h 1562"/>
              <a:gd name="T36" fmla="*/ 684 w 2574"/>
              <a:gd name="T37" fmla="*/ 1274 h 1562"/>
              <a:gd name="T38" fmla="*/ 477 w 2574"/>
              <a:gd name="T39" fmla="*/ 1198 h 1562"/>
              <a:gd name="T40" fmla="*/ 65 w 2574"/>
              <a:gd name="T41" fmla="*/ 1036 h 1562"/>
              <a:gd name="T42" fmla="*/ 0 w 2574"/>
              <a:gd name="T43" fmla="*/ 853 h 1562"/>
              <a:gd name="T44" fmla="*/ 65 w 2574"/>
              <a:gd name="T45" fmla="*/ 457 h 1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574" h="1562">
                <a:moveTo>
                  <a:pt x="65" y="457"/>
                </a:moveTo>
                <a:cubicBezTo>
                  <a:pt x="262" y="320"/>
                  <a:pt x="371" y="154"/>
                  <a:pt x="612" y="146"/>
                </a:cubicBezTo>
                <a:cubicBezTo>
                  <a:pt x="707" y="122"/>
                  <a:pt x="689" y="145"/>
                  <a:pt x="770" y="89"/>
                </a:cubicBezTo>
                <a:cubicBezTo>
                  <a:pt x="784" y="79"/>
                  <a:pt x="901" y="61"/>
                  <a:pt x="917" y="55"/>
                </a:cubicBezTo>
                <a:cubicBezTo>
                  <a:pt x="952" y="49"/>
                  <a:pt x="1004" y="48"/>
                  <a:pt x="1063" y="50"/>
                </a:cubicBezTo>
                <a:cubicBezTo>
                  <a:pt x="1127" y="44"/>
                  <a:pt x="1196" y="23"/>
                  <a:pt x="1303" y="18"/>
                </a:cubicBezTo>
                <a:cubicBezTo>
                  <a:pt x="1502" y="22"/>
                  <a:pt x="1505" y="0"/>
                  <a:pt x="1703" y="18"/>
                </a:cubicBezTo>
                <a:cubicBezTo>
                  <a:pt x="1770" y="24"/>
                  <a:pt x="2049" y="130"/>
                  <a:pt x="2119" y="154"/>
                </a:cubicBezTo>
                <a:cubicBezTo>
                  <a:pt x="2181" y="203"/>
                  <a:pt x="2213" y="303"/>
                  <a:pt x="2267" y="361"/>
                </a:cubicBezTo>
                <a:cubicBezTo>
                  <a:pt x="2325" y="421"/>
                  <a:pt x="2366" y="514"/>
                  <a:pt x="2401" y="589"/>
                </a:cubicBezTo>
                <a:cubicBezTo>
                  <a:pt x="2414" y="654"/>
                  <a:pt x="2478" y="696"/>
                  <a:pt x="2487" y="762"/>
                </a:cubicBezTo>
                <a:cubicBezTo>
                  <a:pt x="2483" y="898"/>
                  <a:pt x="2574" y="1091"/>
                  <a:pt x="2567" y="1226"/>
                </a:cubicBezTo>
                <a:cubicBezTo>
                  <a:pt x="2564" y="1281"/>
                  <a:pt x="2482" y="1355"/>
                  <a:pt x="2455" y="1394"/>
                </a:cubicBezTo>
                <a:cubicBezTo>
                  <a:pt x="2445" y="1410"/>
                  <a:pt x="2298" y="1442"/>
                  <a:pt x="2287" y="1458"/>
                </a:cubicBezTo>
                <a:cubicBezTo>
                  <a:pt x="2215" y="1562"/>
                  <a:pt x="2111" y="1496"/>
                  <a:pt x="2000" y="1515"/>
                </a:cubicBezTo>
                <a:cubicBezTo>
                  <a:pt x="1918" y="1511"/>
                  <a:pt x="1836" y="1513"/>
                  <a:pt x="1756" y="1502"/>
                </a:cubicBezTo>
                <a:cubicBezTo>
                  <a:pt x="1687" y="1493"/>
                  <a:pt x="1592" y="1406"/>
                  <a:pt x="1512" y="1388"/>
                </a:cubicBezTo>
                <a:cubicBezTo>
                  <a:pt x="1318" y="1344"/>
                  <a:pt x="1150" y="1347"/>
                  <a:pt x="952" y="1337"/>
                </a:cubicBezTo>
                <a:cubicBezTo>
                  <a:pt x="875" y="1324"/>
                  <a:pt x="760" y="1294"/>
                  <a:pt x="684" y="1274"/>
                </a:cubicBezTo>
                <a:cubicBezTo>
                  <a:pt x="620" y="1230"/>
                  <a:pt x="550" y="1217"/>
                  <a:pt x="477" y="1198"/>
                </a:cubicBezTo>
                <a:cubicBezTo>
                  <a:pt x="282" y="1147"/>
                  <a:pt x="242" y="1124"/>
                  <a:pt x="65" y="1036"/>
                </a:cubicBezTo>
                <a:cubicBezTo>
                  <a:pt x="37" y="959"/>
                  <a:pt x="0" y="949"/>
                  <a:pt x="0" y="853"/>
                </a:cubicBezTo>
                <a:cubicBezTo>
                  <a:pt x="0" y="757"/>
                  <a:pt x="52" y="539"/>
                  <a:pt x="65" y="457"/>
                </a:cubicBezTo>
                <a:close/>
              </a:path>
            </a:pathLst>
          </a:custGeom>
          <a:solidFill>
            <a:schemeClr val="bg1"/>
          </a:solidFill>
          <a:ln w="9525">
            <a:solidFill>
              <a:schemeClr val="tx1"/>
            </a:solidFill>
            <a:prstDash val="dash"/>
            <a:round/>
            <a:headEnd/>
            <a:tailEnd/>
          </a:ln>
        </p:spPr>
        <p:txBody>
          <a:bodyPr/>
          <a:lstStyle/>
          <a:p>
            <a:pPr eaLnBrk="0" hangingPunct="0"/>
            <a:endParaRPr lang="zh-CN" altLang="en-US" b="1">
              <a:solidFill>
                <a:srgbClr val="0000CC"/>
              </a:solidFill>
              <a:ea typeface="黑体" panose="02010609060101010101" pitchFamily="49" charset="-122"/>
            </a:endParaRPr>
          </a:p>
        </p:txBody>
      </p:sp>
      <p:sp>
        <p:nvSpPr>
          <p:cNvPr id="883721" name="Freeform 10"/>
          <p:cNvSpPr>
            <a:spLocks noChangeArrowheads="1"/>
          </p:cNvSpPr>
          <p:nvPr/>
        </p:nvSpPr>
        <p:spPr bwMode="auto">
          <a:xfrm>
            <a:off x="2654300" y="4078288"/>
            <a:ext cx="1508125" cy="742950"/>
          </a:xfrm>
          <a:custGeom>
            <a:avLst/>
            <a:gdLst>
              <a:gd name="T0" fmla="*/ 0 w 877"/>
              <a:gd name="T1" fmla="*/ 0 h 507"/>
              <a:gd name="T2" fmla="*/ 877 w 877"/>
              <a:gd name="T3" fmla="*/ 287 h 507"/>
              <a:gd name="T4" fmla="*/ 877 w 877"/>
              <a:gd name="T5" fmla="*/ 507 h 507"/>
            </a:gdLst>
            <a:ahLst/>
            <a:cxnLst>
              <a:cxn ang="0">
                <a:pos x="T0" y="T1"/>
              </a:cxn>
              <a:cxn ang="0">
                <a:pos x="T2" y="T3"/>
              </a:cxn>
              <a:cxn ang="0">
                <a:pos x="T4" y="T5"/>
              </a:cxn>
            </a:cxnLst>
            <a:rect l="0" t="0" r="r" b="b"/>
            <a:pathLst>
              <a:path w="877" h="507">
                <a:moveTo>
                  <a:pt x="0" y="0"/>
                </a:moveTo>
                <a:lnTo>
                  <a:pt x="877" y="287"/>
                </a:lnTo>
                <a:lnTo>
                  <a:pt x="877" y="507"/>
                </a:lnTo>
              </a:path>
            </a:pathLst>
          </a:custGeom>
          <a:noFill/>
          <a:ln w="38100">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83722" name="Freeform 11"/>
          <p:cNvSpPr>
            <a:spLocks noChangeArrowheads="1"/>
          </p:cNvSpPr>
          <p:nvPr/>
        </p:nvSpPr>
        <p:spPr bwMode="auto">
          <a:xfrm>
            <a:off x="6578600" y="1503363"/>
            <a:ext cx="3073400" cy="3963987"/>
          </a:xfrm>
          <a:custGeom>
            <a:avLst/>
            <a:gdLst>
              <a:gd name="T0" fmla="*/ 289 w 1787"/>
              <a:gd name="T1" fmla="*/ 1901 h 2497"/>
              <a:gd name="T2" fmla="*/ 128 w 1787"/>
              <a:gd name="T3" fmla="*/ 1797 h 2497"/>
              <a:gd name="T4" fmla="*/ 15 w 1787"/>
              <a:gd name="T5" fmla="*/ 1583 h 2497"/>
              <a:gd name="T6" fmla="*/ 83 w 1787"/>
              <a:gd name="T7" fmla="*/ 1007 h 2497"/>
              <a:gd name="T8" fmla="*/ 264 w 1787"/>
              <a:gd name="T9" fmla="*/ 596 h 2497"/>
              <a:gd name="T10" fmla="*/ 374 w 1787"/>
              <a:gd name="T11" fmla="*/ 228 h 2497"/>
              <a:gd name="T12" fmla="*/ 496 w 1787"/>
              <a:gd name="T13" fmla="*/ 101 h 2497"/>
              <a:gd name="T14" fmla="*/ 776 w 1787"/>
              <a:gd name="T15" fmla="*/ 0 h 2497"/>
              <a:gd name="T16" fmla="*/ 1263 w 1787"/>
              <a:gd name="T17" fmla="*/ 13 h 2497"/>
              <a:gd name="T18" fmla="*/ 1470 w 1787"/>
              <a:gd name="T19" fmla="*/ 89 h 2497"/>
              <a:gd name="T20" fmla="*/ 1543 w 1787"/>
              <a:gd name="T21" fmla="*/ 139 h 2497"/>
              <a:gd name="T22" fmla="*/ 1641 w 1787"/>
              <a:gd name="T23" fmla="*/ 241 h 2497"/>
              <a:gd name="T24" fmla="*/ 1738 w 1787"/>
              <a:gd name="T25" fmla="*/ 532 h 2497"/>
              <a:gd name="T26" fmla="*/ 1787 w 1787"/>
              <a:gd name="T27" fmla="*/ 1952 h 2497"/>
              <a:gd name="T28" fmla="*/ 1775 w 1787"/>
              <a:gd name="T29" fmla="*/ 2269 h 2497"/>
              <a:gd name="T30" fmla="*/ 1519 w 1787"/>
              <a:gd name="T31" fmla="*/ 2497 h 2497"/>
              <a:gd name="T32" fmla="*/ 1141 w 1787"/>
              <a:gd name="T33" fmla="*/ 2459 h 2497"/>
              <a:gd name="T34" fmla="*/ 971 w 1787"/>
              <a:gd name="T35" fmla="*/ 2396 h 2497"/>
              <a:gd name="T36" fmla="*/ 861 w 1787"/>
              <a:gd name="T37" fmla="*/ 2320 h 2497"/>
              <a:gd name="T38" fmla="*/ 812 w 1787"/>
              <a:gd name="T39" fmla="*/ 2294 h 2497"/>
              <a:gd name="T40" fmla="*/ 618 w 1787"/>
              <a:gd name="T41" fmla="*/ 2142 h 2497"/>
              <a:gd name="T42" fmla="*/ 386 w 1787"/>
              <a:gd name="T43" fmla="*/ 1977 h 2497"/>
              <a:gd name="T44" fmla="*/ 350 w 1787"/>
              <a:gd name="T45" fmla="*/ 1939 h 2497"/>
              <a:gd name="T46" fmla="*/ 289 w 1787"/>
              <a:gd name="T47" fmla="*/ 1901 h 2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87" h="2497">
                <a:moveTo>
                  <a:pt x="289" y="1901"/>
                </a:moveTo>
                <a:cubicBezTo>
                  <a:pt x="270" y="1825"/>
                  <a:pt x="157" y="1859"/>
                  <a:pt x="128" y="1797"/>
                </a:cubicBezTo>
                <a:cubicBezTo>
                  <a:pt x="98" y="1735"/>
                  <a:pt x="36" y="1648"/>
                  <a:pt x="15" y="1583"/>
                </a:cubicBezTo>
                <a:cubicBezTo>
                  <a:pt x="0" y="1365"/>
                  <a:pt x="35" y="1221"/>
                  <a:pt x="83" y="1007"/>
                </a:cubicBezTo>
                <a:cubicBezTo>
                  <a:pt x="108" y="892"/>
                  <a:pt x="242" y="711"/>
                  <a:pt x="264" y="596"/>
                </a:cubicBezTo>
                <a:cubicBezTo>
                  <a:pt x="289" y="467"/>
                  <a:pt x="297" y="335"/>
                  <a:pt x="374" y="228"/>
                </a:cubicBezTo>
                <a:cubicBezTo>
                  <a:pt x="395" y="161"/>
                  <a:pt x="438" y="142"/>
                  <a:pt x="496" y="101"/>
                </a:cubicBezTo>
                <a:cubicBezTo>
                  <a:pt x="582" y="42"/>
                  <a:pt x="673" y="15"/>
                  <a:pt x="776" y="0"/>
                </a:cubicBezTo>
                <a:cubicBezTo>
                  <a:pt x="938" y="4"/>
                  <a:pt x="1101" y="5"/>
                  <a:pt x="1263" y="13"/>
                </a:cubicBezTo>
                <a:cubicBezTo>
                  <a:pt x="1339" y="16"/>
                  <a:pt x="1400" y="71"/>
                  <a:pt x="1470" y="89"/>
                </a:cubicBezTo>
                <a:cubicBezTo>
                  <a:pt x="1495" y="106"/>
                  <a:pt x="1527" y="114"/>
                  <a:pt x="1543" y="139"/>
                </a:cubicBezTo>
                <a:cubicBezTo>
                  <a:pt x="1572" y="183"/>
                  <a:pt x="1599" y="211"/>
                  <a:pt x="1641" y="241"/>
                </a:cubicBezTo>
                <a:cubicBezTo>
                  <a:pt x="1694" y="323"/>
                  <a:pt x="1720" y="435"/>
                  <a:pt x="1738" y="532"/>
                </a:cubicBezTo>
                <a:cubicBezTo>
                  <a:pt x="1763" y="984"/>
                  <a:pt x="1720" y="1534"/>
                  <a:pt x="1787" y="1952"/>
                </a:cubicBezTo>
                <a:cubicBezTo>
                  <a:pt x="1783" y="2058"/>
                  <a:pt x="1785" y="2163"/>
                  <a:pt x="1775" y="2269"/>
                </a:cubicBezTo>
                <a:cubicBezTo>
                  <a:pt x="1762" y="2412"/>
                  <a:pt x="1640" y="2472"/>
                  <a:pt x="1519" y="2497"/>
                </a:cubicBezTo>
                <a:cubicBezTo>
                  <a:pt x="1358" y="2489"/>
                  <a:pt x="1280" y="2483"/>
                  <a:pt x="1141" y="2459"/>
                </a:cubicBezTo>
                <a:cubicBezTo>
                  <a:pt x="1086" y="2430"/>
                  <a:pt x="1030" y="2416"/>
                  <a:pt x="971" y="2396"/>
                </a:cubicBezTo>
                <a:cubicBezTo>
                  <a:pt x="934" y="2383"/>
                  <a:pt x="898" y="2339"/>
                  <a:pt x="861" y="2320"/>
                </a:cubicBezTo>
                <a:cubicBezTo>
                  <a:pt x="845" y="2311"/>
                  <a:pt x="827" y="2306"/>
                  <a:pt x="812" y="2294"/>
                </a:cubicBezTo>
                <a:cubicBezTo>
                  <a:pt x="741" y="2234"/>
                  <a:pt x="706" y="2173"/>
                  <a:pt x="618" y="2142"/>
                </a:cubicBezTo>
                <a:cubicBezTo>
                  <a:pt x="542" y="2084"/>
                  <a:pt x="464" y="2031"/>
                  <a:pt x="386" y="1977"/>
                </a:cubicBezTo>
                <a:cubicBezTo>
                  <a:pt x="372" y="1968"/>
                  <a:pt x="364" y="1949"/>
                  <a:pt x="350" y="1939"/>
                </a:cubicBezTo>
                <a:cubicBezTo>
                  <a:pt x="255" y="1874"/>
                  <a:pt x="365" y="1980"/>
                  <a:pt x="289" y="1901"/>
                </a:cubicBezTo>
                <a:close/>
              </a:path>
            </a:pathLst>
          </a:custGeom>
          <a:solidFill>
            <a:schemeClr val="bg1"/>
          </a:solidFill>
          <a:ln w="9525">
            <a:solidFill>
              <a:schemeClr val="tx1"/>
            </a:solidFill>
            <a:prstDash val="dash"/>
            <a:round/>
            <a:headEnd/>
            <a:tailEnd/>
          </a:ln>
        </p:spPr>
        <p:txBody>
          <a:bodyPr/>
          <a:lstStyle/>
          <a:p>
            <a:pPr eaLnBrk="0" hangingPunct="0"/>
            <a:endParaRPr lang="zh-CN" altLang="en-US" b="1">
              <a:solidFill>
                <a:srgbClr val="0000CC"/>
              </a:solidFill>
              <a:ea typeface="黑体" panose="02010609060101010101" pitchFamily="49" charset="-122"/>
            </a:endParaRPr>
          </a:p>
        </p:txBody>
      </p:sp>
      <p:sp>
        <p:nvSpPr>
          <p:cNvPr id="883723" name="Line 12"/>
          <p:cNvSpPr>
            <a:spLocks noChangeShapeType="1"/>
          </p:cNvSpPr>
          <p:nvPr/>
        </p:nvSpPr>
        <p:spPr bwMode="auto">
          <a:xfrm flipV="1">
            <a:off x="2654300" y="3998913"/>
            <a:ext cx="5532438"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3724" name="Line 13"/>
          <p:cNvSpPr>
            <a:spLocks noChangeShapeType="1"/>
          </p:cNvSpPr>
          <p:nvPr/>
        </p:nvSpPr>
        <p:spPr bwMode="auto">
          <a:xfrm>
            <a:off x="3557588" y="2389188"/>
            <a:ext cx="0" cy="41275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3725" name="Freeform 14"/>
          <p:cNvSpPr>
            <a:spLocks noChangeArrowheads="1"/>
          </p:cNvSpPr>
          <p:nvPr/>
        </p:nvSpPr>
        <p:spPr bwMode="auto">
          <a:xfrm>
            <a:off x="8172450" y="2776538"/>
            <a:ext cx="536575" cy="508000"/>
          </a:xfrm>
          <a:custGeom>
            <a:avLst/>
            <a:gdLst>
              <a:gd name="T0" fmla="*/ 308 w 308"/>
              <a:gd name="T1" fmla="*/ 0 h 396"/>
              <a:gd name="T2" fmla="*/ 308 w 308"/>
              <a:gd name="T3" fmla="*/ 396 h 396"/>
              <a:gd name="T4" fmla="*/ 0 w 308"/>
              <a:gd name="T5" fmla="*/ 392 h 396"/>
            </a:gdLst>
            <a:ahLst/>
            <a:cxnLst>
              <a:cxn ang="0">
                <a:pos x="T0" y="T1"/>
              </a:cxn>
              <a:cxn ang="0">
                <a:pos x="T2" y="T3"/>
              </a:cxn>
              <a:cxn ang="0">
                <a:pos x="T4" y="T5"/>
              </a:cxn>
            </a:cxnLst>
            <a:rect l="0" t="0" r="r" b="b"/>
            <a:pathLst>
              <a:path w="308" h="396">
                <a:moveTo>
                  <a:pt x="308" y="0"/>
                </a:moveTo>
                <a:lnTo>
                  <a:pt x="308" y="396"/>
                </a:lnTo>
                <a:lnTo>
                  <a:pt x="0" y="392"/>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3726" name="Line 15"/>
          <p:cNvSpPr>
            <a:spLocks noChangeShapeType="1"/>
          </p:cNvSpPr>
          <p:nvPr/>
        </p:nvSpPr>
        <p:spPr bwMode="auto">
          <a:xfrm>
            <a:off x="6156325" y="2147888"/>
            <a:ext cx="0" cy="6318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3727" name="Line 16"/>
          <p:cNvSpPr>
            <a:spLocks noChangeShapeType="1"/>
          </p:cNvSpPr>
          <p:nvPr/>
        </p:nvSpPr>
        <p:spPr bwMode="auto">
          <a:xfrm flipV="1">
            <a:off x="6583363" y="4808538"/>
            <a:ext cx="11112" cy="10763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3728" name="Line 17"/>
          <p:cNvSpPr>
            <a:spLocks noChangeShapeType="1"/>
          </p:cNvSpPr>
          <p:nvPr/>
        </p:nvSpPr>
        <p:spPr bwMode="auto">
          <a:xfrm flipH="1">
            <a:off x="4708525" y="2279650"/>
            <a:ext cx="0" cy="5222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3729" name="Freeform 18"/>
          <p:cNvSpPr>
            <a:spLocks noChangeArrowheads="1"/>
          </p:cNvSpPr>
          <p:nvPr/>
        </p:nvSpPr>
        <p:spPr bwMode="auto">
          <a:xfrm>
            <a:off x="7878763" y="2374900"/>
            <a:ext cx="307975" cy="657225"/>
          </a:xfrm>
          <a:custGeom>
            <a:avLst/>
            <a:gdLst>
              <a:gd name="T0" fmla="*/ 0 w 176"/>
              <a:gd name="T1" fmla="*/ 0 h 392"/>
              <a:gd name="T2" fmla="*/ 0 w 176"/>
              <a:gd name="T3" fmla="*/ 392 h 392"/>
              <a:gd name="T4" fmla="*/ 176 w 176"/>
              <a:gd name="T5" fmla="*/ 392 h 392"/>
            </a:gdLst>
            <a:ahLst/>
            <a:cxnLst>
              <a:cxn ang="0">
                <a:pos x="T0" y="T1"/>
              </a:cxn>
              <a:cxn ang="0">
                <a:pos x="T2" y="T3"/>
              </a:cxn>
              <a:cxn ang="0">
                <a:pos x="T4" y="T5"/>
              </a:cxn>
            </a:cxnLst>
            <a:rect l="0" t="0" r="r" b="b"/>
            <a:pathLst>
              <a:path w="176" h="392">
                <a:moveTo>
                  <a:pt x="0" y="0"/>
                </a:moveTo>
                <a:lnTo>
                  <a:pt x="0" y="392"/>
                </a:lnTo>
                <a:lnTo>
                  <a:pt x="176" y="392"/>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3730" name="Line 19"/>
          <p:cNvSpPr>
            <a:spLocks noChangeShapeType="1"/>
          </p:cNvSpPr>
          <p:nvPr/>
        </p:nvSpPr>
        <p:spPr bwMode="auto">
          <a:xfrm flipH="1" flipV="1">
            <a:off x="5432425" y="4821238"/>
            <a:ext cx="0" cy="6873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3731" name="Line 20"/>
          <p:cNvSpPr>
            <a:spLocks noChangeShapeType="1"/>
          </p:cNvSpPr>
          <p:nvPr/>
        </p:nvSpPr>
        <p:spPr bwMode="auto">
          <a:xfrm flipH="1" flipV="1">
            <a:off x="3922713" y="4821238"/>
            <a:ext cx="0" cy="4048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3732" name="Line 21"/>
          <p:cNvSpPr>
            <a:spLocks noChangeShapeType="1"/>
          </p:cNvSpPr>
          <p:nvPr/>
        </p:nvSpPr>
        <p:spPr bwMode="auto">
          <a:xfrm flipH="1" flipV="1">
            <a:off x="8186738" y="4683125"/>
            <a:ext cx="9207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pic>
        <p:nvPicPr>
          <p:cNvPr id="883733" name="Picture 2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97388" y="1985963"/>
            <a:ext cx="415925"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3734" name="Picture 2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25688" y="3756025"/>
            <a:ext cx="75565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3735" name="Picture 2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7563" y="2236788"/>
            <a:ext cx="412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3736" name="Picture 2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56300" y="1825625"/>
            <a:ext cx="412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3737" name="Picture 2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21700" y="2468563"/>
            <a:ext cx="414338"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3738" name="Picture 2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83500" y="2066925"/>
            <a:ext cx="412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3739" name="Picture 2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39213" y="4402138"/>
            <a:ext cx="4143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3740" name="Picture 2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5672138"/>
            <a:ext cx="4143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3741" name="Picture 3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21288" y="5386388"/>
            <a:ext cx="41275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3742" name="Picture 3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11575" y="5064125"/>
            <a:ext cx="4143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3743" name="Text Box 32"/>
          <p:cNvSpPr txBox="1">
            <a:spLocks noChangeArrowheads="1"/>
          </p:cNvSpPr>
          <p:nvPr/>
        </p:nvSpPr>
        <p:spPr bwMode="auto">
          <a:xfrm>
            <a:off x="2740025" y="1949450"/>
            <a:ext cx="1536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145.13.3.10</a:t>
            </a:r>
          </a:p>
        </p:txBody>
      </p:sp>
      <p:sp>
        <p:nvSpPr>
          <p:cNvPr id="883744" name="Text Box 33"/>
          <p:cNvSpPr txBox="1">
            <a:spLocks noChangeArrowheads="1"/>
          </p:cNvSpPr>
          <p:nvPr/>
        </p:nvSpPr>
        <p:spPr bwMode="auto">
          <a:xfrm>
            <a:off x="3833813" y="1628775"/>
            <a:ext cx="1524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145.13.3.11</a:t>
            </a:r>
          </a:p>
        </p:txBody>
      </p:sp>
      <p:sp>
        <p:nvSpPr>
          <p:cNvPr id="883745" name="Text Box 34"/>
          <p:cNvSpPr txBox="1">
            <a:spLocks noChangeArrowheads="1"/>
          </p:cNvSpPr>
          <p:nvPr/>
        </p:nvSpPr>
        <p:spPr bwMode="auto">
          <a:xfrm>
            <a:off x="5145088" y="1519238"/>
            <a:ext cx="1743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145.13.3.101</a:t>
            </a:r>
          </a:p>
        </p:txBody>
      </p:sp>
      <p:sp>
        <p:nvSpPr>
          <p:cNvPr id="883746" name="Text Box 35"/>
          <p:cNvSpPr txBox="1">
            <a:spLocks noChangeArrowheads="1"/>
          </p:cNvSpPr>
          <p:nvPr/>
        </p:nvSpPr>
        <p:spPr bwMode="auto">
          <a:xfrm>
            <a:off x="7207250" y="1655763"/>
            <a:ext cx="15382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145.13.7.34</a:t>
            </a:r>
          </a:p>
        </p:txBody>
      </p:sp>
      <p:sp>
        <p:nvSpPr>
          <p:cNvPr id="883747" name="Text Box 36"/>
          <p:cNvSpPr txBox="1">
            <a:spLocks noChangeArrowheads="1"/>
          </p:cNvSpPr>
          <p:nvPr/>
        </p:nvSpPr>
        <p:spPr bwMode="auto">
          <a:xfrm>
            <a:off x="8188325" y="2044700"/>
            <a:ext cx="1536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145.13.7.35</a:t>
            </a:r>
          </a:p>
        </p:txBody>
      </p:sp>
      <p:sp>
        <p:nvSpPr>
          <p:cNvPr id="883748" name="Text Box 37"/>
          <p:cNvSpPr txBox="1">
            <a:spLocks noChangeArrowheads="1"/>
          </p:cNvSpPr>
          <p:nvPr/>
        </p:nvSpPr>
        <p:spPr bwMode="auto">
          <a:xfrm>
            <a:off x="8151813" y="4040188"/>
            <a:ext cx="15382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145.13.7.56</a:t>
            </a:r>
          </a:p>
        </p:txBody>
      </p:sp>
      <p:sp>
        <p:nvSpPr>
          <p:cNvPr id="883749" name="Text Box 38"/>
          <p:cNvSpPr txBox="1">
            <a:spLocks noChangeArrowheads="1"/>
          </p:cNvSpPr>
          <p:nvPr/>
        </p:nvSpPr>
        <p:spPr bwMode="auto">
          <a:xfrm>
            <a:off x="3055938" y="5445125"/>
            <a:ext cx="1743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145.13.21.23</a:t>
            </a:r>
          </a:p>
        </p:txBody>
      </p:sp>
      <p:sp>
        <p:nvSpPr>
          <p:cNvPr id="883750" name="Text Box 39"/>
          <p:cNvSpPr txBox="1">
            <a:spLocks noChangeArrowheads="1"/>
          </p:cNvSpPr>
          <p:nvPr/>
        </p:nvSpPr>
        <p:spPr bwMode="auto">
          <a:xfrm>
            <a:off x="4525963" y="5743575"/>
            <a:ext cx="1536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145.13.21.9</a:t>
            </a:r>
          </a:p>
        </p:txBody>
      </p:sp>
      <p:sp>
        <p:nvSpPr>
          <p:cNvPr id="883751" name="Text Box 40"/>
          <p:cNvSpPr txBox="1">
            <a:spLocks noChangeArrowheads="1"/>
          </p:cNvSpPr>
          <p:nvPr/>
        </p:nvSpPr>
        <p:spPr bwMode="auto">
          <a:xfrm>
            <a:off x="5721350" y="6065838"/>
            <a:ext cx="1536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145.13.21.8</a:t>
            </a:r>
          </a:p>
        </p:txBody>
      </p:sp>
      <p:sp>
        <p:nvSpPr>
          <p:cNvPr id="883752" name="Line 41"/>
          <p:cNvSpPr>
            <a:spLocks noChangeShapeType="1"/>
          </p:cNvSpPr>
          <p:nvPr/>
        </p:nvSpPr>
        <p:spPr bwMode="auto">
          <a:xfrm flipV="1">
            <a:off x="3540125" y="4806950"/>
            <a:ext cx="3416300" cy="14288"/>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83753" name="Line 42"/>
          <p:cNvSpPr>
            <a:spLocks noChangeShapeType="1"/>
          </p:cNvSpPr>
          <p:nvPr/>
        </p:nvSpPr>
        <p:spPr bwMode="auto">
          <a:xfrm>
            <a:off x="3273425" y="2790825"/>
            <a:ext cx="335280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83754" name="Text Box 43"/>
          <p:cNvSpPr txBox="1">
            <a:spLocks noChangeArrowheads="1"/>
          </p:cNvSpPr>
          <p:nvPr/>
        </p:nvSpPr>
        <p:spPr bwMode="auto">
          <a:xfrm>
            <a:off x="4452938" y="4951413"/>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a:t>
            </a:r>
          </a:p>
        </p:txBody>
      </p:sp>
      <p:sp>
        <p:nvSpPr>
          <p:cNvPr id="883755" name="Text Box 44"/>
          <p:cNvSpPr txBox="1">
            <a:spLocks noChangeArrowheads="1"/>
          </p:cNvSpPr>
          <p:nvPr/>
        </p:nvSpPr>
        <p:spPr bwMode="auto">
          <a:xfrm>
            <a:off x="4922838" y="1857375"/>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a:t>
            </a:r>
          </a:p>
        </p:txBody>
      </p:sp>
      <p:sp>
        <p:nvSpPr>
          <p:cNvPr id="883756" name="Line 45"/>
          <p:cNvSpPr>
            <a:spLocks noChangeShapeType="1"/>
          </p:cNvSpPr>
          <p:nvPr/>
        </p:nvSpPr>
        <p:spPr bwMode="auto">
          <a:xfrm rot="5400000">
            <a:off x="7018338" y="3797300"/>
            <a:ext cx="233680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83757" name="Text Box 46"/>
          <p:cNvSpPr txBox="1">
            <a:spLocks noChangeArrowheads="1"/>
          </p:cNvSpPr>
          <p:nvPr/>
        </p:nvSpPr>
        <p:spPr bwMode="auto">
          <a:xfrm rot="5400000">
            <a:off x="8691562" y="3519488"/>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a:t>
            </a:r>
          </a:p>
        </p:txBody>
      </p:sp>
      <p:sp>
        <p:nvSpPr>
          <p:cNvPr id="883758" name="Text Box 47"/>
          <p:cNvSpPr txBox="1">
            <a:spLocks noChangeArrowheads="1"/>
          </p:cNvSpPr>
          <p:nvPr/>
        </p:nvSpPr>
        <p:spPr bwMode="auto">
          <a:xfrm>
            <a:off x="4383088" y="4410075"/>
            <a:ext cx="2124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子网 </a:t>
            </a:r>
            <a:r>
              <a:rPr lang="en-US" altLang="zh-CN" sz="2000" b="1">
                <a:solidFill>
                  <a:srgbClr val="0000CC"/>
                </a:solidFill>
                <a:ea typeface="黑体" panose="02010609060101010101" pitchFamily="49" charset="-122"/>
              </a:rPr>
              <a:t>145.13.21.0</a:t>
            </a:r>
          </a:p>
        </p:txBody>
      </p:sp>
      <p:sp>
        <p:nvSpPr>
          <p:cNvPr id="883759" name="Text Box 48"/>
          <p:cNvSpPr txBox="1">
            <a:spLocks noChangeArrowheads="1"/>
          </p:cNvSpPr>
          <p:nvPr/>
        </p:nvSpPr>
        <p:spPr bwMode="auto">
          <a:xfrm>
            <a:off x="4287838" y="2816225"/>
            <a:ext cx="19827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子网 </a:t>
            </a:r>
            <a:r>
              <a:rPr lang="en-US" altLang="zh-CN" sz="2000" b="1">
                <a:solidFill>
                  <a:srgbClr val="0000CC"/>
                </a:solidFill>
                <a:ea typeface="黑体" panose="02010609060101010101" pitchFamily="49" charset="-122"/>
              </a:rPr>
              <a:t>145.13.3.0</a:t>
            </a:r>
          </a:p>
        </p:txBody>
      </p:sp>
      <p:sp>
        <p:nvSpPr>
          <p:cNvPr id="883760" name="Text Box 49"/>
          <p:cNvSpPr txBox="1">
            <a:spLocks noChangeArrowheads="1"/>
          </p:cNvSpPr>
          <p:nvPr/>
        </p:nvSpPr>
        <p:spPr bwMode="auto">
          <a:xfrm>
            <a:off x="6513513" y="3262313"/>
            <a:ext cx="13938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    </a:t>
            </a:r>
            <a:r>
              <a:rPr lang="zh-CN" altLang="en-US" sz="2000" b="1">
                <a:solidFill>
                  <a:srgbClr val="0000CC"/>
                </a:solidFill>
                <a:ea typeface="黑体" panose="02010609060101010101" pitchFamily="49" charset="-122"/>
              </a:rPr>
              <a:t>子网 </a:t>
            </a:r>
          </a:p>
          <a:p>
            <a:pPr eaLnBrk="0" hangingPunct="0"/>
            <a:r>
              <a:rPr lang="en-US" altLang="zh-CN" sz="2000" b="1">
                <a:solidFill>
                  <a:srgbClr val="0000CC"/>
                </a:solidFill>
                <a:ea typeface="黑体" panose="02010609060101010101" pitchFamily="49" charset="-122"/>
              </a:rPr>
              <a:t>145.13.7.0</a:t>
            </a:r>
          </a:p>
        </p:txBody>
      </p:sp>
      <p:pic>
        <p:nvPicPr>
          <p:cNvPr id="883761" name="Picture 5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4038" y="4643438"/>
            <a:ext cx="75565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3762" name="Picture 5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4038" y="2389188"/>
            <a:ext cx="75565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3763" name="AutoShape 52"/>
          <p:cNvSpPr>
            <a:spLocks noChangeArrowheads="1"/>
          </p:cNvSpPr>
          <p:nvPr/>
        </p:nvSpPr>
        <p:spPr bwMode="auto">
          <a:xfrm>
            <a:off x="141288" y="1196975"/>
            <a:ext cx="2513012" cy="1073150"/>
          </a:xfrm>
          <a:prstGeom prst="wedgeRoundRectCallout">
            <a:avLst>
              <a:gd name="adj1" fmla="val 47574"/>
              <a:gd name="adj2" fmla="val 193338"/>
              <a:gd name="adj3" fmla="val 16667"/>
            </a:avLst>
          </a:prstGeom>
          <a:solidFill>
            <a:srgbClr val="FFFF99"/>
          </a:solidFill>
          <a:ln w="9525">
            <a:solidFill>
              <a:srgbClr val="333399"/>
            </a:solidFill>
            <a:miter lim="800000"/>
            <a:headEnd/>
            <a:tailEnd/>
          </a:ln>
          <a:effectLst>
            <a:outerShdw dist="35921" dir="2700000" algn="ctr" rotWithShape="0">
              <a:schemeClr val="bg2"/>
            </a:outerShdw>
          </a:effectLst>
        </p:spPr>
        <p:txBody>
          <a:bodyPr/>
          <a:lstStyle/>
          <a:p>
            <a:pPr algn="ctr" eaLnBrk="0" hangingPunct="0"/>
            <a:endParaRPr lang="zh-CN" altLang="zh-CN" sz="2000" b="1">
              <a:solidFill>
                <a:srgbClr val="0000CC"/>
              </a:solidFill>
              <a:ea typeface="黑体" panose="02010609060101010101" pitchFamily="49" charset="-122"/>
            </a:endParaRPr>
          </a:p>
        </p:txBody>
      </p:sp>
      <p:sp>
        <p:nvSpPr>
          <p:cNvPr id="883764" name="Text Box 53"/>
          <p:cNvSpPr txBox="1">
            <a:spLocks noChangeArrowheads="1"/>
          </p:cNvSpPr>
          <p:nvPr/>
        </p:nvSpPr>
        <p:spPr bwMode="auto">
          <a:xfrm>
            <a:off x="144463" y="1189038"/>
            <a:ext cx="2509837"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en-US" sz="2000" b="1">
                <a:solidFill>
                  <a:srgbClr val="0000CC"/>
                </a:solidFill>
                <a:ea typeface="黑体" panose="02010609060101010101" pitchFamily="49" charset="-122"/>
              </a:rPr>
              <a:t>所有到达网络</a:t>
            </a:r>
            <a:r>
              <a:rPr lang="en-US" altLang="zh-CN" sz="2000" b="1">
                <a:solidFill>
                  <a:srgbClr val="0000CC"/>
                </a:solidFill>
                <a:ea typeface="黑体" panose="02010609060101010101" pitchFamily="49" charset="-122"/>
              </a:rPr>
              <a:t>145.13.0.0</a:t>
            </a:r>
            <a:r>
              <a:rPr lang="zh-CN" altLang="en-US" sz="2000" b="1">
                <a:solidFill>
                  <a:srgbClr val="0000CC"/>
                </a:solidFill>
                <a:ea typeface="黑体" panose="02010609060101010101" pitchFamily="49" charset="-122"/>
              </a:rPr>
              <a:t>的分组均到达此路由器</a:t>
            </a:r>
          </a:p>
        </p:txBody>
      </p:sp>
      <p:sp>
        <p:nvSpPr>
          <p:cNvPr id="883765" name="Text Box 56"/>
          <p:cNvSpPr txBox="1">
            <a:spLocks noChangeArrowheads="1"/>
          </p:cNvSpPr>
          <p:nvPr/>
        </p:nvSpPr>
        <p:spPr bwMode="auto">
          <a:xfrm>
            <a:off x="7519988" y="5680075"/>
            <a:ext cx="1884362"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800" b="1">
                <a:solidFill>
                  <a:srgbClr val="0000CC"/>
                </a:solidFill>
                <a:ea typeface="黑体" panose="02010609060101010101" pitchFamily="49" charset="-122"/>
              </a:rPr>
              <a:t>网络</a:t>
            </a:r>
          </a:p>
          <a:p>
            <a:pPr algn="ctr" eaLnBrk="0" hangingPunct="0"/>
            <a:r>
              <a:rPr lang="en-US" altLang="zh-CN" sz="2800" b="1">
                <a:solidFill>
                  <a:srgbClr val="0000CC"/>
                </a:solidFill>
                <a:ea typeface="黑体" panose="02010609060101010101" pitchFamily="49" charset="-122"/>
              </a:rPr>
              <a:t>145.13.0.0</a:t>
            </a:r>
          </a:p>
        </p:txBody>
      </p:sp>
      <p:sp>
        <p:nvSpPr>
          <p:cNvPr id="883766" name="Text Box 57"/>
          <p:cNvSpPr txBox="1">
            <a:spLocks noChangeArrowheads="1"/>
          </p:cNvSpPr>
          <p:nvPr/>
        </p:nvSpPr>
        <p:spPr bwMode="auto">
          <a:xfrm>
            <a:off x="2490788" y="4105275"/>
            <a:ext cx="5222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C00000"/>
                </a:solidFill>
                <a:ea typeface="黑体" panose="02010609060101010101" pitchFamily="49" charset="-122"/>
              </a:rPr>
              <a:t>R</a:t>
            </a:r>
            <a:r>
              <a:rPr lang="en-US" altLang="zh-CN" sz="2400" b="1" baseline="-25000">
                <a:solidFill>
                  <a:srgbClr val="C00000"/>
                </a:solidFill>
                <a:ea typeface="黑体" panose="02010609060101010101" pitchFamily="49" charset="-122"/>
              </a:rPr>
              <a:t>1</a:t>
            </a:r>
          </a:p>
        </p:txBody>
      </p:sp>
      <p:sp>
        <p:nvSpPr>
          <p:cNvPr id="883767" name="Text Box 58"/>
          <p:cNvSpPr txBox="1">
            <a:spLocks noChangeArrowheads="1"/>
          </p:cNvSpPr>
          <p:nvPr/>
        </p:nvSpPr>
        <p:spPr bwMode="auto">
          <a:xfrm>
            <a:off x="331788" y="4284663"/>
            <a:ext cx="5222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C00000"/>
                </a:solidFill>
                <a:ea typeface="黑体" panose="02010609060101010101" pitchFamily="49" charset="-122"/>
              </a:rPr>
              <a:t>R</a:t>
            </a:r>
            <a:r>
              <a:rPr lang="en-US" altLang="zh-CN" sz="2400" b="1" baseline="-25000">
                <a:solidFill>
                  <a:srgbClr val="C00000"/>
                </a:solidFill>
                <a:ea typeface="黑体" panose="02010609060101010101" pitchFamily="49" charset="-122"/>
              </a:rPr>
              <a:t>3</a:t>
            </a:r>
          </a:p>
        </p:txBody>
      </p:sp>
      <p:sp>
        <p:nvSpPr>
          <p:cNvPr id="883768" name="Text Box 59"/>
          <p:cNvSpPr txBox="1">
            <a:spLocks noChangeArrowheads="1"/>
          </p:cNvSpPr>
          <p:nvPr/>
        </p:nvSpPr>
        <p:spPr bwMode="auto">
          <a:xfrm>
            <a:off x="409575" y="2746375"/>
            <a:ext cx="5207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C00000"/>
                </a:solidFill>
                <a:ea typeface="黑体" panose="02010609060101010101" pitchFamily="49" charset="-122"/>
              </a:rPr>
              <a:t>R</a:t>
            </a:r>
            <a:r>
              <a:rPr lang="en-US" altLang="zh-CN" sz="2400" b="1" baseline="-25000">
                <a:solidFill>
                  <a:srgbClr val="C00000"/>
                </a:solidFill>
                <a:ea typeface="黑体" panose="02010609060101010101" pitchFamily="49" charset="-122"/>
              </a:rPr>
              <a:t>2</a:t>
            </a:r>
          </a:p>
        </p:txBody>
      </p:sp>
      <p:sp>
        <p:nvSpPr>
          <p:cNvPr id="883769" name="右箭头 1"/>
          <p:cNvSpPr>
            <a:spLocks noChangeArrowheads="1"/>
          </p:cNvSpPr>
          <p:nvPr/>
        </p:nvSpPr>
        <p:spPr bwMode="auto">
          <a:xfrm rot="2390318">
            <a:off x="1397000" y="3051175"/>
            <a:ext cx="785813" cy="250825"/>
          </a:xfrm>
          <a:prstGeom prst="rightArrow">
            <a:avLst>
              <a:gd name="adj1" fmla="val 50000"/>
              <a:gd name="adj2" fmla="val 83762"/>
            </a:avLst>
          </a:prstGeom>
          <a:solidFill>
            <a:schemeClr val="accent1"/>
          </a:solidFill>
          <a:ln w="9525">
            <a:solidFill>
              <a:schemeClr val="tx1"/>
            </a:solidFill>
            <a:round/>
            <a:headEnd/>
            <a:tailEnd/>
          </a:ln>
        </p:spPr>
        <p:txBody>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883770" name="右箭头 61"/>
          <p:cNvSpPr>
            <a:spLocks noChangeArrowheads="1"/>
          </p:cNvSpPr>
          <p:nvPr/>
        </p:nvSpPr>
        <p:spPr bwMode="auto">
          <a:xfrm rot="-1791185">
            <a:off x="1303338" y="4119563"/>
            <a:ext cx="787400" cy="250825"/>
          </a:xfrm>
          <a:prstGeom prst="rightArrow">
            <a:avLst>
              <a:gd name="adj1" fmla="val 50000"/>
              <a:gd name="adj2" fmla="val 83931"/>
            </a:avLst>
          </a:prstGeom>
          <a:solidFill>
            <a:schemeClr val="accent1"/>
          </a:solidFill>
          <a:ln w="9525">
            <a:solidFill>
              <a:schemeClr val="tx1"/>
            </a:solidFill>
            <a:round/>
            <a:headEnd/>
            <a:tailEnd/>
          </a:ln>
        </p:spPr>
        <p:txBody>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883771"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9E3D4BD-C403-4573-95F8-395397ADC7A2}" type="slidenum">
              <a:rPr lang="zh-CN" altLang="en-US" smtClean="0"/>
              <a:pPr eaLnBrk="1" hangingPunct="1"/>
              <a:t>9</a:t>
            </a:fld>
            <a:endParaRPr lang="en-US" altLang="zh-CN" smtClean="0"/>
          </a:p>
        </p:txBody>
      </p:sp>
      <p:sp>
        <p:nvSpPr>
          <p:cNvPr id="883772"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5761" name="Rectangle 3"/>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划分子网后变成了三级结构 </a:t>
            </a:r>
          </a:p>
        </p:txBody>
      </p:sp>
      <p:sp>
        <p:nvSpPr>
          <p:cNvPr id="506882" name="Rectangle 2"/>
          <p:cNvSpPr>
            <a:spLocks noGrp="1" noChangeArrowheads="1"/>
          </p:cNvSpPr>
          <p:nvPr>
            <p:ph idx="1"/>
          </p:nvPr>
        </p:nvSpPr>
        <p:spPr>
          <a:xfrm>
            <a:off x="495300" y="1196975"/>
            <a:ext cx="9066213" cy="4933950"/>
          </a:xfrm>
        </p:spPr>
        <p:txBody>
          <a:bodyPr/>
          <a:lstStyle/>
          <a:p>
            <a:pPr algn="just"/>
            <a:r>
              <a:rPr lang="zh-CN" altLang="en-US" smtClean="0">
                <a:ea typeface="黑体" panose="02010609060101010101" pitchFamily="49" charset="-122"/>
              </a:rPr>
              <a:t>当没有划分子网时，</a:t>
            </a:r>
            <a:r>
              <a:rPr lang="en-US" altLang="zh-CN" smtClean="0">
                <a:ea typeface="黑体" panose="02010609060101010101" pitchFamily="49" charset="-122"/>
              </a:rPr>
              <a:t>IP </a:t>
            </a:r>
            <a:r>
              <a:rPr lang="zh-CN" altLang="en-US" smtClean="0">
                <a:ea typeface="黑体" panose="02010609060101010101" pitchFamily="49" charset="-122"/>
              </a:rPr>
              <a:t>地址是两级结构。</a:t>
            </a:r>
          </a:p>
          <a:p>
            <a:pPr algn="just"/>
            <a:r>
              <a:rPr lang="zh-CN" altLang="en-US" smtClean="0">
                <a:ea typeface="黑体" panose="02010609060101010101" pitchFamily="49" charset="-122"/>
              </a:rPr>
              <a:t>划分子网后 </a:t>
            </a:r>
            <a:r>
              <a:rPr lang="en-US" altLang="zh-CN" smtClean="0">
                <a:ea typeface="黑体" panose="02010609060101010101" pitchFamily="49" charset="-122"/>
              </a:rPr>
              <a:t>IP </a:t>
            </a:r>
            <a:r>
              <a:rPr lang="zh-CN" altLang="en-US" smtClean="0">
                <a:ea typeface="黑体" panose="02010609060101010101" pitchFamily="49" charset="-122"/>
              </a:rPr>
              <a:t>地址就变成了</a:t>
            </a:r>
            <a:r>
              <a:rPr lang="zh-CN" altLang="en-US" smtClean="0">
                <a:solidFill>
                  <a:srgbClr val="FF0000"/>
                </a:solidFill>
                <a:ea typeface="黑体" panose="02010609060101010101" pitchFamily="49" charset="-122"/>
              </a:rPr>
              <a:t>三级结构。</a:t>
            </a:r>
          </a:p>
          <a:p>
            <a:pPr algn="just"/>
            <a:r>
              <a:rPr lang="zh-CN" altLang="en-US" smtClean="0">
                <a:ea typeface="黑体" panose="02010609060101010101" pitchFamily="49" charset="-122"/>
              </a:rPr>
              <a:t>划分子网只是把 </a:t>
            </a:r>
            <a:r>
              <a:rPr lang="en-US" altLang="zh-CN" smtClean="0">
                <a:ea typeface="黑体" panose="02010609060101010101" pitchFamily="49" charset="-122"/>
              </a:rPr>
              <a:t>IP </a:t>
            </a:r>
            <a:r>
              <a:rPr lang="zh-CN" altLang="en-US" smtClean="0">
                <a:ea typeface="黑体" panose="02010609060101010101" pitchFamily="49" charset="-122"/>
              </a:rPr>
              <a:t>地址的主机号 </a:t>
            </a:r>
            <a:r>
              <a:rPr lang="en-US" altLang="zh-CN" smtClean="0">
                <a:ea typeface="黑体" panose="02010609060101010101" pitchFamily="49" charset="-122"/>
              </a:rPr>
              <a:t>host-id </a:t>
            </a:r>
            <a:r>
              <a:rPr lang="zh-CN" altLang="en-US" smtClean="0">
                <a:ea typeface="黑体" panose="02010609060101010101" pitchFamily="49" charset="-122"/>
              </a:rPr>
              <a:t>这部分进行再划分，而</a:t>
            </a:r>
            <a:r>
              <a:rPr lang="zh-CN" altLang="en-US" smtClean="0">
                <a:solidFill>
                  <a:srgbClr val="FF0000"/>
                </a:solidFill>
                <a:ea typeface="黑体" panose="02010609060101010101" pitchFamily="49" charset="-122"/>
              </a:rPr>
              <a:t>不改变 </a:t>
            </a:r>
            <a:r>
              <a:rPr lang="en-US" altLang="zh-CN" smtClean="0">
                <a:solidFill>
                  <a:srgbClr val="FF0000"/>
                </a:solidFill>
                <a:ea typeface="黑体" panose="02010609060101010101" pitchFamily="49" charset="-122"/>
              </a:rPr>
              <a:t>IP </a:t>
            </a:r>
            <a:r>
              <a:rPr lang="zh-CN" altLang="en-US" smtClean="0">
                <a:solidFill>
                  <a:srgbClr val="FF0000"/>
                </a:solidFill>
                <a:ea typeface="黑体" panose="02010609060101010101" pitchFamily="49" charset="-122"/>
              </a:rPr>
              <a:t>地址原来的网络号 </a:t>
            </a:r>
            <a:r>
              <a:rPr lang="en-US" altLang="zh-CN" smtClean="0">
                <a:solidFill>
                  <a:srgbClr val="FF0000"/>
                </a:solidFill>
                <a:ea typeface="黑体" panose="02010609060101010101" pitchFamily="49" charset="-122"/>
              </a:rPr>
              <a:t>net-id</a:t>
            </a:r>
            <a:r>
              <a:rPr lang="zh-CN" altLang="en-US" smtClean="0">
                <a:solidFill>
                  <a:srgbClr val="FF0000"/>
                </a:solidFill>
                <a:ea typeface="黑体" panose="02010609060101010101" pitchFamily="49" charset="-122"/>
              </a:rPr>
              <a:t>。 </a:t>
            </a:r>
          </a:p>
        </p:txBody>
      </p:sp>
      <p:grpSp>
        <p:nvGrpSpPr>
          <p:cNvPr id="885763" name="组合 5"/>
          <p:cNvGrpSpPr>
            <a:grpSpLocks/>
          </p:cNvGrpSpPr>
          <p:nvPr/>
        </p:nvGrpSpPr>
        <p:grpSpPr bwMode="auto">
          <a:xfrm>
            <a:off x="2198688" y="3836988"/>
            <a:ext cx="5491162" cy="1752600"/>
            <a:chOff x="1839416" y="3501009"/>
            <a:chExt cx="5490146" cy="1752599"/>
          </a:xfrm>
        </p:grpSpPr>
        <p:grpSp>
          <p:nvGrpSpPr>
            <p:cNvPr id="885764" name="Group 19"/>
            <p:cNvGrpSpPr>
              <a:grpSpLocks/>
            </p:cNvGrpSpPr>
            <p:nvPr/>
          </p:nvGrpSpPr>
          <p:grpSpPr bwMode="auto">
            <a:xfrm>
              <a:off x="4160912" y="3577204"/>
              <a:ext cx="3168650" cy="500062"/>
              <a:chOff x="2375" y="2045"/>
              <a:chExt cx="1996" cy="430"/>
            </a:xfrm>
          </p:grpSpPr>
          <p:sp>
            <p:nvSpPr>
              <p:cNvPr id="21" name="Line 13"/>
              <p:cNvSpPr>
                <a:spLocks noChangeShapeType="1"/>
              </p:cNvSpPr>
              <p:nvPr/>
            </p:nvSpPr>
            <p:spPr bwMode="auto">
              <a:xfrm>
                <a:off x="4371" y="2045"/>
                <a:ext cx="0" cy="43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kern="0">
                  <a:solidFill>
                    <a:sysClr val="windowText" lastClr="000000"/>
                  </a:solidFill>
                  <a:latin typeface="+mn-lt"/>
                  <a:ea typeface="黑体" panose="02010609060101010101" pitchFamily="2" charset="-122"/>
                </a:endParaRPr>
              </a:p>
            </p:txBody>
          </p:sp>
          <p:sp>
            <p:nvSpPr>
              <p:cNvPr id="22" name="Line 14"/>
              <p:cNvSpPr>
                <a:spLocks noChangeShapeType="1"/>
              </p:cNvSpPr>
              <p:nvPr/>
            </p:nvSpPr>
            <p:spPr bwMode="auto">
              <a:xfrm>
                <a:off x="2375" y="2045"/>
                <a:ext cx="0" cy="43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kern="0">
                  <a:solidFill>
                    <a:sysClr val="windowText" lastClr="000000"/>
                  </a:solidFill>
                  <a:latin typeface="+mn-lt"/>
                  <a:ea typeface="黑体" panose="02010609060101010101" pitchFamily="2" charset="-122"/>
                </a:endParaRPr>
              </a:p>
            </p:txBody>
          </p:sp>
        </p:grpSp>
        <p:grpSp>
          <p:nvGrpSpPr>
            <p:cNvPr id="885767" name="Group 21"/>
            <p:cNvGrpSpPr>
              <a:grpSpLocks/>
            </p:cNvGrpSpPr>
            <p:nvPr/>
          </p:nvGrpSpPr>
          <p:grpSpPr bwMode="auto">
            <a:xfrm>
              <a:off x="1867991" y="3501009"/>
              <a:ext cx="5454650" cy="1728788"/>
              <a:chOff x="755" y="2169"/>
              <a:chExt cx="3436" cy="1089"/>
            </a:xfrm>
          </p:grpSpPr>
          <p:sp>
            <p:nvSpPr>
              <p:cNvPr id="17" name="Line 9"/>
              <p:cNvSpPr>
                <a:spLocks noChangeShapeType="1"/>
              </p:cNvSpPr>
              <p:nvPr/>
            </p:nvSpPr>
            <p:spPr bwMode="auto">
              <a:xfrm>
                <a:off x="755" y="3122"/>
                <a:ext cx="3436"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kern="0">
                  <a:solidFill>
                    <a:sysClr val="windowText" lastClr="000000"/>
                  </a:solidFill>
                  <a:latin typeface="+mn-lt"/>
                  <a:ea typeface="黑体" panose="02010609060101010101" pitchFamily="2" charset="-122"/>
                </a:endParaRPr>
              </a:p>
            </p:txBody>
          </p:sp>
          <p:sp>
            <p:nvSpPr>
              <p:cNvPr id="18" name="Text Box 10"/>
              <p:cNvSpPr txBox="1">
                <a:spLocks noChangeArrowheads="1"/>
              </p:cNvSpPr>
              <p:nvPr/>
            </p:nvSpPr>
            <p:spPr bwMode="auto">
              <a:xfrm>
                <a:off x="2218" y="2967"/>
                <a:ext cx="528" cy="29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auto" hangingPunct="0">
                  <a:spcBef>
                    <a:spcPts val="0"/>
                  </a:spcBef>
                  <a:spcAft>
                    <a:spcPts val="0"/>
                  </a:spcAft>
                  <a:defRPr/>
                </a:pPr>
                <a:r>
                  <a:rPr lang="en-US" altLang="zh-CN" sz="2400" b="1" kern="0" dirty="0">
                    <a:solidFill>
                      <a:sysClr val="windowText" lastClr="000000"/>
                    </a:solidFill>
                    <a:latin typeface="+mn-lt"/>
                    <a:ea typeface="黑体" panose="02010609060101010101" pitchFamily="2" charset="-122"/>
                  </a:rPr>
                  <a:t>32</a:t>
                </a:r>
                <a:r>
                  <a:rPr lang="zh-CN" altLang="en-US" sz="2400" b="1" kern="0" dirty="0">
                    <a:solidFill>
                      <a:sysClr val="windowText" lastClr="000000"/>
                    </a:solidFill>
                    <a:latin typeface="+mn-lt"/>
                    <a:ea typeface="黑体" panose="02010609060101010101" pitchFamily="2" charset="-122"/>
                  </a:rPr>
                  <a:t>位</a:t>
                </a:r>
              </a:p>
            </p:txBody>
          </p:sp>
          <p:sp>
            <p:nvSpPr>
              <p:cNvPr id="19" name="Line 15"/>
              <p:cNvSpPr>
                <a:spLocks noChangeShapeType="1"/>
              </p:cNvSpPr>
              <p:nvPr/>
            </p:nvSpPr>
            <p:spPr bwMode="auto">
              <a:xfrm>
                <a:off x="2199" y="2350"/>
                <a:ext cx="1993"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kern="0">
                  <a:solidFill>
                    <a:sysClr val="windowText" lastClr="000000"/>
                  </a:solidFill>
                  <a:latin typeface="+mn-lt"/>
                  <a:ea typeface="黑体" panose="02010609060101010101" pitchFamily="2" charset="-122"/>
                </a:endParaRPr>
              </a:p>
            </p:txBody>
          </p:sp>
          <p:sp>
            <p:nvSpPr>
              <p:cNvPr id="20" name="Text Box 16"/>
              <p:cNvSpPr txBox="1">
                <a:spLocks noChangeArrowheads="1"/>
              </p:cNvSpPr>
              <p:nvPr/>
            </p:nvSpPr>
            <p:spPr bwMode="auto">
              <a:xfrm>
                <a:off x="2790" y="2169"/>
                <a:ext cx="896" cy="29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auto" hangingPunct="0">
                  <a:spcBef>
                    <a:spcPts val="0"/>
                  </a:spcBef>
                  <a:spcAft>
                    <a:spcPts val="0"/>
                  </a:spcAft>
                  <a:defRPr/>
                </a:pPr>
                <a:r>
                  <a:rPr lang="zh-CN" altLang="en-US" sz="2400" b="1" kern="0" dirty="0">
                    <a:solidFill>
                      <a:srgbClr val="C00000"/>
                    </a:solidFill>
                    <a:latin typeface="+mn-lt"/>
                    <a:ea typeface="黑体" panose="02010609060101010101" pitchFamily="2" charset="-122"/>
                  </a:rPr>
                  <a:t>本地地址</a:t>
                </a:r>
              </a:p>
            </p:txBody>
          </p:sp>
        </p:grpSp>
        <p:grpSp>
          <p:nvGrpSpPr>
            <p:cNvPr id="885772" name="Group 20"/>
            <p:cNvGrpSpPr>
              <a:grpSpLocks/>
            </p:cNvGrpSpPr>
            <p:nvPr/>
          </p:nvGrpSpPr>
          <p:grpSpPr bwMode="auto">
            <a:xfrm>
              <a:off x="1842591" y="4644008"/>
              <a:ext cx="5486401" cy="609600"/>
              <a:chOff x="739" y="2832"/>
              <a:chExt cx="3456" cy="430"/>
            </a:xfrm>
          </p:grpSpPr>
          <p:sp>
            <p:nvSpPr>
              <p:cNvPr id="15" name="Line 8"/>
              <p:cNvSpPr>
                <a:spLocks noChangeShapeType="1"/>
              </p:cNvSpPr>
              <p:nvPr/>
            </p:nvSpPr>
            <p:spPr bwMode="auto">
              <a:xfrm>
                <a:off x="739" y="2832"/>
                <a:ext cx="0" cy="43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kern="0">
                  <a:solidFill>
                    <a:sysClr val="windowText" lastClr="000000"/>
                  </a:solidFill>
                  <a:latin typeface="+mn-lt"/>
                  <a:ea typeface="黑体" panose="02010609060101010101" pitchFamily="2" charset="-122"/>
                </a:endParaRPr>
              </a:p>
            </p:txBody>
          </p:sp>
          <p:sp>
            <p:nvSpPr>
              <p:cNvPr id="16" name="Line 17"/>
              <p:cNvSpPr>
                <a:spLocks noChangeShapeType="1"/>
              </p:cNvSpPr>
              <p:nvPr/>
            </p:nvSpPr>
            <p:spPr bwMode="auto">
              <a:xfrm>
                <a:off x="4195" y="2832"/>
                <a:ext cx="0" cy="43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kern="0">
                  <a:solidFill>
                    <a:sysClr val="windowText" lastClr="000000"/>
                  </a:solidFill>
                  <a:latin typeface="+mn-lt"/>
                  <a:ea typeface="黑体" panose="02010609060101010101" pitchFamily="2" charset="-122"/>
                </a:endParaRPr>
              </a:p>
            </p:txBody>
          </p:sp>
        </p:grpSp>
        <p:grpSp>
          <p:nvGrpSpPr>
            <p:cNvPr id="885775" name="Group 18"/>
            <p:cNvGrpSpPr>
              <a:grpSpLocks/>
            </p:cNvGrpSpPr>
            <p:nvPr/>
          </p:nvGrpSpPr>
          <p:grpSpPr bwMode="auto">
            <a:xfrm>
              <a:off x="1839416" y="4105856"/>
              <a:ext cx="5482976" cy="612776"/>
              <a:chOff x="737" y="2493"/>
              <a:chExt cx="3894" cy="386"/>
            </a:xfrm>
          </p:grpSpPr>
          <p:sp>
            <p:nvSpPr>
              <p:cNvPr id="11" name="Rectangle 6"/>
              <p:cNvSpPr>
                <a:spLocks noChangeArrowheads="1"/>
              </p:cNvSpPr>
              <p:nvPr/>
            </p:nvSpPr>
            <p:spPr bwMode="auto">
              <a:xfrm>
                <a:off x="737" y="2493"/>
                <a:ext cx="1650" cy="386"/>
              </a:xfrm>
              <a:prstGeom prst="rect">
                <a:avLst/>
              </a:prstGeom>
              <a:solidFill>
                <a:srgbClr val="FFFF66"/>
              </a:solidFill>
              <a:ln w="19050" algn="ctr">
                <a:solidFill>
                  <a:schemeClr val="tx1"/>
                </a:solidFill>
                <a:miter lim="800000"/>
              </a:ln>
              <a:effectLst>
                <a:outerShdw dist="107763" dir="2700000" algn="ctr" rotWithShape="0">
                  <a:srgbClr val="1C1C1C">
                    <a:alpha val="50000"/>
                  </a:srgbClr>
                </a:outerShdw>
              </a:effectLst>
            </p:spPr>
            <p:txBody>
              <a:bodyPr wrap="none" anchor="ctr"/>
              <a:lstStyle/>
              <a:p>
                <a:pPr algn="ctr" eaLnBrk="0" fontAlgn="auto" hangingPunct="0">
                  <a:spcBef>
                    <a:spcPts val="0"/>
                  </a:spcBef>
                  <a:spcAft>
                    <a:spcPts val="0"/>
                  </a:spcAft>
                  <a:defRPr/>
                </a:pPr>
                <a:r>
                  <a:rPr lang="zh-CN" altLang="en-US" sz="2400" b="1" kern="0" dirty="0">
                    <a:solidFill>
                      <a:sysClr val="windowText" lastClr="000000"/>
                    </a:solidFill>
                    <a:latin typeface="+mn-lt"/>
                    <a:ea typeface="黑体" panose="02010609060101010101" pitchFamily="2" charset="-122"/>
                  </a:rPr>
                  <a:t>网络号</a:t>
                </a:r>
                <a:endParaRPr lang="en-US" altLang="zh-CN" sz="2400" b="1" kern="0" dirty="0">
                  <a:solidFill>
                    <a:sysClr val="windowText" lastClr="000000"/>
                  </a:solidFill>
                  <a:latin typeface="+mn-lt"/>
                  <a:ea typeface="黑体" panose="02010609060101010101" pitchFamily="2" charset="-122"/>
                </a:endParaRPr>
              </a:p>
            </p:txBody>
          </p:sp>
          <p:sp>
            <p:nvSpPr>
              <p:cNvPr id="12" name="Rectangle 7"/>
              <p:cNvSpPr>
                <a:spLocks noChangeArrowheads="1"/>
              </p:cNvSpPr>
              <p:nvPr/>
            </p:nvSpPr>
            <p:spPr bwMode="auto">
              <a:xfrm>
                <a:off x="2387" y="2494"/>
                <a:ext cx="2243" cy="385"/>
              </a:xfrm>
              <a:prstGeom prst="rect">
                <a:avLst/>
              </a:prstGeom>
              <a:solidFill>
                <a:srgbClr val="66FFFF"/>
              </a:solidFill>
              <a:ln w="19050" algn="ctr">
                <a:solidFill>
                  <a:schemeClr val="tx1"/>
                </a:solidFill>
                <a:miter lim="800000"/>
              </a:ln>
              <a:effectLst>
                <a:outerShdw dist="107763" dir="2700000" algn="ctr" rotWithShape="0">
                  <a:srgbClr val="1C1C1C">
                    <a:alpha val="50000"/>
                  </a:srgbClr>
                </a:outerShdw>
              </a:effectLst>
            </p:spPr>
            <p:txBody>
              <a:bodyPr wrap="none" anchor="ctr"/>
              <a:lstStyle/>
              <a:p>
                <a:pPr algn="ctr" eaLnBrk="0" fontAlgn="auto" hangingPunct="0">
                  <a:spcBef>
                    <a:spcPts val="0"/>
                  </a:spcBef>
                  <a:spcAft>
                    <a:spcPts val="0"/>
                  </a:spcAft>
                  <a:defRPr/>
                </a:pPr>
                <a:endParaRPr lang="zh-CN" altLang="zh-CN" sz="2800" b="1" kern="0">
                  <a:solidFill>
                    <a:sysClr val="windowText" lastClr="000000"/>
                  </a:solidFill>
                  <a:latin typeface="+mn-lt"/>
                  <a:ea typeface="黑体" panose="02010609060101010101" pitchFamily="2" charset="-122"/>
                </a:endParaRPr>
              </a:p>
            </p:txBody>
          </p:sp>
          <p:sp>
            <p:nvSpPr>
              <p:cNvPr id="13" name="Rectangle 11"/>
              <p:cNvSpPr>
                <a:spLocks noChangeArrowheads="1"/>
              </p:cNvSpPr>
              <p:nvPr/>
            </p:nvSpPr>
            <p:spPr bwMode="auto">
              <a:xfrm>
                <a:off x="3613" y="2547"/>
                <a:ext cx="967" cy="291"/>
              </a:xfrm>
              <a:prstGeom prst="rect">
                <a:avLst/>
              </a:prstGeom>
              <a:noFill/>
              <a:ln w="9525" algn="ctr">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fontAlgn="auto" hangingPunct="0">
                  <a:spcBef>
                    <a:spcPts val="0"/>
                  </a:spcBef>
                  <a:spcAft>
                    <a:spcPts val="0"/>
                  </a:spcAft>
                  <a:defRPr/>
                </a:pPr>
                <a:r>
                  <a:rPr lang="zh-CN" altLang="en-US" sz="2400" b="1" kern="0" dirty="0">
                    <a:solidFill>
                      <a:sysClr val="windowText" lastClr="000000"/>
                    </a:solidFill>
                    <a:latin typeface="+mn-lt"/>
                    <a:ea typeface="黑体" panose="02010609060101010101" pitchFamily="2" charset="-122"/>
                  </a:rPr>
                  <a:t>主机号</a:t>
                </a:r>
                <a:endParaRPr lang="en-US" altLang="zh-CN" sz="2400" b="1" kern="0" dirty="0">
                  <a:solidFill>
                    <a:sysClr val="windowText" lastClr="000000"/>
                  </a:solidFill>
                  <a:latin typeface="+mn-lt"/>
                  <a:ea typeface="黑体" panose="02010609060101010101" pitchFamily="2" charset="-122"/>
                </a:endParaRPr>
              </a:p>
            </p:txBody>
          </p:sp>
          <p:sp>
            <p:nvSpPr>
              <p:cNvPr id="14" name="Rectangle 12"/>
              <p:cNvSpPr>
                <a:spLocks noChangeArrowheads="1"/>
              </p:cNvSpPr>
              <p:nvPr/>
            </p:nvSpPr>
            <p:spPr bwMode="auto">
              <a:xfrm>
                <a:off x="2440" y="2548"/>
                <a:ext cx="1067" cy="284"/>
              </a:xfrm>
              <a:prstGeom prst="rect">
                <a:avLst/>
              </a:prstGeom>
              <a:solidFill>
                <a:srgbClr val="FF66FF"/>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auto" hangingPunct="0">
                  <a:spcBef>
                    <a:spcPts val="0"/>
                  </a:spcBef>
                  <a:spcAft>
                    <a:spcPts val="0"/>
                  </a:spcAft>
                  <a:defRPr/>
                </a:pPr>
                <a:r>
                  <a:rPr lang="zh-CN" altLang="en-US" sz="2400" b="1" kern="0" dirty="0">
                    <a:solidFill>
                      <a:sysClr val="windowText" lastClr="000000"/>
                    </a:solidFill>
                    <a:latin typeface="+mn-lt"/>
                    <a:ea typeface="黑体" panose="02010609060101010101" pitchFamily="2" charset="-122"/>
                  </a:rPr>
                  <a:t>子网号</a:t>
                </a:r>
                <a:endParaRPr lang="en-US" altLang="zh-CN" sz="2400" b="1" kern="0" dirty="0">
                  <a:solidFill>
                    <a:sysClr val="windowText" lastClr="000000"/>
                  </a:solidFill>
                  <a:latin typeface="+mn-lt"/>
                  <a:ea typeface="黑体" panose="02010609060101010101" pitchFamily="2" charset="-122"/>
                </a:endParaRPr>
              </a:p>
            </p:txBody>
          </p:sp>
        </p:grpSp>
      </p:grpSp>
      <p:sp>
        <p:nvSpPr>
          <p:cNvPr id="88578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095A2DD-BCA5-44AB-AB4E-5AF36F0333A3}" type="slidenum">
              <a:rPr lang="zh-CN" altLang="en-US" smtClean="0"/>
              <a:pPr eaLnBrk="1" hangingPunct="1"/>
              <a:t>10</a:t>
            </a:fld>
            <a:endParaRPr lang="en-US" altLang="zh-CN" smtClean="0"/>
          </a:p>
        </p:txBody>
      </p:sp>
      <p:sp>
        <p:nvSpPr>
          <p:cNvPr id="88578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06882">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0688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780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划分子网后变成了三级结构 </a:t>
            </a:r>
            <a:endParaRPr lang="en-US" altLang="zh-CN" smtClean="0">
              <a:ea typeface="黑体" panose="02010609060101010101" pitchFamily="49" charset="-122"/>
            </a:endParaRPr>
          </a:p>
        </p:txBody>
      </p:sp>
      <p:sp>
        <p:nvSpPr>
          <p:cNvPr id="887810" name="Rectangle 3"/>
          <p:cNvSpPr>
            <a:spLocks noGrp="1" noChangeArrowheads="1"/>
          </p:cNvSpPr>
          <p:nvPr>
            <p:ph type="body" idx="1"/>
          </p:nvPr>
        </p:nvSpPr>
        <p:spPr>
          <a:xfrm>
            <a:off x="495300" y="1196975"/>
            <a:ext cx="9066213" cy="4933950"/>
          </a:xfrm>
        </p:spPr>
        <p:txBody>
          <a:bodyPr/>
          <a:lstStyle/>
          <a:p>
            <a:r>
              <a:rPr lang="zh-CN" altLang="en-US" smtClean="0">
                <a:solidFill>
                  <a:srgbClr val="FF0000"/>
                </a:solidFill>
                <a:ea typeface="黑体" panose="02010609060101010101" pitchFamily="49" charset="-122"/>
              </a:rPr>
              <a:t>优点</a:t>
            </a:r>
          </a:p>
          <a:p>
            <a:pPr lvl="1"/>
            <a:r>
              <a:rPr lang="zh-CN" altLang="en-US" smtClean="0">
                <a:ea typeface="黑体" panose="02010609060101010101" pitchFamily="49" charset="-122"/>
              </a:rPr>
              <a:t>减少了 </a:t>
            </a:r>
            <a:r>
              <a:rPr lang="en-US" altLang="zh-CN" smtClean="0">
                <a:ea typeface="黑体" panose="02010609060101010101" pitchFamily="49" charset="-122"/>
              </a:rPr>
              <a:t>IP </a:t>
            </a:r>
            <a:r>
              <a:rPr lang="zh-CN" altLang="en-US" smtClean="0">
                <a:ea typeface="黑体" panose="02010609060101010101" pitchFamily="49" charset="-122"/>
              </a:rPr>
              <a:t>地址的浪费</a:t>
            </a:r>
          </a:p>
          <a:p>
            <a:pPr lvl="1"/>
            <a:r>
              <a:rPr lang="zh-CN" altLang="en-US" smtClean="0">
                <a:ea typeface="黑体" panose="02010609060101010101" pitchFamily="49" charset="-122"/>
              </a:rPr>
              <a:t>使网络的组织更加灵活</a:t>
            </a:r>
          </a:p>
          <a:p>
            <a:pPr lvl="1"/>
            <a:r>
              <a:rPr lang="zh-CN" altLang="en-US" smtClean="0">
                <a:ea typeface="黑体" panose="02010609060101010101" pitchFamily="49" charset="-122"/>
              </a:rPr>
              <a:t>更便于维护和管理</a:t>
            </a:r>
          </a:p>
          <a:p>
            <a:r>
              <a:rPr lang="zh-CN" altLang="en-US" smtClean="0">
                <a:solidFill>
                  <a:srgbClr val="0000FF"/>
                </a:solidFill>
                <a:ea typeface="黑体" panose="02010609060101010101" pitchFamily="49" charset="-122"/>
              </a:rPr>
              <a:t>划分子网纯属一个单位内部的事情，对外部网络透明，</a:t>
            </a:r>
            <a:r>
              <a:rPr lang="zh-CN" altLang="en-US" smtClean="0">
                <a:ea typeface="黑体" panose="02010609060101010101" pitchFamily="49" charset="-122"/>
              </a:rPr>
              <a:t>对外仍然表现为没有划分子网的一个网络。</a:t>
            </a:r>
          </a:p>
        </p:txBody>
      </p:sp>
      <p:sp>
        <p:nvSpPr>
          <p:cNvPr id="8878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2D4775D-0F1E-4FB9-AABB-C751FE83BEC4}" type="slidenum">
              <a:rPr lang="zh-CN" altLang="en-US" smtClean="0"/>
              <a:pPr eaLnBrk="1" hangingPunct="1"/>
              <a:t>11</a:t>
            </a:fld>
            <a:endParaRPr lang="en-US" altLang="zh-CN" smtClean="0"/>
          </a:p>
        </p:txBody>
      </p:sp>
      <p:sp>
        <p:nvSpPr>
          <p:cNvPr id="8878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8833" name="Rectangle 3"/>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en-US" smtClean="0">
                <a:ea typeface="黑体" panose="02010609060101010101" pitchFamily="49" charset="-122"/>
              </a:rPr>
              <a:t>子网掩码</a:t>
            </a:r>
          </a:p>
        </p:txBody>
      </p:sp>
      <p:sp>
        <p:nvSpPr>
          <p:cNvPr id="507906" name="Rectangle 2"/>
          <p:cNvSpPr>
            <a:spLocks noGrp="1" noChangeArrowheads="1"/>
          </p:cNvSpPr>
          <p:nvPr>
            <p:ph idx="1"/>
          </p:nvPr>
        </p:nvSpPr>
        <p:spPr>
          <a:xfrm>
            <a:off x="495300" y="1196975"/>
            <a:ext cx="9066213" cy="4933950"/>
          </a:xfrm>
        </p:spPr>
        <p:txBody>
          <a:bodyPr/>
          <a:lstStyle/>
          <a:p>
            <a:pPr algn="just"/>
            <a:r>
              <a:rPr lang="zh-CN" altLang="en-US" smtClean="0">
                <a:ea typeface="黑体" panose="02010609060101010101" pitchFamily="49" charset="-122"/>
              </a:rPr>
              <a:t>从一个</a:t>
            </a:r>
            <a:r>
              <a:rPr lang="zh-CN" altLang="en-US" sz="2000" smtClean="0">
                <a:ea typeface="黑体" panose="02010609060101010101" pitchFamily="49" charset="-122"/>
              </a:rPr>
              <a:t> </a:t>
            </a:r>
            <a:r>
              <a:rPr lang="en-US" altLang="zh-CN" smtClean="0">
                <a:ea typeface="黑体" panose="02010609060101010101" pitchFamily="49" charset="-122"/>
              </a:rPr>
              <a:t>IP</a:t>
            </a:r>
            <a:r>
              <a:rPr lang="en-US" altLang="zh-CN" sz="2000" smtClean="0">
                <a:ea typeface="黑体" panose="02010609060101010101" pitchFamily="49" charset="-122"/>
              </a:rPr>
              <a:t> </a:t>
            </a:r>
            <a:r>
              <a:rPr lang="zh-CN" altLang="en-US" smtClean="0">
                <a:ea typeface="黑体" panose="02010609060101010101" pitchFamily="49" charset="-122"/>
              </a:rPr>
              <a:t>数据报的首部并</a:t>
            </a:r>
            <a:r>
              <a:rPr lang="zh-CN" altLang="en-US" smtClean="0">
                <a:solidFill>
                  <a:srgbClr val="FF0000"/>
                </a:solidFill>
                <a:ea typeface="黑体" panose="02010609060101010101" pitchFamily="49" charset="-122"/>
              </a:rPr>
              <a:t>无法判断</a:t>
            </a:r>
            <a:r>
              <a:rPr lang="zh-CN" altLang="en-US" smtClean="0">
                <a:ea typeface="黑体" panose="02010609060101010101" pitchFamily="49" charset="-122"/>
              </a:rPr>
              <a:t>源主机或目的主机所连接的网络是否进行了子网划分。</a:t>
            </a:r>
          </a:p>
          <a:p>
            <a:pPr algn="just"/>
            <a:r>
              <a:rPr lang="zh-CN" altLang="en-US" smtClean="0">
                <a:ea typeface="黑体" panose="02010609060101010101" pitchFamily="49" charset="-122"/>
              </a:rPr>
              <a:t>使用</a:t>
            </a:r>
            <a:r>
              <a:rPr lang="zh-CN" altLang="en-US" smtClean="0">
                <a:solidFill>
                  <a:srgbClr val="FF0000"/>
                </a:solidFill>
                <a:ea typeface="黑体" panose="02010609060101010101" pitchFamily="49" charset="-122"/>
              </a:rPr>
              <a:t>子网掩码</a:t>
            </a:r>
            <a:r>
              <a:rPr lang="en-US" altLang="zh-CN" smtClean="0">
                <a:ea typeface="黑体" panose="02010609060101010101" pitchFamily="49" charset="-122"/>
              </a:rPr>
              <a:t>(subnet mask)</a:t>
            </a:r>
            <a:r>
              <a:rPr lang="zh-CN" altLang="en-US" smtClean="0">
                <a:ea typeface="黑体" panose="02010609060101010101" pitchFamily="49" charset="-122"/>
              </a:rPr>
              <a:t>可以找出 </a:t>
            </a:r>
            <a:r>
              <a:rPr lang="en-US" altLang="zh-CN" smtClean="0">
                <a:ea typeface="黑体" panose="02010609060101010101" pitchFamily="49" charset="-122"/>
              </a:rPr>
              <a:t>IP </a:t>
            </a:r>
            <a:r>
              <a:rPr lang="zh-CN" altLang="en-US" smtClean="0">
                <a:ea typeface="黑体" panose="02010609060101010101" pitchFamily="49" charset="-122"/>
              </a:rPr>
              <a:t>地址中的子网部分。  </a:t>
            </a:r>
            <a:endParaRPr lang="en-US" altLang="zh-CN" smtClean="0">
              <a:ea typeface="黑体" panose="02010609060101010101" pitchFamily="49" charset="-122"/>
            </a:endParaRPr>
          </a:p>
          <a:p>
            <a:pPr>
              <a:buFont typeface="Wingdings" panose="05000000000000000000" pitchFamily="2" charset="2"/>
              <a:buNone/>
            </a:pPr>
            <a:r>
              <a:rPr lang="zh-CN" altLang="en-US" smtClean="0">
                <a:solidFill>
                  <a:srgbClr val="0000FF"/>
                </a:solidFill>
                <a:ea typeface="黑体" panose="02010609060101010101" pitchFamily="49" charset="-122"/>
              </a:rPr>
              <a:t>规则：</a:t>
            </a:r>
          </a:p>
          <a:p>
            <a:r>
              <a:rPr lang="zh-CN" altLang="en-US" smtClean="0">
                <a:ea typeface="黑体" panose="02010609060101010101" pitchFamily="49" charset="-122"/>
              </a:rPr>
              <a:t>子网掩码长度＝</a:t>
            </a:r>
            <a:r>
              <a:rPr lang="en-US" altLang="zh-CN" smtClean="0">
                <a:ea typeface="黑体" panose="02010609060101010101" pitchFamily="49" charset="-122"/>
              </a:rPr>
              <a:t>32</a:t>
            </a:r>
            <a:r>
              <a:rPr lang="zh-CN" altLang="en-US" smtClean="0">
                <a:ea typeface="黑体" panose="02010609060101010101" pitchFamily="49" charset="-122"/>
              </a:rPr>
              <a:t>位</a:t>
            </a:r>
          </a:p>
          <a:p>
            <a:r>
              <a:rPr lang="zh-CN" altLang="en-US" smtClean="0">
                <a:solidFill>
                  <a:srgbClr val="FF0000"/>
                </a:solidFill>
                <a:ea typeface="黑体" panose="02010609060101010101" pitchFamily="49" charset="-122"/>
              </a:rPr>
              <a:t>某位＝</a:t>
            </a:r>
            <a:r>
              <a:rPr lang="en-US" altLang="zh-CN" smtClean="0">
                <a:solidFill>
                  <a:srgbClr val="FF0000"/>
                </a:solidFill>
                <a:ea typeface="黑体" panose="02010609060101010101" pitchFamily="49" charset="-122"/>
              </a:rPr>
              <a:t>1</a:t>
            </a:r>
            <a:r>
              <a:rPr lang="zh-CN" altLang="en-US" smtClean="0">
                <a:solidFill>
                  <a:srgbClr val="FF0000"/>
                </a:solidFill>
                <a:ea typeface="黑体" panose="02010609060101010101" pitchFamily="49" charset="-122"/>
              </a:rPr>
              <a:t>：</a:t>
            </a:r>
            <a:r>
              <a:rPr lang="en-US" altLang="zh-CN" smtClean="0">
                <a:ea typeface="黑体" panose="02010609060101010101" pitchFamily="49" charset="-122"/>
              </a:rPr>
              <a:t>IP</a:t>
            </a:r>
            <a:r>
              <a:rPr lang="zh-CN" altLang="en-US" smtClean="0">
                <a:ea typeface="黑体" panose="02010609060101010101" pitchFamily="49" charset="-122"/>
              </a:rPr>
              <a:t>地址中的对应位为网络号和子网号</a:t>
            </a:r>
            <a:endParaRPr lang="en-US" altLang="zh-CN" smtClean="0">
              <a:ea typeface="黑体" panose="02010609060101010101" pitchFamily="49" charset="-122"/>
            </a:endParaRPr>
          </a:p>
          <a:p>
            <a:r>
              <a:rPr lang="zh-CN" altLang="en-US" smtClean="0">
                <a:solidFill>
                  <a:srgbClr val="FF0000"/>
                </a:solidFill>
                <a:ea typeface="黑体" panose="02010609060101010101" pitchFamily="49" charset="-122"/>
              </a:rPr>
              <a:t>某位＝</a:t>
            </a:r>
            <a:r>
              <a:rPr lang="en-US" altLang="zh-CN" smtClean="0">
                <a:solidFill>
                  <a:srgbClr val="FF0000"/>
                </a:solidFill>
                <a:ea typeface="黑体" panose="02010609060101010101" pitchFamily="49" charset="-122"/>
              </a:rPr>
              <a:t>0</a:t>
            </a:r>
            <a:r>
              <a:rPr lang="zh-CN" altLang="en-US" smtClean="0">
                <a:solidFill>
                  <a:srgbClr val="FF0000"/>
                </a:solidFill>
                <a:ea typeface="黑体" panose="02010609060101010101" pitchFamily="49" charset="-122"/>
              </a:rPr>
              <a:t>：</a:t>
            </a:r>
            <a:r>
              <a:rPr lang="en-US" altLang="zh-CN" smtClean="0">
                <a:ea typeface="黑体" panose="02010609060101010101" pitchFamily="49" charset="-122"/>
              </a:rPr>
              <a:t>IP</a:t>
            </a:r>
            <a:r>
              <a:rPr lang="zh-CN" altLang="en-US" smtClean="0">
                <a:ea typeface="黑体" panose="02010609060101010101" pitchFamily="49" charset="-122"/>
              </a:rPr>
              <a:t>地址中的对应位为主机号</a:t>
            </a:r>
          </a:p>
        </p:txBody>
      </p:sp>
      <p:sp>
        <p:nvSpPr>
          <p:cNvPr id="8888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32849BB-46C5-4A21-ADA0-00C3F7B9B9F7}" type="slidenum">
              <a:rPr lang="zh-CN" altLang="en-US" smtClean="0"/>
              <a:pPr eaLnBrk="1" hangingPunct="1"/>
              <a:t>12</a:t>
            </a:fld>
            <a:endParaRPr lang="en-US" altLang="zh-CN" smtClean="0"/>
          </a:p>
        </p:txBody>
      </p:sp>
      <p:sp>
        <p:nvSpPr>
          <p:cNvPr id="88883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07906">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0790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0790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0790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0790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81" name="Rectangle 4"/>
          <p:cNvSpPr>
            <a:spLocks noGrp="1" noChangeArrowheads="1"/>
          </p:cNvSpPr>
          <p:nvPr>
            <p:ph type="title"/>
          </p:nvPr>
        </p:nvSpPr>
        <p:spPr/>
        <p:txBody>
          <a:bodyPr/>
          <a:lstStyle/>
          <a:p>
            <a:pPr algn="ctr"/>
            <a:r>
              <a:rPr lang="en-US" altLang="zh-CN" smtClean="0">
                <a:ea typeface="黑体" panose="02010609060101010101" pitchFamily="49" charset="-122"/>
              </a:rPr>
              <a:t>IP </a:t>
            </a:r>
            <a:r>
              <a:rPr lang="zh-CN" altLang="en-US" smtClean="0">
                <a:ea typeface="黑体" panose="02010609060101010101" pitchFamily="49" charset="-122"/>
              </a:rPr>
              <a:t>地址的各字段和子网掩码 </a:t>
            </a:r>
          </a:p>
        </p:txBody>
      </p:sp>
      <p:sp>
        <p:nvSpPr>
          <p:cNvPr id="508930" name="Rectangle 2"/>
          <p:cNvSpPr>
            <a:spLocks noChangeArrowheads="1"/>
          </p:cNvSpPr>
          <p:nvPr/>
        </p:nvSpPr>
        <p:spPr bwMode="auto">
          <a:xfrm>
            <a:off x="1935163" y="3141663"/>
            <a:ext cx="7704137" cy="473075"/>
          </a:xfrm>
          <a:prstGeom prst="rect">
            <a:avLst/>
          </a:prstGeom>
          <a:solidFill>
            <a:srgbClr val="CCECFF"/>
          </a:solidFill>
          <a:ln w="12700">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0883" name="Rectangle 3"/>
          <p:cNvSpPr>
            <a:spLocks noChangeArrowheads="1"/>
          </p:cNvSpPr>
          <p:nvPr/>
        </p:nvSpPr>
        <p:spPr bwMode="auto">
          <a:xfrm>
            <a:off x="1935163" y="1868488"/>
            <a:ext cx="7704137" cy="463550"/>
          </a:xfrm>
          <a:prstGeom prst="rect">
            <a:avLst/>
          </a:prstGeom>
          <a:solidFill>
            <a:srgbClr val="CCECFF"/>
          </a:solidFill>
          <a:ln w="12700">
            <a:solidFill>
              <a:srgbClr val="333399"/>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08933" name="Line 5"/>
          <p:cNvSpPr>
            <a:spLocks noChangeShapeType="1"/>
          </p:cNvSpPr>
          <p:nvPr/>
        </p:nvSpPr>
        <p:spPr bwMode="auto">
          <a:xfrm>
            <a:off x="1973263" y="3905250"/>
            <a:ext cx="5681662" cy="635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508934" name="Line 6"/>
          <p:cNvSpPr>
            <a:spLocks noChangeShapeType="1"/>
          </p:cNvSpPr>
          <p:nvPr/>
        </p:nvSpPr>
        <p:spPr bwMode="auto">
          <a:xfrm flipV="1">
            <a:off x="7689850" y="3905250"/>
            <a:ext cx="1925638" cy="0"/>
          </a:xfrm>
          <a:prstGeom prst="line">
            <a:avLst/>
          </a:prstGeom>
          <a:noFill/>
          <a:ln w="1270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90886" name="Rectangle 8"/>
          <p:cNvSpPr>
            <a:spLocks noChangeArrowheads="1"/>
          </p:cNvSpPr>
          <p:nvPr/>
        </p:nvSpPr>
        <p:spPr bwMode="auto">
          <a:xfrm>
            <a:off x="1951038" y="1881188"/>
            <a:ext cx="3781425" cy="44291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0887" name="Rectangle 9"/>
          <p:cNvSpPr>
            <a:spLocks noChangeArrowheads="1"/>
          </p:cNvSpPr>
          <p:nvPr/>
        </p:nvSpPr>
        <p:spPr bwMode="auto">
          <a:xfrm>
            <a:off x="2601913" y="1846263"/>
            <a:ext cx="3602037"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CC"/>
                </a:solidFill>
                <a:ea typeface="黑体" panose="02010609060101010101" pitchFamily="49" charset="-122"/>
              </a:rPr>
              <a:t>145        </a:t>
            </a:r>
            <a:r>
              <a:rPr lang="en-US" altLang="zh-CN" sz="2800" b="1">
                <a:solidFill>
                  <a:srgbClr val="0000CC"/>
                </a:solidFill>
                <a:ea typeface="黑体" panose="02010609060101010101" pitchFamily="49" charset="-122"/>
              </a:rPr>
              <a:t>.</a:t>
            </a:r>
            <a:r>
              <a:rPr lang="en-US" altLang="zh-CN" sz="2400" b="1">
                <a:solidFill>
                  <a:srgbClr val="0000CC"/>
                </a:solidFill>
                <a:ea typeface="黑体" panose="02010609060101010101" pitchFamily="49" charset="-122"/>
              </a:rPr>
              <a:t>        13            </a:t>
            </a:r>
            <a:r>
              <a:rPr lang="en-US" altLang="zh-CN" sz="2800" b="1">
                <a:solidFill>
                  <a:srgbClr val="0000CC"/>
                </a:solidFill>
                <a:ea typeface="黑体" panose="02010609060101010101" pitchFamily="49" charset="-122"/>
              </a:rPr>
              <a:t>.</a:t>
            </a:r>
          </a:p>
        </p:txBody>
      </p:sp>
      <p:sp>
        <p:nvSpPr>
          <p:cNvPr id="890888" name="Rectangle 10"/>
          <p:cNvSpPr>
            <a:spLocks noChangeArrowheads="1"/>
          </p:cNvSpPr>
          <p:nvPr/>
        </p:nvSpPr>
        <p:spPr bwMode="auto">
          <a:xfrm>
            <a:off x="6657975" y="1846263"/>
            <a:ext cx="2325688"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CC"/>
                </a:solidFill>
                <a:ea typeface="黑体" panose="02010609060101010101" pitchFamily="49" charset="-122"/>
              </a:rPr>
              <a:t>3         </a:t>
            </a:r>
            <a:r>
              <a:rPr lang="en-US" altLang="zh-CN" sz="2800" b="1">
                <a:solidFill>
                  <a:srgbClr val="0000CC"/>
                </a:solidFill>
                <a:ea typeface="黑体" panose="02010609060101010101" pitchFamily="49" charset="-122"/>
              </a:rPr>
              <a:t>.</a:t>
            </a:r>
            <a:r>
              <a:rPr lang="en-US" altLang="zh-CN" sz="2400" b="1">
                <a:solidFill>
                  <a:srgbClr val="0000CC"/>
                </a:solidFill>
                <a:ea typeface="黑体" panose="02010609060101010101" pitchFamily="49" charset="-122"/>
              </a:rPr>
              <a:t>         10</a:t>
            </a:r>
          </a:p>
        </p:txBody>
      </p:sp>
      <p:sp>
        <p:nvSpPr>
          <p:cNvPr id="890889" name="Rectangle 11"/>
          <p:cNvSpPr>
            <a:spLocks noChangeArrowheads="1"/>
          </p:cNvSpPr>
          <p:nvPr/>
        </p:nvSpPr>
        <p:spPr bwMode="auto">
          <a:xfrm>
            <a:off x="344488" y="1881188"/>
            <a:ext cx="1593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两级 </a:t>
            </a:r>
            <a:r>
              <a:rPr lang="en-US" altLang="zh-CN" sz="2000" b="1">
                <a:solidFill>
                  <a:srgbClr val="0000CC"/>
                </a:solidFill>
                <a:ea typeface="黑体" panose="02010609060101010101" pitchFamily="49" charset="-122"/>
              </a:rPr>
              <a:t>IP </a:t>
            </a:r>
            <a:r>
              <a:rPr lang="zh-CN" altLang="en-US" sz="2000" b="1">
                <a:solidFill>
                  <a:srgbClr val="0000CC"/>
                </a:solidFill>
                <a:ea typeface="黑体" panose="02010609060101010101" pitchFamily="49" charset="-122"/>
              </a:rPr>
              <a:t>地址</a:t>
            </a:r>
          </a:p>
        </p:txBody>
      </p:sp>
      <p:sp>
        <p:nvSpPr>
          <p:cNvPr id="508940" name="Rectangle 12"/>
          <p:cNvSpPr>
            <a:spLocks noChangeArrowheads="1"/>
          </p:cNvSpPr>
          <p:nvPr/>
        </p:nvSpPr>
        <p:spPr bwMode="auto">
          <a:xfrm>
            <a:off x="3190875" y="3800475"/>
            <a:ext cx="1257300" cy="2619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0891" name="Line 13"/>
          <p:cNvSpPr>
            <a:spLocks noChangeShapeType="1"/>
          </p:cNvSpPr>
          <p:nvPr/>
        </p:nvSpPr>
        <p:spPr bwMode="auto">
          <a:xfrm>
            <a:off x="5741988" y="1876425"/>
            <a:ext cx="0" cy="454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08942" name="Rectangle 14"/>
          <p:cNvSpPr>
            <a:spLocks noChangeArrowheads="1"/>
          </p:cNvSpPr>
          <p:nvPr/>
        </p:nvSpPr>
        <p:spPr bwMode="auto">
          <a:xfrm>
            <a:off x="3148013" y="3711575"/>
            <a:ext cx="3411537"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子网号为 </a:t>
            </a:r>
            <a:r>
              <a:rPr lang="en-US" altLang="zh-CN" sz="2000" b="1">
                <a:solidFill>
                  <a:srgbClr val="0000CC"/>
                </a:solidFill>
                <a:ea typeface="黑体" panose="02010609060101010101" pitchFamily="49" charset="-122"/>
              </a:rPr>
              <a:t>3 </a:t>
            </a:r>
            <a:r>
              <a:rPr lang="zh-CN" altLang="en-US" sz="2000" b="1">
                <a:solidFill>
                  <a:srgbClr val="0000CC"/>
                </a:solidFill>
                <a:ea typeface="黑体" panose="02010609060101010101" pitchFamily="49" charset="-122"/>
              </a:rPr>
              <a:t>的网络的网络号</a:t>
            </a:r>
          </a:p>
        </p:txBody>
      </p:sp>
      <p:sp>
        <p:nvSpPr>
          <p:cNvPr id="508943" name="Rectangle 15"/>
          <p:cNvSpPr>
            <a:spLocks noChangeArrowheads="1"/>
          </p:cNvSpPr>
          <p:nvPr/>
        </p:nvSpPr>
        <p:spPr bwMode="auto">
          <a:xfrm>
            <a:off x="1965325" y="3162300"/>
            <a:ext cx="5707063" cy="4429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08946" name="Rectangle 18"/>
          <p:cNvSpPr>
            <a:spLocks noChangeArrowheads="1"/>
          </p:cNvSpPr>
          <p:nvPr/>
        </p:nvSpPr>
        <p:spPr bwMode="auto">
          <a:xfrm>
            <a:off x="344488" y="3162300"/>
            <a:ext cx="1593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三级 </a:t>
            </a:r>
            <a:r>
              <a:rPr lang="en-US" altLang="zh-CN" sz="2000" b="1">
                <a:solidFill>
                  <a:srgbClr val="0000CC"/>
                </a:solidFill>
                <a:ea typeface="黑体" panose="02010609060101010101" pitchFamily="49" charset="-122"/>
              </a:rPr>
              <a:t>IP </a:t>
            </a:r>
            <a:r>
              <a:rPr lang="zh-CN" altLang="en-US" sz="2000" b="1">
                <a:solidFill>
                  <a:srgbClr val="0000CC"/>
                </a:solidFill>
                <a:ea typeface="黑体" panose="02010609060101010101" pitchFamily="49" charset="-122"/>
              </a:rPr>
              <a:t>地址</a:t>
            </a:r>
          </a:p>
        </p:txBody>
      </p:sp>
      <p:sp>
        <p:nvSpPr>
          <p:cNvPr id="508947" name="Rectangle 19"/>
          <p:cNvSpPr>
            <a:spLocks noChangeArrowheads="1"/>
          </p:cNvSpPr>
          <p:nvPr/>
        </p:nvSpPr>
        <p:spPr bwMode="auto">
          <a:xfrm>
            <a:off x="8266113" y="3800475"/>
            <a:ext cx="963612" cy="2857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08948" name="Line 20"/>
          <p:cNvSpPr>
            <a:spLocks noChangeShapeType="1"/>
          </p:cNvSpPr>
          <p:nvPr/>
        </p:nvSpPr>
        <p:spPr bwMode="auto">
          <a:xfrm>
            <a:off x="5741988" y="3160713"/>
            <a:ext cx="0" cy="450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08949" name="Rectangle 21"/>
          <p:cNvSpPr>
            <a:spLocks noChangeArrowheads="1"/>
          </p:cNvSpPr>
          <p:nvPr/>
        </p:nvSpPr>
        <p:spPr bwMode="auto">
          <a:xfrm>
            <a:off x="8210550" y="3646488"/>
            <a:ext cx="952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主机号</a:t>
            </a:r>
          </a:p>
        </p:txBody>
      </p:sp>
      <p:sp>
        <p:nvSpPr>
          <p:cNvPr id="508951" name="Line 23"/>
          <p:cNvSpPr>
            <a:spLocks noChangeShapeType="1"/>
          </p:cNvSpPr>
          <p:nvPr/>
        </p:nvSpPr>
        <p:spPr bwMode="auto">
          <a:xfrm>
            <a:off x="7689850" y="3148013"/>
            <a:ext cx="0" cy="452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08955" name="Line 27"/>
          <p:cNvSpPr>
            <a:spLocks noChangeShapeType="1"/>
          </p:cNvSpPr>
          <p:nvPr/>
        </p:nvSpPr>
        <p:spPr bwMode="auto">
          <a:xfrm>
            <a:off x="1949450" y="3652838"/>
            <a:ext cx="0" cy="393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508956" name="Line 28"/>
          <p:cNvSpPr>
            <a:spLocks noChangeShapeType="1"/>
          </p:cNvSpPr>
          <p:nvPr/>
        </p:nvSpPr>
        <p:spPr bwMode="auto">
          <a:xfrm>
            <a:off x="7689850" y="2638425"/>
            <a:ext cx="0" cy="4349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508957" name="Rectangle 29"/>
          <p:cNvSpPr>
            <a:spLocks noChangeArrowheads="1"/>
          </p:cNvSpPr>
          <p:nvPr/>
        </p:nvSpPr>
        <p:spPr bwMode="auto">
          <a:xfrm>
            <a:off x="344488" y="4149725"/>
            <a:ext cx="1593850"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三级 </a:t>
            </a:r>
            <a:r>
              <a:rPr lang="en-US" altLang="zh-CN" sz="2000" b="1">
                <a:solidFill>
                  <a:srgbClr val="0000CC"/>
                </a:solidFill>
                <a:ea typeface="黑体" panose="02010609060101010101" pitchFamily="49" charset="-122"/>
              </a:rPr>
              <a:t>IP </a:t>
            </a:r>
            <a:r>
              <a:rPr lang="zh-CN" altLang="en-US" sz="2000" b="1">
                <a:solidFill>
                  <a:srgbClr val="0000CC"/>
                </a:solidFill>
                <a:ea typeface="黑体" panose="02010609060101010101" pitchFamily="49" charset="-122"/>
              </a:rPr>
              <a:t>地址</a:t>
            </a:r>
          </a:p>
          <a:p>
            <a:r>
              <a:rPr lang="zh-CN" altLang="en-US" sz="2000" b="1">
                <a:solidFill>
                  <a:srgbClr val="0000CC"/>
                </a:solidFill>
                <a:ea typeface="黑体" panose="02010609060101010101" pitchFamily="49" charset="-122"/>
              </a:rPr>
              <a:t>的子网掩码</a:t>
            </a:r>
          </a:p>
        </p:txBody>
      </p:sp>
      <p:sp>
        <p:nvSpPr>
          <p:cNvPr id="890902" name="Line 30"/>
          <p:cNvSpPr>
            <a:spLocks noChangeShapeType="1"/>
          </p:cNvSpPr>
          <p:nvPr/>
        </p:nvSpPr>
        <p:spPr bwMode="auto">
          <a:xfrm>
            <a:off x="1949450" y="1589088"/>
            <a:ext cx="3773488"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90903" name="Line 31"/>
          <p:cNvSpPr>
            <a:spLocks noChangeShapeType="1"/>
          </p:cNvSpPr>
          <p:nvPr/>
        </p:nvSpPr>
        <p:spPr bwMode="auto">
          <a:xfrm>
            <a:off x="1949450" y="1377950"/>
            <a:ext cx="0" cy="4000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90904" name="Line 32"/>
          <p:cNvSpPr>
            <a:spLocks noChangeShapeType="1"/>
          </p:cNvSpPr>
          <p:nvPr/>
        </p:nvSpPr>
        <p:spPr bwMode="auto">
          <a:xfrm>
            <a:off x="9639300" y="1377950"/>
            <a:ext cx="0" cy="384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90905" name="Rectangle 33"/>
          <p:cNvSpPr>
            <a:spLocks noChangeArrowheads="1"/>
          </p:cNvSpPr>
          <p:nvPr/>
        </p:nvSpPr>
        <p:spPr bwMode="auto">
          <a:xfrm>
            <a:off x="3355975" y="1341438"/>
            <a:ext cx="952500"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网络号</a:t>
            </a:r>
          </a:p>
        </p:txBody>
      </p:sp>
      <p:sp>
        <p:nvSpPr>
          <p:cNvPr id="890906" name="Line 34"/>
          <p:cNvSpPr>
            <a:spLocks noChangeShapeType="1"/>
          </p:cNvSpPr>
          <p:nvPr/>
        </p:nvSpPr>
        <p:spPr bwMode="auto">
          <a:xfrm>
            <a:off x="5770563" y="1589088"/>
            <a:ext cx="3881437"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90907" name="Rectangle 35"/>
          <p:cNvSpPr>
            <a:spLocks noChangeArrowheads="1"/>
          </p:cNvSpPr>
          <p:nvPr/>
        </p:nvSpPr>
        <p:spPr bwMode="auto">
          <a:xfrm>
            <a:off x="7196138" y="1341438"/>
            <a:ext cx="952500"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主机号</a:t>
            </a:r>
          </a:p>
        </p:txBody>
      </p:sp>
      <p:sp>
        <p:nvSpPr>
          <p:cNvPr id="890908" name="Line 36"/>
          <p:cNvSpPr>
            <a:spLocks noChangeShapeType="1"/>
          </p:cNvSpPr>
          <p:nvPr/>
        </p:nvSpPr>
        <p:spPr bwMode="auto">
          <a:xfrm>
            <a:off x="5741988" y="1377950"/>
            <a:ext cx="0" cy="4000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508965" name="Line 37"/>
          <p:cNvSpPr>
            <a:spLocks noChangeShapeType="1"/>
          </p:cNvSpPr>
          <p:nvPr/>
        </p:nvSpPr>
        <p:spPr bwMode="auto">
          <a:xfrm flipV="1">
            <a:off x="1949450" y="2840038"/>
            <a:ext cx="3786188" cy="1270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508966" name="Line 38"/>
          <p:cNvSpPr>
            <a:spLocks noChangeShapeType="1"/>
          </p:cNvSpPr>
          <p:nvPr/>
        </p:nvSpPr>
        <p:spPr bwMode="auto">
          <a:xfrm>
            <a:off x="1949450" y="2641600"/>
            <a:ext cx="0" cy="4000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508967" name="Line 39"/>
          <p:cNvSpPr>
            <a:spLocks noChangeShapeType="1"/>
          </p:cNvSpPr>
          <p:nvPr/>
        </p:nvSpPr>
        <p:spPr bwMode="auto">
          <a:xfrm>
            <a:off x="9639300" y="2641600"/>
            <a:ext cx="0" cy="384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508969" name="Line 41"/>
          <p:cNvSpPr>
            <a:spLocks noChangeShapeType="1"/>
          </p:cNvSpPr>
          <p:nvPr/>
        </p:nvSpPr>
        <p:spPr bwMode="auto">
          <a:xfrm flipV="1">
            <a:off x="5770563" y="2840038"/>
            <a:ext cx="3868737" cy="1270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508971" name="Line 43"/>
          <p:cNvSpPr>
            <a:spLocks noChangeShapeType="1"/>
          </p:cNvSpPr>
          <p:nvPr/>
        </p:nvSpPr>
        <p:spPr bwMode="auto">
          <a:xfrm>
            <a:off x="5741988" y="2641600"/>
            <a:ext cx="0" cy="4000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508972" name="Line 44"/>
          <p:cNvSpPr>
            <a:spLocks noChangeShapeType="1"/>
          </p:cNvSpPr>
          <p:nvPr/>
        </p:nvSpPr>
        <p:spPr bwMode="auto">
          <a:xfrm>
            <a:off x="7672388" y="3705225"/>
            <a:ext cx="0" cy="454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08973" name="Line 45"/>
          <p:cNvSpPr>
            <a:spLocks noChangeShapeType="1"/>
          </p:cNvSpPr>
          <p:nvPr/>
        </p:nvSpPr>
        <p:spPr bwMode="auto">
          <a:xfrm>
            <a:off x="9639300" y="3652838"/>
            <a:ext cx="0" cy="454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08974" name="Rectangle 46"/>
          <p:cNvSpPr>
            <a:spLocks noChangeArrowheads="1"/>
          </p:cNvSpPr>
          <p:nvPr/>
        </p:nvSpPr>
        <p:spPr bwMode="auto">
          <a:xfrm>
            <a:off x="728663" y="5000625"/>
            <a:ext cx="120967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000" b="1">
                <a:solidFill>
                  <a:srgbClr val="0000CC"/>
                </a:solidFill>
                <a:ea typeface="黑体" panose="02010609060101010101" pitchFamily="49" charset="-122"/>
              </a:rPr>
              <a:t>子网的</a:t>
            </a:r>
          </a:p>
          <a:p>
            <a:pPr algn="ctr"/>
            <a:r>
              <a:rPr lang="zh-CN" altLang="en-US" sz="2000" b="1">
                <a:solidFill>
                  <a:srgbClr val="0000CC"/>
                </a:solidFill>
                <a:ea typeface="黑体" panose="02010609060101010101" pitchFamily="49" charset="-122"/>
              </a:rPr>
              <a:t>网络地址</a:t>
            </a:r>
          </a:p>
        </p:txBody>
      </p:sp>
      <p:sp>
        <p:nvSpPr>
          <p:cNvPr id="508975" name="Rectangle 47"/>
          <p:cNvSpPr>
            <a:spLocks noChangeArrowheads="1"/>
          </p:cNvSpPr>
          <p:nvPr/>
        </p:nvSpPr>
        <p:spPr bwMode="auto">
          <a:xfrm>
            <a:off x="7672388" y="4294188"/>
            <a:ext cx="1951037" cy="503237"/>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08976" name="Rectangle 48"/>
          <p:cNvSpPr>
            <a:spLocks noChangeArrowheads="1"/>
          </p:cNvSpPr>
          <p:nvPr/>
        </p:nvSpPr>
        <p:spPr bwMode="auto">
          <a:xfrm>
            <a:off x="1976438" y="4294188"/>
            <a:ext cx="5695950" cy="503237"/>
          </a:xfrm>
          <a:prstGeom prst="rect">
            <a:avLst/>
          </a:prstGeom>
          <a:solidFill>
            <a:srgbClr val="FFC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nvGrpSpPr>
          <p:cNvPr id="508977" name="Group 49"/>
          <p:cNvGrpSpPr>
            <a:grpSpLocks/>
          </p:cNvGrpSpPr>
          <p:nvPr/>
        </p:nvGrpSpPr>
        <p:grpSpPr bwMode="auto">
          <a:xfrm>
            <a:off x="2081213" y="4338638"/>
            <a:ext cx="7486650" cy="412750"/>
            <a:chOff x="1205" y="3120"/>
            <a:chExt cx="4353" cy="260"/>
          </a:xfrm>
        </p:grpSpPr>
        <p:sp>
          <p:nvSpPr>
            <p:cNvPr id="890920" name="Rectangle 50"/>
            <p:cNvSpPr>
              <a:spLocks noChangeArrowheads="1"/>
            </p:cNvSpPr>
            <p:nvPr/>
          </p:nvSpPr>
          <p:spPr bwMode="auto">
            <a:xfrm>
              <a:off x="1205" y="3120"/>
              <a:ext cx="3282"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100" b="1">
                  <a:solidFill>
                    <a:srgbClr val="0000CC"/>
                  </a:solidFill>
                  <a:ea typeface="黑体" panose="02010609060101010101" pitchFamily="49" charset="-122"/>
                </a:rPr>
                <a:t>1 1 1 1 1 1 1 1 1 1 1 1 1 1 1 1   1 1 1 1 1 1 1 1</a:t>
              </a:r>
            </a:p>
          </p:txBody>
        </p:sp>
        <p:sp>
          <p:nvSpPr>
            <p:cNvPr id="890921" name="Rectangle 51"/>
            <p:cNvSpPr>
              <a:spLocks noChangeArrowheads="1"/>
            </p:cNvSpPr>
            <p:nvPr/>
          </p:nvSpPr>
          <p:spPr bwMode="auto">
            <a:xfrm>
              <a:off x="4452" y="3120"/>
              <a:ext cx="1106"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100" b="1">
                  <a:solidFill>
                    <a:srgbClr val="0000CC"/>
                  </a:solidFill>
                  <a:ea typeface="黑体" panose="02010609060101010101" pitchFamily="49" charset="-122"/>
                </a:rPr>
                <a:t>0 0 0 0 0 0 0 0</a:t>
              </a:r>
            </a:p>
          </p:txBody>
        </p:sp>
      </p:grpSp>
      <p:sp>
        <p:nvSpPr>
          <p:cNvPr id="508980" name="Line 52"/>
          <p:cNvSpPr>
            <a:spLocks noChangeShapeType="1"/>
          </p:cNvSpPr>
          <p:nvPr/>
        </p:nvSpPr>
        <p:spPr bwMode="auto">
          <a:xfrm>
            <a:off x="5741988" y="4294188"/>
            <a:ext cx="1587" cy="5032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08981" name="Rectangle 53"/>
          <p:cNvSpPr>
            <a:spLocks noChangeArrowheads="1"/>
          </p:cNvSpPr>
          <p:nvPr/>
        </p:nvSpPr>
        <p:spPr bwMode="auto">
          <a:xfrm>
            <a:off x="7672388" y="5157788"/>
            <a:ext cx="1951037" cy="503237"/>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08982" name="Rectangle 54"/>
          <p:cNvSpPr>
            <a:spLocks noChangeArrowheads="1"/>
          </p:cNvSpPr>
          <p:nvPr/>
        </p:nvSpPr>
        <p:spPr bwMode="auto">
          <a:xfrm>
            <a:off x="1976438" y="5157788"/>
            <a:ext cx="5695950" cy="503237"/>
          </a:xfrm>
          <a:prstGeom prst="rect">
            <a:avLst/>
          </a:prstGeom>
          <a:solidFill>
            <a:srgbClr val="FFC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08983" name="Line 55"/>
          <p:cNvSpPr>
            <a:spLocks noChangeShapeType="1"/>
          </p:cNvSpPr>
          <p:nvPr/>
        </p:nvSpPr>
        <p:spPr bwMode="auto">
          <a:xfrm>
            <a:off x="5741988" y="5157788"/>
            <a:ext cx="1587" cy="5032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08986" name="Rectangle 58"/>
          <p:cNvSpPr>
            <a:spLocks noChangeArrowheads="1"/>
          </p:cNvSpPr>
          <p:nvPr/>
        </p:nvSpPr>
        <p:spPr bwMode="auto">
          <a:xfrm>
            <a:off x="8451850" y="5181600"/>
            <a:ext cx="354013"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CC"/>
                </a:solidFill>
                <a:ea typeface="黑体" panose="02010609060101010101" pitchFamily="49" charset="-122"/>
              </a:rPr>
              <a:t>0</a:t>
            </a:r>
          </a:p>
        </p:txBody>
      </p:sp>
      <p:sp>
        <p:nvSpPr>
          <p:cNvPr id="890927" name="Rectangle 60"/>
          <p:cNvSpPr>
            <a:spLocks noChangeArrowheads="1"/>
          </p:cNvSpPr>
          <p:nvPr/>
        </p:nvSpPr>
        <p:spPr bwMode="auto">
          <a:xfrm>
            <a:off x="3381375" y="2638425"/>
            <a:ext cx="952500"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网络号</a:t>
            </a:r>
          </a:p>
        </p:txBody>
      </p:sp>
      <p:sp>
        <p:nvSpPr>
          <p:cNvPr id="890928" name="Rectangle 25"/>
          <p:cNvSpPr>
            <a:spLocks noChangeArrowheads="1"/>
          </p:cNvSpPr>
          <p:nvPr/>
        </p:nvSpPr>
        <p:spPr bwMode="auto">
          <a:xfrm>
            <a:off x="6261100" y="2638425"/>
            <a:ext cx="952500"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子网号</a:t>
            </a:r>
          </a:p>
        </p:txBody>
      </p:sp>
      <p:sp>
        <p:nvSpPr>
          <p:cNvPr id="508945" name="Rectangle 17"/>
          <p:cNvSpPr>
            <a:spLocks noChangeArrowheads="1"/>
          </p:cNvSpPr>
          <p:nvPr/>
        </p:nvSpPr>
        <p:spPr bwMode="auto">
          <a:xfrm>
            <a:off x="8186738" y="2638425"/>
            <a:ext cx="952500"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主机号</a:t>
            </a:r>
          </a:p>
        </p:txBody>
      </p:sp>
      <p:sp>
        <p:nvSpPr>
          <p:cNvPr id="890930" name="Rectangle 61"/>
          <p:cNvSpPr>
            <a:spLocks noChangeArrowheads="1"/>
          </p:cNvSpPr>
          <p:nvPr/>
        </p:nvSpPr>
        <p:spPr bwMode="auto">
          <a:xfrm>
            <a:off x="2601913" y="3141663"/>
            <a:ext cx="3602037"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CC"/>
                </a:solidFill>
                <a:ea typeface="黑体" panose="02010609060101010101" pitchFamily="49" charset="-122"/>
              </a:rPr>
              <a:t>145        </a:t>
            </a:r>
            <a:r>
              <a:rPr lang="en-US" altLang="zh-CN" sz="2800" b="1">
                <a:solidFill>
                  <a:srgbClr val="0000CC"/>
                </a:solidFill>
                <a:ea typeface="黑体" panose="02010609060101010101" pitchFamily="49" charset="-122"/>
              </a:rPr>
              <a:t>.</a:t>
            </a:r>
            <a:r>
              <a:rPr lang="en-US" altLang="zh-CN" sz="2400" b="1">
                <a:solidFill>
                  <a:srgbClr val="0000CC"/>
                </a:solidFill>
                <a:ea typeface="黑体" panose="02010609060101010101" pitchFamily="49" charset="-122"/>
              </a:rPr>
              <a:t>        13            </a:t>
            </a:r>
            <a:r>
              <a:rPr lang="en-US" altLang="zh-CN" sz="2800" b="1">
                <a:solidFill>
                  <a:srgbClr val="0000CC"/>
                </a:solidFill>
                <a:ea typeface="黑体" panose="02010609060101010101" pitchFamily="49" charset="-122"/>
              </a:rPr>
              <a:t>.</a:t>
            </a:r>
          </a:p>
        </p:txBody>
      </p:sp>
      <p:sp>
        <p:nvSpPr>
          <p:cNvPr id="890931" name="Rectangle 63"/>
          <p:cNvSpPr>
            <a:spLocks noChangeArrowheads="1"/>
          </p:cNvSpPr>
          <p:nvPr/>
        </p:nvSpPr>
        <p:spPr bwMode="auto">
          <a:xfrm>
            <a:off x="2601913" y="5157788"/>
            <a:ext cx="4722812"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CC"/>
                </a:solidFill>
                <a:ea typeface="黑体" panose="02010609060101010101" pitchFamily="49" charset="-122"/>
              </a:rPr>
              <a:t>145        </a:t>
            </a:r>
            <a:r>
              <a:rPr lang="en-US" altLang="zh-CN" sz="2800" b="1">
                <a:solidFill>
                  <a:srgbClr val="0000CC"/>
                </a:solidFill>
                <a:ea typeface="黑体" panose="02010609060101010101" pitchFamily="49" charset="-122"/>
              </a:rPr>
              <a:t>.</a:t>
            </a:r>
            <a:r>
              <a:rPr lang="en-US" altLang="zh-CN" sz="2400" b="1">
                <a:solidFill>
                  <a:srgbClr val="0000CC"/>
                </a:solidFill>
                <a:ea typeface="黑体" panose="02010609060101010101" pitchFamily="49" charset="-122"/>
              </a:rPr>
              <a:t>        13            </a:t>
            </a:r>
            <a:r>
              <a:rPr lang="en-US" altLang="zh-CN" sz="2800" b="1">
                <a:solidFill>
                  <a:srgbClr val="0000CC"/>
                </a:solidFill>
                <a:ea typeface="黑体" panose="02010609060101010101" pitchFamily="49" charset="-122"/>
              </a:rPr>
              <a:t>.</a:t>
            </a:r>
            <a:r>
              <a:rPr lang="en-US" altLang="zh-CN" sz="2400" b="1">
                <a:solidFill>
                  <a:srgbClr val="0000CC"/>
                </a:solidFill>
                <a:ea typeface="黑体" panose="02010609060101010101" pitchFamily="49" charset="-122"/>
              </a:rPr>
              <a:t>           3</a:t>
            </a:r>
          </a:p>
        </p:txBody>
      </p:sp>
      <p:sp>
        <p:nvSpPr>
          <p:cNvPr id="890932" name="Rectangle 64"/>
          <p:cNvSpPr>
            <a:spLocks noChangeArrowheads="1"/>
          </p:cNvSpPr>
          <p:nvPr/>
        </p:nvSpPr>
        <p:spPr bwMode="auto">
          <a:xfrm>
            <a:off x="6657975" y="3141663"/>
            <a:ext cx="2325688"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CC"/>
                </a:solidFill>
                <a:ea typeface="黑体" panose="02010609060101010101" pitchFamily="49" charset="-122"/>
              </a:rPr>
              <a:t>3         </a:t>
            </a:r>
            <a:r>
              <a:rPr lang="en-US" altLang="zh-CN" sz="2800" b="1">
                <a:solidFill>
                  <a:srgbClr val="0000CC"/>
                </a:solidFill>
                <a:ea typeface="黑体" panose="02010609060101010101" pitchFamily="49" charset="-122"/>
              </a:rPr>
              <a:t>.</a:t>
            </a:r>
            <a:r>
              <a:rPr lang="en-US" altLang="zh-CN" sz="2400" b="1">
                <a:solidFill>
                  <a:srgbClr val="0000CC"/>
                </a:solidFill>
                <a:ea typeface="黑体" panose="02010609060101010101" pitchFamily="49" charset="-122"/>
              </a:rPr>
              <a:t>         10</a:t>
            </a:r>
          </a:p>
        </p:txBody>
      </p:sp>
      <p:sp>
        <p:nvSpPr>
          <p:cNvPr id="89093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9EAD08C-76FF-425F-A9AD-65F4A8E13386}" type="slidenum">
              <a:rPr lang="zh-CN" altLang="en-US" smtClean="0"/>
              <a:pPr eaLnBrk="1" hangingPunct="1"/>
              <a:t>13</a:t>
            </a:fld>
            <a:endParaRPr lang="en-US" altLang="zh-CN" smtClean="0"/>
          </a:p>
        </p:txBody>
      </p:sp>
      <p:sp>
        <p:nvSpPr>
          <p:cNvPr id="89093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89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0893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0893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0894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0894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894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894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894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894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894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894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895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895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895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896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896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896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896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897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897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8973"/>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0895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897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8976"/>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0897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8980"/>
                                        </p:tgtEl>
                                        <p:attrNameLst>
                                          <p:attrName>style.visibility</p:attrName>
                                        </p:attrNameLst>
                                      </p:cBhvr>
                                      <p:to>
                                        <p:strVal val="visible"/>
                                      </p:to>
                                    </p:set>
                                  </p:childTnLst>
                                </p:cTn>
                              </p:par>
                            </p:childTnLst>
                          </p:cTn>
                        </p:par>
                        <p:par>
                          <p:cTn id="59" fill="hold" nodeType="afterGroup">
                            <p:stCondLst>
                              <p:cond delay="1"/>
                            </p:stCondLst>
                            <p:childTnLst>
                              <p:par>
                                <p:cTn id="60" presetID="35" presetClass="emph" presetSubtype="0" repeatCount="4000" fill="hold" nodeType="afterEffect">
                                  <p:stCondLst>
                                    <p:cond delay="500"/>
                                  </p:stCondLst>
                                  <p:childTnLst>
                                    <p:anim calcmode="discrete" valueType="str">
                                      <p:cBhvr>
                                        <p:cTn id="61" dur="1000" fill="hold"/>
                                        <p:tgtEl>
                                          <p:spTgt spid="508977"/>
                                        </p:tgtEl>
                                        <p:attrNameLst>
                                          <p:attrName>style.visibility</p:attrName>
                                        </p:attrNameLst>
                                      </p:cBhvr>
                                      <p:tavLst>
                                        <p:tav tm="0">
                                          <p:val>
                                            <p:strVal val="hidden"/>
                                          </p:val>
                                        </p:tav>
                                        <p:tav tm="50000">
                                          <p:val>
                                            <p:strVal val="visible"/>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508974"/>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508981"/>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508982"/>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508983"/>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508986"/>
                                        </p:tgtEl>
                                        <p:attrNameLst>
                                          <p:attrName>style.visibility</p:attrName>
                                        </p:attrNameLst>
                                      </p:cBhvr>
                                      <p:to>
                                        <p:strVal val="visible"/>
                                      </p:to>
                                    </p:set>
                                  </p:childTnLst>
                                </p:cTn>
                              </p:par>
                            </p:childTnLst>
                          </p:cTn>
                        </p:par>
                        <p:par>
                          <p:cTn id="74" fill="hold" nodeType="afterGroup">
                            <p:stCondLst>
                              <p:cond delay="1"/>
                            </p:stCondLst>
                            <p:childTnLst>
                              <p:par>
                                <p:cTn id="75" presetID="35" presetClass="emph" presetSubtype="0" repeatCount="4000" fill="hold" grpId="1" nodeType="afterEffect">
                                  <p:stCondLst>
                                    <p:cond delay="0"/>
                                  </p:stCondLst>
                                  <p:childTnLst>
                                    <p:anim calcmode="discrete" valueType="str">
                                      <p:cBhvr>
                                        <p:cTn id="76" dur="1000" fill="hold"/>
                                        <p:tgtEl>
                                          <p:spTgt spid="50897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8930" grpId="0" animBg="1"/>
      <p:bldP spid="508933" grpId="0" animBg="1"/>
      <p:bldP spid="508934" grpId="0" animBg="1"/>
      <p:bldP spid="508940" grpId="0" animBg="1"/>
      <p:bldP spid="508942" grpId="0" animBg="1"/>
      <p:bldP spid="508943" grpId="0" animBg="1"/>
      <p:bldP spid="508946" grpId="0"/>
      <p:bldP spid="508947" grpId="0" animBg="1"/>
      <p:bldP spid="508948" grpId="0" animBg="1"/>
      <p:bldP spid="508949" grpId="0"/>
      <p:bldP spid="508951" grpId="0" animBg="1"/>
      <p:bldP spid="508955" grpId="0" animBg="1"/>
      <p:bldP spid="508956" grpId="0" animBg="1"/>
      <p:bldP spid="508957" grpId="0"/>
      <p:bldP spid="508965" grpId="0" animBg="1"/>
      <p:bldP spid="508966" grpId="0" animBg="1"/>
      <p:bldP spid="508967" grpId="0" animBg="1"/>
      <p:bldP spid="508969" grpId="0" animBg="1"/>
      <p:bldP spid="508971" grpId="0" animBg="1"/>
      <p:bldP spid="508972" grpId="0" animBg="1"/>
      <p:bldP spid="508973" grpId="0" animBg="1"/>
      <p:bldP spid="508974" grpId="0"/>
      <p:bldP spid="508974" grpId="1"/>
      <p:bldP spid="508975" grpId="0" animBg="1"/>
      <p:bldP spid="508976" grpId="0" animBg="1"/>
      <p:bldP spid="508980" grpId="0" animBg="1"/>
      <p:bldP spid="508981" grpId="0" animBg="1"/>
      <p:bldP spid="508982" grpId="0" animBg="1"/>
      <p:bldP spid="508983" grpId="0" animBg="1"/>
      <p:bldP spid="508986" grpId="0"/>
      <p:bldP spid="50894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6" name="Rectangle 4"/>
          <p:cNvSpPr>
            <a:spLocks noGrp="1" noChangeArrowheads="1"/>
          </p:cNvSpPr>
          <p:nvPr>
            <p:ph type="title"/>
          </p:nvPr>
        </p:nvSpPr>
        <p:spPr>
          <a:solidFill>
            <a:srgbClr val="66FF66"/>
          </a:solidFill>
        </p:spPr>
        <p:txBody>
          <a:bodyPr/>
          <a:lstStyle/>
          <a:p>
            <a:pPr algn="ctr"/>
            <a:r>
              <a:rPr lang="en-US" altLang="zh-CN" sz="4000" smtClean="0">
                <a:solidFill>
                  <a:srgbClr val="C00000"/>
                </a:solidFill>
                <a:ea typeface="黑体" panose="02010609060101010101" pitchFamily="49" charset="-122"/>
              </a:rPr>
              <a:t>(IP </a:t>
            </a:r>
            <a:r>
              <a:rPr lang="zh-CN" altLang="en-US" sz="4000" smtClean="0">
                <a:solidFill>
                  <a:srgbClr val="C00000"/>
                </a:solidFill>
                <a:ea typeface="黑体" panose="02010609060101010101" pitchFamily="49" charset="-122"/>
              </a:rPr>
              <a:t>地址</a:t>
            </a:r>
            <a:r>
              <a:rPr lang="en-US" altLang="zh-CN" sz="4000" smtClean="0">
                <a:solidFill>
                  <a:srgbClr val="C00000"/>
                </a:solidFill>
                <a:ea typeface="黑体" panose="02010609060101010101" pitchFamily="49" charset="-122"/>
              </a:rPr>
              <a:t>) AND (</a:t>
            </a:r>
            <a:r>
              <a:rPr lang="zh-CN" altLang="en-US" sz="4000" smtClean="0">
                <a:solidFill>
                  <a:srgbClr val="C00000"/>
                </a:solidFill>
                <a:ea typeface="黑体" panose="02010609060101010101" pitchFamily="49" charset="-122"/>
              </a:rPr>
              <a:t>子网掩码</a:t>
            </a:r>
            <a:r>
              <a:rPr lang="en-US" altLang="zh-CN" sz="4000" smtClean="0">
                <a:solidFill>
                  <a:srgbClr val="C00000"/>
                </a:solidFill>
                <a:ea typeface="黑体" panose="02010609060101010101" pitchFamily="49" charset="-122"/>
              </a:rPr>
              <a:t>) =</a:t>
            </a:r>
            <a:r>
              <a:rPr lang="zh-CN" altLang="en-US" sz="4000" smtClean="0">
                <a:solidFill>
                  <a:srgbClr val="C00000"/>
                </a:solidFill>
                <a:ea typeface="黑体" panose="02010609060101010101" pitchFamily="49" charset="-122"/>
              </a:rPr>
              <a:t>网络地址</a:t>
            </a:r>
          </a:p>
        </p:txBody>
      </p:sp>
      <p:sp>
        <p:nvSpPr>
          <p:cNvPr id="892930" name="Rectangle 2"/>
          <p:cNvSpPr>
            <a:spLocks noChangeArrowheads="1"/>
          </p:cNvSpPr>
          <p:nvPr/>
        </p:nvSpPr>
        <p:spPr bwMode="auto">
          <a:xfrm>
            <a:off x="1993900" y="2890838"/>
            <a:ext cx="7702550" cy="463550"/>
          </a:xfrm>
          <a:prstGeom prst="rect">
            <a:avLst/>
          </a:prstGeom>
          <a:solidFill>
            <a:srgbClr val="CCECFF"/>
          </a:solidFill>
          <a:ln w="12700">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2931" name="Rectangle 3"/>
          <p:cNvSpPr>
            <a:spLocks noChangeArrowheads="1"/>
          </p:cNvSpPr>
          <p:nvPr/>
        </p:nvSpPr>
        <p:spPr bwMode="auto">
          <a:xfrm>
            <a:off x="1993900" y="1608138"/>
            <a:ext cx="7702550" cy="463550"/>
          </a:xfrm>
          <a:prstGeom prst="rect">
            <a:avLst/>
          </a:prstGeom>
          <a:solidFill>
            <a:srgbClr val="CCECFF"/>
          </a:solidFill>
          <a:ln w="12700">
            <a:solidFill>
              <a:srgbClr val="333399"/>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2932" name="Line 5"/>
          <p:cNvSpPr>
            <a:spLocks noChangeShapeType="1"/>
          </p:cNvSpPr>
          <p:nvPr/>
        </p:nvSpPr>
        <p:spPr bwMode="auto">
          <a:xfrm flipV="1">
            <a:off x="2032000" y="3644900"/>
            <a:ext cx="3767138"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92933" name="Line 6"/>
          <p:cNvSpPr>
            <a:spLocks noChangeShapeType="1"/>
          </p:cNvSpPr>
          <p:nvPr/>
        </p:nvSpPr>
        <p:spPr bwMode="auto">
          <a:xfrm flipV="1">
            <a:off x="7748588" y="3644900"/>
            <a:ext cx="1925637" cy="0"/>
          </a:xfrm>
          <a:prstGeom prst="line">
            <a:avLst/>
          </a:prstGeom>
          <a:noFill/>
          <a:ln w="1270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92934" name="Line 7"/>
          <p:cNvSpPr>
            <a:spLocks noChangeShapeType="1"/>
          </p:cNvSpPr>
          <p:nvPr/>
        </p:nvSpPr>
        <p:spPr bwMode="auto">
          <a:xfrm flipV="1">
            <a:off x="5799138" y="3644900"/>
            <a:ext cx="1939925"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92935" name="Rectangle 8"/>
          <p:cNvSpPr>
            <a:spLocks noChangeArrowheads="1"/>
          </p:cNvSpPr>
          <p:nvPr/>
        </p:nvSpPr>
        <p:spPr bwMode="auto">
          <a:xfrm>
            <a:off x="2009775" y="1620838"/>
            <a:ext cx="3781425" cy="44291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000" b="1">
              <a:solidFill>
                <a:srgbClr val="0000CC"/>
              </a:solidFill>
              <a:ea typeface="黑体" panose="02010609060101010101" pitchFamily="49" charset="-122"/>
            </a:endParaRPr>
          </a:p>
        </p:txBody>
      </p:sp>
      <p:sp>
        <p:nvSpPr>
          <p:cNvPr id="892936" name="Rectangle 9"/>
          <p:cNvSpPr>
            <a:spLocks noChangeArrowheads="1"/>
          </p:cNvSpPr>
          <p:nvPr/>
        </p:nvSpPr>
        <p:spPr bwMode="auto">
          <a:xfrm>
            <a:off x="3354388" y="1601788"/>
            <a:ext cx="111125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CC"/>
                </a:solidFill>
                <a:ea typeface="黑体" panose="02010609060101010101" pitchFamily="49" charset="-122"/>
              </a:rPr>
              <a:t>网络号</a:t>
            </a:r>
          </a:p>
        </p:txBody>
      </p:sp>
      <p:sp>
        <p:nvSpPr>
          <p:cNvPr id="892937" name="Rectangle 10"/>
          <p:cNvSpPr>
            <a:spLocks noChangeArrowheads="1"/>
          </p:cNvSpPr>
          <p:nvPr/>
        </p:nvSpPr>
        <p:spPr bwMode="auto">
          <a:xfrm>
            <a:off x="7254875" y="1601788"/>
            <a:ext cx="111125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CC"/>
                </a:solidFill>
                <a:ea typeface="黑体" panose="02010609060101010101" pitchFamily="49" charset="-122"/>
              </a:rPr>
              <a:t>主机号</a:t>
            </a:r>
          </a:p>
        </p:txBody>
      </p:sp>
      <p:sp>
        <p:nvSpPr>
          <p:cNvPr id="892938" name="Rectangle 11"/>
          <p:cNvSpPr>
            <a:spLocks noChangeArrowheads="1"/>
          </p:cNvSpPr>
          <p:nvPr/>
        </p:nvSpPr>
        <p:spPr bwMode="auto">
          <a:xfrm>
            <a:off x="414338" y="1620838"/>
            <a:ext cx="1593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两级 </a:t>
            </a:r>
            <a:r>
              <a:rPr lang="en-US" altLang="zh-CN" sz="2000" b="1">
                <a:solidFill>
                  <a:srgbClr val="0000CC"/>
                </a:solidFill>
                <a:ea typeface="黑体" panose="02010609060101010101" pitchFamily="49" charset="-122"/>
              </a:rPr>
              <a:t>IP </a:t>
            </a:r>
            <a:r>
              <a:rPr lang="zh-CN" altLang="en-US" sz="2000" b="1">
                <a:solidFill>
                  <a:srgbClr val="0000CC"/>
                </a:solidFill>
                <a:ea typeface="黑体" panose="02010609060101010101" pitchFamily="49" charset="-122"/>
              </a:rPr>
              <a:t>地址</a:t>
            </a:r>
          </a:p>
        </p:txBody>
      </p:sp>
      <p:sp>
        <p:nvSpPr>
          <p:cNvPr id="892939" name="Rectangle 12"/>
          <p:cNvSpPr>
            <a:spLocks noChangeArrowheads="1"/>
          </p:cNvSpPr>
          <p:nvPr/>
        </p:nvSpPr>
        <p:spPr bwMode="auto">
          <a:xfrm>
            <a:off x="3249613" y="3540125"/>
            <a:ext cx="1257300" cy="2619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2940" name="Line 13"/>
          <p:cNvSpPr>
            <a:spLocks noChangeShapeType="1"/>
          </p:cNvSpPr>
          <p:nvPr/>
        </p:nvSpPr>
        <p:spPr bwMode="auto">
          <a:xfrm>
            <a:off x="5799138" y="1616075"/>
            <a:ext cx="0" cy="454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2941" name="Rectangle 14"/>
          <p:cNvSpPr>
            <a:spLocks noChangeArrowheads="1"/>
          </p:cNvSpPr>
          <p:nvPr/>
        </p:nvSpPr>
        <p:spPr bwMode="auto">
          <a:xfrm>
            <a:off x="3340100" y="3462338"/>
            <a:ext cx="952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网络号</a:t>
            </a:r>
          </a:p>
        </p:txBody>
      </p:sp>
      <p:sp>
        <p:nvSpPr>
          <p:cNvPr id="892942" name="Rectangle 15"/>
          <p:cNvSpPr>
            <a:spLocks noChangeArrowheads="1"/>
          </p:cNvSpPr>
          <p:nvPr/>
        </p:nvSpPr>
        <p:spPr bwMode="auto">
          <a:xfrm>
            <a:off x="2022475" y="2901950"/>
            <a:ext cx="3754438" cy="4429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2943" name="Rectangle 16"/>
          <p:cNvSpPr>
            <a:spLocks noChangeArrowheads="1"/>
          </p:cNvSpPr>
          <p:nvPr/>
        </p:nvSpPr>
        <p:spPr bwMode="auto">
          <a:xfrm>
            <a:off x="414338" y="2901950"/>
            <a:ext cx="1593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三级 </a:t>
            </a:r>
            <a:r>
              <a:rPr lang="en-US" altLang="zh-CN" sz="2000" b="1">
                <a:solidFill>
                  <a:srgbClr val="0000CC"/>
                </a:solidFill>
                <a:ea typeface="黑体" panose="02010609060101010101" pitchFamily="49" charset="-122"/>
              </a:rPr>
              <a:t>IP </a:t>
            </a:r>
            <a:r>
              <a:rPr lang="zh-CN" altLang="en-US" sz="2000" b="1">
                <a:solidFill>
                  <a:srgbClr val="0000CC"/>
                </a:solidFill>
                <a:ea typeface="黑体" panose="02010609060101010101" pitchFamily="49" charset="-122"/>
              </a:rPr>
              <a:t>地址</a:t>
            </a:r>
          </a:p>
        </p:txBody>
      </p:sp>
      <p:sp>
        <p:nvSpPr>
          <p:cNvPr id="892944" name="Rectangle 17"/>
          <p:cNvSpPr>
            <a:spLocks noChangeArrowheads="1"/>
          </p:cNvSpPr>
          <p:nvPr/>
        </p:nvSpPr>
        <p:spPr bwMode="auto">
          <a:xfrm>
            <a:off x="8324850" y="3540125"/>
            <a:ext cx="962025" cy="2857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2945" name="Line 18"/>
          <p:cNvSpPr>
            <a:spLocks noChangeShapeType="1"/>
          </p:cNvSpPr>
          <p:nvPr/>
        </p:nvSpPr>
        <p:spPr bwMode="auto">
          <a:xfrm>
            <a:off x="5799138" y="2900363"/>
            <a:ext cx="0" cy="450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2946" name="Rectangle 19"/>
          <p:cNvSpPr>
            <a:spLocks noChangeArrowheads="1"/>
          </p:cNvSpPr>
          <p:nvPr/>
        </p:nvSpPr>
        <p:spPr bwMode="auto">
          <a:xfrm>
            <a:off x="8226425" y="3451225"/>
            <a:ext cx="952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主机号</a:t>
            </a:r>
          </a:p>
        </p:txBody>
      </p:sp>
      <p:sp>
        <p:nvSpPr>
          <p:cNvPr id="892947" name="Rectangle 20"/>
          <p:cNvSpPr>
            <a:spLocks noChangeArrowheads="1"/>
          </p:cNvSpPr>
          <p:nvPr/>
        </p:nvSpPr>
        <p:spPr bwMode="auto">
          <a:xfrm>
            <a:off x="6324600" y="3529013"/>
            <a:ext cx="962025" cy="2857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2948" name="Line 21"/>
          <p:cNvSpPr>
            <a:spLocks noChangeShapeType="1"/>
          </p:cNvSpPr>
          <p:nvPr/>
        </p:nvSpPr>
        <p:spPr bwMode="auto">
          <a:xfrm>
            <a:off x="7748588" y="2887663"/>
            <a:ext cx="0" cy="452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2949" name="Rectangle 23"/>
          <p:cNvSpPr>
            <a:spLocks noChangeArrowheads="1"/>
          </p:cNvSpPr>
          <p:nvPr/>
        </p:nvSpPr>
        <p:spPr bwMode="auto">
          <a:xfrm>
            <a:off x="3360738" y="2921000"/>
            <a:ext cx="111125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CC"/>
                </a:solidFill>
                <a:ea typeface="黑体" panose="02010609060101010101" pitchFamily="49" charset="-122"/>
              </a:rPr>
              <a:t>网络号</a:t>
            </a:r>
          </a:p>
        </p:txBody>
      </p:sp>
      <p:sp>
        <p:nvSpPr>
          <p:cNvPr id="892950" name="Rectangle 24"/>
          <p:cNvSpPr>
            <a:spLocks noChangeArrowheads="1"/>
          </p:cNvSpPr>
          <p:nvPr/>
        </p:nvSpPr>
        <p:spPr bwMode="auto">
          <a:xfrm>
            <a:off x="8202613" y="2921000"/>
            <a:ext cx="111125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CC"/>
                </a:solidFill>
                <a:ea typeface="黑体" panose="02010609060101010101" pitchFamily="49" charset="-122"/>
              </a:rPr>
              <a:t>主机号</a:t>
            </a:r>
          </a:p>
        </p:txBody>
      </p:sp>
      <p:sp>
        <p:nvSpPr>
          <p:cNvPr id="892951" name="Rectangle 25"/>
          <p:cNvSpPr>
            <a:spLocks noChangeArrowheads="1"/>
          </p:cNvSpPr>
          <p:nvPr/>
        </p:nvSpPr>
        <p:spPr bwMode="auto">
          <a:xfrm>
            <a:off x="6318250" y="2921000"/>
            <a:ext cx="111125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CC"/>
                </a:solidFill>
                <a:ea typeface="黑体" panose="02010609060101010101" pitchFamily="49" charset="-122"/>
              </a:rPr>
              <a:t>子网号</a:t>
            </a:r>
          </a:p>
        </p:txBody>
      </p:sp>
      <p:sp>
        <p:nvSpPr>
          <p:cNvPr id="892952" name="Rectangle 26"/>
          <p:cNvSpPr>
            <a:spLocks noChangeArrowheads="1"/>
          </p:cNvSpPr>
          <p:nvPr/>
        </p:nvSpPr>
        <p:spPr bwMode="auto">
          <a:xfrm>
            <a:off x="6211888" y="3462338"/>
            <a:ext cx="952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子网号</a:t>
            </a:r>
          </a:p>
        </p:txBody>
      </p:sp>
      <p:sp>
        <p:nvSpPr>
          <p:cNvPr id="892953" name="Line 28"/>
          <p:cNvSpPr>
            <a:spLocks noChangeShapeType="1"/>
          </p:cNvSpPr>
          <p:nvPr/>
        </p:nvSpPr>
        <p:spPr bwMode="auto">
          <a:xfrm>
            <a:off x="7748588" y="3392488"/>
            <a:ext cx="0" cy="4349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92954" name="Rectangle 29"/>
          <p:cNvSpPr>
            <a:spLocks noChangeArrowheads="1"/>
          </p:cNvSpPr>
          <p:nvPr/>
        </p:nvSpPr>
        <p:spPr bwMode="auto">
          <a:xfrm>
            <a:off x="414338" y="3960813"/>
            <a:ext cx="1593850"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三级 </a:t>
            </a:r>
            <a:r>
              <a:rPr lang="en-US" altLang="zh-CN" sz="2000" b="1">
                <a:solidFill>
                  <a:srgbClr val="0000CC"/>
                </a:solidFill>
                <a:ea typeface="黑体" panose="02010609060101010101" pitchFamily="49" charset="-122"/>
              </a:rPr>
              <a:t>IP </a:t>
            </a:r>
            <a:r>
              <a:rPr lang="zh-CN" altLang="en-US" sz="2000" b="1">
                <a:solidFill>
                  <a:srgbClr val="0000CC"/>
                </a:solidFill>
                <a:ea typeface="黑体" panose="02010609060101010101" pitchFamily="49" charset="-122"/>
              </a:rPr>
              <a:t>地址</a:t>
            </a:r>
          </a:p>
          <a:p>
            <a:r>
              <a:rPr lang="zh-CN" altLang="en-US" sz="2000" b="1">
                <a:solidFill>
                  <a:srgbClr val="0000CC"/>
                </a:solidFill>
                <a:ea typeface="黑体" panose="02010609060101010101" pitchFamily="49" charset="-122"/>
              </a:rPr>
              <a:t>的子网掩码</a:t>
            </a:r>
          </a:p>
        </p:txBody>
      </p:sp>
      <p:sp>
        <p:nvSpPr>
          <p:cNvPr id="892955" name="Line 44"/>
          <p:cNvSpPr>
            <a:spLocks noChangeShapeType="1"/>
          </p:cNvSpPr>
          <p:nvPr/>
        </p:nvSpPr>
        <p:spPr bwMode="auto">
          <a:xfrm>
            <a:off x="5799138" y="3444875"/>
            <a:ext cx="0" cy="454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2956" name="Rectangle 46"/>
          <p:cNvSpPr>
            <a:spLocks noChangeArrowheads="1"/>
          </p:cNvSpPr>
          <p:nvPr/>
        </p:nvSpPr>
        <p:spPr bwMode="auto">
          <a:xfrm>
            <a:off x="798513" y="4740275"/>
            <a:ext cx="120967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000" b="1">
                <a:solidFill>
                  <a:srgbClr val="0000CC"/>
                </a:solidFill>
                <a:ea typeface="黑体" panose="02010609060101010101" pitchFamily="49" charset="-122"/>
              </a:rPr>
              <a:t>子网的</a:t>
            </a:r>
          </a:p>
          <a:p>
            <a:pPr algn="ctr"/>
            <a:r>
              <a:rPr lang="zh-CN" altLang="en-US" sz="2000" b="1">
                <a:solidFill>
                  <a:srgbClr val="0000CC"/>
                </a:solidFill>
                <a:ea typeface="黑体" panose="02010609060101010101" pitchFamily="49" charset="-122"/>
              </a:rPr>
              <a:t>网络地址</a:t>
            </a:r>
          </a:p>
        </p:txBody>
      </p:sp>
      <p:sp>
        <p:nvSpPr>
          <p:cNvPr id="892957" name="Rectangle 47"/>
          <p:cNvSpPr>
            <a:spLocks noChangeArrowheads="1"/>
          </p:cNvSpPr>
          <p:nvPr/>
        </p:nvSpPr>
        <p:spPr bwMode="auto">
          <a:xfrm>
            <a:off x="7731125" y="4033838"/>
            <a:ext cx="1949450" cy="503237"/>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2958" name="Rectangle 48"/>
          <p:cNvSpPr>
            <a:spLocks noChangeArrowheads="1"/>
          </p:cNvSpPr>
          <p:nvPr/>
        </p:nvSpPr>
        <p:spPr bwMode="auto">
          <a:xfrm>
            <a:off x="2035175" y="4033838"/>
            <a:ext cx="5695950" cy="503237"/>
          </a:xfrm>
          <a:prstGeom prst="rect">
            <a:avLst/>
          </a:prstGeom>
          <a:solidFill>
            <a:srgbClr val="FFC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nvGrpSpPr>
          <p:cNvPr id="510001" name="Group 49"/>
          <p:cNvGrpSpPr>
            <a:grpSpLocks/>
          </p:cNvGrpSpPr>
          <p:nvPr/>
        </p:nvGrpSpPr>
        <p:grpSpPr bwMode="auto">
          <a:xfrm>
            <a:off x="2065338" y="4097338"/>
            <a:ext cx="7640637" cy="412750"/>
            <a:chOff x="1174" y="3062"/>
            <a:chExt cx="4442" cy="260"/>
          </a:xfrm>
        </p:grpSpPr>
        <p:sp>
          <p:nvSpPr>
            <p:cNvPr id="892960" name="Rectangle 50"/>
            <p:cNvSpPr>
              <a:spLocks noChangeArrowheads="1"/>
            </p:cNvSpPr>
            <p:nvPr/>
          </p:nvSpPr>
          <p:spPr bwMode="auto">
            <a:xfrm>
              <a:off x="1174" y="3062"/>
              <a:ext cx="3282"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100" b="1">
                  <a:solidFill>
                    <a:srgbClr val="0000CC"/>
                  </a:solidFill>
                  <a:ea typeface="黑体" panose="02010609060101010101" pitchFamily="49" charset="-122"/>
                </a:rPr>
                <a:t>1 1 1 1 1 1 1 1 1 1 1 1 1 1 1 1   1 1 1 1 1 1 1 1</a:t>
              </a:r>
            </a:p>
          </p:txBody>
        </p:sp>
        <p:sp>
          <p:nvSpPr>
            <p:cNvPr id="892961" name="Rectangle 51"/>
            <p:cNvSpPr>
              <a:spLocks noChangeArrowheads="1"/>
            </p:cNvSpPr>
            <p:nvPr/>
          </p:nvSpPr>
          <p:spPr bwMode="auto">
            <a:xfrm>
              <a:off x="4510" y="3062"/>
              <a:ext cx="1106"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100" b="1">
                  <a:solidFill>
                    <a:srgbClr val="0000CC"/>
                  </a:solidFill>
                  <a:ea typeface="黑体" panose="02010609060101010101" pitchFamily="49" charset="-122"/>
                </a:rPr>
                <a:t>0 0 0 0 0 0 0 0</a:t>
              </a:r>
            </a:p>
          </p:txBody>
        </p:sp>
      </p:grpSp>
      <p:sp>
        <p:nvSpPr>
          <p:cNvPr id="892962" name="Line 52"/>
          <p:cNvSpPr>
            <a:spLocks noChangeShapeType="1"/>
          </p:cNvSpPr>
          <p:nvPr/>
        </p:nvSpPr>
        <p:spPr bwMode="auto">
          <a:xfrm>
            <a:off x="5799138" y="4033838"/>
            <a:ext cx="1587" cy="5032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2963" name="Rectangle 53"/>
          <p:cNvSpPr>
            <a:spLocks noChangeArrowheads="1"/>
          </p:cNvSpPr>
          <p:nvPr/>
        </p:nvSpPr>
        <p:spPr bwMode="auto">
          <a:xfrm>
            <a:off x="7731125" y="4897438"/>
            <a:ext cx="1949450" cy="503237"/>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2964" name="Rectangle 54"/>
          <p:cNvSpPr>
            <a:spLocks noChangeArrowheads="1"/>
          </p:cNvSpPr>
          <p:nvPr/>
        </p:nvSpPr>
        <p:spPr bwMode="auto">
          <a:xfrm>
            <a:off x="2035175" y="4897438"/>
            <a:ext cx="5695950" cy="503237"/>
          </a:xfrm>
          <a:prstGeom prst="rect">
            <a:avLst/>
          </a:prstGeom>
          <a:solidFill>
            <a:srgbClr val="FFC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2965" name="Line 55"/>
          <p:cNvSpPr>
            <a:spLocks noChangeShapeType="1"/>
          </p:cNvSpPr>
          <p:nvPr/>
        </p:nvSpPr>
        <p:spPr bwMode="auto">
          <a:xfrm>
            <a:off x="5799138" y="4897438"/>
            <a:ext cx="1587" cy="5032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2966" name="Rectangle 57"/>
          <p:cNvSpPr>
            <a:spLocks noChangeArrowheads="1"/>
          </p:cNvSpPr>
          <p:nvPr/>
        </p:nvSpPr>
        <p:spPr bwMode="auto">
          <a:xfrm>
            <a:off x="3440113" y="4921250"/>
            <a:ext cx="111125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CC"/>
                </a:solidFill>
                <a:ea typeface="黑体" panose="02010609060101010101" pitchFamily="49" charset="-122"/>
              </a:rPr>
              <a:t>网络号</a:t>
            </a:r>
          </a:p>
        </p:txBody>
      </p:sp>
      <p:sp>
        <p:nvSpPr>
          <p:cNvPr id="892967" name="Rectangle 58"/>
          <p:cNvSpPr>
            <a:spLocks noChangeArrowheads="1"/>
          </p:cNvSpPr>
          <p:nvPr/>
        </p:nvSpPr>
        <p:spPr bwMode="auto">
          <a:xfrm>
            <a:off x="6240463" y="4921250"/>
            <a:ext cx="1109662"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CC"/>
                </a:solidFill>
                <a:ea typeface="黑体" panose="02010609060101010101" pitchFamily="49" charset="-122"/>
              </a:rPr>
              <a:t>子网号</a:t>
            </a:r>
          </a:p>
        </p:txBody>
      </p:sp>
      <p:sp>
        <p:nvSpPr>
          <p:cNvPr id="892968" name="Rectangle 59"/>
          <p:cNvSpPr>
            <a:spLocks noChangeArrowheads="1"/>
          </p:cNvSpPr>
          <p:nvPr/>
        </p:nvSpPr>
        <p:spPr bwMode="auto">
          <a:xfrm>
            <a:off x="8551863" y="4921250"/>
            <a:ext cx="354012"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CC"/>
                </a:solidFill>
                <a:ea typeface="黑体" panose="02010609060101010101" pitchFamily="49" charset="-122"/>
              </a:rPr>
              <a:t>0</a:t>
            </a:r>
          </a:p>
        </p:txBody>
      </p:sp>
      <p:sp>
        <p:nvSpPr>
          <p:cNvPr id="510012" name="Rectangle 60"/>
          <p:cNvSpPr>
            <a:spLocks noChangeArrowheads="1"/>
          </p:cNvSpPr>
          <p:nvPr/>
        </p:nvSpPr>
        <p:spPr bwMode="auto">
          <a:xfrm>
            <a:off x="2000250" y="3386138"/>
            <a:ext cx="7712075" cy="600075"/>
          </a:xfrm>
          <a:prstGeom prst="rect">
            <a:avLst/>
          </a:prstGeom>
          <a:solidFill>
            <a:srgbClr val="66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sz="3600" b="1">
                <a:solidFill>
                  <a:srgbClr val="0000CC"/>
                </a:solidFill>
                <a:ea typeface="黑体" panose="02010609060101010101" pitchFamily="49" charset="-122"/>
              </a:rPr>
              <a:t>逐位进行 </a:t>
            </a:r>
            <a:r>
              <a:rPr lang="en-US" altLang="zh-CN" sz="3600" b="1">
                <a:solidFill>
                  <a:srgbClr val="0000CC"/>
                </a:solidFill>
                <a:ea typeface="黑体" panose="02010609060101010101" pitchFamily="49" charset="-122"/>
              </a:rPr>
              <a:t>AND </a:t>
            </a:r>
            <a:r>
              <a:rPr lang="zh-CN" altLang="en-US" sz="3600" b="1">
                <a:solidFill>
                  <a:srgbClr val="0000CC"/>
                </a:solidFill>
                <a:ea typeface="黑体" panose="02010609060101010101" pitchFamily="49" charset="-122"/>
              </a:rPr>
              <a:t>运算</a:t>
            </a:r>
          </a:p>
        </p:txBody>
      </p:sp>
      <p:sp>
        <p:nvSpPr>
          <p:cNvPr id="510013" name="AutoShape 61"/>
          <p:cNvSpPr>
            <a:spLocks noChangeArrowheads="1"/>
          </p:cNvSpPr>
          <p:nvPr/>
        </p:nvSpPr>
        <p:spPr bwMode="auto">
          <a:xfrm>
            <a:off x="5311775" y="4610100"/>
            <a:ext cx="936625" cy="503238"/>
          </a:xfrm>
          <a:prstGeom prst="downArrow">
            <a:avLst>
              <a:gd name="adj1" fmla="val 50000"/>
              <a:gd name="adj2" fmla="val 25000"/>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黑体" panose="02010609060101010101" pitchFamily="49" charset="-122"/>
            </a:endParaRPr>
          </a:p>
        </p:txBody>
      </p:sp>
      <p:sp>
        <p:nvSpPr>
          <p:cNvPr id="8929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7892B74-BEFA-49D9-AA97-A9D76AEA1E53}" type="slidenum">
              <a:rPr lang="zh-CN" altLang="en-US" smtClean="0"/>
              <a:pPr eaLnBrk="1" hangingPunct="1"/>
              <a:t>14</a:t>
            </a:fld>
            <a:endParaRPr lang="en-US" altLang="zh-CN" smtClean="0"/>
          </a:p>
        </p:txBody>
      </p:sp>
      <p:sp>
        <p:nvSpPr>
          <p:cNvPr id="8929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509956"/>
                                        </p:tgtEl>
                                        <p:attrNameLst>
                                          <p:attrName>style.visibility</p:attrName>
                                        </p:attrNameLst>
                                      </p:cBhvr>
                                      <p:tavLst>
                                        <p:tav tm="0">
                                          <p:val>
                                            <p:strVal val="hidden"/>
                                          </p:val>
                                        </p:tav>
                                        <p:tav tm="50000">
                                          <p:val>
                                            <p:strVal val="visible"/>
                                          </p:val>
                                        </p:tav>
                                      </p:tavLst>
                                    </p:anim>
                                  </p:childTnLst>
                                </p:cTn>
                              </p:par>
                            </p:childTnLst>
                          </p:cTn>
                        </p:par>
                        <p:par>
                          <p:cTn id="7" fill="hold" nodeType="afterGroup">
                            <p:stCondLst>
                              <p:cond delay="3000"/>
                            </p:stCondLst>
                            <p:childTnLst>
                              <p:par>
                                <p:cTn id="8" presetID="1" presetClass="entr" presetSubtype="0" fill="hold" grpId="0" nodeType="afterEffect">
                                  <p:stCondLst>
                                    <p:cond delay="500"/>
                                  </p:stCondLst>
                                  <p:childTnLst>
                                    <p:set>
                                      <p:cBhvr>
                                        <p:cTn id="9" dur="1" fill="hold">
                                          <p:stCondLst>
                                            <p:cond delay="0"/>
                                          </p:stCondLst>
                                        </p:cTn>
                                        <p:tgtEl>
                                          <p:spTgt spid="510012"/>
                                        </p:tgtEl>
                                        <p:attrNameLst>
                                          <p:attrName>style.visibility</p:attrName>
                                        </p:attrNameLst>
                                      </p:cBhvr>
                                      <p:to>
                                        <p:strVal val="visible"/>
                                      </p:to>
                                    </p:set>
                                  </p:childTnLst>
                                </p:cTn>
                              </p:par>
                              <p:par>
                                <p:cTn id="10" presetID="35" presetClass="emph" presetSubtype="0" repeatCount="3000" fill="hold" nodeType="withEffect">
                                  <p:stCondLst>
                                    <p:cond delay="0"/>
                                  </p:stCondLst>
                                  <p:childTnLst>
                                    <p:anim calcmode="discrete" valueType="str">
                                      <p:cBhvr>
                                        <p:cTn id="11" dur="1000" fill="hold"/>
                                        <p:tgtEl>
                                          <p:spTgt spid="510001"/>
                                        </p:tgtEl>
                                        <p:attrNameLst>
                                          <p:attrName>style.visibility</p:attrName>
                                        </p:attrNameLst>
                                      </p:cBhvr>
                                      <p:tavLst>
                                        <p:tav tm="0">
                                          <p:val>
                                            <p:strVal val="hidden"/>
                                          </p:val>
                                        </p:tav>
                                        <p:tav tm="50000">
                                          <p:val>
                                            <p:strVal val="visible"/>
                                          </p:val>
                                        </p:tav>
                                      </p:tavLst>
                                    </p:anim>
                                  </p:childTnLst>
                                </p:cTn>
                              </p:par>
                            </p:childTnLst>
                          </p:cTn>
                        </p:par>
                        <p:par>
                          <p:cTn id="12" fill="hold" nodeType="afterGroup">
                            <p:stCondLst>
                              <p:cond delay="6000"/>
                            </p:stCondLst>
                            <p:childTnLst>
                              <p:par>
                                <p:cTn id="13" presetID="1" presetClass="entr" presetSubtype="0" fill="hold" grpId="0" nodeType="afterEffect">
                                  <p:stCondLst>
                                    <p:cond delay="0"/>
                                  </p:stCondLst>
                                  <p:childTnLst>
                                    <p:set>
                                      <p:cBhvr>
                                        <p:cTn id="14" dur="1" fill="hold">
                                          <p:stCondLst>
                                            <p:cond delay="0"/>
                                          </p:stCondLst>
                                        </p:cTn>
                                        <p:tgtEl>
                                          <p:spTgt spid="5100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9956" grpId="0" animBg="1"/>
      <p:bldP spid="510012" grpId="0" animBg="1"/>
      <p:bldP spid="51001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94977" name="组合 2"/>
          <p:cNvGrpSpPr>
            <a:grpSpLocks/>
          </p:cNvGrpSpPr>
          <p:nvPr/>
        </p:nvGrpSpPr>
        <p:grpSpPr bwMode="auto">
          <a:xfrm>
            <a:off x="415925" y="1196975"/>
            <a:ext cx="9250363" cy="5162550"/>
            <a:chOff x="416496" y="1196752"/>
            <a:chExt cx="9249180" cy="5162550"/>
          </a:xfrm>
        </p:grpSpPr>
        <p:sp>
          <p:nvSpPr>
            <p:cNvPr id="894978" name="Rectangle 54"/>
            <p:cNvSpPr>
              <a:spLocks noChangeArrowheads="1"/>
            </p:cNvSpPr>
            <p:nvPr/>
          </p:nvSpPr>
          <p:spPr bwMode="auto">
            <a:xfrm>
              <a:off x="7780473" y="5621114"/>
              <a:ext cx="1721512" cy="49688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4979" name="Rectangle 35"/>
            <p:cNvSpPr>
              <a:spLocks noChangeArrowheads="1"/>
            </p:cNvSpPr>
            <p:nvPr/>
          </p:nvSpPr>
          <p:spPr bwMode="auto">
            <a:xfrm>
              <a:off x="2712247" y="5633814"/>
              <a:ext cx="5069946" cy="496888"/>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4980" name="Rectangle 39"/>
            <p:cNvSpPr>
              <a:spLocks noChangeArrowheads="1"/>
            </p:cNvSpPr>
            <p:nvPr/>
          </p:nvSpPr>
          <p:spPr bwMode="auto">
            <a:xfrm>
              <a:off x="2664814" y="5676677"/>
              <a:ext cx="522899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ea typeface="黑体" panose="02010609060101010101" pitchFamily="49" charset="-122"/>
                </a:rPr>
                <a:t>1 1 1 1 1 1 1 1 1 1 1 1 1 1 1 1 1 1 1 1 1 1 1 1</a:t>
              </a:r>
            </a:p>
          </p:txBody>
        </p:sp>
        <p:sp>
          <p:nvSpPr>
            <p:cNvPr id="894981" name="Rectangle 44"/>
            <p:cNvSpPr>
              <a:spLocks noChangeArrowheads="1"/>
            </p:cNvSpPr>
            <p:nvPr/>
          </p:nvSpPr>
          <p:spPr bwMode="auto">
            <a:xfrm>
              <a:off x="7727160" y="5676677"/>
              <a:ext cx="1817806"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ea typeface="黑体" panose="02010609060101010101" pitchFamily="49" charset="-122"/>
                </a:rPr>
                <a:t>0 0 0 0 0 0 0 0</a:t>
              </a:r>
            </a:p>
          </p:txBody>
        </p:sp>
        <p:sp>
          <p:nvSpPr>
            <p:cNvPr id="894982" name="Rectangle 53"/>
            <p:cNvSpPr>
              <a:spLocks noChangeArrowheads="1"/>
            </p:cNvSpPr>
            <p:nvPr/>
          </p:nvSpPr>
          <p:spPr bwMode="auto">
            <a:xfrm>
              <a:off x="6043483" y="3870102"/>
              <a:ext cx="3455062" cy="49371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4983" name="Rectangle 42"/>
            <p:cNvSpPr>
              <a:spLocks noChangeArrowheads="1"/>
            </p:cNvSpPr>
            <p:nvPr/>
          </p:nvSpPr>
          <p:spPr bwMode="auto">
            <a:xfrm>
              <a:off x="6050363" y="3909789"/>
              <a:ext cx="352340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ea typeface="黑体" panose="02010609060101010101" pitchFamily="49" charset="-122"/>
                </a:rPr>
                <a:t>0 0 0 0 0 0 0 0 0 0 0 0 0 0 0 0</a:t>
              </a:r>
            </a:p>
          </p:txBody>
        </p:sp>
        <p:sp>
          <p:nvSpPr>
            <p:cNvPr id="894984" name="Rectangle 29"/>
            <p:cNvSpPr>
              <a:spLocks noChangeArrowheads="1"/>
            </p:cNvSpPr>
            <p:nvPr/>
          </p:nvSpPr>
          <p:spPr bwMode="auto">
            <a:xfrm>
              <a:off x="2719127" y="3876452"/>
              <a:ext cx="3331236" cy="49371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4985" name="Rectangle 41"/>
            <p:cNvSpPr>
              <a:spLocks noChangeArrowheads="1"/>
            </p:cNvSpPr>
            <p:nvPr/>
          </p:nvSpPr>
          <p:spPr bwMode="auto">
            <a:xfrm>
              <a:off x="2654750" y="3909789"/>
              <a:ext cx="352340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ea typeface="黑体" panose="02010609060101010101" pitchFamily="49" charset="-122"/>
                </a:rPr>
                <a:t>1 1 1 1 1 1 1 1 1 1 1 1 1 1 1 1</a:t>
              </a:r>
            </a:p>
          </p:txBody>
        </p:sp>
        <p:sp>
          <p:nvSpPr>
            <p:cNvPr id="894986" name="Rectangle 19"/>
            <p:cNvSpPr>
              <a:spLocks noChangeArrowheads="1"/>
            </p:cNvSpPr>
            <p:nvPr/>
          </p:nvSpPr>
          <p:spPr bwMode="auto">
            <a:xfrm>
              <a:off x="2719127" y="2119090"/>
              <a:ext cx="1736990" cy="49371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4987" name="Rectangle 52"/>
            <p:cNvSpPr>
              <a:spLocks noChangeArrowheads="1"/>
            </p:cNvSpPr>
            <p:nvPr/>
          </p:nvSpPr>
          <p:spPr bwMode="auto">
            <a:xfrm>
              <a:off x="4433759" y="2120677"/>
              <a:ext cx="5040710" cy="49371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4988" name="Rectangle 43"/>
            <p:cNvSpPr>
              <a:spLocks noChangeArrowheads="1"/>
            </p:cNvSpPr>
            <p:nvPr/>
          </p:nvSpPr>
          <p:spPr bwMode="auto">
            <a:xfrm>
              <a:off x="2668509" y="2168302"/>
              <a:ext cx="1817806"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ea typeface="黑体" panose="02010609060101010101" pitchFamily="49" charset="-122"/>
                </a:rPr>
                <a:t>1 1 1 1 1 1 1 1</a:t>
              </a:r>
            </a:p>
          </p:txBody>
        </p:sp>
        <p:sp>
          <p:nvSpPr>
            <p:cNvPr id="894989" name="Rectangle 40"/>
            <p:cNvSpPr>
              <a:spLocks noChangeArrowheads="1"/>
            </p:cNvSpPr>
            <p:nvPr/>
          </p:nvSpPr>
          <p:spPr bwMode="auto">
            <a:xfrm>
              <a:off x="4404523" y="2168302"/>
              <a:ext cx="522899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ea typeface="黑体" panose="02010609060101010101" pitchFamily="49" charset="-122"/>
                </a:rPr>
                <a:t>0 0 0 0 0 0 0 0 0 0 0 0 0 0 0 0 0 0 0 0 0 0 0 0</a:t>
              </a:r>
            </a:p>
          </p:txBody>
        </p:sp>
        <p:sp>
          <p:nvSpPr>
            <p:cNvPr id="894990" name="Rectangle 2"/>
            <p:cNvSpPr>
              <a:spLocks noChangeArrowheads="1"/>
            </p:cNvSpPr>
            <p:nvPr/>
          </p:nvSpPr>
          <p:spPr bwMode="auto">
            <a:xfrm>
              <a:off x="416496" y="1196752"/>
              <a:ext cx="9249180" cy="51625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4991" name="Rectangle 3"/>
            <p:cNvSpPr>
              <a:spLocks noChangeArrowheads="1"/>
            </p:cNvSpPr>
            <p:nvPr/>
          </p:nvSpPr>
          <p:spPr bwMode="auto">
            <a:xfrm>
              <a:off x="2715687" y="4836889"/>
              <a:ext cx="5069946" cy="496888"/>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4992" name="Rectangle 4"/>
            <p:cNvSpPr>
              <a:spLocks noChangeArrowheads="1"/>
            </p:cNvSpPr>
            <p:nvPr/>
          </p:nvSpPr>
          <p:spPr bwMode="auto">
            <a:xfrm>
              <a:off x="5142313" y="4857527"/>
              <a:ext cx="95218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网络号</a:t>
              </a:r>
            </a:p>
          </p:txBody>
        </p:sp>
        <p:sp>
          <p:nvSpPr>
            <p:cNvPr id="894993" name="Line 5"/>
            <p:cNvSpPr>
              <a:spLocks noChangeShapeType="1"/>
            </p:cNvSpPr>
            <p:nvPr/>
          </p:nvSpPr>
          <p:spPr bwMode="auto">
            <a:xfrm>
              <a:off x="7790791" y="4821015"/>
              <a:ext cx="0" cy="5064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4994" name="Rectangle 6"/>
            <p:cNvSpPr>
              <a:spLocks noChangeArrowheads="1"/>
            </p:cNvSpPr>
            <p:nvPr/>
          </p:nvSpPr>
          <p:spPr bwMode="auto">
            <a:xfrm>
              <a:off x="2710528" y="4824190"/>
              <a:ext cx="6800056" cy="51911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4995" name="Rectangle 7"/>
            <p:cNvSpPr>
              <a:spLocks noChangeArrowheads="1"/>
            </p:cNvSpPr>
            <p:nvPr/>
          </p:nvSpPr>
          <p:spPr bwMode="auto">
            <a:xfrm>
              <a:off x="2720845" y="1388840"/>
              <a:ext cx="1700875" cy="49371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4996" name="Rectangle 8"/>
            <p:cNvSpPr>
              <a:spLocks noChangeArrowheads="1"/>
            </p:cNvSpPr>
            <p:nvPr/>
          </p:nvSpPr>
          <p:spPr bwMode="auto">
            <a:xfrm>
              <a:off x="4457835" y="1407889"/>
              <a:ext cx="5035550" cy="4826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4997" name="Rectangle 9"/>
            <p:cNvSpPr>
              <a:spLocks noChangeArrowheads="1"/>
            </p:cNvSpPr>
            <p:nvPr/>
          </p:nvSpPr>
          <p:spPr bwMode="auto">
            <a:xfrm>
              <a:off x="3124998" y="1441227"/>
              <a:ext cx="95218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网络号</a:t>
              </a:r>
            </a:p>
          </p:txBody>
        </p:sp>
        <p:sp>
          <p:nvSpPr>
            <p:cNvPr id="894998" name="Rectangle 10"/>
            <p:cNvSpPr>
              <a:spLocks noChangeArrowheads="1"/>
            </p:cNvSpPr>
            <p:nvPr/>
          </p:nvSpPr>
          <p:spPr bwMode="auto">
            <a:xfrm>
              <a:off x="6163869" y="1441227"/>
              <a:ext cx="1732848"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主机号为全 </a:t>
              </a:r>
              <a:r>
                <a:rPr lang="en-US" altLang="zh-CN" sz="2000" b="1">
                  <a:solidFill>
                    <a:srgbClr val="0000CC"/>
                  </a:solidFill>
                  <a:ea typeface="黑体" panose="02010609060101010101" pitchFamily="49" charset="-122"/>
                </a:rPr>
                <a:t>0</a:t>
              </a:r>
            </a:p>
          </p:txBody>
        </p:sp>
        <p:sp>
          <p:nvSpPr>
            <p:cNvPr id="894999" name="Line 11"/>
            <p:cNvSpPr>
              <a:spLocks noChangeShapeType="1"/>
            </p:cNvSpPr>
            <p:nvPr/>
          </p:nvSpPr>
          <p:spPr bwMode="auto">
            <a:xfrm>
              <a:off x="4437198" y="1384077"/>
              <a:ext cx="0" cy="508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5000" name="Rectangle 12"/>
            <p:cNvSpPr>
              <a:spLocks noChangeArrowheads="1"/>
            </p:cNvSpPr>
            <p:nvPr/>
          </p:nvSpPr>
          <p:spPr bwMode="auto">
            <a:xfrm>
              <a:off x="2712247" y="1374552"/>
              <a:ext cx="6803496" cy="5207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5001" name="Rectangle 13"/>
            <p:cNvSpPr>
              <a:spLocks noChangeArrowheads="1"/>
            </p:cNvSpPr>
            <p:nvPr/>
          </p:nvSpPr>
          <p:spPr bwMode="auto">
            <a:xfrm>
              <a:off x="2715687" y="3098577"/>
              <a:ext cx="3334676" cy="49371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5002" name="Rectangle 14"/>
            <p:cNvSpPr>
              <a:spLocks noChangeArrowheads="1"/>
            </p:cNvSpPr>
            <p:nvPr/>
          </p:nvSpPr>
          <p:spPr bwMode="auto">
            <a:xfrm>
              <a:off x="3953937" y="3157314"/>
              <a:ext cx="95218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网络号</a:t>
              </a:r>
            </a:p>
          </p:txBody>
        </p:sp>
        <p:sp>
          <p:nvSpPr>
            <p:cNvPr id="895003" name="Line 15"/>
            <p:cNvSpPr>
              <a:spLocks noChangeShapeType="1"/>
            </p:cNvSpPr>
            <p:nvPr/>
          </p:nvSpPr>
          <p:spPr bwMode="auto">
            <a:xfrm>
              <a:off x="6071000" y="3093814"/>
              <a:ext cx="0" cy="508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5004" name="Rectangle 16"/>
            <p:cNvSpPr>
              <a:spLocks noChangeArrowheads="1"/>
            </p:cNvSpPr>
            <p:nvPr/>
          </p:nvSpPr>
          <p:spPr bwMode="auto">
            <a:xfrm>
              <a:off x="2708807" y="3084289"/>
              <a:ext cx="6801776" cy="51911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5005" name="Rectangle 18"/>
            <p:cNvSpPr>
              <a:spLocks noChangeArrowheads="1"/>
            </p:cNvSpPr>
            <p:nvPr/>
          </p:nvSpPr>
          <p:spPr bwMode="auto">
            <a:xfrm>
              <a:off x="7801110" y="4836889"/>
              <a:ext cx="1685396" cy="4826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5006" name="Rectangle 21"/>
            <p:cNvSpPr>
              <a:spLocks noChangeArrowheads="1"/>
            </p:cNvSpPr>
            <p:nvPr/>
          </p:nvSpPr>
          <p:spPr bwMode="auto">
            <a:xfrm>
              <a:off x="2710527" y="2104802"/>
              <a:ext cx="6803496" cy="51911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5007" name="Rectangle 22"/>
            <p:cNvSpPr>
              <a:spLocks noChangeArrowheads="1"/>
            </p:cNvSpPr>
            <p:nvPr/>
          </p:nvSpPr>
          <p:spPr bwMode="auto">
            <a:xfrm>
              <a:off x="1315345" y="1441227"/>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000" b="1">
                  <a:solidFill>
                    <a:srgbClr val="0000CC"/>
                  </a:solidFill>
                  <a:ea typeface="黑体" panose="02010609060101010101" pitchFamily="49" charset="-122"/>
                </a:rPr>
                <a:t>网络地址</a:t>
              </a:r>
            </a:p>
          </p:txBody>
        </p:sp>
        <p:sp>
          <p:nvSpPr>
            <p:cNvPr id="895008" name="Text Box 23"/>
            <p:cNvSpPr txBox="1">
              <a:spLocks noChangeArrowheads="1"/>
            </p:cNvSpPr>
            <p:nvPr/>
          </p:nvSpPr>
          <p:spPr bwMode="auto">
            <a:xfrm>
              <a:off x="488504" y="1357090"/>
              <a:ext cx="441146" cy="113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85000"/>
                </a:lnSpc>
              </a:pPr>
              <a:r>
                <a:rPr lang="en-US" altLang="zh-CN" sz="2000" b="1">
                  <a:solidFill>
                    <a:srgbClr val="0000CC"/>
                  </a:solidFill>
                  <a:ea typeface="黑体" panose="02010609060101010101" pitchFamily="49" charset="-122"/>
                </a:rPr>
                <a:t>A</a:t>
              </a:r>
            </a:p>
            <a:p>
              <a:pPr algn="ctr" eaLnBrk="0" hangingPunct="0">
                <a:lnSpc>
                  <a:spcPct val="85000"/>
                </a:lnSpc>
              </a:pPr>
              <a:r>
                <a:rPr lang="zh-CN" altLang="en-US" sz="2000" b="1">
                  <a:solidFill>
                    <a:srgbClr val="0000CC"/>
                  </a:solidFill>
                  <a:ea typeface="黑体" panose="02010609060101010101" pitchFamily="49" charset="-122"/>
                </a:rPr>
                <a:t>类</a:t>
              </a:r>
            </a:p>
            <a:p>
              <a:pPr algn="ctr" eaLnBrk="0" hangingPunct="0">
                <a:lnSpc>
                  <a:spcPct val="85000"/>
                </a:lnSpc>
              </a:pPr>
              <a:r>
                <a:rPr lang="zh-CN" altLang="en-US" sz="2000" b="1">
                  <a:solidFill>
                    <a:srgbClr val="0000CC"/>
                  </a:solidFill>
                  <a:ea typeface="黑体" panose="02010609060101010101" pitchFamily="49" charset="-122"/>
                </a:rPr>
                <a:t>地</a:t>
              </a:r>
            </a:p>
            <a:p>
              <a:pPr algn="ctr" eaLnBrk="0" hangingPunct="0">
                <a:lnSpc>
                  <a:spcPct val="85000"/>
                </a:lnSpc>
              </a:pPr>
              <a:r>
                <a:rPr lang="zh-CN" altLang="en-US" sz="2000" b="1">
                  <a:solidFill>
                    <a:srgbClr val="0000CC"/>
                  </a:solidFill>
                  <a:ea typeface="黑体" panose="02010609060101010101" pitchFamily="49" charset="-122"/>
                </a:rPr>
                <a:t>址</a:t>
              </a:r>
            </a:p>
          </p:txBody>
        </p:sp>
        <p:sp>
          <p:nvSpPr>
            <p:cNvPr id="895009" name="Rectangle 24"/>
            <p:cNvSpPr>
              <a:spLocks noChangeArrowheads="1"/>
            </p:cNvSpPr>
            <p:nvPr/>
          </p:nvSpPr>
          <p:spPr bwMode="auto">
            <a:xfrm>
              <a:off x="1036507" y="2076228"/>
              <a:ext cx="1721626"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zh-CN" altLang="en-US" sz="2000" b="1">
                  <a:solidFill>
                    <a:srgbClr val="0000CC"/>
                  </a:solidFill>
                  <a:ea typeface="黑体" panose="02010609060101010101" pitchFamily="49" charset="-122"/>
                </a:rPr>
                <a:t>默认子网掩码</a:t>
              </a:r>
            </a:p>
            <a:p>
              <a:pPr algn="ctr">
                <a:lnSpc>
                  <a:spcPct val="90000"/>
                </a:lnSpc>
              </a:pPr>
              <a:r>
                <a:rPr lang="en-US" altLang="zh-CN" sz="2000" b="1">
                  <a:solidFill>
                    <a:srgbClr val="0000CC"/>
                  </a:solidFill>
                  <a:ea typeface="黑体" panose="02010609060101010101" pitchFamily="49" charset="-122"/>
                </a:rPr>
                <a:t>255.0.0.0</a:t>
              </a:r>
            </a:p>
          </p:txBody>
        </p:sp>
        <p:sp>
          <p:nvSpPr>
            <p:cNvPr id="895010" name="Rectangle 25"/>
            <p:cNvSpPr>
              <a:spLocks noChangeArrowheads="1"/>
            </p:cNvSpPr>
            <p:nvPr/>
          </p:nvSpPr>
          <p:spPr bwMode="auto">
            <a:xfrm>
              <a:off x="1323944" y="3157314"/>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000" b="1">
                  <a:solidFill>
                    <a:srgbClr val="0000CC"/>
                  </a:solidFill>
                  <a:ea typeface="黑体" panose="02010609060101010101" pitchFamily="49" charset="-122"/>
                </a:rPr>
                <a:t>网络地址</a:t>
              </a:r>
            </a:p>
          </p:txBody>
        </p:sp>
        <p:sp>
          <p:nvSpPr>
            <p:cNvPr id="895011" name="Text Box 26"/>
            <p:cNvSpPr txBox="1">
              <a:spLocks noChangeArrowheads="1"/>
            </p:cNvSpPr>
            <p:nvPr/>
          </p:nvSpPr>
          <p:spPr bwMode="auto">
            <a:xfrm>
              <a:off x="491083" y="3046190"/>
              <a:ext cx="441146" cy="113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85000"/>
                </a:lnSpc>
              </a:pPr>
              <a:r>
                <a:rPr lang="en-US" altLang="zh-CN" sz="2000" b="1">
                  <a:solidFill>
                    <a:srgbClr val="0000CC"/>
                  </a:solidFill>
                  <a:ea typeface="黑体" panose="02010609060101010101" pitchFamily="49" charset="-122"/>
                </a:rPr>
                <a:t>B</a:t>
              </a:r>
            </a:p>
            <a:p>
              <a:pPr algn="ctr" eaLnBrk="0" hangingPunct="0">
                <a:lnSpc>
                  <a:spcPct val="85000"/>
                </a:lnSpc>
              </a:pPr>
              <a:r>
                <a:rPr lang="zh-CN" altLang="en-US" sz="2000" b="1">
                  <a:solidFill>
                    <a:srgbClr val="0000CC"/>
                  </a:solidFill>
                  <a:ea typeface="黑体" panose="02010609060101010101" pitchFamily="49" charset="-122"/>
                </a:rPr>
                <a:t>类</a:t>
              </a:r>
            </a:p>
            <a:p>
              <a:pPr algn="ctr" eaLnBrk="0" hangingPunct="0">
                <a:lnSpc>
                  <a:spcPct val="85000"/>
                </a:lnSpc>
              </a:pPr>
              <a:r>
                <a:rPr lang="zh-CN" altLang="en-US" sz="2000" b="1">
                  <a:solidFill>
                    <a:srgbClr val="0000CC"/>
                  </a:solidFill>
                  <a:ea typeface="黑体" panose="02010609060101010101" pitchFamily="49" charset="-122"/>
                </a:rPr>
                <a:t>地</a:t>
              </a:r>
            </a:p>
            <a:p>
              <a:pPr algn="ctr" eaLnBrk="0" hangingPunct="0">
                <a:lnSpc>
                  <a:spcPct val="85000"/>
                </a:lnSpc>
              </a:pPr>
              <a:r>
                <a:rPr lang="zh-CN" altLang="en-US" sz="2000" b="1">
                  <a:solidFill>
                    <a:srgbClr val="0000CC"/>
                  </a:solidFill>
                  <a:ea typeface="黑体" panose="02010609060101010101" pitchFamily="49" charset="-122"/>
                </a:rPr>
                <a:t>址</a:t>
              </a:r>
            </a:p>
          </p:txBody>
        </p:sp>
        <p:sp>
          <p:nvSpPr>
            <p:cNvPr id="895012" name="Rectangle 27"/>
            <p:cNvSpPr>
              <a:spLocks noChangeArrowheads="1"/>
            </p:cNvSpPr>
            <p:nvPr/>
          </p:nvSpPr>
          <p:spPr bwMode="auto">
            <a:xfrm>
              <a:off x="1000392" y="3766915"/>
              <a:ext cx="1721626"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zh-CN" altLang="en-US" sz="2000" b="1">
                  <a:solidFill>
                    <a:srgbClr val="0000CC"/>
                  </a:solidFill>
                  <a:ea typeface="黑体" panose="02010609060101010101" pitchFamily="49" charset="-122"/>
                </a:rPr>
                <a:t>默认子网掩码</a:t>
              </a:r>
            </a:p>
            <a:p>
              <a:pPr algn="ctr">
                <a:lnSpc>
                  <a:spcPct val="90000"/>
                </a:lnSpc>
              </a:pPr>
              <a:r>
                <a:rPr lang="en-US" altLang="zh-CN" sz="2000" b="1">
                  <a:solidFill>
                    <a:srgbClr val="0000CC"/>
                  </a:solidFill>
                  <a:ea typeface="黑体" panose="02010609060101010101" pitchFamily="49" charset="-122"/>
                </a:rPr>
                <a:t>255.255.0.0</a:t>
              </a:r>
            </a:p>
          </p:txBody>
        </p:sp>
        <p:sp>
          <p:nvSpPr>
            <p:cNvPr id="895013" name="Rectangle 31"/>
            <p:cNvSpPr>
              <a:spLocks noChangeArrowheads="1"/>
            </p:cNvSpPr>
            <p:nvPr/>
          </p:nvSpPr>
          <p:spPr bwMode="auto">
            <a:xfrm>
              <a:off x="2710527" y="3862164"/>
              <a:ext cx="6803496" cy="5207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5014" name="Rectangle 32"/>
            <p:cNvSpPr>
              <a:spLocks noChangeArrowheads="1"/>
            </p:cNvSpPr>
            <p:nvPr/>
          </p:nvSpPr>
          <p:spPr bwMode="auto">
            <a:xfrm>
              <a:off x="1323944" y="4884514"/>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000" b="1">
                  <a:solidFill>
                    <a:srgbClr val="0000CC"/>
                  </a:solidFill>
                  <a:ea typeface="黑体" panose="02010609060101010101" pitchFamily="49" charset="-122"/>
                </a:rPr>
                <a:t>网络地址</a:t>
              </a:r>
            </a:p>
          </p:txBody>
        </p:sp>
        <p:sp>
          <p:nvSpPr>
            <p:cNvPr id="895015" name="Text Box 33"/>
            <p:cNvSpPr txBox="1">
              <a:spLocks noChangeArrowheads="1"/>
            </p:cNvSpPr>
            <p:nvPr/>
          </p:nvSpPr>
          <p:spPr bwMode="auto">
            <a:xfrm>
              <a:off x="491083" y="4808315"/>
              <a:ext cx="441146" cy="113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85000"/>
                </a:lnSpc>
              </a:pPr>
              <a:r>
                <a:rPr lang="en-US" altLang="zh-CN" sz="2000" b="1">
                  <a:solidFill>
                    <a:srgbClr val="0000CC"/>
                  </a:solidFill>
                  <a:ea typeface="黑体" panose="02010609060101010101" pitchFamily="49" charset="-122"/>
                </a:rPr>
                <a:t>C</a:t>
              </a:r>
            </a:p>
            <a:p>
              <a:pPr algn="ctr" eaLnBrk="0" hangingPunct="0">
                <a:lnSpc>
                  <a:spcPct val="85000"/>
                </a:lnSpc>
              </a:pPr>
              <a:r>
                <a:rPr lang="zh-CN" altLang="en-US" sz="2000" b="1">
                  <a:solidFill>
                    <a:srgbClr val="0000CC"/>
                  </a:solidFill>
                  <a:ea typeface="黑体" panose="02010609060101010101" pitchFamily="49" charset="-122"/>
                </a:rPr>
                <a:t>类</a:t>
              </a:r>
            </a:p>
            <a:p>
              <a:pPr algn="ctr" eaLnBrk="0" hangingPunct="0">
                <a:lnSpc>
                  <a:spcPct val="85000"/>
                </a:lnSpc>
              </a:pPr>
              <a:r>
                <a:rPr lang="zh-CN" altLang="en-US" sz="2000" b="1">
                  <a:solidFill>
                    <a:srgbClr val="0000CC"/>
                  </a:solidFill>
                  <a:ea typeface="黑体" panose="02010609060101010101" pitchFamily="49" charset="-122"/>
                </a:rPr>
                <a:t>地</a:t>
              </a:r>
            </a:p>
            <a:p>
              <a:pPr algn="ctr" eaLnBrk="0" hangingPunct="0">
                <a:lnSpc>
                  <a:spcPct val="85000"/>
                </a:lnSpc>
              </a:pPr>
              <a:r>
                <a:rPr lang="zh-CN" altLang="en-US" sz="2000" b="1">
                  <a:solidFill>
                    <a:srgbClr val="0000CC"/>
                  </a:solidFill>
                  <a:ea typeface="黑体" panose="02010609060101010101" pitchFamily="49" charset="-122"/>
                </a:rPr>
                <a:t>址</a:t>
              </a:r>
            </a:p>
          </p:txBody>
        </p:sp>
        <p:sp>
          <p:nvSpPr>
            <p:cNvPr id="895016" name="Rectangle 34"/>
            <p:cNvSpPr>
              <a:spLocks noChangeArrowheads="1"/>
            </p:cNvSpPr>
            <p:nvPr/>
          </p:nvSpPr>
          <p:spPr bwMode="auto">
            <a:xfrm>
              <a:off x="925852" y="5575077"/>
              <a:ext cx="1870706"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zh-CN" altLang="en-US" sz="2000" b="1">
                  <a:solidFill>
                    <a:srgbClr val="0000CC"/>
                  </a:solidFill>
                  <a:ea typeface="黑体" panose="02010609060101010101" pitchFamily="49" charset="-122"/>
                </a:rPr>
                <a:t>默认子网掩码</a:t>
              </a:r>
            </a:p>
            <a:p>
              <a:pPr algn="ctr">
                <a:lnSpc>
                  <a:spcPct val="90000"/>
                </a:lnSpc>
              </a:pPr>
              <a:r>
                <a:rPr lang="en-US" altLang="zh-CN" sz="2000" b="1">
                  <a:solidFill>
                    <a:srgbClr val="0000CC"/>
                  </a:solidFill>
                  <a:ea typeface="黑体" panose="02010609060101010101" pitchFamily="49" charset="-122"/>
                </a:rPr>
                <a:t>255.255.255.0</a:t>
              </a:r>
            </a:p>
          </p:txBody>
        </p:sp>
        <p:sp>
          <p:nvSpPr>
            <p:cNvPr id="895017" name="Rectangle 37"/>
            <p:cNvSpPr>
              <a:spLocks noChangeArrowheads="1"/>
            </p:cNvSpPr>
            <p:nvPr/>
          </p:nvSpPr>
          <p:spPr bwMode="auto">
            <a:xfrm>
              <a:off x="2705368" y="5619527"/>
              <a:ext cx="6801776" cy="5207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5018" name="Rectangle 45"/>
            <p:cNvSpPr>
              <a:spLocks noChangeArrowheads="1"/>
            </p:cNvSpPr>
            <p:nvPr/>
          </p:nvSpPr>
          <p:spPr bwMode="auto">
            <a:xfrm>
              <a:off x="6081318" y="3096989"/>
              <a:ext cx="3412067" cy="4826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5019" name="Rectangle 46"/>
            <p:cNvSpPr>
              <a:spLocks noChangeArrowheads="1"/>
            </p:cNvSpPr>
            <p:nvPr/>
          </p:nvSpPr>
          <p:spPr bwMode="auto">
            <a:xfrm>
              <a:off x="7752956" y="4862289"/>
              <a:ext cx="1732848"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主机号为全 </a:t>
              </a:r>
              <a:r>
                <a:rPr lang="en-US" altLang="zh-CN" sz="2000" b="1">
                  <a:solidFill>
                    <a:srgbClr val="0000CC"/>
                  </a:solidFill>
                  <a:ea typeface="黑体" panose="02010609060101010101" pitchFamily="49" charset="-122"/>
                </a:rPr>
                <a:t>0</a:t>
              </a:r>
            </a:p>
          </p:txBody>
        </p:sp>
        <p:sp>
          <p:nvSpPr>
            <p:cNvPr id="895020" name="Rectangle 47"/>
            <p:cNvSpPr>
              <a:spLocks noChangeArrowheads="1"/>
            </p:cNvSpPr>
            <p:nvPr/>
          </p:nvSpPr>
          <p:spPr bwMode="auto">
            <a:xfrm>
              <a:off x="6896500" y="3157314"/>
              <a:ext cx="1732848"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主机号为全 </a:t>
              </a:r>
              <a:r>
                <a:rPr lang="en-US" altLang="zh-CN" sz="2000" b="1">
                  <a:solidFill>
                    <a:srgbClr val="0000CC"/>
                  </a:solidFill>
                  <a:ea typeface="黑体" panose="02010609060101010101" pitchFamily="49" charset="-122"/>
                </a:rPr>
                <a:t>0</a:t>
              </a:r>
            </a:p>
          </p:txBody>
        </p:sp>
        <p:grpSp>
          <p:nvGrpSpPr>
            <p:cNvPr id="895021" name="组合 1"/>
            <p:cNvGrpSpPr>
              <a:grpSpLocks/>
            </p:cNvGrpSpPr>
            <p:nvPr/>
          </p:nvGrpSpPr>
          <p:grpSpPr bwMode="auto">
            <a:xfrm>
              <a:off x="416496" y="2844577"/>
              <a:ext cx="9249180" cy="1757362"/>
              <a:chOff x="24077" y="2916585"/>
              <a:chExt cx="9785615" cy="1757362"/>
            </a:xfrm>
          </p:grpSpPr>
          <p:sp>
            <p:nvSpPr>
              <p:cNvPr id="895022" name="Line 48"/>
              <p:cNvSpPr>
                <a:spLocks noChangeShapeType="1"/>
              </p:cNvSpPr>
              <p:nvPr/>
            </p:nvSpPr>
            <p:spPr bwMode="auto">
              <a:xfrm>
                <a:off x="24077" y="2916585"/>
                <a:ext cx="978561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95023" name="Line 49"/>
              <p:cNvSpPr>
                <a:spLocks noChangeShapeType="1"/>
              </p:cNvSpPr>
              <p:nvPr/>
            </p:nvSpPr>
            <p:spPr bwMode="auto">
              <a:xfrm>
                <a:off x="24077" y="4673947"/>
                <a:ext cx="978561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895024" name="Line 50"/>
            <p:cNvSpPr>
              <a:spLocks noChangeShapeType="1"/>
            </p:cNvSpPr>
            <p:nvPr/>
          </p:nvSpPr>
          <p:spPr bwMode="auto">
            <a:xfrm>
              <a:off x="992560" y="1196752"/>
              <a:ext cx="0" cy="5162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895025" name="Rectangle 51"/>
          <p:cNvSpPr>
            <a:spLocks noGrp="1" noChangeArrowheads="1"/>
          </p:cNvSpPr>
          <p:nvPr>
            <p:ph type="title"/>
          </p:nvPr>
        </p:nvSpPr>
        <p:spPr/>
        <p:txBody>
          <a:bodyPr/>
          <a:lstStyle/>
          <a:p>
            <a:pPr algn="ctr"/>
            <a:r>
              <a:rPr lang="zh-CN" altLang="en-US" smtClean="0">
                <a:ea typeface="黑体" panose="02010609060101010101" pitchFamily="49" charset="-122"/>
              </a:rPr>
              <a:t>默认子网掩码 </a:t>
            </a:r>
          </a:p>
        </p:txBody>
      </p:sp>
      <p:sp>
        <p:nvSpPr>
          <p:cNvPr id="895026"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E019618-4887-4CA7-BF4B-BB82E68D4FB0}" type="slidenum">
              <a:rPr lang="zh-CN" altLang="en-US" smtClean="0"/>
              <a:pPr eaLnBrk="1" hangingPunct="1"/>
              <a:t>15</a:t>
            </a:fld>
            <a:endParaRPr lang="en-US" altLang="zh-CN" smtClean="0"/>
          </a:p>
        </p:txBody>
      </p:sp>
      <p:sp>
        <p:nvSpPr>
          <p:cNvPr id="895027"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702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子网掩码是一个重要属性</a:t>
            </a:r>
          </a:p>
        </p:txBody>
      </p:sp>
      <p:sp>
        <p:nvSpPr>
          <p:cNvPr id="897026" name="Rectangle 3"/>
          <p:cNvSpPr>
            <a:spLocks noGrp="1" noChangeArrowheads="1"/>
          </p:cNvSpPr>
          <p:nvPr>
            <p:ph idx="1"/>
          </p:nvPr>
        </p:nvSpPr>
        <p:spPr>
          <a:xfrm>
            <a:off x="495300" y="1196975"/>
            <a:ext cx="9066213" cy="4933950"/>
          </a:xfrm>
        </p:spPr>
        <p:txBody>
          <a:bodyPr/>
          <a:lstStyle/>
          <a:p>
            <a:pPr>
              <a:lnSpc>
                <a:spcPct val="100000"/>
              </a:lnSpc>
            </a:pPr>
            <a:r>
              <a:rPr lang="zh-CN" altLang="en-US" dirty="0" smtClean="0">
                <a:solidFill>
                  <a:srgbClr val="FF0000"/>
                </a:solidFill>
                <a:ea typeface="黑体" panose="02010609060101010101" pitchFamily="49" charset="-122"/>
              </a:rPr>
              <a:t>子网掩码是一个网络或一个子网的重要属性。</a:t>
            </a:r>
          </a:p>
          <a:p>
            <a:pPr>
              <a:lnSpc>
                <a:spcPct val="100000"/>
              </a:lnSpc>
            </a:pPr>
            <a:r>
              <a:rPr lang="zh-CN" altLang="en-US" dirty="0" smtClean="0">
                <a:solidFill>
                  <a:srgbClr val="0000FF"/>
                </a:solidFill>
                <a:ea typeface="黑体" panose="02010609060101010101" pitchFamily="49" charset="-122"/>
              </a:rPr>
              <a:t>路由器在和相邻路由器交换</a:t>
            </a:r>
            <a:r>
              <a:rPr lang="zh-CN" altLang="en-US" dirty="0" smtClean="0">
                <a:ea typeface="黑体" panose="02010609060101010101" pitchFamily="49" charset="-122"/>
              </a:rPr>
              <a:t>路由信息时，必须把自己所在</a:t>
            </a:r>
            <a:r>
              <a:rPr lang="zh-CN" altLang="en-US" dirty="0" smtClean="0">
                <a:solidFill>
                  <a:srgbClr val="0000FF"/>
                </a:solidFill>
                <a:ea typeface="黑体" panose="02010609060101010101" pitchFamily="49" charset="-122"/>
              </a:rPr>
              <a:t>网络（或子网）的子网掩码</a:t>
            </a:r>
            <a:r>
              <a:rPr lang="zh-CN" altLang="en-US" dirty="0" smtClean="0">
                <a:ea typeface="黑体" panose="02010609060101010101" pitchFamily="49" charset="-122"/>
              </a:rPr>
              <a:t>告诉相邻路由器。</a:t>
            </a:r>
          </a:p>
          <a:p>
            <a:pPr>
              <a:lnSpc>
                <a:spcPct val="100000"/>
              </a:lnSpc>
            </a:pPr>
            <a:r>
              <a:rPr lang="zh-CN" altLang="en-US" dirty="0" smtClean="0">
                <a:ea typeface="黑体" panose="02010609060101010101" pitchFamily="49" charset="-122"/>
              </a:rPr>
              <a:t>路由器的</a:t>
            </a:r>
            <a:r>
              <a:rPr lang="zh-CN" altLang="en-US" dirty="0" smtClean="0">
                <a:solidFill>
                  <a:srgbClr val="0000FF"/>
                </a:solidFill>
                <a:ea typeface="黑体" panose="02010609060101010101" pitchFamily="49" charset="-122"/>
              </a:rPr>
              <a:t>路由表</a:t>
            </a:r>
            <a:r>
              <a:rPr lang="zh-CN" altLang="en-US" dirty="0" smtClean="0">
                <a:ea typeface="黑体" panose="02010609060101010101" pitchFamily="49" charset="-122"/>
              </a:rPr>
              <a:t>中的每一个项目，除了要给出目的网络地址外，还必须同时给出该网络的子网掩码。</a:t>
            </a:r>
          </a:p>
          <a:p>
            <a:pPr>
              <a:lnSpc>
                <a:spcPct val="100000"/>
              </a:lnSpc>
            </a:pPr>
            <a:r>
              <a:rPr lang="zh-CN" altLang="en-US" dirty="0" smtClean="0">
                <a:ea typeface="黑体" panose="02010609060101010101" pitchFamily="49" charset="-122"/>
              </a:rPr>
              <a:t>若</a:t>
            </a:r>
            <a:r>
              <a:rPr lang="zh-CN" altLang="en-US" dirty="0" smtClean="0">
                <a:solidFill>
                  <a:srgbClr val="0000FF"/>
                </a:solidFill>
                <a:ea typeface="黑体" panose="02010609060101010101" pitchFamily="49" charset="-122"/>
              </a:rPr>
              <a:t>一个路由器连接在两个子网上就拥有两个网络地址和两个子网掩码</a:t>
            </a:r>
            <a:r>
              <a:rPr lang="zh-CN" altLang="en-US" dirty="0" smtClean="0">
                <a:ea typeface="黑体" panose="02010609060101010101" pitchFamily="49" charset="-122"/>
              </a:rPr>
              <a:t>。</a:t>
            </a:r>
          </a:p>
        </p:txBody>
      </p:sp>
      <p:sp>
        <p:nvSpPr>
          <p:cNvPr id="8970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7641C69-629A-45AD-8D83-9F708D0CD2DC}" type="slidenum">
              <a:rPr lang="zh-CN" altLang="en-US" smtClean="0"/>
              <a:pPr eaLnBrk="1" hangingPunct="1"/>
              <a:t>16</a:t>
            </a:fld>
            <a:endParaRPr lang="en-US" altLang="zh-CN" smtClean="0"/>
          </a:p>
        </p:txBody>
      </p:sp>
      <p:sp>
        <p:nvSpPr>
          <p:cNvPr id="8970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9073" name="标题 1"/>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子网划分方法</a:t>
            </a:r>
          </a:p>
        </p:txBody>
      </p:sp>
      <p:sp>
        <p:nvSpPr>
          <p:cNvPr id="899074" name="内容占位符 2"/>
          <p:cNvSpPr>
            <a:spLocks noGrp="1" noChangeArrowheads="1"/>
          </p:cNvSpPr>
          <p:nvPr>
            <p:ph idx="1"/>
          </p:nvPr>
        </p:nvSpPr>
        <p:spPr>
          <a:xfrm>
            <a:off x="495300" y="1196975"/>
            <a:ext cx="9066213" cy="4933950"/>
          </a:xfrm>
        </p:spPr>
        <p:txBody>
          <a:bodyPr/>
          <a:lstStyle/>
          <a:p>
            <a:r>
              <a:rPr lang="zh-CN" altLang="en-US" sz="2800" smtClean="0">
                <a:ea typeface="黑体" panose="02010609060101010101" pitchFamily="49" charset="-122"/>
              </a:rPr>
              <a:t>有</a:t>
            </a:r>
            <a:r>
              <a:rPr lang="zh-CN" altLang="en-US" sz="2800" smtClean="0">
                <a:solidFill>
                  <a:srgbClr val="FF0000"/>
                </a:solidFill>
                <a:ea typeface="黑体" panose="02010609060101010101" pitchFamily="49" charset="-122"/>
              </a:rPr>
              <a:t>固定长度子网</a:t>
            </a:r>
            <a:r>
              <a:rPr lang="zh-CN" altLang="en-US" sz="2800" smtClean="0">
                <a:ea typeface="黑体" panose="02010609060101010101" pitchFamily="49" charset="-122"/>
              </a:rPr>
              <a:t>和</a:t>
            </a:r>
            <a:r>
              <a:rPr lang="zh-CN" altLang="en-US" sz="2800" smtClean="0">
                <a:solidFill>
                  <a:srgbClr val="FF0000"/>
                </a:solidFill>
                <a:ea typeface="黑体" panose="02010609060101010101" pitchFamily="49" charset="-122"/>
              </a:rPr>
              <a:t>变长子网</a:t>
            </a:r>
            <a:r>
              <a:rPr lang="zh-CN" altLang="en-US" sz="2800" smtClean="0">
                <a:ea typeface="黑体" panose="02010609060101010101" pitchFamily="49" charset="-122"/>
              </a:rPr>
              <a:t>两种子网划分方法。</a:t>
            </a:r>
            <a:endParaRPr lang="en-US" altLang="zh-CN" sz="2800" smtClean="0">
              <a:ea typeface="黑体" panose="02010609060101010101" pitchFamily="49" charset="-122"/>
            </a:endParaRPr>
          </a:p>
          <a:p>
            <a:r>
              <a:rPr lang="zh-CN" altLang="zh-CN" sz="2800" smtClean="0">
                <a:solidFill>
                  <a:srgbClr val="0000FF"/>
                </a:solidFill>
                <a:ea typeface="黑体" panose="02010609060101010101" pitchFamily="49" charset="-122"/>
              </a:rPr>
              <a:t>在采用固定长度子网时，所划分的所有子网的子网掩码都是相同的</a:t>
            </a:r>
            <a:r>
              <a:rPr lang="zh-CN" altLang="en-US" sz="2800" smtClean="0">
                <a:solidFill>
                  <a:srgbClr val="0000FF"/>
                </a:solidFill>
                <a:ea typeface="黑体" panose="02010609060101010101" pitchFamily="49" charset="-122"/>
              </a:rPr>
              <a:t>。</a:t>
            </a:r>
            <a:endParaRPr lang="en-US" altLang="zh-CN" sz="2800" smtClean="0">
              <a:solidFill>
                <a:srgbClr val="0000FF"/>
              </a:solidFill>
              <a:ea typeface="黑体" panose="02010609060101010101" pitchFamily="49" charset="-122"/>
            </a:endParaRPr>
          </a:p>
          <a:p>
            <a:r>
              <a:rPr lang="zh-CN" altLang="zh-CN" sz="2800" smtClean="0">
                <a:ea typeface="黑体" panose="02010609060101010101" pitchFamily="49" charset="-122"/>
              </a:rPr>
              <a:t>虽然根据已成为互联网标准协议的</a:t>
            </a:r>
            <a:r>
              <a:rPr lang="en-US" altLang="zh-CN" sz="2800" smtClean="0">
                <a:ea typeface="黑体" panose="02010609060101010101" pitchFamily="49" charset="-122"/>
              </a:rPr>
              <a:t>RFC 950</a:t>
            </a:r>
            <a:r>
              <a:rPr lang="zh-CN" altLang="zh-CN" sz="2800" smtClean="0">
                <a:ea typeface="黑体" panose="02010609060101010101" pitchFamily="49" charset="-122"/>
              </a:rPr>
              <a:t>文档，子网号不能为</a:t>
            </a:r>
            <a:r>
              <a:rPr lang="zh-CN" altLang="zh-CN" sz="2800" smtClean="0">
                <a:solidFill>
                  <a:srgbClr val="FF0000"/>
                </a:solidFill>
                <a:ea typeface="黑体" panose="02010609060101010101" pitchFamily="49" charset="-122"/>
              </a:rPr>
              <a:t>全</a:t>
            </a:r>
            <a:r>
              <a:rPr lang="en-US" altLang="zh-CN" sz="2800" smtClean="0">
                <a:solidFill>
                  <a:srgbClr val="FF0000"/>
                </a:solidFill>
                <a:ea typeface="黑体" panose="02010609060101010101" pitchFamily="49" charset="-122"/>
              </a:rPr>
              <a:t>1</a:t>
            </a:r>
            <a:r>
              <a:rPr lang="zh-CN" altLang="zh-CN" sz="2800" smtClean="0">
                <a:ea typeface="黑体" panose="02010609060101010101" pitchFamily="49" charset="-122"/>
              </a:rPr>
              <a:t>或</a:t>
            </a:r>
            <a:r>
              <a:rPr lang="zh-CN" altLang="zh-CN" sz="2800" smtClean="0">
                <a:solidFill>
                  <a:srgbClr val="FF0000"/>
                </a:solidFill>
                <a:ea typeface="黑体" panose="02010609060101010101" pitchFamily="49" charset="-122"/>
              </a:rPr>
              <a:t>全</a:t>
            </a:r>
            <a:r>
              <a:rPr lang="en-US" altLang="zh-CN" sz="2800" smtClean="0">
                <a:solidFill>
                  <a:srgbClr val="FF0000"/>
                </a:solidFill>
                <a:ea typeface="黑体" panose="02010609060101010101" pitchFamily="49" charset="-122"/>
              </a:rPr>
              <a:t>0</a:t>
            </a:r>
            <a:r>
              <a:rPr lang="zh-CN" altLang="zh-CN" sz="2800" smtClean="0">
                <a:solidFill>
                  <a:srgbClr val="FF0000"/>
                </a:solidFill>
                <a:ea typeface="黑体" panose="02010609060101010101" pitchFamily="49" charset="-122"/>
              </a:rPr>
              <a:t>，</a:t>
            </a:r>
            <a:r>
              <a:rPr lang="zh-CN" altLang="zh-CN" sz="2800" smtClean="0">
                <a:ea typeface="黑体" panose="02010609060101010101" pitchFamily="49" charset="-122"/>
              </a:rPr>
              <a:t>但随着无分类域间路由选择</a:t>
            </a:r>
            <a:r>
              <a:rPr lang="en-US" altLang="zh-CN" sz="2800" smtClean="0">
                <a:ea typeface="黑体" panose="02010609060101010101" pitchFamily="49" charset="-122"/>
              </a:rPr>
              <a:t>CIDR</a:t>
            </a:r>
            <a:r>
              <a:rPr lang="zh-CN" altLang="zh-CN" sz="2800" smtClean="0">
                <a:ea typeface="黑体" panose="02010609060101010101" pitchFamily="49" charset="-122"/>
              </a:rPr>
              <a:t>的广泛使用</a:t>
            </a:r>
            <a:r>
              <a:rPr lang="zh-CN" altLang="en-US" sz="2800" smtClean="0">
                <a:ea typeface="黑体" panose="02010609060101010101" pitchFamily="49" charset="-122"/>
              </a:rPr>
              <a:t>，</a:t>
            </a:r>
            <a:r>
              <a:rPr lang="zh-CN" altLang="zh-CN" sz="2800" smtClean="0">
                <a:ea typeface="黑体" panose="02010609060101010101" pitchFamily="49" charset="-122"/>
              </a:rPr>
              <a:t>现在全</a:t>
            </a:r>
            <a:r>
              <a:rPr lang="en-US" altLang="zh-CN" sz="2800" smtClean="0">
                <a:ea typeface="黑体" panose="02010609060101010101" pitchFamily="49" charset="-122"/>
              </a:rPr>
              <a:t>1</a:t>
            </a:r>
            <a:r>
              <a:rPr lang="zh-CN" altLang="zh-CN" sz="2800" smtClean="0">
                <a:ea typeface="黑体" panose="02010609060101010101" pitchFamily="49" charset="-122"/>
              </a:rPr>
              <a:t>和全</a:t>
            </a:r>
            <a:r>
              <a:rPr lang="en-US" altLang="zh-CN" sz="2800" smtClean="0">
                <a:ea typeface="黑体" panose="02010609060101010101" pitchFamily="49" charset="-122"/>
              </a:rPr>
              <a:t>0</a:t>
            </a:r>
            <a:r>
              <a:rPr lang="zh-CN" altLang="zh-CN" sz="2800" smtClean="0">
                <a:ea typeface="黑体" panose="02010609060101010101" pitchFamily="49" charset="-122"/>
              </a:rPr>
              <a:t>的子网号也可以使用了，但一定要谨慎使用，</a:t>
            </a:r>
            <a:r>
              <a:rPr lang="zh-CN" altLang="en-US" sz="2800" smtClean="0">
                <a:ea typeface="黑体" panose="02010609060101010101" pitchFamily="49" charset="-122"/>
              </a:rPr>
              <a:t>确认</a:t>
            </a:r>
            <a:r>
              <a:rPr lang="zh-CN" altLang="zh-CN" sz="2800" smtClean="0">
                <a:ea typeface="黑体" panose="02010609060101010101" pitchFamily="49" charset="-122"/>
              </a:rPr>
              <a:t>你的路由器所用的路由选择软件是否支持全</a:t>
            </a:r>
            <a:r>
              <a:rPr lang="en-US" altLang="zh-CN" sz="2800" smtClean="0">
                <a:ea typeface="黑体" panose="02010609060101010101" pitchFamily="49" charset="-122"/>
              </a:rPr>
              <a:t>0</a:t>
            </a:r>
            <a:r>
              <a:rPr lang="zh-CN" altLang="zh-CN" sz="2800" smtClean="0">
                <a:ea typeface="黑体" panose="02010609060101010101" pitchFamily="49" charset="-122"/>
              </a:rPr>
              <a:t>或全</a:t>
            </a:r>
            <a:r>
              <a:rPr lang="en-US" altLang="zh-CN" sz="2800" smtClean="0">
                <a:ea typeface="黑体" panose="02010609060101010101" pitchFamily="49" charset="-122"/>
              </a:rPr>
              <a:t>1</a:t>
            </a:r>
            <a:r>
              <a:rPr lang="zh-CN" altLang="zh-CN" sz="2800" smtClean="0">
                <a:ea typeface="黑体" panose="02010609060101010101" pitchFamily="49" charset="-122"/>
              </a:rPr>
              <a:t>的子网号这种较新的用法。</a:t>
            </a:r>
            <a:endParaRPr lang="en-US" altLang="zh-CN" sz="2800" smtClean="0">
              <a:ea typeface="黑体" panose="02010609060101010101" pitchFamily="49" charset="-122"/>
            </a:endParaRPr>
          </a:p>
          <a:p>
            <a:r>
              <a:rPr lang="zh-CN" altLang="zh-CN" sz="2800" smtClean="0">
                <a:solidFill>
                  <a:srgbClr val="FF0000"/>
                </a:solidFill>
                <a:ea typeface="黑体" panose="02010609060101010101" pitchFamily="49" charset="-122"/>
              </a:rPr>
              <a:t>划分子网增加了灵活性，但却减少了能够连接在网络上的主机总数。</a:t>
            </a:r>
            <a:endParaRPr lang="zh-CN" altLang="en-US" sz="2800" smtClean="0">
              <a:solidFill>
                <a:srgbClr val="FF0000"/>
              </a:solidFill>
              <a:ea typeface="黑体" panose="02010609060101010101" pitchFamily="49" charset="-122"/>
            </a:endParaRPr>
          </a:p>
        </p:txBody>
      </p:sp>
      <p:sp>
        <p:nvSpPr>
          <p:cNvPr id="89907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D5CD483-9099-48BC-B6DD-84E854F3E152}" type="slidenum">
              <a:rPr lang="zh-CN" altLang="en-US" smtClean="0"/>
              <a:pPr eaLnBrk="1" hangingPunct="1"/>
              <a:t>17</a:t>
            </a:fld>
            <a:endParaRPr lang="en-US" altLang="zh-CN" smtClean="0"/>
          </a:p>
        </p:txBody>
      </p:sp>
      <p:sp>
        <p:nvSpPr>
          <p:cNvPr id="89907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704850" y="765175"/>
          <a:ext cx="8856663" cy="5111750"/>
        </p:xfrm>
        <a:graphic>
          <a:graphicData uri="http://schemas.openxmlformats.org/drawingml/2006/table">
            <a:tbl>
              <a:tblPr>
                <a:tableStyleId>{5C22544A-7EE6-4342-B048-85BDC9FD1C3A}</a:tableStyleId>
              </a:tblPr>
              <a:tblGrid>
                <a:gridCol w="1944145">
                  <a:extLst>
                    <a:ext uri="{9D8B030D-6E8A-4147-A177-3AD203B41FA5}">
                      <a16:colId xmlns:a16="http://schemas.microsoft.com/office/drawing/2014/main" val="20000"/>
                    </a:ext>
                  </a:extLst>
                </a:gridCol>
                <a:gridCol w="2664199">
                  <a:extLst>
                    <a:ext uri="{9D8B030D-6E8A-4147-A177-3AD203B41FA5}">
                      <a16:colId xmlns:a16="http://schemas.microsoft.com/office/drawing/2014/main" val="20001"/>
                    </a:ext>
                  </a:extLst>
                </a:gridCol>
                <a:gridCol w="1800135">
                  <a:extLst>
                    <a:ext uri="{9D8B030D-6E8A-4147-A177-3AD203B41FA5}">
                      <a16:colId xmlns:a16="http://schemas.microsoft.com/office/drawing/2014/main" val="20002"/>
                    </a:ext>
                  </a:extLst>
                </a:gridCol>
                <a:gridCol w="2448184">
                  <a:extLst>
                    <a:ext uri="{9D8B030D-6E8A-4147-A177-3AD203B41FA5}">
                      <a16:colId xmlns:a16="http://schemas.microsoft.com/office/drawing/2014/main" val="20003"/>
                    </a:ext>
                  </a:extLst>
                </a:gridCol>
              </a:tblGrid>
              <a:tr h="365125">
                <a:tc>
                  <a:txBody>
                    <a:bodyPr/>
                    <a:lstStyle/>
                    <a:p>
                      <a:pPr algn="ctr">
                        <a:lnSpc>
                          <a:spcPct val="100000"/>
                        </a:lnSpc>
                        <a:spcAft>
                          <a:spcPts val="0"/>
                        </a:spcAft>
                      </a:pPr>
                      <a:r>
                        <a:rPr lang="zh-CN" sz="2200" b="1" dirty="0">
                          <a:solidFill>
                            <a:schemeClr val="tx1"/>
                          </a:solidFill>
                          <a:effectLst/>
                          <a:latin typeface="+mn-lt"/>
                          <a:ea typeface="黑体" panose="02010609060101010101" pitchFamily="2" charset="-122"/>
                        </a:rPr>
                        <a:t>子网号的位数</a:t>
                      </a:r>
                    </a:p>
                  </a:txBody>
                  <a:tcPr marL="68578" marR="68578"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200" b="1" dirty="0">
                          <a:solidFill>
                            <a:schemeClr val="tx1"/>
                          </a:solidFill>
                          <a:effectLst/>
                          <a:latin typeface="+mn-lt"/>
                          <a:ea typeface="黑体" panose="02010609060101010101" pitchFamily="2" charset="-122"/>
                        </a:rPr>
                        <a:t>子网掩码</a:t>
                      </a: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200" b="1" dirty="0">
                          <a:solidFill>
                            <a:schemeClr val="tx1"/>
                          </a:solidFill>
                          <a:effectLst/>
                          <a:latin typeface="+mn-lt"/>
                          <a:ea typeface="黑体" panose="02010609060101010101" pitchFamily="2" charset="-122"/>
                        </a:rPr>
                        <a:t>子网数</a:t>
                      </a: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200" b="1" dirty="0">
                          <a:solidFill>
                            <a:schemeClr val="tx1"/>
                          </a:solidFill>
                          <a:effectLst/>
                          <a:latin typeface="+mn-lt"/>
                          <a:ea typeface="黑体" panose="02010609060101010101" pitchFamily="2" charset="-122"/>
                        </a:rPr>
                        <a:t>每个子网的主机数</a:t>
                      </a:r>
                    </a:p>
                  </a:txBody>
                  <a:tcPr marL="68578" marR="68578"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65125">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2</a:t>
                      </a:r>
                      <a:endParaRPr lang="zh-CN" sz="2200" b="1">
                        <a:solidFill>
                          <a:schemeClr val="tx1"/>
                        </a:solidFill>
                        <a:effectLst/>
                        <a:latin typeface="+mn-lt"/>
                        <a:ea typeface="黑体" panose="02010609060101010101" pitchFamily="2" charset="-122"/>
                      </a:endParaRPr>
                    </a:p>
                  </a:txBody>
                  <a:tcPr marL="68578" marR="68578"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255.255.192.0</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2</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16382</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65125">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3</a:t>
                      </a:r>
                      <a:endParaRPr lang="zh-CN" sz="2200" b="1">
                        <a:solidFill>
                          <a:schemeClr val="tx1"/>
                        </a:solidFill>
                        <a:effectLst/>
                        <a:latin typeface="+mn-lt"/>
                        <a:ea typeface="黑体" panose="02010609060101010101" pitchFamily="2" charset="-122"/>
                      </a:endParaRPr>
                    </a:p>
                  </a:txBody>
                  <a:tcPr marL="68578" marR="68578"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dirty="0">
                          <a:solidFill>
                            <a:schemeClr val="tx1"/>
                          </a:solidFill>
                          <a:effectLst/>
                          <a:latin typeface="+mn-lt"/>
                          <a:ea typeface="黑体" panose="02010609060101010101" pitchFamily="2" charset="-122"/>
                        </a:rPr>
                        <a:t>255.255.224.0</a:t>
                      </a:r>
                      <a:endParaRPr lang="zh-CN" sz="2200" b="1" dirty="0">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6</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8190</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65125">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4</a:t>
                      </a:r>
                      <a:endParaRPr lang="zh-CN" sz="2200" b="1">
                        <a:solidFill>
                          <a:schemeClr val="tx1"/>
                        </a:solidFill>
                        <a:effectLst/>
                        <a:latin typeface="+mn-lt"/>
                        <a:ea typeface="黑体" panose="02010609060101010101" pitchFamily="2" charset="-122"/>
                      </a:endParaRPr>
                    </a:p>
                  </a:txBody>
                  <a:tcPr marL="68578" marR="68578"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255.255.240.0</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14</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4094</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65125">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5</a:t>
                      </a:r>
                      <a:endParaRPr lang="zh-CN" sz="2200" b="1">
                        <a:solidFill>
                          <a:schemeClr val="tx1"/>
                        </a:solidFill>
                        <a:effectLst/>
                        <a:latin typeface="+mn-lt"/>
                        <a:ea typeface="黑体" panose="02010609060101010101" pitchFamily="2" charset="-122"/>
                      </a:endParaRPr>
                    </a:p>
                  </a:txBody>
                  <a:tcPr marL="68578" marR="68578"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255.255.248.0</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30</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2046</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65125">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6</a:t>
                      </a:r>
                      <a:endParaRPr lang="zh-CN" sz="2200" b="1">
                        <a:solidFill>
                          <a:schemeClr val="tx1"/>
                        </a:solidFill>
                        <a:effectLst/>
                        <a:latin typeface="+mn-lt"/>
                        <a:ea typeface="黑体" panose="02010609060101010101" pitchFamily="2" charset="-122"/>
                      </a:endParaRPr>
                    </a:p>
                  </a:txBody>
                  <a:tcPr marL="68578" marR="68578"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255.255.252.0</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62</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1022</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65125">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7</a:t>
                      </a:r>
                      <a:endParaRPr lang="zh-CN" sz="2200" b="1">
                        <a:solidFill>
                          <a:schemeClr val="tx1"/>
                        </a:solidFill>
                        <a:effectLst/>
                        <a:latin typeface="+mn-lt"/>
                        <a:ea typeface="黑体" panose="02010609060101010101" pitchFamily="2" charset="-122"/>
                      </a:endParaRPr>
                    </a:p>
                  </a:txBody>
                  <a:tcPr marL="68578" marR="68578"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255.255.254.0</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126</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510</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365125">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8</a:t>
                      </a:r>
                      <a:endParaRPr lang="zh-CN" sz="2200" b="1">
                        <a:solidFill>
                          <a:schemeClr val="tx1"/>
                        </a:solidFill>
                        <a:effectLst/>
                        <a:latin typeface="+mn-lt"/>
                        <a:ea typeface="黑体" panose="02010609060101010101" pitchFamily="2" charset="-122"/>
                      </a:endParaRPr>
                    </a:p>
                  </a:txBody>
                  <a:tcPr marL="68578" marR="68578"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255.255.255.0</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254</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254</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365125">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9</a:t>
                      </a:r>
                      <a:endParaRPr lang="zh-CN" sz="2200" b="1">
                        <a:solidFill>
                          <a:schemeClr val="tx1"/>
                        </a:solidFill>
                        <a:effectLst/>
                        <a:latin typeface="+mn-lt"/>
                        <a:ea typeface="黑体" panose="02010609060101010101" pitchFamily="2" charset="-122"/>
                      </a:endParaRPr>
                    </a:p>
                  </a:txBody>
                  <a:tcPr marL="68578" marR="68578"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255.255.255.128</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510</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126</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365125">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10</a:t>
                      </a:r>
                      <a:endParaRPr lang="zh-CN" sz="2200" b="1">
                        <a:solidFill>
                          <a:schemeClr val="tx1"/>
                        </a:solidFill>
                        <a:effectLst/>
                        <a:latin typeface="+mn-lt"/>
                        <a:ea typeface="黑体" panose="02010609060101010101" pitchFamily="2" charset="-122"/>
                      </a:endParaRPr>
                    </a:p>
                  </a:txBody>
                  <a:tcPr marL="68578" marR="68578"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255.255.255.192</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1022</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62</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365125">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11</a:t>
                      </a:r>
                      <a:endParaRPr lang="zh-CN" sz="2200" b="1">
                        <a:solidFill>
                          <a:schemeClr val="tx1"/>
                        </a:solidFill>
                        <a:effectLst/>
                        <a:latin typeface="+mn-lt"/>
                        <a:ea typeface="黑体" panose="02010609060101010101" pitchFamily="2" charset="-122"/>
                      </a:endParaRPr>
                    </a:p>
                  </a:txBody>
                  <a:tcPr marL="68578" marR="68578"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255.255.255.224</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2046</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30</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365125">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12</a:t>
                      </a:r>
                      <a:endParaRPr lang="zh-CN" sz="2200" b="1">
                        <a:solidFill>
                          <a:schemeClr val="tx1"/>
                        </a:solidFill>
                        <a:effectLst/>
                        <a:latin typeface="+mn-lt"/>
                        <a:ea typeface="黑体" panose="02010609060101010101" pitchFamily="2" charset="-122"/>
                      </a:endParaRPr>
                    </a:p>
                  </a:txBody>
                  <a:tcPr marL="68578" marR="68578"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255.255.255.240</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4094</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14</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r h="365125">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13</a:t>
                      </a:r>
                      <a:endParaRPr lang="zh-CN" sz="2200" b="1">
                        <a:solidFill>
                          <a:schemeClr val="tx1"/>
                        </a:solidFill>
                        <a:effectLst/>
                        <a:latin typeface="+mn-lt"/>
                        <a:ea typeface="黑体" panose="02010609060101010101" pitchFamily="2" charset="-122"/>
                      </a:endParaRPr>
                    </a:p>
                  </a:txBody>
                  <a:tcPr marL="68578" marR="68578"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255.255.255.248</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8190</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6</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2"/>
                  </a:ext>
                </a:extLst>
              </a:tr>
              <a:tr h="365125">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14</a:t>
                      </a:r>
                      <a:endParaRPr lang="zh-CN" sz="2200" b="1">
                        <a:solidFill>
                          <a:schemeClr val="tx1"/>
                        </a:solidFill>
                        <a:effectLst/>
                        <a:latin typeface="+mn-lt"/>
                        <a:ea typeface="黑体" panose="02010609060101010101" pitchFamily="2" charset="-122"/>
                      </a:endParaRPr>
                    </a:p>
                  </a:txBody>
                  <a:tcPr marL="68578" marR="68578"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2637155" algn="ctr"/>
                          <a:tab pos="5274310" algn="r"/>
                          <a:tab pos="266700" algn="l"/>
                        </a:tabLst>
                      </a:pPr>
                      <a:r>
                        <a:rPr lang="en-US" sz="2200" b="1">
                          <a:solidFill>
                            <a:schemeClr val="tx1"/>
                          </a:solidFill>
                          <a:effectLst/>
                          <a:latin typeface="+mn-lt"/>
                          <a:ea typeface="黑体" panose="02010609060101010101" pitchFamily="2" charset="-122"/>
                        </a:rPr>
                        <a:t>255.255.255.252</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16382</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dirty="0">
                          <a:solidFill>
                            <a:schemeClr val="tx1"/>
                          </a:solidFill>
                          <a:effectLst/>
                          <a:latin typeface="+mn-lt"/>
                          <a:ea typeface="黑体" panose="02010609060101010101" pitchFamily="2" charset="-122"/>
                        </a:rPr>
                        <a:t>2</a:t>
                      </a:r>
                      <a:endParaRPr lang="zh-CN" sz="2200" b="1" dirty="0">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3"/>
                  </a:ext>
                </a:extLst>
              </a:tr>
            </a:tbl>
          </a:graphicData>
        </a:graphic>
      </p:graphicFrame>
      <p:sp>
        <p:nvSpPr>
          <p:cNvPr id="900174" name="矩形 4"/>
          <p:cNvSpPr>
            <a:spLocks noChangeArrowheads="1"/>
          </p:cNvSpPr>
          <p:nvPr/>
        </p:nvSpPr>
        <p:spPr bwMode="auto">
          <a:xfrm>
            <a:off x="1281113" y="303213"/>
            <a:ext cx="76327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400" b="1">
                <a:ea typeface="黑体" panose="02010609060101010101" pitchFamily="49" charset="-122"/>
              </a:rPr>
              <a:t>B </a:t>
            </a:r>
            <a:r>
              <a:rPr lang="zh-CN" altLang="zh-CN" sz="2400" b="1">
                <a:ea typeface="黑体" panose="02010609060101010101" pitchFamily="49" charset="-122"/>
              </a:rPr>
              <a:t>类地址的子网划分选择（使用固定长度子网）</a:t>
            </a:r>
            <a:endParaRPr lang="zh-CN" altLang="en-US" sz="2400" b="1">
              <a:ea typeface="黑体" panose="02010609060101010101" pitchFamily="49" charset="-122"/>
            </a:endParaRPr>
          </a:p>
        </p:txBody>
      </p:sp>
      <p:sp>
        <p:nvSpPr>
          <p:cNvPr id="900175" name="矩形 5"/>
          <p:cNvSpPr>
            <a:spLocks noChangeArrowheads="1"/>
          </p:cNvSpPr>
          <p:nvPr/>
        </p:nvSpPr>
        <p:spPr bwMode="auto">
          <a:xfrm>
            <a:off x="704850" y="5949950"/>
            <a:ext cx="8840788" cy="400050"/>
          </a:xfrm>
          <a:prstGeom prst="rect">
            <a:avLst/>
          </a:prstGeom>
          <a:solidFill>
            <a:srgbClr val="FFFF66"/>
          </a:solidFill>
          <a:ln w="9525">
            <a:solidFill>
              <a:srgbClr val="000066"/>
            </a:solidFill>
            <a:round/>
            <a:headEnd/>
            <a:tailEnd/>
          </a:ln>
        </p:spPr>
        <p:txBody>
          <a:bodyPr>
            <a:spAutoFit/>
          </a:bodyPr>
          <a:lstStyle/>
          <a:p>
            <a:pPr algn="ctr" eaLnBrk="0" hangingPunct="0"/>
            <a:r>
              <a:rPr lang="zh-CN" altLang="zh-CN" sz="2000" b="1">
                <a:solidFill>
                  <a:srgbClr val="000099"/>
                </a:solidFill>
                <a:ea typeface="黑体" panose="02010609060101010101" pitchFamily="49" charset="-122"/>
              </a:rPr>
              <a:t>表中的“子网号的位数”中没有</a:t>
            </a:r>
            <a:r>
              <a:rPr lang="en-US" altLang="zh-CN" sz="2000" b="1">
                <a:solidFill>
                  <a:srgbClr val="000099"/>
                </a:solidFill>
                <a:ea typeface="黑体" panose="02010609060101010101" pitchFamily="49" charset="-122"/>
              </a:rPr>
              <a:t>0, 1, 15</a:t>
            </a:r>
            <a:r>
              <a:rPr lang="zh-CN" altLang="zh-CN" sz="2000" b="1">
                <a:solidFill>
                  <a:srgbClr val="000099"/>
                </a:solidFill>
                <a:ea typeface="黑体" panose="02010609060101010101" pitchFamily="49" charset="-122"/>
              </a:rPr>
              <a:t>和</a:t>
            </a:r>
            <a:r>
              <a:rPr lang="en-US" altLang="zh-CN" sz="2000" b="1">
                <a:solidFill>
                  <a:srgbClr val="000099"/>
                </a:solidFill>
                <a:ea typeface="黑体" panose="02010609060101010101" pitchFamily="49" charset="-122"/>
              </a:rPr>
              <a:t>16</a:t>
            </a:r>
            <a:r>
              <a:rPr lang="zh-CN" altLang="zh-CN" sz="2000" b="1">
                <a:solidFill>
                  <a:srgbClr val="000099"/>
                </a:solidFill>
                <a:ea typeface="黑体" panose="02010609060101010101" pitchFamily="49" charset="-122"/>
              </a:rPr>
              <a:t>这四种情况，因为这没有意义。</a:t>
            </a:r>
            <a:endParaRPr lang="zh-CN" altLang="en-US" sz="2000" b="1">
              <a:solidFill>
                <a:srgbClr val="000099"/>
              </a:solidFill>
              <a:ea typeface="黑体" panose="02010609060101010101" pitchFamily="49" charset="-122"/>
            </a:endParaRPr>
          </a:p>
        </p:txBody>
      </p:sp>
      <p:sp>
        <p:nvSpPr>
          <p:cNvPr id="900176"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F284EE7B-199D-4B2C-8AC9-04C0EFB8592F}" type="slidenum">
              <a:rPr lang="zh-CN" altLang="en-US" smtClean="0"/>
              <a:pPr/>
              <a:t>18</a:t>
            </a:fld>
            <a:endParaRPr lang="en-US" altLang="zh-CN" smtClean="0"/>
          </a:p>
        </p:txBody>
      </p:sp>
      <p:sp>
        <p:nvSpPr>
          <p:cNvPr id="900177" name="页脚占位符 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21" name="Freeform 57"/>
          <p:cNvSpPr>
            <a:spLocks noChangeArrowheads="1"/>
          </p:cNvSpPr>
          <p:nvPr/>
        </p:nvSpPr>
        <p:spPr bwMode="auto">
          <a:xfrm>
            <a:off x="6610350" y="2132013"/>
            <a:ext cx="1327150" cy="306387"/>
          </a:xfrm>
          <a:custGeom>
            <a:avLst/>
            <a:gdLst>
              <a:gd name="T0" fmla="*/ 181 w 771"/>
              <a:gd name="T1" fmla="*/ 0 h 181"/>
              <a:gd name="T2" fmla="*/ 589 w 771"/>
              <a:gd name="T3" fmla="*/ 0 h 181"/>
              <a:gd name="T4" fmla="*/ 771 w 771"/>
              <a:gd name="T5" fmla="*/ 181 h 181"/>
              <a:gd name="T6" fmla="*/ 0 w 771"/>
              <a:gd name="T7" fmla="*/ 181 h 181"/>
              <a:gd name="T8" fmla="*/ 181 w 771"/>
              <a:gd name="T9" fmla="*/ 0 h 181"/>
            </a:gdLst>
            <a:ahLst/>
            <a:cxnLst>
              <a:cxn ang="0">
                <a:pos x="T0" y="T1"/>
              </a:cxn>
              <a:cxn ang="0">
                <a:pos x="T2" y="T3"/>
              </a:cxn>
              <a:cxn ang="0">
                <a:pos x="T4" y="T5"/>
              </a:cxn>
              <a:cxn ang="0">
                <a:pos x="T6" y="T7"/>
              </a:cxn>
              <a:cxn ang="0">
                <a:pos x="T8" y="T9"/>
              </a:cxn>
            </a:cxnLst>
            <a:rect l="0" t="0" r="r" b="b"/>
            <a:pathLst>
              <a:path w="771" h="181">
                <a:moveTo>
                  <a:pt x="181" y="0"/>
                </a:moveTo>
                <a:lnTo>
                  <a:pt x="589" y="0"/>
                </a:lnTo>
                <a:lnTo>
                  <a:pt x="771" y="181"/>
                </a:lnTo>
                <a:lnTo>
                  <a:pt x="0" y="181"/>
                </a:lnTo>
                <a:lnTo>
                  <a:pt x="181" y="0"/>
                </a:lnTo>
                <a:close/>
              </a:path>
            </a:pathLst>
          </a:custGeom>
          <a:solidFill>
            <a:srgbClr val="66FF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01122" name="Rectangle 43"/>
          <p:cNvSpPr>
            <a:spLocks noChangeArrowheads="1"/>
          </p:cNvSpPr>
          <p:nvPr/>
        </p:nvSpPr>
        <p:spPr bwMode="auto">
          <a:xfrm>
            <a:off x="3821113" y="3798888"/>
            <a:ext cx="3159125" cy="344487"/>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1123" name="Text Box 49"/>
          <p:cNvSpPr txBox="1">
            <a:spLocks noChangeArrowheads="1"/>
          </p:cNvSpPr>
          <p:nvPr/>
        </p:nvSpPr>
        <p:spPr bwMode="auto">
          <a:xfrm>
            <a:off x="4348163" y="3810000"/>
            <a:ext cx="38639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141       .        14        .</a:t>
            </a:r>
            <a:r>
              <a:rPr lang="en-US" altLang="zh-CN" sz="1600" b="1">
                <a:solidFill>
                  <a:srgbClr val="0000CC"/>
                </a:solidFill>
                <a:ea typeface="黑体" panose="02010609060101010101" pitchFamily="49" charset="-122"/>
              </a:rPr>
              <a:t> 0 1 0 0 0 0 0 0 </a:t>
            </a:r>
            <a:endParaRPr lang="en-US" altLang="zh-CN" b="1">
              <a:solidFill>
                <a:srgbClr val="0000CC"/>
              </a:solidFill>
              <a:ea typeface="黑体" panose="02010609060101010101" pitchFamily="49" charset="-122"/>
            </a:endParaRPr>
          </a:p>
        </p:txBody>
      </p:sp>
      <p:sp>
        <p:nvSpPr>
          <p:cNvPr id="901124" name="Rectangle 36"/>
          <p:cNvSpPr>
            <a:spLocks noChangeArrowheads="1"/>
          </p:cNvSpPr>
          <p:nvPr/>
        </p:nvSpPr>
        <p:spPr bwMode="auto">
          <a:xfrm>
            <a:off x="3813175" y="3084513"/>
            <a:ext cx="3108325" cy="342900"/>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1125" name="Rectangle 41"/>
          <p:cNvSpPr>
            <a:spLocks noChangeArrowheads="1"/>
          </p:cNvSpPr>
          <p:nvPr/>
        </p:nvSpPr>
        <p:spPr bwMode="auto">
          <a:xfrm>
            <a:off x="3787775" y="3068638"/>
            <a:ext cx="43402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CC"/>
                </a:solidFill>
                <a:ea typeface="黑体" panose="02010609060101010101" pitchFamily="49" charset="-122"/>
              </a:rPr>
              <a:t>1 1 1 1 1 1 1 1 1 1 1 1 1 1 1 1</a:t>
            </a:r>
            <a:r>
              <a:rPr lang="en-US" altLang="zh-CN" b="1">
                <a:solidFill>
                  <a:srgbClr val="0000CC"/>
                </a:solidFill>
                <a:ea typeface="黑体" panose="02010609060101010101" pitchFamily="49" charset="-122"/>
              </a:rPr>
              <a:t> </a:t>
            </a:r>
            <a:r>
              <a:rPr lang="en-US" altLang="zh-CN" sz="1600" b="1">
                <a:solidFill>
                  <a:srgbClr val="0000CC"/>
                </a:solidFill>
                <a:ea typeface="黑体" panose="02010609060101010101" pitchFamily="49" charset="-122"/>
              </a:rPr>
              <a:t>1 1 0 0 0 0 0 0</a:t>
            </a:r>
          </a:p>
        </p:txBody>
      </p:sp>
      <p:sp>
        <p:nvSpPr>
          <p:cNvPr id="901126" name="Rectangle 2"/>
          <p:cNvSpPr>
            <a:spLocks noGrp="1" noChangeArrowheads="1"/>
          </p:cNvSpPr>
          <p:nvPr>
            <p:ph type="title" idx="4294967295"/>
          </p:nvPr>
        </p:nvSpPr>
        <p:spPr>
          <a:xfrm>
            <a:off x="360363" y="115888"/>
            <a:ext cx="9417050" cy="1055687"/>
          </a:xfrm>
          <a:solidFill>
            <a:srgbClr val="FFFFCC"/>
          </a:solidFill>
          <a:ln>
            <a:solidFill>
              <a:srgbClr val="333399"/>
            </a:solidFill>
            <a:miter lim="800000"/>
            <a:headEnd/>
            <a:tailEnd/>
          </a:ln>
          <a:effectLst>
            <a:outerShdw dist="35921" dir="2700000" algn="ctr" rotWithShape="0">
              <a:schemeClr val="bg2"/>
            </a:outerShdw>
          </a:effectLst>
        </p:spPr>
        <p:txBody>
          <a:bodyPr/>
          <a:lstStyle/>
          <a:p>
            <a:pPr algn="ctr"/>
            <a:r>
              <a:rPr lang="en-US" altLang="zh-CN" sz="3200" smtClean="0">
                <a:solidFill>
                  <a:srgbClr val="0000CC"/>
                </a:solidFill>
                <a:ea typeface="黑体" panose="02010609060101010101" pitchFamily="49" charset="-122"/>
              </a:rPr>
              <a:t>【</a:t>
            </a:r>
            <a:r>
              <a:rPr lang="zh-CN" altLang="en-US" sz="3200" smtClean="0">
                <a:solidFill>
                  <a:srgbClr val="0000CC"/>
                </a:solidFill>
                <a:ea typeface="黑体" panose="02010609060101010101" pitchFamily="49" charset="-122"/>
              </a:rPr>
              <a:t>例</a:t>
            </a:r>
            <a:r>
              <a:rPr lang="en-US" altLang="zh-CN" sz="3200" smtClean="0">
                <a:solidFill>
                  <a:srgbClr val="0000CC"/>
                </a:solidFill>
                <a:ea typeface="黑体" panose="02010609060101010101" pitchFamily="49" charset="-122"/>
              </a:rPr>
              <a:t>4-2】</a:t>
            </a:r>
            <a:r>
              <a:rPr lang="zh-CN" altLang="en-US" sz="3200" smtClean="0">
                <a:solidFill>
                  <a:srgbClr val="0000CC"/>
                </a:solidFill>
                <a:ea typeface="黑体" panose="02010609060101010101" pitchFamily="49" charset="-122"/>
              </a:rPr>
              <a:t>已知 </a:t>
            </a:r>
            <a:r>
              <a:rPr lang="en-US" altLang="zh-CN" sz="3200" smtClean="0">
                <a:solidFill>
                  <a:srgbClr val="0000CC"/>
                </a:solidFill>
                <a:ea typeface="黑体" panose="02010609060101010101" pitchFamily="49" charset="-122"/>
              </a:rPr>
              <a:t>IP </a:t>
            </a:r>
            <a:r>
              <a:rPr lang="zh-CN" altLang="en-US" sz="3200" smtClean="0">
                <a:solidFill>
                  <a:srgbClr val="0000CC"/>
                </a:solidFill>
                <a:ea typeface="黑体" panose="02010609060101010101" pitchFamily="49" charset="-122"/>
              </a:rPr>
              <a:t>地址是 </a:t>
            </a:r>
            <a:r>
              <a:rPr lang="en-US" altLang="zh-CN" sz="3200" smtClean="0">
                <a:solidFill>
                  <a:srgbClr val="0000CC"/>
                </a:solidFill>
                <a:ea typeface="黑体" panose="02010609060101010101" pitchFamily="49" charset="-122"/>
              </a:rPr>
              <a:t>141.14.72.24</a:t>
            </a:r>
            <a:r>
              <a:rPr lang="zh-CN" altLang="en-US" sz="3200" smtClean="0">
                <a:solidFill>
                  <a:srgbClr val="0000CC"/>
                </a:solidFill>
                <a:ea typeface="黑体" panose="02010609060101010101" pitchFamily="49" charset="-122"/>
              </a:rPr>
              <a:t>，子网掩码是 </a:t>
            </a:r>
            <a:r>
              <a:rPr lang="en-US" altLang="zh-CN" sz="3200" smtClean="0">
                <a:solidFill>
                  <a:srgbClr val="0000CC"/>
                </a:solidFill>
                <a:ea typeface="黑体" panose="02010609060101010101" pitchFamily="49" charset="-122"/>
              </a:rPr>
              <a:t>255.255.192.0</a:t>
            </a:r>
            <a:r>
              <a:rPr lang="zh-CN" altLang="en-US" sz="3200" smtClean="0">
                <a:solidFill>
                  <a:srgbClr val="0000CC"/>
                </a:solidFill>
                <a:ea typeface="黑体" panose="02010609060101010101" pitchFamily="49" charset="-122"/>
              </a:rPr>
              <a:t>。试求网络地址。 </a:t>
            </a:r>
          </a:p>
        </p:txBody>
      </p:sp>
      <p:sp>
        <p:nvSpPr>
          <p:cNvPr id="901127" name="Rectangle 33"/>
          <p:cNvSpPr>
            <a:spLocks noChangeArrowheads="1"/>
          </p:cNvSpPr>
          <p:nvPr/>
        </p:nvSpPr>
        <p:spPr bwMode="auto">
          <a:xfrm>
            <a:off x="3805238" y="1785938"/>
            <a:ext cx="5565775" cy="3603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1128" name="Rectangle 34"/>
          <p:cNvSpPr>
            <a:spLocks noChangeArrowheads="1"/>
          </p:cNvSpPr>
          <p:nvPr/>
        </p:nvSpPr>
        <p:spPr bwMode="auto">
          <a:xfrm>
            <a:off x="344488" y="1795463"/>
            <a:ext cx="31956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ea typeface="黑体" panose="02010609060101010101" pitchFamily="49" charset="-122"/>
              </a:rPr>
              <a:t>(a) </a:t>
            </a:r>
            <a:r>
              <a:rPr lang="zh-CN" altLang="en-US" b="1">
                <a:ea typeface="黑体" panose="02010609060101010101" pitchFamily="49" charset="-122"/>
              </a:rPr>
              <a:t>点分十进制表示的 </a:t>
            </a:r>
            <a:r>
              <a:rPr lang="en-US" altLang="zh-CN" b="1">
                <a:ea typeface="黑体" panose="02010609060101010101" pitchFamily="49" charset="-122"/>
              </a:rPr>
              <a:t>IP </a:t>
            </a:r>
            <a:r>
              <a:rPr lang="zh-CN" altLang="en-US" b="1">
                <a:ea typeface="黑体" panose="02010609060101010101" pitchFamily="49" charset="-122"/>
              </a:rPr>
              <a:t>地址</a:t>
            </a:r>
          </a:p>
        </p:txBody>
      </p:sp>
      <p:sp>
        <p:nvSpPr>
          <p:cNvPr id="901129" name="Rectangle 35"/>
          <p:cNvSpPr>
            <a:spLocks noChangeArrowheads="1"/>
          </p:cNvSpPr>
          <p:nvPr/>
        </p:nvSpPr>
        <p:spPr bwMode="auto">
          <a:xfrm>
            <a:off x="3805238" y="4508500"/>
            <a:ext cx="5565775" cy="360363"/>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1130" name="Rectangle 37"/>
          <p:cNvSpPr>
            <a:spLocks noChangeArrowheads="1"/>
          </p:cNvSpPr>
          <p:nvPr/>
        </p:nvSpPr>
        <p:spPr bwMode="auto">
          <a:xfrm>
            <a:off x="344488" y="3068638"/>
            <a:ext cx="32305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ea typeface="黑体" panose="02010609060101010101" pitchFamily="49" charset="-122"/>
              </a:rPr>
              <a:t>(c) </a:t>
            </a:r>
            <a:r>
              <a:rPr lang="zh-CN" altLang="en-US" b="1">
                <a:ea typeface="黑体" panose="02010609060101010101" pitchFamily="49" charset="-122"/>
              </a:rPr>
              <a:t>子网掩码是 </a:t>
            </a:r>
            <a:r>
              <a:rPr lang="en-US" altLang="zh-CN" b="1">
                <a:ea typeface="黑体" panose="02010609060101010101" pitchFamily="49" charset="-122"/>
              </a:rPr>
              <a:t>255.255.192.0</a:t>
            </a:r>
          </a:p>
        </p:txBody>
      </p:sp>
      <p:sp>
        <p:nvSpPr>
          <p:cNvPr id="901131" name="Line 38"/>
          <p:cNvSpPr>
            <a:spLocks noChangeShapeType="1"/>
          </p:cNvSpPr>
          <p:nvPr/>
        </p:nvSpPr>
        <p:spPr bwMode="auto">
          <a:xfrm>
            <a:off x="6556375" y="3081338"/>
            <a:ext cx="0" cy="35242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1132" name="Line 39"/>
          <p:cNvSpPr>
            <a:spLocks noChangeShapeType="1"/>
          </p:cNvSpPr>
          <p:nvPr/>
        </p:nvSpPr>
        <p:spPr bwMode="auto">
          <a:xfrm>
            <a:off x="7964488" y="3071813"/>
            <a:ext cx="0" cy="35718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1133" name="Rectangle 40"/>
          <p:cNvSpPr>
            <a:spLocks noChangeArrowheads="1"/>
          </p:cNvSpPr>
          <p:nvPr/>
        </p:nvSpPr>
        <p:spPr bwMode="auto">
          <a:xfrm>
            <a:off x="3805238" y="3074988"/>
            <a:ext cx="5565775" cy="3603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1134" name="Rectangle 42"/>
          <p:cNvSpPr>
            <a:spLocks noChangeArrowheads="1"/>
          </p:cNvSpPr>
          <p:nvPr/>
        </p:nvSpPr>
        <p:spPr bwMode="auto">
          <a:xfrm>
            <a:off x="7937500" y="3098800"/>
            <a:ext cx="14970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CC"/>
                </a:solidFill>
                <a:ea typeface="黑体" panose="02010609060101010101" pitchFamily="49" charset="-122"/>
              </a:rPr>
              <a:t>0 0 0 0 0 0 0 0</a:t>
            </a:r>
          </a:p>
        </p:txBody>
      </p:sp>
      <p:sp>
        <p:nvSpPr>
          <p:cNvPr id="901135" name="Rectangle 44"/>
          <p:cNvSpPr>
            <a:spLocks noChangeArrowheads="1"/>
          </p:cNvSpPr>
          <p:nvPr/>
        </p:nvSpPr>
        <p:spPr bwMode="auto">
          <a:xfrm>
            <a:off x="3816350" y="3789363"/>
            <a:ext cx="5565775" cy="3603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1136" name="Text Box 45"/>
          <p:cNvSpPr txBox="1">
            <a:spLocks noChangeArrowheads="1"/>
          </p:cNvSpPr>
          <p:nvPr/>
        </p:nvSpPr>
        <p:spPr bwMode="auto">
          <a:xfrm>
            <a:off x="4348163" y="1795463"/>
            <a:ext cx="26844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141       .        14            .</a:t>
            </a:r>
          </a:p>
        </p:txBody>
      </p:sp>
      <p:sp>
        <p:nvSpPr>
          <p:cNvPr id="901137" name="Text Box 46"/>
          <p:cNvSpPr txBox="1">
            <a:spLocks noChangeArrowheads="1"/>
          </p:cNvSpPr>
          <p:nvPr/>
        </p:nvSpPr>
        <p:spPr bwMode="auto">
          <a:xfrm>
            <a:off x="7000875" y="1795463"/>
            <a:ext cx="2108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 72          .          24</a:t>
            </a:r>
          </a:p>
        </p:txBody>
      </p:sp>
      <p:sp>
        <p:nvSpPr>
          <p:cNvPr id="901138" name="Text Box 47"/>
          <p:cNvSpPr txBox="1">
            <a:spLocks noChangeArrowheads="1"/>
          </p:cNvSpPr>
          <p:nvPr/>
        </p:nvSpPr>
        <p:spPr bwMode="auto">
          <a:xfrm>
            <a:off x="4348163" y="4529138"/>
            <a:ext cx="25558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141       .        14         .</a:t>
            </a:r>
          </a:p>
        </p:txBody>
      </p:sp>
      <p:sp>
        <p:nvSpPr>
          <p:cNvPr id="901139" name="Text Box 48"/>
          <p:cNvSpPr txBox="1">
            <a:spLocks noChangeArrowheads="1"/>
          </p:cNvSpPr>
          <p:nvPr/>
        </p:nvSpPr>
        <p:spPr bwMode="auto">
          <a:xfrm>
            <a:off x="7059613" y="4529138"/>
            <a:ext cx="20447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64          .            0</a:t>
            </a:r>
          </a:p>
        </p:txBody>
      </p:sp>
      <p:sp>
        <p:nvSpPr>
          <p:cNvPr id="901140" name="Text Box 50"/>
          <p:cNvSpPr txBox="1">
            <a:spLocks noChangeArrowheads="1"/>
          </p:cNvSpPr>
          <p:nvPr/>
        </p:nvSpPr>
        <p:spPr bwMode="auto">
          <a:xfrm>
            <a:off x="7883525" y="3810000"/>
            <a:ext cx="1146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 .           0</a:t>
            </a:r>
          </a:p>
        </p:txBody>
      </p:sp>
      <p:sp>
        <p:nvSpPr>
          <p:cNvPr id="901141" name="Line 51"/>
          <p:cNvSpPr>
            <a:spLocks noChangeShapeType="1"/>
          </p:cNvSpPr>
          <p:nvPr/>
        </p:nvSpPr>
        <p:spPr bwMode="auto">
          <a:xfrm>
            <a:off x="5205413" y="3071813"/>
            <a:ext cx="0" cy="35242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1142" name="Rectangle 52"/>
          <p:cNvSpPr>
            <a:spLocks noChangeArrowheads="1"/>
          </p:cNvSpPr>
          <p:nvPr/>
        </p:nvSpPr>
        <p:spPr bwMode="auto">
          <a:xfrm>
            <a:off x="6532563" y="2433638"/>
            <a:ext cx="15541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CC"/>
                </a:solidFill>
                <a:ea typeface="黑体" panose="02010609060101010101" pitchFamily="49" charset="-122"/>
              </a:rPr>
              <a:t> 0 1 0 0 1 0 0 0</a:t>
            </a:r>
          </a:p>
        </p:txBody>
      </p:sp>
      <p:sp>
        <p:nvSpPr>
          <p:cNvPr id="901143" name="Rectangle 53"/>
          <p:cNvSpPr>
            <a:spLocks noChangeArrowheads="1"/>
          </p:cNvSpPr>
          <p:nvPr/>
        </p:nvSpPr>
        <p:spPr bwMode="auto">
          <a:xfrm>
            <a:off x="3802063" y="2419350"/>
            <a:ext cx="5565775" cy="3603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1144" name="Text Box 54"/>
          <p:cNvSpPr txBox="1">
            <a:spLocks noChangeArrowheads="1"/>
          </p:cNvSpPr>
          <p:nvPr/>
        </p:nvSpPr>
        <p:spPr bwMode="auto">
          <a:xfrm>
            <a:off x="4348163" y="2430463"/>
            <a:ext cx="24288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141       .        14        .</a:t>
            </a:r>
          </a:p>
        </p:txBody>
      </p:sp>
      <p:sp>
        <p:nvSpPr>
          <p:cNvPr id="901145" name="Text Box 55"/>
          <p:cNvSpPr txBox="1">
            <a:spLocks noChangeArrowheads="1"/>
          </p:cNvSpPr>
          <p:nvPr/>
        </p:nvSpPr>
        <p:spPr bwMode="auto">
          <a:xfrm>
            <a:off x="7859713" y="2430463"/>
            <a:ext cx="12096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 .          24</a:t>
            </a:r>
          </a:p>
        </p:txBody>
      </p:sp>
      <p:sp>
        <p:nvSpPr>
          <p:cNvPr id="901146" name="Rectangle 56"/>
          <p:cNvSpPr>
            <a:spLocks noChangeArrowheads="1"/>
          </p:cNvSpPr>
          <p:nvPr/>
        </p:nvSpPr>
        <p:spPr bwMode="auto">
          <a:xfrm>
            <a:off x="6921500" y="1795463"/>
            <a:ext cx="701675" cy="360362"/>
          </a:xfrm>
          <a:prstGeom prst="rect">
            <a:avLst/>
          </a:prstGeom>
          <a:noFill/>
          <a:ln w="571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1147" name="Rectangle 58"/>
          <p:cNvSpPr>
            <a:spLocks noChangeArrowheads="1"/>
          </p:cNvSpPr>
          <p:nvPr/>
        </p:nvSpPr>
        <p:spPr bwMode="auto">
          <a:xfrm>
            <a:off x="344488" y="2419350"/>
            <a:ext cx="34004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ea typeface="黑体" panose="02010609060101010101" pitchFamily="49" charset="-122"/>
              </a:rPr>
              <a:t>(b) IP </a:t>
            </a:r>
            <a:r>
              <a:rPr lang="zh-CN" altLang="en-US" b="1">
                <a:ea typeface="黑体" panose="02010609060101010101" pitchFamily="49" charset="-122"/>
              </a:rPr>
              <a:t>地址的第 </a:t>
            </a:r>
            <a:r>
              <a:rPr lang="en-US" altLang="zh-CN" b="1">
                <a:ea typeface="黑体" panose="02010609060101010101" pitchFamily="49" charset="-122"/>
              </a:rPr>
              <a:t>3 </a:t>
            </a:r>
            <a:r>
              <a:rPr lang="zh-CN" altLang="en-US" b="1">
                <a:ea typeface="黑体" panose="02010609060101010101" pitchFamily="49" charset="-122"/>
              </a:rPr>
              <a:t>字节是二进制</a:t>
            </a:r>
          </a:p>
        </p:txBody>
      </p:sp>
      <p:sp>
        <p:nvSpPr>
          <p:cNvPr id="901148" name="Rectangle 59"/>
          <p:cNvSpPr>
            <a:spLocks noChangeArrowheads="1"/>
          </p:cNvSpPr>
          <p:nvPr/>
        </p:nvSpPr>
        <p:spPr bwMode="auto">
          <a:xfrm>
            <a:off x="344488" y="3787775"/>
            <a:ext cx="33766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ea typeface="黑体" panose="02010609060101010101" pitchFamily="49" charset="-122"/>
              </a:rPr>
              <a:t>(d) IP </a:t>
            </a:r>
            <a:r>
              <a:rPr lang="zh-CN" altLang="en-US" b="1">
                <a:ea typeface="黑体" panose="02010609060101010101" pitchFamily="49" charset="-122"/>
              </a:rPr>
              <a:t>地址与子网掩码逐位相与</a:t>
            </a:r>
          </a:p>
        </p:txBody>
      </p:sp>
      <p:sp>
        <p:nvSpPr>
          <p:cNvPr id="901149" name="Rectangle 60"/>
          <p:cNvSpPr>
            <a:spLocks noChangeArrowheads="1"/>
          </p:cNvSpPr>
          <p:nvPr/>
        </p:nvSpPr>
        <p:spPr bwMode="auto">
          <a:xfrm>
            <a:off x="344488" y="4532313"/>
            <a:ext cx="35512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ea typeface="黑体" panose="02010609060101010101" pitchFamily="49" charset="-122"/>
              </a:rPr>
              <a:t>(e) </a:t>
            </a:r>
            <a:r>
              <a:rPr lang="zh-CN" altLang="en-US" b="1">
                <a:ea typeface="黑体" panose="02010609060101010101" pitchFamily="49" charset="-122"/>
              </a:rPr>
              <a:t>网络地址（点分十进制表示）</a:t>
            </a:r>
          </a:p>
        </p:txBody>
      </p:sp>
      <p:sp>
        <p:nvSpPr>
          <p:cNvPr id="90115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CAF18B81-E841-4529-A557-84307E6F5AF1}" type="slidenum">
              <a:rPr lang="zh-CN" altLang="en-US" smtClean="0"/>
              <a:pPr/>
              <a:t>19</a:t>
            </a:fld>
            <a:endParaRPr lang="en-US" altLang="zh-CN" smtClean="0"/>
          </a:p>
        </p:txBody>
      </p:sp>
      <p:sp>
        <p:nvSpPr>
          <p:cNvPr id="90115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3169" name="Rectangle 3"/>
          <p:cNvSpPr>
            <a:spLocks noChangeArrowheads="1"/>
          </p:cNvSpPr>
          <p:nvPr/>
        </p:nvSpPr>
        <p:spPr bwMode="auto">
          <a:xfrm>
            <a:off x="3821113" y="3798888"/>
            <a:ext cx="3270250" cy="344487"/>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3170" name="Text Box 4"/>
          <p:cNvSpPr txBox="1">
            <a:spLocks noChangeArrowheads="1"/>
          </p:cNvSpPr>
          <p:nvPr/>
        </p:nvSpPr>
        <p:spPr bwMode="auto">
          <a:xfrm>
            <a:off x="4348163" y="3810000"/>
            <a:ext cx="39036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141       .        14      . 0 1 0 0 0 0 0 0 </a:t>
            </a:r>
          </a:p>
        </p:txBody>
      </p:sp>
      <p:sp>
        <p:nvSpPr>
          <p:cNvPr id="903171" name="Rectangle 5"/>
          <p:cNvSpPr>
            <a:spLocks noChangeArrowheads="1"/>
          </p:cNvSpPr>
          <p:nvPr/>
        </p:nvSpPr>
        <p:spPr bwMode="auto">
          <a:xfrm>
            <a:off x="3813175" y="3084513"/>
            <a:ext cx="3273425" cy="342900"/>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3172" name="Rectangle 6"/>
          <p:cNvSpPr>
            <a:spLocks noChangeArrowheads="1"/>
          </p:cNvSpPr>
          <p:nvPr/>
        </p:nvSpPr>
        <p:spPr bwMode="auto">
          <a:xfrm>
            <a:off x="3787775" y="3068638"/>
            <a:ext cx="43402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CC"/>
                </a:solidFill>
                <a:ea typeface="黑体" panose="02010609060101010101" pitchFamily="49" charset="-122"/>
              </a:rPr>
              <a:t>1 1 1 1 1 1 1 1 1 1 1 1 1 1 1 1</a:t>
            </a:r>
            <a:r>
              <a:rPr lang="en-US" altLang="zh-CN" b="1">
                <a:solidFill>
                  <a:srgbClr val="0000CC"/>
                </a:solidFill>
                <a:ea typeface="黑体" panose="02010609060101010101" pitchFamily="49" charset="-122"/>
              </a:rPr>
              <a:t> </a:t>
            </a:r>
            <a:r>
              <a:rPr lang="en-US" altLang="zh-CN" sz="800" b="1">
                <a:solidFill>
                  <a:srgbClr val="0000CC"/>
                </a:solidFill>
                <a:ea typeface="黑体" panose="02010609060101010101" pitchFamily="49" charset="-122"/>
              </a:rPr>
              <a:t> </a:t>
            </a:r>
            <a:r>
              <a:rPr lang="en-US" altLang="zh-CN" sz="1600" b="1">
                <a:solidFill>
                  <a:srgbClr val="0000CC"/>
                </a:solidFill>
                <a:ea typeface="黑体" panose="02010609060101010101" pitchFamily="49" charset="-122"/>
              </a:rPr>
              <a:t>1 1 1 0 0 0 0 0</a:t>
            </a:r>
          </a:p>
        </p:txBody>
      </p:sp>
      <p:sp>
        <p:nvSpPr>
          <p:cNvPr id="903173" name="Freeform 2"/>
          <p:cNvSpPr>
            <a:spLocks noChangeArrowheads="1"/>
          </p:cNvSpPr>
          <p:nvPr/>
        </p:nvSpPr>
        <p:spPr bwMode="auto">
          <a:xfrm>
            <a:off x="6610350" y="2132013"/>
            <a:ext cx="1327150" cy="306387"/>
          </a:xfrm>
          <a:custGeom>
            <a:avLst/>
            <a:gdLst>
              <a:gd name="T0" fmla="*/ 181 w 771"/>
              <a:gd name="T1" fmla="*/ 0 h 181"/>
              <a:gd name="T2" fmla="*/ 589 w 771"/>
              <a:gd name="T3" fmla="*/ 0 h 181"/>
              <a:gd name="T4" fmla="*/ 771 w 771"/>
              <a:gd name="T5" fmla="*/ 181 h 181"/>
              <a:gd name="T6" fmla="*/ 0 w 771"/>
              <a:gd name="T7" fmla="*/ 181 h 181"/>
              <a:gd name="T8" fmla="*/ 181 w 771"/>
              <a:gd name="T9" fmla="*/ 0 h 181"/>
            </a:gdLst>
            <a:ahLst/>
            <a:cxnLst>
              <a:cxn ang="0">
                <a:pos x="T0" y="T1"/>
              </a:cxn>
              <a:cxn ang="0">
                <a:pos x="T2" y="T3"/>
              </a:cxn>
              <a:cxn ang="0">
                <a:pos x="T4" y="T5"/>
              </a:cxn>
              <a:cxn ang="0">
                <a:pos x="T6" y="T7"/>
              </a:cxn>
              <a:cxn ang="0">
                <a:pos x="T8" y="T9"/>
              </a:cxn>
            </a:cxnLst>
            <a:rect l="0" t="0" r="r" b="b"/>
            <a:pathLst>
              <a:path w="771" h="181">
                <a:moveTo>
                  <a:pt x="181" y="0"/>
                </a:moveTo>
                <a:lnTo>
                  <a:pt x="589" y="0"/>
                </a:lnTo>
                <a:lnTo>
                  <a:pt x="771" y="181"/>
                </a:lnTo>
                <a:lnTo>
                  <a:pt x="0" y="181"/>
                </a:lnTo>
                <a:lnTo>
                  <a:pt x="181" y="0"/>
                </a:lnTo>
                <a:close/>
              </a:path>
            </a:pathLst>
          </a:custGeom>
          <a:solidFill>
            <a:srgbClr val="66FF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03174" name="Rectangle 7"/>
          <p:cNvSpPr>
            <a:spLocks noGrp="1" noChangeArrowheads="1"/>
          </p:cNvSpPr>
          <p:nvPr>
            <p:ph type="title" idx="4294967295"/>
          </p:nvPr>
        </p:nvSpPr>
        <p:spPr>
          <a:xfrm>
            <a:off x="344488" y="141288"/>
            <a:ext cx="9504362" cy="1055687"/>
          </a:xfrm>
          <a:solidFill>
            <a:srgbClr val="FFFFCC"/>
          </a:solidFill>
          <a:ln>
            <a:solidFill>
              <a:srgbClr val="333399"/>
            </a:solidFill>
            <a:miter lim="800000"/>
            <a:headEnd/>
            <a:tailEnd/>
          </a:ln>
          <a:effectLst>
            <a:outerShdw dist="35921" dir="2700000" algn="ctr" rotWithShape="0">
              <a:schemeClr val="bg2"/>
            </a:outerShdw>
          </a:effectLst>
        </p:spPr>
        <p:txBody>
          <a:bodyPr/>
          <a:lstStyle/>
          <a:p>
            <a:pPr algn="ctr"/>
            <a:r>
              <a:rPr lang="en-US" altLang="zh-CN" sz="3200" smtClean="0">
                <a:solidFill>
                  <a:srgbClr val="0000CC"/>
                </a:solidFill>
                <a:ea typeface="黑体" panose="02010609060101010101" pitchFamily="49" charset="-122"/>
              </a:rPr>
              <a:t>【</a:t>
            </a:r>
            <a:r>
              <a:rPr lang="zh-CN" altLang="en-US" sz="3200" smtClean="0">
                <a:solidFill>
                  <a:srgbClr val="0000CC"/>
                </a:solidFill>
                <a:ea typeface="黑体" panose="02010609060101010101" pitchFamily="49" charset="-122"/>
              </a:rPr>
              <a:t>例</a:t>
            </a:r>
            <a:r>
              <a:rPr lang="en-US" altLang="zh-CN" sz="3200" smtClean="0">
                <a:solidFill>
                  <a:srgbClr val="0000CC"/>
                </a:solidFill>
                <a:ea typeface="黑体" panose="02010609060101010101" pitchFamily="49" charset="-122"/>
              </a:rPr>
              <a:t>4-3】</a:t>
            </a:r>
            <a:r>
              <a:rPr lang="zh-CN" altLang="en-US" sz="3200" smtClean="0">
                <a:solidFill>
                  <a:srgbClr val="0000CC"/>
                </a:solidFill>
                <a:ea typeface="黑体" panose="02010609060101010101" pitchFamily="49" charset="-122"/>
              </a:rPr>
              <a:t>上例中，若子网掩码改为</a:t>
            </a:r>
            <a:r>
              <a:rPr lang="en-US" altLang="zh-CN" sz="3200" smtClean="0">
                <a:solidFill>
                  <a:srgbClr val="0000CC"/>
                </a:solidFill>
                <a:ea typeface="黑体" panose="02010609060101010101" pitchFamily="49" charset="-122"/>
              </a:rPr>
              <a:t>255.255.224.0</a:t>
            </a:r>
            <a:r>
              <a:rPr lang="zh-CN" altLang="en-US" sz="3200" smtClean="0">
                <a:solidFill>
                  <a:srgbClr val="0000CC"/>
                </a:solidFill>
                <a:ea typeface="黑体" panose="02010609060101010101" pitchFamily="49" charset="-122"/>
              </a:rPr>
              <a:t>，试求网络地址，讨论所得结果。 </a:t>
            </a:r>
          </a:p>
        </p:txBody>
      </p:sp>
      <p:sp>
        <p:nvSpPr>
          <p:cNvPr id="903175" name="Rectangle 8"/>
          <p:cNvSpPr>
            <a:spLocks noChangeArrowheads="1"/>
          </p:cNvSpPr>
          <p:nvPr/>
        </p:nvSpPr>
        <p:spPr bwMode="auto">
          <a:xfrm>
            <a:off x="3805238" y="1785938"/>
            <a:ext cx="5565775" cy="3603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3176" name="Rectangle 9"/>
          <p:cNvSpPr>
            <a:spLocks noChangeArrowheads="1"/>
          </p:cNvSpPr>
          <p:nvPr/>
        </p:nvSpPr>
        <p:spPr bwMode="auto">
          <a:xfrm>
            <a:off x="344488" y="1795463"/>
            <a:ext cx="31956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ea typeface="黑体" panose="02010609060101010101" pitchFamily="49" charset="-122"/>
              </a:rPr>
              <a:t>(a) </a:t>
            </a:r>
            <a:r>
              <a:rPr lang="zh-CN" altLang="en-US" b="1">
                <a:ea typeface="黑体" panose="02010609060101010101" pitchFamily="49" charset="-122"/>
              </a:rPr>
              <a:t>点分十进制表示的 </a:t>
            </a:r>
            <a:r>
              <a:rPr lang="en-US" altLang="zh-CN" b="1">
                <a:ea typeface="黑体" panose="02010609060101010101" pitchFamily="49" charset="-122"/>
              </a:rPr>
              <a:t>IP </a:t>
            </a:r>
            <a:r>
              <a:rPr lang="zh-CN" altLang="en-US" b="1">
                <a:ea typeface="黑体" panose="02010609060101010101" pitchFamily="49" charset="-122"/>
              </a:rPr>
              <a:t>地址</a:t>
            </a:r>
          </a:p>
        </p:txBody>
      </p:sp>
      <p:sp>
        <p:nvSpPr>
          <p:cNvPr id="903177" name="Rectangle 10"/>
          <p:cNvSpPr>
            <a:spLocks noChangeArrowheads="1"/>
          </p:cNvSpPr>
          <p:nvPr/>
        </p:nvSpPr>
        <p:spPr bwMode="auto">
          <a:xfrm>
            <a:off x="3805238" y="4508500"/>
            <a:ext cx="5565775" cy="360363"/>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3178" name="Rectangle 11"/>
          <p:cNvSpPr>
            <a:spLocks noChangeArrowheads="1"/>
          </p:cNvSpPr>
          <p:nvPr/>
        </p:nvSpPr>
        <p:spPr bwMode="auto">
          <a:xfrm>
            <a:off x="344488" y="3068638"/>
            <a:ext cx="32305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ea typeface="黑体" panose="02010609060101010101" pitchFamily="49" charset="-122"/>
              </a:rPr>
              <a:t>(c) </a:t>
            </a:r>
            <a:r>
              <a:rPr lang="zh-CN" altLang="en-US" b="1">
                <a:ea typeface="黑体" panose="02010609060101010101" pitchFamily="49" charset="-122"/>
              </a:rPr>
              <a:t>子网掩码是 </a:t>
            </a:r>
            <a:r>
              <a:rPr lang="en-US" altLang="zh-CN" b="1">
                <a:ea typeface="黑体" panose="02010609060101010101" pitchFamily="49" charset="-122"/>
              </a:rPr>
              <a:t>255.255.224.0</a:t>
            </a:r>
          </a:p>
        </p:txBody>
      </p:sp>
      <p:sp>
        <p:nvSpPr>
          <p:cNvPr id="903179" name="Line 12"/>
          <p:cNvSpPr>
            <a:spLocks noChangeShapeType="1"/>
          </p:cNvSpPr>
          <p:nvPr/>
        </p:nvSpPr>
        <p:spPr bwMode="auto">
          <a:xfrm>
            <a:off x="6556375" y="3081338"/>
            <a:ext cx="0" cy="35242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3180" name="Line 13"/>
          <p:cNvSpPr>
            <a:spLocks noChangeShapeType="1"/>
          </p:cNvSpPr>
          <p:nvPr/>
        </p:nvSpPr>
        <p:spPr bwMode="auto">
          <a:xfrm>
            <a:off x="7964488" y="3071813"/>
            <a:ext cx="0" cy="35718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3181" name="Rectangle 14"/>
          <p:cNvSpPr>
            <a:spLocks noChangeArrowheads="1"/>
          </p:cNvSpPr>
          <p:nvPr/>
        </p:nvSpPr>
        <p:spPr bwMode="auto">
          <a:xfrm>
            <a:off x="3805238" y="3074988"/>
            <a:ext cx="5565775" cy="3603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3182" name="Rectangle 15"/>
          <p:cNvSpPr>
            <a:spLocks noChangeArrowheads="1"/>
          </p:cNvSpPr>
          <p:nvPr/>
        </p:nvSpPr>
        <p:spPr bwMode="auto">
          <a:xfrm>
            <a:off x="7937500" y="3098800"/>
            <a:ext cx="14970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CC"/>
                </a:solidFill>
                <a:ea typeface="黑体" panose="02010609060101010101" pitchFamily="49" charset="-122"/>
              </a:rPr>
              <a:t>0 0 0 0 0 0 0 0</a:t>
            </a:r>
          </a:p>
        </p:txBody>
      </p:sp>
      <p:sp>
        <p:nvSpPr>
          <p:cNvPr id="903183" name="Rectangle 16"/>
          <p:cNvSpPr>
            <a:spLocks noChangeArrowheads="1"/>
          </p:cNvSpPr>
          <p:nvPr/>
        </p:nvSpPr>
        <p:spPr bwMode="auto">
          <a:xfrm>
            <a:off x="3816350" y="3789363"/>
            <a:ext cx="5565775" cy="3603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3184" name="Text Box 17"/>
          <p:cNvSpPr txBox="1">
            <a:spLocks noChangeArrowheads="1"/>
          </p:cNvSpPr>
          <p:nvPr/>
        </p:nvSpPr>
        <p:spPr bwMode="auto">
          <a:xfrm>
            <a:off x="4348163" y="1795463"/>
            <a:ext cx="26844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141       .        14            .</a:t>
            </a:r>
          </a:p>
        </p:txBody>
      </p:sp>
      <p:sp>
        <p:nvSpPr>
          <p:cNvPr id="903185" name="Text Box 18"/>
          <p:cNvSpPr txBox="1">
            <a:spLocks noChangeArrowheads="1"/>
          </p:cNvSpPr>
          <p:nvPr/>
        </p:nvSpPr>
        <p:spPr bwMode="auto">
          <a:xfrm>
            <a:off x="7000875" y="1795463"/>
            <a:ext cx="2108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 72          .          24</a:t>
            </a:r>
          </a:p>
        </p:txBody>
      </p:sp>
      <p:sp>
        <p:nvSpPr>
          <p:cNvPr id="903186" name="Text Box 19"/>
          <p:cNvSpPr txBox="1">
            <a:spLocks noChangeArrowheads="1"/>
          </p:cNvSpPr>
          <p:nvPr/>
        </p:nvSpPr>
        <p:spPr bwMode="auto">
          <a:xfrm>
            <a:off x="4348163" y="4529138"/>
            <a:ext cx="26844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141       .        14            .</a:t>
            </a:r>
          </a:p>
        </p:txBody>
      </p:sp>
      <p:sp>
        <p:nvSpPr>
          <p:cNvPr id="903187" name="Text Box 20"/>
          <p:cNvSpPr txBox="1">
            <a:spLocks noChangeArrowheads="1"/>
          </p:cNvSpPr>
          <p:nvPr/>
        </p:nvSpPr>
        <p:spPr bwMode="auto">
          <a:xfrm>
            <a:off x="7059613" y="4529138"/>
            <a:ext cx="20447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64          .           0</a:t>
            </a:r>
          </a:p>
        </p:txBody>
      </p:sp>
      <p:sp>
        <p:nvSpPr>
          <p:cNvPr id="903188" name="Text Box 21"/>
          <p:cNvSpPr txBox="1">
            <a:spLocks noChangeArrowheads="1"/>
          </p:cNvSpPr>
          <p:nvPr/>
        </p:nvSpPr>
        <p:spPr bwMode="auto">
          <a:xfrm>
            <a:off x="7883525" y="3810000"/>
            <a:ext cx="1146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 .          0</a:t>
            </a:r>
          </a:p>
        </p:txBody>
      </p:sp>
      <p:sp>
        <p:nvSpPr>
          <p:cNvPr id="903189" name="Line 22"/>
          <p:cNvSpPr>
            <a:spLocks noChangeShapeType="1"/>
          </p:cNvSpPr>
          <p:nvPr/>
        </p:nvSpPr>
        <p:spPr bwMode="auto">
          <a:xfrm>
            <a:off x="5205413" y="3071813"/>
            <a:ext cx="0" cy="35242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3190" name="Rectangle 23"/>
          <p:cNvSpPr>
            <a:spLocks noChangeArrowheads="1"/>
          </p:cNvSpPr>
          <p:nvPr/>
        </p:nvSpPr>
        <p:spPr bwMode="auto">
          <a:xfrm>
            <a:off x="6532563" y="2433638"/>
            <a:ext cx="14970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CC"/>
                </a:solidFill>
                <a:ea typeface="黑体" panose="02010609060101010101" pitchFamily="49" charset="-122"/>
              </a:rPr>
              <a:t>0 1 0 0 1 0 0 0</a:t>
            </a:r>
          </a:p>
        </p:txBody>
      </p:sp>
      <p:sp>
        <p:nvSpPr>
          <p:cNvPr id="903191" name="Rectangle 24"/>
          <p:cNvSpPr>
            <a:spLocks noChangeArrowheads="1"/>
          </p:cNvSpPr>
          <p:nvPr/>
        </p:nvSpPr>
        <p:spPr bwMode="auto">
          <a:xfrm>
            <a:off x="3802063" y="2419350"/>
            <a:ext cx="5565775" cy="3603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3192" name="Text Box 25"/>
          <p:cNvSpPr txBox="1">
            <a:spLocks noChangeArrowheads="1"/>
          </p:cNvSpPr>
          <p:nvPr/>
        </p:nvSpPr>
        <p:spPr bwMode="auto">
          <a:xfrm>
            <a:off x="4348163" y="2430463"/>
            <a:ext cx="24288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141       .        14       .</a:t>
            </a:r>
          </a:p>
        </p:txBody>
      </p:sp>
      <p:sp>
        <p:nvSpPr>
          <p:cNvPr id="903193" name="Text Box 26"/>
          <p:cNvSpPr txBox="1">
            <a:spLocks noChangeArrowheads="1"/>
          </p:cNvSpPr>
          <p:nvPr/>
        </p:nvSpPr>
        <p:spPr bwMode="auto">
          <a:xfrm>
            <a:off x="7859713" y="2430463"/>
            <a:ext cx="12096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           24</a:t>
            </a:r>
          </a:p>
        </p:txBody>
      </p:sp>
      <p:sp>
        <p:nvSpPr>
          <p:cNvPr id="903194" name="Rectangle 27"/>
          <p:cNvSpPr>
            <a:spLocks noChangeArrowheads="1"/>
          </p:cNvSpPr>
          <p:nvPr/>
        </p:nvSpPr>
        <p:spPr bwMode="auto">
          <a:xfrm>
            <a:off x="6921500" y="1795463"/>
            <a:ext cx="701675" cy="360362"/>
          </a:xfrm>
          <a:prstGeom prst="rect">
            <a:avLst/>
          </a:prstGeom>
          <a:noFill/>
          <a:ln w="571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3195" name="Rectangle 28"/>
          <p:cNvSpPr>
            <a:spLocks noChangeArrowheads="1"/>
          </p:cNvSpPr>
          <p:nvPr/>
        </p:nvSpPr>
        <p:spPr bwMode="auto">
          <a:xfrm>
            <a:off x="344488" y="2419350"/>
            <a:ext cx="34004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ea typeface="黑体" panose="02010609060101010101" pitchFamily="49" charset="-122"/>
              </a:rPr>
              <a:t>(b) IP </a:t>
            </a:r>
            <a:r>
              <a:rPr lang="zh-CN" altLang="en-US" b="1">
                <a:ea typeface="黑体" panose="02010609060101010101" pitchFamily="49" charset="-122"/>
              </a:rPr>
              <a:t>地址的第 </a:t>
            </a:r>
            <a:r>
              <a:rPr lang="en-US" altLang="zh-CN" b="1">
                <a:ea typeface="黑体" panose="02010609060101010101" pitchFamily="49" charset="-122"/>
              </a:rPr>
              <a:t>3 </a:t>
            </a:r>
            <a:r>
              <a:rPr lang="zh-CN" altLang="en-US" b="1">
                <a:ea typeface="黑体" panose="02010609060101010101" pitchFamily="49" charset="-122"/>
              </a:rPr>
              <a:t>字节是二进制</a:t>
            </a:r>
          </a:p>
        </p:txBody>
      </p:sp>
      <p:sp>
        <p:nvSpPr>
          <p:cNvPr id="903196" name="Rectangle 29"/>
          <p:cNvSpPr>
            <a:spLocks noChangeArrowheads="1"/>
          </p:cNvSpPr>
          <p:nvPr/>
        </p:nvSpPr>
        <p:spPr bwMode="auto">
          <a:xfrm>
            <a:off x="344488" y="3787775"/>
            <a:ext cx="33766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ea typeface="黑体" panose="02010609060101010101" pitchFamily="49" charset="-122"/>
              </a:rPr>
              <a:t>(d) IP </a:t>
            </a:r>
            <a:r>
              <a:rPr lang="zh-CN" altLang="en-US" b="1">
                <a:ea typeface="黑体" panose="02010609060101010101" pitchFamily="49" charset="-122"/>
              </a:rPr>
              <a:t>地址与子网掩码逐位相与</a:t>
            </a:r>
          </a:p>
        </p:txBody>
      </p:sp>
      <p:sp>
        <p:nvSpPr>
          <p:cNvPr id="903197" name="Rectangle 30"/>
          <p:cNvSpPr>
            <a:spLocks noChangeArrowheads="1"/>
          </p:cNvSpPr>
          <p:nvPr/>
        </p:nvSpPr>
        <p:spPr bwMode="auto">
          <a:xfrm>
            <a:off x="344488" y="4532313"/>
            <a:ext cx="35512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ea typeface="黑体" panose="02010609060101010101" pitchFamily="49" charset="-122"/>
              </a:rPr>
              <a:t>(e) </a:t>
            </a:r>
            <a:r>
              <a:rPr lang="zh-CN" altLang="en-US" b="1">
                <a:ea typeface="黑体" panose="02010609060101010101" pitchFamily="49" charset="-122"/>
              </a:rPr>
              <a:t>网络地址（点分十进制表示）</a:t>
            </a:r>
          </a:p>
        </p:txBody>
      </p:sp>
      <p:sp>
        <p:nvSpPr>
          <p:cNvPr id="903198" name="Text Box 31"/>
          <p:cNvSpPr txBox="1">
            <a:spLocks noChangeArrowheads="1"/>
          </p:cNvSpPr>
          <p:nvPr/>
        </p:nvSpPr>
        <p:spPr bwMode="auto">
          <a:xfrm>
            <a:off x="2135188" y="5084763"/>
            <a:ext cx="6316662" cy="1041400"/>
          </a:xfrm>
          <a:prstGeom prst="rect">
            <a:avLst/>
          </a:prstGeom>
          <a:solidFill>
            <a:srgbClr val="66FF66"/>
          </a:solidFill>
          <a:ln w="12700">
            <a:solidFill>
              <a:srgbClr val="333399"/>
            </a:solidFill>
            <a:miter lim="800000"/>
            <a:headEnd/>
            <a:tailEnd/>
          </a:ln>
          <a:effectLst>
            <a:outerShdw dist="35921" dir="2700000" algn="ctr" rotWithShape="0">
              <a:schemeClr val="bg2"/>
            </a:outerShdw>
          </a:effectLst>
        </p:spPr>
        <p:txBody>
          <a:bodyPr wrap="none">
            <a:spAutoFit/>
          </a:bodyPr>
          <a:lstStyle/>
          <a:p>
            <a:pPr algn="ctr" eaLnBrk="0" hangingPunct="0">
              <a:lnSpc>
                <a:spcPct val="110000"/>
              </a:lnSpc>
            </a:pPr>
            <a:r>
              <a:rPr lang="zh-CN" altLang="en-US" sz="2800" b="1">
                <a:solidFill>
                  <a:srgbClr val="000099"/>
                </a:solidFill>
                <a:ea typeface="黑体" panose="02010609060101010101" pitchFamily="49" charset="-122"/>
              </a:rPr>
              <a:t>不同的子网掩码得出</a:t>
            </a:r>
            <a:r>
              <a:rPr lang="zh-CN" altLang="en-US" sz="2800" b="1">
                <a:solidFill>
                  <a:srgbClr val="FF0000"/>
                </a:solidFill>
                <a:ea typeface="黑体" panose="02010609060101010101" pitchFamily="49" charset="-122"/>
              </a:rPr>
              <a:t>相同</a:t>
            </a:r>
            <a:r>
              <a:rPr lang="zh-CN" altLang="en-US" sz="2800" b="1">
                <a:solidFill>
                  <a:srgbClr val="000099"/>
                </a:solidFill>
                <a:ea typeface="黑体" panose="02010609060101010101" pitchFamily="49" charset="-122"/>
              </a:rPr>
              <a:t>的网络地址。</a:t>
            </a:r>
          </a:p>
          <a:p>
            <a:pPr algn="ctr" eaLnBrk="0" hangingPunct="0">
              <a:lnSpc>
                <a:spcPct val="110000"/>
              </a:lnSpc>
            </a:pPr>
            <a:r>
              <a:rPr lang="zh-CN" altLang="en-US" sz="2800" b="1">
                <a:solidFill>
                  <a:srgbClr val="000099"/>
                </a:solidFill>
                <a:ea typeface="黑体" panose="02010609060101010101" pitchFamily="49" charset="-122"/>
              </a:rPr>
              <a:t>但不同的掩码的效果是不同的。 </a:t>
            </a:r>
          </a:p>
        </p:txBody>
      </p:sp>
      <p:sp>
        <p:nvSpPr>
          <p:cNvPr id="90319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00C1F86B-B568-4E29-B7C3-9C334FBB43EA}" type="slidenum">
              <a:rPr lang="zh-CN" altLang="en-US" smtClean="0"/>
              <a:pPr/>
              <a:t>20</a:t>
            </a:fld>
            <a:endParaRPr lang="en-US" altLang="zh-CN" smtClean="0"/>
          </a:p>
        </p:txBody>
      </p:sp>
      <p:sp>
        <p:nvSpPr>
          <p:cNvPr id="90320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217" name="Rectangle 3"/>
          <p:cNvSpPr>
            <a:spLocks noGrp="1" noChangeArrowheads="1"/>
          </p:cNvSpPr>
          <p:nvPr>
            <p:ph type="title"/>
          </p:nvPr>
        </p:nvSpPr>
        <p:spPr>
          <a:xfrm>
            <a:off x="495300" y="188913"/>
            <a:ext cx="9066213" cy="792162"/>
          </a:xfrm>
        </p:spPr>
        <p:txBody>
          <a:bodyPr/>
          <a:lstStyle/>
          <a:p>
            <a:r>
              <a:rPr lang="en-US" altLang="zh-CN" sz="4000" smtClean="0">
                <a:ea typeface="黑体" panose="02010609060101010101" pitchFamily="49" charset="-122"/>
              </a:rPr>
              <a:t>4.3.2  </a:t>
            </a:r>
            <a:r>
              <a:rPr lang="zh-CN" altLang="en-US" sz="4000" smtClean="0">
                <a:ea typeface="黑体" panose="02010609060101010101" pitchFamily="49" charset="-122"/>
              </a:rPr>
              <a:t>使用子网时分组的转发</a:t>
            </a:r>
          </a:p>
        </p:txBody>
      </p:sp>
      <p:sp>
        <p:nvSpPr>
          <p:cNvPr id="512002" name="Rectangle 2"/>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在不划分子网的两级 </a:t>
            </a:r>
            <a:r>
              <a:rPr lang="en-US" altLang="zh-CN" smtClean="0">
                <a:ea typeface="黑体" panose="02010609060101010101" pitchFamily="49" charset="-122"/>
              </a:rPr>
              <a:t>IP </a:t>
            </a:r>
            <a:r>
              <a:rPr lang="zh-CN" altLang="en-US" smtClean="0">
                <a:ea typeface="黑体" panose="02010609060101010101" pitchFamily="49" charset="-122"/>
              </a:rPr>
              <a:t>地址下，从 </a:t>
            </a:r>
            <a:r>
              <a:rPr lang="en-US" altLang="zh-CN" smtClean="0">
                <a:ea typeface="黑体" panose="02010609060101010101" pitchFamily="49" charset="-122"/>
              </a:rPr>
              <a:t>IP </a:t>
            </a:r>
            <a:r>
              <a:rPr lang="zh-CN" altLang="en-US" smtClean="0">
                <a:ea typeface="黑体" panose="02010609060101010101" pitchFamily="49" charset="-122"/>
              </a:rPr>
              <a:t>地址得出网络地址是个很简单的事。</a:t>
            </a:r>
          </a:p>
          <a:p>
            <a:r>
              <a:rPr lang="zh-CN" altLang="en-US" smtClean="0">
                <a:ea typeface="黑体" panose="02010609060101010101" pitchFamily="49" charset="-122"/>
              </a:rPr>
              <a:t>但在划分子网的情况下，从 </a:t>
            </a:r>
            <a:r>
              <a:rPr lang="en-US" altLang="zh-CN" smtClean="0">
                <a:ea typeface="黑体" panose="02010609060101010101" pitchFamily="49" charset="-122"/>
              </a:rPr>
              <a:t>IP </a:t>
            </a:r>
            <a:r>
              <a:rPr lang="zh-CN" altLang="en-US" smtClean="0">
                <a:ea typeface="黑体" panose="02010609060101010101" pitchFamily="49" charset="-122"/>
              </a:rPr>
              <a:t>地址却不能唯一地得出网络地址来，这是因为网络地址取决于那个网络所采用的子网掩码，但</a:t>
            </a:r>
            <a:r>
              <a:rPr lang="zh-CN" altLang="en-US" smtClean="0">
                <a:solidFill>
                  <a:srgbClr val="FF0000"/>
                </a:solidFill>
                <a:ea typeface="黑体" panose="02010609060101010101" pitchFamily="49" charset="-122"/>
              </a:rPr>
              <a:t>数据报的首部并没有提供子网掩码的信息。</a:t>
            </a:r>
          </a:p>
          <a:p>
            <a:r>
              <a:rPr lang="zh-CN" altLang="en-US" smtClean="0">
                <a:ea typeface="黑体" panose="02010609060101010101" pitchFamily="49" charset="-122"/>
              </a:rPr>
              <a:t>因此分组转发的算法也必须做相应的改动。 </a:t>
            </a:r>
          </a:p>
        </p:txBody>
      </p:sp>
      <p:sp>
        <p:nvSpPr>
          <p:cNvPr id="90521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F50E717-9116-4C9D-8345-1734EC93B74A}" type="slidenum">
              <a:rPr lang="zh-CN" altLang="en-US" smtClean="0"/>
              <a:pPr eaLnBrk="1" hangingPunct="1"/>
              <a:t>21</a:t>
            </a:fld>
            <a:endParaRPr lang="en-US" altLang="zh-CN" smtClean="0"/>
          </a:p>
        </p:txBody>
      </p:sp>
      <p:sp>
        <p:nvSpPr>
          <p:cNvPr id="90522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2002">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1200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7265" name="Rectangle 2"/>
          <p:cNvSpPr>
            <a:spLocks noGrp="1" noChangeArrowheads="1"/>
          </p:cNvSpPr>
          <p:nvPr>
            <p:ph type="title"/>
          </p:nvPr>
        </p:nvSpPr>
        <p:spPr>
          <a:xfrm>
            <a:off x="495300" y="188913"/>
            <a:ext cx="9066213" cy="792162"/>
          </a:xfrm>
        </p:spPr>
        <p:txBody>
          <a:bodyPr/>
          <a:lstStyle/>
          <a:p>
            <a:pPr algn="ctr"/>
            <a:r>
              <a:rPr lang="zh-CN" altLang="en-US" sz="3200" smtClean="0">
                <a:ea typeface="黑体" panose="02010609060101010101" pitchFamily="49" charset="-122"/>
              </a:rPr>
              <a:t>在划分子网情况下路由器转发分组的算法 </a:t>
            </a:r>
          </a:p>
        </p:txBody>
      </p:sp>
      <p:sp>
        <p:nvSpPr>
          <p:cNvPr id="3" name="内容占位符 2"/>
          <p:cNvSpPr>
            <a:spLocks noGrp="1"/>
          </p:cNvSpPr>
          <p:nvPr>
            <p:ph idx="1"/>
          </p:nvPr>
        </p:nvSpPr>
        <p:spPr>
          <a:xfrm>
            <a:off x="495300" y="1196975"/>
            <a:ext cx="9066213" cy="4933950"/>
          </a:xfrm>
        </p:spPr>
        <p:txBody>
          <a:bodyPr/>
          <a:lstStyle/>
          <a:p>
            <a:pPr marL="0" indent="0">
              <a:lnSpc>
                <a:spcPct val="100000"/>
              </a:lnSpc>
              <a:spcAft>
                <a:spcPct val="10000"/>
              </a:spcAft>
              <a:buFont typeface="Wingdings" panose="05000000000000000000" pitchFamily="2" charset="2"/>
              <a:buNone/>
            </a:pPr>
            <a:r>
              <a:rPr lang="en-US" altLang="zh-CN" sz="2400" noProof="1"/>
              <a:t>(1) </a:t>
            </a:r>
            <a:r>
              <a:rPr lang="zh-CN" altLang="en-US" sz="2400" noProof="1"/>
              <a:t>从收到的分组的首部提取</a:t>
            </a:r>
            <a:r>
              <a:rPr lang="zh-CN" altLang="en-US" sz="2400" noProof="1">
                <a:solidFill>
                  <a:srgbClr val="FF0000"/>
                </a:solidFill>
              </a:rPr>
              <a:t>目的 </a:t>
            </a:r>
            <a:r>
              <a:rPr lang="en-US" altLang="zh-CN" sz="2400" noProof="1">
                <a:solidFill>
                  <a:srgbClr val="FF0000"/>
                </a:solidFill>
              </a:rPr>
              <a:t>IP </a:t>
            </a:r>
            <a:r>
              <a:rPr lang="zh-CN" altLang="en-US" sz="2400" noProof="1">
                <a:solidFill>
                  <a:srgbClr val="FF0000"/>
                </a:solidFill>
              </a:rPr>
              <a:t>地址 </a:t>
            </a:r>
            <a:r>
              <a:rPr lang="en-US" altLang="zh-CN" sz="2400" noProof="1">
                <a:solidFill>
                  <a:srgbClr val="FF0000"/>
                </a:solidFill>
              </a:rPr>
              <a:t>D</a:t>
            </a:r>
            <a:r>
              <a:rPr lang="zh-CN" altLang="en-US" sz="2400" noProof="1">
                <a:solidFill>
                  <a:srgbClr val="FF0000"/>
                </a:solidFill>
              </a:rPr>
              <a:t>。</a:t>
            </a:r>
          </a:p>
          <a:p>
            <a:pPr marL="0" indent="0">
              <a:lnSpc>
                <a:spcPct val="100000"/>
              </a:lnSpc>
              <a:buFont typeface="Wingdings" panose="05000000000000000000" pitchFamily="2" charset="2"/>
              <a:buNone/>
            </a:pPr>
            <a:r>
              <a:rPr lang="en-US" altLang="zh-CN" sz="2400" noProof="1"/>
              <a:t>(2) </a:t>
            </a:r>
            <a:r>
              <a:rPr lang="zh-CN" altLang="en-US" sz="2400" noProof="1"/>
              <a:t>先</a:t>
            </a:r>
            <a:r>
              <a:rPr lang="zh-CN" altLang="en-US" sz="2400" noProof="1" smtClean="0"/>
              <a:t>用各网络</a:t>
            </a:r>
            <a:r>
              <a:rPr lang="zh-CN" altLang="en-US" sz="2400" noProof="1"/>
              <a:t>的</a:t>
            </a:r>
            <a:r>
              <a:rPr lang="zh-CN" altLang="en-US" sz="2400" noProof="1">
                <a:solidFill>
                  <a:srgbClr val="FF0000"/>
                </a:solidFill>
              </a:rPr>
              <a:t>子网掩码和 </a:t>
            </a:r>
            <a:r>
              <a:rPr lang="en-US" altLang="zh-CN" sz="2400" i="1" noProof="1">
                <a:solidFill>
                  <a:srgbClr val="FF0000"/>
                </a:solidFill>
              </a:rPr>
              <a:t>D </a:t>
            </a:r>
            <a:r>
              <a:rPr lang="zh-CN" altLang="en-US" sz="2400" noProof="1">
                <a:solidFill>
                  <a:srgbClr val="FF0000"/>
                </a:solidFill>
              </a:rPr>
              <a:t>逐位相“与”</a:t>
            </a:r>
            <a:r>
              <a:rPr lang="zh-CN" altLang="en-US" sz="2400" noProof="1"/>
              <a:t>，看是否和相应的网</a:t>
            </a:r>
            <a:endParaRPr lang="en-US" altLang="zh-CN" sz="2400" noProof="1"/>
          </a:p>
          <a:p>
            <a:pPr marL="0" indent="0">
              <a:lnSpc>
                <a:spcPct val="100000"/>
              </a:lnSpc>
              <a:buFont typeface="Wingdings" panose="05000000000000000000" pitchFamily="2" charset="2"/>
              <a:buNone/>
            </a:pPr>
            <a:r>
              <a:rPr lang="en-US" altLang="zh-CN" sz="2400" noProof="1"/>
              <a:t>     </a:t>
            </a:r>
            <a:r>
              <a:rPr lang="zh-CN" altLang="en-US" sz="2400" noProof="1"/>
              <a:t>络地址匹配。若匹配，则将分组直接</a:t>
            </a:r>
            <a:r>
              <a:rPr lang="zh-CN" altLang="en-US" sz="2400" noProof="1">
                <a:solidFill>
                  <a:srgbClr val="FF0000"/>
                </a:solidFill>
              </a:rPr>
              <a:t>交付。</a:t>
            </a:r>
            <a:r>
              <a:rPr lang="zh-CN" altLang="en-US" sz="2400" noProof="1"/>
              <a:t>否则就是间接交付，</a:t>
            </a:r>
            <a:endParaRPr lang="en-US" altLang="zh-CN" sz="2400" noProof="1"/>
          </a:p>
          <a:p>
            <a:pPr marL="0" indent="0">
              <a:lnSpc>
                <a:spcPct val="100000"/>
              </a:lnSpc>
              <a:buFont typeface="Wingdings" panose="05000000000000000000" pitchFamily="2" charset="2"/>
              <a:buNone/>
            </a:pPr>
            <a:r>
              <a:rPr lang="en-US" altLang="zh-CN" sz="2400" noProof="1"/>
              <a:t>     </a:t>
            </a:r>
            <a:r>
              <a:rPr lang="zh-CN" altLang="en-US" sz="2400" noProof="1"/>
              <a:t>执行 </a:t>
            </a:r>
            <a:r>
              <a:rPr lang="en-US" altLang="zh-CN" sz="2400" noProof="1"/>
              <a:t>(3)</a:t>
            </a:r>
            <a:r>
              <a:rPr lang="zh-CN" altLang="en-US" sz="2400" noProof="1"/>
              <a:t>。</a:t>
            </a:r>
          </a:p>
          <a:p>
            <a:pPr marL="0" indent="0">
              <a:lnSpc>
                <a:spcPct val="100000"/>
              </a:lnSpc>
              <a:buFont typeface="Wingdings" panose="05000000000000000000" pitchFamily="2" charset="2"/>
              <a:buNone/>
            </a:pPr>
            <a:r>
              <a:rPr lang="en-US" altLang="zh-CN" sz="2400" noProof="1"/>
              <a:t>(3) </a:t>
            </a:r>
            <a:r>
              <a:rPr lang="zh-CN" altLang="en-US" sz="2400" noProof="1"/>
              <a:t>若路由表中有目的地址为 </a:t>
            </a:r>
            <a:r>
              <a:rPr lang="en-US" altLang="zh-CN" sz="2400" i="1" noProof="1"/>
              <a:t>D </a:t>
            </a:r>
            <a:r>
              <a:rPr lang="zh-CN" altLang="en-US" sz="2400" noProof="1"/>
              <a:t>的</a:t>
            </a:r>
            <a:r>
              <a:rPr lang="zh-CN" altLang="en-US" sz="2400" noProof="1">
                <a:solidFill>
                  <a:srgbClr val="FF0000"/>
                </a:solidFill>
              </a:rPr>
              <a:t>特定主机路由</a:t>
            </a:r>
            <a:r>
              <a:rPr lang="zh-CN" altLang="en-US" sz="2400" noProof="1"/>
              <a:t>，则将分组传送给</a:t>
            </a:r>
            <a:endParaRPr lang="en-US" altLang="zh-CN" sz="2400" noProof="1"/>
          </a:p>
          <a:p>
            <a:pPr marL="0" indent="0">
              <a:lnSpc>
                <a:spcPct val="100000"/>
              </a:lnSpc>
              <a:buFont typeface="Wingdings" panose="05000000000000000000" pitchFamily="2" charset="2"/>
              <a:buNone/>
            </a:pPr>
            <a:r>
              <a:rPr lang="en-US" altLang="zh-CN" sz="2400" noProof="1"/>
              <a:t>      </a:t>
            </a:r>
            <a:r>
              <a:rPr lang="zh-CN" altLang="en-US" sz="2400" noProof="1"/>
              <a:t>指明的下一跳路由器；否则，执行 </a:t>
            </a:r>
            <a:r>
              <a:rPr lang="en-US" altLang="zh-CN" sz="2400" noProof="1"/>
              <a:t>(4)</a:t>
            </a:r>
            <a:r>
              <a:rPr lang="zh-CN" altLang="en-US" sz="2400" noProof="1"/>
              <a:t>。</a:t>
            </a:r>
          </a:p>
          <a:p>
            <a:pPr marL="449580" indent="-449580">
              <a:lnSpc>
                <a:spcPct val="100000"/>
              </a:lnSpc>
              <a:buFont typeface="Wingdings" panose="05000000000000000000" pitchFamily="2" charset="2"/>
              <a:buNone/>
            </a:pPr>
            <a:r>
              <a:rPr lang="en-US" altLang="zh-CN" sz="2400" noProof="1"/>
              <a:t>(4) </a:t>
            </a:r>
            <a:r>
              <a:rPr lang="zh-CN" altLang="en-US" sz="2400" noProof="1"/>
              <a:t>对路由表中的每一行，将</a:t>
            </a:r>
            <a:r>
              <a:rPr lang="zh-CN" altLang="en-US" sz="2400" noProof="1">
                <a:solidFill>
                  <a:srgbClr val="FF0000"/>
                </a:solidFill>
              </a:rPr>
              <a:t>子网掩码和 </a:t>
            </a:r>
            <a:r>
              <a:rPr lang="en-US" altLang="zh-CN" sz="2400" i="1" noProof="1">
                <a:solidFill>
                  <a:srgbClr val="FF0000"/>
                </a:solidFill>
              </a:rPr>
              <a:t>D </a:t>
            </a:r>
            <a:r>
              <a:rPr lang="zh-CN" altLang="en-US" sz="2400" noProof="1">
                <a:solidFill>
                  <a:srgbClr val="FF0000"/>
                </a:solidFill>
              </a:rPr>
              <a:t>逐位相“与”。</a:t>
            </a:r>
            <a:r>
              <a:rPr lang="zh-CN" altLang="en-US" sz="2400" noProof="1"/>
              <a:t>若结果与该行的目的网络地址匹配，则将分组传送给该行指明的下一跳路由器；否则，执行 </a:t>
            </a:r>
            <a:r>
              <a:rPr lang="en-US" altLang="zh-CN" sz="2400" noProof="1"/>
              <a:t>(5)</a:t>
            </a:r>
            <a:r>
              <a:rPr lang="zh-CN" altLang="en-US" sz="2400" noProof="1"/>
              <a:t>。</a:t>
            </a:r>
          </a:p>
          <a:p>
            <a:pPr marL="0" indent="0">
              <a:lnSpc>
                <a:spcPct val="100000"/>
              </a:lnSpc>
              <a:buFont typeface="Wingdings" panose="05000000000000000000" pitchFamily="2" charset="2"/>
              <a:buNone/>
            </a:pPr>
            <a:r>
              <a:rPr lang="en-US" altLang="zh-CN" sz="2400" noProof="1"/>
              <a:t>(5) </a:t>
            </a:r>
            <a:r>
              <a:rPr lang="zh-CN" altLang="en-US" sz="2400" noProof="1"/>
              <a:t>若路由表中有一个</a:t>
            </a:r>
            <a:r>
              <a:rPr lang="zh-CN" altLang="en-US" sz="2400" noProof="1">
                <a:solidFill>
                  <a:srgbClr val="FF0000"/>
                </a:solidFill>
              </a:rPr>
              <a:t>默认路由，</a:t>
            </a:r>
            <a:r>
              <a:rPr lang="zh-CN" altLang="en-US" sz="2400" noProof="1"/>
              <a:t>则将分组传送给路由表中所指明</a:t>
            </a:r>
            <a:endParaRPr lang="en-US" altLang="zh-CN" sz="2400" noProof="1"/>
          </a:p>
          <a:p>
            <a:pPr marL="0" indent="0">
              <a:lnSpc>
                <a:spcPct val="100000"/>
              </a:lnSpc>
              <a:buFont typeface="Wingdings" panose="05000000000000000000" pitchFamily="2" charset="2"/>
              <a:buNone/>
            </a:pPr>
            <a:r>
              <a:rPr lang="en-US" altLang="zh-CN" sz="2400" noProof="1"/>
              <a:t>     </a:t>
            </a:r>
            <a:r>
              <a:rPr lang="zh-CN" altLang="en-US" sz="2400" noProof="1"/>
              <a:t>的默认路由器；否则，执行 </a:t>
            </a:r>
            <a:r>
              <a:rPr lang="en-US" altLang="zh-CN" sz="2400" noProof="1"/>
              <a:t>(6)</a:t>
            </a:r>
            <a:r>
              <a:rPr lang="zh-CN" altLang="en-US" sz="2400" noProof="1"/>
              <a:t>。</a:t>
            </a:r>
          </a:p>
          <a:p>
            <a:pPr marL="0" indent="0">
              <a:lnSpc>
                <a:spcPct val="100000"/>
              </a:lnSpc>
              <a:buFont typeface="Wingdings" panose="05000000000000000000" pitchFamily="2" charset="2"/>
              <a:buNone/>
            </a:pPr>
            <a:r>
              <a:rPr lang="en-US" altLang="zh-CN" sz="2400" noProof="1"/>
              <a:t>(6) </a:t>
            </a:r>
            <a:r>
              <a:rPr lang="zh-CN" altLang="en-US" sz="2400" noProof="1"/>
              <a:t>报告转发分组出错。</a:t>
            </a:r>
          </a:p>
        </p:txBody>
      </p:sp>
      <p:sp>
        <p:nvSpPr>
          <p:cNvPr id="907267"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8329536-3DED-4159-88C6-B29E24CB7DCD}" type="slidenum">
              <a:rPr lang="zh-CN" altLang="en-US" smtClean="0"/>
              <a:pPr eaLnBrk="1" hangingPunct="1"/>
              <a:t>22</a:t>
            </a:fld>
            <a:endParaRPr lang="en-US" altLang="zh-CN" smtClean="0"/>
          </a:p>
        </p:txBody>
      </p:sp>
      <p:sp>
        <p:nvSpPr>
          <p:cNvPr id="907268"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9313" name="Freeform 2"/>
          <p:cNvSpPr>
            <a:spLocks noChangeArrowheads="1"/>
          </p:cNvSpPr>
          <p:nvPr/>
        </p:nvSpPr>
        <p:spPr bwMode="auto">
          <a:xfrm>
            <a:off x="2924175" y="2044700"/>
            <a:ext cx="1820863" cy="1819275"/>
          </a:xfrm>
          <a:custGeom>
            <a:avLst/>
            <a:gdLst>
              <a:gd name="T0" fmla="*/ 5 w 1059"/>
              <a:gd name="T1" fmla="*/ 1146 h 1146"/>
              <a:gd name="T2" fmla="*/ 1048 w 1059"/>
              <a:gd name="T3" fmla="*/ 0 h 1146"/>
              <a:gd name="T4" fmla="*/ 1059 w 1059"/>
              <a:gd name="T5" fmla="*/ 880 h 1146"/>
              <a:gd name="T6" fmla="*/ 0 w 1059"/>
              <a:gd name="T7" fmla="*/ 1111 h 1146"/>
            </a:gdLst>
            <a:ahLst/>
            <a:cxnLst>
              <a:cxn ang="0">
                <a:pos x="T0" y="T1"/>
              </a:cxn>
              <a:cxn ang="0">
                <a:pos x="T2" y="T3"/>
              </a:cxn>
              <a:cxn ang="0">
                <a:pos x="T4" y="T5"/>
              </a:cxn>
              <a:cxn ang="0">
                <a:pos x="T6" y="T7"/>
              </a:cxn>
            </a:cxnLst>
            <a:rect l="0" t="0" r="r" b="b"/>
            <a:pathLst>
              <a:path w="1059" h="1146">
                <a:moveTo>
                  <a:pt x="5" y="1146"/>
                </a:moveTo>
                <a:lnTo>
                  <a:pt x="1048" y="0"/>
                </a:lnTo>
                <a:lnTo>
                  <a:pt x="1059" y="880"/>
                </a:lnTo>
                <a:lnTo>
                  <a:pt x="0" y="1111"/>
                </a:lnTo>
              </a:path>
            </a:pathLst>
          </a:custGeom>
          <a:gradFill rotWithShape="1">
            <a:gsLst>
              <a:gs pos="0">
                <a:srgbClr val="A6A6A6"/>
              </a:gs>
              <a:gs pos="100000">
                <a:srgbClr val="FFFF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909314" name="Text Box 4"/>
          <p:cNvSpPr txBox="1">
            <a:spLocks noChangeArrowheads="1"/>
          </p:cNvSpPr>
          <p:nvPr/>
        </p:nvSpPr>
        <p:spPr bwMode="auto">
          <a:xfrm>
            <a:off x="2924175" y="3127375"/>
            <a:ext cx="312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0</a:t>
            </a:r>
            <a:endParaRPr lang="en-US" altLang="zh-CN" b="1" baseline="-25000">
              <a:solidFill>
                <a:srgbClr val="000099"/>
              </a:solidFill>
              <a:ea typeface="黑体" panose="02010609060101010101" pitchFamily="49" charset="-122"/>
            </a:endParaRPr>
          </a:p>
        </p:txBody>
      </p:sp>
      <p:graphicFrame>
        <p:nvGraphicFramePr>
          <p:cNvPr id="513029" name="Group 5"/>
          <p:cNvGraphicFramePr>
            <a:graphicFrameLocks noGrp="1"/>
          </p:cNvGraphicFramePr>
          <p:nvPr/>
        </p:nvGraphicFramePr>
        <p:xfrm>
          <a:off x="4745038" y="2052638"/>
          <a:ext cx="5032375" cy="1376397"/>
        </p:xfrm>
        <a:graphic>
          <a:graphicData uri="http://schemas.openxmlformats.org/drawingml/2006/table">
            <a:tbl>
              <a:tblPr/>
              <a:tblGrid>
                <a:gridCol w="1807595">
                  <a:extLst>
                    <a:ext uri="{9D8B030D-6E8A-4147-A177-3AD203B41FA5}">
                      <a16:colId xmlns:a16="http://schemas.microsoft.com/office/drawing/2014/main" val="20000"/>
                    </a:ext>
                  </a:extLst>
                </a:gridCol>
                <a:gridCol w="2165332">
                  <a:extLst>
                    <a:ext uri="{9D8B030D-6E8A-4147-A177-3AD203B41FA5}">
                      <a16:colId xmlns:a16="http://schemas.microsoft.com/office/drawing/2014/main" val="20001"/>
                    </a:ext>
                  </a:extLst>
                </a:gridCol>
                <a:gridCol w="1059448">
                  <a:extLst>
                    <a:ext uri="{9D8B030D-6E8A-4147-A177-3AD203B41FA5}">
                      <a16:colId xmlns:a16="http://schemas.microsoft.com/office/drawing/2014/main" val="20002"/>
                    </a:ext>
                  </a:extLst>
                </a:gridCol>
              </a:tblGrid>
              <a:tr h="338281">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dirty="0">
                          <a:ln>
                            <a:noFill/>
                          </a:ln>
                          <a:solidFill>
                            <a:srgbClr val="000099"/>
                          </a:solidFill>
                          <a:effectLst/>
                          <a:latin typeface="+mn-lt"/>
                          <a:ea typeface="黑体" panose="02010609060101010101" pitchFamily="2" charset="-122"/>
                        </a:rPr>
                        <a:t>目的网络地址</a:t>
                      </a:r>
                    </a:p>
                  </a:txBody>
                  <a:tcPr marL="99065" marR="99065"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a:ln>
                            <a:noFill/>
                          </a:ln>
                          <a:solidFill>
                            <a:srgbClr val="000099"/>
                          </a:solidFill>
                          <a:effectLst/>
                          <a:latin typeface="+mn-lt"/>
                          <a:ea typeface="黑体" panose="02010609060101010101" pitchFamily="2" charset="-122"/>
                        </a:rPr>
                        <a:t>子网掩码</a:t>
                      </a:r>
                    </a:p>
                  </a:txBody>
                  <a:tcPr marL="99065" marR="99065"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a:ln>
                            <a:noFill/>
                          </a:ln>
                          <a:solidFill>
                            <a:srgbClr val="000099"/>
                          </a:solidFill>
                          <a:effectLst/>
                          <a:latin typeface="+mn-lt"/>
                          <a:ea typeface="黑体" panose="02010609060101010101" pitchFamily="2" charset="-122"/>
                        </a:rPr>
                        <a:t>下一跳</a:t>
                      </a:r>
                    </a:p>
                  </a:txBody>
                  <a:tcPr marL="99065" marR="99065"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1038081">
                <a:tc>
                  <a:txBody>
                    <a:bodyPr/>
                    <a:lstStyle/>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128.30.33.0</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128.30.33.128</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128.30.36.0</a:t>
                      </a:r>
                    </a:p>
                  </a:txBody>
                  <a:tcPr marL="99065" marR="99065"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255.255.255.128</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255.255.255.128</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255.255.255.0</a:t>
                      </a:r>
                    </a:p>
                  </a:txBody>
                  <a:tcPr marL="99065" marR="99065"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dirty="0">
                          <a:ln>
                            <a:noFill/>
                          </a:ln>
                          <a:solidFill>
                            <a:srgbClr val="000099"/>
                          </a:solidFill>
                          <a:effectLst/>
                          <a:latin typeface="+mn-lt"/>
                          <a:ea typeface="黑体" panose="02010609060101010101" pitchFamily="2" charset="-122"/>
                        </a:rPr>
                        <a:t>接口 </a:t>
                      </a:r>
                      <a:r>
                        <a:rPr kumimoji="0" lang="en-US" altLang="zh-CN" sz="1800" b="1" i="0" u="none" strike="noStrike" cap="none" normalizeH="0" baseline="0" dirty="0">
                          <a:ln>
                            <a:noFill/>
                          </a:ln>
                          <a:solidFill>
                            <a:srgbClr val="000099"/>
                          </a:solidFill>
                          <a:effectLst/>
                          <a:latin typeface="+mn-lt"/>
                          <a:ea typeface="黑体" panose="02010609060101010101" pitchFamily="2" charset="-122"/>
                        </a:rPr>
                        <a:t>0</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dirty="0">
                          <a:ln>
                            <a:noFill/>
                          </a:ln>
                          <a:solidFill>
                            <a:srgbClr val="000099"/>
                          </a:solidFill>
                          <a:effectLst/>
                          <a:latin typeface="+mn-lt"/>
                          <a:ea typeface="黑体" panose="02010609060101010101" pitchFamily="2" charset="-122"/>
                        </a:rPr>
                        <a:t>接口 </a:t>
                      </a:r>
                      <a:r>
                        <a:rPr kumimoji="0" lang="en-US" altLang="zh-CN" sz="1800" b="1" i="0" u="none" strike="noStrike" cap="none" normalizeH="0" baseline="0" dirty="0">
                          <a:ln>
                            <a:noFill/>
                          </a:ln>
                          <a:solidFill>
                            <a:srgbClr val="000099"/>
                          </a:solidFill>
                          <a:effectLst/>
                          <a:latin typeface="+mn-lt"/>
                          <a:ea typeface="黑体" panose="02010609060101010101" pitchFamily="2" charset="-122"/>
                        </a:rPr>
                        <a:t>1</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dirty="0">
                          <a:ln>
                            <a:noFill/>
                          </a:ln>
                          <a:solidFill>
                            <a:srgbClr val="000099"/>
                          </a:solidFill>
                          <a:effectLst/>
                          <a:latin typeface="+mn-lt"/>
                          <a:ea typeface="黑体" panose="02010609060101010101" pitchFamily="2" charset="-122"/>
                        </a:rPr>
                        <a:t>R</a:t>
                      </a:r>
                      <a:r>
                        <a:rPr kumimoji="0" lang="en-US" altLang="zh-CN" sz="1800" b="1" i="0" u="none" strike="noStrike" cap="none" normalizeH="0" baseline="-25000" dirty="0">
                          <a:ln>
                            <a:noFill/>
                          </a:ln>
                          <a:solidFill>
                            <a:srgbClr val="000099"/>
                          </a:solidFill>
                          <a:effectLst/>
                          <a:latin typeface="+mn-lt"/>
                          <a:ea typeface="黑体" panose="02010609060101010101" pitchFamily="2" charset="-122"/>
                        </a:rPr>
                        <a:t>2</a:t>
                      </a:r>
                    </a:p>
                  </a:txBody>
                  <a:tcPr marL="99065" marR="99065"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1"/>
                  </a:ext>
                </a:extLst>
              </a:tr>
            </a:tbl>
          </a:graphicData>
        </a:graphic>
      </p:graphicFrame>
      <p:sp>
        <p:nvSpPr>
          <p:cNvPr id="909329" name="Line 19"/>
          <p:cNvSpPr>
            <a:spLocks noChangeShapeType="1"/>
          </p:cNvSpPr>
          <p:nvPr/>
        </p:nvSpPr>
        <p:spPr bwMode="auto">
          <a:xfrm>
            <a:off x="2895600" y="3105150"/>
            <a:ext cx="1588" cy="7032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09330" name="Line 20"/>
          <p:cNvSpPr>
            <a:spLocks noChangeShapeType="1"/>
          </p:cNvSpPr>
          <p:nvPr/>
        </p:nvSpPr>
        <p:spPr bwMode="auto">
          <a:xfrm>
            <a:off x="503238" y="3087688"/>
            <a:ext cx="1587" cy="5699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09331" name="Line 21"/>
          <p:cNvSpPr>
            <a:spLocks noChangeShapeType="1"/>
          </p:cNvSpPr>
          <p:nvPr/>
        </p:nvSpPr>
        <p:spPr bwMode="auto">
          <a:xfrm flipV="1">
            <a:off x="266700" y="3105150"/>
            <a:ext cx="4379913"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09332" name="Line 22"/>
          <p:cNvSpPr>
            <a:spLocks noChangeShapeType="1"/>
          </p:cNvSpPr>
          <p:nvPr/>
        </p:nvSpPr>
        <p:spPr bwMode="auto">
          <a:xfrm>
            <a:off x="1204913" y="2535238"/>
            <a:ext cx="1587" cy="5699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909333" name="Picture 2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9175" y="2276475"/>
            <a:ext cx="4318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9334" name="Text Box 24"/>
          <p:cNvSpPr txBox="1">
            <a:spLocks noChangeArrowheads="1"/>
          </p:cNvSpPr>
          <p:nvPr/>
        </p:nvSpPr>
        <p:spPr bwMode="auto">
          <a:xfrm>
            <a:off x="434975" y="1922463"/>
            <a:ext cx="15890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128.30.33.13</a:t>
            </a:r>
          </a:p>
        </p:txBody>
      </p:sp>
      <p:sp>
        <p:nvSpPr>
          <p:cNvPr id="909335" name="Text Box 25"/>
          <p:cNvSpPr txBox="1">
            <a:spLocks noChangeArrowheads="1"/>
          </p:cNvSpPr>
          <p:nvPr/>
        </p:nvSpPr>
        <p:spPr bwMode="auto">
          <a:xfrm>
            <a:off x="227013" y="2205038"/>
            <a:ext cx="8778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黑体" panose="02010609060101010101" pitchFamily="49" charset="-122"/>
              </a:rPr>
              <a:t>源主机</a:t>
            </a:r>
          </a:p>
          <a:p>
            <a:pPr algn="ctr" eaLnBrk="0" hangingPunct="0"/>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1</a:t>
            </a:r>
          </a:p>
        </p:txBody>
      </p:sp>
      <p:sp>
        <p:nvSpPr>
          <p:cNvPr id="909336" name="Line 27"/>
          <p:cNvSpPr>
            <a:spLocks noChangeShapeType="1"/>
          </p:cNvSpPr>
          <p:nvPr/>
        </p:nvSpPr>
        <p:spPr bwMode="auto">
          <a:xfrm>
            <a:off x="1927225" y="5011738"/>
            <a:ext cx="1588" cy="70326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09337" name="Line 28"/>
          <p:cNvSpPr>
            <a:spLocks noChangeShapeType="1"/>
          </p:cNvSpPr>
          <p:nvPr/>
        </p:nvSpPr>
        <p:spPr bwMode="auto">
          <a:xfrm>
            <a:off x="6831013" y="4400550"/>
            <a:ext cx="1587" cy="5699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09338" name="Line 29"/>
          <p:cNvSpPr>
            <a:spLocks noChangeShapeType="1"/>
          </p:cNvSpPr>
          <p:nvPr/>
        </p:nvSpPr>
        <p:spPr bwMode="auto">
          <a:xfrm>
            <a:off x="1065213" y="5708650"/>
            <a:ext cx="1587" cy="5699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09339" name="Line 30"/>
          <p:cNvSpPr>
            <a:spLocks noChangeShapeType="1"/>
          </p:cNvSpPr>
          <p:nvPr/>
        </p:nvSpPr>
        <p:spPr bwMode="auto">
          <a:xfrm>
            <a:off x="1927225" y="4400550"/>
            <a:ext cx="1588" cy="7032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09340" name="Line 31"/>
          <p:cNvSpPr>
            <a:spLocks noChangeShapeType="1"/>
          </p:cNvSpPr>
          <p:nvPr/>
        </p:nvSpPr>
        <p:spPr bwMode="auto">
          <a:xfrm>
            <a:off x="2901950" y="3676650"/>
            <a:ext cx="1588" cy="7032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909341" name="Picture 3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6300" y="6018213"/>
            <a:ext cx="43180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9342" name="Picture 3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6225" y="3413125"/>
            <a:ext cx="431800"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09343" name="Group 34"/>
          <p:cNvGrpSpPr>
            <a:grpSpLocks/>
          </p:cNvGrpSpPr>
          <p:nvPr/>
        </p:nvGrpSpPr>
        <p:grpSpPr bwMode="auto">
          <a:xfrm>
            <a:off x="2619375" y="3459163"/>
            <a:ext cx="663575" cy="460375"/>
            <a:chOff x="864" y="1824"/>
            <a:chExt cx="432" cy="288"/>
          </a:xfrm>
        </p:grpSpPr>
        <p:pic>
          <p:nvPicPr>
            <p:cNvPr id="909344" name="Picture 3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9345" name="Picture 3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909346"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53213" y="4779963"/>
            <a:ext cx="43180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9347" name="Line 38"/>
          <p:cNvSpPr>
            <a:spLocks noChangeShapeType="1"/>
          </p:cNvSpPr>
          <p:nvPr/>
        </p:nvSpPr>
        <p:spPr bwMode="auto">
          <a:xfrm>
            <a:off x="1174750" y="4379913"/>
            <a:ext cx="7527925"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09348" name="Line 39"/>
          <p:cNvSpPr>
            <a:spLocks noChangeShapeType="1"/>
          </p:cNvSpPr>
          <p:nvPr/>
        </p:nvSpPr>
        <p:spPr bwMode="auto">
          <a:xfrm>
            <a:off x="725488" y="5729288"/>
            <a:ext cx="8489950"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09349" name="Text Box 40"/>
          <p:cNvSpPr txBox="1">
            <a:spLocks noChangeArrowheads="1"/>
          </p:cNvSpPr>
          <p:nvPr/>
        </p:nvSpPr>
        <p:spPr bwMode="auto">
          <a:xfrm>
            <a:off x="1071563" y="3890963"/>
            <a:ext cx="17065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altLang="zh-CN" b="1">
                <a:solidFill>
                  <a:srgbClr val="000099"/>
                </a:solidFill>
                <a:ea typeface="黑体" panose="02010609060101010101" pitchFamily="49" charset="-122"/>
              </a:rPr>
              <a:t>128.30.33.130</a:t>
            </a:r>
          </a:p>
        </p:txBody>
      </p:sp>
      <p:grpSp>
        <p:nvGrpSpPr>
          <p:cNvPr id="513065" name="Group 41"/>
          <p:cNvGrpSpPr>
            <a:grpSpLocks/>
          </p:cNvGrpSpPr>
          <p:nvPr/>
        </p:nvGrpSpPr>
        <p:grpSpPr bwMode="auto">
          <a:xfrm>
            <a:off x="3319463" y="1628775"/>
            <a:ext cx="5945187" cy="2278063"/>
            <a:chOff x="1836" y="1026"/>
            <a:chExt cx="3457" cy="1435"/>
          </a:xfrm>
        </p:grpSpPr>
        <p:sp>
          <p:nvSpPr>
            <p:cNvPr id="909351" name="Text Box 42"/>
            <p:cNvSpPr txBox="1">
              <a:spLocks noChangeArrowheads="1"/>
            </p:cNvSpPr>
            <p:nvPr/>
          </p:nvSpPr>
          <p:spPr bwMode="auto">
            <a:xfrm>
              <a:off x="2894" y="1026"/>
              <a:ext cx="239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990000"/>
                  </a:solidFill>
                  <a:ea typeface="黑体" panose="02010609060101010101" pitchFamily="49" charset="-122"/>
                </a:rPr>
                <a:t>R</a:t>
              </a:r>
              <a:r>
                <a:rPr lang="en-US" altLang="zh-CN" sz="2000" b="1" baseline="-25000">
                  <a:solidFill>
                    <a:srgbClr val="990000"/>
                  </a:solidFill>
                  <a:ea typeface="黑体" panose="02010609060101010101" pitchFamily="49" charset="-122"/>
                </a:rPr>
                <a:t>1</a:t>
              </a:r>
              <a:r>
                <a:rPr lang="en-US" altLang="zh-CN" sz="2000" b="1">
                  <a:solidFill>
                    <a:srgbClr val="990000"/>
                  </a:solidFill>
                  <a:ea typeface="黑体" panose="02010609060101010101" pitchFamily="49" charset="-122"/>
                </a:rPr>
                <a:t> </a:t>
              </a:r>
              <a:r>
                <a:rPr lang="zh-CN" altLang="en-US" sz="2000" b="1">
                  <a:solidFill>
                    <a:srgbClr val="990000"/>
                  </a:solidFill>
                  <a:ea typeface="黑体" panose="02010609060101010101" pitchFamily="49" charset="-122"/>
                </a:rPr>
                <a:t>的路由表（未给出默认路由器）</a:t>
              </a:r>
              <a:endParaRPr lang="zh-CN" altLang="en-US" sz="2000" b="1" baseline="-25000">
                <a:solidFill>
                  <a:srgbClr val="990000"/>
                </a:solidFill>
                <a:ea typeface="黑体" panose="02010609060101010101" pitchFamily="49" charset="-122"/>
              </a:endParaRPr>
            </a:p>
          </p:txBody>
        </p:sp>
        <p:sp>
          <p:nvSpPr>
            <p:cNvPr id="909352" name="Text Box 43"/>
            <p:cNvSpPr txBox="1">
              <a:spLocks noChangeArrowheads="1"/>
            </p:cNvSpPr>
            <p:nvPr/>
          </p:nvSpPr>
          <p:spPr bwMode="auto">
            <a:xfrm>
              <a:off x="1836" y="2228"/>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990000"/>
                  </a:solidFill>
                  <a:ea typeface="黑体" panose="02010609060101010101" pitchFamily="49" charset="-122"/>
                </a:rPr>
                <a:t>R</a:t>
              </a:r>
              <a:r>
                <a:rPr lang="en-US" altLang="zh-CN" b="1" baseline="-25000">
                  <a:solidFill>
                    <a:srgbClr val="990000"/>
                  </a:solidFill>
                  <a:ea typeface="黑体" panose="02010609060101010101" pitchFamily="49" charset="-122"/>
                </a:rPr>
                <a:t>1</a:t>
              </a:r>
            </a:p>
          </p:txBody>
        </p:sp>
      </p:grpSp>
      <p:sp>
        <p:nvSpPr>
          <p:cNvPr id="909353" name="Text Box 44"/>
          <p:cNvSpPr txBox="1">
            <a:spLocks noChangeArrowheads="1"/>
          </p:cNvSpPr>
          <p:nvPr/>
        </p:nvSpPr>
        <p:spPr bwMode="auto">
          <a:xfrm>
            <a:off x="2906713" y="3897313"/>
            <a:ext cx="312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a:t>
            </a:r>
            <a:endParaRPr lang="en-US" altLang="zh-CN" b="1" baseline="-25000">
              <a:solidFill>
                <a:srgbClr val="000099"/>
              </a:solidFill>
              <a:ea typeface="黑体" panose="02010609060101010101" pitchFamily="49" charset="-122"/>
            </a:endParaRPr>
          </a:p>
        </p:txBody>
      </p:sp>
      <p:sp>
        <p:nvSpPr>
          <p:cNvPr id="909354" name="Line 45"/>
          <p:cNvSpPr>
            <a:spLocks noChangeShapeType="1"/>
          </p:cNvSpPr>
          <p:nvPr/>
        </p:nvSpPr>
        <p:spPr bwMode="auto">
          <a:xfrm>
            <a:off x="4516438" y="4400550"/>
            <a:ext cx="1587" cy="5699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909355" name="Group 46"/>
          <p:cNvGrpSpPr>
            <a:grpSpLocks/>
          </p:cNvGrpSpPr>
          <p:nvPr/>
        </p:nvGrpSpPr>
        <p:grpSpPr bwMode="auto">
          <a:xfrm>
            <a:off x="1644650" y="4843463"/>
            <a:ext cx="663575" cy="460375"/>
            <a:chOff x="864" y="1824"/>
            <a:chExt cx="432" cy="288"/>
          </a:xfrm>
        </p:grpSpPr>
        <p:pic>
          <p:nvPicPr>
            <p:cNvPr id="909356" name="Picture 4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9357" name="Picture 4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09358" name="Text Box 49"/>
          <p:cNvSpPr txBox="1">
            <a:spLocks noChangeArrowheads="1"/>
          </p:cNvSpPr>
          <p:nvPr/>
        </p:nvSpPr>
        <p:spPr bwMode="auto">
          <a:xfrm>
            <a:off x="1214438" y="4826000"/>
            <a:ext cx="4365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2</a:t>
            </a:r>
          </a:p>
        </p:txBody>
      </p:sp>
      <p:sp>
        <p:nvSpPr>
          <p:cNvPr id="909359" name="Line 50"/>
          <p:cNvSpPr>
            <a:spLocks noChangeShapeType="1"/>
          </p:cNvSpPr>
          <p:nvPr/>
        </p:nvSpPr>
        <p:spPr bwMode="auto">
          <a:xfrm>
            <a:off x="2565400" y="5707063"/>
            <a:ext cx="1588" cy="5699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909360" name="Picture 5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27525" y="4784725"/>
            <a:ext cx="431800"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9361" name="Text Box 52"/>
          <p:cNvSpPr txBox="1">
            <a:spLocks noChangeArrowheads="1"/>
          </p:cNvSpPr>
          <p:nvPr/>
        </p:nvSpPr>
        <p:spPr bwMode="auto">
          <a:xfrm>
            <a:off x="4443413" y="3681413"/>
            <a:ext cx="49625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000" b="1">
                <a:solidFill>
                  <a:srgbClr val="000099"/>
                </a:solidFill>
                <a:ea typeface="黑体" panose="02010609060101010101" pitchFamily="49" charset="-122"/>
              </a:rPr>
              <a:t>子网</a:t>
            </a:r>
            <a:r>
              <a:rPr lang="en-US" altLang="zh-CN" sz="2000" b="1">
                <a:solidFill>
                  <a:srgbClr val="000099"/>
                </a:solidFill>
                <a:ea typeface="黑体" panose="02010609060101010101" pitchFamily="49" charset="-122"/>
              </a:rPr>
              <a:t>2</a:t>
            </a:r>
            <a:r>
              <a:rPr lang="zh-CN" altLang="en-US" sz="2000" b="1">
                <a:solidFill>
                  <a:srgbClr val="000099"/>
                </a:solidFill>
                <a:ea typeface="黑体" panose="02010609060101010101" pitchFamily="49" charset="-122"/>
              </a:rPr>
              <a:t>：网络地址 </a:t>
            </a:r>
            <a:r>
              <a:rPr lang="en-US" altLang="zh-CN" sz="2000" b="1">
                <a:solidFill>
                  <a:srgbClr val="000099"/>
                </a:solidFill>
                <a:ea typeface="黑体" panose="02010609060101010101" pitchFamily="49" charset="-122"/>
              </a:rPr>
              <a:t>128.30.33.128</a:t>
            </a:r>
          </a:p>
          <a:p>
            <a:pPr eaLnBrk="0" hangingPunct="0"/>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子网掩码 </a:t>
            </a:r>
            <a:r>
              <a:rPr lang="en-US" altLang="zh-CN" sz="2000" b="1">
                <a:solidFill>
                  <a:srgbClr val="000099"/>
                </a:solidFill>
                <a:ea typeface="黑体" panose="02010609060101010101" pitchFamily="49" charset="-122"/>
              </a:rPr>
              <a:t>255.255.255.128</a:t>
            </a:r>
            <a:endParaRPr lang="en-US" altLang="zh-CN" sz="2000" b="1" baseline="-25000">
              <a:solidFill>
                <a:srgbClr val="000099"/>
              </a:solidFill>
              <a:ea typeface="黑体" panose="02010609060101010101" pitchFamily="49" charset="-122"/>
            </a:endParaRPr>
          </a:p>
        </p:txBody>
      </p:sp>
      <p:sp>
        <p:nvSpPr>
          <p:cNvPr id="909362" name="Text Box 53"/>
          <p:cNvSpPr txBox="1">
            <a:spLocks noChangeArrowheads="1"/>
          </p:cNvSpPr>
          <p:nvPr/>
        </p:nvSpPr>
        <p:spPr bwMode="auto">
          <a:xfrm>
            <a:off x="3789363" y="5229225"/>
            <a:ext cx="14239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目的主机 </a:t>
            </a:r>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2</a:t>
            </a:r>
          </a:p>
        </p:txBody>
      </p:sp>
      <p:sp>
        <p:nvSpPr>
          <p:cNvPr id="909363" name="Text Box 54"/>
          <p:cNvSpPr txBox="1">
            <a:spLocks noChangeArrowheads="1"/>
          </p:cNvSpPr>
          <p:nvPr/>
        </p:nvSpPr>
        <p:spPr bwMode="auto">
          <a:xfrm>
            <a:off x="4646613" y="4760913"/>
            <a:ext cx="17065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128.30.33.138</a:t>
            </a:r>
          </a:p>
        </p:txBody>
      </p:sp>
      <p:sp>
        <p:nvSpPr>
          <p:cNvPr id="909364" name="Text Box 55"/>
          <p:cNvSpPr txBox="1">
            <a:spLocks noChangeArrowheads="1"/>
          </p:cNvSpPr>
          <p:nvPr/>
        </p:nvSpPr>
        <p:spPr bwMode="auto">
          <a:xfrm>
            <a:off x="1579563" y="4538663"/>
            <a:ext cx="312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0</a:t>
            </a:r>
            <a:endParaRPr lang="en-US" altLang="zh-CN" b="1" baseline="-25000">
              <a:solidFill>
                <a:srgbClr val="000099"/>
              </a:solidFill>
              <a:ea typeface="黑体" panose="02010609060101010101" pitchFamily="49" charset="-122"/>
            </a:endParaRPr>
          </a:p>
        </p:txBody>
      </p:sp>
      <p:sp>
        <p:nvSpPr>
          <p:cNvPr id="909365" name="Text Box 56"/>
          <p:cNvSpPr txBox="1">
            <a:spLocks noChangeArrowheads="1"/>
          </p:cNvSpPr>
          <p:nvPr/>
        </p:nvSpPr>
        <p:spPr bwMode="auto">
          <a:xfrm>
            <a:off x="1579563" y="5259388"/>
            <a:ext cx="312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a:t>
            </a:r>
            <a:endParaRPr lang="en-US" altLang="zh-CN" b="1" baseline="-25000">
              <a:solidFill>
                <a:srgbClr val="000099"/>
              </a:solidFill>
              <a:ea typeface="黑体" panose="02010609060101010101" pitchFamily="49" charset="-122"/>
            </a:endParaRPr>
          </a:p>
        </p:txBody>
      </p:sp>
      <p:sp>
        <p:nvSpPr>
          <p:cNvPr id="909366" name="Text Box 57"/>
          <p:cNvSpPr txBox="1">
            <a:spLocks noChangeArrowheads="1"/>
          </p:cNvSpPr>
          <p:nvPr/>
        </p:nvSpPr>
        <p:spPr bwMode="auto">
          <a:xfrm>
            <a:off x="1916113" y="4538663"/>
            <a:ext cx="17065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128.30.33.129</a:t>
            </a:r>
          </a:p>
        </p:txBody>
      </p:sp>
      <p:pic>
        <p:nvPicPr>
          <p:cNvPr id="909367"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74900" y="6016625"/>
            <a:ext cx="4333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9368" name="Text Box 59"/>
          <p:cNvSpPr txBox="1">
            <a:spLocks noChangeArrowheads="1"/>
          </p:cNvSpPr>
          <p:nvPr/>
        </p:nvSpPr>
        <p:spPr bwMode="auto">
          <a:xfrm>
            <a:off x="1995488" y="5984875"/>
            <a:ext cx="4365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3</a:t>
            </a:r>
          </a:p>
        </p:txBody>
      </p:sp>
      <p:sp>
        <p:nvSpPr>
          <p:cNvPr id="909369" name="Text Box 60"/>
          <p:cNvSpPr txBox="1">
            <a:spLocks noChangeArrowheads="1"/>
          </p:cNvSpPr>
          <p:nvPr/>
        </p:nvSpPr>
        <p:spPr bwMode="auto">
          <a:xfrm>
            <a:off x="1990725" y="5257800"/>
            <a:ext cx="14017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128.30.36.2</a:t>
            </a:r>
          </a:p>
        </p:txBody>
      </p:sp>
      <p:sp>
        <p:nvSpPr>
          <p:cNvPr id="909370" name="Text Box 61"/>
          <p:cNvSpPr txBox="1">
            <a:spLocks noChangeArrowheads="1"/>
          </p:cNvSpPr>
          <p:nvPr/>
        </p:nvSpPr>
        <p:spPr bwMode="auto">
          <a:xfrm>
            <a:off x="4516438" y="5788025"/>
            <a:ext cx="37719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子网</a:t>
            </a:r>
            <a:r>
              <a:rPr lang="en-US" altLang="zh-CN" sz="2000" b="1">
                <a:solidFill>
                  <a:srgbClr val="000099"/>
                </a:solidFill>
                <a:ea typeface="黑体" panose="02010609060101010101" pitchFamily="49" charset="-122"/>
              </a:rPr>
              <a:t>3</a:t>
            </a:r>
            <a:r>
              <a:rPr lang="zh-CN" altLang="en-US" sz="2000" b="1">
                <a:solidFill>
                  <a:srgbClr val="000099"/>
                </a:solidFill>
                <a:ea typeface="黑体" panose="02010609060101010101" pitchFamily="49" charset="-122"/>
              </a:rPr>
              <a:t>：网络地址 </a:t>
            </a:r>
            <a:r>
              <a:rPr lang="en-US" altLang="zh-CN" sz="2000" b="1">
                <a:solidFill>
                  <a:srgbClr val="000099"/>
                </a:solidFill>
                <a:ea typeface="黑体" panose="02010609060101010101" pitchFamily="49" charset="-122"/>
              </a:rPr>
              <a:t>128.30.36.0</a:t>
            </a:r>
          </a:p>
          <a:p>
            <a:pPr eaLnBrk="0" hangingPunct="0"/>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子网掩码 </a:t>
            </a:r>
            <a:r>
              <a:rPr lang="en-US" altLang="zh-CN" sz="2000" b="1">
                <a:solidFill>
                  <a:srgbClr val="000099"/>
                </a:solidFill>
                <a:ea typeface="黑体" panose="02010609060101010101" pitchFamily="49" charset="-122"/>
              </a:rPr>
              <a:t>255.255.255.0</a:t>
            </a:r>
            <a:endParaRPr lang="en-US" altLang="zh-CN" sz="2000" b="1" baseline="-25000">
              <a:solidFill>
                <a:srgbClr val="000099"/>
              </a:solidFill>
              <a:ea typeface="黑体" panose="02010609060101010101" pitchFamily="49" charset="-122"/>
            </a:endParaRPr>
          </a:p>
        </p:txBody>
      </p:sp>
      <p:sp>
        <p:nvSpPr>
          <p:cNvPr id="909371" name="Text Box 62"/>
          <p:cNvSpPr txBox="1">
            <a:spLocks noChangeArrowheads="1"/>
          </p:cNvSpPr>
          <p:nvPr/>
        </p:nvSpPr>
        <p:spPr bwMode="auto">
          <a:xfrm>
            <a:off x="2690813" y="6056313"/>
            <a:ext cx="15890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128.30.36.12</a:t>
            </a:r>
          </a:p>
        </p:txBody>
      </p:sp>
      <p:sp>
        <p:nvSpPr>
          <p:cNvPr id="909372" name="Rectangle 63"/>
          <p:cNvSpPr>
            <a:spLocks noGrp="1" noChangeArrowheads="1"/>
          </p:cNvSpPr>
          <p:nvPr>
            <p:ph type="title" idx="4294967295"/>
          </p:nvPr>
        </p:nvSpPr>
        <p:spPr>
          <a:xfrm>
            <a:off x="349250" y="96838"/>
            <a:ext cx="9283700" cy="1460500"/>
          </a:xfrm>
          <a:solidFill>
            <a:srgbClr val="66FFFF"/>
          </a:solidFill>
          <a:ln>
            <a:solidFill>
              <a:srgbClr val="333399"/>
            </a:solidFill>
            <a:miter lim="800000"/>
            <a:headEnd/>
            <a:tailEnd/>
          </a:ln>
          <a:effectLst>
            <a:outerShdw dist="35921" dir="2700000" algn="ctr" rotWithShape="0">
              <a:schemeClr val="bg2"/>
            </a:outerShdw>
          </a:effectLst>
        </p:spPr>
        <p:txBody>
          <a:bodyPr/>
          <a:lstStyle/>
          <a:p>
            <a:pPr algn="ctr"/>
            <a:r>
              <a:rPr lang="en-US" altLang="zh-CN" sz="2800" smtClean="0">
                <a:ea typeface="黑体" panose="02010609060101010101" pitchFamily="49" charset="-122"/>
              </a:rPr>
              <a:t>【</a:t>
            </a:r>
            <a:r>
              <a:rPr lang="zh-CN" altLang="en-US" sz="2800" smtClean="0">
                <a:ea typeface="黑体" panose="02010609060101010101" pitchFamily="49" charset="-122"/>
              </a:rPr>
              <a:t>例</a:t>
            </a:r>
            <a:r>
              <a:rPr lang="en-US" altLang="zh-CN" sz="2800" smtClean="0">
                <a:ea typeface="黑体" panose="02010609060101010101" pitchFamily="49" charset="-122"/>
              </a:rPr>
              <a:t>4-4】</a:t>
            </a:r>
            <a:r>
              <a:rPr lang="zh-CN" altLang="en-US" sz="2800" smtClean="0">
                <a:ea typeface="黑体" panose="02010609060101010101" pitchFamily="49" charset="-122"/>
              </a:rPr>
              <a:t>已知互联网和路由器 </a:t>
            </a:r>
            <a:r>
              <a:rPr lang="en-US" altLang="zh-CN" sz="2800" smtClean="0">
                <a:ea typeface="黑体" panose="02010609060101010101" pitchFamily="49" charset="-122"/>
              </a:rPr>
              <a:t>R</a:t>
            </a:r>
            <a:r>
              <a:rPr lang="en-US" altLang="zh-CN" sz="2800" baseline="-25000" smtClean="0">
                <a:ea typeface="黑体" panose="02010609060101010101" pitchFamily="49" charset="-122"/>
              </a:rPr>
              <a:t>1 </a:t>
            </a:r>
            <a:r>
              <a:rPr lang="zh-CN" altLang="en-US" sz="2800" smtClean="0">
                <a:ea typeface="黑体" panose="02010609060101010101" pitchFamily="49" charset="-122"/>
              </a:rPr>
              <a:t>中的路由表。主机 </a:t>
            </a:r>
            <a:r>
              <a:rPr lang="en-US" altLang="zh-CN" sz="2800" smtClean="0">
                <a:ea typeface="黑体" panose="02010609060101010101" pitchFamily="49" charset="-122"/>
              </a:rPr>
              <a:t>H</a:t>
            </a:r>
            <a:r>
              <a:rPr lang="en-US" altLang="zh-CN" sz="2800" baseline="-25000" smtClean="0">
                <a:ea typeface="黑体" panose="02010609060101010101" pitchFamily="49" charset="-122"/>
              </a:rPr>
              <a:t>1 </a:t>
            </a:r>
            <a:r>
              <a:rPr lang="zh-CN" altLang="en-US" sz="2800" smtClean="0">
                <a:ea typeface="黑体" panose="02010609060101010101" pitchFamily="49" charset="-122"/>
              </a:rPr>
              <a:t>向 </a:t>
            </a:r>
            <a:r>
              <a:rPr lang="en-US" altLang="zh-CN" sz="2800" smtClean="0">
                <a:ea typeface="黑体" panose="02010609060101010101" pitchFamily="49" charset="-122"/>
              </a:rPr>
              <a:t>H</a:t>
            </a:r>
            <a:r>
              <a:rPr lang="en-US" altLang="zh-CN" sz="2800" baseline="-25000" smtClean="0">
                <a:ea typeface="黑体" panose="02010609060101010101" pitchFamily="49" charset="-122"/>
              </a:rPr>
              <a:t>2 </a:t>
            </a:r>
            <a:r>
              <a:rPr lang="zh-CN" altLang="en-US" sz="2800" smtClean="0">
                <a:ea typeface="黑体" panose="02010609060101010101" pitchFamily="49" charset="-122"/>
              </a:rPr>
              <a:t>发送分组。试讨论 </a:t>
            </a:r>
            <a:r>
              <a:rPr lang="en-US" altLang="zh-CN" sz="2800" smtClean="0">
                <a:ea typeface="黑体" panose="02010609060101010101" pitchFamily="49" charset="-122"/>
              </a:rPr>
              <a:t>R</a:t>
            </a:r>
            <a:r>
              <a:rPr lang="en-US" altLang="zh-CN" sz="2800" baseline="-25000" smtClean="0">
                <a:ea typeface="黑体" panose="02010609060101010101" pitchFamily="49" charset="-122"/>
              </a:rPr>
              <a:t>1 </a:t>
            </a:r>
            <a:r>
              <a:rPr lang="zh-CN" altLang="en-US" sz="2800" smtClean="0">
                <a:ea typeface="黑体" panose="02010609060101010101" pitchFamily="49" charset="-122"/>
              </a:rPr>
              <a:t>收到 </a:t>
            </a:r>
            <a:r>
              <a:rPr lang="en-US" altLang="zh-CN" sz="2800" smtClean="0">
                <a:ea typeface="黑体" panose="02010609060101010101" pitchFamily="49" charset="-122"/>
              </a:rPr>
              <a:t>H</a:t>
            </a:r>
            <a:r>
              <a:rPr lang="en-US" altLang="zh-CN" sz="2800" baseline="-25000" smtClean="0">
                <a:ea typeface="黑体" panose="02010609060101010101" pitchFamily="49" charset="-122"/>
              </a:rPr>
              <a:t>1 </a:t>
            </a:r>
            <a:br>
              <a:rPr lang="en-US" altLang="zh-CN" sz="2800" baseline="-25000" smtClean="0">
                <a:ea typeface="黑体" panose="02010609060101010101" pitchFamily="49" charset="-122"/>
              </a:rPr>
            </a:br>
            <a:r>
              <a:rPr lang="zh-CN" altLang="en-US" sz="2800" smtClean="0">
                <a:ea typeface="黑体" panose="02010609060101010101" pitchFamily="49" charset="-122"/>
              </a:rPr>
              <a:t>向 </a:t>
            </a:r>
            <a:r>
              <a:rPr lang="en-US" altLang="zh-CN" sz="2800" smtClean="0">
                <a:ea typeface="黑体" panose="02010609060101010101" pitchFamily="49" charset="-122"/>
              </a:rPr>
              <a:t>H</a:t>
            </a:r>
            <a:r>
              <a:rPr lang="en-US" altLang="zh-CN" sz="2800" baseline="-25000" smtClean="0">
                <a:ea typeface="黑体" panose="02010609060101010101" pitchFamily="49" charset="-122"/>
              </a:rPr>
              <a:t>2 </a:t>
            </a:r>
            <a:r>
              <a:rPr lang="zh-CN" altLang="en-US" sz="2800" smtClean="0">
                <a:ea typeface="黑体" panose="02010609060101010101" pitchFamily="49" charset="-122"/>
              </a:rPr>
              <a:t>发送的分组后查找路由表的过程。 </a:t>
            </a:r>
          </a:p>
        </p:txBody>
      </p:sp>
      <p:sp>
        <p:nvSpPr>
          <p:cNvPr id="909373" name="Line 64"/>
          <p:cNvSpPr>
            <a:spLocks noChangeShapeType="1"/>
          </p:cNvSpPr>
          <p:nvPr/>
        </p:nvSpPr>
        <p:spPr bwMode="auto">
          <a:xfrm>
            <a:off x="1214438" y="2636838"/>
            <a:ext cx="3276600" cy="2305050"/>
          </a:xfrm>
          <a:prstGeom prst="line">
            <a:avLst/>
          </a:prstGeom>
          <a:noFill/>
          <a:ln w="76200">
            <a:solidFill>
              <a:srgbClr val="FF0000">
                <a:alpha val="79999"/>
              </a:srgbClr>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09374" name="Text Box 26"/>
          <p:cNvSpPr txBox="1">
            <a:spLocks noChangeArrowheads="1"/>
          </p:cNvSpPr>
          <p:nvPr/>
        </p:nvSpPr>
        <p:spPr bwMode="auto">
          <a:xfrm>
            <a:off x="746125" y="2189163"/>
            <a:ext cx="3786188"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en-US" b="1">
                <a:solidFill>
                  <a:srgbClr val="000099"/>
                </a:solidFill>
                <a:ea typeface="黑体" panose="02010609060101010101" pitchFamily="49" charset="-122"/>
              </a:rPr>
              <a:t>子网</a:t>
            </a:r>
            <a:r>
              <a:rPr lang="en-US" altLang="zh-CN" b="1">
                <a:solidFill>
                  <a:srgbClr val="000099"/>
                </a:solidFill>
                <a:ea typeface="黑体" panose="02010609060101010101" pitchFamily="49" charset="-122"/>
              </a:rPr>
              <a:t>1</a:t>
            </a:r>
            <a:r>
              <a:rPr lang="zh-CN" altLang="en-US" b="1">
                <a:solidFill>
                  <a:srgbClr val="000099"/>
                </a:solidFill>
                <a:ea typeface="黑体" panose="02010609060101010101" pitchFamily="49" charset="-122"/>
              </a:rPr>
              <a:t>：</a:t>
            </a:r>
          </a:p>
          <a:p>
            <a:pPr algn="ctr" eaLnBrk="0" hangingPunct="0"/>
            <a:r>
              <a:rPr lang="zh-CN" altLang="en-US" b="1">
                <a:solidFill>
                  <a:srgbClr val="000099"/>
                </a:solidFill>
                <a:ea typeface="黑体" panose="02010609060101010101" pitchFamily="49" charset="-122"/>
              </a:rPr>
              <a:t>    网络地址 </a:t>
            </a:r>
            <a:r>
              <a:rPr lang="en-US" altLang="zh-CN" b="1">
                <a:solidFill>
                  <a:srgbClr val="000099"/>
                </a:solidFill>
                <a:ea typeface="黑体" panose="02010609060101010101" pitchFamily="49" charset="-122"/>
              </a:rPr>
              <a:t>128.30.33.0</a:t>
            </a:r>
          </a:p>
          <a:p>
            <a:pPr algn="ctr" eaLnBrk="0" hangingPunct="0"/>
            <a:r>
              <a:rPr lang="en-US" altLang="zh-CN" b="1">
                <a:solidFill>
                  <a:srgbClr val="000099"/>
                </a:solidFill>
                <a:ea typeface="黑体" panose="02010609060101010101" pitchFamily="49" charset="-122"/>
              </a:rPr>
              <a:t>     </a:t>
            </a:r>
            <a:r>
              <a:rPr lang="zh-CN" altLang="en-US" b="1">
                <a:solidFill>
                  <a:srgbClr val="000099"/>
                </a:solidFill>
                <a:ea typeface="黑体" panose="02010609060101010101" pitchFamily="49" charset="-122"/>
              </a:rPr>
              <a:t>子网掩码 </a:t>
            </a:r>
            <a:r>
              <a:rPr lang="en-US" altLang="zh-CN" b="1">
                <a:solidFill>
                  <a:srgbClr val="000099"/>
                </a:solidFill>
                <a:ea typeface="黑体" panose="02010609060101010101" pitchFamily="49" charset="-122"/>
              </a:rPr>
              <a:t>255.255.255.128</a:t>
            </a:r>
          </a:p>
        </p:txBody>
      </p:sp>
      <p:sp>
        <p:nvSpPr>
          <p:cNvPr id="909375" name="Text Box 3"/>
          <p:cNvSpPr txBox="1">
            <a:spLocks noChangeArrowheads="1"/>
          </p:cNvSpPr>
          <p:nvPr/>
        </p:nvSpPr>
        <p:spPr bwMode="auto">
          <a:xfrm>
            <a:off x="1374775" y="3098800"/>
            <a:ext cx="14033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altLang="zh-CN" b="1">
                <a:solidFill>
                  <a:srgbClr val="000099"/>
                </a:solidFill>
                <a:ea typeface="黑体" panose="02010609060101010101" pitchFamily="49" charset="-122"/>
              </a:rPr>
              <a:t>128.30.33.1</a:t>
            </a:r>
          </a:p>
        </p:txBody>
      </p:sp>
      <p:sp>
        <p:nvSpPr>
          <p:cNvPr id="90937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385C0A46-9EC4-4BEA-A2D1-A89C7981A6AD}" type="slidenum">
              <a:rPr lang="zh-CN" altLang="en-US" smtClean="0"/>
              <a:pPr/>
              <a:t>23</a:t>
            </a:fld>
            <a:endParaRPr lang="en-US" altLang="zh-CN" smtClean="0"/>
          </a:p>
        </p:txBody>
      </p:sp>
      <p:sp>
        <p:nvSpPr>
          <p:cNvPr id="90937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5" presetClass="emph" presetSubtype="0" repeatCount="3000" fill="hold" nodeType="afterEffect">
                                  <p:stCondLst>
                                    <p:cond delay="500"/>
                                  </p:stCondLst>
                                  <p:childTnLst>
                                    <p:anim calcmode="discrete" valueType="str">
                                      <p:cBhvr>
                                        <p:cTn id="6" dur="1000" fill="hold"/>
                                        <p:tgtEl>
                                          <p:spTgt spid="51306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61" name="Rectangle 2"/>
          <p:cNvSpPr>
            <a:spLocks noGrp="1" noChangeArrowheads="1"/>
          </p:cNvSpPr>
          <p:nvPr>
            <p:ph type="title" idx="4294967295"/>
          </p:nvPr>
        </p:nvSpPr>
        <p:spPr>
          <a:xfrm>
            <a:off x="396875" y="141288"/>
            <a:ext cx="6434138" cy="623887"/>
          </a:xfrm>
          <a:solidFill>
            <a:srgbClr val="66FFFF"/>
          </a:solidFill>
          <a:ln>
            <a:solidFill>
              <a:srgbClr val="000099"/>
            </a:solidFill>
            <a:miter lim="800000"/>
            <a:headEnd/>
            <a:tailEnd/>
          </a:ln>
        </p:spPr>
        <p:txBody>
          <a:bodyPr/>
          <a:lstStyle/>
          <a:p>
            <a:pPr algn="ctr"/>
            <a:r>
              <a:rPr lang="zh-CN" altLang="en-US" sz="3200" smtClean="0">
                <a:ea typeface="黑体" panose="02010609060101010101" pitchFamily="49" charset="-122"/>
              </a:rPr>
              <a:t>主机 </a:t>
            </a:r>
            <a:r>
              <a:rPr lang="en-US" altLang="zh-CN" sz="3200" smtClean="0">
                <a:ea typeface="黑体" panose="02010609060101010101" pitchFamily="49" charset="-122"/>
              </a:rPr>
              <a:t>H</a:t>
            </a:r>
            <a:r>
              <a:rPr lang="en-US" altLang="zh-CN" sz="3200" baseline="-25000" smtClean="0">
                <a:ea typeface="黑体" panose="02010609060101010101" pitchFamily="49" charset="-122"/>
              </a:rPr>
              <a:t>1 </a:t>
            </a:r>
            <a:r>
              <a:rPr lang="zh-CN" altLang="en-US" sz="3200" smtClean="0">
                <a:ea typeface="黑体" panose="02010609060101010101" pitchFamily="49" charset="-122"/>
              </a:rPr>
              <a:t>要发送分组给 </a:t>
            </a:r>
            <a:r>
              <a:rPr lang="en-US" altLang="zh-CN" sz="3200" smtClean="0">
                <a:ea typeface="黑体" panose="02010609060101010101" pitchFamily="49" charset="-122"/>
              </a:rPr>
              <a:t>H</a:t>
            </a:r>
            <a:r>
              <a:rPr lang="en-US" altLang="zh-CN" sz="3200" baseline="-25000" smtClean="0">
                <a:ea typeface="黑体" panose="02010609060101010101" pitchFamily="49" charset="-122"/>
              </a:rPr>
              <a:t>2</a:t>
            </a:r>
            <a:r>
              <a:rPr lang="en-US" altLang="zh-CN" sz="3200" smtClean="0">
                <a:ea typeface="黑体" panose="02010609060101010101" pitchFamily="49" charset="-122"/>
              </a:rPr>
              <a:t> </a:t>
            </a:r>
          </a:p>
        </p:txBody>
      </p:sp>
      <p:sp>
        <p:nvSpPr>
          <p:cNvPr id="911362" name="Rectangle 64"/>
          <p:cNvSpPr>
            <a:spLocks noChangeArrowheads="1"/>
          </p:cNvSpPr>
          <p:nvPr/>
        </p:nvSpPr>
        <p:spPr bwMode="auto">
          <a:xfrm>
            <a:off x="1209675" y="908050"/>
            <a:ext cx="7019925" cy="504825"/>
          </a:xfrm>
          <a:prstGeom prst="rect">
            <a:avLst/>
          </a:prstGeom>
          <a:solidFill>
            <a:srgbClr val="FFFF99"/>
          </a:solidFill>
          <a:ln w="9525">
            <a:solidFill>
              <a:schemeClr val="tx1"/>
            </a:solidFill>
            <a:miter lim="800000"/>
            <a:headEnd/>
            <a:tailEnd/>
          </a:ln>
        </p:spPr>
        <p:txBody>
          <a:bodyPr wrap="none" anchor="ctr"/>
          <a:lstStyle/>
          <a:p>
            <a:pPr algn="just" eaLnBrk="0" hangingPunct="0"/>
            <a:r>
              <a:rPr lang="zh-CN" altLang="en-US" sz="2400" b="1">
                <a:solidFill>
                  <a:srgbClr val="000099"/>
                </a:solidFill>
                <a:ea typeface="黑体" panose="02010609060101010101" pitchFamily="49" charset="-122"/>
              </a:rPr>
              <a:t>要发送的分组的目的 </a:t>
            </a:r>
            <a:r>
              <a:rPr lang="en-US" altLang="zh-CN" sz="2400" b="1">
                <a:solidFill>
                  <a:srgbClr val="000099"/>
                </a:solidFill>
                <a:ea typeface="黑体" panose="02010609060101010101" pitchFamily="49" charset="-122"/>
              </a:rPr>
              <a:t>IP </a:t>
            </a:r>
            <a:r>
              <a:rPr lang="zh-CN" altLang="en-US" sz="2400" b="1">
                <a:solidFill>
                  <a:srgbClr val="000099"/>
                </a:solidFill>
                <a:ea typeface="黑体" panose="02010609060101010101" pitchFamily="49" charset="-122"/>
              </a:rPr>
              <a:t>地址：</a:t>
            </a:r>
            <a:r>
              <a:rPr lang="en-US" altLang="zh-CN" sz="2400" b="1">
                <a:solidFill>
                  <a:srgbClr val="000099"/>
                </a:solidFill>
                <a:ea typeface="黑体" panose="02010609060101010101" pitchFamily="49" charset="-122"/>
              </a:rPr>
              <a:t>128.30.33.138</a:t>
            </a:r>
          </a:p>
        </p:txBody>
      </p:sp>
      <p:sp>
        <p:nvSpPr>
          <p:cNvPr id="911363" name="Line 65"/>
          <p:cNvSpPr>
            <a:spLocks noChangeShapeType="1"/>
          </p:cNvSpPr>
          <p:nvPr/>
        </p:nvSpPr>
        <p:spPr bwMode="auto">
          <a:xfrm flipH="1">
            <a:off x="2579688" y="1412875"/>
            <a:ext cx="1042987" cy="2124075"/>
          </a:xfrm>
          <a:prstGeom prst="line">
            <a:avLst/>
          </a:prstGeom>
          <a:noFill/>
          <a:ln w="28575">
            <a:solidFill>
              <a:srgbClr val="FF0000">
                <a:alpha val="79999"/>
              </a:srgbClr>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911364" name="Freeform 2"/>
          <p:cNvSpPr>
            <a:spLocks noChangeArrowheads="1"/>
          </p:cNvSpPr>
          <p:nvPr/>
        </p:nvSpPr>
        <p:spPr bwMode="auto">
          <a:xfrm>
            <a:off x="2924175" y="2044700"/>
            <a:ext cx="1820863" cy="1819275"/>
          </a:xfrm>
          <a:custGeom>
            <a:avLst/>
            <a:gdLst>
              <a:gd name="T0" fmla="*/ 5 w 1059"/>
              <a:gd name="T1" fmla="*/ 1146 h 1146"/>
              <a:gd name="T2" fmla="*/ 1048 w 1059"/>
              <a:gd name="T3" fmla="*/ 0 h 1146"/>
              <a:gd name="T4" fmla="*/ 1059 w 1059"/>
              <a:gd name="T5" fmla="*/ 880 h 1146"/>
              <a:gd name="T6" fmla="*/ 0 w 1059"/>
              <a:gd name="T7" fmla="*/ 1111 h 1146"/>
            </a:gdLst>
            <a:ahLst/>
            <a:cxnLst>
              <a:cxn ang="0">
                <a:pos x="T0" y="T1"/>
              </a:cxn>
              <a:cxn ang="0">
                <a:pos x="T2" y="T3"/>
              </a:cxn>
              <a:cxn ang="0">
                <a:pos x="T4" y="T5"/>
              </a:cxn>
              <a:cxn ang="0">
                <a:pos x="T6" y="T7"/>
              </a:cxn>
            </a:cxnLst>
            <a:rect l="0" t="0" r="r" b="b"/>
            <a:pathLst>
              <a:path w="1059" h="1146">
                <a:moveTo>
                  <a:pt x="5" y="1146"/>
                </a:moveTo>
                <a:lnTo>
                  <a:pt x="1048" y="0"/>
                </a:lnTo>
                <a:lnTo>
                  <a:pt x="1059" y="880"/>
                </a:lnTo>
                <a:lnTo>
                  <a:pt x="0" y="1111"/>
                </a:lnTo>
              </a:path>
            </a:pathLst>
          </a:custGeom>
          <a:gradFill rotWithShape="1">
            <a:gsLst>
              <a:gs pos="0">
                <a:srgbClr val="A6A6A6"/>
              </a:gs>
              <a:gs pos="100000">
                <a:srgbClr val="FFFF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911365" name="Text Box 4"/>
          <p:cNvSpPr txBox="1">
            <a:spLocks noChangeArrowheads="1"/>
          </p:cNvSpPr>
          <p:nvPr/>
        </p:nvSpPr>
        <p:spPr bwMode="auto">
          <a:xfrm>
            <a:off x="2924175" y="3127375"/>
            <a:ext cx="312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0</a:t>
            </a:r>
            <a:endParaRPr lang="en-US" altLang="zh-CN" b="1" baseline="-25000">
              <a:solidFill>
                <a:srgbClr val="000099"/>
              </a:solidFill>
              <a:ea typeface="黑体" panose="02010609060101010101" pitchFamily="49" charset="-122"/>
            </a:endParaRPr>
          </a:p>
        </p:txBody>
      </p:sp>
      <p:graphicFrame>
        <p:nvGraphicFramePr>
          <p:cNvPr id="57" name="Group 5"/>
          <p:cNvGraphicFramePr>
            <a:graphicFrameLocks noGrp="1"/>
          </p:cNvGraphicFramePr>
          <p:nvPr/>
        </p:nvGraphicFramePr>
        <p:xfrm>
          <a:off x="4745038" y="2052638"/>
          <a:ext cx="5032375" cy="1376397"/>
        </p:xfrm>
        <a:graphic>
          <a:graphicData uri="http://schemas.openxmlformats.org/drawingml/2006/table">
            <a:tbl>
              <a:tblPr/>
              <a:tblGrid>
                <a:gridCol w="1807595">
                  <a:extLst>
                    <a:ext uri="{9D8B030D-6E8A-4147-A177-3AD203B41FA5}">
                      <a16:colId xmlns:a16="http://schemas.microsoft.com/office/drawing/2014/main" val="20000"/>
                    </a:ext>
                  </a:extLst>
                </a:gridCol>
                <a:gridCol w="2165332">
                  <a:extLst>
                    <a:ext uri="{9D8B030D-6E8A-4147-A177-3AD203B41FA5}">
                      <a16:colId xmlns:a16="http://schemas.microsoft.com/office/drawing/2014/main" val="20001"/>
                    </a:ext>
                  </a:extLst>
                </a:gridCol>
                <a:gridCol w="1059448">
                  <a:extLst>
                    <a:ext uri="{9D8B030D-6E8A-4147-A177-3AD203B41FA5}">
                      <a16:colId xmlns:a16="http://schemas.microsoft.com/office/drawing/2014/main" val="20002"/>
                    </a:ext>
                  </a:extLst>
                </a:gridCol>
              </a:tblGrid>
              <a:tr h="338281">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dirty="0">
                          <a:ln>
                            <a:noFill/>
                          </a:ln>
                          <a:solidFill>
                            <a:srgbClr val="000099"/>
                          </a:solidFill>
                          <a:effectLst/>
                          <a:latin typeface="+mn-lt"/>
                          <a:ea typeface="黑体" panose="02010609060101010101" pitchFamily="2" charset="-122"/>
                        </a:rPr>
                        <a:t>目的网络地址</a:t>
                      </a:r>
                    </a:p>
                  </a:txBody>
                  <a:tcPr marL="99065" marR="99065"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a:ln>
                            <a:noFill/>
                          </a:ln>
                          <a:solidFill>
                            <a:srgbClr val="000099"/>
                          </a:solidFill>
                          <a:effectLst/>
                          <a:latin typeface="+mn-lt"/>
                          <a:ea typeface="黑体" panose="02010609060101010101" pitchFamily="2" charset="-122"/>
                        </a:rPr>
                        <a:t>子网掩码</a:t>
                      </a:r>
                    </a:p>
                  </a:txBody>
                  <a:tcPr marL="99065" marR="99065"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a:ln>
                            <a:noFill/>
                          </a:ln>
                          <a:solidFill>
                            <a:srgbClr val="000099"/>
                          </a:solidFill>
                          <a:effectLst/>
                          <a:latin typeface="+mn-lt"/>
                          <a:ea typeface="黑体" panose="02010609060101010101" pitchFamily="2" charset="-122"/>
                        </a:rPr>
                        <a:t>下一跳</a:t>
                      </a:r>
                    </a:p>
                  </a:txBody>
                  <a:tcPr marL="99065" marR="99065"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1038081">
                <a:tc>
                  <a:txBody>
                    <a:bodyPr/>
                    <a:lstStyle/>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128.30.33.0</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128.30.33.128</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128.30.36.0</a:t>
                      </a:r>
                    </a:p>
                  </a:txBody>
                  <a:tcPr marL="99065" marR="99065"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255.255.255.128</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255.255.255.128</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255.255.255.0</a:t>
                      </a:r>
                    </a:p>
                  </a:txBody>
                  <a:tcPr marL="99065" marR="99065"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dirty="0">
                          <a:ln>
                            <a:noFill/>
                          </a:ln>
                          <a:solidFill>
                            <a:srgbClr val="000099"/>
                          </a:solidFill>
                          <a:effectLst/>
                          <a:latin typeface="+mn-lt"/>
                          <a:ea typeface="黑体" panose="02010609060101010101" pitchFamily="2" charset="-122"/>
                        </a:rPr>
                        <a:t>接口 </a:t>
                      </a:r>
                      <a:r>
                        <a:rPr kumimoji="0" lang="en-US" altLang="zh-CN" sz="1800" b="1" i="0" u="none" strike="noStrike" cap="none" normalizeH="0" baseline="0" dirty="0">
                          <a:ln>
                            <a:noFill/>
                          </a:ln>
                          <a:solidFill>
                            <a:srgbClr val="000099"/>
                          </a:solidFill>
                          <a:effectLst/>
                          <a:latin typeface="+mn-lt"/>
                          <a:ea typeface="黑体" panose="02010609060101010101" pitchFamily="2" charset="-122"/>
                        </a:rPr>
                        <a:t>0</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dirty="0">
                          <a:ln>
                            <a:noFill/>
                          </a:ln>
                          <a:solidFill>
                            <a:srgbClr val="000099"/>
                          </a:solidFill>
                          <a:effectLst/>
                          <a:latin typeface="+mn-lt"/>
                          <a:ea typeface="黑体" panose="02010609060101010101" pitchFamily="2" charset="-122"/>
                        </a:rPr>
                        <a:t>接口 </a:t>
                      </a:r>
                      <a:r>
                        <a:rPr kumimoji="0" lang="en-US" altLang="zh-CN" sz="1800" b="1" i="0" u="none" strike="noStrike" cap="none" normalizeH="0" baseline="0" dirty="0">
                          <a:ln>
                            <a:noFill/>
                          </a:ln>
                          <a:solidFill>
                            <a:srgbClr val="000099"/>
                          </a:solidFill>
                          <a:effectLst/>
                          <a:latin typeface="+mn-lt"/>
                          <a:ea typeface="黑体" panose="02010609060101010101" pitchFamily="2" charset="-122"/>
                        </a:rPr>
                        <a:t>1</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dirty="0">
                          <a:ln>
                            <a:noFill/>
                          </a:ln>
                          <a:solidFill>
                            <a:srgbClr val="000099"/>
                          </a:solidFill>
                          <a:effectLst/>
                          <a:latin typeface="+mn-lt"/>
                          <a:ea typeface="黑体" panose="02010609060101010101" pitchFamily="2" charset="-122"/>
                        </a:rPr>
                        <a:t>R</a:t>
                      </a:r>
                      <a:r>
                        <a:rPr kumimoji="0" lang="en-US" altLang="zh-CN" sz="1800" b="1" i="0" u="none" strike="noStrike" cap="none" normalizeH="0" baseline="-25000" dirty="0">
                          <a:ln>
                            <a:noFill/>
                          </a:ln>
                          <a:solidFill>
                            <a:srgbClr val="000099"/>
                          </a:solidFill>
                          <a:effectLst/>
                          <a:latin typeface="+mn-lt"/>
                          <a:ea typeface="黑体" panose="02010609060101010101" pitchFamily="2" charset="-122"/>
                        </a:rPr>
                        <a:t>2</a:t>
                      </a:r>
                    </a:p>
                  </a:txBody>
                  <a:tcPr marL="99065" marR="99065"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1"/>
                  </a:ext>
                </a:extLst>
              </a:tr>
            </a:tbl>
          </a:graphicData>
        </a:graphic>
      </p:graphicFrame>
      <p:sp>
        <p:nvSpPr>
          <p:cNvPr id="911380" name="Line 19"/>
          <p:cNvSpPr>
            <a:spLocks noChangeShapeType="1"/>
          </p:cNvSpPr>
          <p:nvPr/>
        </p:nvSpPr>
        <p:spPr bwMode="auto">
          <a:xfrm>
            <a:off x="2895600" y="3105150"/>
            <a:ext cx="1588" cy="7032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1381" name="Line 20"/>
          <p:cNvSpPr>
            <a:spLocks noChangeShapeType="1"/>
          </p:cNvSpPr>
          <p:nvPr/>
        </p:nvSpPr>
        <p:spPr bwMode="auto">
          <a:xfrm>
            <a:off x="503238" y="3087688"/>
            <a:ext cx="1587" cy="5699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1382" name="Line 21"/>
          <p:cNvSpPr>
            <a:spLocks noChangeShapeType="1"/>
          </p:cNvSpPr>
          <p:nvPr/>
        </p:nvSpPr>
        <p:spPr bwMode="auto">
          <a:xfrm flipV="1">
            <a:off x="266700" y="3105150"/>
            <a:ext cx="4379913"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1383" name="Line 22"/>
          <p:cNvSpPr>
            <a:spLocks noChangeShapeType="1"/>
          </p:cNvSpPr>
          <p:nvPr/>
        </p:nvSpPr>
        <p:spPr bwMode="auto">
          <a:xfrm>
            <a:off x="1204913" y="2535238"/>
            <a:ext cx="1587" cy="5699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911384" name="Picture 2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9175" y="2276475"/>
            <a:ext cx="4318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385" name="Text Box 24"/>
          <p:cNvSpPr txBox="1">
            <a:spLocks noChangeArrowheads="1"/>
          </p:cNvSpPr>
          <p:nvPr/>
        </p:nvSpPr>
        <p:spPr bwMode="auto">
          <a:xfrm>
            <a:off x="434975" y="1922463"/>
            <a:ext cx="15890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128.30.33.13</a:t>
            </a:r>
          </a:p>
        </p:txBody>
      </p:sp>
      <p:sp>
        <p:nvSpPr>
          <p:cNvPr id="911386" name="Text Box 25"/>
          <p:cNvSpPr txBox="1">
            <a:spLocks noChangeArrowheads="1"/>
          </p:cNvSpPr>
          <p:nvPr/>
        </p:nvSpPr>
        <p:spPr bwMode="auto">
          <a:xfrm>
            <a:off x="227013" y="2205038"/>
            <a:ext cx="8778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黑体" panose="02010609060101010101" pitchFamily="49" charset="-122"/>
              </a:rPr>
              <a:t>源主机</a:t>
            </a:r>
          </a:p>
          <a:p>
            <a:pPr algn="ctr" eaLnBrk="0" hangingPunct="0"/>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1</a:t>
            </a:r>
          </a:p>
        </p:txBody>
      </p:sp>
      <p:sp>
        <p:nvSpPr>
          <p:cNvPr id="911387" name="Line 27"/>
          <p:cNvSpPr>
            <a:spLocks noChangeShapeType="1"/>
          </p:cNvSpPr>
          <p:nvPr/>
        </p:nvSpPr>
        <p:spPr bwMode="auto">
          <a:xfrm>
            <a:off x="1927225" y="5011738"/>
            <a:ext cx="1588" cy="70326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1388" name="Line 28"/>
          <p:cNvSpPr>
            <a:spLocks noChangeShapeType="1"/>
          </p:cNvSpPr>
          <p:nvPr/>
        </p:nvSpPr>
        <p:spPr bwMode="auto">
          <a:xfrm>
            <a:off x="6831013" y="4400550"/>
            <a:ext cx="1587" cy="5699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1389" name="Line 29"/>
          <p:cNvSpPr>
            <a:spLocks noChangeShapeType="1"/>
          </p:cNvSpPr>
          <p:nvPr/>
        </p:nvSpPr>
        <p:spPr bwMode="auto">
          <a:xfrm>
            <a:off x="1079500" y="5708650"/>
            <a:ext cx="1588" cy="5699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1390" name="Line 30"/>
          <p:cNvSpPr>
            <a:spLocks noChangeShapeType="1"/>
          </p:cNvSpPr>
          <p:nvPr/>
        </p:nvSpPr>
        <p:spPr bwMode="auto">
          <a:xfrm>
            <a:off x="1927225" y="4400550"/>
            <a:ext cx="1588" cy="7032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1391" name="Line 31"/>
          <p:cNvSpPr>
            <a:spLocks noChangeShapeType="1"/>
          </p:cNvSpPr>
          <p:nvPr/>
        </p:nvSpPr>
        <p:spPr bwMode="auto">
          <a:xfrm>
            <a:off x="2901950" y="3676650"/>
            <a:ext cx="1588" cy="7032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911392" name="Picture 3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0588" y="6018213"/>
            <a:ext cx="43180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393" name="Picture 3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6225" y="3413125"/>
            <a:ext cx="431800"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11394" name="Group 34"/>
          <p:cNvGrpSpPr>
            <a:grpSpLocks/>
          </p:cNvGrpSpPr>
          <p:nvPr/>
        </p:nvGrpSpPr>
        <p:grpSpPr bwMode="auto">
          <a:xfrm>
            <a:off x="2619375" y="3459163"/>
            <a:ext cx="663575" cy="460375"/>
            <a:chOff x="864" y="1824"/>
            <a:chExt cx="432" cy="288"/>
          </a:xfrm>
        </p:grpSpPr>
        <p:pic>
          <p:nvPicPr>
            <p:cNvPr id="911395" name="Picture 3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396" name="Picture 3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911397"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53213" y="4779963"/>
            <a:ext cx="43180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398" name="Line 38"/>
          <p:cNvSpPr>
            <a:spLocks noChangeShapeType="1"/>
          </p:cNvSpPr>
          <p:nvPr/>
        </p:nvSpPr>
        <p:spPr bwMode="auto">
          <a:xfrm>
            <a:off x="1174750" y="4379913"/>
            <a:ext cx="7527925"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1399" name="Line 39"/>
          <p:cNvSpPr>
            <a:spLocks noChangeShapeType="1"/>
          </p:cNvSpPr>
          <p:nvPr/>
        </p:nvSpPr>
        <p:spPr bwMode="auto">
          <a:xfrm>
            <a:off x="741363" y="5729288"/>
            <a:ext cx="8488362"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1400" name="Text Box 40"/>
          <p:cNvSpPr txBox="1">
            <a:spLocks noChangeArrowheads="1"/>
          </p:cNvSpPr>
          <p:nvPr/>
        </p:nvSpPr>
        <p:spPr bwMode="auto">
          <a:xfrm>
            <a:off x="1071563" y="3890963"/>
            <a:ext cx="17065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altLang="zh-CN" b="1">
                <a:solidFill>
                  <a:srgbClr val="000099"/>
                </a:solidFill>
                <a:ea typeface="黑体" panose="02010609060101010101" pitchFamily="49" charset="-122"/>
              </a:rPr>
              <a:t>128.30.33.130</a:t>
            </a:r>
          </a:p>
        </p:txBody>
      </p:sp>
      <p:grpSp>
        <p:nvGrpSpPr>
          <p:cNvPr id="911401" name="Group 41"/>
          <p:cNvGrpSpPr>
            <a:grpSpLocks/>
          </p:cNvGrpSpPr>
          <p:nvPr/>
        </p:nvGrpSpPr>
        <p:grpSpPr bwMode="auto">
          <a:xfrm>
            <a:off x="3319463" y="1628775"/>
            <a:ext cx="5945187" cy="2278063"/>
            <a:chOff x="1836" y="1026"/>
            <a:chExt cx="3457" cy="1435"/>
          </a:xfrm>
        </p:grpSpPr>
        <p:sp>
          <p:nvSpPr>
            <p:cNvPr id="911402" name="Text Box 42"/>
            <p:cNvSpPr txBox="1">
              <a:spLocks noChangeArrowheads="1"/>
            </p:cNvSpPr>
            <p:nvPr/>
          </p:nvSpPr>
          <p:spPr bwMode="auto">
            <a:xfrm>
              <a:off x="2894" y="1026"/>
              <a:ext cx="239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990000"/>
                  </a:solidFill>
                  <a:ea typeface="黑体" panose="02010609060101010101" pitchFamily="49" charset="-122"/>
                </a:rPr>
                <a:t>R</a:t>
              </a:r>
              <a:r>
                <a:rPr lang="en-US" altLang="zh-CN" sz="2000" b="1" baseline="-25000">
                  <a:solidFill>
                    <a:srgbClr val="990000"/>
                  </a:solidFill>
                  <a:ea typeface="黑体" panose="02010609060101010101" pitchFamily="49" charset="-122"/>
                </a:rPr>
                <a:t>1</a:t>
              </a:r>
              <a:r>
                <a:rPr lang="en-US" altLang="zh-CN" sz="2000" b="1">
                  <a:solidFill>
                    <a:srgbClr val="990000"/>
                  </a:solidFill>
                  <a:ea typeface="黑体" panose="02010609060101010101" pitchFamily="49" charset="-122"/>
                </a:rPr>
                <a:t> </a:t>
              </a:r>
              <a:r>
                <a:rPr lang="zh-CN" altLang="en-US" sz="2000" b="1">
                  <a:solidFill>
                    <a:srgbClr val="990000"/>
                  </a:solidFill>
                  <a:ea typeface="黑体" panose="02010609060101010101" pitchFamily="49" charset="-122"/>
                </a:rPr>
                <a:t>的路由表（未给出默认路由器）</a:t>
              </a:r>
              <a:endParaRPr lang="zh-CN" altLang="en-US" sz="2000" b="1" baseline="-25000">
                <a:solidFill>
                  <a:srgbClr val="990000"/>
                </a:solidFill>
                <a:ea typeface="黑体" panose="02010609060101010101" pitchFamily="49" charset="-122"/>
              </a:endParaRPr>
            </a:p>
          </p:txBody>
        </p:sp>
        <p:sp>
          <p:nvSpPr>
            <p:cNvPr id="911403" name="Text Box 43"/>
            <p:cNvSpPr txBox="1">
              <a:spLocks noChangeArrowheads="1"/>
            </p:cNvSpPr>
            <p:nvPr/>
          </p:nvSpPr>
          <p:spPr bwMode="auto">
            <a:xfrm>
              <a:off x="1836" y="2228"/>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990000"/>
                  </a:solidFill>
                  <a:ea typeface="黑体" panose="02010609060101010101" pitchFamily="49" charset="-122"/>
                </a:rPr>
                <a:t>R</a:t>
              </a:r>
              <a:r>
                <a:rPr lang="en-US" altLang="zh-CN" b="1" baseline="-25000">
                  <a:solidFill>
                    <a:srgbClr val="990000"/>
                  </a:solidFill>
                  <a:ea typeface="黑体" panose="02010609060101010101" pitchFamily="49" charset="-122"/>
                </a:rPr>
                <a:t>1</a:t>
              </a:r>
            </a:p>
          </p:txBody>
        </p:sp>
      </p:grpSp>
      <p:sp>
        <p:nvSpPr>
          <p:cNvPr id="911404" name="Text Box 44"/>
          <p:cNvSpPr txBox="1">
            <a:spLocks noChangeArrowheads="1"/>
          </p:cNvSpPr>
          <p:nvPr/>
        </p:nvSpPr>
        <p:spPr bwMode="auto">
          <a:xfrm>
            <a:off x="2906713" y="3897313"/>
            <a:ext cx="312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a:t>
            </a:r>
            <a:endParaRPr lang="en-US" altLang="zh-CN" b="1" baseline="-25000">
              <a:solidFill>
                <a:srgbClr val="000099"/>
              </a:solidFill>
              <a:ea typeface="黑体" panose="02010609060101010101" pitchFamily="49" charset="-122"/>
            </a:endParaRPr>
          </a:p>
        </p:txBody>
      </p:sp>
      <p:sp>
        <p:nvSpPr>
          <p:cNvPr id="911405" name="Line 45"/>
          <p:cNvSpPr>
            <a:spLocks noChangeShapeType="1"/>
          </p:cNvSpPr>
          <p:nvPr/>
        </p:nvSpPr>
        <p:spPr bwMode="auto">
          <a:xfrm>
            <a:off x="4516438" y="4400550"/>
            <a:ext cx="1587" cy="5699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911406" name="Group 46"/>
          <p:cNvGrpSpPr>
            <a:grpSpLocks/>
          </p:cNvGrpSpPr>
          <p:nvPr/>
        </p:nvGrpSpPr>
        <p:grpSpPr bwMode="auto">
          <a:xfrm>
            <a:off x="1644650" y="4843463"/>
            <a:ext cx="663575" cy="460375"/>
            <a:chOff x="864" y="1824"/>
            <a:chExt cx="432" cy="288"/>
          </a:xfrm>
        </p:grpSpPr>
        <p:pic>
          <p:nvPicPr>
            <p:cNvPr id="911407" name="Picture 4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408" name="Picture 4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11409" name="Text Box 49"/>
          <p:cNvSpPr txBox="1">
            <a:spLocks noChangeArrowheads="1"/>
          </p:cNvSpPr>
          <p:nvPr/>
        </p:nvSpPr>
        <p:spPr bwMode="auto">
          <a:xfrm>
            <a:off x="1214438" y="4826000"/>
            <a:ext cx="4365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2</a:t>
            </a:r>
          </a:p>
        </p:txBody>
      </p:sp>
      <p:sp>
        <p:nvSpPr>
          <p:cNvPr id="911410" name="Line 50"/>
          <p:cNvSpPr>
            <a:spLocks noChangeShapeType="1"/>
          </p:cNvSpPr>
          <p:nvPr/>
        </p:nvSpPr>
        <p:spPr bwMode="auto">
          <a:xfrm>
            <a:off x="2579688" y="5707063"/>
            <a:ext cx="1587" cy="5699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911411" name="Picture 5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27525" y="4784725"/>
            <a:ext cx="431800"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412" name="Text Box 52"/>
          <p:cNvSpPr txBox="1">
            <a:spLocks noChangeArrowheads="1"/>
          </p:cNvSpPr>
          <p:nvPr/>
        </p:nvSpPr>
        <p:spPr bwMode="auto">
          <a:xfrm>
            <a:off x="4443413" y="3681413"/>
            <a:ext cx="49625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000" b="1">
                <a:solidFill>
                  <a:srgbClr val="000099"/>
                </a:solidFill>
                <a:ea typeface="黑体" panose="02010609060101010101" pitchFamily="49" charset="-122"/>
              </a:rPr>
              <a:t>子网</a:t>
            </a:r>
            <a:r>
              <a:rPr lang="en-US" altLang="zh-CN" sz="2000" b="1">
                <a:solidFill>
                  <a:srgbClr val="000099"/>
                </a:solidFill>
                <a:ea typeface="黑体" panose="02010609060101010101" pitchFamily="49" charset="-122"/>
              </a:rPr>
              <a:t>2</a:t>
            </a:r>
            <a:r>
              <a:rPr lang="zh-CN" altLang="en-US" sz="2000" b="1">
                <a:solidFill>
                  <a:srgbClr val="000099"/>
                </a:solidFill>
                <a:ea typeface="黑体" panose="02010609060101010101" pitchFamily="49" charset="-122"/>
              </a:rPr>
              <a:t>：网络地址 </a:t>
            </a:r>
            <a:r>
              <a:rPr lang="en-US" altLang="zh-CN" sz="2000" b="1">
                <a:solidFill>
                  <a:srgbClr val="000099"/>
                </a:solidFill>
                <a:ea typeface="黑体" panose="02010609060101010101" pitchFamily="49" charset="-122"/>
              </a:rPr>
              <a:t>128.30.33.128</a:t>
            </a:r>
          </a:p>
          <a:p>
            <a:pPr eaLnBrk="0" hangingPunct="0"/>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子网掩码 </a:t>
            </a:r>
            <a:r>
              <a:rPr lang="en-US" altLang="zh-CN" sz="2000" b="1">
                <a:solidFill>
                  <a:srgbClr val="000099"/>
                </a:solidFill>
                <a:ea typeface="黑体" panose="02010609060101010101" pitchFamily="49" charset="-122"/>
              </a:rPr>
              <a:t>255.255.255.128</a:t>
            </a:r>
            <a:endParaRPr lang="en-US" altLang="zh-CN" sz="2000" b="1" baseline="-25000">
              <a:solidFill>
                <a:srgbClr val="000099"/>
              </a:solidFill>
              <a:ea typeface="黑体" panose="02010609060101010101" pitchFamily="49" charset="-122"/>
            </a:endParaRPr>
          </a:p>
        </p:txBody>
      </p:sp>
      <p:sp>
        <p:nvSpPr>
          <p:cNvPr id="911413" name="Text Box 53"/>
          <p:cNvSpPr txBox="1">
            <a:spLocks noChangeArrowheads="1"/>
          </p:cNvSpPr>
          <p:nvPr/>
        </p:nvSpPr>
        <p:spPr bwMode="auto">
          <a:xfrm>
            <a:off x="3803650" y="5229225"/>
            <a:ext cx="14239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目的主机 </a:t>
            </a:r>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2</a:t>
            </a:r>
          </a:p>
        </p:txBody>
      </p:sp>
      <p:sp>
        <p:nvSpPr>
          <p:cNvPr id="911414" name="Text Box 54"/>
          <p:cNvSpPr txBox="1">
            <a:spLocks noChangeArrowheads="1"/>
          </p:cNvSpPr>
          <p:nvPr/>
        </p:nvSpPr>
        <p:spPr bwMode="auto">
          <a:xfrm>
            <a:off x="4646613" y="4760913"/>
            <a:ext cx="17065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128.30.33.138</a:t>
            </a:r>
          </a:p>
        </p:txBody>
      </p:sp>
      <p:sp>
        <p:nvSpPr>
          <p:cNvPr id="911415" name="Text Box 55"/>
          <p:cNvSpPr txBox="1">
            <a:spLocks noChangeArrowheads="1"/>
          </p:cNvSpPr>
          <p:nvPr/>
        </p:nvSpPr>
        <p:spPr bwMode="auto">
          <a:xfrm>
            <a:off x="1579563" y="4538663"/>
            <a:ext cx="312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0</a:t>
            </a:r>
            <a:endParaRPr lang="en-US" altLang="zh-CN" b="1" baseline="-25000">
              <a:solidFill>
                <a:srgbClr val="000099"/>
              </a:solidFill>
              <a:ea typeface="黑体" panose="02010609060101010101" pitchFamily="49" charset="-122"/>
            </a:endParaRPr>
          </a:p>
        </p:txBody>
      </p:sp>
      <p:sp>
        <p:nvSpPr>
          <p:cNvPr id="911416" name="Text Box 56"/>
          <p:cNvSpPr txBox="1">
            <a:spLocks noChangeArrowheads="1"/>
          </p:cNvSpPr>
          <p:nvPr/>
        </p:nvSpPr>
        <p:spPr bwMode="auto">
          <a:xfrm>
            <a:off x="1593850" y="5259388"/>
            <a:ext cx="3127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a:t>
            </a:r>
            <a:endParaRPr lang="en-US" altLang="zh-CN" b="1" baseline="-25000">
              <a:solidFill>
                <a:srgbClr val="000099"/>
              </a:solidFill>
              <a:ea typeface="黑体" panose="02010609060101010101" pitchFamily="49" charset="-122"/>
            </a:endParaRPr>
          </a:p>
        </p:txBody>
      </p:sp>
      <p:sp>
        <p:nvSpPr>
          <p:cNvPr id="911417" name="Text Box 57"/>
          <p:cNvSpPr txBox="1">
            <a:spLocks noChangeArrowheads="1"/>
          </p:cNvSpPr>
          <p:nvPr/>
        </p:nvSpPr>
        <p:spPr bwMode="auto">
          <a:xfrm>
            <a:off x="1916113" y="4538663"/>
            <a:ext cx="17065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128.30.33.129</a:t>
            </a:r>
          </a:p>
        </p:txBody>
      </p:sp>
      <p:pic>
        <p:nvPicPr>
          <p:cNvPr id="911418"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90775" y="6016625"/>
            <a:ext cx="4333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419" name="Text Box 59"/>
          <p:cNvSpPr txBox="1">
            <a:spLocks noChangeArrowheads="1"/>
          </p:cNvSpPr>
          <p:nvPr/>
        </p:nvSpPr>
        <p:spPr bwMode="auto">
          <a:xfrm>
            <a:off x="2009775" y="5984875"/>
            <a:ext cx="436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3</a:t>
            </a:r>
          </a:p>
        </p:txBody>
      </p:sp>
      <p:sp>
        <p:nvSpPr>
          <p:cNvPr id="911420" name="Text Box 60"/>
          <p:cNvSpPr txBox="1">
            <a:spLocks noChangeArrowheads="1"/>
          </p:cNvSpPr>
          <p:nvPr/>
        </p:nvSpPr>
        <p:spPr bwMode="auto">
          <a:xfrm>
            <a:off x="2005013" y="5257800"/>
            <a:ext cx="14033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128.30.36.2</a:t>
            </a:r>
          </a:p>
        </p:txBody>
      </p:sp>
      <p:sp>
        <p:nvSpPr>
          <p:cNvPr id="911421" name="Text Box 61"/>
          <p:cNvSpPr txBox="1">
            <a:spLocks noChangeArrowheads="1"/>
          </p:cNvSpPr>
          <p:nvPr/>
        </p:nvSpPr>
        <p:spPr bwMode="auto">
          <a:xfrm>
            <a:off x="4532313" y="5788025"/>
            <a:ext cx="37719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子网</a:t>
            </a:r>
            <a:r>
              <a:rPr lang="en-US" altLang="zh-CN" sz="2000" b="1">
                <a:solidFill>
                  <a:srgbClr val="000099"/>
                </a:solidFill>
                <a:ea typeface="黑体" panose="02010609060101010101" pitchFamily="49" charset="-122"/>
              </a:rPr>
              <a:t>3</a:t>
            </a:r>
            <a:r>
              <a:rPr lang="zh-CN" altLang="en-US" sz="2000" b="1">
                <a:solidFill>
                  <a:srgbClr val="000099"/>
                </a:solidFill>
                <a:ea typeface="黑体" panose="02010609060101010101" pitchFamily="49" charset="-122"/>
              </a:rPr>
              <a:t>：网络地址 </a:t>
            </a:r>
            <a:r>
              <a:rPr lang="en-US" altLang="zh-CN" sz="2000" b="1">
                <a:solidFill>
                  <a:srgbClr val="000099"/>
                </a:solidFill>
                <a:ea typeface="黑体" panose="02010609060101010101" pitchFamily="49" charset="-122"/>
              </a:rPr>
              <a:t>128.30.36.0</a:t>
            </a:r>
          </a:p>
          <a:p>
            <a:pPr eaLnBrk="0" hangingPunct="0"/>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子网掩码 </a:t>
            </a:r>
            <a:r>
              <a:rPr lang="en-US" altLang="zh-CN" sz="2000" b="1">
                <a:solidFill>
                  <a:srgbClr val="000099"/>
                </a:solidFill>
                <a:ea typeface="黑体" panose="02010609060101010101" pitchFamily="49" charset="-122"/>
              </a:rPr>
              <a:t>255.255.255.0</a:t>
            </a:r>
            <a:endParaRPr lang="en-US" altLang="zh-CN" sz="2000" b="1" baseline="-25000">
              <a:solidFill>
                <a:srgbClr val="000099"/>
              </a:solidFill>
              <a:ea typeface="黑体" panose="02010609060101010101" pitchFamily="49" charset="-122"/>
            </a:endParaRPr>
          </a:p>
        </p:txBody>
      </p:sp>
      <p:sp>
        <p:nvSpPr>
          <p:cNvPr id="911422" name="Text Box 62"/>
          <p:cNvSpPr txBox="1">
            <a:spLocks noChangeArrowheads="1"/>
          </p:cNvSpPr>
          <p:nvPr/>
        </p:nvSpPr>
        <p:spPr bwMode="auto">
          <a:xfrm>
            <a:off x="2705100" y="6056313"/>
            <a:ext cx="15890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128.30.36.12</a:t>
            </a:r>
          </a:p>
        </p:txBody>
      </p:sp>
      <p:sp>
        <p:nvSpPr>
          <p:cNvPr id="101" name="Line 64"/>
          <p:cNvSpPr>
            <a:spLocks noChangeShapeType="1"/>
          </p:cNvSpPr>
          <p:nvPr/>
        </p:nvSpPr>
        <p:spPr bwMode="auto">
          <a:xfrm>
            <a:off x="1214438" y="2636838"/>
            <a:ext cx="3276600" cy="2305050"/>
          </a:xfrm>
          <a:prstGeom prst="line">
            <a:avLst/>
          </a:prstGeom>
          <a:noFill/>
          <a:ln w="76200">
            <a:solidFill>
              <a:srgbClr val="FF0000">
                <a:alpha val="79999"/>
              </a:srgbClr>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1424" name="Text Box 26"/>
          <p:cNvSpPr txBox="1">
            <a:spLocks noChangeArrowheads="1"/>
          </p:cNvSpPr>
          <p:nvPr/>
        </p:nvSpPr>
        <p:spPr bwMode="auto">
          <a:xfrm>
            <a:off x="746125" y="2189163"/>
            <a:ext cx="3786188"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en-US" b="1">
                <a:solidFill>
                  <a:srgbClr val="000099"/>
                </a:solidFill>
                <a:ea typeface="黑体" panose="02010609060101010101" pitchFamily="49" charset="-122"/>
              </a:rPr>
              <a:t>子网</a:t>
            </a:r>
            <a:r>
              <a:rPr lang="en-US" altLang="zh-CN" b="1">
                <a:solidFill>
                  <a:srgbClr val="000099"/>
                </a:solidFill>
                <a:ea typeface="黑体" panose="02010609060101010101" pitchFamily="49" charset="-122"/>
              </a:rPr>
              <a:t>1</a:t>
            </a:r>
            <a:r>
              <a:rPr lang="zh-CN" altLang="en-US" b="1">
                <a:solidFill>
                  <a:srgbClr val="000099"/>
                </a:solidFill>
                <a:ea typeface="黑体" panose="02010609060101010101" pitchFamily="49" charset="-122"/>
              </a:rPr>
              <a:t>：</a:t>
            </a:r>
          </a:p>
          <a:p>
            <a:pPr algn="ctr" eaLnBrk="0" hangingPunct="0"/>
            <a:r>
              <a:rPr lang="zh-CN" altLang="en-US" b="1">
                <a:solidFill>
                  <a:srgbClr val="000099"/>
                </a:solidFill>
                <a:ea typeface="黑体" panose="02010609060101010101" pitchFamily="49" charset="-122"/>
              </a:rPr>
              <a:t>    网络地址 </a:t>
            </a:r>
            <a:r>
              <a:rPr lang="en-US" altLang="zh-CN" b="1">
                <a:solidFill>
                  <a:srgbClr val="000099"/>
                </a:solidFill>
                <a:ea typeface="黑体" panose="02010609060101010101" pitchFamily="49" charset="-122"/>
              </a:rPr>
              <a:t>128.30.33.0</a:t>
            </a:r>
          </a:p>
          <a:p>
            <a:pPr algn="ctr" eaLnBrk="0" hangingPunct="0"/>
            <a:r>
              <a:rPr lang="en-US" altLang="zh-CN" b="1">
                <a:solidFill>
                  <a:srgbClr val="000099"/>
                </a:solidFill>
                <a:ea typeface="黑体" panose="02010609060101010101" pitchFamily="49" charset="-122"/>
              </a:rPr>
              <a:t>     </a:t>
            </a:r>
            <a:r>
              <a:rPr lang="zh-CN" altLang="en-US" b="1">
                <a:solidFill>
                  <a:srgbClr val="000099"/>
                </a:solidFill>
                <a:ea typeface="黑体" panose="02010609060101010101" pitchFamily="49" charset="-122"/>
              </a:rPr>
              <a:t>子网掩码 </a:t>
            </a:r>
            <a:r>
              <a:rPr lang="en-US" altLang="zh-CN" b="1">
                <a:solidFill>
                  <a:srgbClr val="000099"/>
                </a:solidFill>
                <a:ea typeface="黑体" panose="02010609060101010101" pitchFamily="49" charset="-122"/>
              </a:rPr>
              <a:t>255.255.255.128</a:t>
            </a:r>
          </a:p>
        </p:txBody>
      </p:sp>
      <p:sp>
        <p:nvSpPr>
          <p:cNvPr id="911425" name="Text Box 3"/>
          <p:cNvSpPr txBox="1">
            <a:spLocks noChangeArrowheads="1"/>
          </p:cNvSpPr>
          <p:nvPr/>
        </p:nvSpPr>
        <p:spPr bwMode="auto">
          <a:xfrm>
            <a:off x="1374775" y="3098800"/>
            <a:ext cx="14033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altLang="zh-CN" b="1">
                <a:solidFill>
                  <a:srgbClr val="000099"/>
                </a:solidFill>
                <a:ea typeface="黑体" panose="02010609060101010101" pitchFamily="49" charset="-122"/>
              </a:rPr>
              <a:t>128.30.33.1</a:t>
            </a:r>
          </a:p>
        </p:txBody>
      </p:sp>
      <p:sp>
        <p:nvSpPr>
          <p:cNvPr id="514114" name="Rectangle 66"/>
          <p:cNvSpPr>
            <a:spLocks noChangeArrowheads="1"/>
          </p:cNvSpPr>
          <p:nvPr/>
        </p:nvSpPr>
        <p:spPr bwMode="auto">
          <a:xfrm>
            <a:off x="242888" y="5300663"/>
            <a:ext cx="9677400" cy="1557337"/>
          </a:xfrm>
          <a:prstGeom prst="rect">
            <a:avLst/>
          </a:prstGeom>
          <a:solidFill>
            <a:srgbClr val="CCECFF"/>
          </a:solidFill>
          <a:ln w="9525">
            <a:solidFill>
              <a:schemeClr val="tx1"/>
            </a:solidFill>
            <a:miter lim="800000"/>
            <a:headEnd/>
            <a:tailEnd/>
          </a:ln>
        </p:spPr>
        <p:txBody>
          <a:bodyPr wrap="none" anchor="ctr"/>
          <a:lstStyle/>
          <a:p>
            <a:pPr algn="ctr" eaLnBrk="0" hangingPunct="0">
              <a:lnSpc>
                <a:spcPct val="110000"/>
              </a:lnSpc>
            </a:pPr>
            <a:r>
              <a:rPr lang="zh-CN" altLang="en-US" sz="2400" b="1">
                <a:solidFill>
                  <a:srgbClr val="0000CC"/>
                </a:solidFill>
                <a:ea typeface="黑体" panose="02010609060101010101" pitchFamily="49" charset="-122"/>
              </a:rPr>
              <a:t>请注意：</a:t>
            </a:r>
            <a:r>
              <a:rPr lang="en-US" altLang="zh-CN" sz="2400" b="1">
                <a:solidFill>
                  <a:srgbClr val="0000CC"/>
                </a:solidFill>
                <a:ea typeface="黑体" panose="02010609060101010101" pitchFamily="49" charset="-122"/>
              </a:rPr>
              <a:t>H</a:t>
            </a:r>
            <a:r>
              <a:rPr lang="en-US" altLang="zh-CN" sz="2400" b="1" baseline="-25000">
                <a:solidFill>
                  <a:srgbClr val="0000CC"/>
                </a:solidFill>
                <a:ea typeface="黑体" panose="02010609060101010101" pitchFamily="49" charset="-122"/>
              </a:rPr>
              <a:t>1</a:t>
            </a:r>
            <a:r>
              <a:rPr lang="en-US" altLang="zh-CN" sz="2400" b="1">
                <a:solidFill>
                  <a:srgbClr val="0000CC"/>
                </a:solidFill>
                <a:ea typeface="黑体" panose="02010609060101010101" pitchFamily="49" charset="-122"/>
              </a:rPr>
              <a:t> </a:t>
            </a:r>
            <a:r>
              <a:rPr lang="zh-CN" altLang="en-US" sz="2400" b="1">
                <a:solidFill>
                  <a:srgbClr val="0000CC"/>
                </a:solidFill>
                <a:ea typeface="黑体" panose="02010609060101010101" pitchFamily="49" charset="-122"/>
              </a:rPr>
              <a:t>并不知道 </a:t>
            </a:r>
            <a:r>
              <a:rPr lang="en-US" altLang="zh-CN" sz="2400" b="1">
                <a:solidFill>
                  <a:srgbClr val="0000CC"/>
                </a:solidFill>
                <a:ea typeface="黑体" panose="02010609060101010101" pitchFamily="49" charset="-122"/>
              </a:rPr>
              <a:t>H</a:t>
            </a:r>
            <a:r>
              <a:rPr lang="en-US" altLang="zh-CN" sz="2400" b="1" baseline="-25000">
                <a:solidFill>
                  <a:srgbClr val="0000CC"/>
                </a:solidFill>
                <a:ea typeface="黑体" panose="02010609060101010101" pitchFamily="49" charset="-122"/>
              </a:rPr>
              <a:t>2</a:t>
            </a:r>
            <a:r>
              <a:rPr lang="en-US" altLang="zh-CN" sz="2400" b="1">
                <a:solidFill>
                  <a:srgbClr val="0000CC"/>
                </a:solidFill>
                <a:ea typeface="黑体" panose="02010609060101010101" pitchFamily="49" charset="-122"/>
              </a:rPr>
              <a:t> </a:t>
            </a:r>
            <a:r>
              <a:rPr lang="zh-CN" altLang="en-US" sz="2400" b="1">
                <a:solidFill>
                  <a:srgbClr val="0000CC"/>
                </a:solidFill>
                <a:ea typeface="黑体" panose="02010609060101010101" pitchFamily="49" charset="-122"/>
              </a:rPr>
              <a:t>连接在哪一个网络上。</a:t>
            </a:r>
          </a:p>
          <a:p>
            <a:pPr algn="ctr" eaLnBrk="0" hangingPunct="0">
              <a:lnSpc>
                <a:spcPct val="110000"/>
              </a:lnSpc>
            </a:pPr>
            <a:r>
              <a:rPr lang="en-US" altLang="zh-CN" sz="2400" b="1">
                <a:solidFill>
                  <a:srgbClr val="0000CC"/>
                </a:solidFill>
                <a:ea typeface="黑体" panose="02010609060101010101" pitchFamily="49" charset="-122"/>
              </a:rPr>
              <a:t>H</a:t>
            </a:r>
            <a:r>
              <a:rPr lang="en-US" altLang="zh-CN" sz="2400" b="1" baseline="-25000">
                <a:solidFill>
                  <a:srgbClr val="0000CC"/>
                </a:solidFill>
                <a:ea typeface="黑体" panose="02010609060101010101" pitchFamily="49" charset="-122"/>
              </a:rPr>
              <a:t>1</a:t>
            </a:r>
            <a:r>
              <a:rPr lang="en-US" altLang="zh-CN" sz="2400" b="1">
                <a:solidFill>
                  <a:srgbClr val="0000CC"/>
                </a:solidFill>
                <a:ea typeface="黑体" panose="02010609060101010101" pitchFamily="49" charset="-122"/>
              </a:rPr>
              <a:t> </a:t>
            </a:r>
            <a:r>
              <a:rPr lang="zh-CN" altLang="en-US" sz="2400" b="1">
                <a:solidFill>
                  <a:srgbClr val="0000CC"/>
                </a:solidFill>
                <a:ea typeface="黑体" panose="02010609060101010101" pitchFamily="49" charset="-122"/>
              </a:rPr>
              <a:t>仅仅知道 </a:t>
            </a:r>
            <a:r>
              <a:rPr lang="en-US" altLang="zh-CN" sz="2400" b="1">
                <a:solidFill>
                  <a:srgbClr val="0000CC"/>
                </a:solidFill>
                <a:ea typeface="黑体" panose="02010609060101010101" pitchFamily="49" charset="-122"/>
              </a:rPr>
              <a:t>H</a:t>
            </a:r>
            <a:r>
              <a:rPr lang="en-US" altLang="zh-CN" sz="2400" b="1" baseline="-25000">
                <a:solidFill>
                  <a:srgbClr val="0000CC"/>
                </a:solidFill>
                <a:ea typeface="黑体" panose="02010609060101010101" pitchFamily="49" charset="-122"/>
              </a:rPr>
              <a:t>2</a:t>
            </a:r>
            <a:r>
              <a:rPr lang="en-US" altLang="zh-CN" sz="2400" b="1">
                <a:solidFill>
                  <a:srgbClr val="0000CC"/>
                </a:solidFill>
                <a:ea typeface="黑体" panose="02010609060101010101" pitchFamily="49" charset="-122"/>
              </a:rPr>
              <a:t> </a:t>
            </a:r>
            <a:r>
              <a:rPr lang="zh-CN" altLang="en-US" sz="2400" b="1">
                <a:solidFill>
                  <a:srgbClr val="0000CC"/>
                </a:solidFill>
                <a:ea typeface="黑体" panose="02010609060101010101" pitchFamily="49" charset="-122"/>
              </a:rPr>
              <a:t>的 </a:t>
            </a:r>
            <a:r>
              <a:rPr lang="en-US" altLang="zh-CN" sz="2400" b="1">
                <a:solidFill>
                  <a:srgbClr val="0000CC"/>
                </a:solidFill>
                <a:ea typeface="黑体" panose="02010609060101010101" pitchFamily="49" charset="-122"/>
              </a:rPr>
              <a:t>IP </a:t>
            </a:r>
            <a:r>
              <a:rPr lang="zh-CN" altLang="en-US" sz="2400" b="1">
                <a:solidFill>
                  <a:srgbClr val="0000CC"/>
                </a:solidFill>
                <a:ea typeface="黑体" panose="02010609060101010101" pitchFamily="49" charset="-122"/>
              </a:rPr>
              <a:t>地址是</a:t>
            </a:r>
          </a:p>
          <a:p>
            <a:pPr algn="ctr" eaLnBrk="0" hangingPunct="0">
              <a:lnSpc>
                <a:spcPct val="110000"/>
              </a:lnSpc>
            </a:pPr>
            <a:r>
              <a:rPr lang="en-US" altLang="zh-CN" sz="2400" b="1">
                <a:solidFill>
                  <a:srgbClr val="0000CC"/>
                </a:solidFill>
                <a:ea typeface="黑体" panose="02010609060101010101" pitchFamily="49" charset="-122"/>
              </a:rPr>
              <a:t>128.30.33.138</a:t>
            </a:r>
          </a:p>
        </p:txBody>
      </p:sp>
      <p:sp>
        <p:nvSpPr>
          <p:cNvPr id="514115" name="Rectangle 67"/>
          <p:cNvSpPr>
            <a:spLocks noChangeArrowheads="1"/>
          </p:cNvSpPr>
          <p:nvPr/>
        </p:nvSpPr>
        <p:spPr bwMode="auto">
          <a:xfrm>
            <a:off x="242888" y="5300663"/>
            <a:ext cx="9693275" cy="1557337"/>
          </a:xfrm>
          <a:prstGeom prst="rect">
            <a:avLst/>
          </a:prstGeom>
          <a:solidFill>
            <a:srgbClr val="FFCCFF"/>
          </a:solidFill>
          <a:ln w="9525">
            <a:solidFill>
              <a:schemeClr val="tx1"/>
            </a:solidFill>
            <a:miter lim="800000"/>
            <a:headEnd/>
            <a:tailEnd/>
          </a:ln>
        </p:spPr>
        <p:txBody>
          <a:bodyPr wrap="none" anchor="ctr"/>
          <a:lstStyle/>
          <a:p>
            <a:pPr algn="ctr" eaLnBrk="0" hangingPunct="0">
              <a:lnSpc>
                <a:spcPct val="110000"/>
              </a:lnSpc>
            </a:pPr>
            <a:r>
              <a:rPr lang="zh-CN" altLang="en-US" sz="2400" b="1">
                <a:solidFill>
                  <a:srgbClr val="0000CC"/>
                </a:solidFill>
                <a:ea typeface="黑体" panose="02010609060101010101" pitchFamily="49" charset="-122"/>
              </a:rPr>
              <a:t>因此 </a:t>
            </a:r>
            <a:r>
              <a:rPr lang="en-US" altLang="zh-CN" sz="2400" b="1">
                <a:solidFill>
                  <a:srgbClr val="0000CC"/>
                </a:solidFill>
                <a:ea typeface="黑体" panose="02010609060101010101" pitchFamily="49" charset="-122"/>
              </a:rPr>
              <a:t>H</a:t>
            </a:r>
            <a:r>
              <a:rPr lang="en-US" altLang="zh-CN" sz="2400" b="1" baseline="-25000">
                <a:solidFill>
                  <a:srgbClr val="0000CC"/>
                </a:solidFill>
                <a:ea typeface="黑体" panose="02010609060101010101" pitchFamily="49" charset="-122"/>
              </a:rPr>
              <a:t>1 </a:t>
            </a:r>
            <a:r>
              <a:rPr lang="zh-CN" altLang="en-US" sz="2400" b="1">
                <a:solidFill>
                  <a:srgbClr val="0000CC"/>
                </a:solidFill>
                <a:ea typeface="黑体" panose="02010609060101010101" pitchFamily="49" charset="-122"/>
              </a:rPr>
              <a:t>首先检查主机 </a:t>
            </a:r>
            <a:r>
              <a:rPr lang="en-US" altLang="zh-CN" sz="2400" b="1">
                <a:solidFill>
                  <a:srgbClr val="0000CC"/>
                </a:solidFill>
                <a:ea typeface="黑体" panose="02010609060101010101" pitchFamily="49" charset="-122"/>
              </a:rPr>
              <a:t>128.30.33.138 </a:t>
            </a:r>
            <a:r>
              <a:rPr lang="zh-CN" altLang="en-US" sz="2400" b="1">
                <a:solidFill>
                  <a:srgbClr val="0000CC"/>
                </a:solidFill>
                <a:ea typeface="黑体" panose="02010609060101010101" pitchFamily="49" charset="-122"/>
              </a:rPr>
              <a:t>是否连接在本网络上</a:t>
            </a:r>
          </a:p>
          <a:p>
            <a:pPr algn="ctr" eaLnBrk="0" hangingPunct="0">
              <a:lnSpc>
                <a:spcPct val="110000"/>
              </a:lnSpc>
            </a:pPr>
            <a:r>
              <a:rPr lang="zh-CN" altLang="en-US" sz="2400" b="1">
                <a:solidFill>
                  <a:srgbClr val="0000CC"/>
                </a:solidFill>
                <a:ea typeface="黑体" panose="02010609060101010101" pitchFamily="49" charset="-122"/>
              </a:rPr>
              <a:t>如果是，则直接交付；</a:t>
            </a:r>
          </a:p>
          <a:p>
            <a:pPr algn="ctr" eaLnBrk="0" hangingPunct="0">
              <a:lnSpc>
                <a:spcPct val="110000"/>
              </a:lnSpc>
            </a:pPr>
            <a:r>
              <a:rPr lang="zh-CN" altLang="en-US" sz="2400" b="1">
                <a:solidFill>
                  <a:srgbClr val="0000CC"/>
                </a:solidFill>
                <a:ea typeface="黑体" panose="02010609060101010101" pitchFamily="49" charset="-122"/>
              </a:rPr>
              <a:t>否则，就送交路由器 </a:t>
            </a:r>
            <a:r>
              <a:rPr lang="en-US" altLang="zh-CN" sz="2400" b="1">
                <a:solidFill>
                  <a:srgbClr val="0000CC"/>
                </a:solidFill>
                <a:ea typeface="黑体" panose="02010609060101010101" pitchFamily="49" charset="-122"/>
              </a:rPr>
              <a:t>R</a:t>
            </a:r>
            <a:r>
              <a:rPr lang="en-US" altLang="zh-CN" sz="2400" b="1" baseline="-25000">
                <a:solidFill>
                  <a:srgbClr val="0000CC"/>
                </a:solidFill>
                <a:ea typeface="黑体" panose="02010609060101010101" pitchFamily="49" charset="-122"/>
              </a:rPr>
              <a:t>1</a:t>
            </a:r>
            <a:r>
              <a:rPr lang="zh-CN" altLang="en-US" sz="2400" b="1">
                <a:solidFill>
                  <a:srgbClr val="0000CC"/>
                </a:solidFill>
                <a:ea typeface="黑体" panose="02010609060101010101" pitchFamily="49" charset="-122"/>
              </a:rPr>
              <a:t>，并逐项查找路由表。</a:t>
            </a:r>
          </a:p>
        </p:txBody>
      </p:sp>
      <p:sp>
        <p:nvSpPr>
          <p:cNvPr id="91142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8206A4FA-0652-4241-A064-325CD8A93930}" type="slidenum">
              <a:rPr lang="zh-CN" altLang="en-US" smtClean="0"/>
              <a:pPr/>
              <a:t>24</a:t>
            </a:fld>
            <a:endParaRPr lang="en-US" altLang="zh-CN" smtClean="0"/>
          </a:p>
        </p:txBody>
      </p:sp>
      <p:sp>
        <p:nvSpPr>
          <p:cNvPr id="911429"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wipe(left)">
                                      <p:cBhvr>
                                        <p:cTn id="7" dur="2000"/>
                                        <p:tgtEl>
                                          <p:spTgt spid="101"/>
                                        </p:tgtEl>
                                      </p:cBhvr>
                                    </p:animEffect>
                                  </p:childTnLst>
                                </p:cTn>
                              </p:par>
                            </p:childTnLst>
                          </p:cTn>
                        </p:par>
                        <p:par>
                          <p:cTn id="8" fill="hold" nodeType="afterGroup">
                            <p:stCondLst>
                              <p:cond delay="2000"/>
                            </p:stCondLst>
                            <p:childTnLst>
                              <p:par>
                                <p:cTn id="9" presetID="4" presetClass="entr" presetSubtype="32" fill="hold" grpId="0" nodeType="afterEffect">
                                  <p:stCondLst>
                                    <p:cond delay="0"/>
                                  </p:stCondLst>
                                  <p:childTnLst>
                                    <p:set>
                                      <p:cBhvr>
                                        <p:cTn id="10" dur="1" fill="hold">
                                          <p:stCondLst>
                                            <p:cond delay="0"/>
                                          </p:stCondLst>
                                        </p:cTn>
                                        <p:tgtEl>
                                          <p:spTgt spid="514114"/>
                                        </p:tgtEl>
                                        <p:attrNameLst>
                                          <p:attrName>style.visibility</p:attrName>
                                        </p:attrNameLst>
                                      </p:cBhvr>
                                      <p:to>
                                        <p:strVal val="visible"/>
                                      </p:to>
                                    </p:set>
                                    <p:animEffect transition="in" filter="box(out)">
                                      <p:cBhvr>
                                        <p:cTn id="11" dur="2000"/>
                                        <p:tgtEl>
                                          <p:spTgt spid="51411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141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514114" grpId="0" animBg="1"/>
      <p:bldP spid="51411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3409" name="Rectangle 63"/>
          <p:cNvSpPr>
            <a:spLocks noGrp="1" noChangeArrowheads="1"/>
          </p:cNvSpPr>
          <p:nvPr>
            <p:ph type="title" idx="4294967295"/>
          </p:nvPr>
        </p:nvSpPr>
        <p:spPr>
          <a:xfrm>
            <a:off x="231775" y="71438"/>
            <a:ext cx="9674225" cy="1485900"/>
          </a:xfrm>
        </p:spPr>
        <p:txBody>
          <a:bodyPr/>
          <a:lstStyle/>
          <a:p>
            <a:pPr>
              <a:lnSpc>
                <a:spcPct val="110000"/>
              </a:lnSpc>
            </a:pPr>
            <a:r>
              <a:rPr lang="zh-CN" altLang="en-US" sz="2800" smtClean="0">
                <a:solidFill>
                  <a:srgbClr val="000099"/>
                </a:solidFill>
                <a:ea typeface="黑体" panose="02010609060101010101" pitchFamily="49" charset="-122"/>
              </a:rPr>
              <a:t>主机 </a:t>
            </a:r>
            <a:r>
              <a:rPr lang="en-US" altLang="zh-CN" sz="2800" smtClean="0">
                <a:solidFill>
                  <a:srgbClr val="000099"/>
                </a:solidFill>
                <a:ea typeface="黑体" panose="02010609060101010101" pitchFamily="49" charset="-122"/>
              </a:rPr>
              <a:t>H</a:t>
            </a:r>
            <a:r>
              <a:rPr lang="en-US" altLang="zh-CN" sz="2800" baseline="-25000" smtClean="0">
                <a:solidFill>
                  <a:srgbClr val="000099"/>
                </a:solidFill>
                <a:ea typeface="黑体" panose="02010609060101010101" pitchFamily="49" charset="-122"/>
              </a:rPr>
              <a:t>1</a:t>
            </a:r>
            <a:r>
              <a:rPr lang="en-US" altLang="zh-CN" sz="2800" smtClean="0">
                <a:solidFill>
                  <a:srgbClr val="000099"/>
                </a:solidFill>
                <a:ea typeface="黑体" panose="02010609060101010101" pitchFamily="49" charset="-122"/>
              </a:rPr>
              <a:t> </a:t>
            </a:r>
            <a:r>
              <a:rPr lang="zh-CN" altLang="en-US" sz="2800" smtClean="0">
                <a:solidFill>
                  <a:srgbClr val="000099"/>
                </a:solidFill>
                <a:ea typeface="黑体" panose="02010609060101010101" pitchFamily="49" charset="-122"/>
              </a:rPr>
              <a:t>首先将</a:t>
            </a:r>
            <a:br>
              <a:rPr lang="zh-CN" altLang="en-US" sz="2800" smtClean="0">
                <a:solidFill>
                  <a:srgbClr val="000099"/>
                </a:solidFill>
                <a:ea typeface="黑体" panose="02010609060101010101" pitchFamily="49" charset="-122"/>
              </a:rPr>
            </a:br>
            <a:r>
              <a:rPr lang="zh-CN" altLang="en-US" sz="2800" smtClean="0">
                <a:solidFill>
                  <a:srgbClr val="000099"/>
                </a:solidFill>
                <a:ea typeface="黑体" panose="02010609060101010101" pitchFamily="49" charset="-122"/>
              </a:rPr>
              <a:t>本子网的子网掩码 </a:t>
            </a:r>
            <a:r>
              <a:rPr lang="en-US" altLang="zh-CN" sz="2800" smtClean="0">
                <a:solidFill>
                  <a:srgbClr val="000099"/>
                </a:solidFill>
                <a:ea typeface="黑体" panose="02010609060101010101" pitchFamily="49" charset="-122"/>
              </a:rPr>
              <a:t>255.255.255.128</a:t>
            </a:r>
            <a:br>
              <a:rPr lang="en-US" altLang="zh-CN" sz="2800" smtClean="0">
                <a:solidFill>
                  <a:srgbClr val="000099"/>
                </a:solidFill>
                <a:ea typeface="黑体" panose="02010609060101010101" pitchFamily="49" charset="-122"/>
              </a:rPr>
            </a:br>
            <a:r>
              <a:rPr lang="zh-CN" altLang="en-US" sz="2800" smtClean="0">
                <a:solidFill>
                  <a:srgbClr val="000099"/>
                </a:solidFill>
                <a:ea typeface="黑体" panose="02010609060101010101" pitchFamily="49" charset="-122"/>
              </a:rPr>
              <a:t>与分组的</a:t>
            </a:r>
            <a:r>
              <a:rPr lang="zh-CN" altLang="en-US" sz="1600" smtClean="0">
                <a:solidFill>
                  <a:srgbClr val="000099"/>
                </a:solidFill>
                <a:ea typeface="黑体" panose="02010609060101010101" pitchFamily="49" charset="-122"/>
              </a:rPr>
              <a:t> </a:t>
            </a:r>
            <a:r>
              <a:rPr lang="en-US" altLang="zh-CN" sz="2800" smtClean="0">
                <a:solidFill>
                  <a:srgbClr val="000099"/>
                </a:solidFill>
                <a:ea typeface="黑体" panose="02010609060101010101" pitchFamily="49" charset="-122"/>
              </a:rPr>
              <a:t>IP</a:t>
            </a:r>
            <a:r>
              <a:rPr lang="en-US" altLang="zh-CN" sz="1600" smtClean="0">
                <a:solidFill>
                  <a:srgbClr val="000099"/>
                </a:solidFill>
                <a:ea typeface="黑体" panose="02010609060101010101" pitchFamily="49" charset="-122"/>
              </a:rPr>
              <a:t> </a:t>
            </a:r>
            <a:r>
              <a:rPr lang="zh-CN" altLang="en-US" sz="2800" smtClean="0">
                <a:solidFill>
                  <a:srgbClr val="000099"/>
                </a:solidFill>
                <a:ea typeface="黑体" panose="02010609060101010101" pitchFamily="49" charset="-122"/>
              </a:rPr>
              <a:t>地址 </a:t>
            </a:r>
            <a:r>
              <a:rPr lang="en-US" altLang="zh-CN" sz="2800" smtClean="0">
                <a:solidFill>
                  <a:srgbClr val="000099"/>
                </a:solidFill>
                <a:ea typeface="黑体" panose="02010609060101010101" pitchFamily="49" charset="-122"/>
              </a:rPr>
              <a:t>128.30.33.138 </a:t>
            </a:r>
            <a:r>
              <a:rPr lang="zh-CN" altLang="en-US" sz="2800" smtClean="0">
                <a:solidFill>
                  <a:srgbClr val="C00000"/>
                </a:solidFill>
                <a:ea typeface="黑体" panose="02010609060101010101" pitchFamily="49" charset="-122"/>
              </a:rPr>
              <a:t>逐比特相“与”</a:t>
            </a:r>
            <a:r>
              <a:rPr lang="en-US" altLang="zh-CN" sz="2800" smtClean="0">
                <a:solidFill>
                  <a:srgbClr val="000099"/>
                </a:solidFill>
                <a:ea typeface="黑体" panose="02010609060101010101" pitchFamily="49" charset="-122"/>
              </a:rPr>
              <a:t>(AND </a:t>
            </a:r>
            <a:r>
              <a:rPr lang="zh-CN" altLang="en-US" sz="2800" smtClean="0">
                <a:solidFill>
                  <a:srgbClr val="000099"/>
                </a:solidFill>
                <a:ea typeface="黑体" panose="02010609060101010101" pitchFamily="49" charset="-122"/>
              </a:rPr>
              <a:t>操作</a:t>
            </a:r>
            <a:r>
              <a:rPr lang="en-US" altLang="zh-CN" sz="2800" smtClean="0">
                <a:solidFill>
                  <a:srgbClr val="000099"/>
                </a:solidFill>
                <a:ea typeface="黑体" panose="02010609060101010101" pitchFamily="49" charset="-122"/>
              </a:rPr>
              <a:t>) </a:t>
            </a:r>
          </a:p>
        </p:txBody>
      </p:sp>
      <p:sp>
        <p:nvSpPr>
          <p:cNvPr id="66" name="Rectangle 63"/>
          <p:cNvSpPr>
            <a:spLocks noChangeArrowheads="1"/>
          </p:cNvSpPr>
          <p:nvPr/>
        </p:nvSpPr>
        <p:spPr bwMode="auto">
          <a:xfrm>
            <a:off x="417513" y="1655763"/>
            <a:ext cx="9144000" cy="5057775"/>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endParaRPr lang="zh-CN" altLang="zh-CN" sz="2800" kern="0">
              <a:solidFill>
                <a:sysClr val="windowText" lastClr="000000"/>
              </a:solidFill>
            </a:endParaRPr>
          </a:p>
        </p:txBody>
      </p:sp>
      <p:sp>
        <p:nvSpPr>
          <p:cNvPr id="67" name="Text Box 64"/>
          <p:cNvSpPr txBox="1">
            <a:spLocks noChangeArrowheads="1"/>
          </p:cNvSpPr>
          <p:nvPr/>
        </p:nvSpPr>
        <p:spPr bwMode="auto">
          <a:xfrm>
            <a:off x="1317625" y="1628775"/>
            <a:ext cx="7424738"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2800" b="1" kern="0" dirty="0">
                <a:solidFill>
                  <a:srgbClr val="0000CC"/>
                </a:solidFill>
                <a:latin typeface="+mn-lt"/>
                <a:ea typeface="黑体" panose="02010609060101010101" pitchFamily="2" charset="-122"/>
              </a:rPr>
              <a:t>255.255.255.128 </a:t>
            </a:r>
            <a:r>
              <a:rPr lang="en-US" altLang="zh-CN" sz="2800" b="1" kern="0" dirty="0">
                <a:solidFill>
                  <a:srgbClr val="FF0000"/>
                </a:solidFill>
                <a:latin typeface="+mn-lt"/>
                <a:ea typeface="黑体" panose="02010609060101010101" pitchFamily="2" charset="-122"/>
              </a:rPr>
              <a:t>AND</a:t>
            </a:r>
            <a:r>
              <a:rPr lang="en-US" altLang="zh-CN" sz="2800" b="1" kern="0" dirty="0">
                <a:solidFill>
                  <a:srgbClr val="0000CC"/>
                </a:solidFill>
                <a:latin typeface="+mn-lt"/>
                <a:ea typeface="黑体" panose="02010609060101010101" pitchFamily="2" charset="-122"/>
              </a:rPr>
              <a:t> 128.30.33.138 </a:t>
            </a:r>
            <a:r>
              <a:rPr lang="zh-CN" altLang="en-US" sz="2800" b="1" kern="0" dirty="0">
                <a:solidFill>
                  <a:srgbClr val="0000CC"/>
                </a:solidFill>
                <a:latin typeface="+mn-lt"/>
                <a:ea typeface="黑体" panose="02010609060101010101" pitchFamily="2" charset="-122"/>
              </a:rPr>
              <a:t>的计算</a:t>
            </a:r>
          </a:p>
        </p:txBody>
      </p:sp>
      <p:sp>
        <p:nvSpPr>
          <p:cNvPr id="68" name="Text Box 65"/>
          <p:cNvSpPr txBox="1">
            <a:spLocks noChangeArrowheads="1"/>
          </p:cNvSpPr>
          <p:nvPr/>
        </p:nvSpPr>
        <p:spPr bwMode="auto">
          <a:xfrm>
            <a:off x="884238" y="2205038"/>
            <a:ext cx="8499475" cy="9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2800" b="1" kern="0" dirty="0">
                <a:solidFill>
                  <a:srgbClr val="0000CC"/>
                </a:solidFill>
                <a:latin typeface="+mn-lt"/>
                <a:ea typeface="黑体" panose="02010609060101010101" pitchFamily="2" charset="-122"/>
              </a:rPr>
              <a:t>255 </a:t>
            </a:r>
            <a:r>
              <a:rPr lang="zh-CN" altLang="en-US" sz="2800" b="1" kern="0" dirty="0">
                <a:solidFill>
                  <a:srgbClr val="0000CC"/>
                </a:solidFill>
                <a:latin typeface="+mn-lt"/>
                <a:ea typeface="黑体" panose="02010609060101010101" pitchFamily="2" charset="-122"/>
              </a:rPr>
              <a:t>就是二进制的全 </a:t>
            </a:r>
            <a:r>
              <a:rPr lang="en-US" altLang="zh-CN" sz="2800" b="1" kern="0" dirty="0">
                <a:solidFill>
                  <a:srgbClr val="0000CC"/>
                </a:solidFill>
                <a:latin typeface="+mn-lt"/>
                <a:ea typeface="黑体" panose="02010609060101010101" pitchFamily="2" charset="-122"/>
              </a:rPr>
              <a:t>1</a:t>
            </a:r>
            <a:r>
              <a:rPr lang="zh-CN" altLang="en-US" sz="2800" b="1" kern="0" dirty="0">
                <a:solidFill>
                  <a:srgbClr val="0000CC"/>
                </a:solidFill>
                <a:latin typeface="+mn-lt"/>
                <a:ea typeface="黑体" panose="02010609060101010101" pitchFamily="2" charset="-122"/>
              </a:rPr>
              <a:t>，因此 </a:t>
            </a:r>
            <a:r>
              <a:rPr lang="en-US" altLang="zh-CN" sz="2800" b="1" kern="0" dirty="0">
                <a:solidFill>
                  <a:srgbClr val="0000CC"/>
                </a:solidFill>
                <a:latin typeface="+mn-lt"/>
                <a:ea typeface="黑体" panose="02010609060101010101" pitchFamily="2" charset="-122"/>
              </a:rPr>
              <a:t>255 AND xyz = xyz</a:t>
            </a:r>
            <a:r>
              <a:rPr lang="zh-CN" altLang="en-US" sz="2800" b="1" kern="0" dirty="0">
                <a:solidFill>
                  <a:srgbClr val="0000CC"/>
                </a:solidFill>
                <a:latin typeface="+mn-lt"/>
                <a:ea typeface="黑体" panose="02010609060101010101" pitchFamily="2" charset="-122"/>
              </a:rPr>
              <a:t>，</a:t>
            </a:r>
          </a:p>
          <a:p>
            <a:pPr fontAlgn="auto">
              <a:spcBef>
                <a:spcPts val="0"/>
              </a:spcBef>
              <a:spcAft>
                <a:spcPts val="0"/>
              </a:spcAft>
              <a:defRPr/>
            </a:pPr>
            <a:r>
              <a:rPr lang="zh-CN" altLang="en-US" sz="2800" b="1" kern="0" dirty="0">
                <a:solidFill>
                  <a:srgbClr val="0000CC"/>
                </a:solidFill>
                <a:latin typeface="+mn-lt"/>
                <a:ea typeface="黑体" panose="02010609060101010101" pitchFamily="2" charset="-122"/>
              </a:rPr>
              <a:t>这里只需计算最后的 </a:t>
            </a:r>
            <a:r>
              <a:rPr lang="en-US" altLang="zh-CN" sz="2800" b="1" kern="0" dirty="0">
                <a:solidFill>
                  <a:srgbClr val="0000CC"/>
                </a:solidFill>
                <a:latin typeface="+mn-lt"/>
                <a:ea typeface="黑体" panose="02010609060101010101" pitchFamily="2" charset="-122"/>
              </a:rPr>
              <a:t>128 AND 138 </a:t>
            </a:r>
            <a:r>
              <a:rPr lang="zh-CN" altLang="en-US" sz="2800" b="1" kern="0" dirty="0">
                <a:solidFill>
                  <a:srgbClr val="0000CC"/>
                </a:solidFill>
                <a:latin typeface="+mn-lt"/>
                <a:ea typeface="黑体" panose="02010609060101010101" pitchFamily="2" charset="-122"/>
              </a:rPr>
              <a:t>即可。</a:t>
            </a:r>
          </a:p>
        </p:txBody>
      </p:sp>
      <p:sp>
        <p:nvSpPr>
          <p:cNvPr id="913413" name="Text Box 66"/>
          <p:cNvSpPr txBox="1">
            <a:spLocks noChangeArrowheads="1"/>
          </p:cNvSpPr>
          <p:nvPr/>
        </p:nvSpPr>
        <p:spPr bwMode="auto">
          <a:xfrm>
            <a:off x="2911475" y="3170238"/>
            <a:ext cx="291941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CC"/>
                </a:solidFill>
                <a:ea typeface="黑体" panose="02010609060101010101" pitchFamily="49" charset="-122"/>
              </a:rPr>
              <a:t>128 → 10000000</a:t>
            </a:r>
          </a:p>
          <a:p>
            <a:pPr eaLnBrk="0" hangingPunct="0"/>
            <a:r>
              <a:rPr lang="en-US" altLang="zh-CN" sz="2800" b="1">
                <a:solidFill>
                  <a:srgbClr val="0000CC"/>
                </a:solidFill>
                <a:ea typeface="黑体" panose="02010609060101010101" pitchFamily="49" charset="-122"/>
              </a:rPr>
              <a:t>138 → 10001010</a:t>
            </a:r>
          </a:p>
        </p:txBody>
      </p:sp>
      <p:sp>
        <p:nvSpPr>
          <p:cNvPr id="70" name="Line 67"/>
          <p:cNvSpPr>
            <a:spLocks noChangeShapeType="1"/>
          </p:cNvSpPr>
          <p:nvPr/>
        </p:nvSpPr>
        <p:spPr bwMode="auto">
          <a:xfrm>
            <a:off x="2695575" y="4105275"/>
            <a:ext cx="3311525"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CC"/>
              </a:solidFill>
              <a:latin typeface="+mn-lt"/>
              <a:ea typeface="黑体" panose="02010609060101010101" pitchFamily="2" charset="-122"/>
            </a:endParaRPr>
          </a:p>
        </p:txBody>
      </p:sp>
      <p:sp>
        <p:nvSpPr>
          <p:cNvPr id="71" name="Text Box 68"/>
          <p:cNvSpPr txBox="1">
            <a:spLocks noChangeArrowheads="1"/>
          </p:cNvSpPr>
          <p:nvPr/>
        </p:nvSpPr>
        <p:spPr bwMode="auto">
          <a:xfrm>
            <a:off x="646113" y="4164013"/>
            <a:ext cx="6513512"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zh-CN" altLang="en-US" sz="2800" b="1" kern="0">
                <a:solidFill>
                  <a:srgbClr val="0000CC"/>
                </a:solidFill>
                <a:latin typeface="+mn-lt"/>
                <a:ea typeface="黑体" panose="02010609060101010101" pitchFamily="2" charset="-122"/>
              </a:rPr>
              <a:t>逐比特 </a:t>
            </a:r>
            <a:r>
              <a:rPr lang="en-US" altLang="zh-CN" sz="2800" b="1" kern="0">
                <a:solidFill>
                  <a:srgbClr val="0000CC"/>
                </a:solidFill>
                <a:latin typeface="+mn-lt"/>
                <a:ea typeface="黑体" panose="02010609060101010101" pitchFamily="2" charset="-122"/>
              </a:rPr>
              <a:t>AND </a:t>
            </a:r>
            <a:r>
              <a:rPr lang="zh-CN" altLang="en-US" sz="2800" b="1" kern="0">
                <a:solidFill>
                  <a:srgbClr val="0000CC"/>
                </a:solidFill>
                <a:latin typeface="+mn-lt"/>
                <a:ea typeface="黑体" panose="02010609060101010101" pitchFamily="2" charset="-122"/>
              </a:rPr>
              <a:t>操作后   </a:t>
            </a:r>
            <a:r>
              <a:rPr lang="en-US" altLang="zh-CN" sz="2800" b="1" kern="0">
                <a:solidFill>
                  <a:srgbClr val="0000CC"/>
                </a:solidFill>
                <a:latin typeface="+mn-lt"/>
                <a:ea typeface="黑体" panose="02010609060101010101" pitchFamily="2" charset="-122"/>
              </a:rPr>
              <a:t>10000000 → 128</a:t>
            </a:r>
          </a:p>
        </p:txBody>
      </p:sp>
      <p:grpSp>
        <p:nvGrpSpPr>
          <p:cNvPr id="72" name="Group 71"/>
          <p:cNvGrpSpPr>
            <a:grpSpLocks/>
          </p:cNvGrpSpPr>
          <p:nvPr/>
        </p:nvGrpSpPr>
        <p:grpSpPr bwMode="auto">
          <a:xfrm>
            <a:off x="827088" y="4868863"/>
            <a:ext cx="5764212" cy="1531937"/>
            <a:chOff x="252" y="3158"/>
            <a:chExt cx="3631" cy="965"/>
          </a:xfrm>
        </p:grpSpPr>
        <p:sp>
          <p:nvSpPr>
            <p:cNvPr id="73" name="Text Box 72"/>
            <p:cNvSpPr txBox="1">
              <a:spLocks noChangeArrowheads="1"/>
            </p:cNvSpPr>
            <p:nvPr/>
          </p:nvSpPr>
          <p:spPr bwMode="auto">
            <a:xfrm>
              <a:off x="2064" y="3158"/>
              <a:ext cx="1819" cy="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2800" b="1" kern="0">
                  <a:solidFill>
                    <a:srgbClr val="0000CC"/>
                  </a:solidFill>
                  <a:latin typeface="+mn-lt"/>
                  <a:ea typeface="黑体" panose="02010609060101010101" pitchFamily="2" charset="-122"/>
                </a:rPr>
                <a:t>255.255.255.128</a:t>
              </a:r>
            </a:p>
            <a:p>
              <a:pPr fontAlgn="auto">
                <a:spcBef>
                  <a:spcPts val="0"/>
                </a:spcBef>
                <a:spcAft>
                  <a:spcPts val="0"/>
                </a:spcAft>
                <a:defRPr/>
              </a:pPr>
              <a:r>
                <a:rPr lang="en-US" altLang="zh-CN" sz="2800" b="1" kern="0">
                  <a:solidFill>
                    <a:srgbClr val="0000CC"/>
                  </a:solidFill>
                  <a:latin typeface="+mn-lt"/>
                  <a:ea typeface="黑体" panose="02010609060101010101" pitchFamily="2" charset="-122"/>
                </a:rPr>
                <a:t>128.  30.  33.138</a:t>
              </a:r>
            </a:p>
          </p:txBody>
        </p:sp>
        <p:sp>
          <p:nvSpPr>
            <p:cNvPr id="74" name="Text Box 73"/>
            <p:cNvSpPr txBox="1">
              <a:spLocks noChangeArrowheads="1"/>
            </p:cNvSpPr>
            <p:nvPr/>
          </p:nvSpPr>
          <p:spPr bwMode="auto">
            <a:xfrm>
              <a:off x="2064" y="3793"/>
              <a:ext cx="1817"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2800" b="1" kern="0">
                  <a:solidFill>
                    <a:srgbClr val="0000CC"/>
                  </a:solidFill>
                  <a:latin typeface="+mn-lt"/>
                  <a:ea typeface="黑体" panose="02010609060101010101" pitchFamily="2" charset="-122"/>
                </a:rPr>
                <a:t>128.  30.  33.128</a:t>
              </a:r>
            </a:p>
          </p:txBody>
        </p:sp>
        <p:sp>
          <p:nvSpPr>
            <p:cNvPr id="75" name="Line 74"/>
            <p:cNvSpPr>
              <a:spLocks noChangeShapeType="1"/>
            </p:cNvSpPr>
            <p:nvPr/>
          </p:nvSpPr>
          <p:spPr bwMode="auto">
            <a:xfrm>
              <a:off x="295" y="3748"/>
              <a:ext cx="3583"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CC"/>
                </a:solidFill>
                <a:latin typeface="+mn-lt"/>
                <a:ea typeface="黑体" panose="02010609060101010101" pitchFamily="2" charset="-122"/>
              </a:endParaRPr>
            </a:p>
          </p:txBody>
        </p:sp>
        <p:sp>
          <p:nvSpPr>
            <p:cNvPr id="76" name="Text Box 75"/>
            <p:cNvSpPr txBox="1">
              <a:spLocks noChangeArrowheads="1"/>
            </p:cNvSpPr>
            <p:nvPr/>
          </p:nvSpPr>
          <p:spPr bwMode="auto">
            <a:xfrm>
              <a:off x="252" y="3421"/>
              <a:ext cx="186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zh-CN" altLang="en-US" sz="2800" b="1" kern="0">
                  <a:solidFill>
                    <a:srgbClr val="0000CC"/>
                  </a:solidFill>
                  <a:latin typeface="+mn-lt"/>
                  <a:ea typeface="黑体" panose="02010609060101010101" pitchFamily="2" charset="-122"/>
                </a:rPr>
                <a:t>逐比特 </a:t>
              </a:r>
              <a:r>
                <a:rPr lang="en-US" altLang="zh-CN" sz="2800" b="1" kern="0">
                  <a:solidFill>
                    <a:srgbClr val="0000CC"/>
                  </a:solidFill>
                  <a:latin typeface="+mn-lt"/>
                  <a:ea typeface="黑体" panose="02010609060101010101" pitchFamily="2" charset="-122"/>
                </a:rPr>
                <a:t>AND </a:t>
              </a:r>
              <a:r>
                <a:rPr lang="zh-CN" altLang="en-US" sz="2800" b="1" kern="0">
                  <a:solidFill>
                    <a:srgbClr val="0000CC"/>
                  </a:solidFill>
                  <a:latin typeface="+mn-lt"/>
                  <a:ea typeface="黑体" panose="02010609060101010101" pitchFamily="2" charset="-122"/>
                </a:rPr>
                <a:t>操作</a:t>
              </a:r>
            </a:p>
          </p:txBody>
        </p:sp>
      </p:grpSp>
      <p:sp>
        <p:nvSpPr>
          <p:cNvPr id="77" name="Rectangle 76"/>
          <p:cNvSpPr>
            <a:spLocks noChangeArrowheads="1"/>
          </p:cNvSpPr>
          <p:nvPr/>
        </p:nvSpPr>
        <p:spPr bwMode="auto">
          <a:xfrm>
            <a:off x="3703638" y="4881563"/>
            <a:ext cx="2159000" cy="1500187"/>
          </a:xfrm>
          <a:prstGeom prst="rect">
            <a:avLst/>
          </a:prstGeom>
          <a:noFill/>
          <a:ln w="571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CC"/>
              </a:solidFill>
              <a:latin typeface="+mn-lt"/>
              <a:ea typeface="黑体" panose="02010609060101010101" pitchFamily="2" charset="-122"/>
            </a:endParaRPr>
          </a:p>
        </p:txBody>
      </p:sp>
      <p:sp>
        <p:nvSpPr>
          <p:cNvPr id="78" name="Rectangle 77"/>
          <p:cNvSpPr>
            <a:spLocks noChangeArrowheads="1"/>
          </p:cNvSpPr>
          <p:nvPr/>
        </p:nvSpPr>
        <p:spPr bwMode="auto">
          <a:xfrm>
            <a:off x="5864225" y="4884738"/>
            <a:ext cx="719138" cy="1500187"/>
          </a:xfrm>
          <a:prstGeom prst="rect">
            <a:avLst/>
          </a:prstGeom>
          <a:noFill/>
          <a:ln w="571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CC"/>
              </a:solidFill>
              <a:latin typeface="+mn-lt"/>
              <a:ea typeface="黑体" panose="02010609060101010101" pitchFamily="2" charset="-122"/>
            </a:endParaRPr>
          </a:p>
        </p:txBody>
      </p:sp>
      <p:sp>
        <p:nvSpPr>
          <p:cNvPr id="79" name="Text Box 78"/>
          <p:cNvSpPr txBox="1">
            <a:spLocks noChangeArrowheads="1"/>
          </p:cNvSpPr>
          <p:nvPr/>
        </p:nvSpPr>
        <p:spPr bwMode="auto">
          <a:xfrm>
            <a:off x="6640513" y="5732463"/>
            <a:ext cx="2776537"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3600" b="1" kern="0" dirty="0">
                <a:solidFill>
                  <a:srgbClr val="FF0000"/>
                </a:solidFill>
                <a:latin typeface="+mn-lt"/>
                <a:ea typeface="黑体" panose="02010609060101010101" pitchFamily="2" charset="-122"/>
                <a:sym typeface="Symbol" panose="05050102010706020507" pitchFamily="18" charset="2"/>
              </a:rPr>
              <a:t></a:t>
            </a:r>
            <a:r>
              <a:rPr lang="en-US" altLang="zh-CN" sz="2800" b="1" kern="0" dirty="0">
                <a:solidFill>
                  <a:srgbClr val="0000CC"/>
                </a:solidFill>
                <a:latin typeface="+mn-lt"/>
                <a:ea typeface="黑体" panose="02010609060101010101" pitchFamily="2" charset="-122"/>
                <a:sym typeface="Symbol" panose="05050102010706020507" pitchFamily="18" charset="2"/>
              </a:rPr>
              <a:t> H</a:t>
            </a:r>
            <a:r>
              <a:rPr lang="en-US" altLang="zh-CN" sz="2800" b="1" kern="0" baseline="-25000" dirty="0">
                <a:solidFill>
                  <a:srgbClr val="0000CC"/>
                </a:solidFill>
                <a:latin typeface="+mn-lt"/>
                <a:ea typeface="黑体" panose="02010609060101010101" pitchFamily="2" charset="-122"/>
                <a:sym typeface="Symbol" panose="05050102010706020507" pitchFamily="18" charset="2"/>
              </a:rPr>
              <a:t>1</a:t>
            </a:r>
            <a:r>
              <a:rPr lang="en-US" altLang="zh-CN" sz="1200" b="1" kern="0" dirty="0">
                <a:solidFill>
                  <a:srgbClr val="0000CC"/>
                </a:solidFill>
                <a:latin typeface="+mn-lt"/>
                <a:ea typeface="黑体" panose="02010609060101010101" pitchFamily="2" charset="-122"/>
                <a:sym typeface="Symbol" panose="05050102010706020507" pitchFamily="18" charset="2"/>
              </a:rPr>
              <a:t> </a:t>
            </a:r>
            <a:r>
              <a:rPr lang="zh-CN" altLang="en-US" sz="2800" b="1" kern="0" dirty="0">
                <a:solidFill>
                  <a:srgbClr val="0000CC"/>
                </a:solidFill>
                <a:latin typeface="+mn-lt"/>
                <a:ea typeface="黑体" panose="02010609060101010101" pitchFamily="2" charset="-122"/>
                <a:sym typeface="Symbol" panose="05050102010706020507" pitchFamily="18" charset="2"/>
              </a:rPr>
              <a:t>的网络地址</a:t>
            </a:r>
          </a:p>
        </p:txBody>
      </p:sp>
      <p:sp>
        <p:nvSpPr>
          <p:cNvPr id="80" name="Rectangle 69"/>
          <p:cNvSpPr>
            <a:spLocks noChangeArrowheads="1"/>
          </p:cNvSpPr>
          <p:nvPr/>
        </p:nvSpPr>
        <p:spPr bwMode="auto">
          <a:xfrm>
            <a:off x="4059238" y="3200400"/>
            <a:ext cx="271462" cy="1500188"/>
          </a:xfrm>
          <a:prstGeom prst="rect">
            <a:avLst/>
          </a:prstGeom>
          <a:noFill/>
          <a:ln w="571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CC"/>
              </a:solidFill>
              <a:latin typeface="+mn-lt"/>
              <a:ea typeface="黑体" panose="02010609060101010101" pitchFamily="2" charset="-122"/>
            </a:endParaRPr>
          </a:p>
        </p:txBody>
      </p:sp>
      <p:sp>
        <p:nvSpPr>
          <p:cNvPr id="81" name="Rectangle 70"/>
          <p:cNvSpPr>
            <a:spLocks noChangeArrowheads="1"/>
          </p:cNvSpPr>
          <p:nvPr/>
        </p:nvSpPr>
        <p:spPr bwMode="auto">
          <a:xfrm>
            <a:off x="4330700" y="3213100"/>
            <a:ext cx="1528763" cy="1500188"/>
          </a:xfrm>
          <a:prstGeom prst="rect">
            <a:avLst/>
          </a:prstGeom>
          <a:noFill/>
          <a:ln w="571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CC"/>
              </a:solidFill>
              <a:latin typeface="+mn-lt"/>
              <a:ea typeface="黑体" panose="02010609060101010101" pitchFamily="2" charset="-122"/>
            </a:endParaRPr>
          </a:p>
        </p:txBody>
      </p:sp>
      <p:sp>
        <p:nvSpPr>
          <p:cNvPr id="91342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5F776019-A0BF-4205-A155-1799B43AFDD1}" type="slidenum">
              <a:rPr lang="zh-CN" altLang="en-US" smtClean="0"/>
              <a:pPr/>
              <a:t>25</a:t>
            </a:fld>
            <a:endParaRPr lang="en-US" altLang="zh-CN" smtClean="0"/>
          </a:p>
        </p:txBody>
      </p:sp>
      <p:sp>
        <p:nvSpPr>
          <p:cNvPr id="91342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2000" fill="hold" grpId="1" nodeType="afterEffect">
                                  <p:stCondLst>
                                    <p:cond delay="500"/>
                                  </p:stCondLst>
                                  <p:childTnLst>
                                    <p:anim calcmode="discrete" valueType="str">
                                      <p:cBhvr>
                                        <p:cTn id="9" dur="1000" fill="hold"/>
                                        <p:tgtEl>
                                          <p:spTgt spid="80"/>
                                        </p:tgtEl>
                                        <p:attrNameLst>
                                          <p:attrName>style.visibility</p:attrName>
                                        </p:attrNameLst>
                                      </p:cBhvr>
                                      <p:tavLst>
                                        <p:tav tm="0">
                                          <p:val>
                                            <p:strVal val="hidden"/>
                                          </p:val>
                                        </p:tav>
                                        <p:tav tm="50000">
                                          <p:val>
                                            <p:strVal val="visible"/>
                                          </p:val>
                                        </p:tav>
                                      </p:tavLst>
                                    </p:anim>
                                  </p:childTnLst>
                                </p:cTn>
                              </p:par>
                            </p:childTnLst>
                          </p:cTn>
                        </p:par>
                        <p:par>
                          <p:cTn id="10" fill="hold" nodeType="afterGroup">
                            <p:stCondLst>
                              <p:cond delay="2501"/>
                            </p:stCondLst>
                            <p:childTnLst>
                              <p:par>
                                <p:cTn id="11" presetID="1" presetClass="exit" presetSubtype="0" fill="hold" grpId="2" nodeType="afterEffect">
                                  <p:stCondLst>
                                    <p:cond delay="0"/>
                                  </p:stCondLst>
                                  <p:childTnLst>
                                    <p:set>
                                      <p:cBhvr>
                                        <p:cTn id="12" dur="1" fill="hold">
                                          <p:stCondLst>
                                            <p:cond delay="0"/>
                                          </p:stCondLst>
                                        </p:cTn>
                                        <p:tgtEl>
                                          <p:spTgt spid="80"/>
                                        </p:tgtEl>
                                        <p:attrNameLst>
                                          <p:attrName>style.visibility</p:attrName>
                                        </p:attrNameLst>
                                      </p:cBhvr>
                                      <p:to>
                                        <p:strVal val="hidden"/>
                                      </p:to>
                                    </p:set>
                                  </p:childTnLst>
                                </p:cTn>
                              </p:par>
                            </p:childTnLst>
                          </p:cTn>
                        </p:par>
                        <p:par>
                          <p:cTn id="13" fill="hold" nodeType="afterGroup">
                            <p:stCondLst>
                              <p:cond delay="2502"/>
                            </p:stCondLst>
                            <p:childTnLst>
                              <p:par>
                                <p:cTn id="14" presetID="1" presetClass="entr" presetSubtype="0" fill="hold" grpId="0" nodeType="afterEffect">
                                  <p:stCondLst>
                                    <p:cond delay="0"/>
                                  </p:stCondLst>
                                  <p:childTnLst>
                                    <p:set>
                                      <p:cBhvr>
                                        <p:cTn id="15" dur="1" fill="hold">
                                          <p:stCondLst>
                                            <p:cond delay="0"/>
                                          </p:stCondLst>
                                        </p:cTn>
                                        <p:tgtEl>
                                          <p:spTgt spid="81"/>
                                        </p:tgtEl>
                                        <p:attrNameLst>
                                          <p:attrName>style.visibility</p:attrName>
                                        </p:attrNameLst>
                                      </p:cBhvr>
                                      <p:to>
                                        <p:strVal val="visible"/>
                                      </p:to>
                                    </p:set>
                                  </p:childTnLst>
                                </p:cTn>
                              </p:par>
                            </p:childTnLst>
                          </p:cTn>
                        </p:par>
                        <p:par>
                          <p:cTn id="16" fill="hold" nodeType="afterGroup">
                            <p:stCondLst>
                              <p:cond delay="2503"/>
                            </p:stCondLst>
                            <p:childTnLst>
                              <p:par>
                                <p:cTn id="17" presetID="35" presetClass="emph" presetSubtype="0" repeatCount="3000" fill="hold" grpId="1" nodeType="afterEffect">
                                  <p:stCondLst>
                                    <p:cond delay="0"/>
                                  </p:stCondLst>
                                  <p:childTnLst>
                                    <p:anim calcmode="discrete" valueType="str">
                                      <p:cBhvr>
                                        <p:cTn id="18" dur="1000" fill="hold"/>
                                        <p:tgtEl>
                                          <p:spTgt spid="81"/>
                                        </p:tgtEl>
                                        <p:attrNameLst>
                                          <p:attrName>style.visibility</p:attrName>
                                        </p:attrNameLst>
                                      </p:cBhvr>
                                      <p:tavLst>
                                        <p:tav tm="0">
                                          <p:val>
                                            <p:strVal val="hidden"/>
                                          </p:val>
                                        </p:tav>
                                        <p:tav tm="50000">
                                          <p:val>
                                            <p:strVal val="visible"/>
                                          </p:val>
                                        </p:tav>
                                      </p:tavLst>
                                    </p:anim>
                                  </p:childTnLst>
                                </p:cTn>
                              </p:par>
                            </p:childTnLst>
                          </p:cTn>
                        </p:par>
                        <p:par>
                          <p:cTn id="19" fill="hold" nodeType="afterGroup">
                            <p:stCondLst>
                              <p:cond delay="5503"/>
                            </p:stCondLst>
                            <p:childTnLst>
                              <p:par>
                                <p:cTn id="20" presetID="1" presetClass="exit" presetSubtype="0" fill="hold" grpId="2" nodeType="afterEffect">
                                  <p:stCondLst>
                                    <p:cond delay="0"/>
                                  </p:stCondLst>
                                  <p:childTnLst>
                                    <p:set>
                                      <p:cBhvr>
                                        <p:cTn id="21" dur="1" fill="hold">
                                          <p:stCondLst>
                                            <p:cond delay="0"/>
                                          </p:stCondLst>
                                        </p:cTn>
                                        <p:tgtEl>
                                          <p:spTgt spid="81"/>
                                        </p:tgtEl>
                                        <p:attrNameLst>
                                          <p:attrName>style.visibility</p:attrName>
                                        </p:attrNameLst>
                                      </p:cBhvr>
                                      <p:to>
                                        <p:strVal val="hidden"/>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0"/>
                                          </p:stCondLst>
                                        </p:cTn>
                                        <p:tgtEl>
                                          <p:spTgt spid="72"/>
                                        </p:tgtEl>
                                        <p:attrNameLst>
                                          <p:attrName>style.visibility</p:attrName>
                                        </p:attrNameLst>
                                      </p:cBhvr>
                                      <p:to>
                                        <p:strVal val="visible"/>
                                      </p:to>
                                    </p:set>
                                  </p:childTnLst>
                                </p:cTn>
                              </p:par>
                            </p:childTnLst>
                          </p:cTn>
                        </p:par>
                        <p:par>
                          <p:cTn id="26" fill="hold" nodeType="afterGroup">
                            <p:stCondLst>
                              <p:cond delay="1"/>
                            </p:stCondLst>
                            <p:childTnLst>
                              <p:par>
                                <p:cTn id="27" presetID="1" presetClass="entr" presetSubtype="0" fill="hold" grpId="0" nodeType="afterEffect">
                                  <p:stCondLst>
                                    <p:cond delay="0"/>
                                  </p:stCondLst>
                                  <p:childTnLst>
                                    <p:set>
                                      <p:cBhvr>
                                        <p:cTn id="28" dur="1" fill="hold">
                                          <p:stCondLst>
                                            <p:cond delay="0"/>
                                          </p:stCondLst>
                                        </p:cTn>
                                        <p:tgtEl>
                                          <p:spTgt spid="77"/>
                                        </p:tgtEl>
                                        <p:attrNameLst>
                                          <p:attrName>style.visibility</p:attrName>
                                        </p:attrNameLst>
                                      </p:cBhvr>
                                      <p:to>
                                        <p:strVal val="visible"/>
                                      </p:to>
                                    </p:set>
                                  </p:childTnLst>
                                </p:cTn>
                              </p:par>
                            </p:childTnLst>
                          </p:cTn>
                        </p:par>
                        <p:par>
                          <p:cTn id="29" fill="hold" nodeType="afterGroup">
                            <p:stCondLst>
                              <p:cond delay="2"/>
                            </p:stCondLst>
                            <p:childTnLst>
                              <p:par>
                                <p:cTn id="30" presetID="35" presetClass="emph" presetSubtype="0" repeatCount="3000" fill="hold" grpId="1" nodeType="afterEffect">
                                  <p:stCondLst>
                                    <p:cond delay="0"/>
                                  </p:stCondLst>
                                  <p:childTnLst>
                                    <p:anim calcmode="discrete" valueType="str">
                                      <p:cBhvr>
                                        <p:cTn id="31" dur="1000" fill="hold"/>
                                        <p:tgtEl>
                                          <p:spTgt spid="77"/>
                                        </p:tgtEl>
                                        <p:attrNameLst>
                                          <p:attrName>style.visibility</p:attrName>
                                        </p:attrNameLst>
                                      </p:cBhvr>
                                      <p:tavLst>
                                        <p:tav tm="0">
                                          <p:val>
                                            <p:strVal val="hidden"/>
                                          </p:val>
                                        </p:tav>
                                        <p:tav tm="50000">
                                          <p:val>
                                            <p:strVal val="visible"/>
                                          </p:val>
                                        </p:tav>
                                      </p:tavLst>
                                    </p:anim>
                                  </p:childTnLst>
                                </p:cTn>
                              </p:par>
                            </p:childTnLst>
                          </p:cTn>
                        </p:par>
                        <p:par>
                          <p:cTn id="32" fill="hold" nodeType="afterGroup">
                            <p:stCondLst>
                              <p:cond delay="3002"/>
                            </p:stCondLst>
                            <p:childTnLst>
                              <p:par>
                                <p:cTn id="33" presetID="1" presetClass="exit" presetSubtype="0" fill="hold" grpId="2" nodeType="afterEffect">
                                  <p:stCondLst>
                                    <p:cond delay="0"/>
                                  </p:stCondLst>
                                  <p:childTnLst>
                                    <p:set>
                                      <p:cBhvr>
                                        <p:cTn id="34" dur="1" fill="hold">
                                          <p:stCondLst>
                                            <p:cond delay="0"/>
                                          </p:stCondLst>
                                        </p:cTn>
                                        <p:tgtEl>
                                          <p:spTgt spid="77"/>
                                        </p:tgtEl>
                                        <p:attrNameLst>
                                          <p:attrName>style.visibility</p:attrName>
                                        </p:attrNameLst>
                                      </p:cBhvr>
                                      <p:to>
                                        <p:strVal val="hidden"/>
                                      </p:to>
                                    </p:set>
                                  </p:childTnLst>
                                </p:cTn>
                              </p:par>
                            </p:childTnLst>
                          </p:cTn>
                        </p:par>
                        <p:par>
                          <p:cTn id="35" fill="hold" nodeType="afterGroup">
                            <p:stCondLst>
                              <p:cond delay="3003"/>
                            </p:stCondLst>
                            <p:childTnLst>
                              <p:par>
                                <p:cTn id="36" presetID="1" presetClass="entr" presetSubtype="0" fill="hold" grpId="0" nodeType="afterEffect">
                                  <p:stCondLst>
                                    <p:cond delay="0"/>
                                  </p:stCondLst>
                                  <p:childTnLst>
                                    <p:set>
                                      <p:cBhvr>
                                        <p:cTn id="37" dur="1" fill="hold">
                                          <p:stCondLst>
                                            <p:cond delay="0"/>
                                          </p:stCondLst>
                                        </p:cTn>
                                        <p:tgtEl>
                                          <p:spTgt spid="78"/>
                                        </p:tgtEl>
                                        <p:attrNameLst>
                                          <p:attrName>style.visibility</p:attrName>
                                        </p:attrNameLst>
                                      </p:cBhvr>
                                      <p:to>
                                        <p:strVal val="visible"/>
                                      </p:to>
                                    </p:set>
                                  </p:childTnLst>
                                </p:cTn>
                              </p:par>
                            </p:childTnLst>
                          </p:cTn>
                        </p:par>
                        <p:par>
                          <p:cTn id="38" fill="hold" nodeType="afterGroup">
                            <p:stCondLst>
                              <p:cond delay="3004"/>
                            </p:stCondLst>
                            <p:childTnLst>
                              <p:par>
                                <p:cTn id="39" presetID="35" presetClass="emph" presetSubtype="0" repeatCount="3000" fill="hold" grpId="1" nodeType="afterEffect">
                                  <p:stCondLst>
                                    <p:cond delay="0"/>
                                  </p:stCondLst>
                                  <p:childTnLst>
                                    <p:anim calcmode="discrete" valueType="str">
                                      <p:cBhvr>
                                        <p:cTn id="40" dur="1000" fill="hold"/>
                                        <p:tgtEl>
                                          <p:spTgt spid="78"/>
                                        </p:tgtEl>
                                        <p:attrNameLst>
                                          <p:attrName>style.visibility</p:attrName>
                                        </p:attrNameLst>
                                      </p:cBhvr>
                                      <p:tavLst>
                                        <p:tav tm="0">
                                          <p:val>
                                            <p:strVal val="hidden"/>
                                          </p:val>
                                        </p:tav>
                                        <p:tav tm="50000">
                                          <p:val>
                                            <p:strVal val="visible"/>
                                          </p:val>
                                        </p:tav>
                                      </p:tavLst>
                                    </p:anim>
                                  </p:childTnLst>
                                </p:cTn>
                              </p:par>
                            </p:childTnLst>
                          </p:cTn>
                        </p:par>
                        <p:par>
                          <p:cTn id="41" fill="hold" nodeType="afterGroup">
                            <p:stCondLst>
                              <p:cond delay="6004"/>
                            </p:stCondLst>
                            <p:childTnLst>
                              <p:par>
                                <p:cTn id="42" presetID="1" presetClass="exit" presetSubtype="0" fill="hold" grpId="2" nodeType="afterEffect">
                                  <p:stCondLst>
                                    <p:cond delay="0"/>
                                  </p:stCondLst>
                                  <p:childTnLst>
                                    <p:set>
                                      <p:cBhvr>
                                        <p:cTn id="43" dur="1" fill="hold">
                                          <p:stCondLst>
                                            <p:cond delay="0"/>
                                          </p:stCondLst>
                                        </p:cTn>
                                        <p:tgtEl>
                                          <p:spTgt spid="78"/>
                                        </p:tgtEl>
                                        <p:attrNameLst>
                                          <p:attrName>style.visibility</p:attrName>
                                        </p:attrNameLst>
                                      </p:cBhvr>
                                      <p:to>
                                        <p:strVal val="hidden"/>
                                      </p:to>
                                    </p:set>
                                  </p:childTnLst>
                                </p:cTn>
                              </p:par>
                            </p:childTnLst>
                          </p:cTn>
                        </p:par>
                        <p:par>
                          <p:cTn id="44" fill="hold" nodeType="afterGroup">
                            <p:stCondLst>
                              <p:cond delay="6005"/>
                            </p:stCondLst>
                            <p:childTnLst>
                              <p:par>
                                <p:cTn id="45" presetID="1" presetClass="entr" presetSubtype="0" fill="hold" grpId="0" nodeType="afterEffect">
                                  <p:stCondLst>
                                    <p:cond delay="500"/>
                                  </p:stCondLst>
                                  <p:childTnLst>
                                    <p:set>
                                      <p:cBhvr>
                                        <p:cTn id="46"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nimBg="1"/>
      <p:bldP spid="77" grpId="1" animBg="1"/>
      <p:bldP spid="77" grpId="2" animBg="1"/>
      <p:bldP spid="78" grpId="0" animBg="1"/>
      <p:bldP spid="78" grpId="1" animBg="1"/>
      <p:bldP spid="78" grpId="2" animBg="1"/>
      <p:bldP spid="79" grpId="0"/>
      <p:bldP spid="80" grpId="0" animBg="1"/>
      <p:bldP spid="80" grpId="1" animBg="1"/>
      <p:bldP spid="80" grpId="2" animBg="1"/>
      <p:bldP spid="81" grpId="0" animBg="1"/>
      <p:bldP spid="81" grpId="1" animBg="1"/>
      <p:bldP spid="81" grpId="2"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5457" name="Rectangle 2"/>
          <p:cNvSpPr>
            <a:spLocks noGrp="1" noChangeArrowheads="1"/>
          </p:cNvSpPr>
          <p:nvPr>
            <p:ph type="title" idx="4294967295"/>
          </p:nvPr>
        </p:nvSpPr>
        <p:spPr>
          <a:xfrm>
            <a:off x="271463" y="44450"/>
            <a:ext cx="9577387" cy="1063625"/>
          </a:xfrm>
          <a:solidFill>
            <a:srgbClr val="66FFFF"/>
          </a:solidFill>
          <a:ln>
            <a:solidFill>
              <a:schemeClr val="tx2"/>
            </a:solidFill>
            <a:miter lim="800000"/>
            <a:headEnd/>
            <a:tailEnd/>
          </a:ln>
        </p:spPr>
        <p:txBody>
          <a:bodyPr/>
          <a:lstStyle/>
          <a:p>
            <a:pPr algn="ctr"/>
            <a:r>
              <a:rPr lang="zh-CN" altLang="en-US" sz="3200" smtClean="0">
                <a:ea typeface="黑体" panose="02010609060101010101" pitchFamily="49" charset="-122"/>
              </a:rPr>
              <a:t>因此 </a:t>
            </a:r>
            <a:r>
              <a:rPr lang="en-US" altLang="zh-CN" sz="3200" smtClean="0">
                <a:ea typeface="黑体" panose="02010609060101010101" pitchFamily="49" charset="-122"/>
              </a:rPr>
              <a:t>H</a:t>
            </a:r>
            <a:r>
              <a:rPr lang="en-US" altLang="zh-CN" sz="3200" baseline="-25000" smtClean="0">
                <a:ea typeface="黑体" panose="02010609060101010101" pitchFamily="49" charset="-122"/>
              </a:rPr>
              <a:t>1 </a:t>
            </a:r>
            <a:r>
              <a:rPr lang="zh-CN" altLang="en-US" sz="3200" smtClean="0">
                <a:ea typeface="黑体" panose="02010609060101010101" pitchFamily="49" charset="-122"/>
              </a:rPr>
              <a:t>必须把分组传送到路由器 </a:t>
            </a:r>
            <a:r>
              <a:rPr lang="en-US" altLang="zh-CN" sz="3200" smtClean="0">
                <a:ea typeface="黑体" panose="02010609060101010101" pitchFamily="49" charset="-122"/>
              </a:rPr>
              <a:t>R</a:t>
            </a:r>
            <a:r>
              <a:rPr lang="en-US" altLang="zh-CN" sz="3200" baseline="-25000" smtClean="0">
                <a:ea typeface="黑体" panose="02010609060101010101" pitchFamily="49" charset="-122"/>
              </a:rPr>
              <a:t>1</a:t>
            </a:r>
            <a:r>
              <a:rPr lang="en-US" altLang="zh-CN" sz="3200" smtClean="0">
                <a:ea typeface="黑体" panose="02010609060101010101" pitchFamily="49" charset="-122"/>
              </a:rPr>
              <a:t/>
            </a:r>
            <a:br>
              <a:rPr lang="en-US" altLang="zh-CN" sz="3200" smtClean="0">
                <a:ea typeface="黑体" panose="02010609060101010101" pitchFamily="49" charset="-122"/>
              </a:rPr>
            </a:br>
            <a:r>
              <a:rPr lang="zh-CN" altLang="en-US" sz="3200" smtClean="0">
                <a:ea typeface="黑体" panose="02010609060101010101" pitchFamily="49" charset="-122"/>
              </a:rPr>
              <a:t>然后逐项查找路由表</a:t>
            </a:r>
          </a:p>
        </p:txBody>
      </p:sp>
      <p:graphicFrame>
        <p:nvGraphicFramePr>
          <p:cNvPr id="55" name="Group 5"/>
          <p:cNvGraphicFramePr>
            <a:graphicFrameLocks noGrp="1"/>
          </p:cNvGraphicFramePr>
          <p:nvPr/>
        </p:nvGraphicFramePr>
        <p:xfrm>
          <a:off x="4745038" y="2052638"/>
          <a:ext cx="5032375" cy="1376397"/>
        </p:xfrm>
        <a:graphic>
          <a:graphicData uri="http://schemas.openxmlformats.org/drawingml/2006/table">
            <a:tbl>
              <a:tblPr/>
              <a:tblGrid>
                <a:gridCol w="1807595">
                  <a:extLst>
                    <a:ext uri="{9D8B030D-6E8A-4147-A177-3AD203B41FA5}">
                      <a16:colId xmlns:a16="http://schemas.microsoft.com/office/drawing/2014/main" val="20000"/>
                    </a:ext>
                  </a:extLst>
                </a:gridCol>
                <a:gridCol w="2165332">
                  <a:extLst>
                    <a:ext uri="{9D8B030D-6E8A-4147-A177-3AD203B41FA5}">
                      <a16:colId xmlns:a16="http://schemas.microsoft.com/office/drawing/2014/main" val="20001"/>
                    </a:ext>
                  </a:extLst>
                </a:gridCol>
                <a:gridCol w="1059448">
                  <a:extLst>
                    <a:ext uri="{9D8B030D-6E8A-4147-A177-3AD203B41FA5}">
                      <a16:colId xmlns:a16="http://schemas.microsoft.com/office/drawing/2014/main" val="20002"/>
                    </a:ext>
                  </a:extLst>
                </a:gridCol>
              </a:tblGrid>
              <a:tr h="338281">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dirty="0">
                          <a:ln>
                            <a:noFill/>
                          </a:ln>
                          <a:solidFill>
                            <a:srgbClr val="000099"/>
                          </a:solidFill>
                          <a:effectLst/>
                          <a:latin typeface="+mn-lt"/>
                          <a:ea typeface="黑体" panose="02010609060101010101" pitchFamily="2" charset="-122"/>
                        </a:rPr>
                        <a:t>目的网络地址</a:t>
                      </a:r>
                    </a:p>
                  </a:txBody>
                  <a:tcPr marL="99065" marR="99065"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a:ln>
                            <a:noFill/>
                          </a:ln>
                          <a:solidFill>
                            <a:srgbClr val="000099"/>
                          </a:solidFill>
                          <a:effectLst/>
                          <a:latin typeface="+mn-lt"/>
                          <a:ea typeface="黑体" panose="02010609060101010101" pitchFamily="2" charset="-122"/>
                        </a:rPr>
                        <a:t>子网掩码</a:t>
                      </a:r>
                    </a:p>
                  </a:txBody>
                  <a:tcPr marL="99065" marR="99065"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a:ln>
                            <a:noFill/>
                          </a:ln>
                          <a:solidFill>
                            <a:srgbClr val="000099"/>
                          </a:solidFill>
                          <a:effectLst/>
                          <a:latin typeface="+mn-lt"/>
                          <a:ea typeface="黑体" panose="02010609060101010101" pitchFamily="2" charset="-122"/>
                        </a:rPr>
                        <a:t>下一跳</a:t>
                      </a:r>
                    </a:p>
                  </a:txBody>
                  <a:tcPr marL="99065" marR="99065"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1038081">
                <a:tc>
                  <a:txBody>
                    <a:bodyPr/>
                    <a:lstStyle/>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128.30.33.0</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128.30.33.128</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128.30.36.0</a:t>
                      </a:r>
                    </a:p>
                  </a:txBody>
                  <a:tcPr marL="99065" marR="99065"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255.255.255.128</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255.255.255.128</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255.255.255.0</a:t>
                      </a:r>
                    </a:p>
                  </a:txBody>
                  <a:tcPr marL="99065" marR="99065"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dirty="0">
                          <a:ln>
                            <a:noFill/>
                          </a:ln>
                          <a:solidFill>
                            <a:srgbClr val="000099"/>
                          </a:solidFill>
                          <a:effectLst/>
                          <a:latin typeface="+mn-lt"/>
                          <a:ea typeface="黑体" panose="02010609060101010101" pitchFamily="2" charset="-122"/>
                        </a:rPr>
                        <a:t>接口 </a:t>
                      </a:r>
                      <a:r>
                        <a:rPr kumimoji="0" lang="en-US" altLang="zh-CN" sz="1800" b="1" i="0" u="none" strike="noStrike" cap="none" normalizeH="0" baseline="0" dirty="0">
                          <a:ln>
                            <a:noFill/>
                          </a:ln>
                          <a:solidFill>
                            <a:srgbClr val="000099"/>
                          </a:solidFill>
                          <a:effectLst/>
                          <a:latin typeface="+mn-lt"/>
                          <a:ea typeface="黑体" panose="02010609060101010101" pitchFamily="2" charset="-122"/>
                        </a:rPr>
                        <a:t>0</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dirty="0">
                          <a:ln>
                            <a:noFill/>
                          </a:ln>
                          <a:solidFill>
                            <a:srgbClr val="000099"/>
                          </a:solidFill>
                          <a:effectLst/>
                          <a:latin typeface="+mn-lt"/>
                          <a:ea typeface="黑体" panose="02010609060101010101" pitchFamily="2" charset="-122"/>
                        </a:rPr>
                        <a:t>接口 </a:t>
                      </a:r>
                      <a:r>
                        <a:rPr kumimoji="0" lang="en-US" altLang="zh-CN" sz="1800" b="1" i="0" u="none" strike="noStrike" cap="none" normalizeH="0" baseline="0" dirty="0">
                          <a:ln>
                            <a:noFill/>
                          </a:ln>
                          <a:solidFill>
                            <a:srgbClr val="000099"/>
                          </a:solidFill>
                          <a:effectLst/>
                          <a:latin typeface="+mn-lt"/>
                          <a:ea typeface="黑体" panose="02010609060101010101" pitchFamily="2" charset="-122"/>
                        </a:rPr>
                        <a:t>1</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dirty="0">
                          <a:ln>
                            <a:noFill/>
                          </a:ln>
                          <a:solidFill>
                            <a:srgbClr val="000099"/>
                          </a:solidFill>
                          <a:effectLst/>
                          <a:latin typeface="+mn-lt"/>
                          <a:ea typeface="黑体" panose="02010609060101010101" pitchFamily="2" charset="-122"/>
                        </a:rPr>
                        <a:t>R</a:t>
                      </a:r>
                      <a:r>
                        <a:rPr kumimoji="0" lang="en-US" altLang="zh-CN" sz="1800" b="1" i="0" u="none" strike="noStrike" cap="none" normalizeH="0" baseline="-25000" dirty="0">
                          <a:ln>
                            <a:noFill/>
                          </a:ln>
                          <a:solidFill>
                            <a:srgbClr val="000099"/>
                          </a:solidFill>
                          <a:effectLst/>
                          <a:latin typeface="+mn-lt"/>
                          <a:ea typeface="黑体" panose="02010609060101010101" pitchFamily="2" charset="-122"/>
                        </a:rPr>
                        <a:t>2</a:t>
                      </a:r>
                    </a:p>
                  </a:txBody>
                  <a:tcPr marL="99065" marR="99065"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1"/>
                  </a:ext>
                </a:extLst>
              </a:tr>
            </a:tbl>
          </a:graphicData>
        </a:graphic>
      </p:graphicFrame>
      <p:grpSp>
        <p:nvGrpSpPr>
          <p:cNvPr id="915472" name="组合 1"/>
          <p:cNvGrpSpPr>
            <a:grpSpLocks/>
          </p:cNvGrpSpPr>
          <p:nvPr/>
        </p:nvGrpSpPr>
        <p:grpSpPr bwMode="auto">
          <a:xfrm>
            <a:off x="227013" y="1628775"/>
            <a:ext cx="9178925" cy="4867275"/>
            <a:chOff x="227498" y="1628775"/>
            <a:chExt cx="9178563" cy="4867137"/>
          </a:xfrm>
        </p:grpSpPr>
        <p:sp>
          <p:nvSpPr>
            <p:cNvPr id="915473" name="Freeform 2"/>
            <p:cNvSpPr>
              <a:spLocks noChangeArrowheads="1"/>
            </p:cNvSpPr>
            <p:nvPr/>
          </p:nvSpPr>
          <p:spPr bwMode="auto">
            <a:xfrm>
              <a:off x="2924166" y="2044701"/>
              <a:ext cx="1821260" cy="1819275"/>
            </a:xfrm>
            <a:custGeom>
              <a:avLst/>
              <a:gdLst>
                <a:gd name="T0" fmla="*/ 5 w 1059"/>
                <a:gd name="T1" fmla="*/ 1146 h 1146"/>
                <a:gd name="T2" fmla="*/ 1048 w 1059"/>
                <a:gd name="T3" fmla="*/ 0 h 1146"/>
                <a:gd name="T4" fmla="*/ 1059 w 1059"/>
                <a:gd name="T5" fmla="*/ 880 h 1146"/>
                <a:gd name="T6" fmla="*/ 0 w 1059"/>
                <a:gd name="T7" fmla="*/ 1111 h 1146"/>
              </a:gdLst>
              <a:ahLst/>
              <a:cxnLst>
                <a:cxn ang="0">
                  <a:pos x="T0" y="T1"/>
                </a:cxn>
                <a:cxn ang="0">
                  <a:pos x="T2" y="T3"/>
                </a:cxn>
                <a:cxn ang="0">
                  <a:pos x="T4" y="T5"/>
                </a:cxn>
                <a:cxn ang="0">
                  <a:pos x="T6" y="T7"/>
                </a:cxn>
              </a:cxnLst>
              <a:rect l="0" t="0" r="r" b="b"/>
              <a:pathLst>
                <a:path w="1059" h="1146">
                  <a:moveTo>
                    <a:pt x="5" y="1146"/>
                  </a:moveTo>
                  <a:lnTo>
                    <a:pt x="1048" y="0"/>
                  </a:lnTo>
                  <a:lnTo>
                    <a:pt x="1059" y="880"/>
                  </a:lnTo>
                  <a:lnTo>
                    <a:pt x="0" y="1111"/>
                  </a:lnTo>
                </a:path>
              </a:pathLst>
            </a:custGeom>
            <a:gradFill rotWithShape="1">
              <a:gsLst>
                <a:gs pos="0">
                  <a:srgbClr val="A6A6A6"/>
                </a:gs>
                <a:gs pos="100000">
                  <a:srgbClr val="FFFF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915474" name="Text Box 4"/>
            <p:cNvSpPr txBox="1">
              <a:spLocks noChangeArrowheads="1"/>
            </p:cNvSpPr>
            <p:nvPr/>
          </p:nvSpPr>
          <p:spPr bwMode="auto">
            <a:xfrm>
              <a:off x="2924166" y="312737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0</a:t>
              </a:r>
              <a:endParaRPr lang="en-US" altLang="zh-CN" b="1" baseline="-25000">
                <a:solidFill>
                  <a:srgbClr val="000099"/>
                </a:solidFill>
                <a:ea typeface="黑体" panose="02010609060101010101" pitchFamily="49" charset="-122"/>
              </a:endParaRPr>
            </a:p>
          </p:txBody>
        </p:sp>
        <p:sp>
          <p:nvSpPr>
            <p:cNvPr id="915475" name="Line 19"/>
            <p:cNvSpPr>
              <a:spLocks noChangeShapeType="1"/>
            </p:cNvSpPr>
            <p:nvPr/>
          </p:nvSpPr>
          <p:spPr bwMode="auto">
            <a:xfrm>
              <a:off x="2894930" y="3105151"/>
              <a:ext cx="1719" cy="7032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5476" name="Line 20"/>
            <p:cNvSpPr>
              <a:spLocks noChangeShapeType="1"/>
            </p:cNvSpPr>
            <p:nvPr/>
          </p:nvSpPr>
          <p:spPr bwMode="auto">
            <a:xfrm>
              <a:off x="502699" y="3087688"/>
              <a:ext cx="1720" cy="5699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5477" name="Line 21"/>
            <p:cNvSpPr>
              <a:spLocks noChangeShapeType="1"/>
            </p:cNvSpPr>
            <p:nvPr/>
          </p:nvSpPr>
          <p:spPr bwMode="auto">
            <a:xfrm flipV="1">
              <a:off x="267088" y="3105151"/>
              <a:ext cx="4380309"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5478" name="Line 22"/>
            <p:cNvSpPr>
              <a:spLocks noChangeShapeType="1"/>
            </p:cNvSpPr>
            <p:nvPr/>
          </p:nvSpPr>
          <p:spPr bwMode="auto">
            <a:xfrm>
              <a:off x="1204374" y="2535238"/>
              <a:ext cx="1720" cy="5699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915479" name="Picture 2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637" y="2276476"/>
              <a:ext cx="43166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5480" name="Text Box 24"/>
            <p:cNvSpPr txBox="1">
              <a:spLocks noChangeArrowheads="1"/>
            </p:cNvSpPr>
            <p:nvPr/>
          </p:nvSpPr>
          <p:spPr bwMode="auto">
            <a:xfrm>
              <a:off x="435627" y="1922463"/>
              <a:ext cx="158889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128.30.33.13</a:t>
              </a:r>
            </a:p>
          </p:txBody>
        </p:sp>
        <p:sp>
          <p:nvSpPr>
            <p:cNvPr id="915481" name="Text Box 25"/>
            <p:cNvSpPr txBox="1">
              <a:spLocks noChangeArrowheads="1"/>
            </p:cNvSpPr>
            <p:nvPr/>
          </p:nvSpPr>
          <p:spPr bwMode="auto">
            <a:xfrm>
              <a:off x="227498" y="2205038"/>
              <a:ext cx="8771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黑体" panose="02010609060101010101" pitchFamily="49" charset="-122"/>
                </a:rPr>
                <a:t>源主机</a:t>
              </a:r>
            </a:p>
            <a:p>
              <a:pPr algn="ctr" eaLnBrk="0" hangingPunct="0"/>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1</a:t>
              </a:r>
            </a:p>
          </p:txBody>
        </p:sp>
        <p:sp>
          <p:nvSpPr>
            <p:cNvPr id="915482" name="Line 27"/>
            <p:cNvSpPr>
              <a:spLocks noChangeShapeType="1"/>
            </p:cNvSpPr>
            <p:nvPr/>
          </p:nvSpPr>
          <p:spPr bwMode="auto">
            <a:xfrm>
              <a:off x="1926686" y="5011738"/>
              <a:ext cx="1720" cy="70326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5483" name="Line 28"/>
            <p:cNvSpPr>
              <a:spLocks noChangeShapeType="1"/>
            </p:cNvSpPr>
            <p:nvPr/>
          </p:nvSpPr>
          <p:spPr bwMode="auto">
            <a:xfrm>
              <a:off x="6831532" y="4400551"/>
              <a:ext cx="1720" cy="5699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5484" name="Line 29"/>
            <p:cNvSpPr>
              <a:spLocks noChangeShapeType="1"/>
            </p:cNvSpPr>
            <p:nvPr/>
          </p:nvSpPr>
          <p:spPr bwMode="auto">
            <a:xfrm>
              <a:off x="1065072" y="5708651"/>
              <a:ext cx="1719" cy="5699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5485" name="Line 30"/>
            <p:cNvSpPr>
              <a:spLocks noChangeShapeType="1"/>
            </p:cNvSpPr>
            <p:nvPr/>
          </p:nvSpPr>
          <p:spPr bwMode="auto">
            <a:xfrm>
              <a:off x="1926686" y="4400551"/>
              <a:ext cx="1720" cy="7032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5486" name="Line 31"/>
            <p:cNvSpPr>
              <a:spLocks noChangeShapeType="1"/>
            </p:cNvSpPr>
            <p:nvPr/>
          </p:nvSpPr>
          <p:spPr bwMode="auto">
            <a:xfrm>
              <a:off x="2901809" y="3676651"/>
              <a:ext cx="1719" cy="7032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915487" name="Picture 3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5894" y="6018214"/>
              <a:ext cx="431667"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5488" name="Picture 3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5687" y="3413125"/>
              <a:ext cx="431668"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15489" name="Group 34"/>
            <p:cNvGrpSpPr>
              <a:grpSpLocks/>
            </p:cNvGrpSpPr>
            <p:nvPr/>
          </p:nvGrpSpPr>
          <p:grpSpPr bwMode="auto">
            <a:xfrm>
              <a:off x="2619763" y="3459164"/>
              <a:ext cx="663840" cy="460375"/>
              <a:chOff x="864" y="1824"/>
              <a:chExt cx="432" cy="288"/>
            </a:xfrm>
          </p:grpSpPr>
          <p:pic>
            <p:nvPicPr>
              <p:cNvPr id="915490" name="Picture 3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5491" name="Picture 3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915492"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52674" y="4779964"/>
              <a:ext cx="431668"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5493" name="Line 38"/>
            <p:cNvSpPr>
              <a:spLocks noChangeShapeType="1"/>
            </p:cNvSpPr>
            <p:nvPr/>
          </p:nvSpPr>
          <p:spPr bwMode="auto">
            <a:xfrm>
              <a:off x="1175138" y="4379914"/>
              <a:ext cx="7527528"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5494" name="Line 39"/>
            <p:cNvSpPr>
              <a:spLocks noChangeShapeType="1"/>
            </p:cNvSpPr>
            <p:nvPr/>
          </p:nvSpPr>
          <p:spPr bwMode="auto">
            <a:xfrm>
              <a:off x="726272" y="5729289"/>
              <a:ext cx="8488892"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5495" name="Text Box 40"/>
            <p:cNvSpPr txBox="1">
              <a:spLocks noChangeArrowheads="1"/>
            </p:cNvSpPr>
            <p:nvPr/>
          </p:nvSpPr>
          <p:spPr bwMode="auto">
            <a:xfrm>
              <a:off x="1071950" y="3890963"/>
              <a:ext cx="17059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altLang="zh-CN" b="1">
                  <a:solidFill>
                    <a:srgbClr val="000099"/>
                  </a:solidFill>
                  <a:ea typeface="黑体" panose="02010609060101010101" pitchFamily="49" charset="-122"/>
                </a:rPr>
                <a:t>128.30.33.130</a:t>
              </a:r>
            </a:p>
          </p:txBody>
        </p:sp>
        <p:grpSp>
          <p:nvGrpSpPr>
            <p:cNvPr id="915496" name="Group 41"/>
            <p:cNvGrpSpPr>
              <a:grpSpLocks/>
            </p:cNvGrpSpPr>
            <p:nvPr/>
          </p:nvGrpSpPr>
          <p:grpSpPr bwMode="auto">
            <a:xfrm>
              <a:off x="3319718" y="1628775"/>
              <a:ext cx="5945319" cy="2278063"/>
              <a:chOff x="1836" y="1026"/>
              <a:chExt cx="3457" cy="1435"/>
            </a:xfrm>
          </p:grpSpPr>
          <p:sp>
            <p:nvSpPr>
              <p:cNvPr id="915497" name="Text Box 42"/>
              <p:cNvSpPr txBox="1">
                <a:spLocks noChangeArrowheads="1"/>
              </p:cNvSpPr>
              <p:nvPr/>
            </p:nvSpPr>
            <p:spPr bwMode="auto">
              <a:xfrm>
                <a:off x="2894" y="1026"/>
                <a:ext cx="239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990000"/>
                    </a:solidFill>
                    <a:ea typeface="黑体" panose="02010609060101010101" pitchFamily="49" charset="-122"/>
                  </a:rPr>
                  <a:t>R</a:t>
                </a:r>
                <a:r>
                  <a:rPr lang="en-US" altLang="zh-CN" sz="2000" b="1" baseline="-25000">
                    <a:solidFill>
                      <a:srgbClr val="990000"/>
                    </a:solidFill>
                    <a:ea typeface="黑体" panose="02010609060101010101" pitchFamily="49" charset="-122"/>
                  </a:rPr>
                  <a:t>1</a:t>
                </a:r>
                <a:r>
                  <a:rPr lang="en-US" altLang="zh-CN" sz="2000" b="1">
                    <a:solidFill>
                      <a:srgbClr val="990000"/>
                    </a:solidFill>
                    <a:ea typeface="黑体" panose="02010609060101010101" pitchFamily="49" charset="-122"/>
                  </a:rPr>
                  <a:t> </a:t>
                </a:r>
                <a:r>
                  <a:rPr lang="zh-CN" altLang="en-US" sz="2000" b="1">
                    <a:solidFill>
                      <a:srgbClr val="990000"/>
                    </a:solidFill>
                    <a:ea typeface="黑体" panose="02010609060101010101" pitchFamily="49" charset="-122"/>
                  </a:rPr>
                  <a:t>的路由表（未给出默认路由器）</a:t>
                </a:r>
                <a:endParaRPr lang="zh-CN" altLang="en-US" sz="2000" b="1" baseline="-25000">
                  <a:solidFill>
                    <a:srgbClr val="990000"/>
                  </a:solidFill>
                  <a:ea typeface="黑体" panose="02010609060101010101" pitchFamily="49" charset="-122"/>
                </a:endParaRPr>
              </a:p>
            </p:txBody>
          </p:sp>
          <p:sp>
            <p:nvSpPr>
              <p:cNvPr id="915498" name="Text Box 43"/>
              <p:cNvSpPr txBox="1">
                <a:spLocks noChangeArrowheads="1"/>
              </p:cNvSpPr>
              <p:nvPr/>
            </p:nvSpPr>
            <p:spPr bwMode="auto">
              <a:xfrm>
                <a:off x="1836" y="2228"/>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990000"/>
                    </a:solidFill>
                    <a:ea typeface="黑体" panose="02010609060101010101" pitchFamily="49" charset="-122"/>
                  </a:rPr>
                  <a:t>R</a:t>
                </a:r>
                <a:r>
                  <a:rPr lang="en-US" altLang="zh-CN" b="1" baseline="-25000">
                    <a:solidFill>
                      <a:srgbClr val="990000"/>
                    </a:solidFill>
                    <a:ea typeface="黑体" panose="02010609060101010101" pitchFamily="49" charset="-122"/>
                  </a:rPr>
                  <a:t>1</a:t>
                </a:r>
              </a:p>
            </p:txBody>
          </p:sp>
        </p:grpSp>
        <p:sp>
          <p:nvSpPr>
            <p:cNvPr id="915499" name="Text Box 44"/>
            <p:cNvSpPr txBox="1">
              <a:spLocks noChangeArrowheads="1"/>
            </p:cNvSpPr>
            <p:nvPr/>
          </p:nvSpPr>
          <p:spPr bwMode="auto">
            <a:xfrm>
              <a:off x="2906968" y="3897313"/>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a:t>
              </a:r>
              <a:endParaRPr lang="en-US" altLang="zh-CN" b="1" baseline="-25000">
                <a:solidFill>
                  <a:srgbClr val="000099"/>
                </a:solidFill>
                <a:ea typeface="黑体" panose="02010609060101010101" pitchFamily="49" charset="-122"/>
              </a:endParaRPr>
            </a:p>
          </p:txBody>
        </p:sp>
        <p:sp>
          <p:nvSpPr>
            <p:cNvPr id="915500" name="Line 45"/>
            <p:cNvSpPr>
              <a:spLocks noChangeShapeType="1"/>
            </p:cNvSpPr>
            <p:nvPr/>
          </p:nvSpPr>
          <p:spPr bwMode="auto">
            <a:xfrm>
              <a:off x="4516693" y="4400551"/>
              <a:ext cx="1720" cy="5699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915501" name="Group 46"/>
            <p:cNvGrpSpPr>
              <a:grpSpLocks/>
            </p:cNvGrpSpPr>
            <p:nvPr/>
          </p:nvGrpSpPr>
          <p:grpSpPr bwMode="auto">
            <a:xfrm>
              <a:off x="1644641" y="4843464"/>
              <a:ext cx="663840" cy="460375"/>
              <a:chOff x="864" y="1824"/>
              <a:chExt cx="432" cy="288"/>
            </a:xfrm>
          </p:grpSpPr>
          <p:pic>
            <p:nvPicPr>
              <p:cNvPr id="915502" name="Picture 4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5503" name="Picture 4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15504" name="Text Box 49"/>
            <p:cNvSpPr txBox="1">
              <a:spLocks noChangeArrowheads="1"/>
            </p:cNvSpPr>
            <p:nvPr/>
          </p:nvSpPr>
          <p:spPr bwMode="auto">
            <a:xfrm>
              <a:off x="1214692" y="4826001"/>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2</a:t>
              </a:r>
            </a:p>
          </p:txBody>
        </p:sp>
        <p:sp>
          <p:nvSpPr>
            <p:cNvPr id="915505" name="Line 50"/>
            <p:cNvSpPr>
              <a:spLocks noChangeShapeType="1"/>
            </p:cNvSpPr>
            <p:nvPr/>
          </p:nvSpPr>
          <p:spPr bwMode="auto">
            <a:xfrm>
              <a:off x="2564730" y="5707063"/>
              <a:ext cx="1719" cy="5699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915506" name="Picture 5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27516" y="4784725"/>
              <a:ext cx="431668"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5507" name="Text Box 52"/>
            <p:cNvSpPr txBox="1">
              <a:spLocks noChangeArrowheads="1"/>
            </p:cNvSpPr>
            <p:nvPr/>
          </p:nvSpPr>
          <p:spPr bwMode="auto">
            <a:xfrm>
              <a:off x="4442742" y="3681414"/>
              <a:ext cx="4963319"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000" b="1">
                  <a:solidFill>
                    <a:srgbClr val="000099"/>
                  </a:solidFill>
                  <a:ea typeface="黑体" panose="02010609060101010101" pitchFamily="49" charset="-122"/>
                </a:rPr>
                <a:t>子网</a:t>
              </a:r>
              <a:r>
                <a:rPr lang="en-US" altLang="zh-CN" sz="2000" b="1">
                  <a:solidFill>
                    <a:srgbClr val="000099"/>
                  </a:solidFill>
                  <a:ea typeface="黑体" panose="02010609060101010101" pitchFamily="49" charset="-122"/>
                </a:rPr>
                <a:t>2</a:t>
              </a:r>
              <a:r>
                <a:rPr lang="zh-CN" altLang="en-US" sz="2000" b="1">
                  <a:solidFill>
                    <a:srgbClr val="000099"/>
                  </a:solidFill>
                  <a:ea typeface="黑体" panose="02010609060101010101" pitchFamily="49" charset="-122"/>
                </a:rPr>
                <a:t>：网络地址 </a:t>
              </a:r>
              <a:r>
                <a:rPr lang="en-US" altLang="zh-CN" sz="2000" b="1">
                  <a:solidFill>
                    <a:srgbClr val="000099"/>
                  </a:solidFill>
                  <a:ea typeface="黑体" panose="02010609060101010101" pitchFamily="49" charset="-122"/>
                </a:rPr>
                <a:t>128.30.33.128</a:t>
              </a:r>
            </a:p>
            <a:p>
              <a:pPr eaLnBrk="0" hangingPunct="0"/>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子网掩码 </a:t>
              </a:r>
              <a:r>
                <a:rPr lang="en-US" altLang="zh-CN" sz="2000" b="1">
                  <a:solidFill>
                    <a:srgbClr val="000099"/>
                  </a:solidFill>
                  <a:ea typeface="黑体" panose="02010609060101010101" pitchFamily="49" charset="-122"/>
                </a:rPr>
                <a:t>255.255.255.128</a:t>
              </a:r>
              <a:endParaRPr lang="en-US" altLang="zh-CN" sz="2000" b="1" baseline="-25000">
                <a:solidFill>
                  <a:srgbClr val="000099"/>
                </a:solidFill>
                <a:ea typeface="黑体" panose="02010609060101010101" pitchFamily="49" charset="-122"/>
              </a:endParaRPr>
            </a:p>
          </p:txBody>
        </p:sp>
        <p:sp>
          <p:nvSpPr>
            <p:cNvPr id="915508" name="Text Box 53"/>
            <p:cNvSpPr txBox="1">
              <a:spLocks noChangeArrowheads="1"/>
            </p:cNvSpPr>
            <p:nvPr/>
          </p:nvSpPr>
          <p:spPr bwMode="auto">
            <a:xfrm>
              <a:off x="3789222" y="5229226"/>
              <a:ext cx="14237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目的主机 </a:t>
              </a:r>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2</a:t>
              </a:r>
            </a:p>
          </p:txBody>
        </p:sp>
        <p:sp>
          <p:nvSpPr>
            <p:cNvPr id="915509" name="Text Box 54"/>
            <p:cNvSpPr txBox="1">
              <a:spLocks noChangeArrowheads="1"/>
            </p:cNvSpPr>
            <p:nvPr/>
          </p:nvSpPr>
          <p:spPr bwMode="auto">
            <a:xfrm>
              <a:off x="4647397" y="4760913"/>
              <a:ext cx="17059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128.30.33.138</a:t>
              </a:r>
            </a:p>
          </p:txBody>
        </p:sp>
        <p:sp>
          <p:nvSpPr>
            <p:cNvPr id="915510" name="Text Box 55"/>
            <p:cNvSpPr txBox="1">
              <a:spLocks noChangeArrowheads="1"/>
            </p:cNvSpPr>
            <p:nvPr/>
          </p:nvSpPr>
          <p:spPr bwMode="auto">
            <a:xfrm>
              <a:off x="1579288" y="4538663"/>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0</a:t>
              </a:r>
              <a:endParaRPr lang="en-US" altLang="zh-CN" b="1" baseline="-25000">
                <a:solidFill>
                  <a:srgbClr val="000099"/>
                </a:solidFill>
                <a:ea typeface="黑体" panose="02010609060101010101" pitchFamily="49" charset="-122"/>
              </a:endParaRPr>
            </a:p>
          </p:txBody>
        </p:sp>
        <p:sp>
          <p:nvSpPr>
            <p:cNvPr id="915511" name="Text Box 56"/>
            <p:cNvSpPr txBox="1">
              <a:spLocks noChangeArrowheads="1"/>
            </p:cNvSpPr>
            <p:nvPr/>
          </p:nvSpPr>
          <p:spPr bwMode="auto">
            <a:xfrm>
              <a:off x="1579288" y="5259388"/>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a:t>
              </a:r>
              <a:endParaRPr lang="en-US" altLang="zh-CN" b="1" baseline="-25000">
                <a:solidFill>
                  <a:srgbClr val="000099"/>
                </a:solidFill>
                <a:ea typeface="黑体" panose="02010609060101010101" pitchFamily="49" charset="-122"/>
              </a:endParaRPr>
            </a:p>
          </p:txBody>
        </p:sp>
        <p:sp>
          <p:nvSpPr>
            <p:cNvPr id="915512" name="Text Box 57"/>
            <p:cNvSpPr txBox="1">
              <a:spLocks noChangeArrowheads="1"/>
            </p:cNvSpPr>
            <p:nvPr/>
          </p:nvSpPr>
          <p:spPr bwMode="auto">
            <a:xfrm>
              <a:off x="1916368" y="4538663"/>
              <a:ext cx="17059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128.30.33.129</a:t>
              </a:r>
            </a:p>
          </p:txBody>
        </p:sp>
        <p:pic>
          <p:nvPicPr>
            <p:cNvPr id="915513"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75552" y="6016626"/>
              <a:ext cx="4333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5514" name="Text Box 59"/>
            <p:cNvSpPr txBox="1">
              <a:spLocks noChangeArrowheads="1"/>
            </p:cNvSpPr>
            <p:nvPr/>
          </p:nvSpPr>
          <p:spPr bwMode="auto">
            <a:xfrm>
              <a:off x="1995478" y="598487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3</a:t>
              </a:r>
            </a:p>
          </p:txBody>
        </p:sp>
        <p:sp>
          <p:nvSpPr>
            <p:cNvPr id="915515" name="Text Box 60"/>
            <p:cNvSpPr txBox="1">
              <a:spLocks noChangeArrowheads="1"/>
            </p:cNvSpPr>
            <p:nvPr/>
          </p:nvSpPr>
          <p:spPr bwMode="auto">
            <a:xfrm>
              <a:off x="1990319" y="5257801"/>
              <a:ext cx="14029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128.30.36.2</a:t>
              </a:r>
            </a:p>
          </p:txBody>
        </p:sp>
        <p:sp>
          <p:nvSpPr>
            <p:cNvPr id="915516" name="Text Box 61"/>
            <p:cNvSpPr txBox="1">
              <a:spLocks noChangeArrowheads="1"/>
            </p:cNvSpPr>
            <p:nvPr/>
          </p:nvSpPr>
          <p:spPr bwMode="auto">
            <a:xfrm>
              <a:off x="4516693" y="5788026"/>
              <a:ext cx="377218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子网</a:t>
              </a:r>
              <a:r>
                <a:rPr lang="en-US" altLang="zh-CN" sz="2000" b="1">
                  <a:solidFill>
                    <a:srgbClr val="000099"/>
                  </a:solidFill>
                  <a:ea typeface="黑体" panose="02010609060101010101" pitchFamily="49" charset="-122"/>
                </a:rPr>
                <a:t>3</a:t>
              </a:r>
              <a:r>
                <a:rPr lang="zh-CN" altLang="en-US" sz="2000" b="1">
                  <a:solidFill>
                    <a:srgbClr val="000099"/>
                  </a:solidFill>
                  <a:ea typeface="黑体" panose="02010609060101010101" pitchFamily="49" charset="-122"/>
                </a:rPr>
                <a:t>：网络地址 </a:t>
              </a:r>
              <a:r>
                <a:rPr lang="en-US" altLang="zh-CN" sz="2000" b="1">
                  <a:solidFill>
                    <a:srgbClr val="000099"/>
                  </a:solidFill>
                  <a:ea typeface="黑体" panose="02010609060101010101" pitchFamily="49" charset="-122"/>
                </a:rPr>
                <a:t>128.30.36.0</a:t>
              </a:r>
            </a:p>
            <a:p>
              <a:pPr eaLnBrk="0" hangingPunct="0"/>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子网掩码 </a:t>
              </a:r>
              <a:r>
                <a:rPr lang="en-US" altLang="zh-CN" sz="2000" b="1">
                  <a:solidFill>
                    <a:srgbClr val="000099"/>
                  </a:solidFill>
                  <a:ea typeface="黑体" panose="02010609060101010101" pitchFamily="49" charset="-122"/>
                </a:rPr>
                <a:t>255.255.255.0</a:t>
              </a:r>
              <a:endParaRPr lang="en-US" altLang="zh-CN" sz="2000" b="1" baseline="-25000">
                <a:solidFill>
                  <a:srgbClr val="000099"/>
                </a:solidFill>
                <a:ea typeface="黑体" panose="02010609060101010101" pitchFamily="49" charset="-122"/>
              </a:endParaRPr>
            </a:p>
          </p:txBody>
        </p:sp>
        <p:sp>
          <p:nvSpPr>
            <p:cNvPr id="915517" name="Text Box 62"/>
            <p:cNvSpPr txBox="1">
              <a:spLocks noChangeArrowheads="1"/>
            </p:cNvSpPr>
            <p:nvPr/>
          </p:nvSpPr>
          <p:spPr bwMode="auto">
            <a:xfrm>
              <a:off x="2690274" y="6056313"/>
              <a:ext cx="158889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128.30.36.12</a:t>
              </a:r>
            </a:p>
          </p:txBody>
        </p:sp>
        <p:sp>
          <p:nvSpPr>
            <p:cNvPr id="915518" name="Line 64"/>
            <p:cNvSpPr>
              <a:spLocks noChangeShapeType="1"/>
            </p:cNvSpPr>
            <p:nvPr/>
          </p:nvSpPr>
          <p:spPr bwMode="auto">
            <a:xfrm>
              <a:off x="1214692" y="2636838"/>
              <a:ext cx="3276204" cy="2305050"/>
            </a:xfrm>
            <a:prstGeom prst="line">
              <a:avLst/>
            </a:prstGeom>
            <a:noFill/>
            <a:ln w="76200">
              <a:solidFill>
                <a:srgbClr val="FF0000">
                  <a:alpha val="79999"/>
                </a:srgbClr>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5519" name="Text Box 26"/>
            <p:cNvSpPr txBox="1">
              <a:spLocks noChangeArrowheads="1"/>
            </p:cNvSpPr>
            <p:nvPr/>
          </p:nvSpPr>
          <p:spPr bwMode="auto">
            <a:xfrm>
              <a:off x="746909" y="2189164"/>
              <a:ext cx="3785262"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en-US" b="1">
                  <a:solidFill>
                    <a:srgbClr val="000099"/>
                  </a:solidFill>
                  <a:ea typeface="黑体" panose="02010609060101010101" pitchFamily="49" charset="-122"/>
                </a:rPr>
                <a:t>子网</a:t>
              </a:r>
              <a:r>
                <a:rPr lang="en-US" altLang="zh-CN" b="1">
                  <a:solidFill>
                    <a:srgbClr val="000099"/>
                  </a:solidFill>
                  <a:ea typeface="黑体" panose="02010609060101010101" pitchFamily="49" charset="-122"/>
                </a:rPr>
                <a:t>1</a:t>
              </a:r>
              <a:r>
                <a:rPr lang="zh-CN" altLang="en-US" b="1">
                  <a:solidFill>
                    <a:srgbClr val="000099"/>
                  </a:solidFill>
                  <a:ea typeface="黑体" panose="02010609060101010101" pitchFamily="49" charset="-122"/>
                </a:rPr>
                <a:t>：</a:t>
              </a:r>
            </a:p>
            <a:p>
              <a:pPr algn="ctr" eaLnBrk="0" hangingPunct="0"/>
              <a:r>
                <a:rPr lang="zh-CN" altLang="en-US" b="1">
                  <a:solidFill>
                    <a:srgbClr val="000099"/>
                  </a:solidFill>
                  <a:ea typeface="黑体" panose="02010609060101010101" pitchFamily="49" charset="-122"/>
                </a:rPr>
                <a:t>    网络地址 </a:t>
              </a:r>
              <a:r>
                <a:rPr lang="en-US" altLang="zh-CN" b="1">
                  <a:solidFill>
                    <a:srgbClr val="000099"/>
                  </a:solidFill>
                  <a:ea typeface="黑体" panose="02010609060101010101" pitchFamily="49" charset="-122"/>
                </a:rPr>
                <a:t>128.30.33.0</a:t>
              </a:r>
            </a:p>
            <a:p>
              <a:pPr algn="ctr" eaLnBrk="0" hangingPunct="0"/>
              <a:r>
                <a:rPr lang="en-US" altLang="zh-CN" b="1">
                  <a:solidFill>
                    <a:srgbClr val="000099"/>
                  </a:solidFill>
                  <a:ea typeface="黑体" panose="02010609060101010101" pitchFamily="49" charset="-122"/>
                </a:rPr>
                <a:t>     </a:t>
              </a:r>
              <a:r>
                <a:rPr lang="zh-CN" altLang="en-US" b="1">
                  <a:solidFill>
                    <a:srgbClr val="000099"/>
                  </a:solidFill>
                  <a:ea typeface="黑体" panose="02010609060101010101" pitchFamily="49" charset="-122"/>
                </a:rPr>
                <a:t>子网掩码 </a:t>
              </a:r>
              <a:r>
                <a:rPr lang="en-US" altLang="zh-CN" b="1">
                  <a:solidFill>
                    <a:srgbClr val="000099"/>
                  </a:solidFill>
                  <a:ea typeface="黑体" panose="02010609060101010101" pitchFamily="49" charset="-122"/>
                </a:rPr>
                <a:t>255.255.255.128</a:t>
              </a:r>
            </a:p>
          </p:txBody>
        </p:sp>
        <p:sp>
          <p:nvSpPr>
            <p:cNvPr id="915520" name="Text Box 3"/>
            <p:cNvSpPr txBox="1">
              <a:spLocks noChangeArrowheads="1"/>
            </p:cNvSpPr>
            <p:nvPr/>
          </p:nvSpPr>
          <p:spPr bwMode="auto">
            <a:xfrm>
              <a:off x="1374918" y="3098801"/>
              <a:ext cx="14029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altLang="zh-CN" b="1">
                  <a:solidFill>
                    <a:srgbClr val="000099"/>
                  </a:solidFill>
                  <a:ea typeface="黑体" panose="02010609060101010101" pitchFamily="49" charset="-122"/>
                </a:rPr>
                <a:t>128.30.33.1</a:t>
              </a:r>
            </a:p>
          </p:txBody>
        </p:sp>
      </p:grpSp>
      <p:sp>
        <p:nvSpPr>
          <p:cNvPr id="516159" name="AutoShape 63"/>
          <p:cNvSpPr>
            <a:spLocks noChangeArrowheads="1"/>
          </p:cNvSpPr>
          <p:nvPr/>
        </p:nvSpPr>
        <p:spPr bwMode="auto">
          <a:xfrm>
            <a:off x="4089400" y="2420938"/>
            <a:ext cx="623888" cy="215900"/>
          </a:xfrm>
          <a:prstGeom prst="rightArrow">
            <a:avLst>
              <a:gd name="adj1" fmla="val 50000"/>
              <a:gd name="adj2" fmla="val 66677"/>
            </a:avLst>
          </a:prstGeom>
          <a:solidFill>
            <a:schemeClr val="accent1"/>
          </a:solidFill>
          <a:ln w="9525">
            <a:solidFill>
              <a:schemeClr val="tx2"/>
            </a:solidFill>
            <a:miter lim="800000"/>
            <a:headEnd/>
            <a:tailEnd/>
          </a:ln>
        </p:spPr>
        <p:txBody>
          <a:bodyPr wrap="none" anchor="ctr"/>
          <a:lstStyle/>
          <a:p>
            <a:pPr eaLnBrk="0" hangingPunct="0"/>
            <a:endParaRPr lang="zh-CN" altLang="en-US">
              <a:ea typeface="宋体" panose="02010600030101010101" pitchFamily="2" charset="-122"/>
            </a:endParaRPr>
          </a:p>
        </p:txBody>
      </p:sp>
      <p:sp>
        <p:nvSpPr>
          <p:cNvPr id="516160" name="AutoShape 64"/>
          <p:cNvSpPr>
            <a:spLocks noChangeArrowheads="1"/>
          </p:cNvSpPr>
          <p:nvPr/>
        </p:nvSpPr>
        <p:spPr bwMode="auto">
          <a:xfrm>
            <a:off x="4089400" y="2725738"/>
            <a:ext cx="623888" cy="215900"/>
          </a:xfrm>
          <a:prstGeom prst="rightArrow">
            <a:avLst>
              <a:gd name="adj1" fmla="val 50000"/>
              <a:gd name="adj2" fmla="val 66677"/>
            </a:avLst>
          </a:prstGeom>
          <a:solidFill>
            <a:schemeClr val="accent1"/>
          </a:solidFill>
          <a:ln w="9525">
            <a:solidFill>
              <a:schemeClr val="tx2"/>
            </a:solidFill>
            <a:miter lim="800000"/>
            <a:headEnd/>
            <a:tailEnd/>
          </a:ln>
        </p:spPr>
        <p:txBody>
          <a:bodyPr wrap="none" anchor="ctr"/>
          <a:lstStyle/>
          <a:p>
            <a:pPr eaLnBrk="0" hangingPunct="0"/>
            <a:endParaRPr lang="zh-CN" altLang="en-US">
              <a:ea typeface="宋体" panose="02010600030101010101" pitchFamily="2" charset="-122"/>
            </a:endParaRPr>
          </a:p>
        </p:txBody>
      </p:sp>
      <p:sp>
        <p:nvSpPr>
          <p:cNvPr id="516161" name="AutoShape 65"/>
          <p:cNvSpPr>
            <a:spLocks noChangeArrowheads="1"/>
          </p:cNvSpPr>
          <p:nvPr/>
        </p:nvSpPr>
        <p:spPr bwMode="auto">
          <a:xfrm>
            <a:off x="4089400" y="3032125"/>
            <a:ext cx="623888" cy="215900"/>
          </a:xfrm>
          <a:prstGeom prst="rightArrow">
            <a:avLst>
              <a:gd name="adj1" fmla="val 50000"/>
              <a:gd name="adj2" fmla="val 66677"/>
            </a:avLst>
          </a:prstGeom>
          <a:solidFill>
            <a:schemeClr val="accent1"/>
          </a:solidFill>
          <a:ln w="9525">
            <a:solidFill>
              <a:schemeClr val="tx2"/>
            </a:solidFill>
            <a:miter lim="800000"/>
            <a:headEnd/>
            <a:tailEnd/>
          </a:ln>
        </p:spPr>
        <p:txBody>
          <a:bodyPr wrap="none" anchor="ctr"/>
          <a:lstStyle/>
          <a:p>
            <a:pPr eaLnBrk="0" hangingPunct="0"/>
            <a:endParaRPr lang="zh-CN" altLang="en-US">
              <a:ea typeface="宋体" panose="02010600030101010101" pitchFamily="2" charset="-122"/>
            </a:endParaRPr>
          </a:p>
        </p:txBody>
      </p:sp>
      <p:sp>
        <p:nvSpPr>
          <p:cNvPr id="915524"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359115F8-3A11-4176-AECC-4A9877471E78}" type="slidenum">
              <a:rPr lang="zh-CN" altLang="en-US" smtClean="0"/>
              <a:pPr/>
              <a:t>26</a:t>
            </a:fld>
            <a:endParaRPr lang="en-US" altLang="zh-CN" smtClean="0"/>
          </a:p>
        </p:txBody>
      </p:sp>
      <p:sp>
        <p:nvSpPr>
          <p:cNvPr id="915525"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6159"/>
                                        </p:tgtEl>
                                        <p:attrNameLst>
                                          <p:attrName>style.visibility</p:attrName>
                                        </p:attrNameLst>
                                      </p:cBhvr>
                                      <p:to>
                                        <p:strVal val="visible"/>
                                      </p:to>
                                    </p:set>
                                  </p:childTnLst>
                                </p:cTn>
                              </p:par>
                            </p:childTnLst>
                          </p:cTn>
                        </p:par>
                        <p:par>
                          <p:cTn id="7" fill="hold" nodeType="afterGroup">
                            <p:stCondLst>
                              <p:cond delay="1"/>
                            </p:stCondLst>
                            <p:childTnLst>
                              <p:par>
                                <p:cTn id="8" presetID="1" presetClass="exit" presetSubtype="0" fill="hold" grpId="1" nodeType="afterEffect">
                                  <p:stCondLst>
                                    <p:cond delay="1000"/>
                                  </p:stCondLst>
                                  <p:childTnLst>
                                    <p:set>
                                      <p:cBhvr>
                                        <p:cTn id="9" dur="1" fill="hold">
                                          <p:stCondLst>
                                            <p:cond delay="0"/>
                                          </p:stCondLst>
                                        </p:cTn>
                                        <p:tgtEl>
                                          <p:spTgt spid="516159"/>
                                        </p:tgtEl>
                                        <p:attrNameLst>
                                          <p:attrName>style.visibility</p:attrName>
                                        </p:attrNameLst>
                                      </p:cBhvr>
                                      <p:to>
                                        <p:strVal val="hidden"/>
                                      </p:to>
                                    </p:set>
                                  </p:childTnLst>
                                </p:cTn>
                              </p:par>
                            </p:childTnLst>
                          </p:cTn>
                        </p:par>
                        <p:par>
                          <p:cTn id="10" fill="hold" nodeType="afterGroup">
                            <p:stCondLst>
                              <p:cond delay="1002"/>
                            </p:stCondLst>
                            <p:childTnLst>
                              <p:par>
                                <p:cTn id="11" presetID="1" presetClass="entr" presetSubtype="0" fill="hold" grpId="0" nodeType="afterEffect">
                                  <p:stCondLst>
                                    <p:cond delay="0"/>
                                  </p:stCondLst>
                                  <p:childTnLst>
                                    <p:set>
                                      <p:cBhvr>
                                        <p:cTn id="12" dur="1" fill="hold">
                                          <p:stCondLst>
                                            <p:cond delay="0"/>
                                          </p:stCondLst>
                                        </p:cTn>
                                        <p:tgtEl>
                                          <p:spTgt spid="516160"/>
                                        </p:tgtEl>
                                        <p:attrNameLst>
                                          <p:attrName>style.visibility</p:attrName>
                                        </p:attrNameLst>
                                      </p:cBhvr>
                                      <p:to>
                                        <p:strVal val="visible"/>
                                      </p:to>
                                    </p:set>
                                  </p:childTnLst>
                                </p:cTn>
                              </p:par>
                            </p:childTnLst>
                          </p:cTn>
                        </p:par>
                        <p:par>
                          <p:cTn id="13" fill="hold" nodeType="afterGroup">
                            <p:stCondLst>
                              <p:cond delay="1003"/>
                            </p:stCondLst>
                            <p:childTnLst>
                              <p:par>
                                <p:cTn id="14" presetID="1" presetClass="exit" presetSubtype="0" fill="hold" grpId="1" nodeType="afterEffect">
                                  <p:stCondLst>
                                    <p:cond delay="1000"/>
                                  </p:stCondLst>
                                  <p:childTnLst>
                                    <p:set>
                                      <p:cBhvr>
                                        <p:cTn id="15" dur="1" fill="hold">
                                          <p:stCondLst>
                                            <p:cond delay="0"/>
                                          </p:stCondLst>
                                        </p:cTn>
                                        <p:tgtEl>
                                          <p:spTgt spid="516160"/>
                                        </p:tgtEl>
                                        <p:attrNameLst>
                                          <p:attrName>style.visibility</p:attrName>
                                        </p:attrNameLst>
                                      </p:cBhvr>
                                      <p:to>
                                        <p:strVal val="hidden"/>
                                      </p:to>
                                    </p:set>
                                  </p:childTnLst>
                                </p:cTn>
                              </p:par>
                            </p:childTnLst>
                          </p:cTn>
                        </p:par>
                        <p:par>
                          <p:cTn id="16" fill="hold" nodeType="afterGroup">
                            <p:stCondLst>
                              <p:cond delay="2004"/>
                            </p:stCondLst>
                            <p:childTnLst>
                              <p:par>
                                <p:cTn id="17" presetID="1" presetClass="entr" presetSubtype="0" fill="hold" grpId="0" nodeType="afterEffect">
                                  <p:stCondLst>
                                    <p:cond delay="0"/>
                                  </p:stCondLst>
                                  <p:childTnLst>
                                    <p:set>
                                      <p:cBhvr>
                                        <p:cTn id="18" dur="1" fill="hold">
                                          <p:stCondLst>
                                            <p:cond delay="0"/>
                                          </p:stCondLst>
                                        </p:cTn>
                                        <p:tgtEl>
                                          <p:spTgt spid="5161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6159" grpId="0" animBg="1"/>
      <p:bldP spid="516159" grpId="1" animBg="1"/>
      <p:bldP spid="516160" grpId="0" animBg="1"/>
      <p:bldP spid="516160" grpId="1" animBg="1"/>
      <p:bldP spid="51616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7505" name="Rectangle 2"/>
          <p:cNvSpPr>
            <a:spLocks noGrp="1" noChangeArrowheads="1"/>
          </p:cNvSpPr>
          <p:nvPr>
            <p:ph type="title" idx="4294967295"/>
          </p:nvPr>
        </p:nvSpPr>
        <p:spPr>
          <a:xfrm>
            <a:off x="276225" y="44450"/>
            <a:ext cx="9569450" cy="992188"/>
          </a:xfrm>
          <a:solidFill>
            <a:srgbClr val="66FFFF"/>
          </a:solidFill>
          <a:ln>
            <a:solidFill>
              <a:schemeClr val="tx2"/>
            </a:solidFill>
            <a:miter lim="800000"/>
            <a:headEnd/>
            <a:tailEnd/>
          </a:ln>
        </p:spPr>
        <p:txBody>
          <a:bodyPr/>
          <a:lstStyle/>
          <a:p>
            <a:pPr algn="ctr"/>
            <a:r>
              <a:rPr lang="zh-CN" altLang="en-US" sz="3200" smtClean="0">
                <a:ea typeface="黑体" panose="02010609060101010101" pitchFamily="49" charset="-122"/>
              </a:rPr>
              <a:t>路由器 </a:t>
            </a:r>
            <a:r>
              <a:rPr lang="en-US" altLang="zh-CN" sz="3200" smtClean="0">
                <a:ea typeface="黑体" panose="02010609060101010101" pitchFamily="49" charset="-122"/>
              </a:rPr>
              <a:t>R</a:t>
            </a:r>
            <a:r>
              <a:rPr lang="en-US" altLang="zh-CN" sz="3200" baseline="-25000" smtClean="0">
                <a:ea typeface="黑体" panose="02010609060101010101" pitchFamily="49" charset="-122"/>
              </a:rPr>
              <a:t>1</a:t>
            </a:r>
            <a:r>
              <a:rPr lang="en-US" altLang="zh-CN" sz="3200" smtClean="0">
                <a:ea typeface="黑体" panose="02010609060101010101" pitchFamily="49" charset="-122"/>
              </a:rPr>
              <a:t> </a:t>
            </a:r>
            <a:r>
              <a:rPr lang="zh-CN" altLang="en-US" sz="3200" smtClean="0">
                <a:ea typeface="黑体" panose="02010609060101010101" pitchFamily="49" charset="-122"/>
              </a:rPr>
              <a:t>收到分组后就用路由表中第 </a:t>
            </a:r>
            <a:r>
              <a:rPr lang="en-US" altLang="zh-CN" sz="3200" smtClean="0">
                <a:ea typeface="黑体" panose="02010609060101010101" pitchFamily="49" charset="-122"/>
              </a:rPr>
              <a:t>1 </a:t>
            </a:r>
            <a:r>
              <a:rPr lang="zh-CN" altLang="en-US" sz="3200" smtClean="0">
                <a:ea typeface="黑体" panose="02010609060101010101" pitchFamily="49" charset="-122"/>
              </a:rPr>
              <a:t>个项目的</a:t>
            </a:r>
            <a:br>
              <a:rPr lang="zh-CN" altLang="en-US" sz="3200" smtClean="0">
                <a:ea typeface="黑体" panose="02010609060101010101" pitchFamily="49" charset="-122"/>
              </a:rPr>
            </a:br>
            <a:r>
              <a:rPr lang="zh-CN" altLang="en-US" sz="3200" smtClean="0">
                <a:ea typeface="黑体" panose="02010609060101010101" pitchFamily="49" charset="-122"/>
              </a:rPr>
              <a:t>子网掩码和 </a:t>
            </a:r>
            <a:r>
              <a:rPr lang="en-US" altLang="zh-CN" sz="3200" smtClean="0">
                <a:ea typeface="黑体" panose="02010609060101010101" pitchFamily="49" charset="-122"/>
              </a:rPr>
              <a:t>128.30.33.138 </a:t>
            </a:r>
            <a:r>
              <a:rPr lang="zh-CN" altLang="en-US" sz="3200" smtClean="0">
                <a:ea typeface="黑体" panose="02010609060101010101" pitchFamily="49" charset="-122"/>
              </a:rPr>
              <a:t>逐比特 </a:t>
            </a:r>
            <a:r>
              <a:rPr lang="en-US" altLang="zh-CN" sz="3200" smtClean="0">
                <a:ea typeface="黑体" panose="02010609060101010101" pitchFamily="49" charset="-122"/>
              </a:rPr>
              <a:t>AND </a:t>
            </a:r>
            <a:r>
              <a:rPr lang="zh-CN" altLang="en-US" sz="3200" smtClean="0">
                <a:ea typeface="黑体" panose="02010609060101010101" pitchFamily="49" charset="-122"/>
              </a:rPr>
              <a:t>操作 </a:t>
            </a:r>
          </a:p>
        </p:txBody>
      </p:sp>
      <p:sp>
        <p:nvSpPr>
          <p:cNvPr id="917506" name="Rectangle 64"/>
          <p:cNvSpPr>
            <a:spLocks noChangeArrowheads="1"/>
          </p:cNvSpPr>
          <p:nvPr/>
        </p:nvSpPr>
        <p:spPr bwMode="auto">
          <a:xfrm>
            <a:off x="512763" y="1195388"/>
            <a:ext cx="8112125" cy="504825"/>
          </a:xfrm>
          <a:prstGeom prst="rect">
            <a:avLst/>
          </a:prstGeom>
          <a:solidFill>
            <a:srgbClr val="FFFF99"/>
          </a:solidFill>
          <a:ln w="9525">
            <a:solidFill>
              <a:schemeClr val="tx1"/>
            </a:solidFill>
            <a:miter lim="800000"/>
            <a:headEnd/>
            <a:tailEnd/>
          </a:ln>
        </p:spPr>
        <p:txBody>
          <a:bodyPr wrap="none" anchor="ctr"/>
          <a:lstStyle/>
          <a:p>
            <a:pPr algn="just" eaLnBrk="0" hangingPunct="0"/>
            <a:r>
              <a:rPr lang="en-US" altLang="zh-CN" sz="2800" b="1">
                <a:solidFill>
                  <a:srgbClr val="0000CC"/>
                </a:solidFill>
                <a:ea typeface="黑体" panose="02010609060101010101" pitchFamily="49" charset="-122"/>
              </a:rPr>
              <a:t>R</a:t>
            </a:r>
            <a:r>
              <a:rPr lang="en-US" altLang="zh-CN" sz="2800" b="1" baseline="-25000">
                <a:solidFill>
                  <a:srgbClr val="0000CC"/>
                </a:solidFill>
                <a:ea typeface="黑体" panose="02010609060101010101" pitchFamily="49" charset="-122"/>
              </a:rPr>
              <a:t>1</a:t>
            </a:r>
            <a:r>
              <a:rPr lang="en-US" altLang="zh-CN" sz="2800" b="1">
                <a:solidFill>
                  <a:srgbClr val="0000CC"/>
                </a:solidFill>
                <a:ea typeface="黑体" panose="02010609060101010101" pitchFamily="49" charset="-122"/>
              </a:rPr>
              <a:t> </a:t>
            </a:r>
            <a:r>
              <a:rPr lang="zh-CN" altLang="en-US" sz="2800" b="1">
                <a:solidFill>
                  <a:srgbClr val="0000CC"/>
                </a:solidFill>
                <a:ea typeface="黑体" panose="02010609060101010101" pitchFamily="49" charset="-122"/>
              </a:rPr>
              <a:t>收到的分组的目的 </a:t>
            </a:r>
            <a:r>
              <a:rPr lang="en-US" altLang="zh-CN" sz="2800" b="1">
                <a:solidFill>
                  <a:srgbClr val="0000CC"/>
                </a:solidFill>
                <a:ea typeface="黑体" panose="02010609060101010101" pitchFamily="49" charset="-122"/>
              </a:rPr>
              <a:t>IP </a:t>
            </a:r>
            <a:r>
              <a:rPr lang="zh-CN" altLang="en-US" sz="2800" b="1">
                <a:solidFill>
                  <a:srgbClr val="0000CC"/>
                </a:solidFill>
                <a:ea typeface="黑体" panose="02010609060101010101" pitchFamily="49" charset="-122"/>
              </a:rPr>
              <a:t>地址：</a:t>
            </a:r>
            <a:r>
              <a:rPr lang="en-US" altLang="zh-CN" sz="2800" b="1">
                <a:solidFill>
                  <a:srgbClr val="0000CC"/>
                </a:solidFill>
                <a:ea typeface="黑体" panose="02010609060101010101" pitchFamily="49" charset="-122"/>
              </a:rPr>
              <a:t>128.30.33.138</a:t>
            </a:r>
          </a:p>
        </p:txBody>
      </p:sp>
      <p:graphicFrame>
        <p:nvGraphicFramePr>
          <p:cNvPr id="64" name="Group 5"/>
          <p:cNvGraphicFramePr>
            <a:graphicFrameLocks noGrp="1"/>
          </p:cNvGraphicFramePr>
          <p:nvPr/>
        </p:nvGraphicFramePr>
        <p:xfrm>
          <a:off x="4745038" y="2052638"/>
          <a:ext cx="5032375" cy="1376397"/>
        </p:xfrm>
        <a:graphic>
          <a:graphicData uri="http://schemas.openxmlformats.org/drawingml/2006/table">
            <a:tbl>
              <a:tblPr/>
              <a:tblGrid>
                <a:gridCol w="1807595">
                  <a:extLst>
                    <a:ext uri="{9D8B030D-6E8A-4147-A177-3AD203B41FA5}">
                      <a16:colId xmlns:a16="http://schemas.microsoft.com/office/drawing/2014/main" val="20000"/>
                    </a:ext>
                  </a:extLst>
                </a:gridCol>
                <a:gridCol w="2165332">
                  <a:extLst>
                    <a:ext uri="{9D8B030D-6E8A-4147-A177-3AD203B41FA5}">
                      <a16:colId xmlns:a16="http://schemas.microsoft.com/office/drawing/2014/main" val="20001"/>
                    </a:ext>
                  </a:extLst>
                </a:gridCol>
                <a:gridCol w="1059448">
                  <a:extLst>
                    <a:ext uri="{9D8B030D-6E8A-4147-A177-3AD203B41FA5}">
                      <a16:colId xmlns:a16="http://schemas.microsoft.com/office/drawing/2014/main" val="20002"/>
                    </a:ext>
                  </a:extLst>
                </a:gridCol>
              </a:tblGrid>
              <a:tr h="338281">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dirty="0">
                          <a:ln>
                            <a:noFill/>
                          </a:ln>
                          <a:solidFill>
                            <a:srgbClr val="000099"/>
                          </a:solidFill>
                          <a:effectLst/>
                          <a:latin typeface="+mn-lt"/>
                          <a:ea typeface="黑体" panose="02010609060101010101" pitchFamily="2" charset="-122"/>
                        </a:rPr>
                        <a:t>目的网络地址</a:t>
                      </a:r>
                    </a:p>
                  </a:txBody>
                  <a:tcPr marL="99065" marR="99065"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a:ln>
                            <a:noFill/>
                          </a:ln>
                          <a:solidFill>
                            <a:srgbClr val="000099"/>
                          </a:solidFill>
                          <a:effectLst/>
                          <a:latin typeface="+mn-lt"/>
                          <a:ea typeface="黑体" panose="02010609060101010101" pitchFamily="2" charset="-122"/>
                        </a:rPr>
                        <a:t>子网掩码</a:t>
                      </a:r>
                    </a:p>
                  </a:txBody>
                  <a:tcPr marL="99065" marR="99065"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a:ln>
                            <a:noFill/>
                          </a:ln>
                          <a:solidFill>
                            <a:srgbClr val="000099"/>
                          </a:solidFill>
                          <a:effectLst/>
                          <a:latin typeface="+mn-lt"/>
                          <a:ea typeface="黑体" panose="02010609060101010101" pitchFamily="2" charset="-122"/>
                        </a:rPr>
                        <a:t>下一跳</a:t>
                      </a:r>
                    </a:p>
                  </a:txBody>
                  <a:tcPr marL="99065" marR="99065"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1038081">
                <a:tc>
                  <a:txBody>
                    <a:bodyPr/>
                    <a:lstStyle/>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128.30.33.0</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128.30.33.128</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128.30.36.0</a:t>
                      </a:r>
                    </a:p>
                  </a:txBody>
                  <a:tcPr marL="99065" marR="99065"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255.255.255.128</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255.255.255.128</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255.255.255.0</a:t>
                      </a:r>
                    </a:p>
                  </a:txBody>
                  <a:tcPr marL="99065" marR="99065"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dirty="0">
                          <a:ln>
                            <a:noFill/>
                          </a:ln>
                          <a:solidFill>
                            <a:srgbClr val="000099"/>
                          </a:solidFill>
                          <a:effectLst/>
                          <a:latin typeface="+mn-lt"/>
                          <a:ea typeface="黑体" panose="02010609060101010101" pitchFamily="2" charset="-122"/>
                        </a:rPr>
                        <a:t>接口 </a:t>
                      </a:r>
                      <a:r>
                        <a:rPr kumimoji="0" lang="en-US" altLang="zh-CN" sz="1800" b="1" i="0" u="none" strike="noStrike" cap="none" normalizeH="0" baseline="0" dirty="0">
                          <a:ln>
                            <a:noFill/>
                          </a:ln>
                          <a:solidFill>
                            <a:srgbClr val="000099"/>
                          </a:solidFill>
                          <a:effectLst/>
                          <a:latin typeface="+mn-lt"/>
                          <a:ea typeface="黑体" panose="02010609060101010101" pitchFamily="2" charset="-122"/>
                        </a:rPr>
                        <a:t>0</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dirty="0">
                          <a:ln>
                            <a:noFill/>
                          </a:ln>
                          <a:solidFill>
                            <a:srgbClr val="000099"/>
                          </a:solidFill>
                          <a:effectLst/>
                          <a:latin typeface="+mn-lt"/>
                          <a:ea typeface="黑体" panose="02010609060101010101" pitchFamily="2" charset="-122"/>
                        </a:rPr>
                        <a:t>接口 </a:t>
                      </a:r>
                      <a:r>
                        <a:rPr kumimoji="0" lang="en-US" altLang="zh-CN" sz="1800" b="1" i="0" u="none" strike="noStrike" cap="none" normalizeH="0" baseline="0" dirty="0">
                          <a:ln>
                            <a:noFill/>
                          </a:ln>
                          <a:solidFill>
                            <a:srgbClr val="000099"/>
                          </a:solidFill>
                          <a:effectLst/>
                          <a:latin typeface="+mn-lt"/>
                          <a:ea typeface="黑体" panose="02010609060101010101" pitchFamily="2" charset="-122"/>
                        </a:rPr>
                        <a:t>1</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dirty="0">
                          <a:ln>
                            <a:noFill/>
                          </a:ln>
                          <a:solidFill>
                            <a:srgbClr val="000099"/>
                          </a:solidFill>
                          <a:effectLst/>
                          <a:latin typeface="+mn-lt"/>
                          <a:ea typeface="黑体" panose="02010609060101010101" pitchFamily="2" charset="-122"/>
                        </a:rPr>
                        <a:t>R</a:t>
                      </a:r>
                      <a:r>
                        <a:rPr kumimoji="0" lang="en-US" altLang="zh-CN" sz="1800" b="1" i="0" u="none" strike="noStrike" cap="none" normalizeH="0" baseline="-25000" dirty="0">
                          <a:ln>
                            <a:noFill/>
                          </a:ln>
                          <a:solidFill>
                            <a:srgbClr val="000099"/>
                          </a:solidFill>
                          <a:effectLst/>
                          <a:latin typeface="+mn-lt"/>
                          <a:ea typeface="黑体" panose="02010609060101010101" pitchFamily="2" charset="-122"/>
                        </a:rPr>
                        <a:t>2</a:t>
                      </a:r>
                    </a:p>
                  </a:txBody>
                  <a:tcPr marL="99065" marR="99065"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1"/>
                  </a:ext>
                </a:extLst>
              </a:tr>
            </a:tbl>
          </a:graphicData>
        </a:graphic>
      </p:graphicFrame>
      <p:grpSp>
        <p:nvGrpSpPr>
          <p:cNvPr id="917521" name="Group 41"/>
          <p:cNvGrpSpPr>
            <a:grpSpLocks/>
          </p:cNvGrpSpPr>
          <p:nvPr/>
        </p:nvGrpSpPr>
        <p:grpSpPr bwMode="auto">
          <a:xfrm>
            <a:off x="3319463" y="1628775"/>
            <a:ext cx="5945187" cy="2278063"/>
            <a:chOff x="1836" y="1026"/>
            <a:chExt cx="3457" cy="1435"/>
          </a:xfrm>
        </p:grpSpPr>
        <p:sp>
          <p:nvSpPr>
            <p:cNvPr id="917522" name="Text Box 42"/>
            <p:cNvSpPr txBox="1">
              <a:spLocks noChangeArrowheads="1"/>
            </p:cNvSpPr>
            <p:nvPr/>
          </p:nvSpPr>
          <p:spPr bwMode="auto">
            <a:xfrm>
              <a:off x="2894" y="1026"/>
              <a:ext cx="239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990000"/>
                  </a:solidFill>
                  <a:ea typeface="黑体" panose="02010609060101010101" pitchFamily="49" charset="-122"/>
                </a:rPr>
                <a:t>R</a:t>
              </a:r>
              <a:r>
                <a:rPr lang="en-US" altLang="zh-CN" sz="2000" b="1" baseline="-25000">
                  <a:solidFill>
                    <a:srgbClr val="990000"/>
                  </a:solidFill>
                  <a:ea typeface="黑体" panose="02010609060101010101" pitchFamily="49" charset="-122"/>
                </a:rPr>
                <a:t>1</a:t>
              </a:r>
              <a:r>
                <a:rPr lang="en-US" altLang="zh-CN" sz="2000" b="1">
                  <a:solidFill>
                    <a:srgbClr val="990000"/>
                  </a:solidFill>
                  <a:ea typeface="黑体" panose="02010609060101010101" pitchFamily="49" charset="-122"/>
                </a:rPr>
                <a:t> </a:t>
              </a:r>
              <a:r>
                <a:rPr lang="zh-CN" altLang="en-US" sz="2000" b="1">
                  <a:solidFill>
                    <a:srgbClr val="990000"/>
                  </a:solidFill>
                  <a:ea typeface="黑体" panose="02010609060101010101" pitchFamily="49" charset="-122"/>
                </a:rPr>
                <a:t>的路由表（未给出默认路由器）</a:t>
              </a:r>
              <a:endParaRPr lang="zh-CN" altLang="en-US" sz="2000" b="1" baseline="-25000">
                <a:solidFill>
                  <a:srgbClr val="990000"/>
                </a:solidFill>
                <a:ea typeface="黑体" panose="02010609060101010101" pitchFamily="49" charset="-122"/>
              </a:endParaRPr>
            </a:p>
          </p:txBody>
        </p:sp>
        <p:sp>
          <p:nvSpPr>
            <p:cNvPr id="917523" name="Text Box 43"/>
            <p:cNvSpPr txBox="1">
              <a:spLocks noChangeArrowheads="1"/>
            </p:cNvSpPr>
            <p:nvPr/>
          </p:nvSpPr>
          <p:spPr bwMode="auto">
            <a:xfrm>
              <a:off x="1836" y="2228"/>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990000"/>
                  </a:solidFill>
                  <a:ea typeface="黑体" panose="02010609060101010101" pitchFamily="49" charset="-122"/>
                </a:rPr>
                <a:t>R</a:t>
              </a:r>
              <a:r>
                <a:rPr lang="en-US" altLang="zh-CN" b="1" baseline="-25000">
                  <a:solidFill>
                    <a:srgbClr val="990000"/>
                  </a:solidFill>
                  <a:ea typeface="黑体" panose="02010609060101010101" pitchFamily="49" charset="-122"/>
                </a:rPr>
                <a:t>1</a:t>
              </a:r>
            </a:p>
          </p:txBody>
        </p:sp>
      </p:grpSp>
      <p:grpSp>
        <p:nvGrpSpPr>
          <p:cNvPr id="917524" name="组合 1"/>
          <p:cNvGrpSpPr>
            <a:grpSpLocks/>
          </p:cNvGrpSpPr>
          <p:nvPr/>
        </p:nvGrpSpPr>
        <p:grpSpPr bwMode="auto">
          <a:xfrm>
            <a:off x="227013" y="1922463"/>
            <a:ext cx="9178925" cy="4573587"/>
            <a:chOff x="227498" y="1922463"/>
            <a:chExt cx="9178563" cy="4573449"/>
          </a:xfrm>
        </p:grpSpPr>
        <p:sp>
          <p:nvSpPr>
            <p:cNvPr id="917525" name="Freeform 2"/>
            <p:cNvSpPr>
              <a:spLocks noChangeArrowheads="1"/>
            </p:cNvSpPr>
            <p:nvPr/>
          </p:nvSpPr>
          <p:spPr bwMode="auto">
            <a:xfrm>
              <a:off x="2924166" y="2044701"/>
              <a:ext cx="1821260" cy="1819275"/>
            </a:xfrm>
            <a:custGeom>
              <a:avLst/>
              <a:gdLst>
                <a:gd name="T0" fmla="*/ 5 w 1059"/>
                <a:gd name="T1" fmla="*/ 1146 h 1146"/>
                <a:gd name="T2" fmla="*/ 1048 w 1059"/>
                <a:gd name="T3" fmla="*/ 0 h 1146"/>
                <a:gd name="T4" fmla="*/ 1059 w 1059"/>
                <a:gd name="T5" fmla="*/ 880 h 1146"/>
                <a:gd name="T6" fmla="*/ 0 w 1059"/>
                <a:gd name="T7" fmla="*/ 1111 h 1146"/>
              </a:gdLst>
              <a:ahLst/>
              <a:cxnLst>
                <a:cxn ang="0">
                  <a:pos x="T0" y="T1"/>
                </a:cxn>
                <a:cxn ang="0">
                  <a:pos x="T2" y="T3"/>
                </a:cxn>
                <a:cxn ang="0">
                  <a:pos x="T4" y="T5"/>
                </a:cxn>
                <a:cxn ang="0">
                  <a:pos x="T6" y="T7"/>
                </a:cxn>
              </a:cxnLst>
              <a:rect l="0" t="0" r="r" b="b"/>
              <a:pathLst>
                <a:path w="1059" h="1146">
                  <a:moveTo>
                    <a:pt x="5" y="1146"/>
                  </a:moveTo>
                  <a:lnTo>
                    <a:pt x="1048" y="0"/>
                  </a:lnTo>
                  <a:lnTo>
                    <a:pt x="1059" y="880"/>
                  </a:lnTo>
                  <a:lnTo>
                    <a:pt x="0" y="1111"/>
                  </a:lnTo>
                </a:path>
              </a:pathLst>
            </a:custGeom>
            <a:gradFill rotWithShape="1">
              <a:gsLst>
                <a:gs pos="0">
                  <a:srgbClr val="A6A6A6"/>
                </a:gs>
                <a:gs pos="100000">
                  <a:srgbClr val="FFFF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917526" name="Text Box 4"/>
            <p:cNvSpPr txBox="1">
              <a:spLocks noChangeArrowheads="1"/>
            </p:cNvSpPr>
            <p:nvPr/>
          </p:nvSpPr>
          <p:spPr bwMode="auto">
            <a:xfrm>
              <a:off x="2924166" y="312737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0</a:t>
              </a:r>
              <a:endParaRPr lang="en-US" altLang="zh-CN" b="1" baseline="-25000">
                <a:solidFill>
                  <a:srgbClr val="000099"/>
                </a:solidFill>
                <a:ea typeface="黑体" panose="02010609060101010101" pitchFamily="49" charset="-122"/>
              </a:endParaRPr>
            </a:p>
          </p:txBody>
        </p:sp>
        <p:sp>
          <p:nvSpPr>
            <p:cNvPr id="917527" name="Line 19"/>
            <p:cNvSpPr>
              <a:spLocks noChangeShapeType="1"/>
            </p:cNvSpPr>
            <p:nvPr/>
          </p:nvSpPr>
          <p:spPr bwMode="auto">
            <a:xfrm>
              <a:off x="2894930" y="3105151"/>
              <a:ext cx="1719" cy="7032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7528" name="Line 20"/>
            <p:cNvSpPr>
              <a:spLocks noChangeShapeType="1"/>
            </p:cNvSpPr>
            <p:nvPr/>
          </p:nvSpPr>
          <p:spPr bwMode="auto">
            <a:xfrm>
              <a:off x="502699" y="3087688"/>
              <a:ext cx="1720" cy="5699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7529" name="Line 21"/>
            <p:cNvSpPr>
              <a:spLocks noChangeShapeType="1"/>
            </p:cNvSpPr>
            <p:nvPr/>
          </p:nvSpPr>
          <p:spPr bwMode="auto">
            <a:xfrm flipV="1">
              <a:off x="267088" y="3105151"/>
              <a:ext cx="4380309"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7530" name="Line 22"/>
            <p:cNvSpPr>
              <a:spLocks noChangeShapeType="1"/>
            </p:cNvSpPr>
            <p:nvPr/>
          </p:nvSpPr>
          <p:spPr bwMode="auto">
            <a:xfrm>
              <a:off x="1204374" y="2535238"/>
              <a:ext cx="1720" cy="5699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917531" name="Picture 2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637" y="2276476"/>
              <a:ext cx="43166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7532" name="Text Box 24"/>
            <p:cNvSpPr txBox="1">
              <a:spLocks noChangeArrowheads="1"/>
            </p:cNvSpPr>
            <p:nvPr/>
          </p:nvSpPr>
          <p:spPr bwMode="auto">
            <a:xfrm>
              <a:off x="435627" y="1922463"/>
              <a:ext cx="158889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128.30.33.13</a:t>
              </a:r>
            </a:p>
          </p:txBody>
        </p:sp>
        <p:sp>
          <p:nvSpPr>
            <p:cNvPr id="917533" name="Text Box 25"/>
            <p:cNvSpPr txBox="1">
              <a:spLocks noChangeArrowheads="1"/>
            </p:cNvSpPr>
            <p:nvPr/>
          </p:nvSpPr>
          <p:spPr bwMode="auto">
            <a:xfrm>
              <a:off x="227498" y="2205038"/>
              <a:ext cx="8771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黑体" panose="02010609060101010101" pitchFamily="49" charset="-122"/>
                </a:rPr>
                <a:t>源主机</a:t>
              </a:r>
            </a:p>
            <a:p>
              <a:pPr algn="ctr" eaLnBrk="0" hangingPunct="0"/>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1</a:t>
              </a:r>
            </a:p>
          </p:txBody>
        </p:sp>
        <p:sp>
          <p:nvSpPr>
            <p:cNvPr id="917534" name="Line 27"/>
            <p:cNvSpPr>
              <a:spLocks noChangeShapeType="1"/>
            </p:cNvSpPr>
            <p:nvPr/>
          </p:nvSpPr>
          <p:spPr bwMode="auto">
            <a:xfrm>
              <a:off x="1926686" y="5011738"/>
              <a:ext cx="1720" cy="70326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7535" name="Line 28"/>
            <p:cNvSpPr>
              <a:spLocks noChangeShapeType="1"/>
            </p:cNvSpPr>
            <p:nvPr/>
          </p:nvSpPr>
          <p:spPr bwMode="auto">
            <a:xfrm>
              <a:off x="6831532" y="4400551"/>
              <a:ext cx="1720" cy="5699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7536" name="Line 29"/>
            <p:cNvSpPr>
              <a:spLocks noChangeShapeType="1"/>
            </p:cNvSpPr>
            <p:nvPr/>
          </p:nvSpPr>
          <p:spPr bwMode="auto">
            <a:xfrm>
              <a:off x="1065072" y="5708651"/>
              <a:ext cx="1719" cy="5699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7537" name="Line 30"/>
            <p:cNvSpPr>
              <a:spLocks noChangeShapeType="1"/>
            </p:cNvSpPr>
            <p:nvPr/>
          </p:nvSpPr>
          <p:spPr bwMode="auto">
            <a:xfrm>
              <a:off x="1926686" y="4400551"/>
              <a:ext cx="1720" cy="7032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7538" name="Line 31"/>
            <p:cNvSpPr>
              <a:spLocks noChangeShapeType="1"/>
            </p:cNvSpPr>
            <p:nvPr/>
          </p:nvSpPr>
          <p:spPr bwMode="auto">
            <a:xfrm>
              <a:off x="2901809" y="3676651"/>
              <a:ext cx="1719" cy="7032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917539" name="Picture 3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5894" y="6018214"/>
              <a:ext cx="431667"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7540" name="Picture 3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5687" y="3413125"/>
              <a:ext cx="431668"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17541" name="Group 34"/>
            <p:cNvGrpSpPr>
              <a:grpSpLocks/>
            </p:cNvGrpSpPr>
            <p:nvPr/>
          </p:nvGrpSpPr>
          <p:grpSpPr bwMode="auto">
            <a:xfrm>
              <a:off x="2619763" y="3459164"/>
              <a:ext cx="663840" cy="460375"/>
              <a:chOff x="864" y="1824"/>
              <a:chExt cx="432" cy="288"/>
            </a:xfrm>
          </p:grpSpPr>
          <p:pic>
            <p:nvPicPr>
              <p:cNvPr id="917542" name="Picture 3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7543" name="Picture 3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917544"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52674" y="4779964"/>
              <a:ext cx="431668"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7545" name="Line 38"/>
            <p:cNvSpPr>
              <a:spLocks noChangeShapeType="1"/>
            </p:cNvSpPr>
            <p:nvPr/>
          </p:nvSpPr>
          <p:spPr bwMode="auto">
            <a:xfrm>
              <a:off x="1175138" y="4379914"/>
              <a:ext cx="7527528"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7546" name="Line 39"/>
            <p:cNvSpPr>
              <a:spLocks noChangeShapeType="1"/>
            </p:cNvSpPr>
            <p:nvPr/>
          </p:nvSpPr>
          <p:spPr bwMode="auto">
            <a:xfrm>
              <a:off x="726272" y="5729289"/>
              <a:ext cx="8488892"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7547" name="Text Box 40"/>
            <p:cNvSpPr txBox="1">
              <a:spLocks noChangeArrowheads="1"/>
            </p:cNvSpPr>
            <p:nvPr/>
          </p:nvSpPr>
          <p:spPr bwMode="auto">
            <a:xfrm>
              <a:off x="1071950" y="3890963"/>
              <a:ext cx="17059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altLang="zh-CN" b="1">
                  <a:solidFill>
                    <a:srgbClr val="000099"/>
                  </a:solidFill>
                  <a:ea typeface="黑体" panose="02010609060101010101" pitchFamily="49" charset="-122"/>
                </a:rPr>
                <a:t>128.30.33.130</a:t>
              </a:r>
            </a:p>
          </p:txBody>
        </p:sp>
        <p:sp>
          <p:nvSpPr>
            <p:cNvPr id="917548" name="Text Box 44"/>
            <p:cNvSpPr txBox="1">
              <a:spLocks noChangeArrowheads="1"/>
            </p:cNvSpPr>
            <p:nvPr/>
          </p:nvSpPr>
          <p:spPr bwMode="auto">
            <a:xfrm>
              <a:off x="2906968" y="3897313"/>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a:t>
              </a:r>
              <a:endParaRPr lang="en-US" altLang="zh-CN" b="1" baseline="-25000">
                <a:solidFill>
                  <a:srgbClr val="000099"/>
                </a:solidFill>
                <a:ea typeface="黑体" panose="02010609060101010101" pitchFamily="49" charset="-122"/>
              </a:endParaRPr>
            </a:p>
          </p:txBody>
        </p:sp>
        <p:sp>
          <p:nvSpPr>
            <p:cNvPr id="917549" name="Line 45"/>
            <p:cNvSpPr>
              <a:spLocks noChangeShapeType="1"/>
            </p:cNvSpPr>
            <p:nvPr/>
          </p:nvSpPr>
          <p:spPr bwMode="auto">
            <a:xfrm>
              <a:off x="4516693" y="4400551"/>
              <a:ext cx="1720" cy="5699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917550" name="Group 46"/>
            <p:cNvGrpSpPr>
              <a:grpSpLocks/>
            </p:cNvGrpSpPr>
            <p:nvPr/>
          </p:nvGrpSpPr>
          <p:grpSpPr bwMode="auto">
            <a:xfrm>
              <a:off x="1644641" y="4843464"/>
              <a:ext cx="663840" cy="460375"/>
              <a:chOff x="864" y="1824"/>
              <a:chExt cx="432" cy="288"/>
            </a:xfrm>
          </p:grpSpPr>
          <p:pic>
            <p:nvPicPr>
              <p:cNvPr id="917551" name="Picture 4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7552" name="Picture 4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17553" name="Text Box 49"/>
            <p:cNvSpPr txBox="1">
              <a:spLocks noChangeArrowheads="1"/>
            </p:cNvSpPr>
            <p:nvPr/>
          </p:nvSpPr>
          <p:spPr bwMode="auto">
            <a:xfrm>
              <a:off x="1214692" y="4826001"/>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2</a:t>
              </a:r>
            </a:p>
          </p:txBody>
        </p:sp>
        <p:sp>
          <p:nvSpPr>
            <p:cNvPr id="917554" name="Line 50"/>
            <p:cNvSpPr>
              <a:spLocks noChangeShapeType="1"/>
            </p:cNvSpPr>
            <p:nvPr/>
          </p:nvSpPr>
          <p:spPr bwMode="auto">
            <a:xfrm>
              <a:off x="2564730" y="5707063"/>
              <a:ext cx="1719" cy="5699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917555" name="Picture 5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27516" y="4784725"/>
              <a:ext cx="431668"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7556" name="Text Box 52"/>
            <p:cNvSpPr txBox="1">
              <a:spLocks noChangeArrowheads="1"/>
            </p:cNvSpPr>
            <p:nvPr/>
          </p:nvSpPr>
          <p:spPr bwMode="auto">
            <a:xfrm>
              <a:off x="4442742" y="3681414"/>
              <a:ext cx="4963319"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000" b="1">
                  <a:solidFill>
                    <a:srgbClr val="000099"/>
                  </a:solidFill>
                  <a:ea typeface="黑体" panose="02010609060101010101" pitchFamily="49" charset="-122"/>
                </a:rPr>
                <a:t>子网</a:t>
              </a:r>
              <a:r>
                <a:rPr lang="en-US" altLang="zh-CN" sz="2000" b="1">
                  <a:solidFill>
                    <a:srgbClr val="000099"/>
                  </a:solidFill>
                  <a:ea typeface="黑体" panose="02010609060101010101" pitchFamily="49" charset="-122"/>
                </a:rPr>
                <a:t>2</a:t>
              </a:r>
              <a:r>
                <a:rPr lang="zh-CN" altLang="en-US" sz="2000" b="1">
                  <a:solidFill>
                    <a:srgbClr val="000099"/>
                  </a:solidFill>
                  <a:ea typeface="黑体" panose="02010609060101010101" pitchFamily="49" charset="-122"/>
                </a:rPr>
                <a:t>：网络地址 </a:t>
              </a:r>
              <a:r>
                <a:rPr lang="en-US" altLang="zh-CN" sz="2000" b="1">
                  <a:solidFill>
                    <a:srgbClr val="000099"/>
                  </a:solidFill>
                  <a:ea typeface="黑体" panose="02010609060101010101" pitchFamily="49" charset="-122"/>
                </a:rPr>
                <a:t>128.30.33.128</a:t>
              </a:r>
            </a:p>
            <a:p>
              <a:pPr eaLnBrk="0" hangingPunct="0"/>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子网掩码 </a:t>
              </a:r>
              <a:r>
                <a:rPr lang="en-US" altLang="zh-CN" sz="2000" b="1">
                  <a:solidFill>
                    <a:srgbClr val="000099"/>
                  </a:solidFill>
                  <a:ea typeface="黑体" panose="02010609060101010101" pitchFamily="49" charset="-122"/>
                </a:rPr>
                <a:t>255.255.255.128</a:t>
              </a:r>
              <a:endParaRPr lang="en-US" altLang="zh-CN" sz="2000" b="1" baseline="-25000">
                <a:solidFill>
                  <a:srgbClr val="000099"/>
                </a:solidFill>
                <a:ea typeface="黑体" panose="02010609060101010101" pitchFamily="49" charset="-122"/>
              </a:endParaRPr>
            </a:p>
          </p:txBody>
        </p:sp>
        <p:sp>
          <p:nvSpPr>
            <p:cNvPr id="917557" name="Text Box 53"/>
            <p:cNvSpPr txBox="1">
              <a:spLocks noChangeArrowheads="1"/>
            </p:cNvSpPr>
            <p:nvPr/>
          </p:nvSpPr>
          <p:spPr bwMode="auto">
            <a:xfrm>
              <a:off x="3789222" y="5229226"/>
              <a:ext cx="14237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目的主机 </a:t>
              </a:r>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2</a:t>
              </a:r>
            </a:p>
          </p:txBody>
        </p:sp>
        <p:sp>
          <p:nvSpPr>
            <p:cNvPr id="917558" name="Text Box 54"/>
            <p:cNvSpPr txBox="1">
              <a:spLocks noChangeArrowheads="1"/>
            </p:cNvSpPr>
            <p:nvPr/>
          </p:nvSpPr>
          <p:spPr bwMode="auto">
            <a:xfrm>
              <a:off x="4647397" y="4760913"/>
              <a:ext cx="17059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128.30.33.138</a:t>
              </a:r>
            </a:p>
          </p:txBody>
        </p:sp>
        <p:sp>
          <p:nvSpPr>
            <p:cNvPr id="917559" name="Text Box 55"/>
            <p:cNvSpPr txBox="1">
              <a:spLocks noChangeArrowheads="1"/>
            </p:cNvSpPr>
            <p:nvPr/>
          </p:nvSpPr>
          <p:spPr bwMode="auto">
            <a:xfrm>
              <a:off x="1579288" y="4538663"/>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0</a:t>
              </a:r>
              <a:endParaRPr lang="en-US" altLang="zh-CN" b="1" baseline="-25000">
                <a:solidFill>
                  <a:srgbClr val="000099"/>
                </a:solidFill>
                <a:ea typeface="黑体" panose="02010609060101010101" pitchFamily="49" charset="-122"/>
              </a:endParaRPr>
            </a:p>
          </p:txBody>
        </p:sp>
        <p:sp>
          <p:nvSpPr>
            <p:cNvPr id="917560" name="Text Box 56"/>
            <p:cNvSpPr txBox="1">
              <a:spLocks noChangeArrowheads="1"/>
            </p:cNvSpPr>
            <p:nvPr/>
          </p:nvSpPr>
          <p:spPr bwMode="auto">
            <a:xfrm>
              <a:off x="1579288" y="5259388"/>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a:t>
              </a:r>
              <a:endParaRPr lang="en-US" altLang="zh-CN" b="1" baseline="-25000">
                <a:solidFill>
                  <a:srgbClr val="000099"/>
                </a:solidFill>
                <a:ea typeface="黑体" panose="02010609060101010101" pitchFamily="49" charset="-122"/>
              </a:endParaRPr>
            </a:p>
          </p:txBody>
        </p:sp>
        <p:sp>
          <p:nvSpPr>
            <p:cNvPr id="917561" name="Text Box 57"/>
            <p:cNvSpPr txBox="1">
              <a:spLocks noChangeArrowheads="1"/>
            </p:cNvSpPr>
            <p:nvPr/>
          </p:nvSpPr>
          <p:spPr bwMode="auto">
            <a:xfrm>
              <a:off x="1916368" y="4538663"/>
              <a:ext cx="17059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128.30.33.129</a:t>
              </a:r>
            </a:p>
          </p:txBody>
        </p:sp>
        <p:pic>
          <p:nvPicPr>
            <p:cNvPr id="917562"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75552" y="6016626"/>
              <a:ext cx="4333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7563" name="Text Box 59"/>
            <p:cNvSpPr txBox="1">
              <a:spLocks noChangeArrowheads="1"/>
            </p:cNvSpPr>
            <p:nvPr/>
          </p:nvSpPr>
          <p:spPr bwMode="auto">
            <a:xfrm>
              <a:off x="1995478" y="598487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3</a:t>
              </a:r>
            </a:p>
          </p:txBody>
        </p:sp>
        <p:sp>
          <p:nvSpPr>
            <p:cNvPr id="917564" name="Text Box 60"/>
            <p:cNvSpPr txBox="1">
              <a:spLocks noChangeArrowheads="1"/>
            </p:cNvSpPr>
            <p:nvPr/>
          </p:nvSpPr>
          <p:spPr bwMode="auto">
            <a:xfrm>
              <a:off x="1990319" y="5257801"/>
              <a:ext cx="14029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128.30.36.2</a:t>
              </a:r>
            </a:p>
          </p:txBody>
        </p:sp>
        <p:sp>
          <p:nvSpPr>
            <p:cNvPr id="917565" name="Text Box 61"/>
            <p:cNvSpPr txBox="1">
              <a:spLocks noChangeArrowheads="1"/>
            </p:cNvSpPr>
            <p:nvPr/>
          </p:nvSpPr>
          <p:spPr bwMode="auto">
            <a:xfrm>
              <a:off x="4516693" y="5788026"/>
              <a:ext cx="377218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子网</a:t>
              </a:r>
              <a:r>
                <a:rPr lang="en-US" altLang="zh-CN" sz="2000" b="1">
                  <a:solidFill>
                    <a:srgbClr val="000099"/>
                  </a:solidFill>
                  <a:ea typeface="黑体" panose="02010609060101010101" pitchFamily="49" charset="-122"/>
                </a:rPr>
                <a:t>3</a:t>
              </a:r>
              <a:r>
                <a:rPr lang="zh-CN" altLang="en-US" sz="2000" b="1">
                  <a:solidFill>
                    <a:srgbClr val="000099"/>
                  </a:solidFill>
                  <a:ea typeface="黑体" panose="02010609060101010101" pitchFamily="49" charset="-122"/>
                </a:rPr>
                <a:t>：网络地址 </a:t>
              </a:r>
              <a:r>
                <a:rPr lang="en-US" altLang="zh-CN" sz="2000" b="1">
                  <a:solidFill>
                    <a:srgbClr val="000099"/>
                  </a:solidFill>
                  <a:ea typeface="黑体" panose="02010609060101010101" pitchFamily="49" charset="-122"/>
                </a:rPr>
                <a:t>128.30.36.0</a:t>
              </a:r>
            </a:p>
            <a:p>
              <a:pPr eaLnBrk="0" hangingPunct="0"/>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子网掩码 </a:t>
              </a:r>
              <a:r>
                <a:rPr lang="en-US" altLang="zh-CN" sz="2000" b="1">
                  <a:solidFill>
                    <a:srgbClr val="000099"/>
                  </a:solidFill>
                  <a:ea typeface="黑体" panose="02010609060101010101" pitchFamily="49" charset="-122"/>
                </a:rPr>
                <a:t>255.255.255.0</a:t>
              </a:r>
              <a:endParaRPr lang="en-US" altLang="zh-CN" sz="2000" b="1" baseline="-25000">
                <a:solidFill>
                  <a:srgbClr val="000099"/>
                </a:solidFill>
                <a:ea typeface="黑体" panose="02010609060101010101" pitchFamily="49" charset="-122"/>
              </a:endParaRPr>
            </a:p>
          </p:txBody>
        </p:sp>
        <p:sp>
          <p:nvSpPr>
            <p:cNvPr id="917566" name="Text Box 62"/>
            <p:cNvSpPr txBox="1">
              <a:spLocks noChangeArrowheads="1"/>
            </p:cNvSpPr>
            <p:nvPr/>
          </p:nvSpPr>
          <p:spPr bwMode="auto">
            <a:xfrm>
              <a:off x="2690274" y="6056313"/>
              <a:ext cx="158889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128.30.36.12</a:t>
              </a:r>
            </a:p>
          </p:txBody>
        </p:sp>
        <p:sp>
          <p:nvSpPr>
            <p:cNvPr id="917567" name="Text Box 3"/>
            <p:cNvSpPr txBox="1">
              <a:spLocks noChangeArrowheads="1"/>
            </p:cNvSpPr>
            <p:nvPr/>
          </p:nvSpPr>
          <p:spPr bwMode="auto">
            <a:xfrm>
              <a:off x="1374918" y="3098801"/>
              <a:ext cx="14029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altLang="zh-CN" b="1">
                  <a:solidFill>
                    <a:srgbClr val="000099"/>
                  </a:solidFill>
                  <a:ea typeface="黑体" panose="02010609060101010101" pitchFamily="49" charset="-122"/>
                </a:rPr>
                <a:t>128.30.33.1</a:t>
              </a:r>
            </a:p>
          </p:txBody>
        </p:sp>
      </p:grpSp>
      <p:sp>
        <p:nvSpPr>
          <p:cNvPr id="109" name="AutoShape 65"/>
          <p:cNvSpPr>
            <a:spLocks noChangeArrowheads="1"/>
          </p:cNvSpPr>
          <p:nvPr/>
        </p:nvSpPr>
        <p:spPr bwMode="auto">
          <a:xfrm>
            <a:off x="4089400" y="2451100"/>
            <a:ext cx="623888" cy="215900"/>
          </a:xfrm>
          <a:prstGeom prst="rightArrow">
            <a:avLst>
              <a:gd name="adj1" fmla="val 50000"/>
              <a:gd name="adj2" fmla="val 66677"/>
            </a:avLst>
          </a:prstGeom>
          <a:solidFill>
            <a:schemeClr val="accent1"/>
          </a:solidFill>
          <a:ln w="9525">
            <a:solidFill>
              <a:schemeClr val="tx2"/>
            </a:solidFill>
            <a:miter lim="800000"/>
            <a:headEnd/>
            <a:tailEnd/>
          </a:ln>
        </p:spPr>
        <p:txBody>
          <a:bodyPr wrap="none" anchor="ctr"/>
          <a:lstStyle/>
          <a:p>
            <a:pPr eaLnBrk="0" hangingPunct="0"/>
            <a:endParaRPr lang="zh-CN" altLang="en-US">
              <a:ea typeface="宋体" panose="02010600030101010101" pitchFamily="2" charset="-122"/>
            </a:endParaRPr>
          </a:p>
        </p:txBody>
      </p:sp>
      <p:sp>
        <p:nvSpPr>
          <p:cNvPr id="917569" name="AutoShape 68"/>
          <p:cNvSpPr>
            <a:spLocks noChangeArrowheads="1"/>
          </p:cNvSpPr>
          <p:nvPr/>
        </p:nvSpPr>
        <p:spPr bwMode="auto">
          <a:xfrm rot="-1335900">
            <a:off x="2459038" y="1522413"/>
            <a:ext cx="158750" cy="2052637"/>
          </a:xfrm>
          <a:prstGeom prst="downArrow">
            <a:avLst>
              <a:gd name="adj1" fmla="val 50000"/>
              <a:gd name="adj2" fmla="val 179164"/>
            </a:avLst>
          </a:prstGeom>
          <a:solidFill>
            <a:schemeClr val="accent1"/>
          </a:solidFill>
          <a:ln w="9525">
            <a:solidFill>
              <a:srgbClr val="333399"/>
            </a:solidFill>
            <a:miter lim="800000"/>
            <a:headEnd/>
            <a:tailEnd/>
          </a:ln>
        </p:spPr>
        <p:txBody>
          <a:bodyPr vert="eaVert" wrap="none" anchor="ctr"/>
          <a:lstStyle/>
          <a:p>
            <a:pPr eaLnBrk="0" hangingPunct="0"/>
            <a:endParaRPr lang="zh-CN" altLang="en-US">
              <a:ea typeface="宋体" panose="02010600030101010101" pitchFamily="2" charset="-122"/>
            </a:endParaRPr>
          </a:p>
        </p:txBody>
      </p:sp>
      <p:grpSp>
        <p:nvGrpSpPr>
          <p:cNvPr id="112" name="Group 65"/>
          <p:cNvGrpSpPr>
            <a:grpSpLocks/>
          </p:cNvGrpSpPr>
          <p:nvPr/>
        </p:nvGrpSpPr>
        <p:grpSpPr bwMode="auto">
          <a:xfrm>
            <a:off x="5607050" y="1654175"/>
            <a:ext cx="2801938" cy="1054100"/>
            <a:chOff x="3247" y="1042"/>
            <a:chExt cx="1765" cy="664"/>
          </a:xfrm>
        </p:grpSpPr>
        <p:sp>
          <p:nvSpPr>
            <p:cNvPr id="917571" name="Line 66"/>
            <p:cNvSpPr>
              <a:spLocks noChangeShapeType="1"/>
            </p:cNvSpPr>
            <p:nvPr/>
          </p:nvSpPr>
          <p:spPr bwMode="auto">
            <a:xfrm>
              <a:off x="3878" y="1706"/>
              <a:ext cx="1134"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917572" name="Line 67"/>
            <p:cNvSpPr>
              <a:spLocks noChangeShapeType="1"/>
            </p:cNvSpPr>
            <p:nvPr/>
          </p:nvSpPr>
          <p:spPr bwMode="auto">
            <a:xfrm flipV="1">
              <a:off x="3247" y="1042"/>
              <a:ext cx="1428"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sp>
        <p:nvSpPr>
          <p:cNvPr id="517183" name="Rectangle 63"/>
          <p:cNvSpPr>
            <a:spLocks noChangeArrowheads="1"/>
          </p:cNvSpPr>
          <p:nvPr/>
        </p:nvSpPr>
        <p:spPr bwMode="auto">
          <a:xfrm>
            <a:off x="266700" y="5327650"/>
            <a:ext cx="9645650" cy="15573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lnSpc>
                <a:spcPct val="110000"/>
              </a:lnSpc>
            </a:pPr>
            <a:r>
              <a:rPr lang="en-US" altLang="zh-CN" sz="2400" b="1">
                <a:solidFill>
                  <a:srgbClr val="000099"/>
                </a:solidFill>
                <a:ea typeface="黑体" panose="02010609060101010101" pitchFamily="49" charset="-122"/>
              </a:rPr>
              <a:t>255.255.255.128 </a:t>
            </a:r>
            <a:r>
              <a:rPr lang="en-US" altLang="zh-CN" sz="2400" b="1">
                <a:solidFill>
                  <a:srgbClr val="FF0000"/>
                </a:solidFill>
                <a:ea typeface="黑体" panose="02010609060101010101" pitchFamily="49" charset="-122"/>
              </a:rPr>
              <a:t>AND</a:t>
            </a:r>
            <a:r>
              <a:rPr lang="en-US" altLang="zh-CN" sz="2400" b="1">
                <a:solidFill>
                  <a:srgbClr val="000099"/>
                </a:solidFill>
                <a:ea typeface="黑体" panose="02010609060101010101" pitchFamily="49" charset="-122"/>
              </a:rPr>
              <a:t> 128.30.33.138 = 128.30.33.128</a:t>
            </a:r>
          </a:p>
          <a:p>
            <a:pPr algn="ctr" eaLnBrk="0" hangingPunct="0">
              <a:lnSpc>
                <a:spcPct val="110000"/>
              </a:lnSpc>
            </a:pPr>
            <a:r>
              <a:rPr lang="zh-CN" altLang="en-US" sz="2800" b="1">
                <a:solidFill>
                  <a:srgbClr val="FF0000"/>
                </a:solidFill>
                <a:ea typeface="黑体" panose="02010609060101010101" pitchFamily="49" charset="-122"/>
              </a:rPr>
              <a:t>不匹配</a:t>
            </a:r>
            <a:r>
              <a:rPr lang="en-US" altLang="zh-CN" sz="2800" b="1">
                <a:solidFill>
                  <a:srgbClr val="FF0000"/>
                </a:solidFill>
                <a:ea typeface="黑体" panose="02010609060101010101" pitchFamily="49" charset="-122"/>
              </a:rPr>
              <a:t>!</a:t>
            </a:r>
          </a:p>
          <a:p>
            <a:pPr algn="ctr" eaLnBrk="0" hangingPunct="0">
              <a:lnSpc>
                <a:spcPct val="110000"/>
              </a:lnSpc>
            </a:pPr>
            <a:r>
              <a:rPr lang="zh-CN" altLang="en-US" sz="2400" b="1">
                <a:solidFill>
                  <a:srgbClr val="000099"/>
                </a:solidFill>
                <a:ea typeface="黑体" panose="02010609060101010101" pitchFamily="49" charset="-122"/>
              </a:rPr>
              <a:t>（因为</a:t>
            </a:r>
            <a:r>
              <a:rPr lang="en-US" altLang="zh-CN" sz="2400" b="1">
                <a:solidFill>
                  <a:srgbClr val="000099"/>
                </a:solidFill>
                <a:ea typeface="黑体" panose="02010609060101010101" pitchFamily="49" charset="-122"/>
              </a:rPr>
              <a:t>128.30.33.128 </a:t>
            </a:r>
            <a:r>
              <a:rPr lang="zh-CN" altLang="en-US" sz="2400" b="1">
                <a:solidFill>
                  <a:srgbClr val="000099"/>
                </a:solidFill>
                <a:ea typeface="黑体" panose="02010609060101010101" pitchFamily="49" charset="-122"/>
              </a:rPr>
              <a:t>与路由表中的 </a:t>
            </a:r>
            <a:r>
              <a:rPr lang="en-US" altLang="zh-CN" sz="2400" b="1">
                <a:solidFill>
                  <a:srgbClr val="000099"/>
                </a:solidFill>
                <a:ea typeface="黑体" panose="02010609060101010101" pitchFamily="49" charset="-122"/>
              </a:rPr>
              <a:t>128.30.33.0 </a:t>
            </a:r>
            <a:r>
              <a:rPr lang="zh-CN" altLang="en-US" sz="2400" b="1">
                <a:solidFill>
                  <a:srgbClr val="000099"/>
                </a:solidFill>
                <a:ea typeface="黑体" panose="02010609060101010101" pitchFamily="49" charset="-122"/>
              </a:rPr>
              <a:t>不一致）</a:t>
            </a:r>
          </a:p>
        </p:txBody>
      </p:sp>
      <p:sp>
        <p:nvSpPr>
          <p:cNvPr id="517193" name="Line 73"/>
          <p:cNvSpPr>
            <a:spLocks noChangeShapeType="1"/>
          </p:cNvSpPr>
          <p:nvPr/>
        </p:nvSpPr>
        <p:spPr bwMode="auto">
          <a:xfrm>
            <a:off x="5961063" y="2749550"/>
            <a:ext cx="1908175" cy="2849563"/>
          </a:xfrm>
          <a:prstGeom prst="line">
            <a:avLst/>
          </a:prstGeom>
          <a:noFill/>
          <a:ln w="76200">
            <a:solidFill>
              <a:srgbClr val="0000FF"/>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nvGrpSpPr>
          <p:cNvPr id="517190" name="Group 70"/>
          <p:cNvGrpSpPr>
            <a:grpSpLocks/>
          </p:cNvGrpSpPr>
          <p:nvPr/>
        </p:nvGrpSpPr>
        <p:grpSpPr bwMode="auto">
          <a:xfrm>
            <a:off x="4830763" y="2698750"/>
            <a:ext cx="4083050" cy="3157538"/>
            <a:chOff x="2809" y="1700"/>
            <a:chExt cx="2374" cy="1989"/>
          </a:xfrm>
        </p:grpSpPr>
        <p:sp>
          <p:nvSpPr>
            <p:cNvPr id="917576" name="Line 71"/>
            <p:cNvSpPr>
              <a:spLocks noChangeShapeType="1"/>
            </p:cNvSpPr>
            <p:nvPr/>
          </p:nvSpPr>
          <p:spPr bwMode="auto">
            <a:xfrm>
              <a:off x="2809" y="1700"/>
              <a:ext cx="867" cy="0"/>
            </a:xfrm>
            <a:prstGeom prst="line">
              <a:avLst/>
            </a:prstGeom>
            <a:noFill/>
            <a:ln w="76200">
              <a:solidFill>
                <a:srgbClr val="0000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917577" name="Line 72"/>
            <p:cNvSpPr>
              <a:spLocks noChangeShapeType="1"/>
            </p:cNvSpPr>
            <p:nvPr/>
          </p:nvSpPr>
          <p:spPr bwMode="auto">
            <a:xfrm flipV="1">
              <a:off x="3969" y="3689"/>
              <a:ext cx="1214"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sp>
        <p:nvSpPr>
          <p:cNvPr id="110" name="Text Box 74"/>
          <p:cNvSpPr txBox="1">
            <a:spLocks noChangeArrowheads="1"/>
          </p:cNvSpPr>
          <p:nvPr/>
        </p:nvSpPr>
        <p:spPr bwMode="auto">
          <a:xfrm>
            <a:off x="5734050" y="3633788"/>
            <a:ext cx="1876425" cy="769937"/>
          </a:xfrm>
          <a:prstGeom prst="rect">
            <a:avLst/>
          </a:prstGeom>
          <a:solidFill>
            <a:srgbClr val="FFC000"/>
          </a:solidFill>
          <a:ln w="76200" cmpd="tri">
            <a:solidFill>
              <a:srgbClr val="333399"/>
            </a:solidFill>
            <a:miter lim="800000"/>
            <a:headEnd/>
            <a:tailEnd/>
          </a:ln>
        </p:spPr>
        <p:txBody>
          <a:bodyPr wrap="none">
            <a:spAutoFit/>
          </a:bodyPr>
          <a:lstStyle/>
          <a:p>
            <a:pPr eaLnBrk="0" hangingPunct="0"/>
            <a:r>
              <a:rPr lang="zh-CN" altLang="en-US" sz="4400" b="1">
                <a:solidFill>
                  <a:srgbClr val="000099"/>
                </a:solidFill>
                <a:ea typeface="黑体" panose="02010609060101010101" pitchFamily="49" charset="-122"/>
              </a:rPr>
              <a:t>不一致</a:t>
            </a:r>
          </a:p>
        </p:txBody>
      </p:sp>
      <p:sp>
        <p:nvSpPr>
          <p:cNvPr id="917579"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8D49C489-CBF2-4671-BE56-2CFD438608FD}" type="slidenum">
              <a:rPr lang="zh-CN" altLang="en-US" smtClean="0"/>
              <a:pPr/>
              <a:t>27</a:t>
            </a:fld>
            <a:endParaRPr lang="en-US" altLang="zh-CN" smtClean="0"/>
          </a:p>
        </p:txBody>
      </p:sp>
      <p:sp>
        <p:nvSpPr>
          <p:cNvPr id="917580"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09"/>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3000" fill="hold" grpId="1" nodeType="afterEffect">
                                  <p:stCondLst>
                                    <p:cond delay="500"/>
                                  </p:stCondLst>
                                  <p:childTnLst>
                                    <p:anim calcmode="discrete" valueType="str">
                                      <p:cBhvr>
                                        <p:cTn id="9" dur="1000" fill="hold"/>
                                        <p:tgtEl>
                                          <p:spTgt spid="109"/>
                                        </p:tgtEl>
                                        <p:attrNameLst>
                                          <p:attrName>style.visibility</p:attrName>
                                        </p:attrNameLst>
                                      </p:cBhvr>
                                      <p:tavLst>
                                        <p:tav tm="0">
                                          <p:val>
                                            <p:strVal val="hidden"/>
                                          </p:val>
                                        </p:tav>
                                        <p:tav tm="50000">
                                          <p:val>
                                            <p:strVal val="visible"/>
                                          </p:val>
                                        </p:tav>
                                      </p:tavLst>
                                    </p:anim>
                                  </p:childTnLst>
                                </p:cTn>
                              </p:par>
                            </p:childTnLst>
                          </p:cTn>
                        </p:par>
                        <p:par>
                          <p:cTn id="10" fill="hold" nodeType="afterGroup">
                            <p:stCondLst>
                              <p:cond delay="3501"/>
                            </p:stCondLst>
                            <p:childTnLst>
                              <p:par>
                                <p:cTn id="11" presetID="1" presetClass="exit" presetSubtype="0" fill="hold" grpId="2" nodeType="afterEffect">
                                  <p:stCondLst>
                                    <p:cond delay="0"/>
                                  </p:stCondLst>
                                  <p:childTnLst>
                                    <p:set>
                                      <p:cBhvr>
                                        <p:cTn id="12" dur="1" fill="hold">
                                          <p:stCondLst>
                                            <p:cond delay="0"/>
                                          </p:stCondLst>
                                        </p:cTn>
                                        <p:tgtEl>
                                          <p:spTgt spid="109"/>
                                        </p:tgtEl>
                                        <p:attrNameLst>
                                          <p:attrName>style.visibility</p:attrName>
                                        </p:attrNameLst>
                                      </p:cBhvr>
                                      <p:to>
                                        <p:strVal val="hidden"/>
                                      </p:to>
                                    </p:set>
                                  </p:childTnLst>
                                </p:cTn>
                              </p:par>
                            </p:childTnLst>
                          </p:cTn>
                        </p:par>
                        <p:par>
                          <p:cTn id="13" fill="hold" nodeType="afterGroup">
                            <p:stCondLst>
                              <p:cond delay="3502"/>
                            </p:stCondLst>
                            <p:childTnLst>
                              <p:par>
                                <p:cTn id="14" presetID="1" presetClass="entr" presetSubtype="0" fill="hold" nodeType="afterEffect">
                                  <p:stCondLst>
                                    <p:cond delay="0"/>
                                  </p:stCondLst>
                                  <p:childTnLst>
                                    <p:set>
                                      <p:cBhvr>
                                        <p:cTn id="15" dur="1" fill="hold">
                                          <p:stCondLst>
                                            <p:cond delay="0"/>
                                          </p:stCondLst>
                                        </p:cTn>
                                        <p:tgtEl>
                                          <p:spTgt spid="112"/>
                                        </p:tgtEl>
                                        <p:attrNameLst>
                                          <p:attrName>style.visibility</p:attrName>
                                        </p:attrNameLst>
                                      </p:cBhvr>
                                      <p:to>
                                        <p:strVal val="visible"/>
                                      </p:to>
                                    </p:set>
                                  </p:childTnLst>
                                </p:cTn>
                              </p:par>
                            </p:childTnLst>
                          </p:cTn>
                        </p:par>
                        <p:par>
                          <p:cTn id="16" fill="hold" nodeType="afterGroup">
                            <p:stCondLst>
                              <p:cond delay="3503"/>
                            </p:stCondLst>
                            <p:childTnLst>
                              <p:par>
                                <p:cTn id="17" presetID="35" presetClass="emph" presetSubtype="0" repeatCount="3000" fill="hold" nodeType="afterEffect">
                                  <p:stCondLst>
                                    <p:cond delay="500"/>
                                  </p:stCondLst>
                                  <p:childTnLst>
                                    <p:anim calcmode="discrete" valueType="str">
                                      <p:cBhvr>
                                        <p:cTn id="18" dur="1000" fill="hold"/>
                                        <p:tgtEl>
                                          <p:spTgt spid="112"/>
                                        </p:tgtEl>
                                        <p:attrNameLst>
                                          <p:attrName>style.visibility</p:attrName>
                                        </p:attrNameLst>
                                      </p:cBhvr>
                                      <p:tavLst>
                                        <p:tav tm="0">
                                          <p:val>
                                            <p:strVal val="hidden"/>
                                          </p:val>
                                        </p:tav>
                                        <p:tav tm="50000">
                                          <p:val>
                                            <p:strVal val="visible"/>
                                          </p:val>
                                        </p:tav>
                                      </p:tavLst>
                                    </p:anim>
                                  </p:childTnLst>
                                </p:cTn>
                              </p:par>
                            </p:childTnLst>
                          </p:cTn>
                        </p:par>
                        <p:par>
                          <p:cTn id="19" fill="hold" nodeType="afterGroup">
                            <p:stCondLst>
                              <p:cond delay="7003"/>
                            </p:stCondLst>
                            <p:childTnLst>
                              <p:par>
                                <p:cTn id="20" presetID="22" presetClass="entr" presetSubtype="1" fill="hold" grpId="0" nodeType="afterEffect">
                                  <p:stCondLst>
                                    <p:cond delay="0"/>
                                  </p:stCondLst>
                                  <p:childTnLst>
                                    <p:set>
                                      <p:cBhvr>
                                        <p:cTn id="21" dur="1" fill="hold">
                                          <p:stCondLst>
                                            <p:cond delay="0"/>
                                          </p:stCondLst>
                                        </p:cTn>
                                        <p:tgtEl>
                                          <p:spTgt spid="517183"/>
                                        </p:tgtEl>
                                        <p:attrNameLst>
                                          <p:attrName>style.visibility</p:attrName>
                                        </p:attrNameLst>
                                      </p:cBhvr>
                                      <p:to>
                                        <p:strVal val="visible"/>
                                      </p:to>
                                    </p:set>
                                    <p:animEffect transition="in" filter="wipe(up)">
                                      <p:cBhvr>
                                        <p:cTn id="22" dur="3000"/>
                                        <p:tgtEl>
                                          <p:spTgt spid="517183"/>
                                        </p:tgtEl>
                                      </p:cBhvr>
                                    </p:animEffect>
                                  </p:childTnLst>
                                </p:cTn>
                              </p:par>
                            </p:childTnLst>
                          </p:cTn>
                        </p:par>
                        <p:par>
                          <p:cTn id="23" fill="hold" nodeType="afterGroup">
                            <p:stCondLst>
                              <p:cond delay="10003"/>
                            </p:stCondLst>
                            <p:childTnLst>
                              <p:par>
                                <p:cTn id="24" presetID="1" presetClass="entr" presetSubtype="0" fill="hold" nodeType="afterEffect">
                                  <p:stCondLst>
                                    <p:cond delay="0"/>
                                  </p:stCondLst>
                                  <p:childTnLst>
                                    <p:set>
                                      <p:cBhvr>
                                        <p:cTn id="25" dur="1" fill="hold">
                                          <p:stCondLst>
                                            <p:cond delay="0"/>
                                          </p:stCondLst>
                                        </p:cTn>
                                        <p:tgtEl>
                                          <p:spTgt spid="517190"/>
                                        </p:tgtEl>
                                        <p:attrNameLst>
                                          <p:attrName>style.visibility</p:attrName>
                                        </p:attrNameLst>
                                      </p:cBhvr>
                                      <p:to>
                                        <p:strVal val="visible"/>
                                      </p:to>
                                    </p:set>
                                  </p:childTnLst>
                                </p:cTn>
                              </p:par>
                            </p:childTnLst>
                          </p:cTn>
                        </p:par>
                        <p:par>
                          <p:cTn id="26" fill="hold" nodeType="afterGroup">
                            <p:stCondLst>
                              <p:cond delay="10004"/>
                            </p:stCondLst>
                            <p:childTnLst>
                              <p:par>
                                <p:cTn id="27" presetID="35" presetClass="emph" presetSubtype="0" repeatCount="3000" fill="hold" nodeType="afterEffect">
                                  <p:stCondLst>
                                    <p:cond delay="500"/>
                                  </p:stCondLst>
                                  <p:childTnLst>
                                    <p:anim calcmode="discrete" valueType="str">
                                      <p:cBhvr>
                                        <p:cTn id="28" dur="1000" fill="hold"/>
                                        <p:tgtEl>
                                          <p:spTgt spid="517190"/>
                                        </p:tgtEl>
                                        <p:attrNameLst>
                                          <p:attrName>style.visibility</p:attrName>
                                        </p:attrNameLst>
                                      </p:cBhvr>
                                      <p:tavLst>
                                        <p:tav tm="0">
                                          <p:val>
                                            <p:strVal val="hidden"/>
                                          </p:val>
                                        </p:tav>
                                        <p:tav tm="50000">
                                          <p:val>
                                            <p:strVal val="visible"/>
                                          </p:val>
                                        </p:tav>
                                      </p:tavLst>
                                    </p:anim>
                                  </p:childTnLst>
                                </p:cTn>
                              </p:par>
                            </p:childTnLst>
                          </p:cTn>
                        </p:par>
                        <p:par>
                          <p:cTn id="29" fill="hold" nodeType="afterGroup">
                            <p:stCondLst>
                              <p:cond delay="13504"/>
                            </p:stCondLst>
                            <p:childTnLst>
                              <p:par>
                                <p:cTn id="30" presetID="1" presetClass="entr" presetSubtype="0" fill="hold" grpId="0" nodeType="afterEffect">
                                  <p:stCondLst>
                                    <p:cond delay="0"/>
                                  </p:stCondLst>
                                  <p:childTnLst>
                                    <p:set>
                                      <p:cBhvr>
                                        <p:cTn id="31" dur="1" fill="hold">
                                          <p:stCondLst>
                                            <p:cond delay="0"/>
                                          </p:stCondLst>
                                        </p:cTn>
                                        <p:tgtEl>
                                          <p:spTgt spid="11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5171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animBg="1"/>
      <p:bldP spid="109" grpId="1" animBg="1"/>
      <p:bldP spid="109" grpId="2" animBg="1"/>
      <p:bldP spid="517183" grpId="0" animBg="1"/>
      <p:bldP spid="517193" grpId="0" animBg="1"/>
      <p:bldP spid="11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9553" name="Rectangle 2"/>
          <p:cNvSpPr>
            <a:spLocks noGrp="1" noChangeArrowheads="1"/>
          </p:cNvSpPr>
          <p:nvPr>
            <p:ph type="title" idx="4294967295"/>
          </p:nvPr>
        </p:nvSpPr>
        <p:spPr>
          <a:xfrm>
            <a:off x="276225" y="44450"/>
            <a:ext cx="9569450" cy="992188"/>
          </a:xfrm>
          <a:solidFill>
            <a:srgbClr val="66FFFF"/>
          </a:solidFill>
          <a:ln>
            <a:solidFill>
              <a:schemeClr val="tx2"/>
            </a:solidFill>
            <a:miter lim="800000"/>
            <a:headEnd/>
            <a:tailEnd/>
          </a:ln>
        </p:spPr>
        <p:txBody>
          <a:bodyPr/>
          <a:lstStyle/>
          <a:p>
            <a:pPr algn="ctr"/>
            <a:r>
              <a:rPr lang="zh-CN" altLang="en-US" sz="3200" smtClean="0">
                <a:ea typeface="黑体" panose="02010609060101010101" pitchFamily="49" charset="-122"/>
              </a:rPr>
              <a:t>路由器 </a:t>
            </a:r>
            <a:r>
              <a:rPr lang="en-US" altLang="zh-CN" sz="3200" smtClean="0">
                <a:ea typeface="黑体" panose="02010609060101010101" pitchFamily="49" charset="-122"/>
              </a:rPr>
              <a:t>R</a:t>
            </a:r>
            <a:r>
              <a:rPr lang="en-US" altLang="zh-CN" sz="3200" baseline="-25000" smtClean="0">
                <a:ea typeface="黑体" panose="02010609060101010101" pitchFamily="49" charset="-122"/>
              </a:rPr>
              <a:t>1</a:t>
            </a:r>
            <a:r>
              <a:rPr lang="en-US" altLang="zh-CN" sz="3200" smtClean="0">
                <a:ea typeface="黑体" panose="02010609060101010101" pitchFamily="49" charset="-122"/>
              </a:rPr>
              <a:t> </a:t>
            </a:r>
            <a:r>
              <a:rPr lang="zh-CN" altLang="en-US" sz="3200" smtClean="0">
                <a:ea typeface="黑体" panose="02010609060101010101" pitchFamily="49" charset="-122"/>
              </a:rPr>
              <a:t>收到分组后就用路由表中第 </a:t>
            </a:r>
            <a:r>
              <a:rPr lang="en-US" altLang="zh-CN" sz="3200" smtClean="0">
                <a:ea typeface="黑体" panose="02010609060101010101" pitchFamily="49" charset="-122"/>
              </a:rPr>
              <a:t>1 </a:t>
            </a:r>
            <a:r>
              <a:rPr lang="zh-CN" altLang="en-US" sz="3200" smtClean="0">
                <a:ea typeface="黑体" panose="02010609060101010101" pitchFamily="49" charset="-122"/>
              </a:rPr>
              <a:t>个项目的</a:t>
            </a:r>
            <a:br>
              <a:rPr lang="zh-CN" altLang="en-US" sz="3200" smtClean="0">
                <a:ea typeface="黑体" panose="02010609060101010101" pitchFamily="49" charset="-122"/>
              </a:rPr>
            </a:br>
            <a:r>
              <a:rPr lang="zh-CN" altLang="en-US" sz="3200" smtClean="0">
                <a:ea typeface="黑体" panose="02010609060101010101" pitchFamily="49" charset="-122"/>
              </a:rPr>
              <a:t>子网掩码和 </a:t>
            </a:r>
            <a:r>
              <a:rPr lang="en-US" altLang="zh-CN" sz="3200" smtClean="0">
                <a:ea typeface="黑体" panose="02010609060101010101" pitchFamily="49" charset="-122"/>
              </a:rPr>
              <a:t>128.30.33.138 </a:t>
            </a:r>
            <a:r>
              <a:rPr lang="zh-CN" altLang="en-US" sz="3200" smtClean="0">
                <a:ea typeface="黑体" panose="02010609060101010101" pitchFamily="49" charset="-122"/>
              </a:rPr>
              <a:t>逐比特 </a:t>
            </a:r>
            <a:r>
              <a:rPr lang="en-US" altLang="zh-CN" sz="3200" smtClean="0">
                <a:ea typeface="黑体" panose="02010609060101010101" pitchFamily="49" charset="-122"/>
              </a:rPr>
              <a:t>AND </a:t>
            </a:r>
            <a:r>
              <a:rPr lang="zh-CN" altLang="en-US" sz="3200" smtClean="0">
                <a:ea typeface="黑体" panose="02010609060101010101" pitchFamily="49" charset="-122"/>
              </a:rPr>
              <a:t>操作 </a:t>
            </a:r>
          </a:p>
        </p:txBody>
      </p:sp>
      <p:sp>
        <p:nvSpPr>
          <p:cNvPr id="919554" name="Rectangle 64"/>
          <p:cNvSpPr>
            <a:spLocks noChangeArrowheads="1"/>
          </p:cNvSpPr>
          <p:nvPr/>
        </p:nvSpPr>
        <p:spPr bwMode="auto">
          <a:xfrm>
            <a:off x="512763" y="1195388"/>
            <a:ext cx="8112125" cy="504825"/>
          </a:xfrm>
          <a:prstGeom prst="rect">
            <a:avLst/>
          </a:prstGeom>
          <a:solidFill>
            <a:srgbClr val="FFFF99"/>
          </a:solidFill>
          <a:ln w="9525">
            <a:solidFill>
              <a:schemeClr val="tx1"/>
            </a:solidFill>
            <a:miter lim="800000"/>
            <a:headEnd/>
            <a:tailEnd/>
          </a:ln>
        </p:spPr>
        <p:txBody>
          <a:bodyPr wrap="none" anchor="ctr"/>
          <a:lstStyle/>
          <a:p>
            <a:pPr algn="just" eaLnBrk="0" hangingPunct="0"/>
            <a:r>
              <a:rPr lang="en-US" altLang="zh-CN" sz="2800" b="1">
                <a:solidFill>
                  <a:srgbClr val="0000CC"/>
                </a:solidFill>
                <a:ea typeface="黑体" panose="02010609060101010101" pitchFamily="49" charset="-122"/>
              </a:rPr>
              <a:t>R</a:t>
            </a:r>
            <a:r>
              <a:rPr lang="en-US" altLang="zh-CN" sz="2800" b="1" baseline="-25000">
                <a:solidFill>
                  <a:srgbClr val="0000CC"/>
                </a:solidFill>
                <a:ea typeface="黑体" panose="02010609060101010101" pitchFamily="49" charset="-122"/>
              </a:rPr>
              <a:t>1</a:t>
            </a:r>
            <a:r>
              <a:rPr lang="en-US" altLang="zh-CN" sz="2800" b="1">
                <a:solidFill>
                  <a:srgbClr val="0000CC"/>
                </a:solidFill>
                <a:ea typeface="黑体" panose="02010609060101010101" pitchFamily="49" charset="-122"/>
              </a:rPr>
              <a:t> </a:t>
            </a:r>
            <a:r>
              <a:rPr lang="zh-CN" altLang="en-US" sz="2800" b="1">
                <a:solidFill>
                  <a:srgbClr val="0000CC"/>
                </a:solidFill>
                <a:ea typeface="黑体" panose="02010609060101010101" pitchFamily="49" charset="-122"/>
              </a:rPr>
              <a:t>收到的分组的目的 </a:t>
            </a:r>
            <a:r>
              <a:rPr lang="en-US" altLang="zh-CN" sz="2800" b="1">
                <a:solidFill>
                  <a:srgbClr val="0000CC"/>
                </a:solidFill>
                <a:ea typeface="黑体" panose="02010609060101010101" pitchFamily="49" charset="-122"/>
              </a:rPr>
              <a:t>IP </a:t>
            </a:r>
            <a:r>
              <a:rPr lang="zh-CN" altLang="en-US" sz="2800" b="1">
                <a:solidFill>
                  <a:srgbClr val="0000CC"/>
                </a:solidFill>
                <a:ea typeface="黑体" panose="02010609060101010101" pitchFamily="49" charset="-122"/>
              </a:rPr>
              <a:t>地址：</a:t>
            </a:r>
            <a:r>
              <a:rPr lang="en-US" altLang="zh-CN" sz="2800" b="1">
                <a:solidFill>
                  <a:srgbClr val="0000CC"/>
                </a:solidFill>
                <a:ea typeface="黑体" panose="02010609060101010101" pitchFamily="49" charset="-122"/>
              </a:rPr>
              <a:t>128.30.33.138</a:t>
            </a:r>
          </a:p>
        </p:txBody>
      </p:sp>
      <p:graphicFrame>
        <p:nvGraphicFramePr>
          <p:cNvPr id="64" name="Group 5"/>
          <p:cNvGraphicFramePr>
            <a:graphicFrameLocks noGrp="1"/>
          </p:cNvGraphicFramePr>
          <p:nvPr/>
        </p:nvGraphicFramePr>
        <p:xfrm>
          <a:off x="4745038" y="2052638"/>
          <a:ext cx="5032375" cy="1376397"/>
        </p:xfrm>
        <a:graphic>
          <a:graphicData uri="http://schemas.openxmlformats.org/drawingml/2006/table">
            <a:tbl>
              <a:tblPr/>
              <a:tblGrid>
                <a:gridCol w="1807595">
                  <a:extLst>
                    <a:ext uri="{9D8B030D-6E8A-4147-A177-3AD203B41FA5}">
                      <a16:colId xmlns:a16="http://schemas.microsoft.com/office/drawing/2014/main" val="20000"/>
                    </a:ext>
                  </a:extLst>
                </a:gridCol>
                <a:gridCol w="2165332">
                  <a:extLst>
                    <a:ext uri="{9D8B030D-6E8A-4147-A177-3AD203B41FA5}">
                      <a16:colId xmlns:a16="http://schemas.microsoft.com/office/drawing/2014/main" val="20001"/>
                    </a:ext>
                  </a:extLst>
                </a:gridCol>
                <a:gridCol w="1059448">
                  <a:extLst>
                    <a:ext uri="{9D8B030D-6E8A-4147-A177-3AD203B41FA5}">
                      <a16:colId xmlns:a16="http://schemas.microsoft.com/office/drawing/2014/main" val="20002"/>
                    </a:ext>
                  </a:extLst>
                </a:gridCol>
              </a:tblGrid>
              <a:tr h="338281">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dirty="0">
                          <a:ln>
                            <a:noFill/>
                          </a:ln>
                          <a:solidFill>
                            <a:srgbClr val="000099"/>
                          </a:solidFill>
                          <a:effectLst/>
                          <a:latin typeface="+mn-lt"/>
                          <a:ea typeface="黑体" panose="02010609060101010101" pitchFamily="2" charset="-122"/>
                        </a:rPr>
                        <a:t>目的网络地址</a:t>
                      </a:r>
                    </a:p>
                  </a:txBody>
                  <a:tcPr marL="99065" marR="99065"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a:ln>
                            <a:noFill/>
                          </a:ln>
                          <a:solidFill>
                            <a:srgbClr val="000099"/>
                          </a:solidFill>
                          <a:effectLst/>
                          <a:latin typeface="+mn-lt"/>
                          <a:ea typeface="黑体" panose="02010609060101010101" pitchFamily="2" charset="-122"/>
                        </a:rPr>
                        <a:t>子网掩码</a:t>
                      </a:r>
                    </a:p>
                  </a:txBody>
                  <a:tcPr marL="99065" marR="99065"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a:ln>
                            <a:noFill/>
                          </a:ln>
                          <a:solidFill>
                            <a:srgbClr val="000099"/>
                          </a:solidFill>
                          <a:effectLst/>
                          <a:latin typeface="+mn-lt"/>
                          <a:ea typeface="黑体" panose="02010609060101010101" pitchFamily="2" charset="-122"/>
                        </a:rPr>
                        <a:t>下一跳</a:t>
                      </a:r>
                    </a:p>
                  </a:txBody>
                  <a:tcPr marL="99065" marR="99065"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1038081">
                <a:tc>
                  <a:txBody>
                    <a:bodyPr/>
                    <a:lstStyle/>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128.30.33.0</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128.30.33.128</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128.30.36.0</a:t>
                      </a:r>
                    </a:p>
                  </a:txBody>
                  <a:tcPr marL="99065" marR="99065"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255.255.255.128</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255.255.255.128</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255.255.255.0</a:t>
                      </a:r>
                    </a:p>
                  </a:txBody>
                  <a:tcPr marL="99065" marR="99065"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dirty="0">
                          <a:ln>
                            <a:noFill/>
                          </a:ln>
                          <a:solidFill>
                            <a:srgbClr val="000099"/>
                          </a:solidFill>
                          <a:effectLst/>
                          <a:latin typeface="+mn-lt"/>
                          <a:ea typeface="黑体" panose="02010609060101010101" pitchFamily="2" charset="-122"/>
                        </a:rPr>
                        <a:t>接口 </a:t>
                      </a:r>
                      <a:r>
                        <a:rPr kumimoji="0" lang="en-US" altLang="zh-CN" sz="1800" b="1" i="0" u="none" strike="noStrike" cap="none" normalizeH="0" baseline="0" dirty="0">
                          <a:ln>
                            <a:noFill/>
                          </a:ln>
                          <a:solidFill>
                            <a:srgbClr val="000099"/>
                          </a:solidFill>
                          <a:effectLst/>
                          <a:latin typeface="+mn-lt"/>
                          <a:ea typeface="黑体" panose="02010609060101010101" pitchFamily="2" charset="-122"/>
                        </a:rPr>
                        <a:t>0</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dirty="0">
                          <a:ln>
                            <a:noFill/>
                          </a:ln>
                          <a:solidFill>
                            <a:srgbClr val="000099"/>
                          </a:solidFill>
                          <a:effectLst/>
                          <a:latin typeface="+mn-lt"/>
                          <a:ea typeface="黑体" panose="02010609060101010101" pitchFamily="2" charset="-122"/>
                        </a:rPr>
                        <a:t>接口 </a:t>
                      </a:r>
                      <a:r>
                        <a:rPr kumimoji="0" lang="en-US" altLang="zh-CN" sz="1800" b="1" i="0" u="none" strike="noStrike" cap="none" normalizeH="0" baseline="0" dirty="0">
                          <a:ln>
                            <a:noFill/>
                          </a:ln>
                          <a:solidFill>
                            <a:srgbClr val="000099"/>
                          </a:solidFill>
                          <a:effectLst/>
                          <a:latin typeface="+mn-lt"/>
                          <a:ea typeface="黑体" panose="02010609060101010101" pitchFamily="2" charset="-122"/>
                        </a:rPr>
                        <a:t>1</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dirty="0">
                          <a:ln>
                            <a:noFill/>
                          </a:ln>
                          <a:solidFill>
                            <a:srgbClr val="000099"/>
                          </a:solidFill>
                          <a:effectLst/>
                          <a:latin typeface="+mn-lt"/>
                          <a:ea typeface="黑体" panose="02010609060101010101" pitchFamily="2" charset="-122"/>
                        </a:rPr>
                        <a:t>R</a:t>
                      </a:r>
                      <a:r>
                        <a:rPr kumimoji="0" lang="en-US" altLang="zh-CN" sz="1800" b="1" i="0" u="none" strike="noStrike" cap="none" normalizeH="0" baseline="-25000" dirty="0">
                          <a:ln>
                            <a:noFill/>
                          </a:ln>
                          <a:solidFill>
                            <a:srgbClr val="000099"/>
                          </a:solidFill>
                          <a:effectLst/>
                          <a:latin typeface="+mn-lt"/>
                          <a:ea typeface="黑体" panose="02010609060101010101" pitchFamily="2" charset="-122"/>
                        </a:rPr>
                        <a:t>2</a:t>
                      </a:r>
                    </a:p>
                  </a:txBody>
                  <a:tcPr marL="99065" marR="99065"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1"/>
                  </a:ext>
                </a:extLst>
              </a:tr>
            </a:tbl>
          </a:graphicData>
        </a:graphic>
      </p:graphicFrame>
      <p:grpSp>
        <p:nvGrpSpPr>
          <p:cNvPr id="919569" name="Group 41"/>
          <p:cNvGrpSpPr>
            <a:grpSpLocks/>
          </p:cNvGrpSpPr>
          <p:nvPr/>
        </p:nvGrpSpPr>
        <p:grpSpPr bwMode="auto">
          <a:xfrm>
            <a:off x="3319463" y="1628775"/>
            <a:ext cx="5945187" cy="2278063"/>
            <a:chOff x="1836" y="1026"/>
            <a:chExt cx="3457" cy="1435"/>
          </a:xfrm>
        </p:grpSpPr>
        <p:sp>
          <p:nvSpPr>
            <p:cNvPr id="919570" name="Text Box 42"/>
            <p:cNvSpPr txBox="1">
              <a:spLocks noChangeArrowheads="1"/>
            </p:cNvSpPr>
            <p:nvPr/>
          </p:nvSpPr>
          <p:spPr bwMode="auto">
            <a:xfrm>
              <a:off x="2894" y="1026"/>
              <a:ext cx="239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990000"/>
                  </a:solidFill>
                  <a:ea typeface="黑体" panose="02010609060101010101" pitchFamily="49" charset="-122"/>
                </a:rPr>
                <a:t>R</a:t>
              </a:r>
              <a:r>
                <a:rPr lang="en-US" altLang="zh-CN" sz="2000" b="1" baseline="-25000">
                  <a:solidFill>
                    <a:srgbClr val="990000"/>
                  </a:solidFill>
                  <a:ea typeface="黑体" panose="02010609060101010101" pitchFamily="49" charset="-122"/>
                </a:rPr>
                <a:t>1</a:t>
              </a:r>
              <a:r>
                <a:rPr lang="en-US" altLang="zh-CN" sz="2000" b="1">
                  <a:solidFill>
                    <a:srgbClr val="990000"/>
                  </a:solidFill>
                  <a:ea typeface="黑体" panose="02010609060101010101" pitchFamily="49" charset="-122"/>
                </a:rPr>
                <a:t> </a:t>
              </a:r>
              <a:r>
                <a:rPr lang="zh-CN" altLang="en-US" sz="2000" b="1">
                  <a:solidFill>
                    <a:srgbClr val="990000"/>
                  </a:solidFill>
                  <a:ea typeface="黑体" panose="02010609060101010101" pitchFamily="49" charset="-122"/>
                </a:rPr>
                <a:t>的路由表（未给出默认路由器）</a:t>
              </a:r>
              <a:endParaRPr lang="zh-CN" altLang="en-US" sz="2000" b="1" baseline="-25000">
                <a:solidFill>
                  <a:srgbClr val="990000"/>
                </a:solidFill>
                <a:ea typeface="黑体" panose="02010609060101010101" pitchFamily="49" charset="-122"/>
              </a:endParaRPr>
            </a:p>
          </p:txBody>
        </p:sp>
        <p:sp>
          <p:nvSpPr>
            <p:cNvPr id="919571" name="Text Box 43"/>
            <p:cNvSpPr txBox="1">
              <a:spLocks noChangeArrowheads="1"/>
            </p:cNvSpPr>
            <p:nvPr/>
          </p:nvSpPr>
          <p:spPr bwMode="auto">
            <a:xfrm>
              <a:off x="1836" y="2228"/>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990000"/>
                  </a:solidFill>
                  <a:ea typeface="黑体" panose="02010609060101010101" pitchFamily="49" charset="-122"/>
                </a:rPr>
                <a:t>R</a:t>
              </a:r>
              <a:r>
                <a:rPr lang="en-US" altLang="zh-CN" b="1" baseline="-25000">
                  <a:solidFill>
                    <a:srgbClr val="990000"/>
                  </a:solidFill>
                  <a:ea typeface="黑体" panose="02010609060101010101" pitchFamily="49" charset="-122"/>
                </a:rPr>
                <a:t>1</a:t>
              </a:r>
            </a:p>
          </p:txBody>
        </p:sp>
      </p:grpSp>
      <p:grpSp>
        <p:nvGrpSpPr>
          <p:cNvPr id="919572" name="组合 1"/>
          <p:cNvGrpSpPr>
            <a:grpSpLocks/>
          </p:cNvGrpSpPr>
          <p:nvPr/>
        </p:nvGrpSpPr>
        <p:grpSpPr bwMode="auto">
          <a:xfrm>
            <a:off x="227013" y="1922463"/>
            <a:ext cx="9178925" cy="4573587"/>
            <a:chOff x="227498" y="1922463"/>
            <a:chExt cx="9178563" cy="4573449"/>
          </a:xfrm>
        </p:grpSpPr>
        <p:sp>
          <p:nvSpPr>
            <p:cNvPr id="919573" name="Freeform 2"/>
            <p:cNvSpPr>
              <a:spLocks noChangeArrowheads="1"/>
            </p:cNvSpPr>
            <p:nvPr/>
          </p:nvSpPr>
          <p:spPr bwMode="auto">
            <a:xfrm>
              <a:off x="2924166" y="2044701"/>
              <a:ext cx="1821260" cy="1819275"/>
            </a:xfrm>
            <a:custGeom>
              <a:avLst/>
              <a:gdLst>
                <a:gd name="T0" fmla="*/ 5 w 1059"/>
                <a:gd name="T1" fmla="*/ 1146 h 1146"/>
                <a:gd name="T2" fmla="*/ 1048 w 1059"/>
                <a:gd name="T3" fmla="*/ 0 h 1146"/>
                <a:gd name="T4" fmla="*/ 1059 w 1059"/>
                <a:gd name="T5" fmla="*/ 880 h 1146"/>
                <a:gd name="T6" fmla="*/ 0 w 1059"/>
                <a:gd name="T7" fmla="*/ 1111 h 1146"/>
              </a:gdLst>
              <a:ahLst/>
              <a:cxnLst>
                <a:cxn ang="0">
                  <a:pos x="T0" y="T1"/>
                </a:cxn>
                <a:cxn ang="0">
                  <a:pos x="T2" y="T3"/>
                </a:cxn>
                <a:cxn ang="0">
                  <a:pos x="T4" y="T5"/>
                </a:cxn>
                <a:cxn ang="0">
                  <a:pos x="T6" y="T7"/>
                </a:cxn>
              </a:cxnLst>
              <a:rect l="0" t="0" r="r" b="b"/>
              <a:pathLst>
                <a:path w="1059" h="1146">
                  <a:moveTo>
                    <a:pt x="5" y="1146"/>
                  </a:moveTo>
                  <a:lnTo>
                    <a:pt x="1048" y="0"/>
                  </a:lnTo>
                  <a:lnTo>
                    <a:pt x="1059" y="880"/>
                  </a:lnTo>
                  <a:lnTo>
                    <a:pt x="0" y="1111"/>
                  </a:lnTo>
                </a:path>
              </a:pathLst>
            </a:custGeom>
            <a:gradFill rotWithShape="1">
              <a:gsLst>
                <a:gs pos="0">
                  <a:srgbClr val="A6A6A6"/>
                </a:gs>
                <a:gs pos="100000">
                  <a:srgbClr val="FFFF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919574" name="Text Box 4"/>
            <p:cNvSpPr txBox="1">
              <a:spLocks noChangeArrowheads="1"/>
            </p:cNvSpPr>
            <p:nvPr/>
          </p:nvSpPr>
          <p:spPr bwMode="auto">
            <a:xfrm>
              <a:off x="2924166" y="312737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0</a:t>
              </a:r>
              <a:endParaRPr lang="en-US" altLang="zh-CN" b="1" baseline="-25000">
                <a:solidFill>
                  <a:srgbClr val="000099"/>
                </a:solidFill>
                <a:ea typeface="黑体" panose="02010609060101010101" pitchFamily="49" charset="-122"/>
              </a:endParaRPr>
            </a:p>
          </p:txBody>
        </p:sp>
        <p:sp>
          <p:nvSpPr>
            <p:cNvPr id="919575" name="Line 19"/>
            <p:cNvSpPr>
              <a:spLocks noChangeShapeType="1"/>
            </p:cNvSpPr>
            <p:nvPr/>
          </p:nvSpPr>
          <p:spPr bwMode="auto">
            <a:xfrm>
              <a:off x="2894930" y="3105151"/>
              <a:ext cx="1719" cy="7032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9576" name="Line 20"/>
            <p:cNvSpPr>
              <a:spLocks noChangeShapeType="1"/>
            </p:cNvSpPr>
            <p:nvPr/>
          </p:nvSpPr>
          <p:spPr bwMode="auto">
            <a:xfrm>
              <a:off x="502699" y="3087688"/>
              <a:ext cx="1720" cy="5699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9577" name="Line 21"/>
            <p:cNvSpPr>
              <a:spLocks noChangeShapeType="1"/>
            </p:cNvSpPr>
            <p:nvPr/>
          </p:nvSpPr>
          <p:spPr bwMode="auto">
            <a:xfrm flipV="1">
              <a:off x="267088" y="3105151"/>
              <a:ext cx="4380309"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9578" name="Line 22"/>
            <p:cNvSpPr>
              <a:spLocks noChangeShapeType="1"/>
            </p:cNvSpPr>
            <p:nvPr/>
          </p:nvSpPr>
          <p:spPr bwMode="auto">
            <a:xfrm>
              <a:off x="1204374" y="2535238"/>
              <a:ext cx="1720" cy="5699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919579" name="Picture 2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637" y="2276476"/>
              <a:ext cx="43166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9580" name="Text Box 24"/>
            <p:cNvSpPr txBox="1">
              <a:spLocks noChangeArrowheads="1"/>
            </p:cNvSpPr>
            <p:nvPr/>
          </p:nvSpPr>
          <p:spPr bwMode="auto">
            <a:xfrm>
              <a:off x="435627" y="1922463"/>
              <a:ext cx="158889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128.30.33.13</a:t>
              </a:r>
            </a:p>
          </p:txBody>
        </p:sp>
        <p:sp>
          <p:nvSpPr>
            <p:cNvPr id="919581" name="Text Box 25"/>
            <p:cNvSpPr txBox="1">
              <a:spLocks noChangeArrowheads="1"/>
            </p:cNvSpPr>
            <p:nvPr/>
          </p:nvSpPr>
          <p:spPr bwMode="auto">
            <a:xfrm>
              <a:off x="227498" y="2205038"/>
              <a:ext cx="8771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黑体" panose="02010609060101010101" pitchFamily="49" charset="-122"/>
                </a:rPr>
                <a:t>源主机</a:t>
              </a:r>
            </a:p>
            <a:p>
              <a:pPr algn="ctr" eaLnBrk="0" hangingPunct="0"/>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1</a:t>
              </a:r>
            </a:p>
          </p:txBody>
        </p:sp>
        <p:sp>
          <p:nvSpPr>
            <p:cNvPr id="919582" name="Line 27"/>
            <p:cNvSpPr>
              <a:spLocks noChangeShapeType="1"/>
            </p:cNvSpPr>
            <p:nvPr/>
          </p:nvSpPr>
          <p:spPr bwMode="auto">
            <a:xfrm>
              <a:off x="1926686" y="5011738"/>
              <a:ext cx="1720" cy="70326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9583" name="Line 28"/>
            <p:cNvSpPr>
              <a:spLocks noChangeShapeType="1"/>
            </p:cNvSpPr>
            <p:nvPr/>
          </p:nvSpPr>
          <p:spPr bwMode="auto">
            <a:xfrm>
              <a:off x="6831532" y="4400551"/>
              <a:ext cx="1720" cy="5699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9584" name="Line 29"/>
            <p:cNvSpPr>
              <a:spLocks noChangeShapeType="1"/>
            </p:cNvSpPr>
            <p:nvPr/>
          </p:nvSpPr>
          <p:spPr bwMode="auto">
            <a:xfrm>
              <a:off x="1065072" y="5708651"/>
              <a:ext cx="1719" cy="5699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9585" name="Line 30"/>
            <p:cNvSpPr>
              <a:spLocks noChangeShapeType="1"/>
            </p:cNvSpPr>
            <p:nvPr/>
          </p:nvSpPr>
          <p:spPr bwMode="auto">
            <a:xfrm>
              <a:off x="1926686" y="4400551"/>
              <a:ext cx="1720" cy="7032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9586" name="Line 31"/>
            <p:cNvSpPr>
              <a:spLocks noChangeShapeType="1"/>
            </p:cNvSpPr>
            <p:nvPr/>
          </p:nvSpPr>
          <p:spPr bwMode="auto">
            <a:xfrm>
              <a:off x="2901809" y="3676651"/>
              <a:ext cx="1719" cy="7032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919587" name="Picture 3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5894" y="6018214"/>
              <a:ext cx="431667"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9588" name="Picture 3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5687" y="3413125"/>
              <a:ext cx="431668"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19589" name="Group 34"/>
            <p:cNvGrpSpPr>
              <a:grpSpLocks/>
            </p:cNvGrpSpPr>
            <p:nvPr/>
          </p:nvGrpSpPr>
          <p:grpSpPr bwMode="auto">
            <a:xfrm>
              <a:off x="2619763" y="3459164"/>
              <a:ext cx="663840" cy="460375"/>
              <a:chOff x="864" y="1824"/>
              <a:chExt cx="432" cy="288"/>
            </a:xfrm>
          </p:grpSpPr>
          <p:pic>
            <p:nvPicPr>
              <p:cNvPr id="919590" name="Picture 3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9591" name="Picture 3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919592"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52674" y="4779964"/>
              <a:ext cx="431668"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9593" name="Line 38"/>
            <p:cNvSpPr>
              <a:spLocks noChangeShapeType="1"/>
            </p:cNvSpPr>
            <p:nvPr/>
          </p:nvSpPr>
          <p:spPr bwMode="auto">
            <a:xfrm>
              <a:off x="1175138" y="4379914"/>
              <a:ext cx="7527528"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9594" name="Line 39"/>
            <p:cNvSpPr>
              <a:spLocks noChangeShapeType="1"/>
            </p:cNvSpPr>
            <p:nvPr/>
          </p:nvSpPr>
          <p:spPr bwMode="auto">
            <a:xfrm>
              <a:off x="726272" y="5729289"/>
              <a:ext cx="8488892"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9595" name="Text Box 40"/>
            <p:cNvSpPr txBox="1">
              <a:spLocks noChangeArrowheads="1"/>
            </p:cNvSpPr>
            <p:nvPr/>
          </p:nvSpPr>
          <p:spPr bwMode="auto">
            <a:xfrm>
              <a:off x="1071950" y="3890963"/>
              <a:ext cx="17059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altLang="zh-CN" b="1">
                  <a:solidFill>
                    <a:srgbClr val="000099"/>
                  </a:solidFill>
                  <a:ea typeface="黑体" panose="02010609060101010101" pitchFamily="49" charset="-122"/>
                </a:rPr>
                <a:t>128.30.33.130</a:t>
              </a:r>
            </a:p>
          </p:txBody>
        </p:sp>
        <p:sp>
          <p:nvSpPr>
            <p:cNvPr id="919596" name="Text Box 44"/>
            <p:cNvSpPr txBox="1">
              <a:spLocks noChangeArrowheads="1"/>
            </p:cNvSpPr>
            <p:nvPr/>
          </p:nvSpPr>
          <p:spPr bwMode="auto">
            <a:xfrm>
              <a:off x="2906968" y="3897313"/>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a:t>
              </a:r>
              <a:endParaRPr lang="en-US" altLang="zh-CN" b="1" baseline="-25000">
                <a:solidFill>
                  <a:srgbClr val="000099"/>
                </a:solidFill>
                <a:ea typeface="黑体" panose="02010609060101010101" pitchFamily="49" charset="-122"/>
              </a:endParaRPr>
            </a:p>
          </p:txBody>
        </p:sp>
        <p:sp>
          <p:nvSpPr>
            <p:cNvPr id="919597" name="Line 45"/>
            <p:cNvSpPr>
              <a:spLocks noChangeShapeType="1"/>
            </p:cNvSpPr>
            <p:nvPr/>
          </p:nvSpPr>
          <p:spPr bwMode="auto">
            <a:xfrm>
              <a:off x="4516693" y="4400551"/>
              <a:ext cx="1720" cy="5699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919598" name="Group 46"/>
            <p:cNvGrpSpPr>
              <a:grpSpLocks/>
            </p:cNvGrpSpPr>
            <p:nvPr/>
          </p:nvGrpSpPr>
          <p:grpSpPr bwMode="auto">
            <a:xfrm>
              <a:off x="1644641" y="4843464"/>
              <a:ext cx="663840" cy="460375"/>
              <a:chOff x="864" y="1824"/>
              <a:chExt cx="432" cy="288"/>
            </a:xfrm>
          </p:grpSpPr>
          <p:pic>
            <p:nvPicPr>
              <p:cNvPr id="919599" name="Picture 4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9600" name="Picture 4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19601" name="Text Box 49"/>
            <p:cNvSpPr txBox="1">
              <a:spLocks noChangeArrowheads="1"/>
            </p:cNvSpPr>
            <p:nvPr/>
          </p:nvSpPr>
          <p:spPr bwMode="auto">
            <a:xfrm>
              <a:off x="1214692" y="4826001"/>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2</a:t>
              </a:r>
            </a:p>
          </p:txBody>
        </p:sp>
        <p:sp>
          <p:nvSpPr>
            <p:cNvPr id="919602" name="Line 50"/>
            <p:cNvSpPr>
              <a:spLocks noChangeShapeType="1"/>
            </p:cNvSpPr>
            <p:nvPr/>
          </p:nvSpPr>
          <p:spPr bwMode="auto">
            <a:xfrm>
              <a:off x="2564730" y="5707063"/>
              <a:ext cx="1719" cy="5699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919603" name="Picture 5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27516" y="4784725"/>
              <a:ext cx="431668"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9604" name="Text Box 52"/>
            <p:cNvSpPr txBox="1">
              <a:spLocks noChangeArrowheads="1"/>
            </p:cNvSpPr>
            <p:nvPr/>
          </p:nvSpPr>
          <p:spPr bwMode="auto">
            <a:xfrm>
              <a:off x="4442742" y="3681414"/>
              <a:ext cx="4963319"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000" b="1">
                  <a:solidFill>
                    <a:srgbClr val="000099"/>
                  </a:solidFill>
                  <a:ea typeface="黑体" panose="02010609060101010101" pitchFamily="49" charset="-122"/>
                </a:rPr>
                <a:t>子网</a:t>
              </a:r>
              <a:r>
                <a:rPr lang="en-US" altLang="zh-CN" sz="2000" b="1">
                  <a:solidFill>
                    <a:srgbClr val="000099"/>
                  </a:solidFill>
                  <a:ea typeface="黑体" panose="02010609060101010101" pitchFamily="49" charset="-122"/>
                </a:rPr>
                <a:t>2</a:t>
              </a:r>
              <a:r>
                <a:rPr lang="zh-CN" altLang="en-US" sz="2000" b="1">
                  <a:solidFill>
                    <a:srgbClr val="000099"/>
                  </a:solidFill>
                  <a:ea typeface="黑体" panose="02010609060101010101" pitchFamily="49" charset="-122"/>
                </a:rPr>
                <a:t>：网络地址 </a:t>
              </a:r>
              <a:r>
                <a:rPr lang="en-US" altLang="zh-CN" sz="2000" b="1">
                  <a:solidFill>
                    <a:srgbClr val="000099"/>
                  </a:solidFill>
                  <a:ea typeface="黑体" panose="02010609060101010101" pitchFamily="49" charset="-122"/>
                </a:rPr>
                <a:t>128.30.33.128</a:t>
              </a:r>
            </a:p>
            <a:p>
              <a:pPr eaLnBrk="0" hangingPunct="0"/>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子网掩码 </a:t>
              </a:r>
              <a:r>
                <a:rPr lang="en-US" altLang="zh-CN" sz="2000" b="1">
                  <a:solidFill>
                    <a:srgbClr val="000099"/>
                  </a:solidFill>
                  <a:ea typeface="黑体" panose="02010609060101010101" pitchFamily="49" charset="-122"/>
                </a:rPr>
                <a:t>255.255.255.128</a:t>
              </a:r>
              <a:endParaRPr lang="en-US" altLang="zh-CN" sz="2000" b="1" baseline="-25000">
                <a:solidFill>
                  <a:srgbClr val="000099"/>
                </a:solidFill>
                <a:ea typeface="黑体" panose="02010609060101010101" pitchFamily="49" charset="-122"/>
              </a:endParaRPr>
            </a:p>
          </p:txBody>
        </p:sp>
        <p:sp>
          <p:nvSpPr>
            <p:cNvPr id="919605" name="Text Box 53"/>
            <p:cNvSpPr txBox="1">
              <a:spLocks noChangeArrowheads="1"/>
            </p:cNvSpPr>
            <p:nvPr/>
          </p:nvSpPr>
          <p:spPr bwMode="auto">
            <a:xfrm>
              <a:off x="3789222" y="5229226"/>
              <a:ext cx="14237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目的主机 </a:t>
              </a:r>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2</a:t>
              </a:r>
            </a:p>
          </p:txBody>
        </p:sp>
        <p:sp>
          <p:nvSpPr>
            <p:cNvPr id="919606" name="Text Box 54"/>
            <p:cNvSpPr txBox="1">
              <a:spLocks noChangeArrowheads="1"/>
            </p:cNvSpPr>
            <p:nvPr/>
          </p:nvSpPr>
          <p:spPr bwMode="auto">
            <a:xfrm>
              <a:off x="4647397" y="4760913"/>
              <a:ext cx="17059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128.30.33.138</a:t>
              </a:r>
            </a:p>
          </p:txBody>
        </p:sp>
        <p:sp>
          <p:nvSpPr>
            <p:cNvPr id="919607" name="Text Box 55"/>
            <p:cNvSpPr txBox="1">
              <a:spLocks noChangeArrowheads="1"/>
            </p:cNvSpPr>
            <p:nvPr/>
          </p:nvSpPr>
          <p:spPr bwMode="auto">
            <a:xfrm>
              <a:off x="1579288" y="4538663"/>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0</a:t>
              </a:r>
              <a:endParaRPr lang="en-US" altLang="zh-CN" b="1" baseline="-25000">
                <a:solidFill>
                  <a:srgbClr val="000099"/>
                </a:solidFill>
                <a:ea typeface="黑体" panose="02010609060101010101" pitchFamily="49" charset="-122"/>
              </a:endParaRPr>
            </a:p>
          </p:txBody>
        </p:sp>
        <p:sp>
          <p:nvSpPr>
            <p:cNvPr id="919608" name="Text Box 56"/>
            <p:cNvSpPr txBox="1">
              <a:spLocks noChangeArrowheads="1"/>
            </p:cNvSpPr>
            <p:nvPr/>
          </p:nvSpPr>
          <p:spPr bwMode="auto">
            <a:xfrm>
              <a:off x="1579288" y="5259388"/>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a:t>
              </a:r>
              <a:endParaRPr lang="en-US" altLang="zh-CN" b="1" baseline="-25000">
                <a:solidFill>
                  <a:srgbClr val="000099"/>
                </a:solidFill>
                <a:ea typeface="黑体" panose="02010609060101010101" pitchFamily="49" charset="-122"/>
              </a:endParaRPr>
            </a:p>
          </p:txBody>
        </p:sp>
        <p:sp>
          <p:nvSpPr>
            <p:cNvPr id="919609" name="Text Box 57"/>
            <p:cNvSpPr txBox="1">
              <a:spLocks noChangeArrowheads="1"/>
            </p:cNvSpPr>
            <p:nvPr/>
          </p:nvSpPr>
          <p:spPr bwMode="auto">
            <a:xfrm>
              <a:off x="1916368" y="4538663"/>
              <a:ext cx="17059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128.30.33.129</a:t>
              </a:r>
            </a:p>
          </p:txBody>
        </p:sp>
        <p:pic>
          <p:nvPicPr>
            <p:cNvPr id="919610"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75552" y="6016626"/>
              <a:ext cx="4333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9611" name="Text Box 59"/>
            <p:cNvSpPr txBox="1">
              <a:spLocks noChangeArrowheads="1"/>
            </p:cNvSpPr>
            <p:nvPr/>
          </p:nvSpPr>
          <p:spPr bwMode="auto">
            <a:xfrm>
              <a:off x="1995478" y="598487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3</a:t>
              </a:r>
            </a:p>
          </p:txBody>
        </p:sp>
        <p:sp>
          <p:nvSpPr>
            <p:cNvPr id="919612" name="Text Box 60"/>
            <p:cNvSpPr txBox="1">
              <a:spLocks noChangeArrowheads="1"/>
            </p:cNvSpPr>
            <p:nvPr/>
          </p:nvSpPr>
          <p:spPr bwMode="auto">
            <a:xfrm>
              <a:off x="1990319" y="5257801"/>
              <a:ext cx="14029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128.30.36.2</a:t>
              </a:r>
            </a:p>
          </p:txBody>
        </p:sp>
        <p:sp>
          <p:nvSpPr>
            <p:cNvPr id="919613" name="Text Box 61"/>
            <p:cNvSpPr txBox="1">
              <a:spLocks noChangeArrowheads="1"/>
            </p:cNvSpPr>
            <p:nvPr/>
          </p:nvSpPr>
          <p:spPr bwMode="auto">
            <a:xfrm>
              <a:off x="4516693" y="5788026"/>
              <a:ext cx="377218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子网</a:t>
              </a:r>
              <a:r>
                <a:rPr lang="en-US" altLang="zh-CN" sz="2000" b="1">
                  <a:solidFill>
                    <a:srgbClr val="000099"/>
                  </a:solidFill>
                  <a:ea typeface="黑体" panose="02010609060101010101" pitchFamily="49" charset="-122"/>
                </a:rPr>
                <a:t>3</a:t>
              </a:r>
              <a:r>
                <a:rPr lang="zh-CN" altLang="en-US" sz="2000" b="1">
                  <a:solidFill>
                    <a:srgbClr val="000099"/>
                  </a:solidFill>
                  <a:ea typeface="黑体" panose="02010609060101010101" pitchFamily="49" charset="-122"/>
                </a:rPr>
                <a:t>：网络地址 </a:t>
              </a:r>
              <a:r>
                <a:rPr lang="en-US" altLang="zh-CN" sz="2000" b="1">
                  <a:solidFill>
                    <a:srgbClr val="000099"/>
                  </a:solidFill>
                  <a:ea typeface="黑体" panose="02010609060101010101" pitchFamily="49" charset="-122"/>
                </a:rPr>
                <a:t>128.30.36.0</a:t>
              </a:r>
            </a:p>
            <a:p>
              <a:pPr eaLnBrk="0" hangingPunct="0"/>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子网掩码 </a:t>
              </a:r>
              <a:r>
                <a:rPr lang="en-US" altLang="zh-CN" sz="2000" b="1">
                  <a:solidFill>
                    <a:srgbClr val="000099"/>
                  </a:solidFill>
                  <a:ea typeface="黑体" panose="02010609060101010101" pitchFamily="49" charset="-122"/>
                </a:rPr>
                <a:t>255.255.255.0</a:t>
              </a:r>
              <a:endParaRPr lang="en-US" altLang="zh-CN" sz="2000" b="1" baseline="-25000">
                <a:solidFill>
                  <a:srgbClr val="000099"/>
                </a:solidFill>
                <a:ea typeface="黑体" panose="02010609060101010101" pitchFamily="49" charset="-122"/>
              </a:endParaRPr>
            </a:p>
          </p:txBody>
        </p:sp>
        <p:sp>
          <p:nvSpPr>
            <p:cNvPr id="919614" name="Text Box 62"/>
            <p:cNvSpPr txBox="1">
              <a:spLocks noChangeArrowheads="1"/>
            </p:cNvSpPr>
            <p:nvPr/>
          </p:nvSpPr>
          <p:spPr bwMode="auto">
            <a:xfrm>
              <a:off x="2690274" y="6056313"/>
              <a:ext cx="158889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128.30.36.12</a:t>
              </a:r>
            </a:p>
          </p:txBody>
        </p:sp>
        <p:sp>
          <p:nvSpPr>
            <p:cNvPr id="919615" name="Text Box 3"/>
            <p:cNvSpPr txBox="1">
              <a:spLocks noChangeArrowheads="1"/>
            </p:cNvSpPr>
            <p:nvPr/>
          </p:nvSpPr>
          <p:spPr bwMode="auto">
            <a:xfrm>
              <a:off x="1374918" y="3098801"/>
              <a:ext cx="14029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altLang="zh-CN" b="1">
                  <a:solidFill>
                    <a:srgbClr val="000099"/>
                  </a:solidFill>
                  <a:ea typeface="黑体" panose="02010609060101010101" pitchFamily="49" charset="-122"/>
                </a:rPr>
                <a:t>128.30.33.1</a:t>
              </a:r>
            </a:p>
          </p:txBody>
        </p:sp>
      </p:grpSp>
      <p:sp>
        <p:nvSpPr>
          <p:cNvPr id="109" name="AutoShape 65"/>
          <p:cNvSpPr>
            <a:spLocks noChangeArrowheads="1"/>
          </p:cNvSpPr>
          <p:nvPr/>
        </p:nvSpPr>
        <p:spPr bwMode="auto">
          <a:xfrm>
            <a:off x="4089400" y="2738438"/>
            <a:ext cx="623888" cy="215900"/>
          </a:xfrm>
          <a:prstGeom prst="rightArrow">
            <a:avLst>
              <a:gd name="adj1" fmla="val 50000"/>
              <a:gd name="adj2" fmla="val 66677"/>
            </a:avLst>
          </a:prstGeom>
          <a:solidFill>
            <a:schemeClr val="accent1"/>
          </a:solidFill>
          <a:ln w="9525">
            <a:solidFill>
              <a:schemeClr val="tx2"/>
            </a:solidFill>
            <a:miter lim="800000"/>
            <a:headEnd/>
            <a:tailEnd/>
          </a:ln>
        </p:spPr>
        <p:txBody>
          <a:bodyPr wrap="none" anchor="ctr"/>
          <a:lstStyle/>
          <a:p>
            <a:pPr eaLnBrk="0" hangingPunct="0"/>
            <a:endParaRPr lang="zh-CN" altLang="en-US">
              <a:ea typeface="宋体" panose="02010600030101010101" pitchFamily="2" charset="-122"/>
            </a:endParaRPr>
          </a:p>
        </p:txBody>
      </p:sp>
      <p:sp>
        <p:nvSpPr>
          <p:cNvPr id="919617" name="AutoShape 68"/>
          <p:cNvSpPr>
            <a:spLocks noChangeArrowheads="1"/>
          </p:cNvSpPr>
          <p:nvPr/>
        </p:nvSpPr>
        <p:spPr bwMode="auto">
          <a:xfrm rot="-1335900">
            <a:off x="2459038" y="1522413"/>
            <a:ext cx="158750" cy="2052637"/>
          </a:xfrm>
          <a:prstGeom prst="downArrow">
            <a:avLst>
              <a:gd name="adj1" fmla="val 50000"/>
              <a:gd name="adj2" fmla="val 179164"/>
            </a:avLst>
          </a:prstGeom>
          <a:solidFill>
            <a:schemeClr val="accent1"/>
          </a:solidFill>
          <a:ln w="9525">
            <a:solidFill>
              <a:srgbClr val="333399"/>
            </a:solidFill>
            <a:miter lim="800000"/>
            <a:headEnd/>
            <a:tailEnd/>
          </a:ln>
        </p:spPr>
        <p:txBody>
          <a:bodyPr vert="eaVert" wrap="none" anchor="ctr"/>
          <a:lstStyle/>
          <a:p>
            <a:pPr eaLnBrk="0" hangingPunct="0"/>
            <a:endParaRPr lang="zh-CN" altLang="en-US">
              <a:ea typeface="宋体" panose="02010600030101010101" pitchFamily="2" charset="-122"/>
            </a:endParaRPr>
          </a:p>
        </p:txBody>
      </p:sp>
      <p:grpSp>
        <p:nvGrpSpPr>
          <p:cNvPr id="112" name="Group 65"/>
          <p:cNvGrpSpPr>
            <a:grpSpLocks/>
          </p:cNvGrpSpPr>
          <p:nvPr/>
        </p:nvGrpSpPr>
        <p:grpSpPr bwMode="auto">
          <a:xfrm>
            <a:off x="5607050" y="1654175"/>
            <a:ext cx="2801938" cy="1343025"/>
            <a:chOff x="3247" y="1042"/>
            <a:chExt cx="1765" cy="846"/>
          </a:xfrm>
        </p:grpSpPr>
        <p:sp>
          <p:nvSpPr>
            <p:cNvPr id="919619" name="Line 66"/>
            <p:cNvSpPr>
              <a:spLocks noChangeShapeType="1"/>
            </p:cNvSpPr>
            <p:nvPr/>
          </p:nvSpPr>
          <p:spPr bwMode="auto">
            <a:xfrm>
              <a:off x="3878" y="1888"/>
              <a:ext cx="1134"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919620" name="Line 67"/>
            <p:cNvSpPr>
              <a:spLocks noChangeShapeType="1"/>
            </p:cNvSpPr>
            <p:nvPr/>
          </p:nvSpPr>
          <p:spPr bwMode="auto">
            <a:xfrm flipV="1">
              <a:off x="3247" y="1042"/>
              <a:ext cx="1428"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sp>
        <p:nvSpPr>
          <p:cNvPr id="517183" name="Rectangle 63"/>
          <p:cNvSpPr>
            <a:spLocks noChangeArrowheads="1"/>
          </p:cNvSpPr>
          <p:nvPr/>
        </p:nvSpPr>
        <p:spPr bwMode="auto">
          <a:xfrm>
            <a:off x="266700" y="5327650"/>
            <a:ext cx="9645650" cy="15573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lnSpc>
                <a:spcPct val="110000"/>
              </a:lnSpc>
            </a:pPr>
            <a:r>
              <a:rPr lang="en-US" altLang="zh-CN" sz="2400" b="1">
                <a:solidFill>
                  <a:srgbClr val="000099"/>
                </a:solidFill>
                <a:ea typeface="黑体" panose="02010609060101010101" pitchFamily="49" charset="-122"/>
              </a:rPr>
              <a:t>255.255.255.128 </a:t>
            </a:r>
            <a:r>
              <a:rPr lang="en-US" altLang="zh-CN" sz="2400" b="1">
                <a:solidFill>
                  <a:srgbClr val="FF0000"/>
                </a:solidFill>
                <a:ea typeface="黑体" panose="02010609060101010101" pitchFamily="49" charset="-122"/>
              </a:rPr>
              <a:t>AND</a:t>
            </a:r>
            <a:r>
              <a:rPr lang="en-US" altLang="zh-CN" sz="2400" b="1">
                <a:solidFill>
                  <a:srgbClr val="000099"/>
                </a:solidFill>
                <a:ea typeface="黑体" panose="02010609060101010101" pitchFamily="49" charset="-122"/>
              </a:rPr>
              <a:t> 128.30.33.138 = 128.30.33.128</a:t>
            </a:r>
          </a:p>
          <a:p>
            <a:pPr algn="ctr" eaLnBrk="0" hangingPunct="0">
              <a:lnSpc>
                <a:spcPct val="110000"/>
              </a:lnSpc>
            </a:pPr>
            <a:r>
              <a:rPr lang="zh-CN" altLang="en-US" sz="2800" b="1">
                <a:solidFill>
                  <a:srgbClr val="FF0000"/>
                </a:solidFill>
                <a:ea typeface="黑体" panose="02010609060101010101" pitchFamily="49" charset="-122"/>
              </a:rPr>
              <a:t>匹配</a:t>
            </a:r>
            <a:r>
              <a:rPr lang="en-US" altLang="zh-CN" sz="2800" b="1">
                <a:solidFill>
                  <a:srgbClr val="FF0000"/>
                </a:solidFill>
                <a:ea typeface="黑体" panose="02010609060101010101" pitchFamily="49" charset="-122"/>
              </a:rPr>
              <a:t>!</a:t>
            </a:r>
          </a:p>
          <a:p>
            <a:pPr algn="ctr" eaLnBrk="0" hangingPunct="0">
              <a:lnSpc>
                <a:spcPct val="110000"/>
              </a:lnSpc>
            </a:pPr>
            <a:r>
              <a:rPr lang="zh-CN" altLang="en-US" sz="2400" b="1">
                <a:solidFill>
                  <a:srgbClr val="000099"/>
                </a:solidFill>
                <a:ea typeface="黑体" panose="02010609060101010101" pitchFamily="49" charset="-122"/>
              </a:rPr>
              <a:t>这表明子网 </a:t>
            </a:r>
            <a:r>
              <a:rPr lang="en-US" altLang="zh-CN" sz="2400" b="1">
                <a:solidFill>
                  <a:srgbClr val="000099"/>
                </a:solidFill>
                <a:ea typeface="黑体" panose="02010609060101010101" pitchFamily="49" charset="-122"/>
              </a:rPr>
              <a:t>2 </a:t>
            </a:r>
            <a:r>
              <a:rPr lang="zh-CN" altLang="en-US" sz="2400" b="1">
                <a:solidFill>
                  <a:srgbClr val="000099"/>
                </a:solidFill>
                <a:ea typeface="黑体" panose="02010609060101010101" pitchFamily="49" charset="-122"/>
              </a:rPr>
              <a:t>就是收到的分组所要寻找的目的网络。</a:t>
            </a:r>
            <a:endParaRPr lang="en-US" altLang="zh-CN" sz="2400" b="1">
              <a:solidFill>
                <a:srgbClr val="000099"/>
              </a:solidFill>
              <a:ea typeface="黑体" panose="02010609060101010101" pitchFamily="49" charset="-122"/>
            </a:endParaRPr>
          </a:p>
        </p:txBody>
      </p:sp>
      <p:sp>
        <p:nvSpPr>
          <p:cNvPr id="517193" name="Line 73"/>
          <p:cNvSpPr>
            <a:spLocks noChangeShapeType="1"/>
          </p:cNvSpPr>
          <p:nvPr/>
        </p:nvSpPr>
        <p:spPr bwMode="auto">
          <a:xfrm>
            <a:off x="6032500" y="2997200"/>
            <a:ext cx="1836738" cy="2601913"/>
          </a:xfrm>
          <a:prstGeom prst="line">
            <a:avLst/>
          </a:prstGeom>
          <a:noFill/>
          <a:ln w="76200">
            <a:solidFill>
              <a:srgbClr val="0000FF"/>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nvGrpSpPr>
          <p:cNvPr id="517190" name="Group 70"/>
          <p:cNvGrpSpPr>
            <a:grpSpLocks/>
          </p:cNvGrpSpPr>
          <p:nvPr/>
        </p:nvGrpSpPr>
        <p:grpSpPr bwMode="auto">
          <a:xfrm>
            <a:off x="4830763" y="2997200"/>
            <a:ext cx="4083050" cy="2859088"/>
            <a:chOff x="2809" y="1888"/>
            <a:chExt cx="2374" cy="1801"/>
          </a:xfrm>
        </p:grpSpPr>
        <p:sp>
          <p:nvSpPr>
            <p:cNvPr id="919624" name="Line 71"/>
            <p:cNvSpPr>
              <a:spLocks noChangeShapeType="1"/>
            </p:cNvSpPr>
            <p:nvPr/>
          </p:nvSpPr>
          <p:spPr bwMode="auto">
            <a:xfrm>
              <a:off x="2809" y="1888"/>
              <a:ext cx="867"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919625" name="Line 72"/>
            <p:cNvSpPr>
              <a:spLocks noChangeShapeType="1"/>
            </p:cNvSpPr>
            <p:nvPr/>
          </p:nvSpPr>
          <p:spPr bwMode="auto">
            <a:xfrm flipV="1">
              <a:off x="3969" y="3689"/>
              <a:ext cx="1214"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sp>
        <p:nvSpPr>
          <p:cNvPr id="110" name="Text Box 74"/>
          <p:cNvSpPr txBox="1">
            <a:spLocks noChangeArrowheads="1"/>
          </p:cNvSpPr>
          <p:nvPr/>
        </p:nvSpPr>
        <p:spPr bwMode="auto">
          <a:xfrm>
            <a:off x="6156325" y="3883025"/>
            <a:ext cx="1317625" cy="769938"/>
          </a:xfrm>
          <a:prstGeom prst="rect">
            <a:avLst/>
          </a:prstGeom>
          <a:solidFill>
            <a:srgbClr val="FFC000"/>
          </a:solidFill>
          <a:ln w="76200" cmpd="tri">
            <a:solidFill>
              <a:srgbClr val="333399"/>
            </a:solidFill>
            <a:miter lim="800000"/>
            <a:headEnd/>
            <a:tailEnd/>
          </a:ln>
        </p:spPr>
        <p:txBody>
          <a:bodyPr wrap="none">
            <a:spAutoFit/>
          </a:bodyPr>
          <a:lstStyle/>
          <a:p>
            <a:pPr eaLnBrk="0" hangingPunct="0"/>
            <a:r>
              <a:rPr lang="zh-CN" altLang="en-US" sz="4400" b="1">
                <a:solidFill>
                  <a:srgbClr val="000099"/>
                </a:solidFill>
                <a:ea typeface="黑体" panose="02010609060101010101" pitchFamily="49" charset="-122"/>
              </a:rPr>
              <a:t>一致</a:t>
            </a:r>
          </a:p>
        </p:txBody>
      </p:sp>
      <p:sp>
        <p:nvSpPr>
          <p:cNvPr id="919627"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F8F2DC5E-641D-454B-B923-9D6E3281979A}" type="slidenum">
              <a:rPr lang="zh-CN" altLang="en-US" smtClean="0"/>
              <a:pPr/>
              <a:t>28</a:t>
            </a:fld>
            <a:endParaRPr lang="en-US" altLang="zh-CN" smtClean="0"/>
          </a:p>
        </p:txBody>
      </p:sp>
      <p:sp>
        <p:nvSpPr>
          <p:cNvPr id="919628"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09"/>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3000" fill="hold" grpId="1" nodeType="afterEffect">
                                  <p:stCondLst>
                                    <p:cond delay="500"/>
                                  </p:stCondLst>
                                  <p:childTnLst>
                                    <p:anim calcmode="discrete" valueType="str">
                                      <p:cBhvr>
                                        <p:cTn id="9" dur="1000" fill="hold"/>
                                        <p:tgtEl>
                                          <p:spTgt spid="109"/>
                                        </p:tgtEl>
                                        <p:attrNameLst>
                                          <p:attrName>style.visibility</p:attrName>
                                        </p:attrNameLst>
                                      </p:cBhvr>
                                      <p:tavLst>
                                        <p:tav tm="0">
                                          <p:val>
                                            <p:strVal val="hidden"/>
                                          </p:val>
                                        </p:tav>
                                        <p:tav tm="50000">
                                          <p:val>
                                            <p:strVal val="visible"/>
                                          </p:val>
                                        </p:tav>
                                      </p:tavLst>
                                    </p:anim>
                                  </p:childTnLst>
                                </p:cTn>
                              </p:par>
                            </p:childTnLst>
                          </p:cTn>
                        </p:par>
                        <p:par>
                          <p:cTn id="10" fill="hold" nodeType="afterGroup">
                            <p:stCondLst>
                              <p:cond delay="3501"/>
                            </p:stCondLst>
                            <p:childTnLst>
                              <p:par>
                                <p:cTn id="11" presetID="1" presetClass="exit" presetSubtype="0" fill="hold" grpId="2" nodeType="afterEffect">
                                  <p:stCondLst>
                                    <p:cond delay="0"/>
                                  </p:stCondLst>
                                  <p:childTnLst>
                                    <p:set>
                                      <p:cBhvr>
                                        <p:cTn id="12" dur="1" fill="hold">
                                          <p:stCondLst>
                                            <p:cond delay="0"/>
                                          </p:stCondLst>
                                        </p:cTn>
                                        <p:tgtEl>
                                          <p:spTgt spid="109"/>
                                        </p:tgtEl>
                                        <p:attrNameLst>
                                          <p:attrName>style.visibility</p:attrName>
                                        </p:attrNameLst>
                                      </p:cBhvr>
                                      <p:to>
                                        <p:strVal val="hidden"/>
                                      </p:to>
                                    </p:set>
                                  </p:childTnLst>
                                </p:cTn>
                              </p:par>
                            </p:childTnLst>
                          </p:cTn>
                        </p:par>
                        <p:par>
                          <p:cTn id="13" fill="hold" nodeType="afterGroup">
                            <p:stCondLst>
                              <p:cond delay="3502"/>
                            </p:stCondLst>
                            <p:childTnLst>
                              <p:par>
                                <p:cTn id="14" presetID="1" presetClass="entr" presetSubtype="0" fill="hold" nodeType="afterEffect">
                                  <p:stCondLst>
                                    <p:cond delay="0"/>
                                  </p:stCondLst>
                                  <p:childTnLst>
                                    <p:set>
                                      <p:cBhvr>
                                        <p:cTn id="15" dur="1" fill="hold">
                                          <p:stCondLst>
                                            <p:cond delay="0"/>
                                          </p:stCondLst>
                                        </p:cTn>
                                        <p:tgtEl>
                                          <p:spTgt spid="112"/>
                                        </p:tgtEl>
                                        <p:attrNameLst>
                                          <p:attrName>style.visibility</p:attrName>
                                        </p:attrNameLst>
                                      </p:cBhvr>
                                      <p:to>
                                        <p:strVal val="visible"/>
                                      </p:to>
                                    </p:set>
                                  </p:childTnLst>
                                </p:cTn>
                              </p:par>
                            </p:childTnLst>
                          </p:cTn>
                        </p:par>
                        <p:par>
                          <p:cTn id="16" fill="hold" nodeType="afterGroup">
                            <p:stCondLst>
                              <p:cond delay="3503"/>
                            </p:stCondLst>
                            <p:childTnLst>
                              <p:par>
                                <p:cTn id="17" presetID="35" presetClass="emph" presetSubtype="0" repeatCount="3000" fill="hold" nodeType="afterEffect">
                                  <p:stCondLst>
                                    <p:cond delay="500"/>
                                  </p:stCondLst>
                                  <p:childTnLst>
                                    <p:anim calcmode="discrete" valueType="str">
                                      <p:cBhvr>
                                        <p:cTn id="18" dur="1000" fill="hold"/>
                                        <p:tgtEl>
                                          <p:spTgt spid="112"/>
                                        </p:tgtEl>
                                        <p:attrNameLst>
                                          <p:attrName>style.visibility</p:attrName>
                                        </p:attrNameLst>
                                      </p:cBhvr>
                                      <p:tavLst>
                                        <p:tav tm="0">
                                          <p:val>
                                            <p:strVal val="hidden"/>
                                          </p:val>
                                        </p:tav>
                                        <p:tav tm="50000">
                                          <p:val>
                                            <p:strVal val="visible"/>
                                          </p:val>
                                        </p:tav>
                                      </p:tavLst>
                                    </p:anim>
                                  </p:childTnLst>
                                </p:cTn>
                              </p:par>
                            </p:childTnLst>
                          </p:cTn>
                        </p:par>
                        <p:par>
                          <p:cTn id="19" fill="hold" nodeType="afterGroup">
                            <p:stCondLst>
                              <p:cond delay="7003"/>
                            </p:stCondLst>
                            <p:childTnLst>
                              <p:par>
                                <p:cTn id="20" presetID="22" presetClass="entr" presetSubtype="1" fill="hold" grpId="0" nodeType="afterEffect">
                                  <p:stCondLst>
                                    <p:cond delay="0"/>
                                  </p:stCondLst>
                                  <p:childTnLst>
                                    <p:set>
                                      <p:cBhvr>
                                        <p:cTn id="21" dur="1" fill="hold">
                                          <p:stCondLst>
                                            <p:cond delay="0"/>
                                          </p:stCondLst>
                                        </p:cTn>
                                        <p:tgtEl>
                                          <p:spTgt spid="517183"/>
                                        </p:tgtEl>
                                        <p:attrNameLst>
                                          <p:attrName>style.visibility</p:attrName>
                                        </p:attrNameLst>
                                      </p:cBhvr>
                                      <p:to>
                                        <p:strVal val="visible"/>
                                      </p:to>
                                    </p:set>
                                    <p:animEffect transition="in" filter="wipe(up)">
                                      <p:cBhvr>
                                        <p:cTn id="22" dur="3000"/>
                                        <p:tgtEl>
                                          <p:spTgt spid="517183"/>
                                        </p:tgtEl>
                                      </p:cBhvr>
                                    </p:animEffect>
                                  </p:childTnLst>
                                </p:cTn>
                              </p:par>
                            </p:childTnLst>
                          </p:cTn>
                        </p:par>
                        <p:par>
                          <p:cTn id="23" fill="hold" nodeType="afterGroup">
                            <p:stCondLst>
                              <p:cond delay="10003"/>
                            </p:stCondLst>
                            <p:childTnLst>
                              <p:par>
                                <p:cTn id="24" presetID="1" presetClass="entr" presetSubtype="0" fill="hold" nodeType="afterEffect">
                                  <p:stCondLst>
                                    <p:cond delay="0"/>
                                  </p:stCondLst>
                                  <p:childTnLst>
                                    <p:set>
                                      <p:cBhvr>
                                        <p:cTn id="25" dur="1" fill="hold">
                                          <p:stCondLst>
                                            <p:cond delay="0"/>
                                          </p:stCondLst>
                                        </p:cTn>
                                        <p:tgtEl>
                                          <p:spTgt spid="517190"/>
                                        </p:tgtEl>
                                        <p:attrNameLst>
                                          <p:attrName>style.visibility</p:attrName>
                                        </p:attrNameLst>
                                      </p:cBhvr>
                                      <p:to>
                                        <p:strVal val="visible"/>
                                      </p:to>
                                    </p:set>
                                  </p:childTnLst>
                                </p:cTn>
                              </p:par>
                            </p:childTnLst>
                          </p:cTn>
                        </p:par>
                        <p:par>
                          <p:cTn id="26" fill="hold" nodeType="afterGroup">
                            <p:stCondLst>
                              <p:cond delay="10004"/>
                            </p:stCondLst>
                            <p:childTnLst>
                              <p:par>
                                <p:cTn id="27" presetID="35" presetClass="emph" presetSubtype="0" repeatCount="3000" fill="hold" nodeType="afterEffect">
                                  <p:stCondLst>
                                    <p:cond delay="500"/>
                                  </p:stCondLst>
                                  <p:childTnLst>
                                    <p:anim calcmode="discrete" valueType="str">
                                      <p:cBhvr>
                                        <p:cTn id="28" dur="1000" fill="hold"/>
                                        <p:tgtEl>
                                          <p:spTgt spid="517190"/>
                                        </p:tgtEl>
                                        <p:attrNameLst>
                                          <p:attrName>style.visibility</p:attrName>
                                        </p:attrNameLst>
                                      </p:cBhvr>
                                      <p:tavLst>
                                        <p:tav tm="0">
                                          <p:val>
                                            <p:strVal val="hidden"/>
                                          </p:val>
                                        </p:tav>
                                        <p:tav tm="50000">
                                          <p:val>
                                            <p:strVal val="visible"/>
                                          </p:val>
                                        </p:tav>
                                      </p:tavLst>
                                    </p:anim>
                                  </p:childTnLst>
                                </p:cTn>
                              </p:par>
                            </p:childTnLst>
                          </p:cTn>
                        </p:par>
                        <p:par>
                          <p:cTn id="29" fill="hold" nodeType="afterGroup">
                            <p:stCondLst>
                              <p:cond delay="13504"/>
                            </p:stCondLst>
                            <p:childTnLst>
                              <p:par>
                                <p:cTn id="30" presetID="1" presetClass="entr" presetSubtype="0" fill="hold" grpId="0" nodeType="afterEffect">
                                  <p:stCondLst>
                                    <p:cond delay="0"/>
                                  </p:stCondLst>
                                  <p:childTnLst>
                                    <p:set>
                                      <p:cBhvr>
                                        <p:cTn id="31" dur="1" fill="hold">
                                          <p:stCondLst>
                                            <p:cond delay="0"/>
                                          </p:stCondLst>
                                        </p:cTn>
                                        <p:tgtEl>
                                          <p:spTgt spid="11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5171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animBg="1"/>
      <p:bldP spid="109" grpId="1" animBg="1"/>
      <p:bldP spid="109" grpId="2" animBg="1"/>
      <p:bldP spid="517183" grpId="0" animBg="1"/>
      <p:bldP spid="517193" grpId="0" animBg="1"/>
      <p:bldP spid="11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01" name="Rectangle 3"/>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4.3.3  </a:t>
            </a:r>
            <a:r>
              <a:rPr lang="zh-CN" altLang="en-US" smtClean="0">
                <a:ea typeface="黑体" panose="02010609060101010101" pitchFamily="49" charset="-122"/>
              </a:rPr>
              <a:t>无分类编址 </a:t>
            </a:r>
            <a:r>
              <a:rPr lang="en-US" altLang="zh-CN" smtClean="0">
                <a:ea typeface="黑体" panose="02010609060101010101" pitchFamily="49" charset="-122"/>
              </a:rPr>
              <a:t>CIDR</a:t>
            </a:r>
            <a:endParaRPr lang="zh-CN" altLang="en-US" smtClean="0">
              <a:ea typeface="黑体" panose="02010609060101010101" pitchFamily="49" charset="-122"/>
            </a:endParaRPr>
          </a:p>
        </p:txBody>
      </p:sp>
      <p:sp>
        <p:nvSpPr>
          <p:cNvPr id="921602" name="Rectangle 2"/>
          <p:cNvSpPr>
            <a:spLocks noGrp="1" noChangeArrowheads="1"/>
          </p:cNvSpPr>
          <p:nvPr>
            <p:ph idx="1"/>
          </p:nvPr>
        </p:nvSpPr>
        <p:spPr>
          <a:xfrm>
            <a:off x="495300" y="1196975"/>
            <a:ext cx="9066213" cy="4933950"/>
          </a:xfrm>
        </p:spPr>
        <p:txBody>
          <a:bodyPr/>
          <a:lstStyle/>
          <a:p>
            <a:pPr algn="just">
              <a:spcBef>
                <a:spcPct val="0"/>
              </a:spcBef>
              <a:spcAft>
                <a:spcPts val="600"/>
              </a:spcAft>
              <a:buFont typeface="Wingdings" panose="05000000000000000000" pitchFamily="2" charset="2"/>
              <a:buNone/>
            </a:pPr>
            <a:r>
              <a:rPr lang="en-US" altLang="zh-CN" sz="4400" dirty="0" smtClean="0">
                <a:solidFill>
                  <a:srgbClr val="333399"/>
                </a:solidFill>
                <a:ea typeface="黑体" panose="02010609060101010101" pitchFamily="49" charset="-122"/>
              </a:rPr>
              <a:t>1.  </a:t>
            </a:r>
            <a:r>
              <a:rPr lang="zh-CN" altLang="en-US" sz="4400" dirty="0" smtClean="0">
                <a:solidFill>
                  <a:srgbClr val="333399"/>
                </a:solidFill>
                <a:ea typeface="黑体" panose="02010609060101010101" pitchFamily="49" charset="-122"/>
              </a:rPr>
              <a:t>网络前缀</a:t>
            </a:r>
            <a:endParaRPr lang="en-US" altLang="zh-CN" sz="4400" dirty="0" smtClean="0">
              <a:solidFill>
                <a:srgbClr val="333399"/>
              </a:solidFill>
              <a:ea typeface="黑体" panose="02010609060101010101" pitchFamily="49" charset="-122"/>
            </a:endParaRPr>
          </a:p>
          <a:p>
            <a:pPr algn="just">
              <a:spcBef>
                <a:spcPct val="0"/>
              </a:spcBef>
              <a:buFont typeface="Wingdings" panose="05000000000000000000" pitchFamily="2" charset="2"/>
              <a:buNone/>
            </a:pPr>
            <a:r>
              <a:rPr lang="en-US" altLang="zh-CN" sz="2800" dirty="0" smtClean="0">
                <a:ea typeface="黑体" panose="02010609060101010101" pitchFamily="49" charset="-122"/>
              </a:rPr>
              <a:t>	</a:t>
            </a:r>
            <a:r>
              <a:rPr lang="zh-CN" altLang="en-US" sz="2800" dirty="0" smtClean="0">
                <a:ea typeface="黑体" panose="02010609060101010101" pitchFamily="49" charset="-122"/>
              </a:rPr>
              <a:t>划分子网在一定程度上缓解了互联网在发展中遇到的困难。然而在</a:t>
            </a:r>
            <a:r>
              <a:rPr lang="zh-CN" altLang="en-US" sz="1600" dirty="0" smtClean="0">
                <a:ea typeface="黑体" panose="02010609060101010101" pitchFamily="49" charset="-122"/>
              </a:rPr>
              <a:t> </a:t>
            </a:r>
            <a:r>
              <a:rPr lang="en-US" altLang="zh-CN" sz="2800" dirty="0" smtClean="0">
                <a:ea typeface="黑体" panose="02010609060101010101" pitchFamily="49" charset="-122"/>
              </a:rPr>
              <a:t>1992</a:t>
            </a:r>
            <a:r>
              <a:rPr lang="en-US" altLang="zh-CN" sz="1600" dirty="0" smtClean="0">
                <a:ea typeface="黑体" panose="02010609060101010101" pitchFamily="49" charset="-122"/>
              </a:rPr>
              <a:t> </a:t>
            </a:r>
            <a:r>
              <a:rPr lang="zh-CN" altLang="en-US" sz="2800" dirty="0" smtClean="0">
                <a:ea typeface="黑体" panose="02010609060101010101" pitchFamily="49" charset="-122"/>
              </a:rPr>
              <a:t>年互联网仍然面临三个必须尽早解决的问题：</a:t>
            </a:r>
          </a:p>
          <a:p>
            <a:pPr algn="just"/>
            <a:r>
              <a:rPr lang="en-US" altLang="zh-CN" sz="2800" dirty="0" smtClean="0">
                <a:ea typeface="黑体" panose="02010609060101010101" pitchFamily="49" charset="-122"/>
              </a:rPr>
              <a:t>(1) B </a:t>
            </a:r>
            <a:r>
              <a:rPr lang="zh-CN" altLang="en-US" sz="2800" dirty="0" smtClean="0">
                <a:ea typeface="黑体" panose="02010609060101010101" pitchFamily="49" charset="-122"/>
              </a:rPr>
              <a:t>类地址在 </a:t>
            </a:r>
            <a:r>
              <a:rPr lang="en-US" altLang="zh-CN" sz="2800" dirty="0" smtClean="0">
                <a:ea typeface="黑体" panose="02010609060101010101" pitchFamily="49" charset="-122"/>
              </a:rPr>
              <a:t>1992 </a:t>
            </a:r>
            <a:r>
              <a:rPr lang="zh-CN" altLang="en-US" sz="2800" dirty="0" smtClean="0">
                <a:ea typeface="黑体" panose="02010609060101010101" pitchFamily="49" charset="-122"/>
              </a:rPr>
              <a:t>年已分配了近一半，眼看就要在 </a:t>
            </a:r>
            <a:r>
              <a:rPr lang="en-US" altLang="zh-CN" sz="2800" dirty="0" smtClean="0">
                <a:ea typeface="黑体" panose="02010609060101010101" pitchFamily="49" charset="-122"/>
              </a:rPr>
              <a:t>1994 </a:t>
            </a:r>
            <a:r>
              <a:rPr lang="zh-CN" altLang="en-US" sz="2800" dirty="0" smtClean="0">
                <a:ea typeface="黑体" panose="02010609060101010101" pitchFamily="49" charset="-122"/>
              </a:rPr>
              <a:t>年 </a:t>
            </a:r>
            <a:r>
              <a:rPr lang="en-US" altLang="zh-CN" sz="2800" dirty="0" smtClean="0">
                <a:ea typeface="黑体" panose="02010609060101010101" pitchFamily="49" charset="-122"/>
              </a:rPr>
              <a:t>3 </a:t>
            </a:r>
            <a:r>
              <a:rPr lang="zh-CN" altLang="en-US" sz="2800" dirty="0" smtClean="0">
                <a:ea typeface="黑体" panose="02010609060101010101" pitchFamily="49" charset="-122"/>
              </a:rPr>
              <a:t>月全部分配完毕！</a:t>
            </a:r>
          </a:p>
          <a:p>
            <a:pPr algn="just"/>
            <a:r>
              <a:rPr lang="en-US" altLang="zh-CN" sz="2800" dirty="0" smtClean="0">
                <a:ea typeface="黑体" panose="02010609060101010101" pitchFamily="49" charset="-122"/>
              </a:rPr>
              <a:t>(2) </a:t>
            </a:r>
            <a:r>
              <a:rPr lang="zh-CN" altLang="en-US" sz="2800" dirty="0" smtClean="0">
                <a:ea typeface="黑体" panose="02010609060101010101" pitchFamily="49" charset="-122"/>
              </a:rPr>
              <a:t>互联网主干网上的路由表中的项目数急剧增长（从几千个增长到几万个）。</a:t>
            </a:r>
          </a:p>
          <a:p>
            <a:pPr algn="just"/>
            <a:r>
              <a:rPr lang="en-US" altLang="zh-CN" sz="2800" dirty="0" smtClean="0">
                <a:ea typeface="黑体" panose="02010609060101010101" pitchFamily="49" charset="-122"/>
              </a:rPr>
              <a:t>(3) </a:t>
            </a:r>
            <a:r>
              <a:rPr lang="zh-CN" altLang="en-US" sz="2800" dirty="0" smtClean="0">
                <a:ea typeface="黑体" panose="02010609060101010101" pitchFamily="49" charset="-122"/>
              </a:rPr>
              <a:t>整个 </a:t>
            </a:r>
            <a:r>
              <a:rPr lang="en-US" altLang="zh-CN" sz="2800" dirty="0" smtClean="0">
                <a:ea typeface="黑体" panose="02010609060101010101" pitchFamily="49" charset="-122"/>
              </a:rPr>
              <a:t>IPv4 </a:t>
            </a:r>
            <a:r>
              <a:rPr lang="zh-CN" altLang="en-US" sz="2800" dirty="0" smtClean="0">
                <a:ea typeface="黑体" panose="02010609060101010101" pitchFamily="49" charset="-122"/>
              </a:rPr>
              <a:t>的地址空间最终将全部耗尽。</a:t>
            </a:r>
          </a:p>
        </p:txBody>
      </p:sp>
      <p:sp>
        <p:nvSpPr>
          <p:cNvPr id="92160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72E4BC6-9254-4EF1-AF3A-CC6914971A50}" type="slidenum">
              <a:rPr lang="zh-CN" altLang="en-US" smtClean="0"/>
              <a:pPr eaLnBrk="1" hangingPunct="1"/>
              <a:t>29</a:t>
            </a:fld>
            <a:endParaRPr lang="en-US" altLang="zh-CN" smtClean="0"/>
          </a:p>
        </p:txBody>
      </p:sp>
      <p:sp>
        <p:nvSpPr>
          <p:cNvPr id="92160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649" name="Rectangle 3"/>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IP </a:t>
            </a:r>
            <a:r>
              <a:rPr lang="zh-CN" altLang="en-US" smtClean="0">
                <a:ea typeface="黑体" panose="02010609060101010101" pitchFamily="49" charset="-122"/>
              </a:rPr>
              <a:t>编址问题的演进 </a:t>
            </a:r>
          </a:p>
        </p:txBody>
      </p:sp>
      <p:sp>
        <p:nvSpPr>
          <p:cNvPr id="521218" name="Rectangle 2"/>
          <p:cNvSpPr>
            <a:spLocks noGrp="1" noChangeArrowheads="1"/>
          </p:cNvSpPr>
          <p:nvPr>
            <p:ph idx="1"/>
          </p:nvPr>
        </p:nvSpPr>
        <p:spPr>
          <a:xfrm>
            <a:off x="495300" y="1196975"/>
            <a:ext cx="9066213" cy="4933950"/>
          </a:xfrm>
        </p:spPr>
        <p:txBody>
          <a:bodyPr/>
          <a:lstStyle/>
          <a:p>
            <a:pPr algn="just"/>
            <a:r>
              <a:rPr lang="en-US" altLang="zh-CN" dirty="0" smtClean="0">
                <a:ea typeface="黑体" panose="02010609060101010101" pitchFamily="49" charset="-122"/>
              </a:rPr>
              <a:t>1987 </a:t>
            </a:r>
            <a:r>
              <a:rPr lang="zh-CN" altLang="en-US" dirty="0" smtClean="0">
                <a:ea typeface="黑体" panose="02010609060101010101" pitchFamily="49" charset="-122"/>
              </a:rPr>
              <a:t>年，</a:t>
            </a:r>
            <a:r>
              <a:rPr lang="en-US" altLang="zh-CN" dirty="0" smtClean="0">
                <a:ea typeface="黑体" panose="02010609060101010101" pitchFamily="49" charset="-122"/>
              </a:rPr>
              <a:t>RFC 1009 </a:t>
            </a:r>
            <a:r>
              <a:rPr lang="zh-CN" altLang="en-US" dirty="0" smtClean="0">
                <a:ea typeface="黑体" panose="02010609060101010101" pitchFamily="49" charset="-122"/>
              </a:rPr>
              <a:t>就指明了在一个划分子网的网络中可同时使用几个不同的子网掩码。</a:t>
            </a:r>
            <a:endParaRPr lang="en-US" altLang="zh-CN" dirty="0" smtClean="0">
              <a:ea typeface="黑体" panose="02010609060101010101" pitchFamily="49" charset="-122"/>
            </a:endParaRPr>
          </a:p>
          <a:p>
            <a:pPr algn="just"/>
            <a:r>
              <a:rPr lang="zh-CN" altLang="en-US" dirty="0" smtClean="0">
                <a:ea typeface="黑体" panose="02010609060101010101" pitchFamily="49" charset="-122"/>
              </a:rPr>
              <a:t>使用</a:t>
            </a:r>
            <a:r>
              <a:rPr lang="zh-CN" altLang="en-US" u="sng" dirty="0" smtClean="0">
                <a:solidFill>
                  <a:srgbClr val="FF0000"/>
                </a:solidFill>
                <a:ea typeface="黑体" panose="02010609060101010101" pitchFamily="49" charset="-122"/>
              </a:rPr>
              <a:t>变长子网掩码 </a:t>
            </a:r>
            <a:r>
              <a:rPr lang="en-US" altLang="zh-CN" u="sng" dirty="0" smtClean="0">
                <a:solidFill>
                  <a:srgbClr val="FF0000"/>
                </a:solidFill>
                <a:ea typeface="黑体" panose="02010609060101010101" pitchFamily="49" charset="-122"/>
              </a:rPr>
              <a:t>VLSM </a:t>
            </a:r>
            <a:r>
              <a:rPr lang="en-US" altLang="zh-CN" u="sng" dirty="0" smtClean="0">
                <a:ea typeface="黑体" panose="02010609060101010101" pitchFamily="49" charset="-122"/>
              </a:rPr>
              <a:t>(Variable Length Subnet Mask)</a:t>
            </a:r>
            <a:r>
              <a:rPr lang="zh-CN" altLang="en-US" dirty="0" smtClean="0">
                <a:ea typeface="黑体" panose="02010609060101010101" pitchFamily="49" charset="-122"/>
              </a:rPr>
              <a:t>可进一步提高 </a:t>
            </a:r>
            <a:r>
              <a:rPr lang="en-US" altLang="zh-CN" dirty="0" smtClean="0">
                <a:ea typeface="黑体" panose="02010609060101010101" pitchFamily="49" charset="-122"/>
              </a:rPr>
              <a:t>IP </a:t>
            </a:r>
            <a:r>
              <a:rPr lang="zh-CN" altLang="en-US" dirty="0" smtClean="0">
                <a:ea typeface="黑体" panose="02010609060101010101" pitchFamily="49" charset="-122"/>
              </a:rPr>
              <a:t>地址资源的利用率。</a:t>
            </a:r>
          </a:p>
          <a:p>
            <a:pPr algn="just"/>
            <a:r>
              <a:rPr lang="zh-CN" altLang="en-US" dirty="0" smtClean="0">
                <a:ea typeface="黑体" panose="02010609060101010101" pitchFamily="49" charset="-122"/>
              </a:rPr>
              <a:t>在 </a:t>
            </a:r>
            <a:r>
              <a:rPr lang="en-US" altLang="zh-CN" dirty="0" smtClean="0">
                <a:ea typeface="黑体" panose="02010609060101010101" pitchFamily="49" charset="-122"/>
              </a:rPr>
              <a:t>VLSM </a:t>
            </a:r>
            <a:r>
              <a:rPr lang="zh-CN" altLang="en-US" dirty="0" smtClean="0">
                <a:ea typeface="黑体" panose="02010609060101010101" pitchFamily="49" charset="-122"/>
              </a:rPr>
              <a:t>的基础上又进一步研究出无分类编址方法，它的正式名字是</a:t>
            </a:r>
            <a:r>
              <a:rPr lang="zh-CN" altLang="en-US" u="sng" dirty="0" smtClean="0">
                <a:solidFill>
                  <a:srgbClr val="FF0000"/>
                </a:solidFill>
                <a:ea typeface="黑体" panose="02010609060101010101" pitchFamily="49" charset="-122"/>
              </a:rPr>
              <a:t>无分类域间路由选择 </a:t>
            </a:r>
            <a:r>
              <a:rPr lang="en-US" altLang="zh-CN" u="sng" dirty="0" smtClean="0">
                <a:solidFill>
                  <a:srgbClr val="FF0000"/>
                </a:solidFill>
                <a:ea typeface="黑体" panose="02010609060101010101" pitchFamily="49" charset="-122"/>
              </a:rPr>
              <a:t>CIDR</a:t>
            </a:r>
            <a:r>
              <a:rPr lang="en-US" altLang="zh-CN" u="sng" dirty="0" smtClean="0">
                <a:ea typeface="黑体" panose="02010609060101010101" pitchFamily="49" charset="-122"/>
              </a:rPr>
              <a:t> (Classless Inter-Domain Routing)</a:t>
            </a:r>
            <a:r>
              <a:rPr lang="zh-CN" altLang="en-US" u="sng" dirty="0" smtClean="0">
                <a:ea typeface="黑体" panose="02010609060101010101" pitchFamily="49" charset="-122"/>
              </a:rPr>
              <a:t>。  </a:t>
            </a:r>
          </a:p>
        </p:txBody>
      </p:sp>
      <p:sp>
        <p:nvSpPr>
          <p:cNvPr id="92365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F5B083C-4F60-472C-B841-BC82C1C3D86B}" type="slidenum">
              <a:rPr lang="zh-CN" altLang="en-US" smtClean="0"/>
              <a:pPr eaLnBrk="1" hangingPunct="1"/>
              <a:t>30</a:t>
            </a:fld>
            <a:endParaRPr lang="en-US" altLang="zh-CN" smtClean="0"/>
          </a:p>
        </p:txBody>
      </p:sp>
      <p:sp>
        <p:nvSpPr>
          <p:cNvPr id="92365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2121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5697" name="Rectangle 3"/>
          <p:cNvSpPr>
            <a:spLocks noGrp="1" noChangeArrowheads="1"/>
          </p:cNvSpPr>
          <p:nvPr>
            <p:ph type="title"/>
          </p:nvPr>
        </p:nvSpPr>
        <p:spPr>
          <a:xfrm>
            <a:off x="495300" y="188913"/>
            <a:ext cx="9066213" cy="792162"/>
          </a:xfrm>
        </p:spPr>
        <p:txBody>
          <a:bodyPr/>
          <a:lstStyle/>
          <a:p>
            <a:pPr algn="ctr"/>
            <a:r>
              <a:rPr lang="en-US" altLang="zh-CN" dirty="0" smtClean="0">
                <a:ea typeface="黑体" panose="02010609060101010101" pitchFamily="49" charset="-122"/>
              </a:rPr>
              <a:t>CIDR-</a:t>
            </a:r>
            <a:r>
              <a:rPr lang="zh-CN" altLang="en-US" dirty="0" smtClean="0">
                <a:ea typeface="黑体" panose="02010609060101010101" pitchFamily="49" charset="-122"/>
              </a:rPr>
              <a:t>网络前缀 </a:t>
            </a:r>
          </a:p>
        </p:txBody>
      </p:sp>
      <p:sp>
        <p:nvSpPr>
          <p:cNvPr id="522242" name="Rectangle 2"/>
          <p:cNvSpPr>
            <a:spLocks noGrp="1" noChangeArrowheads="1"/>
          </p:cNvSpPr>
          <p:nvPr>
            <p:ph idx="1"/>
          </p:nvPr>
        </p:nvSpPr>
        <p:spPr>
          <a:xfrm>
            <a:off x="495300" y="1196975"/>
            <a:ext cx="9066213" cy="4933950"/>
          </a:xfrm>
        </p:spPr>
        <p:txBody>
          <a:bodyPr/>
          <a:lstStyle/>
          <a:p>
            <a:pPr algn="just"/>
            <a:r>
              <a:rPr lang="en-US" altLang="zh-CN" dirty="0" smtClean="0">
                <a:ea typeface="黑体" panose="02010609060101010101" pitchFamily="49" charset="-122"/>
              </a:rPr>
              <a:t>CIDR </a:t>
            </a:r>
            <a:r>
              <a:rPr lang="zh-CN" altLang="en-US" dirty="0" smtClean="0">
                <a:ea typeface="黑体" panose="02010609060101010101" pitchFamily="49" charset="-122"/>
              </a:rPr>
              <a:t>消除了传统的 </a:t>
            </a:r>
            <a:r>
              <a:rPr lang="en-US" altLang="zh-CN" dirty="0" smtClean="0">
                <a:ea typeface="黑体" panose="02010609060101010101" pitchFamily="49" charset="-122"/>
              </a:rPr>
              <a:t>A </a:t>
            </a:r>
            <a:r>
              <a:rPr lang="zh-CN" altLang="en-US" dirty="0" smtClean="0">
                <a:ea typeface="黑体" panose="02010609060101010101" pitchFamily="49" charset="-122"/>
              </a:rPr>
              <a:t>类、</a:t>
            </a:r>
            <a:r>
              <a:rPr lang="en-US" altLang="zh-CN" dirty="0" smtClean="0">
                <a:ea typeface="黑体" panose="02010609060101010101" pitchFamily="49" charset="-122"/>
              </a:rPr>
              <a:t>B </a:t>
            </a:r>
            <a:r>
              <a:rPr lang="zh-CN" altLang="en-US" dirty="0" smtClean="0">
                <a:ea typeface="黑体" panose="02010609060101010101" pitchFamily="49" charset="-122"/>
              </a:rPr>
              <a:t>类和 </a:t>
            </a:r>
            <a:r>
              <a:rPr lang="en-US" altLang="zh-CN" dirty="0" smtClean="0">
                <a:ea typeface="黑体" panose="02010609060101010101" pitchFamily="49" charset="-122"/>
              </a:rPr>
              <a:t>C </a:t>
            </a:r>
            <a:r>
              <a:rPr lang="zh-CN" altLang="en-US" dirty="0" smtClean="0">
                <a:ea typeface="黑体" panose="02010609060101010101" pitchFamily="49" charset="-122"/>
              </a:rPr>
              <a:t>类地址以及划分子网的概念，因而可以更加有效地分配 </a:t>
            </a:r>
            <a:r>
              <a:rPr lang="en-US" altLang="zh-CN" dirty="0" smtClean="0">
                <a:ea typeface="黑体" panose="02010609060101010101" pitchFamily="49" charset="-122"/>
              </a:rPr>
              <a:t>IPv4 </a:t>
            </a:r>
            <a:r>
              <a:rPr lang="zh-CN" altLang="en-US" dirty="0" smtClean="0">
                <a:ea typeface="黑体" panose="02010609060101010101" pitchFamily="49" charset="-122"/>
              </a:rPr>
              <a:t>的地址空间。</a:t>
            </a:r>
          </a:p>
          <a:p>
            <a:pPr algn="just"/>
            <a:r>
              <a:rPr lang="en-US" altLang="zh-CN" dirty="0" smtClean="0">
                <a:ea typeface="黑体" panose="02010609060101010101" pitchFamily="49" charset="-122"/>
              </a:rPr>
              <a:t>CIDR</a:t>
            </a:r>
            <a:r>
              <a:rPr lang="zh-CN" altLang="en-US" dirty="0" smtClean="0">
                <a:ea typeface="黑体" panose="02010609060101010101" pitchFamily="49" charset="-122"/>
              </a:rPr>
              <a:t>使用各种长度的“</a:t>
            </a:r>
            <a:r>
              <a:rPr lang="zh-CN" altLang="en-US" dirty="0" smtClean="0">
                <a:solidFill>
                  <a:srgbClr val="FF0000"/>
                </a:solidFill>
                <a:ea typeface="黑体" panose="02010609060101010101" pitchFamily="49" charset="-122"/>
              </a:rPr>
              <a:t>网络前缀</a:t>
            </a:r>
            <a:r>
              <a:rPr lang="zh-CN" altLang="en-US" dirty="0" smtClean="0">
                <a:ea typeface="黑体" panose="02010609060101010101" pitchFamily="49" charset="-122"/>
              </a:rPr>
              <a:t>”</a:t>
            </a:r>
            <a:r>
              <a:rPr lang="en-US" altLang="zh-CN" dirty="0" smtClean="0">
                <a:ea typeface="黑体" panose="02010609060101010101" pitchFamily="49" charset="-122"/>
              </a:rPr>
              <a:t>(network-prefix)</a:t>
            </a:r>
            <a:r>
              <a:rPr lang="zh-CN" altLang="en-US" dirty="0" smtClean="0">
                <a:ea typeface="黑体" panose="02010609060101010101" pitchFamily="49" charset="-122"/>
              </a:rPr>
              <a:t>来代替分类地址中的</a:t>
            </a:r>
            <a:r>
              <a:rPr lang="zh-CN" altLang="en-US" dirty="0" smtClean="0">
                <a:solidFill>
                  <a:srgbClr val="FF0000"/>
                </a:solidFill>
                <a:ea typeface="黑体" panose="02010609060101010101" pitchFamily="49" charset="-122"/>
              </a:rPr>
              <a:t>网络号和子网号</a:t>
            </a:r>
            <a:r>
              <a:rPr lang="zh-CN" altLang="en-US" dirty="0" smtClean="0">
                <a:ea typeface="黑体" panose="02010609060101010101" pitchFamily="49" charset="-122"/>
              </a:rPr>
              <a:t>。</a:t>
            </a:r>
          </a:p>
          <a:p>
            <a:pPr algn="just"/>
            <a:r>
              <a:rPr lang="en-US" altLang="zh-CN" dirty="0" smtClean="0">
                <a:solidFill>
                  <a:srgbClr val="0000FF"/>
                </a:solidFill>
                <a:ea typeface="黑体" panose="02010609060101010101" pitchFamily="49" charset="-122"/>
              </a:rPr>
              <a:t>IP </a:t>
            </a:r>
            <a:r>
              <a:rPr lang="zh-CN" altLang="en-US" dirty="0" smtClean="0">
                <a:solidFill>
                  <a:srgbClr val="0000FF"/>
                </a:solidFill>
                <a:ea typeface="黑体" panose="02010609060101010101" pitchFamily="49" charset="-122"/>
              </a:rPr>
              <a:t>地址从三级编址（使用子网掩码）又回到了两级编址。  </a:t>
            </a:r>
          </a:p>
        </p:txBody>
      </p:sp>
      <p:sp>
        <p:nvSpPr>
          <p:cNvPr id="92569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4D5BE51-A4C4-4B8E-8AD2-300239FC1DB7}" type="slidenum">
              <a:rPr lang="zh-CN" altLang="en-US" smtClean="0"/>
              <a:pPr eaLnBrk="1" hangingPunct="1"/>
              <a:t>31</a:t>
            </a:fld>
            <a:endParaRPr lang="en-US" altLang="zh-CN" smtClean="0"/>
          </a:p>
        </p:txBody>
      </p:sp>
      <p:sp>
        <p:nvSpPr>
          <p:cNvPr id="92570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22242">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2224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7745" name="Rectangle 4"/>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无分类的两级编址 </a:t>
            </a:r>
          </a:p>
        </p:txBody>
      </p:sp>
      <p:sp>
        <p:nvSpPr>
          <p:cNvPr id="523267" name="Rectangle 3"/>
          <p:cNvSpPr>
            <a:spLocks noGrp="1" noChangeArrowheads="1"/>
          </p:cNvSpPr>
          <p:nvPr>
            <p:ph idx="1"/>
          </p:nvPr>
        </p:nvSpPr>
        <p:spPr>
          <a:xfrm>
            <a:off x="495300" y="1196975"/>
            <a:ext cx="9066213" cy="4933950"/>
          </a:xfrm>
        </p:spPr>
        <p:txBody>
          <a:bodyPr/>
          <a:lstStyle/>
          <a:p>
            <a:pPr algn="just"/>
            <a:r>
              <a:rPr lang="zh-CN" altLang="en-US" sz="2800" dirty="0" smtClean="0">
                <a:ea typeface="黑体" panose="02010609060101010101" pitchFamily="49" charset="-122"/>
              </a:rPr>
              <a:t>无分类的两级编址的记法是： </a:t>
            </a:r>
          </a:p>
          <a:p>
            <a:pPr algn="just"/>
            <a:endParaRPr lang="en-US" altLang="zh-CN" sz="2800" dirty="0" smtClean="0">
              <a:ea typeface="黑体" panose="02010609060101010101" pitchFamily="49" charset="-122"/>
            </a:endParaRPr>
          </a:p>
          <a:p>
            <a:pPr algn="just"/>
            <a:endParaRPr lang="en-US" altLang="zh-CN" sz="2800" dirty="0" smtClean="0">
              <a:ea typeface="黑体" panose="02010609060101010101" pitchFamily="49" charset="-122"/>
            </a:endParaRPr>
          </a:p>
          <a:p>
            <a:pPr algn="just"/>
            <a:endParaRPr lang="en-US" altLang="zh-CN" sz="2800" dirty="0" smtClean="0">
              <a:ea typeface="黑体" panose="02010609060101010101" pitchFamily="49" charset="-122"/>
            </a:endParaRPr>
          </a:p>
          <a:p>
            <a:pPr algn="just"/>
            <a:endParaRPr lang="en-US" altLang="zh-CN" sz="2800" dirty="0" smtClean="0">
              <a:ea typeface="黑体" panose="02010609060101010101" pitchFamily="49" charset="-122"/>
            </a:endParaRPr>
          </a:p>
          <a:p>
            <a:pPr algn="just"/>
            <a:r>
              <a:rPr lang="en-US" altLang="zh-CN" sz="2800" dirty="0" smtClean="0">
                <a:ea typeface="黑体" panose="02010609060101010101" pitchFamily="49" charset="-122"/>
              </a:rPr>
              <a:t>CIDR </a:t>
            </a:r>
            <a:r>
              <a:rPr lang="zh-CN" altLang="en-US" sz="2800" dirty="0" smtClean="0">
                <a:ea typeface="黑体" panose="02010609060101010101" pitchFamily="49" charset="-122"/>
              </a:rPr>
              <a:t>使用“</a:t>
            </a:r>
            <a:r>
              <a:rPr lang="zh-CN" altLang="en-US" sz="2800" dirty="0" smtClean="0">
                <a:solidFill>
                  <a:srgbClr val="FF0000"/>
                </a:solidFill>
                <a:ea typeface="黑体" panose="02010609060101010101" pitchFamily="49" charset="-122"/>
              </a:rPr>
              <a:t>斜线记法</a:t>
            </a:r>
            <a:r>
              <a:rPr lang="zh-CN" altLang="en-US" sz="2800" dirty="0" smtClean="0">
                <a:ea typeface="黑体" panose="02010609060101010101" pitchFamily="49" charset="-122"/>
              </a:rPr>
              <a:t>”</a:t>
            </a:r>
            <a:r>
              <a:rPr lang="en-US" altLang="zh-CN" sz="2800" dirty="0" smtClean="0">
                <a:ea typeface="黑体" panose="02010609060101010101" pitchFamily="49" charset="-122"/>
              </a:rPr>
              <a:t>(slash notation)</a:t>
            </a:r>
            <a:r>
              <a:rPr lang="zh-CN" altLang="en-US" sz="2800" dirty="0" smtClean="0">
                <a:ea typeface="黑体" panose="02010609060101010101" pitchFamily="49" charset="-122"/>
              </a:rPr>
              <a:t>，它又称为 </a:t>
            </a:r>
            <a:r>
              <a:rPr lang="en-US" altLang="zh-CN" sz="2800" dirty="0" smtClean="0">
                <a:solidFill>
                  <a:srgbClr val="FF0000"/>
                </a:solidFill>
                <a:ea typeface="黑体" panose="02010609060101010101" pitchFamily="49" charset="-122"/>
              </a:rPr>
              <a:t>CIDR </a:t>
            </a:r>
            <a:r>
              <a:rPr lang="zh-CN" altLang="en-US" sz="2800" dirty="0" smtClean="0">
                <a:solidFill>
                  <a:srgbClr val="FF0000"/>
                </a:solidFill>
                <a:ea typeface="黑体" panose="02010609060101010101" pitchFamily="49" charset="-122"/>
              </a:rPr>
              <a:t>记法</a:t>
            </a:r>
            <a:r>
              <a:rPr lang="zh-CN" altLang="en-US" sz="2800" dirty="0" smtClean="0">
                <a:ea typeface="黑体" panose="02010609060101010101" pitchFamily="49" charset="-122"/>
              </a:rPr>
              <a:t>，即在 </a:t>
            </a:r>
            <a:r>
              <a:rPr lang="en-US" altLang="zh-CN" sz="2800" dirty="0" smtClean="0">
                <a:ea typeface="黑体" panose="02010609060101010101" pitchFamily="49" charset="-122"/>
              </a:rPr>
              <a:t>IP </a:t>
            </a:r>
            <a:r>
              <a:rPr lang="zh-CN" altLang="en-US" sz="2800" dirty="0" smtClean="0">
                <a:ea typeface="黑体" panose="02010609060101010101" pitchFamily="49" charset="-122"/>
              </a:rPr>
              <a:t>地址后面加上一个斜线“</a:t>
            </a:r>
            <a:r>
              <a:rPr lang="en-US" altLang="zh-CN" sz="2800" dirty="0" smtClean="0">
                <a:ea typeface="黑体" panose="02010609060101010101" pitchFamily="49" charset="-122"/>
              </a:rPr>
              <a:t>/”</a:t>
            </a:r>
            <a:r>
              <a:rPr lang="zh-CN" altLang="en-US" sz="2800" dirty="0" smtClean="0">
                <a:ea typeface="黑体" panose="02010609060101010101" pitchFamily="49" charset="-122"/>
              </a:rPr>
              <a:t>，然后写上网络前缀所占的位数（这个数值对应于三级编址中子网掩码中 </a:t>
            </a:r>
            <a:r>
              <a:rPr lang="en-US" altLang="zh-CN" sz="2800" dirty="0" smtClean="0">
                <a:ea typeface="黑体" panose="02010609060101010101" pitchFamily="49" charset="-122"/>
              </a:rPr>
              <a:t>1 </a:t>
            </a:r>
            <a:r>
              <a:rPr lang="zh-CN" altLang="en-US" sz="2800" dirty="0" smtClean="0">
                <a:ea typeface="黑体" panose="02010609060101010101" pitchFamily="49" charset="-122"/>
              </a:rPr>
              <a:t>的个数）。例如： </a:t>
            </a:r>
            <a:r>
              <a:rPr lang="en-US" altLang="zh-CN" sz="2800" dirty="0" smtClean="0">
                <a:solidFill>
                  <a:srgbClr val="0000FF"/>
                </a:solidFill>
                <a:ea typeface="黑体" panose="02010609060101010101" pitchFamily="49" charset="-122"/>
              </a:rPr>
              <a:t>220.78.168.0</a:t>
            </a:r>
            <a:r>
              <a:rPr lang="en-US" altLang="zh-CN" sz="2800" dirty="0" smtClean="0">
                <a:solidFill>
                  <a:srgbClr val="FF0000"/>
                </a:solidFill>
                <a:ea typeface="黑体" panose="02010609060101010101" pitchFamily="49" charset="-122"/>
              </a:rPr>
              <a:t>/24</a:t>
            </a:r>
            <a:endParaRPr lang="zh-CN" altLang="en-US" sz="2800" dirty="0" smtClean="0">
              <a:solidFill>
                <a:srgbClr val="FF0000"/>
              </a:solidFill>
              <a:ea typeface="黑体" panose="02010609060101010101" pitchFamily="49" charset="-122"/>
            </a:endParaRPr>
          </a:p>
        </p:txBody>
      </p:sp>
      <p:sp>
        <p:nvSpPr>
          <p:cNvPr id="927747" name="Rectangle 2"/>
          <p:cNvSpPr>
            <a:spLocks noChangeArrowheads="1"/>
          </p:cNvSpPr>
          <p:nvPr/>
        </p:nvSpPr>
        <p:spPr bwMode="auto">
          <a:xfrm>
            <a:off x="920750" y="2924175"/>
            <a:ext cx="8280400" cy="661988"/>
          </a:xfrm>
          <a:prstGeom prst="rect">
            <a:avLst/>
          </a:prstGeom>
          <a:solidFill>
            <a:srgbClr val="66FF33"/>
          </a:solidFill>
          <a:ln w="9525">
            <a:solidFill>
              <a:srgbClr val="333399"/>
            </a:solidFill>
            <a:miter lim="800000"/>
            <a:headEnd/>
            <a:tailEnd/>
          </a:ln>
          <a:effectLst>
            <a:outerShdw dist="35921" dir="2700000" algn="ctr" rotWithShape="0">
              <a:schemeClr val="bg2"/>
            </a:outerShdw>
          </a:effectLst>
        </p:spPr>
        <p:txBody>
          <a:bodyPr wrap="none" anchor="ctr"/>
          <a:lstStyle/>
          <a:p>
            <a:pPr algn="ctr" eaLnBrk="0" hangingPunct="0">
              <a:spcBef>
                <a:spcPct val="50000"/>
              </a:spcBef>
              <a:spcAft>
                <a:spcPct val="40000"/>
              </a:spcAft>
            </a:pPr>
            <a:r>
              <a:rPr lang="en-US" altLang="zh-CN" sz="2800" b="1">
                <a:solidFill>
                  <a:srgbClr val="0000CC"/>
                </a:solidFill>
                <a:ea typeface="黑体" panose="02010609060101010101" pitchFamily="49" charset="-122"/>
              </a:rPr>
              <a:t>IP</a:t>
            </a:r>
            <a:r>
              <a:rPr lang="zh-CN" altLang="en-US" sz="2800" b="1">
                <a:solidFill>
                  <a:srgbClr val="0000CC"/>
                </a:solidFill>
                <a:ea typeface="黑体" panose="02010609060101010101" pitchFamily="49" charset="-122"/>
              </a:rPr>
              <a:t>地址 </a:t>
            </a:r>
            <a:r>
              <a:rPr lang="en-US" altLang="zh-CN" sz="2800" b="1">
                <a:solidFill>
                  <a:srgbClr val="0000CC"/>
                </a:solidFill>
                <a:ea typeface="黑体" panose="02010609060101010101" pitchFamily="49" charset="-122"/>
              </a:rPr>
              <a:t>::= {&lt;</a:t>
            </a:r>
            <a:r>
              <a:rPr lang="zh-CN" altLang="en-US" sz="2800" b="1">
                <a:solidFill>
                  <a:srgbClr val="0000CC"/>
                </a:solidFill>
                <a:ea typeface="黑体" panose="02010609060101010101" pitchFamily="49" charset="-122"/>
              </a:rPr>
              <a:t>网络前缀</a:t>
            </a:r>
            <a:r>
              <a:rPr lang="en-US" altLang="zh-CN" sz="2800" b="1">
                <a:solidFill>
                  <a:srgbClr val="0000CC"/>
                </a:solidFill>
                <a:ea typeface="黑体" panose="02010609060101010101" pitchFamily="49" charset="-122"/>
              </a:rPr>
              <a:t>&gt;, &lt;</a:t>
            </a:r>
            <a:r>
              <a:rPr lang="zh-CN" altLang="en-US" sz="2800" b="1">
                <a:solidFill>
                  <a:srgbClr val="0000CC"/>
                </a:solidFill>
                <a:ea typeface="黑体" panose="02010609060101010101" pitchFamily="49" charset="-122"/>
              </a:rPr>
              <a:t>主机号</a:t>
            </a:r>
            <a:r>
              <a:rPr lang="en-US" altLang="zh-CN" sz="2800" b="1">
                <a:solidFill>
                  <a:srgbClr val="0000CC"/>
                </a:solidFill>
                <a:ea typeface="黑体" panose="02010609060101010101" pitchFamily="49" charset="-122"/>
              </a:rPr>
              <a:t>&gt;}             (4-3) </a:t>
            </a:r>
          </a:p>
        </p:txBody>
      </p:sp>
      <p:grpSp>
        <p:nvGrpSpPr>
          <p:cNvPr id="927748" name="组合 6"/>
          <p:cNvGrpSpPr>
            <a:grpSpLocks/>
          </p:cNvGrpSpPr>
          <p:nvPr/>
        </p:nvGrpSpPr>
        <p:grpSpPr bwMode="auto">
          <a:xfrm>
            <a:off x="2406650" y="1790700"/>
            <a:ext cx="4562475" cy="1062038"/>
            <a:chOff x="1839416" y="4105856"/>
            <a:chExt cx="4562475" cy="1147752"/>
          </a:xfrm>
        </p:grpSpPr>
        <p:grpSp>
          <p:nvGrpSpPr>
            <p:cNvPr id="927749" name="Group 21"/>
            <p:cNvGrpSpPr>
              <a:grpSpLocks/>
            </p:cNvGrpSpPr>
            <p:nvPr/>
          </p:nvGrpSpPr>
          <p:grpSpPr bwMode="auto">
            <a:xfrm>
              <a:off x="1867991" y="4767838"/>
              <a:ext cx="4533900" cy="461963"/>
              <a:chOff x="755" y="2967"/>
              <a:chExt cx="2856" cy="291"/>
            </a:xfrm>
          </p:grpSpPr>
          <p:sp>
            <p:nvSpPr>
              <p:cNvPr id="18" name="Line 9"/>
              <p:cNvSpPr>
                <a:spLocks noChangeShapeType="1"/>
              </p:cNvSpPr>
              <p:nvPr/>
            </p:nvSpPr>
            <p:spPr bwMode="auto">
              <a:xfrm>
                <a:off x="755" y="3122"/>
                <a:ext cx="2856"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kern="0">
                  <a:solidFill>
                    <a:sysClr val="windowText" lastClr="000000"/>
                  </a:solidFill>
                  <a:latin typeface="+mn-lt"/>
                  <a:ea typeface="黑体" panose="02010609060101010101" pitchFamily="2" charset="-122"/>
                </a:endParaRPr>
              </a:p>
            </p:txBody>
          </p:sp>
          <p:sp>
            <p:nvSpPr>
              <p:cNvPr id="19" name="Text Box 10"/>
              <p:cNvSpPr txBox="1">
                <a:spLocks noChangeArrowheads="1"/>
              </p:cNvSpPr>
              <p:nvPr/>
            </p:nvSpPr>
            <p:spPr bwMode="auto">
              <a:xfrm>
                <a:off x="1950" y="2967"/>
                <a:ext cx="527" cy="29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auto" hangingPunct="0">
                  <a:spcBef>
                    <a:spcPts val="0"/>
                  </a:spcBef>
                  <a:spcAft>
                    <a:spcPts val="0"/>
                  </a:spcAft>
                  <a:defRPr/>
                </a:pPr>
                <a:r>
                  <a:rPr lang="en-US" altLang="zh-CN" sz="2400" b="1" kern="0" dirty="0">
                    <a:solidFill>
                      <a:sysClr val="windowText" lastClr="000000"/>
                    </a:solidFill>
                    <a:latin typeface="+mn-lt"/>
                    <a:ea typeface="黑体" panose="02010609060101010101" pitchFamily="2" charset="-122"/>
                  </a:rPr>
                  <a:t>32</a:t>
                </a:r>
                <a:r>
                  <a:rPr lang="zh-CN" altLang="en-US" sz="2400" b="1" kern="0" dirty="0">
                    <a:solidFill>
                      <a:sysClr val="windowText" lastClr="000000"/>
                    </a:solidFill>
                    <a:latin typeface="+mn-lt"/>
                    <a:ea typeface="黑体" panose="02010609060101010101" pitchFamily="2" charset="-122"/>
                  </a:rPr>
                  <a:t>位</a:t>
                </a:r>
              </a:p>
            </p:txBody>
          </p:sp>
        </p:grpSp>
        <p:grpSp>
          <p:nvGrpSpPr>
            <p:cNvPr id="927752" name="Group 20"/>
            <p:cNvGrpSpPr>
              <a:grpSpLocks/>
            </p:cNvGrpSpPr>
            <p:nvPr/>
          </p:nvGrpSpPr>
          <p:grpSpPr bwMode="auto">
            <a:xfrm>
              <a:off x="1842591" y="4644008"/>
              <a:ext cx="4559300" cy="609600"/>
              <a:chOff x="739" y="2832"/>
              <a:chExt cx="2872" cy="430"/>
            </a:xfrm>
          </p:grpSpPr>
          <p:sp>
            <p:nvSpPr>
              <p:cNvPr id="16" name="Line 8"/>
              <p:cNvSpPr>
                <a:spLocks noChangeShapeType="1"/>
              </p:cNvSpPr>
              <p:nvPr/>
            </p:nvSpPr>
            <p:spPr bwMode="auto">
              <a:xfrm>
                <a:off x="739" y="2832"/>
                <a:ext cx="0" cy="43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kern="0">
                  <a:solidFill>
                    <a:sysClr val="windowText" lastClr="000000"/>
                  </a:solidFill>
                  <a:latin typeface="+mn-lt"/>
                  <a:ea typeface="黑体" panose="02010609060101010101" pitchFamily="2" charset="-122"/>
                </a:endParaRPr>
              </a:p>
            </p:txBody>
          </p:sp>
          <p:sp>
            <p:nvSpPr>
              <p:cNvPr id="17" name="Line 17"/>
              <p:cNvSpPr>
                <a:spLocks noChangeShapeType="1"/>
              </p:cNvSpPr>
              <p:nvPr/>
            </p:nvSpPr>
            <p:spPr bwMode="auto">
              <a:xfrm>
                <a:off x="3611" y="2832"/>
                <a:ext cx="0" cy="43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kern="0">
                  <a:solidFill>
                    <a:sysClr val="windowText" lastClr="000000"/>
                  </a:solidFill>
                  <a:latin typeface="+mn-lt"/>
                  <a:ea typeface="黑体" panose="02010609060101010101" pitchFamily="2" charset="-122"/>
                </a:endParaRPr>
              </a:p>
            </p:txBody>
          </p:sp>
        </p:grpSp>
        <p:grpSp>
          <p:nvGrpSpPr>
            <p:cNvPr id="927755" name="Group 18"/>
            <p:cNvGrpSpPr>
              <a:grpSpLocks/>
            </p:cNvGrpSpPr>
            <p:nvPr/>
          </p:nvGrpSpPr>
          <p:grpSpPr bwMode="auto">
            <a:xfrm>
              <a:off x="1839416" y="4105856"/>
              <a:ext cx="4562105" cy="612776"/>
              <a:chOff x="737" y="2493"/>
              <a:chExt cx="3240" cy="386"/>
            </a:xfrm>
          </p:grpSpPr>
          <p:sp>
            <p:nvSpPr>
              <p:cNvPr id="12" name="Rectangle 6"/>
              <p:cNvSpPr>
                <a:spLocks noChangeArrowheads="1"/>
              </p:cNvSpPr>
              <p:nvPr/>
            </p:nvSpPr>
            <p:spPr bwMode="auto">
              <a:xfrm>
                <a:off x="737" y="2493"/>
                <a:ext cx="1651" cy="386"/>
              </a:xfrm>
              <a:prstGeom prst="rect">
                <a:avLst/>
              </a:prstGeom>
              <a:solidFill>
                <a:srgbClr val="FFFF66"/>
              </a:solidFill>
              <a:ln w="19050" algn="ctr">
                <a:solidFill>
                  <a:schemeClr val="tx1"/>
                </a:solidFill>
                <a:miter lim="800000"/>
              </a:ln>
              <a:effectLst>
                <a:outerShdw dist="107763" dir="2700000" algn="ctr" rotWithShape="0">
                  <a:srgbClr val="1C1C1C">
                    <a:alpha val="50000"/>
                  </a:srgbClr>
                </a:outerShdw>
              </a:effectLst>
            </p:spPr>
            <p:txBody>
              <a:bodyPr wrap="none" anchor="ctr"/>
              <a:lstStyle/>
              <a:p>
                <a:pPr algn="ctr" eaLnBrk="0" fontAlgn="auto" hangingPunct="0">
                  <a:spcBef>
                    <a:spcPts val="0"/>
                  </a:spcBef>
                  <a:spcAft>
                    <a:spcPts val="0"/>
                  </a:spcAft>
                  <a:defRPr/>
                </a:pPr>
                <a:r>
                  <a:rPr lang="zh-CN" altLang="en-US" sz="2400" b="1" kern="0" dirty="0">
                    <a:solidFill>
                      <a:sysClr val="windowText" lastClr="000000"/>
                    </a:solidFill>
                    <a:latin typeface="+mn-lt"/>
                    <a:ea typeface="黑体" panose="02010609060101010101" pitchFamily="2" charset="-122"/>
                  </a:rPr>
                  <a:t>网络前缀</a:t>
                </a:r>
                <a:endParaRPr lang="en-US" altLang="zh-CN" sz="2400" b="1" kern="0" dirty="0">
                  <a:solidFill>
                    <a:sysClr val="windowText" lastClr="000000"/>
                  </a:solidFill>
                  <a:latin typeface="+mn-lt"/>
                  <a:ea typeface="黑体" panose="02010609060101010101" pitchFamily="2" charset="-122"/>
                </a:endParaRPr>
              </a:p>
            </p:txBody>
          </p:sp>
          <p:sp>
            <p:nvSpPr>
              <p:cNvPr id="13" name="Rectangle 7"/>
              <p:cNvSpPr>
                <a:spLocks noChangeArrowheads="1"/>
              </p:cNvSpPr>
              <p:nvPr/>
            </p:nvSpPr>
            <p:spPr bwMode="auto">
              <a:xfrm>
                <a:off x="2388" y="2494"/>
                <a:ext cx="1590" cy="385"/>
              </a:xfrm>
              <a:prstGeom prst="rect">
                <a:avLst/>
              </a:prstGeom>
              <a:solidFill>
                <a:srgbClr val="66FFFF"/>
              </a:solidFill>
              <a:ln w="19050" algn="ctr">
                <a:solidFill>
                  <a:schemeClr val="tx1"/>
                </a:solidFill>
                <a:miter lim="800000"/>
              </a:ln>
              <a:effectLst>
                <a:outerShdw dist="107763" dir="2700000" algn="ctr" rotWithShape="0">
                  <a:srgbClr val="1C1C1C">
                    <a:alpha val="50000"/>
                  </a:srgbClr>
                </a:outerShdw>
              </a:effectLst>
            </p:spPr>
            <p:txBody>
              <a:bodyPr wrap="none" anchor="ctr"/>
              <a:lstStyle/>
              <a:p>
                <a:pPr algn="ctr" eaLnBrk="0" fontAlgn="auto" hangingPunct="0">
                  <a:spcBef>
                    <a:spcPts val="0"/>
                  </a:spcBef>
                  <a:spcAft>
                    <a:spcPts val="0"/>
                  </a:spcAft>
                  <a:defRPr/>
                </a:pPr>
                <a:endParaRPr lang="zh-CN" altLang="zh-CN" sz="2800" b="1" kern="0">
                  <a:solidFill>
                    <a:sysClr val="windowText" lastClr="000000"/>
                  </a:solidFill>
                  <a:latin typeface="+mn-lt"/>
                  <a:ea typeface="黑体" panose="02010609060101010101" pitchFamily="2" charset="-122"/>
                </a:endParaRPr>
              </a:p>
            </p:txBody>
          </p:sp>
          <p:sp>
            <p:nvSpPr>
              <p:cNvPr id="14" name="Rectangle 11"/>
              <p:cNvSpPr>
                <a:spLocks noChangeArrowheads="1"/>
              </p:cNvSpPr>
              <p:nvPr/>
            </p:nvSpPr>
            <p:spPr bwMode="auto">
              <a:xfrm>
                <a:off x="2754" y="2547"/>
                <a:ext cx="967" cy="291"/>
              </a:xfrm>
              <a:prstGeom prst="rect">
                <a:avLst/>
              </a:prstGeom>
              <a:noFill/>
              <a:ln w="9525" algn="ctr">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fontAlgn="auto" hangingPunct="0">
                  <a:spcBef>
                    <a:spcPts val="0"/>
                  </a:spcBef>
                  <a:spcAft>
                    <a:spcPts val="0"/>
                  </a:spcAft>
                  <a:defRPr/>
                </a:pPr>
                <a:r>
                  <a:rPr lang="zh-CN" altLang="en-US" sz="2400" b="1" kern="0" dirty="0">
                    <a:solidFill>
                      <a:sysClr val="windowText" lastClr="000000"/>
                    </a:solidFill>
                    <a:latin typeface="+mn-lt"/>
                    <a:ea typeface="黑体" panose="02010609060101010101" pitchFamily="2" charset="-122"/>
                  </a:rPr>
                  <a:t>主机号</a:t>
                </a:r>
                <a:endParaRPr lang="en-US" altLang="zh-CN" sz="2400" b="1" kern="0" dirty="0">
                  <a:solidFill>
                    <a:sysClr val="windowText" lastClr="000000"/>
                  </a:solidFill>
                  <a:latin typeface="+mn-lt"/>
                  <a:ea typeface="黑体" panose="02010609060101010101" pitchFamily="2" charset="-122"/>
                </a:endParaRPr>
              </a:p>
            </p:txBody>
          </p:sp>
        </p:grpSp>
      </p:grpSp>
      <p:sp>
        <p:nvSpPr>
          <p:cNvPr id="92775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A59B902-04E0-481B-9D12-ACE46660B846}" type="slidenum">
              <a:rPr lang="zh-CN" altLang="en-US" smtClean="0"/>
              <a:pPr eaLnBrk="1" hangingPunct="1"/>
              <a:t>32</a:t>
            </a:fld>
            <a:endParaRPr lang="en-US" altLang="zh-CN" smtClean="0"/>
          </a:p>
        </p:txBody>
      </p:sp>
      <p:sp>
        <p:nvSpPr>
          <p:cNvPr id="92776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232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9793" name="Rectangle 2"/>
          <p:cNvSpPr>
            <a:spLocks noGrp="1" noChangeArrowheads="1"/>
          </p:cNvSpPr>
          <p:nvPr>
            <p:ph type="title"/>
          </p:nvPr>
        </p:nvSpPr>
        <p:spPr>
          <a:xfrm>
            <a:off x="495300" y="188913"/>
            <a:ext cx="9066213" cy="792162"/>
          </a:xfrm>
        </p:spPr>
        <p:txBody>
          <a:bodyPr/>
          <a:lstStyle/>
          <a:p>
            <a:pPr algn="ctr"/>
            <a:r>
              <a:rPr lang="en-US" altLang="zh-CN" dirty="0" smtClean="0">
                <a:ea typeface="黑体" panose="02010609060101010101" pitchFamily="49" charset="-122"/>
              </a:rPr>
              <a:t>CIDR-</a:t>
            </a:r>
            <a:r>
              <a:rPr lang="zh-CN" altLang="en-US" dirty="0" smtClean="0">
                <a:ea typeface="黑体" panose="02010609060101010101" pitchFamily="49" charset="-122"/>
              </a:rPr>
              <a:t>地址块 </a:t>
            </a:r>
          </a:p>
        </p:txBody>
      </p:sp>
      <p:sp>
        <p:nvSpPr>
          <p:cNvPr id="524291" name="Rectangle 3"/>
          <p:cNvSpPr>
            <a:spLocks noGrp="1" noChangeArrowheads="1"/>
          </p:cNvSpPr>
          <p:nvPr>
            <p:ph idx="1"/>
          </p:nvPr>
        </p:nvSpPr>
        <p:spPr>
          <a:xfrm>
            <a:off x="495300" y="1196975"/>
            <a:ext cx="9066213" cy="4933950"/>
          </a:xfrm>
        </p:spPr>
        <p:txBody>
          <a:bodyPr/>
          <a:lstStyle/>
          <a:p>
            <a:pPr algn="just">
              <a:lnSpc>
                <a:spcPct val="100000"/>
              </a:lnSpc>
            </a:pPr>
            <a:r>
              <a:rPr lang="en-US" altLang="zh-CN" sz="2800" smtClean="0">
                <a:ea typeface="黑体" panose="02010609060101010101" pitchFamily="49" charset="-122"/>
              </a:rPr>
              <a:t>CIDR </a:t>
            </a:r>
            <a:r>
              <a:rPr lang="zh-CN" altLang="en-US" sz="2800" smtClean="0">
                <a:ea typeface="黑体" panose="02010609060101010101" pitchFamily="49" charset="-122"/>
              </a:rPr>
              <a:t>把网络前缀都相同的连续的 </a:t>
            </a:r>
            <a:r>
              <a:rPr lang="en-US" altLang="zh-CN" sz="2800" smtClean="0">
                <a:ea typeface="黑体" panose="02010609060101010101" pitchFamily="49" charset="-122"/>
              </a:rPr>
              <a:t>IP </a:t>
            </a:r>
            <a:r>
              <a:rPr lang="zh-CN" altLang="en-US" sz="2800" smtClean="0">
                <a:ea typeface="黑体" panose="02010609060101010101" pitchFamily="49" charset="-122"/>
              </a:rPr>
              <a:t>地址组成“</a:t>
            </a:r>
            <a:r>
              <a:rPr lang="en-US" altLang="zh-CN" sz="2800" smtClean="0">
                <a:solidFill>
                  <a:srgbClr val="FF0000"/>
                </a:solidFill>
                <a:ea typeface="黑体" panose="02010609060101010101" pitchFamily="49" charset="-122"/>
              </a:rPr>
              <a:t>CIDR </a:t>
            </a:r>
            <a:r>
              <a:rPr lang="zh-CN" altLang="en-US" sz="2800" smtClean="0">
                <a:solidFill>
                  <a:srgbClr val="FF0000"/>
                </a:solidFill>
                <a:ea typeface="黑体" panose="02010609060101010101" pitchFamily="49" charset="-122"/>
              </a:rPr>
              <a:t>地址块</a:t>
            </a:r>
            <a:r>
              <a:rPr lang="zh-CN" altLang="en-US" sz="2800" smtClean="0">
                <a:ea typeface="黑体" panose="02010609060101010101" pitchFamily="49" charset="-122"/>
              </a:rPr>
              <a:t>”。</a:t>
            </a:r>
            <a:endParaRPr lang="en-US" altLang="zh-CN" sz="2800" smtClean="0">
              <a:ea typeface="黑体" panose="02010609060101010101" pitchFamily="49" charset="-122"/>
            </a:endParaRPr>
          </a:p>
          <a:p>
            <a:pPr algn="just">
              <a:lnSpc>
                <a:spcPct val="100000"/>
              </a:lnSpc>
            </a:pPr>
            <a:r>
              <a:rPr lang="en-US" altLang="zh-CN" sz="2800" smtClean="0">
                <a:ea typeface="黑体" panose="02010609060101010101" pitchFamily="49" charset="-122"/>
              </a:rPr>
              <a:t>128.14.32.0/20 </a:t>
            </a:r>
            <a:r>
              <a:rPr lang="zh-CN" altLang="en-US" sz="2800" smtClean="0">
                <a:ea typeface="黑体" panose="02010609060101010101" pitchFamily="49" charset="-122"/>
              </a:rPr>
              <a:t>表示的地址块</a:t>
            </a:r>
            <a:r>
              <a:rPr lang="zh-CN" altLang="en-US" sz="2800" smtClean="0">
                <a:solidFill>
                  <a:srgbClr val="0000FF"/>
                </a:solidFill>
                <a:ea typeface="黑体" panose="02010609060101010101" pitchFamily="49" charset="-122"/>
              </a:rPr>
              <a:t>共有 </a:t>
            </a:r>
            <a:r>
              <a:rPr lang="en-US" altLang="zh-CN" sz="2800" smtClean="0">
                <a:solidFill>
                  <a:srgbClr val="0000FF"/>
                </a:solidFill>
                <a:ea typeface="黑体" panose="02010609060101010101" pitchFamily="49" charset="-122"/>
              </a:rPr>
              <a:t>2</a:t>
            </a:r>
            <a:r>
              <a:rPr lang="en-US" altLang="zh-CN" sz="2800" baseline="30000" smtClean="0">
                <a:solidFill>
                  <a:srgbClr val="0000FF"/>
                </a:solidFill>
                <a:ea typeface="黑体" panose="02010609060101010101" pitchFamily="49" charset="-122"/>
              </a:rPr>
              <a:t>12 </a:t>
            </a:r>
            <a:r>
              <a:rPr lang="zh-CN" altLang="en-US" sz="2800" smtClean="0">
                <a:solidFill>
                  <a:srgbClr val="0000FF"/>
                </a:solidFill>
                <a:ea typeface="黑体" panose="02010609060101010101" pitchFamily="49" charset="-122"/>
              </a:rPr>
              <a:t>个地址</a:t>
            </a:r>
            <a:r>
              <a:rPr lang="zh-CN" altLang="en-US" sz="2800" smtClean="0">
                <a:ea typeface="黑体" panose="02010609060101010101" pitchFamily="49" charset="-122"/>
              </a:rPr>
              <a:t>（因为</a:t>
            </a:r>
            <a:r>
              <a:rPr lang="zh-CN" altLang="en-US" sz="2800" smtClean="0">
                <a:solidFill>
                  <a:srgbClr val="FF0000"/>
                </a:solidFill>
                <a:ea typeface="黑体" panose="02010609060101010101" pitchFamily="49" charset="-122"/>
              </a:rPr>
              <a:t>斜线后面的 </a:t>
            </a:r>
            <a:r>
              <a:rPr lang="en-US" altLang="zh-CN" sz="2800" smtClean="0">
                <a:solidFill>
                  <a:srgbClr val="FF0000"/>
                </a:solidFill>
                <a:ea typeface="黑体" panose="02010609060101010101" pitchFamily="49" charset="-122"/>
              </a:rPr>
              <a:t>20 </a:t>
            </a:r>
            <a:r>
              <a:rPr lang="zh-CN" altLang="en-US" sz="2800" smtClean="0">
                <a:solidFill>
                  <a:srgbClr val="FF0000"/>
                </a:solidFill>
                <a:ea typeface="黑体" panose="02010609060101010101" pitchFamily="49" charset="-122"/>
              </a:rPr>
              <a:t>是网络前缀的位数</a:t>
            </a:r>
            <a:r>
              <a:rPr lang="zh-CN" altLang="en-US" sz="2800" smtClean="0">
                <a:ea typeface="黑体" panose="02010609060101010101" pitchFamily="49" charset="-122"/>
              </a:rPr>
              <a:t>，所以这个地址的主机号是 </a:t>
            </a:r>
            <a:r>
              <a:rPr lang="en-US" altLang="zh-CN" sz="2800" smtClean="0">
                <a:ea typeface="黑体" panose="02010609060101010101" pitchFamily="49" charset="-122"/>
              </a:rPr>
              <a:t>12 </a:t>
            </a:r>
            <a:r>
              <a:rPr lang="zh-CN" altLang="en-US" sz="2800" smtClean="0">
                <a:ea typeface="黑体" panose="02010609060101010101" pitchFamily="49" charset="-122"/>
              </a:rPr>
              <a:t>位）。</a:t>
            </a:r>
          </a:p>
          <a:p>
            <a:pPr lvl="1" algn="just">
              <a:lnSpc>
                <a:spcPct val="100000"/>
              </a:lnSpc>
            </a:pPr>
            <a:r>
              <a:rPr lang="zh-CN" altLang="en-US" sz="2400" smtClean="0">
                <a:ea typeface="黑体" panose="02010609060101010101" pitchFamily="49" charset="-122"/>
              </a:rPr>
              <a:t>这个地址块的起始地址是 </a:t>
            </a:r>
            <a:r>
              <a:rPr lang="en-US" altLang="zh-CN" sz="2400" smtClean="0">
                <a:ea typeface="黑体" panose="02010609060101010101" pitchFamily="49" charset="-122"/>
              </a:rPr>
              <a:t>128.14.32.0</a:t>
            </a:r>
            <a:r>
              <a:rPr lang="zh-CN" altLang="en-US" sz="2400" smtClean="0">
                <a:ea typeface="黑体" panose="02010609060101010101" pitchFamily="49" charset="-122"/>
              </a:rPr>
              <a:t>。</a:t>
            </a:r>
          </a:p>
          <a:p>
            <a:pPr lvl="1" algn="just">
              <a:lnSpc>
                <a:spcPct val="100000"/>
              </a:lnSpc>
            </a:pPr>
            <a:r>
              <a:rPr lang="zh-CN" altLang="en-US" sz="2400" smtClean="0">
                <a:ea typeface="黑体" panose="02010609060101010101" pitchFamily="49" charset="-122"/>
              </a:rPr>
              <a:t>在不需要指出地址块的起始地址时，也可将这样的地址块简称为“</a:t>
            </a:r>
            <a:r>
              <a:rPr lang="en-US" altLang="zh-CN" sz="2400" smtClean="0">
                <a:solidFill>
                  <a:srgbClr val="FF0000"/>
                </a:solidFill>
                <a:ea typeface="黑体" panose="02010609060101010101" pitchFamily="49" charset="-122"/>
              </a:rPr>
              <a:t>/20 </a:t>
            </a:r>
            <a:r>
              <a:rPr lang="zh-CN" altLang="en-US" sz="2400" smtClean="0">
                <a:solidFill>
                  <a:srgbClr val="FF0000"/>
                </a:solidFill>
                <a:ea typeface="黑体" panose="02010609060101010101" pitchFamily="49" charset="-122"/>
              </a:rPr>
              <a:t>地址块</a:t>
            </a:r>
            <a:r>
              <a:rPr lang="zh-CN" altLang="en-US" sz="2400" smtClean="0">
                <a:ea typeface="黑体" panose="02010609060101010101" pitchFamily="49" charset="-122"/>
              </a:rPr>
              <a:t>”。</a:t>
            </a:r>
          </a:p>
          <a:p>
            <a:pPr lvl="1" algn="just">
              <a:lnSpc>
                <a:spcPct val="100000"/>
              </a:lnSpc>
            </a:pPr>
            <a:r>
              <a:rPr lang="en-US" altLang="zh-CN" sz="2400" smtClean="0">
                <a:ea typeface="黑体" panose="02010609060101010101" pitchFamily="49" charset="-122"/>
              </a:rPr>
              <a:t>128.14.32.0/20 </a:t>
            </a:r>
            <a:r>
              <a:rPr lang="zh-CN" altLang="en-US" sz="2400" smtClean="0">
                <a:ea typeface="黑体" panose="02010609060101010101" pitchFamily="49" charset="-122"/>
              </a:rPr>
              <a:t>地址块的最小地址：</a:t>
            </a:r>
            <a:r>
              <a:rPr lang="en-US" altLang="zh-CN" sz="2400" smtClean="0">
                <a:ea typeface="黑体" panose="02010609060101010101" pitchFamily="49" charset="-122"/>
              </a:rPr>
              <a:t>128.14.32.0</a:t>
            </a:r>
          </a:p>
          <a:p>
            <a:pPr lvl="1" algn="just">
              <a:lnSpc>
                <a:spcPct val="100000"/>
              </a:lnSpc>
            </a:pPr>
            <a:r>
              <a:rPr lang="en-US" altLang="zh-CN" sz="2400" smtClean="0">
                <a:ea typeface="黑体" panose="02010609060101010101" pitchFamily="49" charset="-122"/>
              </a:rPr>
              <a:t>128.14.32.0/20 </a:t>
            </a:r>
            <a:r>
              <a:rPr lang="zh-CN" altLang="en-US" sz="2400" smtClean="0">
                <a:ea typeface="黑体" panose="02010609060101010101" pitchFamily="49" charset="-122"/>
              </a:rPr>
              <a:t>地址块的最大地址：</a:t>
            </a:r>
            <a:r>
              <a:rPr lang="en-US" altLang="zh-CN" sz="2400" smtClean="0">
                <a:ea typeface="黑体" panose="02010609060101010101" pitchFamily="49" charset="-122"/>
              </a:rPr>
              <a:t>128.14.47.255</a:t>
            </a:r>
          </a:p>
          <a:p>
            <a:pPr lvl="1" algn="just">
              <a:lnSpc>
                <a:spcPct val="100000"/>
              </a:lnSpc>
            </a:pPr>
            <a:r>
              <a:rPr lang="zh-CN" altLang="en-US" sz="2400" smtClean="0">
                <a:solidFill>
                  <a:srgbClr val="0000FF"/>
                </a:solidFill>
                <a:ea typeface="黑体" panose="02010609060101010101" pitchFamily="49" charset="-122"/>
              </a:rPr>
              <a:t>全 </a:t>
            </a:r>
            <a:r>
              <a:rPr lang="en-US" altLang="zh-CN" sz="2400" smtClean="0">
                <a:solidFill>
                  <a:srgbClr val="0000FF"/>
                </a:solidFill>
                <a:ea typeface="黑体" panose="02010609060101010101" pitchFamily="49" charset="-122"/>
              </a:rPr>
              <a:t>0 </a:t>
            </a:r>
            <a:r>
              <a:rPr lang="zh-CN" altLang="en-US" sz="2400" smtClean="0">
                <a:solidFill>
                  <a:srgbClr val="0000FF"/>
                </a:solidFill>
                <a:ea typeface="黑体" panose="02010609060101010101" pitchFamily="49" charset="-122"/>
              </a:rPr>
              <a:t>和全 </a:t>
            </a:r>
            <a:r>
              <a:rPr lang="en-US" altLang="zh-CN" sz="2400" smtClean="0">
                <a:solidFill>
                  <a:srgbClr val="0000FF"/>
                </a:solidFill>
                <a:ea typeface="黑体" panose="02010609060101010101" pitchFamily="49" charset="-122"/>
              </a:rPr>
              <a:t>1 </a:t>
            </a:r>
            <a:r>
              <a:rPr lang="zh-CN" altLang="en-US" sz="2400" smtClean="0">
                <a:solidFill>
                  <a:srgbClr val="0000FF"/>
                </a:solidFill>
                <a:ea typeface="黑体" panose="02010609060101010101" pitchFamily="49" charset="-122"/>
              </a:rPr>
              <a:t>的主机号地址一般不使用。</a:t>
            </a:r>
          </a:p>
        </p:txBody>
      </p:sp>
      <p:sp>
        <p:nvSpPr>
          <p:cNvPr id="9297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2AA9EE7-8B49-4034-BAD7-2B6258CB34EF}" type="slidenum">
              <a:rPr lang="zh-CN" altLang="en-US" smtClean="0"/>
              <a:pPr eaLnBrk="1" hangingPunct="1"/>
              <a:t>33</a:t>
            </a:fld>
            <a:endParaRPr lang="en-US" altLang="zh-CN" smtClean="0"/>
          </a:p>
        </p:txBody>
      </p:sp>
      <p:sp>
        <p:nvSpPr>
          <p:cNvPr id="9297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4291">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4291">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24291">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24291">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2429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4291"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1" name="Rectangle 2"/>
          <p:cNvSpPr>
            <a:spLocks noGrp="1" noChangeArrowheads="1"/>
          </p:cNvSpPr>
          <p:nvPr>
            <p:ph type="title" idx="4294967295"/>
          </p:nvPr>
        </p:nvSpPr>
        <p:spPr>
          <a:xfrm>
            <a:off x="488950" y="44450"/>
            <a:ext cx="9066213" cy="647700"/>
          </a:xfrm>
          <a:solidFill>
            <a:srgbClr val="FFFF66"/>
          </a:solidFill>
          <a:ln>
            <a:solidFill>
              <a:srgbClr val="000099"/>
            </a:solidFill>
            <a:miter lim="800000"/>
            <a:headEnd/>
            <a:tailEnd/>
          </a:ln>
        </p:spPr>
        <p:txBody>
          <a:bodyPr/>
          <a:lstStyle/>
          <a:p>
            <a:pPr algn="ctr"/>
            <a:r>
              <a:rPr lang="en-US" altLang="zh-CN" sz="3600" smtClean="0">
                <a:solidFill>
                  <a:srgbClr val="000099"/>
                </a:solidFill>
                <a:ea typeface="黑体" panose="02010609060101010101" pitchFamily="49" charset="-122"/>
              </a:rPr>
              <a:t>128.14.32.0/20 </a:t>
            </a:r>
            <a:r>
              <a:rPr lang="zh-CN" altLang="en-US" sz="3600" smtClean="0">
                <a:solidFill>
                  <a:srgbClr val="000099"/>
                </a:solidFill>
                <a:ea typeface="黑体" panose="02010609060101010101" pitchFamily="49" charset="-122"/>
              </a:rPr>
              <a:t>表示的地址（</a:t>
            </a:r>
            <a:r>
              <a:rPr lang="en-US" altLang="zh-CN" sz="3600" smtClean="0">
                <a:solidFill>
                  <a:srgbClr val="000099"/>
                </a:solidFill>
                <a:ea typeface="黑体" panose="02010609060101010101" pitchFamily="49" charset="-122"/>
              </a:rPr>
              <a:t>2</a:t>
            </a:r>
            <a:r>
              <a:rPr lang="en-US" altLang="zh-CN" sz="3600" baseline="30000" smtClean="0">
                <a:solidFill>
                  <a:srgbClr val="000099"/>
                </a:solidFill>
                <a:ea typeface="黑体" panose="02010609060101010101" pitchFamily="49" charset="-122"/>
              </a:rPr>
              <a:t>12</a:t>
            </a:r>
            <a:r>
              <a:rPr lang="en-US" altLang="zh-CN" sz="3600" smtClean="0">
                <a:solidFill>
                  <a:srgbClr val="000099"/>
                </a:solidFill>
                <a:ea typeface="黑体" panose="02010609060101010101" pitchFamily="49" charset="-122"/>
              </a:rPr>
              <a:t> </a:t>
            </a:r>
            <a:r>
              <a:rPr lang="zh-CN" altLang="en-US" sz="3600" smtClean="0">
                <a:solidFill>
                  <a:srgbClr val="000099"/>
                </a:solidFill>
                <a:ea typeface="黑体" panose="02010609060101010101" pitchFamily="49" charset="-122"/>
              </a:rPr>
              <a:t>个地址）</a:t>
            </a:r>
          </a:p>
        </p:txBody>
      </p:sp>
      <p:sp>
        <p:nvSpPr>
          <p:cNvPr id="931842" name="Text Box 3"/>
          <p:cNvSpPr txBox="1">
            <a:spLocks noChangeArrowheads="1"/>
          </p:cNvSpPr>
          <p:nvPr/>
        </p:nvSpPr>
        <p:spPr bwMode="auto">
          <a:xfrm>
            <a:off x="2222500" y="876300"/>
            <a:ext cx="6978650" cy="5694363"/>
          </a:xfrm>
          <a:prstGeom prst="rect">
            <a:avLst/>
          </a:prstGeom>
          <a:solidFill>
            <a:srgbClr val="CCFFFF"/>
          </a:solidFill>
          <a:ln w="9525">
            <a:solidFill>
              <a:schemeClr val="tx2"/>
            </a:solidFill>
            <a:miter lim="800000"/>
            <a:headEnd/>
            <a:tailEnd/>
          </a:ln>
        </p:spPr>
        <p:txBody>
          <a:bodyPr>
            <a:spAutoFit/>
          </a:bodyPr>
          <a:lstStyle/>
          <a:p>
            <a:pPr eaLnBrk="0" hangingPunct="0"/>
            <a:r>
              <a:rPr lang="en-US" altLang="zh-CN" sz="2800" b="1" dirty="0">
                <a:solidFill>
                  <a:srgbClr val="FF0000"/>
                </a:solidFill>
                <a:ea typeface="黑体" panose="02010609060101010101" pitchFamily="49" charset="-122"/>
              </a:rPr>
              <a:t>10000000 00001110 0010</a:t>
            </a:r>
            <a:r>
              <a:rPr lang="en-US" altLang="zh-CN" sz="2800" b="1" dirty="0">
                <a:solidFill>
                  <a:srgbClr val="0000CC"/>
                </a:solidFill>
                <a:ea typeface="黑体" panose="02010609060101010101" pitchFamily="49" charset="-122"/>
              </a:rPr>
              <a:t>0000 00000000</a:t>
            </a:r>
          </a:p>
          <a:p>
            <a:pPr eaLnBrk="0" hangingPunct="0"/>
            <a:r>
              <a:rPr lang="en-US" altLang="zh-CN" sz="2800" b="1" dirty="0">
                <a:solidFill>
                  <a:srgbClr val="FF0000"/>
                </a:solidFill>
                <a:ea typeface="黑体" panose="02010609060101010101" pitchFamily="49" charset="-122"/>
              </a:rPr>
              <a:t>10000000 00001110 0010</a:t>
            </a:r>
            <a:r>
              <a:rPr lang="en-US" altLang="zh-CN" sz="2800" b="1" dirty="0">
                <a:solidFill>
                  <a:srgbClr val="0000CC"/>
                </a:solidFill>
                <a:ea typeface="黑体" panose="02010609060101010101" pitchFamily="49" charset="-122"/>
              </a:rPr>
              <a:t>0000 00000001</a:t>
            </a:r>
          </a:p>
          <a:p>
            <a:pPr eaLnBrk="0" hangingPunct="0"/>
            <a:r>
              <a:rPr lang="en-US" altLang="zh-CN" sz="2800" b="1" dirty="0">
                <a:solidFill>
                  <a:srgbClr val="FF0000"/>
                </a:solidFill>
                <a:ea typeface="黑体" panose="02010609060101010101" pitchFamily="49" charset="-122"/>
              </a:rPr>
              <a:t>10000000 00001110 0010</a:t>
            </a:r>
            <a:r>
              <a:rPr lang="en-US" altLang="zh-CN" sz="2800" b="1" dirty="0">
                <a:solidFill>
                  <a:srgbClr val="0000CC"/>
                </a:solidFill>
                <a:ea typeface="黑体" panose="02010609060101010101" pitchFamily="49" charset="-122"/>
              </a:rPr>
              <a:t>0000 00000010</a:t>
            </a:r>
          </a:p>
          <a:p>
            <a:pPr eaLnBrk="0" hangingPunct="0"/>
            <a:r>
              <a:rPr lang="en-US" altLang="zh-CN" sz="2800" b="1" dirty="0">
                <a:solidFill>
                  <a:srgbClr val="FF0000"/>
                </a:solidFill>
                <a:ea typeface="黑体" panose="02010609060101010101" pitchFamily="49" charset="-122"/>
              </a:rPr>
              <a:t>10000000 00001110 0010</a:t>
            </a:r>
            <a:r>
              <a:rPr lang="en-US" altLang="zh-CN" sz="2800" b="1" dirty="0">
                <a:solidFill>
                  <a:srgbClr val="0000CC"/>
                </a:solidFill>
                <a:ea typeface="黑体" panose="02010609060101010101" pitchFamily="49" charset="-122"/>
              </a:rPr>
              <a:t>0000 00000011</a:t>
            </a:r>
          </a:p>
          <a:p>
            <a:pPr eaLnBrk="0" hangingPunct="0"/>
            <a:r>
              <a:rPr lang="en-US" altLang="zh-CN" sz="2800" b="1" dirty="0">
                <a:solidFill>
                  <a:srgbClr val="FF0000"/>
                </a:solidFill>
                <a:ea typeface="黑体" panose="02010609060101010101" pitchFamily="49" charset="-122"/>
              </a:rPr>
              <a:t>10000000 00001110 0010</a:t>
            </a:r>
            <a:r>
              <a:rPr lang="en-US" altLang="zh-CN" sz="2800" b="1" dirty="0">
                <a:solidFill>
                  <a:srgbClr val="0000CC"/>
                </a:solidFill>
                <a:ea typeface="黑体" panose="02010609060101010101" pitchFamily="49" charset="-122"/>
              </a:rPr>
              <a:t>0000 00000100</a:t>
            </a:r>
          </a:p>
          <a:p>
            <a:pPr eaLnBrk="0" hangingPunct="0"/>
            <a:r>
              <a:rPr lang="en-US" altLang="zh-CN" sz="2800" b="1" dirty="0">
                <a:solidFill>
                  <a:srgbClr val="FF0000"/>
                </a:solidFill>
                <a:ea typeface="黑体" panose="02010609060101010101" pitchFamily="49" charset="-122"/>
              </a:rPr>
              <a:t>10000000 00001110 0010</a:t>
            </a:r>
            <a:r>
              <a:rPr lang="en-US" altLang="zh-CN" sz="2800" b="1" dirty="0">
                <a:solidFill>
                  <a:srgbClr val="0000CC"/>
                </a:solidFill>
                <a:ea typeface="黑体" panose="02010609060101010101" pitchFamily="49" charset="-122"/>
              </a:rPr>
              <a:t>0000 00000101</a:t>
            </a:r>
          </a:p>
          <a:p>
            <a:pPr eaLnBrk="0" hangingPunct="0"/>
            <a:endParaRPr lang="en-US" altLang="zh-CN" sz="2800" b="1" dirty="0">
              <a:solidFill>
                <a:srgbClr val="0000CC"/>
              </a:solidFill>
              <a:ea typeface="黑体" panose="02010609060101010101" pitchFamily="49" charset="-122"/>
            </a:endParaRPr>
          </a:p>
          <a:p>
            <a:pPr eaLnBrk="0" hangingPunct="0"/>
            <a:endParaRPr lang="en-US" altLang="zh-CN" sz="2800" b="1" dirty="0">
              <a:solidFill>
                <a:srgbClr val="0000CC"/>
              </a:solidFill>
              <a:ea typeface="黑体" panose="02010609060101010101" pitchFamily="49" charset="-122"/>
            </a:endParaRPr>
          </a:p>
          <a:p>
            <a:pPr eaLnBrk="0" hangingPunct="0"/>
            <a:r>
              <a:rPr lang="en-US" altLang="zh-CN" sz="2800" b="1" dirty="0">
                <a:solidFill>
                  <a:srgbClr val="FF0000"/>
                </a:solidFill>
                <a:ea typeface="黑体" panose="02010609060101010101" pitchFamily="49" charset="-122"/>
              </a:rPr>
              <a:t>10000000 00001110 0010</a:t>
            </a:r>
            <a:r>
              <a:rPr lang="en-US" altLang="zh-CN" sz="2800" b="1" dirty="0">
                <a:solidFill>
                  <a:srgbClr val="0000CC"/>
                </a:solidFill>
                <a:ea typeface="黑体" panose="02010609060101010101" pitchFamily="49" charset="-122"/>
              </a:rPr>
              <a:t>1111 11111011</a:t>
            </a:r>
          </a:p>
          <a:p>
            <a:pPr eaLnBrk="0" hangingPunct="0"/>
            <a:r>
              <a:rPr lang="en-US" altLang="zh-CN" sz="2800" b="1" dirty="0">
                <a:solidFill>
                  <a:srgbClr val="FF0000"/>
                </a:solidFill>
                <a:ea typeface="黑体" panose="02010609060101010101" pitchFamily="49" charset="-122"/>
              </a:rPr>
              <a:t>10000000 00001110 0010</a:t>
            </a:r>
            <a:r>
              <a:rPr lang="en-US" altLang="zh-CN" sz="2800" b="1" dirty="0">
                <a:solidFill>
                  <a:srgbClr val="0000CC"/>
                </a:solidFill>
                <a:ea typeface="黑体" panose="02010609060101010101" pitchFamily="49" charset="-122"/>
              </a:rPr>
              <a:t>1111 11111100</a:t>
            </a:r>
          </a:p>
          <a:p>
            <a:pPr eaLnBrk="0" hangingPunct="0"/>
            <a:r>
              <a:rPr lang="en-US" altLang="zh-CN" sz="2800" b="1" dirty="0">
                <a:solidFill>
                  <a:srgbClr val="FF0000"/>
                </a:solidFill>
                <a:ea typeface="黑体" panose="02010609060101010101" pitchFamily="49" charset="-122"/>
              </a:rPr>
              <a:t>10000000 00001110 0010</a:t>
            </a:r>
            <a:r>
              <a:rPr lang="en-US" altLang="zh-CN" sz="2800" b="1" dirty="0">
                <a:solidFill>
                  <a:srgbClr val="0000CC"/>
                </a:solidFill>
                <a:ea typeface="黑体" panose="02010609060101010101" pitchFamily="49" charset="-122"/>
              </a:rPr>
              <a:t>1111 11111101</a:t>
            </a:r>
          </a:p>
          <a:p>
            <a:pPr eaLnBrk="0" hangingPunct="0"/>
            <a:r>
              <a:rPr lang="en-US" altLang="zh-CN" sz="2800" b="1" dirty="0">
                <a:solidFill>
                  <a:srgbClr val="FF0000"/>
                </a:solidFill>
                <a:ea typeface="黑体" panose="02010609060101010101" pitchFamily="49" charset="-122"/>
              </a:rPr>
              <a:t>10000000 00001110 0010</a:t>
            </a:r>
            <a:r>
              <a:rPr lang="en-US" altLang="zh-CN" sz="2800" b="1" dirty="0">
                <a:solidFill>
                  <a:srgbClr val="0000CC"/>
                </a:solidFill>
                <a:ea typeface="黑体" panose="02010609060101010101" pitchFamily="49" charset="-122"/>
              </a:rPr>
              <a:t>1111 11111110</a:t>
            </a:r>
          </a:p>
          <a:p>
            <a:pPr eaLnBrk="0" hangingPunct="0"/>
            <a:r>
              <a:rPr lang="en-US" altLang="zh-CN" sz="2800" b="1" dirty="0">
                <a:solidFill>
                  <a:srgbClr val="FF0000"/>
                </a:solidFill>
                <a:ea typeface="黑体" panose="02010609060101010101" pitchFamily="49" charset="-122"/>
              </a:rPr>
              <a:t>10000000 00001110 0010</a:t>
            </a:r>
            <a:r>
              <a:rPr lang="en-US" altLang="zh-CN" sz="2800" b="1" dirty="0">
                <a:solidFill>
                  <a:srgbClr val="0000CC"/>
                </a:solidFill>
                <a:ea typeface="黑体" panose="02010609060101010101" pitchFamily="49" charset="-122"/>
              </a:rPr>
              <a:t>1111 11111111</a:t>
            </a:r>
          </a:p>
        </p:txBody>
      </p:sp>
      <p:sp>
        <p:nvSpPr>
          <p:cNvPr id="931843" name="Text Box 4"/>
          <p:cNvSpPr txBox="1">
            <a:spLocks noChangeArrowheads="1"/>
          </p:cNvSpPr>
          <p:nvPr/>
        </p:nvSpPr>
        <p:spPr bwMode="auto">
          <a:xfrm>
            <a:off x="7370763" y="3162300"/>
            <a:ext cx="87788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5400">
                <a:solidFill>
                  <a:srgbClr val="0000CC"/>
                </a:solidFill>
                <a:ea typeface="宋体" panose="02010600030101010101" pitchFamily="2" charset="-122"/>
                <a:sym typeface="Symbol" panose="05050102010706020507" pitchFamily="18" charset="2"/>
              </a:rPr>
              <a:t></a:t>
            </a:r>
          </a:p>
        </p:txBody>
      </p:sp>
      <p:sp>
        <p:nvSpPr>
          <p:cNvPr id="931844" name="Text Box 5"/>
          <p:cNvSpPr txBox="1">
            <a:spLocks noChangeArrowheads="1"/>
          </p:cNvSpPr>
          <p:nvPr/>
        </p:nvSpPr>
        <p:spPr bwMode="auto">
          <a:xfrm>
            <a:off x="4017963" y="3162300"/>
            <a:ext cx="8763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5400">
                <a:solidFill>
                  <a:srgbClr val="0000CC"/>
                </a:solidFill>
                <a:ea typeface="宋体" panose="02010600030101010101" pitchFamily="2" charset="-122"/>
                <a:sym typeface="Symbol" panose="05050102010706020507" pitchFamily="18" charset="2"/>
              </a:rPr>
              <a:t></a:t>
            </a:r>
          </a:p>
        </p:txBody>
      </p:sp>
      <p:sp>
        <p:nvSpPr>
          <p:cNvPr id="1429510" name="Rectangle 6"/>
          <p:cNvSpPr>
            <a:spLocks noChangeArrowheads="1"/>
          </p:cNvSpPr>
          <p:nvPr/>
        </p:nvSpPr>
        <p:spPr bwMode="auto">
          <a:xfrm>
            <a:off x="2216150" y="908050"/>
            <a:ext cx="4202113" cy="5616575"/>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29511" name="Text Box 7"/>
          <p:cNvSpPr txBox="1">
            <a:spLocks noChangeArrowheads="1"/>
          </p:cNvSpPr>
          <p:nvPr/>
        </p:nvSpPr>
        <p:spPr bwMode="auto">
          <a:xfrm>
            <a:off x="452438" y="2636838"/>
            <a:ext cx="1620837" cy="2074862"/>
          </a:xfrm>
          <a:prstGeom prst="rect">
            <a:avLst/>
          </a:prstGeom>
          <a:noFill/>
          <a:ln w="952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algn="ctr" eaLnBrk="0" hangingPunct="0">
              <a:lnSpc>
                <a:spcPct val="115000"/>
              </a:lnSpc>
            </a:pPr>
            <a:r>
              <a:rPr lang="zh-CN" altLang="en-US" sz="2800" b="1">
                <a:solidFill>
                  <a:srgbClr val="0000CC"/>
                </a:solidFill>
                <a:ea typeface="黑体" panose="02010609060101010101" pitchFamily="49" charset="-122"/>
              </a:rPr>
              <a:t>所有地址</a:t>
            </a:r>
          </a:p>
          <a:p>
            <a:pPr algn="ctr" eaLnBrk="0" hangingPunct="0">
              <a:lnSpc>
                <a:spcPct val="115000"/>
              </a:lnSpc>
            </a:pPr>
            <a:r>
              <a:rPr lang="zh-CN" altLang="en-US" sz="2800" b="1">
                <a:solidFill>
                  <a:srgbClr val="0000CC"/>
                </a:solidFill>
                <a:ea typeface="黑体" panose="02010609060101010101" pitchFamily="49" charset="-122"/>
              </a:rPr>
              <a:t>的 </a:t>
            </a:r>
            <a:r>
              <a:rPr lang="en-US" altLang="zh-CN" sz="2800" b="1">
                <a:solidFill>
                  <a:srgbClr val="0000CC"/>
                </a:solidFill>
                <a:ea typeface="黑体" panose="02010609060101010101" pitchFamily="49" charset="-122"/>
              </a:rPr>
              <a:t>20 </a:t>
            </a:r>
            <a:r>
              <a:rPr lang="zh-CN" altLang="en-US" sz="2800" b="1">
                <a:solidFill>
                  <a:srgbClr val="0000CC"/>
                </a:solidFill>
                <a:ea typeface="黑体" panose="02010609060101010101" pitchFamily="49" charset="-122"/>
              </a:rPr>
              <a:t>位</a:t>
            </a:r>
          </a:p>
          <a:p>
            <a:pPr algn="ctr" eaLnBrk="0" hangingPunct="0">
              <a:lnSpc>
                <a:spcPct val="115000"/>
              </a:lnSpc>
            </a:pPr>
            <a:r>
              <a:rPr lang="zh-CN" altLang="en-US" sz="2800" b="1">
                <a:solidFill>
                  <a:srgbClr val="0000CC"/>
                </a:solidFill>
                <a:ea typeface="黑体" panose="02010609060101010101" pitchFamily="49" charset="-122"/>
              </a:rPr>
              <a:t>前缀都是</a:t>
            </a:r>
          </a:p>
          <a:p>
            <a:pPr algn="ctr" eaLnBrk="0" hangingPunct="0">
              <a:lnSpc>
                <a:spcPct val="115000"/>
              </a:lnSpc>
            </a:pPr>
            <a:r>
              <a:rPr lang="zh-CN" altLang="en-US" sz="2800" b="1">
                <a:solidFill>
                  <a:srgbClr val="0000CC"/>
                </a:solidFill>
                <a:ea typeface="黑体" panose="02010609060101010101" pitchFamily="49" charset="-122"/>
              </a:rPr>
              <a:t>一样的</a:t>
            </a:r>
          </a:p>
        </p:txBody>
      </p:sp>
      <p:grpSp>
        <p:nvGrpSpPr>
          <p:cNvPr id="1429512" name="Group 8"/>
          <p:cNvGrpSpPr>
            <a:grpSpLocks/>
          </p:cNvGrpSpPr>
          <p:nvPr/>
        </p:nvGrpSpPr>
        <p:grpSpPr bwMode="auto">
          <a:xfrm>
            <a:off x="271463" y="879475"/>
            <a:ext cx="1958975" cy="461963"/>
            <a:chOff x="251" y="554"/>
            <a:chExt cx="1139" cy="291"/>
          </a:xfrm>
        </p:grpSpPr>
        <p:sp>
          <p:nvSpPr>
            <p:cNvPr id="931848" name="Text Box 9"/>
            <p:cNvSpPr txBox="1">
              <a:spLocks noChangeArrowheads="1"/>
            </p:cNvSpPr>
            <p:nvPr/>
          </p:nvSpPr>
          <p:spPr bwMode="auto">
            <a:xfrm>
              <a:off x="251" y="554"/>
              <a:ext cx="82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最小地址</a:t>
              </a:r>
            </a:p>
          </p:txBody>
        </p:sp>
        <p:sp>
          <p:nvSpPr>
            <p:cNvPr id="931849" name="AutoShape 10"/>
            <p:cNvSpPr>
              <a:spLocks noChangeArrowheads="1"/>
            </p:cNvSpPr>
            <p:nvPr/>
          </p:nvSpPr>
          <p:spPr bwMode="auto">
            <a:xfrm>
              <a:off x="1078" y="656"/>
              <a:ext cx="312" cy="110"/>
            </a:xfrm>
            <a:prstGeom prst="rightArrow">
              <a:avLst>
                <a:gd name="adj1" fmla="val 50000"/>
                <a:gd name="adj2" fmla="val 86352"/>
              </a:avLst>
            </a:prstGeom>
            <a:solidFill>
              <a:schemeClr val="accent1"/>
            </a:solidFill>
            <a:ln w="9525">
              <a:solidFill>
                <a:schemeClr val="tx1"/>
              </a:solidFill>
              <a:miter lim="800000"/>
              <a:headEnd/>
              <a:tailEnd/>
            </a:ln>
          </p:spPr>
          <p:txBody>
            <a:bodyPr wrap="none" anchor="ctr"/>
            <a:lstStyle/>
            <a:p>
              <a:pPr eaLnBrk="0" hangingPunct="0"/>
              <a:endParaRPr lang="zh-CN" altLang="en-US">
                <a:ea typeface="宋体" panose="02010600030101010101" pitchFamily="2" charset="-122"/>
              </a:endParaRPr>
            </a:p>
          </p:txBody>
        </p:sp>
      </p:grpSp>
      <p:grpSp>
        <p:nvGrpSpPr>
          <p:cNvPr id="1429515" name="Group 11"/>
          <p:cNvGrpSpPr>
            <a:grpSpLocks/>
          </p:cNvGrpSpPr>
          <p:nvPr/>
        </p:nvGrpSpPr>
        <p:grpSpPr bwMode="auto">
          <a:xfrm>
            <a:off x="234950" y="6021388"/>
            <a:ext cx="1965325" cy="461962"/>
            <a:chOff x="229" y="3793"/>
            <a:chExt cx="1143" cy="291"/>
          </a:xfrm>
        </p:grpSpPr>
        <p:sp>
          <p:nvSpPr>
            <p:cNvPr id="931851" name="Text Box 12"/>
            <p:cNvSpPr txBox="1">
              <a:spLocks noChangeArrowheads="1"/>
            </p:cNvSpPr>
            <p:nvPr/>
          </p:nvSpPr>
          <p:spPr bwMode="auto">
            <a:xfrm>
              <a:off x="229" y="3793"/>
              <a:ext cx="82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最大地址</a:t>
              </a:r>
            </a:p>
          </p:txBody>
        </p:sp>
        <p:sp>
          <p:nvSpPr>
            <p:cNvPr id="931852" name="AutoShape 13"/>
            <p:cNvSpPr>
              <a:spLocks noChangeArrowheads="1"/>
            </p:cNvSpPr>
            <p:nvPr/>
          </p:nvSpPr>
          <p:spPr bwMode="auto">
            <a:xfrm>
              <a:off x="1056" y="3899"/>
              <a:ext cx="316" cy="110"/>
            </a:xfrm>
            <a:prstGeom prst="rightArrow">
              <a:avLst>
                <a:gd name="adj1" fmla="val 50000"/>
                <a:gd name="adj2" fmla="val 86355"/>
              </a:avLst>
            </a:prstGeom>
            <a:solidFill>
              <a:schemeClr val="accent1"/>
            </a:solidFill>
            <a:ln w="9525">
              <a:solidFill>
                <a:schemeClr val="tx1"/>
              </a:solidFill>
              <a:miter lim="800000"/>
              <a:headEnd/>
              <a:tailEnd/>
            </a:ln>
          </p:spPr>
          <p:txBody>
            <a:bodyPr wrap="none" anchor="ctr"/>
            <a:lstStyle/>
            <a:p>
              <a:pPr eaLnBrk="0" hangingPunct="0"/>
              <a:endParaRPr lang="zh-CN" altLang="en-US">
                <a:ea typeface="宋体" panose="02010600030101010101" pitchFamily="2" charset="-122"/>
              </a:endParaRPr>
            </a:p>
          </p:txBody>
        </p:sp>
      </p:grpSp>
      <p:sp>
        <p:nvSpPr>
          <p:cNvPr id="93185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AE15152C-092F-429E-892B-D1ABC0AA364A}" type="slidenum">
              <a:rPr lang="zh-CN" altLang="en-US" smtClean="0"/>
              <a:pPr/>
              <a:t>34</a:t>
            </a:fld>
            <a:endParaRPr lang="en-US" altLang="zh-CN" smtClean="0"/>
          </a:p>
        </p:txBody>
      </p:sp>
      <p:sp>
        <p:nvSpPr>
          <p:cNvPr id="93185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295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29511"/>
                                        </p:tgtEl>
                                        <p:attrNameLst>
                                          <p:attrName>style.visibility</p:attrName>
                                        </p:attrNameLst>
                                      </p:cBhvr>
                                      <p:to>
                                        <p:strVal val="visible"/>
                                      </p:to>
                                    </p:set>
                                  </p:childTnLst>
                                </p:cTn>
                              </p:par>
                            </p:childTnLst>
                          </p:cTn>
                        </p:par>
                        <p:par>
                          <p:cTn id="9" fill="hold" nodeType="afterGroup">
                            <p:stCondLst>
                              <p:cond delay="1"/>
                            </p:stCondLst>
                            <p:childTnLst>
                              <p:par>
                                <p:cTn id="10" presetID="35" presetClass="emph" presetSubtype="0" repeatCount="3000" fill="hold" grpId="1" nodeType="afterEffect">
                                  <p:stCondLst>
                                    <p:cond delay="500"/>
                                  </p:stCondLst>
                                  <p:childTnLst>
                                    <p:anim calcmode="discrete" valueType="str">
                                      <p:cBhvr>
                                        <p:cTn id="11" dur="1000" fill="hold"/>
                                        <p:tgtEl>
                                          <p:spTgt spid="1429510"/>
                                        </p:tgtEl>
                                        <p:attrNameLst>
                                          <p:attrName>style.visibility</p:attrName>
                                        </p:attrNameLst>
                                      </p:cBhvr>
                                      <p:tavLst>
                                        <p:tav tm="0">
                                          <p:val>
                                            <p:strVal val="hidden"/>
                                          </p:val>
                                        </p:tav>
                                        <p:tav tm="50000">
                                          <p:val>
                                            <p:strVal val="visible"/>
                                          </p:val>
                                        </p:tav>
                                      </p:tavLst>
                                    </p:anim>
                                  </p:childTnLst>
                                </p:cTn>
                              </p:par>
                              <p:par>
                                <p:cTn id="12" presetID="35" presetClass="emph" presetSubtype="0" repeatCount="3000" fill="hold" grpId="1" nodeType="withEffect">
                                  <p:stCondLst>
                                    <p:cond delay="500"/>
                                  </p:stCondLst>
                                  <p:childTnLst>
                                    <p:anim calcmode="discrete" valueType="str">
                                      <p:cBhvr>
                                        <p:cTn id="13" dur="1000" fill="hold"/>
                                        <p:tgtEl>
                                          <p:spTgt spid="1429511"/>
                                        </p:tgtEl>
                                        <p:attrNameLst>
                                          <p:attrName>style.visibility</p:attrName>
                                        </p:attrNameLst>
                                      </p:cBhvr>
                                      <p:tavLst>
                                        <p:tav tm="0">
                                          <p:val>
                                            <p:strVal val="hidden"/>
                                          </p:val>
                                        </p:tav>
                                        <p:tav tm="50000">
                                          <p:val>
                                            <p:strVal val="visible"/>
                                          </p:val>
                                        </p:tav>
                                      </p:tavLst>
                                    </p:anim>
                                  </p:childTnLst>
                                </p:cTn>
                              </p:par>
                            </p:childTnLst>
                          </p:cTn>
                        </p:par>
                        <p:par>
                          <p:cTn id="14" fill="hold" nodeType="afterGroup">
                            <p:stCondLst>
                              <p:cond delay="3501"/>
                            </p:stCondLst>
                            <p:childTnLst>
                              <p:par>
                                <p:cTn id="15" presetID="1" presetClass="exit" presetSubtype="0" fill="hold" grpId="2" nodeType="afterEffect">
                                  <p:stCondLst>
                                    <p:cond delay="500"/>
                                  </p:stCondLst>
                                  <p:childTnLst>
                                    <p:set>
                                      <p:cBhvr>
                                        <p:cTn id="16" dur="1" fill="hold">
                                          <p:stCondLst>
                                            <p:cond delay="0"/>
                                          </p:stCondLst>
                                        </p:cTn>
                                        <p:tgtEl>
                                          <p:spTgt spid="1429510"/>
                                        </p:tgtEl>
                                        <p:attrNameLst>
                                          <p:attrName>style.visibility</p:attrName>
                                        </p:attrNameLst>
                                      </p:cBhvr>
                                      <p:to>
                                        <p:strVal val="hidden"/>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429512"/>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4295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9510" grpId="0" animBg="1"/>
      <p:bldP spid="1429510" grpId="1" animBg="1"/>
      <p:bldP spid="1429510" grpId="2" animBg="1"/>
      <p:bldP spid="1429511" grpId="0" animBg="1"/>
      <p:bldP spid="1429511"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5937"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CIDR </a:t>
            </a:r>
            <a:r>
              <a:rPr lang="zh-CN" altLang="en-US" smtClean="0">
                <a:ea typeface="黑体" panose="02010609060101010101" pitchFamily="49" charset="-122"/>
              </a:rPr>
              <a:t>记法的其他形式 </a:t>
            </a:r>
          </a:p>
        </p:txBody>
      </p:sp>
      <p:sp>
        <p:nvSpPr>
          <p:cNvPr id="527363" name="Rectangle 3"/>
          <p:cNvSpPr>
            <a:spLocks noGrp="1" noChangeArrowheads="1"/>
          </p:cNvSpPr>
          <p:nvPr>
            <p:ph idx="1"/>
          </p:nvPr>
        </p:nvSpPr>
        <p:spPr>
          <a:xfrm>
            <a:off x="495300" y="1196975"/>
            <a:ext cx="9066213" cy="4933950"/>
          </a:xfrm>
        </p:spPr>
        <p:txBody>
          <a:bodyPr/>
          <a:lstStyle/>
          <a:p>
            <a:pPr algn="just"/>
            <a:r>
              <a:rPr lang="en-US" altLang="zh-CN" sz="2800" smtClean="0">
                <a:ea typeface="黑体" panose="02010609060101010101" pitchFamily="49" charset="-122"/>
              </a:rPr>
              <a:t>10.0.0.0/10 </a:t>
            </a:r>
            <a:r>
              <a:rPr lang="zh-CN" altLang="en-US" sz="2800" smtClean="0">
                <a:ea typeface="黑体" panose="02010609060101010101" pitchFamily="49" charset="-122"/>
              </a:rPr>
              <a:t>可</a:t>
            </a:r>
            <a:r>
              <a:rPr lang="zh-CN" altLang="en-US" sz="2800" smtClean="0">
                <a:solidFill>
                  <a:srgbClr val="FF0000"/>
                </a:solidFill>
                <a:ea typeface="黑体" panose="02010609060101010101" pitchFamily="49" charset="-122"/>
              </a:rPr>
              <a:t>简写</a:t>
            </a:r>
            <a:r>
              <a:rPr lang="zh-CN" altLang="en-US" sz="2800" smtClean="0">
                <a:ea typeface="黑体" panose="02010609060101010101" pitchFamily="49" charset="-122"/>
              </a:rPr>
              <a:t>为 </a:t>
            </a:r>
            <a:r>
              <a:rPr lang="en-US" altLang="zh-CN" sz="2800" smtClean="0">
                <a:ea typeface="黑体" panose="02010609060101010101" pitchFamily="49" charset="-122"/>
              </a:rPr>
              <a:t>10/10</a:t>
            </a:r>
            <a:r>
              <a:rPr lang="zh-CN" altLang="en-US" sz="2800" smtClean="0">
                <a:ea typeface="黑体" panose="02010609060101010101" pitchFamily="49" charset="-122"/>
              </a:rPr>
              <a:t>，也就是把点分十进制中低位连续的 </a:t>
            </a:r>
            <a:r>
              <a:rPr lang="en-US" altLang="zh-CN" sz="2800" smtClean="0">
                <a:ea typeface="黑体" panose="02010609060101010101" pitchFamily="49" charset="-122"/>
              </a:rPr>
              <a:t>0 </a:t>
            </a:r>
            <a:r>
              <a:rPr lang="zh-CN" altLang="en-US" sz="2800" smtClean="0">
                <a:ea typeface="黑体" panose="02010609060101010101" pitchFamily="49" charset="-122"/>
              </a:rPr>
              <a:t>省略。</a:t>
            </a:r>
          </a:p>
          <a:p>
            <a:pPr algn="just"/>
            <a:r>
              <a:rPr lang="en-US" altLang="zh-CN" sz="2800" smtClean="0">
                <a:ea typeface="黑体" panose="02010609060101010101" pitchFamily="49" charset="-122"/>
              </a:rPr>
              <a:t>10.0.0.0/10 </a:t>
            </a:r>
            <a:r>
              <a:rPr lang="zh-CN" altLang="en-US" sz="2800" smtClean="0">
                <a:ea typeface="黑体" panose="02010609060101010101" pitchFamily="49" charset="-122"/>
              </a:rPr>
              <a:t>隐含地指出 </a:t>
            </a:r>
            <a:r>
              <a:rPr lang="en-US" altLang="zh-CN" sz="2800" smtClean="0">
                <a:ea typeface="黑体" panose="02010609060101010101" pitchFamily="49" charset="-122"/>
              </a:rPr>
              <a:t>IP </a:t>
            </a:r>
            <a:r>
              <a:rPr lang="zh-CN" altLang="en-US" sz="2800" smtClean="0">
                <a:ea typeface="黑体" panose="02010609060101010101" pitchFamily="49" charset="-122"/>
              </a:rPr>
              <a:t>地址 </a:t>
            </a:r>
            <a:r>
              <a:rPr lang="en-US" altLang="zh-CN" sz="2800" smtClean="0">
                <a:ea typeface="黑体" panose="02010609060101010101" pitchFamily="49" charset="-122"/>
              </a:rPr>
              <a:t>10.0.0.0 </a:t>
            </a:r>
            <a:r>
              <a:rPr lang="zh-CN" altLang="en-US" sz="2800" smtClean="0">
                <a:ea typeface="黑体" panose="02010609060101010101" pitchFamily="49" charset="-122"/>
              </a:rPr>
              <a:t>的</a:t>
            </a:r>
            <a:r>
              <a:rPr lang="zh-CN" altLang="en-US" sz="2800" smtClean="0">
                <a:solidFill>
                  <a:srgbClr val="FF0000"/>
                </a:solidFill>
                <a:ea typeface="黑体" panose="02010609060101010101" pitchFamily="49" charset="-122"/>
              </a:rPr>
              <a:t>掩码</a:t>
            </a:r>
            <a:r>
              <a:rPr lang="zh-CN" altLang="en-US" sz="2800" smtClean="0">
                <a:ea typeface="黑体" panose="02010609060101010101" pitchFamily="49" charset="-122"/>
              </a:rPr>
              <a:t>是 </a:t>
            </a:r>
            <a:r>
              <a:rPr lang="en-US" altLang="zh-CN" sz="2800" smtClean="0">
                <a:ea typeface="黑体" panose="02010609060101010101" pitchFamily="49" charset="-122"/>
              </a:rPr>
              <a:t>255.192.0.0</a:t>
            </a:r>
            <a:r>
              <a:rPr lang="zh-CN" altLang="en-US" sz="2800" smtClean="0">
                <a:ea typeface="黑体" panose="02010609060101010101" pitchFamily="49" charset="-122"/>
              </a:rPr>
              <a:t>。此掩码可表示为：</a:t>
            </a:r>
            <a:endParaRPr lang="en-US" altLang="zh-CN" sz="2800" smtClean="0">
              <a:ea typeface="黑体" panose="02010609060101010101" pitchFamily="49" charset="-122"/>
            </a:endParaRPr>
          </a:p>
          <a:p>
            <a:pPr algn="just"/>
            <a:endParaRPr lang="en-US" altLang="zh-CN" sz="2800" smtClean="0">
              <a:ea typeface="黑体" panose="02010609060101010101" pitchFamily="49" charset="-122"/>
            </a:endParaRPr>
          </a:p>
          <a:p>
            <a:pPr algn="just"/>
            <a:endParaRPr lang="en-US" altLang="zh-CN" sz="2800" smtClean="0">
              <a:ea typeface="黑体" panose="02010609060101010101" pitchFamily="49" charset="-122"/>
            </a:endParaRPr>
          </a:p>
          <a:p>
            <a:pPr algn="just"/>
            <a:endParaRPr lang="en-US" altLang="zh-CN" sz="2800" smtClean="0">
              <a:ea typeface="黑体" panose="02010609060101010101" pitchFamily="49" charset="-122"/>
            </a:endParaRPr>
          </a:p>
          <a:p>
            <a:r>
              <a:rPr lang="zh-CN" altLang="en-US" sz="2800" smtClean="0">
                <a:ea typeface="黑体" panose="02010609060101010101" pitchFamily="49" charset="-122"/>
              </a:rPr>
              <a:t>网络前缀的后面加一个</a:t>
            </a:r>
            <a:r>
              <a:rPr lang="zh-CN" altLang="en-US" sz="2800" smtClean="0">
                <a:solidFill>
                  <a:srgbClr val="FF0000"/>
                </a:solidFill>
                <a:ea typeface="黑体" panose="02010609060101010101" pitchFamily="49" charset="-122"/>
              </a:rPr>
              <a:t>星号</a:t>
            </a:r>
            <a:r>
              <a:rPr lang="zh-CN" altLang="en-US" sz="2800" smtClean="0">
                <a:ea typeface="黑体" panose="02010609060101010101" pitchFamily="49" charset="-122"/>
              </a:rPr>
              <a:t> * 的表示方法，如 </a:t>
            </a:r>
            <a:r>
              <a:rPr lang="en-US" altLang="zh-CN" sz="2800" smtClean="0">
                <a:ea typeface="黑体" panose="02010609060101010101" pitchFamily="49" charset="-122"/>
              </a:rPr>
              <a:t>00001010 00*</a:t>
            </a:r>
            <a:r>
              <a:rPr lang="zh-CN" altLang="en-US" sz="2800" smtClean="0">
                <a:ea typeface="黑体" panose="02010609060101010101" pitchFamily="49" charset="-122"/>
              </a:rPr>
              <a:t>，在星号 * 之前是网络前缀，而星号 * 表示 </a:t>
            </a:r>
            <a:r>
              <a:rPr lang="en-US" altLang="zh-CN" sz="2800" smtClean="0">
                <a:ea typeface="黑体" panose="02010609060101010101" pitchFamily="49" charset="-122"/>
              </a:rPr>
              <a:t>IP </a:t>
            </a:r>
            <a:r>
              <a:rPr lang="zh-CN" altLang="en-US" sz="2800" smtClean="0">
                <a:ea typeface="黑体" panose="02010609060101010101" pitchFamily="49" charset="-122"/>
              </a:rPr>
              <a:t>地址中的主机号，可以是任意值。  </a:t>
            </a:r>
            <a:endParaRPr lang="en-US" altLang="zh-CN" smtClean="0">
              <a:ea typeface="黑体" panose="02010609060101010101" pitchFamily="49" charset="-122"/>
            </a:endParaRPr>
          </a:p>
        </p:txBody>
      </p:sp>
      <p:grpSp>
        <p:nvGrpSpPr>
          <p:cNvPr id="527364" name="Group 4"/>
          <p:cNvGrpSpPr>
            <a:grpSpLocks/>
          </p:cNvGrpSpPr>
          <p:nvPr/>
        </p:nvGrpSpPr>
        <p:grpSpPr bwMode="auto">
          <a:xfrm>
            <a:off x="1406525" y="3789363"/>
            <a:ext cx="7432675" cy="606425"/>
            <a:chOff x="994" y="2659"/>
            <a:chExt cx="4026" cy="382"/>
          </a:xfrm>
        </p:grpSpPr>
        <p:sp>
          <p:nvSpPr>
            <p:cNvPr id="935940" name="AutoShape 5"/>
            <p:cNvSpPr>
              <a:spLocks/>
            </p:cNvSpPr>
            <p:nvPr/>
          </p:nvSpPr>
          <p:spPr bwMode="auto">
            <a:xfrm rot="-5400000">
              <a:off x="1403" y="2249"/>
              <a:ext cx="136" cy="953"/>
            </a:xfrm>
            <a:prstGeom prst="leftBrace">
              <a:avLst>
                <a:gd name="adj1" fmla="val 58395"/>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800" b="1">
                <a:solidFill>
                  <a:srgbClr val="0000CC"/>
                </a:solidFill>
                <a:ea typeface="黑体" panose="02010609060101010101" pitchFamily="49" charset="-122"/>
              </a:endParaRPr>
            </a:p>
          </p:txBody>
        </p:sp>
        <p:sp>
          <p:nvSpPr>
            <p:cNvPr id="935941" name="AutoShape 6"/>
            <p:cNvSpPr>
              <a:spLocks/>
            </p:cNvSpPr>
            <p:nvPr/>
          </p:nvSpPr>
          <p:spPr bwMode="auto">
            <a:xfrm rot="-5400000">
              <a:off x="2437" y="2277"/>
              <a:ext cx="136" cy="897"/>
            </a:xfrm>
            <a:prstGeom prst="leftBrace">
              <a:avLst>
                <a:gd name="adj1" fmla="val 58383"/>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800" b="1">
                <a:solidFill>
                  <a:srgbClr val="0000CC"/>
                </a:solidFill>
                <a:ea typeface="黑体" panose="02010609060101010101" pitchFamily="49" charset="-122"/>
              </a:endParaRPr>
            </a:p>
          </p:txBody>
        </p:sp>
        <p:sp>
          <p:nvSpPr>
            <p:cNvPr id="935942" name="AutoShape 7"/>
            <p:cNvSpPr>
              <a:spLocks/>
            </p:cNvSpPr>
            <p:nvPr/>
          </p:nvSpPr>
          <p:spPr bwMode="auto">
            <a:xfrm rot="-5400000">
              <a:off x="3423" y="2249"/>
              <a:ext cx="136" cy="953"/>
            </a:xfrm>
            <a:prstGeom prst="leftBrace">
              <a:avLst>
                <a:gd name="adj1" fmla="val 58395"/>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800" b="1">
                <a:solidFill>
                  <a:srgbClr val="0000CC"/>
                </a:solidFill>
                <a:ea typeface="黑体" panose="02010609060101010101" pitchFamily="49" charset="-122"/>
              </a:endParaRPr>
            </a:p>
          </p:txBody>
        </p:sp>
        <p:sp>
          <p:nvSpPr>
            <p:cNvPr id="935943" name="AutoShape 8"/>
            <p:cNvSpPr>
              <a:spLocks/>
            </p:cNvSpPr>
            <p:nvPr/>
          </p:nvSpPr>
          <p:spPr bwMode="auto">
            <a:xfrm rot="-5400000">
              <a:off x="4476" y="2249"/>
              <a:ext cx="136" cy="953"/>
            </a:xfrm>
            <a:prstGeom prst="leftBrace">
              <a:avLst>
                <a:gd name="adj1" fmla="val 58395"/>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800" b="1">
                <a:solidFill>
                  <a:srgbClr val="0000CC"/>
                </a:solidFill>
                <a:ea typeface="黑体" panose="02010609060101010101" pitchFamily="49" charset="-122"/>
              </a:endParaRPr>
            </a:p>
          </p:txBody>
        </p:sp>
        <p:sp>
          <p:nvSpPr>
            <p:cNvPr id="935944" name="Text Box 9"/>
            <p:cNvSpPr txBox="1">
              <a:spLocks noChangeArrowheads="1"/>
            </p:cNvSpPr>
            <p:nvPr/>
          </p:nvSpPr>
          <p:spPr bwMode="auto">
            <a:xfrm>
              <a:off x="1254" y="2750"/>
              <a:ext cx="37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CC"/>
                  </a:solidFill>
                  <a:ea typeface="黑体" panose="02010609060101010101" pitchFamily="49" charset="-122"/>
                </a:rPr>
                <a:t>255</a:t>
              </a:r>
            </a:p>
          </p:txBody>
        </p:sp>
        <p:sp>
          <p:nvSpPr>
            <p:cNvPr id="935945" name="Text Box 10"/>
            <p:cNvSpPr txBox="1">
              <a:spLocks noChangeArrowheads="1"/>
            </p:cNvSpPr>
            <p:nvPr/>
          </p:nvSpPr>
          <p:spPr bwMode="auto">
            <a:xfrm>
              <a:off x="2291" y="2750"/>
              <a:ext cx="37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CC"/>
                  </a:solidFill>
                  <a:ea typeface="黑体" panose="02010609060101010101" pitchFamily="49" charset="-122"/>
                </a:rPr>
                <a:t>192</a:t>
              </a:r>
            </a:p>
          </p:txBody>
        </p:sp>
        <p:sp>
          <p:nvSpPr>
            <p:cNvPr id="935946" name="Text Box 11"/>
            <p:cNvSpPr txBox="1">
              <a:spLocks noChangeArrowheads="1"/>
            </p:cNvSpPr>
            <p:nvPr/>
          </p:nvSpPr>
          <p:spPr bwMode="auto">
            <a:xfrm>
              <a:off x="3383" y="2750"/>
              <a:ext cx="19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CC"/>
                  </a:solidFill>
                  <a:ea typeface="黑体" panose="02010609060101010101" pitchFamily="49" charset="-122"/>
                </a:rPr>
                <a:t>0</a:t>
              </a:r>
            </a:p>
          </p:txBody>
        </p:sp>
        <p:sp>
          <p:nvSpPr>
            <p:cNvPr id="935947" name="Text Box 12"/>
            <p:cNvSpPr txBox="1">
              <a:spLocks noChangeArrowheads="1"/>
            </p:cNvSpPr>
            <p:nvPr/>
          </p:nvSpPr>
          <p:spPr bwMode="auto">
            <a:xfrm>
              <a:off x="4436" y="2750"/>
              <a:ext cx="19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CC"/>
                  </a:solidFill>
                  <a:ea typeface="黑体" panose="02010609060101010101" pitchFamily="49" charset="-122"/>
                </a:rPr>
                <a:t>0</a:t>
              </a:r>
            </a:p>
          </p:txBody>
        </p:sp>
      </p:grpSp>
      <p:grpSp>
        <p:nvGrpSpPr>
          <p:cNvPr id="527373" name="Group 13"/>
          <p:cNvGrpSpPr>
            <a:grpSpLocks/>
          </p:cNvGrpSpPr>
          <p:nvPr/>
        </p:nvGrpSpPr>
        <p:grpSpPr bwMode="auto">
          <a:xfrm>
            <a:off x="1406525" y="2636838"/>
            <a:ext cx="3473450" cy="2159000"/>
            <a:chOff x="1126" y="1435"/>
            <a:chExt cx="1889" cy="1360"/>
          </a:xfrm>
        </p:grpSpPr>
        <p:grpSp>
          <p:nvGrpSpPr>
            <p:cNvPr id="935949" name="Group 14"/>
            <p:cNvGrpSpPr>
              <a:grpSpLocks/>
            </p:cNvGrpSpPr>
            <p:nvPr/>
          </p:nvGrpSpPr>
          <p:grpSpPr bwMode="auto">
            <a:xfrm>
              <a:off x="1126" y="1435"/>
              <a:ext cx="1224" cy="725"/>
              <a:chOff x="1126" y="1435"/>
              <a:chExt cx="1224" cy="725"/>
            </a:xfrm>
          </p:grpSpPr>
          <p:sp>
            <p:nvSpPr>
              <p:cNvPr id="935950" name="Rectangle 15"/>
              <p:cNvSpPr>
                <a:spLocks noChangeArrowheads="1"/>
              </p:cNvSpPr>
              <p:nvPr/>
            </p:nvSpPr>
            <p:spPr bwMode="auto">
              <a:xfrm>
                <a:off x="1126" y="1843"/>
                <a:ext cx="1224" cy="317"/>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35951" name="Line 16"/>
              <p:cNvSpPr>
                <a:spLocks noChangeShapeType="1"/>
              </p:cNvSpPr>
              <p:nvPr/>
            </p:nvSpPr>
            <p:spPr bwMode="auto">
              <a:xfrm>
                <a:off x="1606" y="1435"/>
                <a:ext cx="272"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sp>
          <p:nvSpPr>
            <p:cNvPr id="935952" name="Text Box 17"/>
            <p:cNvSpPr txBox="1">
              <a:spLocks noChangeArrowheads="1"/>
            </p:cNvSpPr>
            <p:nvPr/>
          </p:nvSpPr>
          <p:spPr bwMode="auto">
            <a:xfrm>
              <a:off x="1150" y="2504"/>
              <a:ext cx="1865" cy="291"/>
            </a:xfrm>
            <a:prstGeom prst="rect">
              <a:avLst/>
            </a:prstGeom>
            <a:solidFill>
              <a:srgbClr val="FFFF66"/>
            </a:solidFill>
            <a:ln w="19050">
              <a:solidFill>
                <a:srgbClr val="000099"/>
              </a:solidFill>
              <a:miter lim="800000"/>
              <a:headEnd/>
              <a:tailEnd/>
            </a:ln>
          </p:spPr>
          <p:txBody>
            <a:bodyPr wrap="none">
              <a:spAutoFit/>
            </a:bodyPr>
            <a:lstStyle/>
            <a:p>
              <a:pPr eaLnBrk="0" hangingPunct="0"/>
              <a:r>
                <a:rPr lang="zh-CN" altLang="en-US" sz="2400" b="1">
                  <a:solidFill>
                    <a:srgbClr val="000099"/>
                  </a:solidFill>
                  <a:ea typeface="黑体" panose="02010609060101010101" pitchFamily="49" charset="-122"/>
                </a:rPr>
                <a:t>掩码中有 </a:t>
              </a:r>
              <a:r>
                <a:rPr lang="en-US" altLang="zh-CN" sz="2400" b="1">
                  <a:solidFill>
                    <a:srgbClr val="000099"/>
                  </a:solidFill>
                  <a:ea typeface="黑体" panose="02010609060101010101" pitchFamily="49" charset="-122"/>
                </a:rPr>
                <a:t>10 </a:t>
              </a:r>
              <a:r>
                <a:rPr lang="zh-CN" altLang="en-US" sz="2400" b="1">
                  <a:solidFill>
                    <a:srgbClr val="000099"/>
                  </a:solidFill>
                  <a:ea typeface="黑体" panose="02010609060101010101" pitchFamily="49" charset="-122"/>
                </a:rPr>
                <a:t>个连续的 </a:t>
              </a:r>
              <a:r>
                <a:rPr lang="en-US" altLang="zh-CN" sz="2400" b="1">
                  <a:solidFill>
                    <a:srgbClr val="000099"/>
                  </a:solidFill>
                  <a:ea typeface="黑体" panose="02010609060101010101" pitchFamily="49" charset="-122"/>
                </a:rPr>
                <a:t>1</a:t>
              </a:r>
            </a:p>
          </p:txBody>
        </p:sp>
      </p:grpSp>
      <p:sp>
        <p:nvSpPr>
          <p:cNvPr id="935953" name="Text Box 7"/>
          <p:cNvSpPr txBox="1">
            <a:spLocks noChangeArrowheads="1"/>
          </p:cNvSpPr>
          <p:nvPr/>
        </p:nvSpPr>
        <p:spPr bwMode="auto">
          <a:xfrm>
            <a:off x="1355725" y="3284538"/>
            <a:ext cx="7629525"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200" b="1">
                <a:ea typeface="黑体" panose="02010609060101010101" pitchFamily="49" charset="-122"/>
              </a:rPr>
              <a:t>11111111 11000000 00000000 00000000</a:t>
            </a:r>
          </a:p>
        </p:txBody>
      </p:sp>
      <p:sp>
        <p:nvSpPr>
          <p:cNvPr id="935954"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6C98F62-8211-4319-88E5-71C9FB05111E}" type="slidenum">
              <a:rPr lang="zh-CN" altLang="en-US" smtClean="0"/>
              <a:pPr eaLnBrk="1" hangingPunct="1"/>
              <a:t>35</a:t>
            </a:fld>
            <a:endParaRPr lang="en-US" altLang="zh-CN" smtClean="0"/>
          </a:p>
        </p:txBody>
      </p:sp>
      <p:sp>
        <p:nvSpPr>
          <p:cNvPr id="935955"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2736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27363">
                                            <p:txEl>
                                              <p:pRg st="5" end="5"/>
                                            </p:txEl>
                                          </p:spTgt>
                                        </p:tgtEl>
                                        <p:attrNameLst>
                                          <p:attrName>style.visibility</p:attrName>
                                        </p:attrNameLst>
                                      </p:cBhvr>
                                      <p:to>
                                        <p:strVal val="visible"/>
                                      </p:to>
                                    </p:set>
                                  </p:childTnLst>
                                </p:cTn>
                              </p:par>
                            </p:childTnLst>
                          </p:cTn>
                        </p:par>
                        <p:par>
                          <p:cTn id="11" fill="hold" nodeType="afterGroup">
                            <p:stCondLst>
                              <p:cond delay="1"/>
                            </p:stCondLst>
                            <p:childTnLst>
                              <p:par>
                                <p:cTn id="12" presetID="1" presetClass="entr" presetSubtype="0" fill="hold" nodeType="afterEffect">
                                  <p:stCondLst>
                                    <p:cond delay="0"/>
                                  </p:stCondLst>
                                  <p:childTnLst>
                                    <p:set>
                                      <p:cBhvr>
                                        <p:cTn id="13" dur="1" fill="hold">
                                          <p:stCondLst>
                                            <p:cond delay="0"/>
                                          </p:stCondLst>
                                        </p:cTn>
                                        <p:tgtEl>
                                          <p:spTgt spid="527364"/>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repeatCount="3000" fill="hold" nodeType="clickEffect">
                                  <p:stCondLst>
                                    <p:cond delay="0"/>
                                  </p:stCondLst>
                                  <p:childTnLst>
                                    <p:set>
                                      <p:cBhvr>
                                        <p:cTn id="17" dur="1" fill="hold">
                                          <p:stCondLst>
                                            <p:cond delay="0"/>
                                          </p:stCondLst>
                                        </p:cTn>
                                        <p:tgtEl>
                                          <p:spTgt spid="527373"/>
                                        </p:tgtEl>
                                        <p:attrNameLst>
                                          <p:attrName>style.visibility</p:attrName>
                                        </p:attrNameLst>
                                      </p:cBhvr>
                                      <p:to>
                                        <p:strVal val="visible"/>
                                      </p:to>
                                    </p:set>
                                  </p:childTnLst>
                                </p:cTn>
                              </p:par>
                            </p:childTnLst>
                          </p:cTn>
                        </p:par>
                        <p:par>
                          <p:cTn id="18" fill="hold" nodeType="afterGroup">
                            <p:stCondLst>
                              <p:cond delay="3"/>
                            </p:stCondLst>
                            <p:childTnLst>
                              <p:par>
                                <p:cTn id="19" presetID="35" presetClass="emph" presetSubtype="0" repeatCount="3000" fill="hold" nodeType="afterEffect">
                                  <p:stCondLst>
                                    <p:cond delay="500"/>
                                  </p:stCondLst>
                                  <p:childTnLst>
                                    <p:anim calcmode="discrete" valueType="str">
                                      <p:cBhvr>
                                        <p:cTn id="20" dur="1000" fill="hold"/>
                                        <p:tgtEl>
                                          <p:spTgt spid="52737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注意区分</a:t>
            </a:r>
            <a:endParaRPr lang="zh-CN" altLang="en-US" dirty="0"/>
          </a:p>
        </p:txBody>
      </p:sp>
      <p:sp>
        <p:nvSpPr>
          <p:cNvPr id="3" name="内容占位符 2"/>
          <p:cNvSpPr>
            <a:spLocks noGrp="1"/>
          </p:cNvSpPr>
          <p:nvPr>
            <p:ph idx="1"/>
          </p:nvPr>
        </p:nvSpPr>
        <p:spPr/>
        <p:txBody>
          <a:bodyPr/>
          <a:lstStyle/>
          <a:p>
            <a:r>
              <a:rPr lang="en-US" altLang="zh-CN" dirty="0" smtClean="0">
                <a:solidFill>
                  <a:srgbClr val="0000CC"/>
                </a:solidFill>
              </a:rPr>
              <a:t>128.14.32.7</a:t>
            </a:r>
            <a:r>
              <a:rPr lang="en-US" altLang="zh-CN" dirty="0" smtClean="0"/>
              <a:t> IP</a:t>
            </a:r>
            <a:r>
              <a:rPr lang="zh-CN" altLang="en-US" dirty="0" smtClean="0"/>
              <a:t>地址，无前缀长度，不知网络号</a:t>
            </a:r>
            <a:endParaRPr lang="en-US" altLang="zh-CN" dirty="0" smtClean="0"/>
          </a:p>
          <a:p>
            <a:r>
              <a:rPr lang="en-US" altLang="zh-CN" dirty="0" smtClean="0">
                <a:solidFill>
                  <a:srgbClr val="0000CC"/>
                </a:solidFill>
              </a:rPr>
              <a:t>128.14.32.7/20</a:t>
            </a:r>
            <a:r>
              <a:rPr lang="en-US" altLang="zh-CN" dirty="0" smtClean="0"/>
              <a:t> IP</a:t>
            </a:r>
            <a:r>
              <a:rPr lang="zh-CN" altLang="en-US" dirty="0" smtClean="0"/>
              <a:t>地址，有前缀，可得网络号</a:t>
            </a:r>
            <a:endParaRPr lang="en-US" altLang="zh-CN" dirty="0" smtClean="0"/>
          </a:p>
          <a:p>
            <a:r>
              <a:rPr lang="en-US" altLang="zh-CN" dirty="0" smtClean="0">
                <a:solidFill>
                  <a:srgbClr val="0000CC"/>
                </a:solidFill>
              </a:rPr>
              <a:t>128.14.32.0/20</a:t>
            </a:r>
            <a:r>
              <a:rPr lang="en-US" altLang="zh-CN" dirty="0" smtClean="0"/>
              <a:t> </a:t>
            </a:r>
            <a:r>
              <a:rPr lang="zh-CN" altLang="en-US" dirty="0" smtClean="0"/>
              <a:t>包含多个</a:t>
            </a:r>
            <a:r>
              <a:rPr lang="en-US" altLang="zh-CN" dirty="0" smtClean="0"/>
              <a:t>IP</a:t>
            </a:r>
            <a:r>
              <a:rPr lang="zh-CN" altLang="en-US" dirty="0" smtClean="0"/>
              <a:t>的地址块，或表示为：</a:t>
            </a:r>
            <a:endParaRPr lang="en-US" altLang="zh-CN" dirty="0" smtClean="0"/>
          </a:p>
          <a:p>
            <a:pPr marL="0" indent="0">
              <a:buNone/>
            </a:pPr>
            <a:r>
              <a:rPr lang="en-US" altLang="zh-CN" dirty="0"/>
              <a:t> </a:t>
            </a:r>
            <a:r>
              <a:rPr lang="en-US" altLang="zh-CN" dirty="0" smtClean="0">
                <a:solidFill>
                  <a:srgbClr val="0000CC"/>
                </a:solidFill>
              </a:rPr>
              <a:t>128.14.32/20</a:t>
            </a:r>
            <a:endParaRPr lang="zh-CN" altLang="en-US" dirty="0">
              <a:solidFill>
                <a:srgbClr val="0000CC"/>
              </a:solidFill>
            </a:endParaRPr>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B324A7B3-BB3D-430C-9416-57B4A4106B8F}" type="slidenum">
              <a:rPr lang="zh-CN" altLang="en-US" smtClean="0"/>
              <a:pPr/>
              <a:t>36</a:t>
            </a:fld>
            <a:endParaRPr lang="en-US" altLang="zh-CN"/>
          </a:p>
        </p:txBody>
      </p:sp>
    </p:spTree>
    <p:extLst>
      <p:ext uri="{BB962C8B-B14F-4D97-AF65-F5344CB8AC3E}">
        <p14:creationId xmlns:p14="http://schemas.microsoft.com/office/powerpoint/2010/main" val="13337953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smtClean="0"/>
              <a:t>CIDR-</a:t>
            </a:r>
            <a:r>
              <a:rPr lang="zh-CN" altLang="en-US" dirty="0" smtClean="0"/>
              <a:t>地址掩码</a:t>
            </a:r>
            <a:endParaRPr lang="zh-CN" altLang="en-US" dirty="0"/>
          </a:p>
        </p:txBody>
      </p:sp>
      <p:sp>
        <p:nvSpPr>
          <p:cNvPr id="3" name="内容占位符 2"/>
          <p:cNvSpPr>
            <a:spLocks noGrp="1"/>
          </p:cNvSpPr>
          <p:nvPr>
            <p:ph idx="1"/>
          </p:nvPr>
        </p:nvSpPr>
        <p:spPr/>
        <p:txBody>
          <a:bodyPr/>
          <a:lstStyle/>
          <a:p>
            <a:r>
              <a:rPr lang="en-US" altLang="zh-CN" sz="2800" dirty="0"/>
              <a:t>CIDR </a:t>
            </a:r>
            <a:r>
              <a:rPr lang="zh-CN" altLang="en-US" sz="2800" dirty="0"/>
              <a:t>虽然不使用子网了，但仍然使用“</a:t>
            </a:r>
            <a:r>
              <a:rPr lang="zh-CN" altLang="en-US" sz="2800" dirty="0">
                <a:solidFill>
                  <a:srgbClr val="0000CC"/>
                </a:solidFill>
              </a:rPr>
              <a:t>掩码</a:t>
            </a:r>
            <a:r>
              <a:rPr lang="zh-CN" altLang="en-US" sz="2800" dirty="0"/>
              <a:t>”这一名词（但不叫子网掩码）。</a:t>
            </a:r>
          </a:p>
          <a:p>
            <a:r>
              <a:rPr lang="zh-CN" altLang="en-US" sz="2800" dirty="0"/>
              <a:t>对于</a:t>
            </a:r>
            <a:r>
              <a:rPr lang="zh-CN" altLang="en-US" sz="2800" dirty="0">
                <a:solidFill>
                  <a:srgbClr val="0000CC"/>
                </a:solidFill>
              </a:rPr>
              <a:t> </a:t>
            </a:r>
            <a:r>
              <a:rPr lang="en-US" altLang="zh-CN" sz="2800" dirty="0">
                <a:solidFill>
                  <a:srgbClr val="0000CC"/>
                </a:solidFill>
              </a:rPr>
              <a:t>/20  </a:t>
            </a:r>
            <a:r>
              <a:rPr lang="zh-CN" altLang="en-US" sz="2800" dirty="0"/>
              <a:t>地址块，它的掩码是 </a:t>
            </a:r>
            <a:r>
              <a:rPr lang="en-US" altLang="zh-CN" sz="2800" dirty="0"/>
              <a:t>20 </a:t>
            </a:r>
            <a:r>
              <a:rPr lang="zh-CN" altLang="en-US" sz="2800" dirty="0"/>
              <a:t>个连续的 </a:t>
            </a:r>
            <a:r>
              <a:rPr lang="en-US" altLang="zh-CN" sz="2800" dirty="0"/>
              <a:t>1</a:t>
            </a:r>
            <a:r>
              <a:rPr lang="zh-CN" altLang="en-US" sz="2800" dirty="0"/>
              <a:t>。 斜线记法中的数字就是掩码中</a:t>
            </a:r>
            <a:r>
              <a:rPr lang="en-US" altLang="zh-CN" sz="2800" dirty="0"/>
              <a:t>1</a:t>
            </a:r>
            <a:r>
              <a:rPr lang="zh-CN" altLang="en-US" sz="2800" dirty="0"/>
              <a:t>的个数。 </a:t>
            </a:r>
            <a:endParaRPr lang="en-US" altLang="zh-CN" sz="2800" dirty="0" smtClean="0"/>
          </a:p>
          <a:p>
            <a:r>
              <a:rPr lang="zh-CN" altLang="en-US" sz="2800" dirty="0" smtClean="0"/>
              <a:t>由斜线记忆法的</a:t>
            </a:r>
            <a:r>
              <a:rPr lang="en-US" altLang="zh-CN" sz="2800" dirty="0" smtClean="0"/>
              <a:t>32</a:t>
            </a:r>
            <a:r>
              <a:rPr lang="zh-CN" altLang="en-US" sz="2800" dirty="0" smtClean="0"/>
              <a:t>位地址掩码用于计算某个</a:t>
            </a:r>
            <a:r>
              <a:rPr lang="en-US" altLang="zh-CN" sz="2800" dirty="0" smtClean="0"/>
              <a:t>IP</a:t>
            </a:r>
            <a:r>
              <a:rPr lang="zh-CN" altLang="en-US" sz="2800" dirty="0" smtClean="0"/>
              <a:t>地址的网络地址，即斜线后的数字代表了地址掩码中</a:t>
            </a:r>
            <a:r>
              <a:rPr lang="en-US" altLang="zh-CN" sz="2800" dirty="0" smtClean="0"/>
              <a:t>1</a:t>
            </a:r>
            <a:r>
              <a:rPr lang="zh-CN" altLang="en-US" sz="2800" dirty="0" smtClean="0"/>
              <a:t>的个数。</a:t>
            </a:r>
            <a:endParaRPr lang="en-US" altLang="zh-CN" sz="2800" dirty="0" smtClean="0"/>
          </a:p>
          <a:p>
            <a:r>
              <a:rPr lang="zh-CN" altLang="en-US" sz="2800" dirty="0" smtClean="0"/>
              <a:t>例如，</a:t>
            </a:r>
            <a:r>
              <a:rPr lang="en-US" altLang="zh-CN" sz="2800" dirty="0" smtClean="0"/>
              <a:t>/20</a:t>
            </a:r>
          </a:p>
          <a:p>
            <a:pPr marL="0" indent="0">
              <a:buNone/>
            </a:pPr>
            <a:r>
              <a:rPr lang="en-US" altLang="zh-CN" sz="2800" dirty="0"/>
              <a:t> </a:t>
            </a:r>
            <a:r>
              <a:rPr lang="en-US" altLang="zh-CN" sz="2800" dirty="0" smtClean="0"/>
              <a:t>          11111111 11111111 11110000 00000000</a:t>
            </a:r>
          </a:p>
          <a:p>
            <a:pPr marL="0" indent="0">
              <a:buNone/>
            </a:pPr>
            <a:r>
              <a:rPr lang="en-US" altLang="zh-CN" sz="2800" dirty="0"/>
              <a:t> </a:t>
            </a:r>
            <a:r>
              <a:rPr lang="en-US" altLang="zh-CN" sz="2800" dirty="0" smtClean="0"/>
              <a:t>  </a:t>
            </a:r>
            <a:r>
              <a:rPr lang="zh-CN" altLang="en-US" sz="2800" dirty="0" smtClean="0"/>
              <a:t>固定分类的</a:t>
            </a:r>
            <a:r>
              <a:rPr lang="en-US" altLang="zh-CN" sz="2800" dirty="0" smtClean="0"/>
              <a:t>IP</a:t>
            </a:r>
            <a:r>
              <a:rPr lang="zh-CN" altLang="en-US" sz="2800" dirty="0" smtClean="0"/>
              <a:t>地址，网络也有掩码，不用特意给出。</a:t>
            </a:r>
            <a:endParaRPr lang="zh-CN" altLang="en-US" sz="2800" dirty="0"/>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B324A7B3-BB3D-430C-9416-57B4A4106B8F}" type="slidenum">
              <a:rPr lang="zh-CN" altLang="en-US" smtClean="0"/>
              <a:pPr/>
              <a:t>37</a:t>
            </a:fld>
            <a:endParaRPr lang="en-US" altLang="zh-CN"/>
          </a:p>
        </p:txBody>
      </p:sp>
    </p:spTree>
    <p:extLst>
      <p:ext uri="{BB962C8B-B14F-4D97-AF65-F5344CB8AC3E}">
        <p14:creationId xmlns:p14="http://schemas.microsoft.com/office/powerpoint/2010/main" val="29722448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560388" y="836613"/>
          <a:ext cx="9145587" cy="5400670"/>
        </p:xfrm>
        <a:graphic>
          <a:graphicData uri="http://schemas.openxmlformats.org/drawingml/2006/table">
            <a:tbl>
              <a:tblPr>
                <a:tableStyleId>{5C22544A-7EE6-4342-B048-85BDC9FD1C3A}</a:tableStyleId>
              </a:tblPr>
              <a:tblGrid>
                <a:gridCol w="1872325">
                  <a:extLst>
                    <a:ext uri="{9D8B030D-6E8A-4147-A177-3AD203B41FA5}">
                      <a16:colId xmlns:a16="http://schemas.microsoft.com/office/drawing/2014/main" val="20000"/>
                    </a:ext>
                  </a:extLst>
                </a:gridCol>
                <a:gridCol w="2232388">
                  <a:extLst>
                    <a:ext uri="{9D8B030D-6E8A-4147-A177-3AD203B41FA5}">
                      <a16:colId xmlns:a16="http://schemas.microsoft.com/office/drawing/2014/main" val="20001"/>
                    </a:ext>
                  </a:extLst>
                </a:gridCol>
                <a:gridCol w="2016350">
                  <a:extLst>
                    <a:ext uri="{9D8B030D-6E8A-4147-A177-3AD203B41FA5}">
                      <a16:colId xmlns:a16="http://schemas.microsoft.com/office/drawing/2014/main" val="20002"/>
                    </a:ext>
                  </a:extLst>
                </a:gridCol>
                <a:gridCol w="3024524">
                  <a:extLst>
                    <a:ext uri="{9D8B030D-6E8A-4147-A177-3AD203B41FA5}">
                      <a16:colId xmlns:a16="http://schemas.microsoft.com/office/drawing/2014/main" val="20003"/>
                    </a:ext>
                  </a:extLst>
                </a:gridCol>
              </a:tblGrid>
              <a:tr h="536290">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CIDR </a:t>
                      </a:r>
                      <a:r>
                        <a:rPr lang="zh-CN" sz="2000" b="1" dirty="0">
                          <a:solidFill>
                            <a:schemeClr val="tx1"/>
                          </a:solidFill>
                          <a:effectLst/>
                          <a:latin typeface="+mn-lt"/>
                          <a:ea typeface="黑体" panose="02010609060101010101" pitchFamily="2" charset="-122"/>
                        </a:rPr>
                        <a:t>前缀长度</a:t>
                      </a: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00000"/>
                        </a:lnSpc>
                        <a:spcAft>
                          <a:spcPts val="0"/>
                        </a:spcAft>
                      </a:pPr>
                      <a:r>
                        <a:rPr lang="zh-CN" sz="2000" b="1" dirty="0">
                          <a:solidFill>
                            <a:schemeClr val="tx1"/>
                          </a:solidFill>
                          <a:effectLst/>
                          <a:latin typeface="+mn-lt"/>
                          <a:ea typeface="黑体" panose="02010609060101010101" pitchFamily="2" charset="-122"/>
                        </a:rPr>
                        <a:t>点分十进制</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00000"/>
                        </a:lnSpc>
                        <a:spcAft>
                          <a:spcPts val="0"/>
                        </a:spcAft>
                      </a:pPr>
                      <a:r>
                        <a:rPr lang="zh-CN" sz="2000" b="1" dirty="0">
                          <a:solidFill>
                            <a:schemeClr val="tx1"/>
                          </a:solidFill>
                          <a:effectLst/>
                          <a:latin typeface="+mn-lt"/>
                          <a:ea typeface="黑体" panose="02010609060101010101" pitchFamily="2" charset="-122"/>
                        </a:rPr>
                        <a:t>包含的地址数</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00000"/>
                        </a:lnSpc>
                        <a:spcAft>
                          <a:spcPts val="0"/>
                        </a:spcAft>
                      </a:pPr>
                      <a:r>
                        <a:rPr lang="zh-CN" sz="2000" b="1" dirty="0">
                          <a:solidFill>
                            <a:schemeClr val="tx1"/>
                          </a:solidFill>
                          <a:effectLst/>
                          <a:latin typeface="+mn-lt"/>
                          <a:ea typeface="黑体" panose="02010609060101010101" pitchFamily="2" charset="-122"/>
                        </a:rPr>
                        <a:t>相当于包含分类的网络数</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24292">
                <a:tc>
                  <a:txBody>
                    <a:bodyPr/>
                    <a:lstStyle/>
                    <a:p>
                      <a:pPr algn="ctr">
                        <a:lnSpc>
                          <a:spcPct val="100000"/>
                        </a:lnSpc>
                        <a:spcAft>
                          <a:spcPts val="0"/>
                        </a:spcAft>
                        <a:tabLst>
                          <a:tab pos="2637155" algn="ctr"/>
                          <a:tab pos="5274310" algn="r"/>
                          <a:tab pos="266700" algn="l"/>
                        </a:tabLst>
                      </a:pPr>
                      <a:r>
                        <a:rPr lang="en-US" sz="2000" b="1">
                          <a:solidFill>
                            <a:schemeClr val="tx1"/>
                          </a:solidFill>
                          <a:effectLst/>
                          <a:latin typeface="+mn-lt"/>
                          <a:ea typeface="黑体" panose="02010609060101010101" pitchFamily="2" charset="-122"/>
                        </a:rPr>
                        <a:t>/13</a:t>
                      </a:r>
                      <a:endParaRPr lang="zh-CN" sz="2000" b="1">
                        <a:solidFill>
                          <a:schemeClr val="tx1"/>
                        </a:solidFill>
                        <a:effectLst/>
                        <a:latin typeface="+mn-lt"/>
                        <a:ea typeface="黑体" panose="02010609060101010101" pitchFamily="2" charset="-122"/>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255.248.0.0</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512 K</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8</a:t>
                      </a:r>
                      <a:r>
                        <a:rPr lang="zh-CN" sz="2000" b="1">
                          <a:solidFill>
                            <a:schemeClr val="tx1"/>
                          </a:solidFill>
                          <a:effectLst/>
                          <a:latin typeface="+mn-lt"/>
                          <a:ea typeface="黑体" panose="02010609060101010101" pitchFamily="2" charset="-122"/>
                        </a:rPr>
                        <a:t>个</a:t>
                      </a:r>
                      <a:r>
                        <a:rPr lang="en-US" sz="2000" b="1">
                          <a:solidFill>
                            <a:schemeClr val="tx1"/>
                          </a:solidFill>
                          <a:effectLst/>
                          <a:latin typeface="+mn-lt"/>
                          <a:ea typeface="黑体" panose="02010609060101010101" pitchFamily="2" charset="-122"/>
                        </a:rPr>
                        <a:t>B</a:t>
                      </a:r>
                      <a:r>
                        <a:rPr lang="zh-CN" sz="2000" b="1">
                          <a:solidFill>
                            <a:schemeClr val="tx1"/>
                          </a:solidFill>
                          <a:effectLst/>
                          <a:latin typeface="+mn-lt"/>
                          <a:ea typeface="黑体" panose="02010609060101010101" pitchFamily="2" charset="-122"/>
                        </a:rPr>
                        <a:t>类或</a:t>
                      </a:r>
                      <a:r>
                        <a:rPr lang="en-US" sz="2000" b="1">
                          <a:solidFill>
                            <a:schemeClr val="tx1"/>
                          </a:solidFill>
                          <a:effectLst/>
                          <a:latin typeface="+mn-lt"/>
                          <a:ea typeface="黑体" panose="02010609060101010101" pitchFamily="2" charset="-122"/>
                        </a:rPr>
                        <a:t>2048</a:t>
                      </a:r>
                      <a:r>
                        <a:rPr lang="zh-CN" sz="2000" b="1">
                          <a:solidFill>
                            <a:schemeClr val="tx1"/>
                          </a:solidFill>
                          <a:effectLst/>
                          <a:latin typeface="+mn-lt"/>
                          <a:ea typeface="黑体" panose="02010609060101010101" pitchFamily="2" charset="-122"/>
                        </a:rPr>
                        <a:t>个</a:t>
                      </a:r>
                      <a:r>
                        <a:rPr lang="en-US" sz="2000" b="1">
                          <a:solidFill>
                            <a:schemeClr val="tx1"/>
                          </a:solidFill>
                          <a:effectLst/>
                          <a:latin typeface="+mn-lt"/>
                          <a:ea typeface="黑体" panose="02010609060101010101" pitchFamily="2" charset="-122"/>
                        </a:rPr>
                        <a:t>C</a:t>
                      </a:r>
                      <a:r>
                        <a:rPr lang="zh-CN" sz="2000" b="1">
                          <a:solidFill>
                            <a:schemeClr val="tx1"/>
                          </a:solidFill>
                          <a:effectLst/>
                          <a:latin typeface="+mn-lt"/>
                          <a:ea typeface="黑体" panose="02010609060101010101" pitchFamily="2" charset="-122"/>
                        </a:rPr>
                        <a:t>类</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24292">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/14</a:t>
                      </a:r>
                      <a:endParaRPr lang="zh-CN" sz="2000" b="1">
                        <a:solidFill>
                          <a:schemeClr val="tx1"/>
                        </a:solidFill>
                        <a:effectLst/>
                        <a:latin typeface="+mn-lt"/>
                        <a:ea typeface="黑体" panose="02010609060101010101" pitchFamily="2" charset="-122"/>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255.252.0.0</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256 K</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4</a:t>
                      </a:r>
                      <a:r>
                        <a:rPr lang="zh-CN" sz="2000" b="1">
                          <a:solidFill>
                            <a:schemeClr val="tx1"/>
                          </a:solidFill>
                          <a:effectLst/>
                          <a:latin typeface="+mn-lt"/>
                          <a:ea typeface="黑体" panose="02010609060101010101" pitchFamily="2" charset="-122"/>
                        </a:rPr>
                        <a:t>个</a:t>
                      </a:r>
                      <a:r>
                        <a:rPr lang="en-US" sz="2000" b="1">
                          <a:solidFill>
                            <a:schemeClr val="tx1"/>
                          </a:solidFill>
                          <a:effectLst/>
                          <a:latin typeface="+mn-lt"/>
                          <a:ea typeface="黑体" panose="02010609060101010101" pitchFamily="2" charset="-122"/>
                        </a:rPr>
                        <a:t>B</a:t>
                      </a:r>
                      <a:r>
                        <a:rPr lang="zh-CN" sz="2000" b="1">
                          <a:solidFill>
                            <a:schemeClr val="tx1"/>
                          </a:solidFill>
                          <a:effectLst/>
                          <a:latin typeface="+mn-lt"/>
                          <a:ea typeface="黑体" panose="02010609060101010101" pitchFamily="2" charset="-122"/>
                        </a:rPr>
                        <a:t>类或</a:t>
                      </a:r>
                      <a:r>
                        <a:rPr lang="en-US" sz="2000" b="1">
                          <a:solidFill>
                            <a:schemeClr val="tx1"/>
                          </a:solidFill>
                          <a:effectLst/>
                          <a:latin typeface="+mn-lt"/>
                          <a:ea typeface="黑体" panose="02010609060101010101" pitchFamily="2" charset="-122"/>
                        </a:rPr>
                        <a:t>1024</a:t>
                      </a:r>
                      <a:r>
                        <a:rPr lang="zh-CN" sz="2000" b="1">
                          <a:solidFill>
                            <a:schemeClr val="tx1"/>
                          </a:solidFill>
                          <a:effectLst/>
                          <a:latin typeface="+mn-lt"/>
                          <a:ea typeface="黑体" panose="02010609060101010101" pitchFamily="2" charset="-122"/>
                        </a:rPr>
                        <a:t>个</a:t>
                      </a:r>
                      <a:r>
                        <a:rPr lang="en-US" sz="2000" b="1">
                          <a:solidFill>
                            <a:schemeClr val="tx1"/>
                          </a:solidFill>
                          <a:effectLst/>
                          <a:latin typeface="+mn-lt"/>
                          <a:ea typeface="黑体" panose="02010609060101010101" pitchFamily="2" charset="-122"/>
                        </a:rPr>
                        <a:t>C</a:t>
                      </a:r>
                      <a:r>
                        <a:rPr lang="zh-CN" sz="2000" b="1">
                          <a:solidFill>
                            <a:schemeClr val="tx1"/>
                          </a:solidFill>
                          <a:effectLst/>
                          <a:latin typeface="+mn-lt"/>
                          <a:ea typeface="黑体" panose="02010609060101010101" pitchFamily="2" charset="-122"/>
                        </a:rPr>
                        <a:t>类</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24292">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/15</a:t>
                      </a:r>
                      <a:endParaRPr lang="zh-CN" sz="2000" b="1">
                        <a:solidFill>
                          <a:schemeClr val="tx1"/>
                        </a:solidFill>
                        <a:effectLst/>
                        <a:latin typeface="+mn-lt"/>
                        <a:ea typeface="黑体" panose="02010609060101010101" pitchFamily="2" charset="-122"/>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255.254.0.0</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128 K</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a:t>
                      </a:r>
                      <a:r>
                        <a:rPr lang="zh-CN" sz="2000" b="1">
                          <a:solidFill>
                            <a:schemeClr val="tx1"/>
                          </a:solidFill>
                          <a:effectLst/>
                          <a:latin typeface="+mn-lt"/>
                          <a:ea typeface="黑体" panose="02010609060101010101" pitchFamily="2" charset="-122"/>
                        </a:rPr>
                        <a:t>个</a:t>
                      </a:r>
                      <a:r>
                        <a:rPr lang="en-US" sz="2000" b="1">
                          <a:solidFill>
                            <a:schemeClr val="tx1"/>
                          </a:solidFill>
                          <a:effectLst/>
                          <a:latin typeface="+mn-lt"/>
                          <a:ea typeface="黑体" panose="02010609060101010101" pitchFamily="2" charset="-122"/>
                        </a:rPr>
                        <a:t>B</a:t>
                      </a:r>
                      <a:r>
                        <a:rPr lang="zh-CN" sz="2000" b="1">
                          <a:solidFill>
                            <a:schemeClr val="tx1"/>
                          </a:solidFill>
                          <a:effectLst/>
                          <a:latin typeface="+mn-lt"/>
                          <a:ea typeface="黑体" panose="02010609060101010101" pitchFamily="2" charset="-122"/>
                        </a:rPr>
                        <a:t>类或</a:t>
                      </a:r>
                      <a:r>
                        <a:rPr lang="en-US" sz="2000" b="1">
                          <a:solidFill>
                            <a:schemeClr val="tx1"/>
                          </a:solidFill>
                          <a:effectLst/>
                          <a:latin typeface="+mn-lt"/>
                          <a:ea typeface="黑体" panose="02010609060101010101" pitchFamily="2" charset="-122"/>
                        </a:rPr>
                        <a:t>512</a:t>
                      </a:r>
                      <a:r>
                        <a:rPr lang="zh-CN" sz="2000" b="1">
                          <a:solidFill>
                            <a:schemeClr val="tx1"/>
                          </a:solidFill>
                          <a:effectLst/>
                          <a:latin typeface="+mn-lt"/>
                          <a:ea typeface="黑体" panose="02010609060101010101" pitchFamily="2" charset="-122"/>
                        </a:rPr>
                        <a:t>个</a:t>
                      </a:r>
                      <a:r>
                        <a:rPr lang="en-US" sz="2000" b="1">
                          <a:solidFill>
                            <a:schemeClr val="tx1"/>
                          </a:solidFill>
                          <a:effectLst/>
                          <a:latin typeface="+mn-lt"/>
                          <a:ea typeface="黑体" panose="02010609060101010101" pitchFamily="2" charset="-122"/>
                        </a:rPr>
                        <a:t>C</a:t>
                      </a:r>
                      <a:r>
                        <a:rPr lang="zh-CN" sz="2000" b="1">
                          <a:solidFill>
                            <a:schemeClr val="tx1"/>
                          </a:solidFill>
                          <a:effectLst/>
                          <a:latin typeface="+mn-lt"/>
                          <a:ea typeface="黑体" panose="02010609060101010101" pitchFamily="2" charset="-122"/>
                        </a:rPr>
                        <a:t>类</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24292">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/16</a:t>
                      </a:r>
                      <a:endParaRPr lang="zh-CN" sz="2000" b="1">
                        <a:solidFill>
                          <a:schemeClr val="tx1"/>
                        </a:solidFill>
                        <a:effectLst/>
                        <a:latin typeface="+mn-lt"/>
                        <a:ea typeface="黑体" panose="02010609060101010101" pitchFamily="2" charset="-122"/>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255.255.0.0</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64 K</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1</a:t>
                      </a:r>
                      <a:r>
                        <a:rPr lang="zh-CN" sz="2000" b="1">
                          <a:solidFill>
                            <a:schemeClr val="tx1"/>
                          </a:solidFill>
                          <a:effectLst/>
                          <a:latin typeface="+mn-lt"/>
                          <a:ea typeface="黑体" panose="02010609060101010101" pitchFamily="2" charset="-122"/>
                        </a:rPr>
                        <a:t>个</a:t>
                      </a:r>
                      <a:r>
                        <a:rPr lang="en-US" sz="2000" b="1">
                          <a:solidFill>
                            <a:schemeClr val="tx1"/>
                          </a:solidFill>
                          <a:effectLst/>
                          <a:latin typeface="+mn-lt"/>
                          <a:ea typeface="黑体" panose="02010609060101010101" pitchFamily="2" charset="-122"/>
                        </a:rPr>
                        <a:t>B</a:t>
                      </a:r>
                      <a:r>
                        <a:rPr lang="zh-CN" sz="2000" b="1">
                          <a:solidFill>
                            <a:schemeClr val="tx1"/>
                          </a:solidFill>
                          <a:effectLst/>
                          <a:latin typeface="+mn-lt"/>
                          <a:ea typeface="黑体" panose="02010609060101010101" pitchFamily="2" charset="-122"/>
                        </a:rPr>
                        <a:t>类或</a:t>
                      </a:r>
                      <a:r>
                        <a:rPr lang="en-US" sz="2000" b="1">
                          <a:solidFill>
                            <a:schemeClr val="tx1"/>
                          </a:solidFill>
                          <a:effectLst/>
                          <a:latin typeface="+mn-lt"/>
                          <a:ea typeface="黑体" panose="02010609060101010101" pitchFamily="2" charset="-122"/>
                        </a:rPr>
                        <a:t>256</a:t>
                      </a:r>
                      <a:r>
                        <a:rPr lang="zh-CN" sz="2000" b="1">
                          <a:solidFill>
                            <a:schemeClr val="tx1"/>
                          </a:solidFill>
                          <a:effectLst/>
                          <a:latin typeface="+mn-lt"/>
                          <a:ea typeface="黑体" panose="02010609060101010101" pitchFamily="2" charset="-122"/>
                        </a:rPr>
                        <a:t>个</a:t>
                      </a:r>
                      <a:r>
                        <a:rPr lang="en-US" sz="2000" b="1">
                          <a:solidFill>
                            <a:schemeClr val="tx1"/>
                          </a:solidFill>
                          <a:effectLst/>
                          <a:latin typeface="+mn-lt"/>
                          <a:ea typeface="黑体" panose="02010609060101010101" pitchFamily="2" charset="-122"/>
                        </a:rPr>
                        <a:t>C</a:t>
                      </a:r>
                      <a:r>
                        <a:rPr lang="zh-CN" sz="2000" b="1">
                          <a:solidFill>
                            <a:schemeClr val="tx1"/>
                          </a:solidFill>
                          <a:effectLst/>
                          <a:latin typeface="+mn-lt"/>
                          <a:ea typeface="黑体" panose="02010609060101010101" pitchFamily="2" charset="-122"/>
                        </a:rPr>
                        <a:t>类</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24292">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/17</a:t>
                      </a:r>
                      <a:endParaRPr lang="zh-CN" sz="2000" b="1">
                        <a:solidFill>
                          <a:schemeClr val="tx1"/>
                        </a:solidFill>
                        <a:effectLst/>
                        <a:latin typeface="+mn-lt"/>
                        <a:ea typeface="黑体" panose="02010609060101010101" pitchFamily="2" charset="-122"/>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255.255.128.0</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32 K</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128</a:t>
                      </a:r>
                      <a:r>
                        <a:rPr lang="zh-CN" sz="2000" b="1">
                          <a:solidFill>
                            <a:schemeClr val="tx1"/>
                          </a:solidFill>
                          <a:effectLst/>
                          <a:latin typeface="+mn-lt"/>
                          <a:ea typeface="黑体" panose="02010609060101010101" pitchFamily="2" charset="-122"/>
                        </a:rPr>
                        <a:t>个</a:t>
                      </a:r>
                      <a:r>
                        <a:rPr lang="en-US" sz="2000" b="1">
                          <a:solidFill>
                            <a:schemeClr val="tx1"/>
                          </a:solidFill>
                          <a:effectLst/>
                          <a:latin typeface="+mn-lt"/>
                          <a:ea typeface="黑体" panose="02010609060101010101" pitchFamily="2" charset="-122"/>
                        </a:rPr>
                        <a:t>C</a:t>
                      </a:r>
                      <a:r>
                        <a:rPr lang="zh-CN" sz="2000" b="1">
                          <a:solidFill>
                            <a:schemeClr val="tx1"/>
                          </a:solidFill>
                          <a:effectLst/>
                          <a:latin typeface="+mn-lt"/>
                          <a:ea typeface="黑体" panose="02010609060101010101" pitchFamily="2" charset="-122"/>
                        </a:rPr>
                        <a:t>类</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24292">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/18</a:t>
                      </a:r>
                      <a:endParaRPr lang="zh-CN" sz="2000" b="1">
                        <a:solidFill>
                          <a:schemeClr val="tx1"/>
                        </a:solidFill>
                        <a:effectLst/>
                        <a:latin typeface="+mn-lt"/>
                        <a:ea typeface="黑体" panose="02010609060101010101" pitchFamily="2" charset="-122"/>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255.255.192.0</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16 K</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64</a:t>
                      </a:r>
                      <a:r>
                        <a:rPr lang="zh-CN" sz="2000" b="1">
                          <a:solidFill>
                            <a:schemeClr val="tx1"/>
                          </a:solidFill>
                          <a:effectLst/>
                          <a:latin typeface="+mn-lt"/>
                          <a:ea typeface="黑体" panose="02010609060101010101" pitchFamily="2" charset="-122"/>
                        </a:rPr>
                        <a:t>个</a:t>
                      </a:r>
                      <a:r>
                        <a:rPr lang="en-US" sz="2000" b="1">
                          <a:solidFill>
                            <a:schemeClr val="tx1"/>
                          </a:solidFill>
                          <a:effectLst/>
                          <a:latin typeface="+mn-lt"/>
                          <a:ea typeface="黑体" panose="02010609060101010101" pitchFamily="2" charset="-122"/>
                        </a:rPr>
                        <a:t>C</a:t>
                      </a:r>
                      <a:r>
                        <a:rPr lang="zh-CN" sz="2000" b="1">
                          <a:solidFill>
                            <a:schemeClr val="tx1"/>
                          </a:solidFill>
                          <a:effectLst/>
                          <a:latin typeface="+mn-lt"/>
                          <a:ea typeface="黑体" panose="02010609060101010101" pitchFamily="2" charset="-122"/>
                        </a:rPr>
                        <a:t>类</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24292">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/19</a:t>
                      </a:r>
                      <a:endParaRPr lang="zh-CN" sz="2000" b="1">
                        <a:solidFill>
                          <a:schemeClr val="tx1"/>
                        </a:solidFill>
                        <a:effectLst/>
                        <a:latin typeface="+mn-lt"/>
                        <a:ea typeface="黑体" panose="02010609060101010101" pitchFamily="2" charset="-122"/>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255.255.224.0</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8 K</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32</a:t>
                      </a:r>
                      <a:r>
                        <a:rPr lang="zh-CN" sz="2000" b="1">
                          <a:solidFill>
                            <a:schemeClr val="tx1"/>
                          </a:solidFill>
                          <a:effectLst/>
                          <a:latin typeface="+mn-lt"/>
                          <a:ea typeface="黑体" panose="02010609060101010101" pitchFamily="2" charset="-122"/>
                        </a:rPr>
                        <a:t>个</a:t>
                      </a:r>
                      <a:r>
                        <a:rPr lang="en-US" sz="2000" b="1">
                          <a:solidFill>
                            <a:schemeClr val="tx1"/>
                          </a:solidFill>
                          <a:effectLst/>
                          <a:latin typeface="+mn-lt"/>
                          <a:ea typeface="黑体" panose="02010609060101010101" pitchFamily="2" charset="-122"/>
                        </a:rPr>
                        <a:t>C</a:t>
                      </a:r>
                      <a:r>
                        <a:rPr lang="zh-CN" sz="2000" b="1">
                          <a:solidFill>
                            <a:schemeClr val="tx1"/>
                          </a:solidFill>
                          <a:effectLst/>
                          <a:latin typeface="+mn-lt"/>
                          <a:ea typeface="黑体" panose="02010609060101010101" pitchFamily="2" charset="-122"/>
                        </a:rPr>
                        <a:t>类</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24292">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/20</a:t>
                      </a:r>
                      <a:endParaRPr lang="zh-CN" sz="2000" b="1">
                        <a:solidFill>
                          <a:schemeClr val="tx1"/>
                        </a:solidFill>
                        <a:effectLst/>
                        <a:latin typeface="+mn-lt"/>
                        <a:ea typeface="黑体" panose="02010609060101010101" pitchFamily="2" charset="-122"/>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255.255.240.0</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4 K</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16</a:t>
                      </a:r>
                      <a:r>
                        <a:rPr lang="zh-CN" sz="2000" b="1">
                          <a:solidFill>
                            <a:schemeClr val="tx1"/>
                          </a:solidFill>
                          <a:effectLst/>
                          <a:latin typeface="+mn-lt"/>
                          <a:ea typeface="黑体" panose="02010609060101010101" pitchFamily="2" charset="-122"/>
                        </a:rPr>
                        <a:t>个</a:t>
                      </a:r>
                      <a:r>
                        <a:rPr lang="en-US" sz="2000" b="1">
                          <a:solidFill>
                            <a:schemeClr val="tx1"/>
                          </a:solidFill>
                          <a:effectLst/>
                          <a:latin typeface="+mn-lt"/>
                          <a:ea typeface="黑体" panose="02010609060101010101" pitchFamily="2" charset="-122"/>
                        </a:rPr>
                        <a:t>C</a:t>
                      </a:r>
                      <a:r>
                        <a:rPr lang="zh-CN" sz="2000" b="1">
                          <a:solidFill>
                            <a:schemeClr val="tx1"/>
                          </a:solidFill>
                          <a:effectLst/>
                          <a:latin typeface="+mn-lt"/>
                          <a:ea typeface="黑体" panose="02010609060101010101" pitchFamily="2" charset="-122"/>
                        </a:rPr>
                        <a:t>类</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324292">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/21</a:t>
                      </a:r>
                      <a:endParaRPr lang="zh-CN" sz="2000" b="1">
                        <a:solidFill>
                          <a:schemeClr val="tx1"/>
                        </a:solidFill>
                        <a:effectLst/>
                        <a:latin typeface="+mn-lt"/>
                        <a:ea typeface="黑体" panose="02010609060101010101" pitchFamily="2" charset="-122"/>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255.255.248.0</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 K</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8</a:t>
                      </a:r>
                      <a:r>
                        <a:rPr lang="zh-CN" sz="2000" b="1">
                          <a:solidFill>
                            <a:schemeClr val="tx1"/>
                          </a:solidFill>
                          <a:effectLst/>
                          <a:latin typeface="+mn-lt"/>
                          <a:ea typeface="黑体" panose="02010609060101010101" pitchFamily="2" charset="-122"/>
                        </a:rPr>
                        <a:t>个</a:t>
                      </a:r>
                      <a:r>
                        <a:rPr lang="en-US" sz="2000" b="1">
                          <a:solidFill>
                            <a:schemeClr val="tx1"/>
                          </a:solidFill>
                          <a:effectLst/>
                          <a:latin typeface="+mn-lt"/>
                          <a:ea typeface="黑体" panose="02010609060101010101" pitchFamily="2" charset="-122"/>
                        </a:rPr>
                        <a:t>C</a:t>
                      </a:r>
                      <a:r>
                        <a:rPr lang="zh-CN" sz="2000" b="1">
                          <a:solidFill>
                            <a:schemeClr val="tx1"/>
                          </a:solidFill>
                          <a:effectLst/>
                          <a:latin typeface="+mn-lt"/>
                          <a:ea typeface="黑体" panose="02010609060101010101" pitchFamily="2" charset="-122"/>
                        </a:rPr>
                        <a:t>类</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324292">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/22</a:t>
                      </a:r>
                      <a:endParaRPr lang="zh-CN" sz="2000" b="1">
                        <a:solidFill>
                          <a:schemeClr val="tx1"/>
                        </a:solidFill>
                        <a:effectLst/>
                        <a:latin typeface="+mn-lt"/>
                        <a:ea typeface="黑体" panose="02010609060101010101" pitchFamily="2" charset="-122"/>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255.255.252.0</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1 K</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4</a:t>
                      </a:r>
                      <a:r>
                        <a:rPr lang="zh-CN" sz="2000" b="1">
                          <a:solidFill>
                            <a:schemeClr val="tx1"/>
                          </a:solidFill>
                          <a:effectLst/>
                          <a:latin typeface="+mn-lt"/>
                          <a:ea typeface="黑体" panose="02010609060101010101" pitchFamily="2" charset="-122"/>
                        </a:rPr>
                        <a:t>个</a:t>
                      </a:r>
                      <a:r>
                        <a:rPr lang="en-US" sz="2000" b="1">
                          <a:solidFill>
                            <a:schemeClr val="tx1"/>
                          </a:solidFill>
                          <a:effectLst/>
                          <a:latin typeface="+mn-lt"/>
                          <a:ea typeface="黑体" panose="02010609060101010101" pitchFamily="2" charset="-122"/>
                        </a:rPr>
                        <a:t>C</a:t>
                      </a:r>
                      <a:r>
                        <a:rPr lang="zh-CN" sz="2000" b="1">
                          <a:solidFill>
                            <a:schemeClr val="tx1"/>
                          </a:solidFill>
                          <a:effectLst/>
                          <a:latin typeface="+mn-lt"/>
                          <a:ea typeface="黑体" panose="02010609060101010101" pitchFamily="2" charset="-122"/>
                        </a:rPr>
                        <a:t>类</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324292">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/23</a:t>
                      </a:r>
                      <a:endParaRPr lang="zh-CN" sz="2000" b="1">
                        <a:solidFill>
                          <a:schemeClr val="tx1"/>
                        </a:solidFill>
                        <a:effectLst/>
                        <a:latin typeface="+mn-lt"/>
                        <a:ea typeface="黑体" panose="02010609060101010101" pitchFamily="2" charset="-122"/>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255.255.254.0</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512</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a:t>
                      </a:r>
                      <a:r>
                        <a:rPr lang="zh-CN" sz="2000" b="1">
                          <a:solidFill>
                            <a:schemeClr val="tx1"/>
                          </a:solidFill>
                          <a:effectLst/>
                          <a:latin typeface="+mn-lt"/>
                          <a:ea typeface="黑体" panose="02010609060101010101" pitchFamily="2" charset="-122"/>
                        </a:rPr>
                        <a:t>个</a:t>
                      </a:r>
                      <a:r>
                        <a:rPr lang="en-US" sz="2000" b="1">
                          <a:solidFill>
                            <a:schemeClr val="tx1"/>
                          </a:solidFill>
                          <a:effectLst/>
                          <a:latin typeface="+mn-lt"/>
                          <a:ea typeface="黑体" panose="02010609060101010101" pitchFamily="2" charset="-122"/>
                        </a:rPr>
                        <a:t>C</a:t>
                      </a:r>
                      <a:r>
                        <a:rPr lang="zh-CN" sz="2000" b="1">
                          <a:solidFill>
                            <a:schemeClr val="tx1"/>
                          </a:solidFill>
                          <a:effectLst/>
                          <a:latin typeface="+mn-lt"/>
                          <a:ea typeface="黑体" panose="02010609060101010101" pitchFamily="2" charset="-122"/>
                        </a:rPr>
                        <a:t>类</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324292">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/24</a:t>
                      </a:r>
                      <a:endParaRPr lang="zh-CN" sz="2000" b="1">
                        <a:solidFill>
                          <a:schemeClr val="tx1"/>
                        </a:solidFill>
                        <a:effectLst/>
                        <a:latin typeface="+mn-lt"/>
                        <a:ea typeface="黑体" panose="02010609060101010101" pitchFamily="2" charset="-122"/>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255.255.255.0</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256</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1</a:t>
                      </a:r>
                      <a:r>
                        <a:rPr lang="zh-CN" sz="2000" b="1">
                          <a:solidFill>
                            <a:schemeClr val="tx1"/>
                          </a:solidFill>
                          <a:effectLst/>
                          <a:latin typeface="+mn-lt"/>
                          <a:ea typeface="黑体" panose="02010609060101010101" pitchFamily="2" charset="-122"/>
                        </a:rPr>
                        <a:t>个</a:t>
                      </a:r>
                      <a:r>
                        <a:rPr lang="en-US" sz="2000" b="1">
                          <a:solidFill>
                            <a:schemeClr val="tx1"/>
                          </a:solidFill>
                          <a:effectLst/>
                          <a:latin typeface="+mn-lt"/>
                          <a:ea typeface="黑体" panose="02010609060101010101" pitchFamily="2" charset="-122"/>
                        </a:rPr>
                        <a:t>C</a:t>
                      </a:r>
                      <a:r>
                        <a:rPr lang="zh-CN" sz="2000" b="1">
                          <a:solidFill>
                            <a:schemeClr val="tx1"/>
                          </a:solidFill>
                          <a:effectLst/>
                          <a:latin typeface="+mn-lt"/>
                          <a:ea typeface="黑体" panose="02010609060101010101" pitchFamily="2" charset="-122"/>
                        </a:rPr>
                        <a:t>类</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2"/>
                  </a:ext>
                </a:extLst>
              </a:tr>
              <a:tr h="324292">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a:t>
                      </a:r>
                      <a:endParaRPr lang="zh-CN" sz="2000" b="1">
                        <a:solidFill>
                          <a:schemeClr val="tx1"/>
                        </a:solidFill>
                        <a:effectLst/>
                        <a:latin typeface="+mn-lt"/>
                        <a:ea typeface="黑体" panose="02010609060101010101" pitchFamily="2" charset="-122"/>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255.255.255.128</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128</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1/2</a:t>
                      </a:r>
                      <a:r>
                        <a:rPr lang="zh-CN" sz="2000" b="1">
                          <a:solidFill>
                            <a:schemeClr val="tx1"/>
                          </a:solidFill>
                          <a:effectLst/>
                          <a:latin typeface="+mn-lt"/>
                          <a:ea typeface="黑体" panose="02010609060101010101" pitchFamily="2" charset="-122"/>
                        </a:rPr>
                        <a:t>个</a:t>
                      </a:r>
                      <a:r>
                        <a:rPr lang="en-US" sz="2000" b="1">
                          <a:solidFill>
                            <a:schemeClr val="tx1"/>
                          </a:solidFill>
                          <a:effectLst/>
                          <a:latin typeface="+mn-lt"/>
                          <a:ea typeface="黑体" panose="02010609060101010101" pitchFamily="2" charset="-122"/>
                        </a:rPr>
                        <a:t>C</a:t>
                      </a:r>
                      <a:r>
                        <a:rPr lang="zh-CN" sz="2000" b="1">
                          <a:solidFill>
                            <a:schemeClr val="tx1"/>
                          </a:solidFill>
                          <a:effectLst/>
                          <a:latin typeface="+mn-lt"/>
                          <a:ea typeface="黑体" panose="02010609060101010101" pitchFamily="2" charset="-122"/>
                        </a:rPr>
                        <a:t>类</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3"/>
                  </a:ext>
                </a:extLst>
              </a:tr>
              <a:tr h="324292">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/26</a:t>
                      </a:r>
                      <a:endParaRPr lang="zh-CN" sz="2000" b="1">
                        <a:solidFill>
                          <a:schemeClr val="tx1"/>
                        </a:solidFill>
                        <a:effectLst/>
                        <a:latin typeface="+mn-lt"/>
                        <a:ea typeface="黑体" panose="02010609060101010101" pitchFamily="2" charset="-122"/>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255.255.255.192</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64</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1/4</a:t>
                      </a:r>
                      <a:r>
                        <a:rPr lang="zh-CN" sz="2000" b="1">
                          <a:solidFill>
                            <a:schemeClr val="tx1"/>
                          </a:solidFill>
                          <a:effectLst/>
                          <a:latin typeface="+mn-lt"/>
                          <a:ea typeface="黑体" panose="02010609060101010101" pitchFamily="2" charset="-122"/>
                        </a:rPr>
                        <a:t>个</a:t>
                      </a:r>
                      <a:r>
                        <a:rPr lang="en-US" sz="2000" b="1">
                          <a:solidFill>
                            <a:schemeClr val="tx1"/>
                          </a:solidFill>
                          <a:effectLst/>
                          <a:latin typeface="+mn-lt"/>
                          <a:ea typeface="黑体" panose="02010609060101010101" pitchFamily="2" charset="-122"/>
                        </a:rPr>
                        <a:t>C</a:t>
                      </a:r>
                      <a:r>
                        <a:rPr lang="zh-CN" sz="2000" b="1">
                          <a:solidFill>
                            <a:schemeClr val="tx1"/>
                          </a:solidFill>
                          <a:effectLst/>
                          <a:latin typeface="+mn-lt"/>
                          <a:ea typeface="黑体" panose="02010609060101010101" pitchFamily="2" charset="-122"/>
                        </a:rPr>
                        <a:t>类</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324292">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/27</a:t>
                      </a:r>
                      <a:endParaRPr lang="zh-CN" sz="2000" b="1">
                        <a:solidFill>
                          <a:schemeClr val="tx1"/>
                        </a:solidFill>
                        <a:effectLst/>
                        <a:latin typeface="+mn-lt"/>
                        <a:ea typeface="黑体" panose="02010609060101010101" pitchFamily="2" charset="-122"/>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255.255.255.224</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32</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1/8</a:t>
                      </a:r>
                      <a:r>
                        <a:rPr lang="zh-CN" sz="2000" b="1" dirty="0">
                          <a:solidFill>
                            <a:schemeClr val="tx1"/>
                          </a:solidFill>
                          <a:effectLst/>
                          <a:latin typeface="+mn-lt"/>
                          <a:ea typeface="黑体" panose="02010609060101010101" pitchFamily="2" charset="-122"/>
                        </a:rPr>
                        <a:t>个</a:t>
                      </a:r>
                      <a:r>
                        <a:rPr lang="en-US" sz="2000" b="1" dirty="0">
                          <a:solidFill>
                            <a:schemeClr val="tx1"/>
                          </a:solidFill>
                          <a:effectLst/>
                          <a:latin typeface="+mn-lt"/>
                          <a:ea typeface="黑体" panose="02010609060101010101" pitchFamily="2" charset="-122"/>
                        </a:rPr>
                        <a:t>C</a:t>
                      </a:r>
                      <a:r>
                        <a:rPr lang="zh-CN" sz="2000" b="1" dirty="0">
                          <a:solidFill>
                            <a:schemeClr val="tx1"/>
                          </a:solidFill>
                          <a:effectLst/>
                          <a:latin typeface="+mn-lt"/>
                          <a:ea typeface="黑体" panose="02010609060101010101" pitchFamily="2" charset="-122"/>
                        </a:rPr>
                        <a:t>类</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5"/>
                  </a:ext>
                </a:extLst>
              </a:tr>
            </a:tbl>
          </a:graphicData>
        </a:graphic>
      </p:graphicFrame>
      <p:sp>
        <p:nvSpPr>
          <p:cNvPr id="938072" name="矩形 4"/>
          <p:cNvSpPr>
            <a:spLocks noChangeArrowheads="1"/>
          </p:cNvSpPr>
          <p:nvPr/>
        </p:nvSpPr>
        <p:spPr bwMode="auto">
          <a:xfrm>
            <a:off x="3008313" y="260350"/>
            <a:ext cx="37449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800" b="1">
                <a:ea typeface="黑体" panose="02010609060101010101" pitchFamily="49" charset="-122"/>
              </a:rPr>
              <a:t>常用的</a:t>
            </a:r>
            <a:r>
              <a:rPr lang="en-US" altLang="zh-CN" sz="2800" b="1">
                <a:ea typeface="黑体" panose="02010609060101010101" pitchFamily="49" charset="-122"/>
              </a:rPr>
              <a:t> CIDR </a:t>
            </a:r>
            <a:r>
              <a:rPr lang="zh-CN" altLang="zh-CN" sz="2800" b="1">
                <a:ea typeface="黑体" panose="02010609060101010101" pitchFamily="49" charset="-122"/>
              </a:rPr>
              <a:t>地址块</a:t>
            </a:r>
            <a:endParaRPr lang="zh-CN" altLang="en-US" sz="2800" b="1">
              <a:ea typeface="黑体" panose="02010609060101010101" pitchFamily="49" charset="-122"/>
            </a:endParaRPr>
          </a:p>
        </p:txBody>
      </p:sp>
      <p:sp>
        <p:nvSpPr>
          <p:cNvPr id="93807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CD681692-13C7-4BA5-A02C-7DAF094E2E70}" type="slidenum">
              <a:rPr lang="zh-CN" altLang="en-US" smtClean="0"/>
              <a:pPr/>
              <a:t>38</a:t>
            </a:fld>
            <a:endParaRPr lang="en-US" altLang="zh-CN" smtClean="0"/>
          </a:p>
        </p:txBody>
      </p:sp>
      <p:sp>
        <p:nvSpPr>
          <p:cNvPr id="93807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smtClean="0"/>
              <a:t>CIDR</a:t>
            </a:r>
            <a:r>
              <a:rPr lang="zh-CN" altLang="en-US" dirty="0" smtClean="0"/>
              <a:t>的三个特殊地址块</a:t>
            </a:r>
            <a:endParaRPr lang="zh-CN" altLang="en-US" dirty="0"/>
          </a:p>
        </p:txBody>
      </p:sp>
      <p:sp>
        <p:nvSpPr>
          <p:cNvPr id="3" name="内容占位符 2"/>
          <p:cNvSpPr>
            <a:spLocks noGrp="1"/>
          </p:cNvSpPr>
          <p:nvPr>
            <p:ph idx="1"/>
          </p:nvPr>
        </p:nvSpPr>
        <p:spPr/>
        <p:txBody>
          <a:bodyPr/>
          <a:lstStyle/>
          <a:p>
            <a:pPr marL="0" indent="0">
              <a:buNone/>
            </a:pPr>
            <a:r>
              <a:rPr lang="en-US" altLang="zh-CN" dirty="0" smtClean="0"/>
              <a:t>CIDR</a:t>
            </a:r>
            <a:r>
              <a:rPr lang="zh-CN" altLang="en-US" dirty="0"/>
              <a:t>地址有三个特殊地址块：</a:t>
            </a:r>
          </a:p>
          <a:p>
            <a:r>
              <a:rPr lang="zh-CN" altLang="en-US" dirty="0" smtClean="0">
                <a:solidFill>
                  <a:srgbClr val="0000CC"/>
                </a:solidFill>
              </a:rPr>
              <a:t>前缀</a:t>
            </a:r>
            <a:r>
              <a:rPr lang="en-US" altLang="zh-CN" dirty="0">
                <a:solidFill>
                  <a:srgbClr val="0000CC"/>
                </a:solidFill>
              </a:rPr>
              <a:t>n=32</a:t>
            </a:r>
            <a:r>
              <a:rPr lang="zh-CN" altLang="en-US" dirty="0"/>
              <a:t>，这个特殊地址用于主机路由</a:t>
            </a:r>
          </a:p>
          <a:p>
            <a:r>
              <a:rPr lang="zh-CN" altLang="en-US" dirty="0">
                <a:solidFill>
                  <a:srgbClr val="0000CC"/>
                </a:solidFill>
              </a:rPr>
              <a:t>前缀</a:t>
            </a:r>
            <a:r>
              <a:rPr lang="en-US" altLang="zh-CN" dirty="0">
                <a:solidFill>
                  <a:srgbClr val="0000CC"/>
                </a:solidFill>
              </a:rPr>
              <a:t>n=31</a:t>
            </a:r>
            <a:r>
              <a:rPr lang="zh-CN" altLang="en-US" dirty="0"/>
              <a:t>，这个地址块只有两个</a:t>
            </a:r>
            <a:r>
              <a:rPr lang="en-US" altLang="zh-CN" dirty="0"/>
              <a:t>IP</a:t>
            </a:r>
            <a:r>
              <a:rPr lang="zh-CN" altLang="en-US" dirty="0"/>
              <a:t>地址，主机号为</a:t>
            </a:r>
            <a:r>
              <a:rPr lang="en-US" altLang="zh-CN" dirty="0"/>
              <a:t>0</a:t>
            </a:r>
            <a:r>
              <a:rPr lang="zh-CN" altLang="en-US" dirty="0"/>
              <a:t>和</a:t>
            </a:r>
            <a:r>
              <a:rPr lang="en-US" altLang="zh-CN" dirty="0"/>
              <a:t>1</a:t>
            </a:r>
            <a:r>
              <a:rPr lang="zh-CN" altLang="en-US" dirty="0"/>
              <a:t>。用于点对点</a:t>
            </a:r>
            <a:r>
              <a:rPr lang="zh-CN" altLang="en-US" dirty="0" smtClean="0"/>
              <a:t>链路（如两个路由器间）</a:t>
            </a:r>
            <a:endParaRPr lang="zh-CN" altLang="en-US" dirty="0"/>
          </a:p>
          <a:p>
            <a:r>
              <a:rPr lang="zh-CN" altLang="en-US" dirty="0">
                <a:solidFill>
                  <a:srgbClr val="0000CC"/>
                </a:solidFill>
              </a:rPr>
              <a:t>前缀</a:t>
            </a:r>
            <a:r>
              <a:rPr lang="en-US" altLang="zh-CN" dirty="0">
                <a:solidFill>
                  <a:srgbClr val="0000CC"/>
                </a:solidFill>
              </a:rPr>
              <a:t>n=0</a:t>
            </a:r>
            <a:r>
              <a:rPr lang="zh-CN" altLang="en-US" dirty="0"/>
              <a:t>，同时</a:t>
            </a:r>
            <a:r>
              <a:rPr lang="en-US" altLang="zh-CN" dirty="0"/>
              <a:t>IP</a:t>
            </a:r>
            <a:r>
              <a:rPr lang="zh-CN" altLang="en-US" dirty="0"/>
              <a:t>地址全</a:t>
            </a:r>
            <a:r>
              <a:rPr lang="en-US" altLang="zh-CN" dirty="0"/>
              <a:t>0</a:t>
            </a:r>
            <a:r>
              <a:rPr lang="zh-CN" altLang="en-US" dirty="0"/>
              <a:t>，即</a:t>
            </a:r>
            <a:r>
              <a:rPr lang="en-US" altLang="zh-CN" dirty="0"/>
              <a:t>0.0.0.0/0</a:t>
            </a:r>
            <a:r>
              <a:rPr lang="zh-CN" altLang="en-US" dirty="0"/>
              <a:t>，用于默认路由</a:t>
            </a:r>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B324A7B3-BB3D-430C-9416-57B4A4106B8F}" type="slidenum">
              <a:rPr lang="zh-CN" altLang="en-US" smtClean="0"/>
              <a:pPr/>
              <a:t>39</a:t>
            </a:fld>
            <a:endParaRPr lang="en-US" altLang="zh-CN"/>
          </a:p>
        </p:txBody>
      </p:sp>
    </p:spTree>
    <p:extLst>
      <p:ext uri="{BB962C8B-B14F-4D97-AF65-F5344CB8AC3E}">
        <p14:creationId xmlns:p14="http://schemas.microsoft.com/office/powerpoint/2010/main" val="25116577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3889" name="Rectangle 3"/>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路由聚合 </a:t>
            </a:r>
            <a:r>
              <a:rPr lang="en-US" altLang="zh-CN" smtClean="0">
                <a:ea typeface="黑体" panose="02010609060101010101" pitchFamily="49" charset="-122"/>
              </a:rPr>
              <a:t>(route aggregation) </a:t>
            </a:r>
          </a:p>
        </p:txBody>
      </p:sp>
      <p:sp>
        <p:nvSpPr>
          <p:cNvPr id="526338" name="Rectangle 2"/>
          <p:cNvSpPr>
            <a:spLocks noGrp="1" noChangeArrowheads="1"/>
          </p:cNvSpPr>
          <p:nvPr>
            <p:ph idx="1"/>
          </p:nvPr>
        </p:nvSpPr>
        <p:spPr>
          <a:xfrm>
            <a:off x="495300" y="1196975"/>
            <a:ext cx="9066213" cy="4933950"/>
          </a:xfrm>
        </p:spPr>
        <p:txBody>
          <a:bodyPr/>
          <a:lstStyle/>
          <a:p>
            <a:pPr marL="360363" indent="-360363" algn="just"/>
            <a:r>
              <a:rPr lang="zh-CN" altLang="en-US" sz="2800" dirty="0" smtClean="0">
                <a:ea typeface="黑体" panose="02010609060101010101" pitchFamily="49" charset="-122"/>
              </a:rPr>
              <a:t>一个 </a:t>
            </a:r>
            <a:r>
              <a:rPr lang="en-US" altLang="zh-CN" sz="2800" dirty="0" smtClean="0">
                <a:ea typeface="黑体" panose="02010609060101010101" pitchFamily="49" charset="-122"/>
              </a:rPr>
              <a:t>CIDR </a:t>
            </a:r>
            <a:r>
              <a:rPr lang="zh-CN" altLang="en-US" sz="2800" dirty="0" smtClean="0">
                <a:ea typeface="黑体" panose="02010609060101010101" pitchFamily="49" charset="-122"/>
              </a:rPr>
              <a:t>地址块可以表示很多地址，这种地址的聚合常称为</a:t>
            </a:r>
            <a:r>
              <a:rPr lang="zh-CN" altLang="en-US" sz="2800" dirty="0" smtClean="0">
                <a:solidFill>
                  <a:srgbClr val="FF0000"/>
                </a:solidFill>
                <a:ea typeface="黑体" panose="02010609060101010101" pitchFamily="49" charset="-122"/>
              </a:rPr>
              <a:t>路由聚合</a:t>
            </a:r>
            <a:r>
              <a:rPr lang="zh-CN" altLang="en-US" sz="2800" dirty="0" smtClean="0">
                <a:ea typeface="黑体" panose="02010609060101010101" pitchFamily="49" charset="-122"/>
              </a:rPr>
              <a:t>，它使得路由表中的一个项目可以表示很多个（例如上千个）原来传统分类地址的路由。</a:t>
            </a:r>
            <a:endParaRPr lang="en-US" altLang="zh-CN" sz="2800" dirty="0" smtClean="0">
              <a:ea typeface="黑体" panose="02010609060101010101" pitchFamily="49" charset="-122"/>
            </a:endParaRPr>
          </a:p>
          <a:p>
            <a:pPr marL="360363" indent="-360363" algn="just"/>
            <a:r>
              <a:rPr lang="zh-CN" altLang="zh-CN" sz="2800" dirty="0" smtClean="0">
                <a:ea typeface="黑体" panose="02010609060101010101" pitchFamily="49" charset="-122"/>
              </a:rPr>
              <a:t>路由聚合有利于</a:t>
            </a:r>
            <a:r>
              <a:rPr lang="zh-CN" altLang="zh-CN" sz="2800" dirty="0" smtClean="0">
                <a:solidFill>
                  <a:srgbClr val="FF0000"/>
                </a:solidFill>
                <a:ea typeface="黑体" panose="02010609060101010101" pitchFamily="49" charset="-122"/>
              </a:rPr>
              <a:t>减少</a:t>
            </a:r>
            <a:r>
              <a:rPr lang="zh-CN" altLang="zh-CN" sz="2800" dirty="0" smtClean="0">
                <a:ea typeface="黑体" panose="02010609060101010101" pitchFamily="49" charset="-122"/>
              </a:rPr>
              <a:t>路由器之间的路由选择信息的交换，从而提高了整个互联网的性能。</a:t>
            </a:r>
            <a:endParaRPr lang="zh-CN" altLang="en-US" sz="2800" dirty="0" smtClean="0">
              <a:ea typeface="黑体" panose="02010609060101010101" pitchFamily="49" charset="-122"/>
            </a:endParaRPr>
          </a:p>
          <a:p>
            <a:pPr marL="360363" indent="-360363" algn="just"/>
            <a:r>
              <a:rPr lang="zh-CN" altLang="en-US" sz="2800" dirty="0" smtClean="0">
                <a:solidFill>
                  <a:srgbClr val="0000FF"/>
                </a:solidFill>
                <a:ea typeface="黑体" panose="02010609060101010101" pitchFamily="49" charset="-122"/>
              </a:rPr>
              <a:t>路由聚合也称为</a:t>
            </a:r>
            <a:r>
              <a:rPr lang="zh-CN" altLang="en-US" sz="2800" dirty="0" smtClean="0">
                <a:solidFill>
                  <a:srgbClr val="FF0000"/>
                </a:solidFill>
                <a:ea typeface="黑体" panose="02010609060101010101" pitchFamily="49" charset="-122"/>
              </a:rPr>
              <a:t>构成超网 </a:t>
            </a:r>
            <a:r>
              <a:rPr lang="en-US" altLang="zh-CN" sz="2800" dirty="0" smtClean="0">
                <a:solidFill>
                  <a:srgbClr val="0000FF"/>
                </a:solidFill>
                <a:ea typeface="黑体" panose="02010609060101010101" pitchFamily="49" charset="-122"/>
              </a:rPr>
              <a:t>(</a:t>
            </a:r>
            <a:r>
              <a:rPr lang="en-US" altLang="zh-CN" sz="2800" dirty="0" err="1" smtClean="0">
                <a:solidFill>
                  <a:srgbClr val="0000FF"/>
                </a:solidFill>
                <a:ea typeface="黑体" panose="02010609060101010101" pitchFamily="49" charset="-122"/>
              </a:rPr>
              <a:t>supernetting</a:t>
            </a:r>
            <a:r>
              <a:rPr lang="en-US" altLang="zh-CN" sz="2800" dirty="0" smtClean="0">
                <a:solidFill>
                  <a:srgbClr val="0000FF"/>
                </a:solidFill>
                <a:ea typeface="黑体" panose="02010609060101010101" pitchFamily="49" charset="-122"/>
              </a:rPr>
              <a:t>)</a:t>
            </a:r>
            <a:r>
              <a:rPr lang="zh-CN" altLang="en-US" sz="2800" dirty="0" smtClean="0">
                <a:solidFill>
                  <a:srgbClr val="0000FF"/>
                </a:solidFill>
                <a:ea typeface="黑体" panose="02010609060101010101" pitchFamily="49" charset="-122"/>
              </a:rPr>
              <a:t>。</a:t>
            </a:r>
          </a:p>
        </p:txBody>
      </p:sp>
      <p:sp>
        <p:nvSpPr>
          <p:cNvPr id="93389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B07259E-8D29-454B-A7D4-B07A1B04B924}" type="slidenum">
              <a:rPr lang="zh-CN" altLang="en-US" smtClean="0"/>
              <a:pPr eaLnBrk="1" hangingPunct="1"/>
              <a:t>40</a:t>
            </a:fld>
            <a:endParaRPr lang="en-US" altLang="zh-CN" smtClean="0"/>
          </a:p>
        </p:txBody>
      </p:sp>
      <p:sp>
        <p:nvSpPr>
          <p:cNvPr id="93389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633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6338"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900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构成超网 </a:t>
            </a:r>
          </a:p>
        </p:txBody>
      </p:sp>
      <p:sp>
        <p:nvSpPr>
          <p:cNvPr id="529411" name="Rectangle 3"/>
          <p:cNvSpPr>
            <a:spLocks noGrp="1" noChangeArrowheads="1"/>
          </p:cNvSpPr>
          <p:nvPr>
            <p:ph idx="1"/>
          </p:nvPr>
        </p:nvSpPr>
        <p:spPr>
          <a:xfrm>
            <a:off x="495300" y="1196975"/>
            <a:ext cx="9066213" cy="4933950"/>
          </a:xfrm>
        </p:spPr>
        <p:txBody>
          <a:bodyPr/>
          <a:lstStyle/>
          <a:p>
            <a:r>
              <a:rPr lang="zh-CN" altLang="en-US" sz="2800" smtClean="0">
                <a:ea typeface="黑体" panose="02010609060101010101" pitchFamily="49" charset="-122"/>
              </a:rPr>
              <a:t>前缀长度不超过 </a:t>
            </a:r>
            <a:r>
              <a:rPr lang="en-US" altLang="zh-CN" sz="2800" smtClean="0">
                <a:ea typeface="黑体" panose="02010609060101010101" pitchFamily="49" charset="-122"/>
              </a:rPr>
              <a:t>23 </a:t>
            </a:r>
            <a:r>
              <a:rPr lang="zh-CN" altLang="en-US" sz="2800" smtClean="0">
                <a:ea typeface="黑体" panose="02010609060101010101" pitchFamily="49" charset="-122"/>
              </a:rPr>
              <a:t>位的 </a:t>
            </a:r>
            <a:r>
              <a:rPr lang="en-US" altLang="zh-CN" sz="2800" smtClean="0">
                <a:ea typeface="黑体" panose="02010609060101010101" pitchFamily="49" charset="-122"/>
              </a:rPr>
              <a:t>CIDR </a:t>
            </a:r>
            <a:r>
              <a:rPr lang="zh-CN" altLang="en-US" sz="2800" smtClean="0">
                <a:ea typeface="黑体" panose="02010609060101010101" pitchFamily="49" charset="-122"/>
              </a:rPr>
              <a:t>地址块都包含了多个 </a:t>
            </a:r>
            <a:r>
              <a:rPr lang="en-US" altLang="zh-CN" sz="2800" smtClean="0">
                <a:ea typeface="黑体" panose="02010609060101010101" pitchFamily="49" charset="-122"/>
              </a:rPr>
              <a:t>C  </a:t>
            </a:r>
            <a:r>
              <a:rPr lang="zh-CN" altLang="en-US" sz="2800" smtClean="0">
                <a:ea typeface="黑体" panose="02010609060101010101" pitchFamily="49" charset="-122"/>
              </a:rPr>
              <a:t>类地址。</a:t>
            </a:r>
          </a:p>
          <a:p>
            <a:r>
              <a:rPr lang="zh-CN" altLang="en-US" sz="2800" smtClean="0">
                <a:ea typeface="黑体" panose="02010609060101010101" pitchFamily="49" charset="-122"/>
              </a:rPr>
              <a:t>这些 </a:t>
            </a:r>
            <a:r>
              <a:rPr lang="en-US" altLang="zh-CN" sz="2800" smtClean="0">
                <a:ea typeface="黑体" panose="02010609060101010101" pitchFamily="49" charset="-122"/>
              </a:rPr>
              <a:t>C </a:t>
            </a:r>
            <a:r>
              <a:rPr lang="zh-CN" altLang="en-US" sz="2800" smtClean="0">
                <a:ea typeface="黑体" panose="02010609060101010101" pitchFamily="49" charset="-122"/>
              </a:rPr>
              <a:t>类地址合起来就构成了超网。</a:t>
            </a:r>
          </a:p>
          <a:p>
            <a:r>
              <a:rPr lang="en-US" altLang="zh-CN" sz="2800" smtClean="0">
                <a:solidFill>
                  <a:srgbClr val="FF0000"/>
                </a:solidFill>
                <a:ea typeface="黑体" panose="02010609060101010101" pitchFamily="49" charset="-122"/>
              </a:rPr>
              <a:t>CIDR </a:t>
            </a:r>
            <a:r>
              <a:rPr lang="zh-CN" altLang="en-US" sz="2800" smtClean="0">
                <a:solidFill>
                  <a:srgbClr val="FF0000"/>
                </a:solidFill>
                <a:ea typeface="黑体" panose="02010609060101010101" pitchFamily="49" charset="-122"/>
              </a:rPr>
              <a:t>地址块中的地址数一定是 </a:t>
            </a:r>
            <a:r>
              <a:rPr lang="en-US" altLang="zh-CN" sz="2800" smtClean="0">
                <a:solidFill>
                  <a:srgbClr val="FF0000"/>
                </a:solidFill>
                <a:ea typeface="黑体" panose="02010609060101010101" pitchFamily="49" charset="-122"/>
              </a:rPr>
              <a:t>2 </a:t>
            </a:r>
            <a:r>
              <a:rPr lang="zh-CN" altLang="en-US" sz="2800" smtClean="0">
                <a:solidFill>
                  <a:srgbClr val="FF0000"/>
                </a:solidFill>
                <a:ea typeface="黑体" panose="02010609060101010101" pitchFamily="49" charset="-122"/>
              </a:rPr>
              <a:t>的整数次幂。</a:t>
            </a:r>
          </a:p>
          <a:p>
            <a:r>
              <a:rPr lang="zh-CN" altLang="en-US" sz="2800" smtClean="0">
                <a:ea typeface="黑体" panose="02010609060101010101" pitchFamily="49" charset="-122"/>
              </a:rPr>
              <a:t>网络前缀越短，其地址块所包含的地址数就越多。</a:t>
            </a:r>
            <a:r>
              <a:rPr lang="zh-CN" altLang="en-US" sz="2800" smtClean="0">
                <a:solidFill>
                  <a:srgbClr val="0000FF"/>
                </a:solidFill>
                <a:ea typeface="黑体" panose="02010609060101010101" pitchFamily="49" charset="-122"/>
              </a:rPr>
              <a:t>而在三级结构的</a:t>
            </a:r>
            <a:r>
              <a:rPr lang="en-US" altLang="zh-CN" sz="2800" smtClean="0">
                <a:solidFill>
                  <a:srgbClr val="0000FF"/>
                </a:solidFill>
                <a:ea typeface="黑体" panose="02010609060101010101" pitchFamily="49" charset="-122"/>
              </a:rPr>
              <a:t>IP</a:t>
            </a:r>
            <a:r>
              <a:rPr lang="zh-CN" altLang="en-US" sz="2800" smtClean="0">
                <a:solidFill>
                  <a:srgbClr val="0000FF"/>
                </a:solidFill>
                <a:ea typeface="黑体" panose="02010609060101010101" pitchFamily="49" charset="-122"/>
              </a:rPr>
              <a:t>地址中，划分子网是使网络前缀变长。</a:t>
            </a:r>
            <a:endParaRPr lang="en-US" altLang="zh-CN" sz="2800" smtClean="0">
              <a:solidFill>
                <a:srgbClr val="0000FF"/>
              </a:solidFill>
              <a:ea typeface="黑体" panose="02010609060101010101" pitchFamily="49" charset="-122"/>
            </a:endParaRPr>
          </a:p>
          <a:p>
            <a:r>
              <a:rPr lang="en-US" altLang="zh-CN" sz="2800" smtClean="0">
                <a:ea typeface="黑体" panose="02010609060101010101" pitchFamily="49" charset="-122"/>
              </a:rPr>
              <a:t>CIDR </a:t>
            </a:r>
            <a:r>
              <a:rPr lang="zh-CN" altLang="zh-CN" sz="2800" smtClean="0">
                <a:ea typeface="黑体" panose="02010609060101010101" pitchFamily="49" charset="-122"/>
              </a:rPr>
              <a:t>的一个好处是</a:t>
            </a:r>
            <a:r>
              <a:rPr lang="zh-CN" altLang="en-US" sz="2800" smtClean="0">
                <a:ea typeface="黑体" panose="02010609060101010101" pitchFamily="49" charset="-122"/>
              </a:rPr>
              <a:t>：</a:t>
            </a:r>
            <a:r>
              <a:rPr lang="zh-CN" altLang="zh-CN" sz="2800" smtClean="0">
                <a:ea typeface="黑体" panose="02010609060101010101" pitchFamily="49" charset="-122"/>
              </a:rPr>
              <a:t>可以更加有效地分配</a:t>
            </a:r>
            <a:r>
              <a:rPr lang="en-US" altLang="zh-CN" sz="2800" smtClean="0">
                <a:ea typeface="黑体" panose="02010609060101010101" pitchFamily="49" charset="-122"/>
              </a:rPr>
              <a:t> IPv4 </a:t>
            </a:r>
            <a:r>
              <a:rPr lang="zh-CN" altLang="zh-CN" sz="2800" smtClean="0">
                <a:ea typeface="黑体" panose="02010609060101010101" pitchFamily="49" charset="-122"/>
              </a:rPr>
              <a:t>的地址空间，可根据客户的需要分配适当大小的</a:t>
            </a:r>
            <a:r>
              <a:rPr lang="en-US" altLang="zh-CN" sz="2800" smtClean="0">
                <a:ea typeface="黑体" panose="02010609060101010101" pitchFamily="49" charset="-122"/>
              </a:rPr>
              <a:t> CIDR </a:t>
            </a:r>
            <a:r>
              <a:rPr lang="zh-CN" altLang="zh-CN" sz="2800" smtClean="0">
                <a:ea typeface="黑体" panose="02010609060101010101" pitchFamily="49" charset="-122"/>
              </a:rPr>
              <a:t>地址块。</a:t>
            </a:r>
            <a:r>
              <a:rPr lang="zh-CN" altLang="en-US" sz="2800" smtClean="0">
                <a:ea typeface="黑体" panose="02010609060101010101" pitchFamily="49" charset="-122"/>
              </a:rPr>
              <a:t>  </a:t>
            </a:r>
          </a:p>
        </p:txBody>
      </p:sp>
      <p:sp>
        <p:nvSpPr>
          <p:cNvPr id="9390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80BBAE6-6420-4508-9B9B-8F6D74D9837D}" type="slidenum">
              <a:rPr lang="zh-CN" altLang="en-US" smtClean="0"/>
              <a:pPr eaLnBrk="1" hangingPunct="1"/>
              <a:t>41</a:t>
            </a:fld>
            <a:endParaRPr lang="en-US" altLang="zh-CN" smtClean="0"/>
          </a:p>
        </p:txBody>
      </p:sp>
      <p:sp>
        <p:nvSpPr>
          <p:cNvPr id="9390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2941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2941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29411">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294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719138" y="-26988"/>
            <a:ext cx="8693150" cy="695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fontAlgn="base">
              <a:spcBef>
                <a:spcPct val="0"/>
              </a:spcBef>
              <a:spcAft>
                <a:spcPct val="0"/>
              </a:spcAft>
              <a:defRPr kumimoji="1" sz="4400" b="1">
                <a:solidFill>
                  <a:schemeClr val="tx2"/>
                </a:solidFill>
                <a:latin typeface="+mj-lt"/>
                <a:ea typeface="+mj-ea"/>
                <a:cs typeface="+mj-cs"/>
              </a:defRPr>
            </a:lvl1pPr>
            <a:lvl2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algn="ctr">
              <a:defRPr/>
            </a:pPr>
            <a:r>
              <a:rPr lang="en-US" altLang="zh-CN" sz="3600" kern="0" dirty="0">
                <a:solidFill>
                  <a:srgbClr val="333399"/>
                </a:solidFill>
                <a:latin typeface="Tahoma" panose="020B0604030504040204"/>
                <a:ea typeface="黑体" panose="02010609060101010101" pitchFamily="2" charset="-122"/>
              </a:rPr>
              <a:t>CIDR </a:t>
            </a:r>
            <a:r>
              <a:rPr lang="zh-CN" altLang="en-US" sz="3600" kern="0" dirty="0">
                <a:solidFill>
                  <a:srgbClr val="333399"/>
                </a:solidFill>
                <a:latin typeface="Tahoma" panose="020B0604030504040204"/>
                <a:ea typeface="黑体" panose="02010609060101010101" pitchFamily="2" charset="-122"/>
              </a:rPr>
              <a:t>地址块划分举例 </a:t>
            </a:r>
          </a:p>
        </p:txBody>
      </p:sp>
      <p:sp>
        <p:nvSpPr>
          <p:cNvPr id="5" name="Rectangle 3"/>
          <p:cNvSpPr>
            <a:spLocks noChangeArrowheads="1"/>
          </p:cNvSpPr>
          <p:nvPr/>
        </p:nvSpPr>
        <p:spPr bwMode="auto">
          <a:xfrm>
            <a:off x="1481138" y="4103688"/>
            <a:ext cx="7524750" cy="2390775"/>
          </a:xfrm>
          <a:prstGeom prst="rect">
            <a:avLst/>
          </a:prstGeom>
          <a:solidFill>
            <a:srgbClr val="CCECFF"/>
          </a:solidFill>
          <a:ln w="28575">
            <a:solidFill>
              <a:srgbClr val="333399"/>
            </a:solidFill>
            <a:miter lim="800000"/>
          </a:ln>
          <a:effectLst>
            <a:outerShdw dist="35921" dir="2700000" algn="ctr" rotWithShape="0">
              <a:srgbClr val="1C1C1C"/>
            </a:outerShdw>
          </a:effec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grpSp>
        <p:nvGrpSpPr>
          <p:cNvPr id="941059" name="组合 65"/>
          <p:cNvGrpSpPr>
            <a:grpSpLocks/>
          </p:cNvGrpSpPr>
          <p:nvPr/>
        </p:nvGrpSpPr>
        <p:grpSpPr bwMode="auto">
          <a:xfrm>
            <a:off x="292100" y="1033463"/>
            <a:ext cx="1636713" cy="738187"/>
            <a:chOff x="228433" y="1033063"/>
            <a:chExt cx="1637242" cy="738188"/>
          </a:xfrm>
        </p:grpSpPr>
        <p:grpSp>
          <p:nvGrpSpPr>
            <p:cNvPr id="7" name="Group 5"/>
            <p:cNvGrpSpPr/>
            <p:nvPr/>
          </p:nvGrpSpPr>
          <p:grpSpPr bwMode="auto">
            <a:xfrm>
              <a:off x="237984" y="1047510"/>
              <a:ext cx="1627691" cy="723741"/>
              <a:chOff x="3134" y="1375"/>
              <a:chExt cx="2386" cy="1553"/>
            </a:xfrm>
            <a:solidFill>
              <a:schemeClr val="bg1">
                <a:lumMod val="65000"/>
              </a:schemeClr>
            </a:solidFill>
          </p:grpSpPr>
          <p:sp>
            <p:nvSpPr>
              <p:cNvPr id="17" name="Oval 6"/>
              <p:cNvSpPr>
                <a:spLocks noChangeArrowheads="1"/>
              </p:cNvSpPr>
              <p:nvPr/>
            </p:nvSpPr>
            <p:spPr bwMode="auto">
              <a:xfrm>
                <a:off x="3959" y="1375"/>
                <a:ext cx="1026" cy="62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kumimoji="1" lang="zh-CN" altLang="en-US" sz="2400" b="1" noProof="1">
                  <a:solidFill>
                    <a:srgbClr val="0000CC"/>
                  </a:solidFill>
                  <a:latin typeface="+mn-lt"/>
                  <a:ea typeface="黑体" panose="02010609060101010101" pitchFamily="2" charset="-122"/>
                </a:endParaRPr>
              </a:p>
            </p:txBody>
          </p:sp>
          <p:sp>
            <p:nvSpPr>
              <p:cNvPr id="18" name="Oval 7"/>
              <p:cNvSpPr>
                <a:spLocks noChangeArrowheads="1"/>
              </p:cNvSpPr>
              <p:nvPr/>
            </p:nvSpPr>
            <p:spPr bwMode="auto">
              <a:xfrm>
                <a:off x="3380" y="1548"/>
                <a:ext cx="781" cy="62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kumimoji="1" lang="zh-CN" altLang="en-US" sz="2400" b="1" noProof="1">
                  <a:solidFill>
                    <a:srgbClr val="0000CC"/>
                  </a:solidFill>
                  <a:latin typeface="+mn-lt"/>
                  <a:ea typeface="黑体" panose="02010609060101010101" pitchFamily="2" charset="-122"/>
                </a:endParaRPr>
              </a:p>
            </p:txBody>
          </p:sp>
          <p:sp>
            <p:nvSpPr>
              <p:cNvPr id="19" name="Oval 8"/>
              <p:cNvSpPr>
                <a:spLocks noChangeArrowheads="1"/>
              </p:cNvSpPr>
              <p:nvPr/>
            </p:nvSpPr>
            <p:spPr bwMode="auto">
              <a:xfrm>
                <a:off x="3134" y="1940"/>
                <a:ext cx="521" cy="502"/>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kumimoji="1" lang="zh-CN" altLang="en-US" sz="2400" b="1" noProof="1">
                  <a:solidFill>
                    <a:srgbClr val="0000CC"/>
                  </a:solidFill>
                  <a:latin typeface="+mn-lt"/>
                  <a:ea typeface="黑体" panose="02010609060101010101" pitchFamily="2" charset="-122"/>
                </a:endParaRPr>
              </a:p>
            </p:txBody>
          </p:sp>
          <p:sp>
            <p:nvSpPr>
              <p:cNvPr id="20" name="Oval 9"/>
              <p:cNvSpPr>
                <a:spLocks noChangeArrowheads="1"/>
              </p:cNvSpPr>
              <p:nvPr/>
            </p:nvSpPr>
            <p:spPr bwMode="auto">
              <a:xfrm>
                <a:off x="3293" y="2175"/>
                <a:ext cx="796" cy="54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kumimoji="1" lang="zh-CN" altLang="en-US" sz="2400" b="1" noProof="1">
                  <a:solidFill>
                    <a:srgbClr val="0000CC"/>
                  </a:solidFill>
                  <a:latin typeface="+mn-lt"/>
                  <a:ea typeface="黑体" panose="02010609060101010101" pitchFamily="2" charset="-122"/>
                </a:endParaRPr>
              </a:p>
            </p:txBody>
          </p:sp>
          <p:sp>
            <p:nvSpPr>
              <p:cNvPr id="21" name="Oval 10"/>
              <p:cNvSpPr>
                <a:spLocks noChangeArrowheads="1"/>
              </p:cNvSpPr>
              <p:nvPr/>
            </p:nvSpPr>
            <p:spPr bwMode="auto">
              <a:xfrm>
                <a:off x="3872" y="2269"/>
                <a:ext cx="1200" cy="65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kumimoji="1" lang="zh-CN" altLang="en-US" sz="2400" b="1" noProof="1">
                  <a:solidFill>
                    <a:srgbClr val="0000CC"/>
                  </a:solidFill>
                  <a:latin typeface="+mn-lt"/>
                  <a:ea typeface="黑体" panose="02010609060101010101" pitchFamily="2" charset="-122"/>
                </a:endParaRPr>
              </a:p>
            </p:txBody>
          </p:sp>
          <p:sp>
            <p:nvSpPr>
              <p:cNvPr id="22" name="Oval 11"/>
              <p:cNvSpPr>
                <a:spLocks noChangeArrowheads="1"/>
              </p:cNvSpPr>
              <p:nvPr/>
            </p:nvSpPr>
            <p:spPr bwMode="auto">
              <a:xfrm>
                <a:off x="4653" y="1564"/>
                <a:ext cx="751" cy="48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kumimoji="1" lang="zh-CN" altLang="en-US" sz="2400" b="1" noProof="1">
                  <a:solidFill>
                    <a:srgbClr val="0000CC"/>
                  </a:solidFill>
                  <a:latin typeface="+mn-lt"/>
                  <a:ea typeface="黑体" panose="02010609060101010101" pitchFamily="2" charset="-122"/>
                </a:endParaRPr>
              </a:p>
            </p:txBody>
          </p:sp>
          <p:sp>
            <p:nvSpPr>
              <p:cNvPr id="23" name="Oval 12"/>
              <p:cNvSpPr>
                <a:spLocks noChangeArrowheads="1"/>
              </p:cNvSpPr>
              <p:nvPr/>
            </p:nvSpPr>
            <p:spPr bwMode="auto">
              <a:xfrm>
                <a:off x="4768" y="1893"/>
                <a:ext cx="752" cy="48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kumimoji="1" lang="zh-CN" altLang="en-US" sz="2400" b="1" noProof="1">
                  <a:solidFill>
                    <a:srgbClr val="0000CC"/>
                  </a:solidFill>
                  <a:latin typeface="+mn-lt"/>
                  <a:ea typeface="黑体" panose="02010609060101010101" pitchFamily="2" charset="-122"/>
                </a:endParaRPr>
              </a:p>
            </p:txBody>
          </p:sp>
          <p:sp>
            <p:nvSpPr>
              <p:cNvPr id="24" name="Oval 13"/>
              <p:cNvSpPr>
                <a:spLocks noChangeArrowheads="1"/>
              </p:cNvSpPr>
              <p:nvPr/>
            </p:nvSpPr>
            <p:spPr bwMode="auto">
              <a:xfrm>
                <a:off x="4696" y="2003"/>
                <a:ext cx="752" cy="81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kumimoji="1" lang="zh-CN" altLang="en-US" sz="2400" b="1" noProof="1">
                  <a:solidFill>
                    <a:srgbClr val="0000CC"/>
                  </a:solidFill>
                  <a:latin typeface="+mn-lt"/>
                  <a:ea typeface="黑体" panose="02010609060101010101" pitchFamily="2" charset="-122"/>
                </a:endParaRPr>
              </a:p>
            </p:txBody>
          </p:sp>
          <p:sp>
            <p:nvSpPr>
              <p:cNvPr id="25" name="Oval 14"/>
              <p:cNvSpPr>
                <a:spLocks noChangeArrowheads="1"/>
              </p:cNvSpPr>
              <p:nvPr/>
            </p:nvSpPr>
            <p:spPr bwMode="auto">
              <a:xfrm>
                <a:off x="3568" y="1752"/>
                <a:ext cx="1547" cy="81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kumimoji="1" lang="zh-CN" altLang="en-US" sz="2400" b="1" noProof="1">
                  <a:solidFill>
                    <a:srgbClr val="0000CC"/>
                  </a:solidFill>
                  <a:latin typeface="+mn-lt"/>
                  <a:ea typeface="黑体" panose="02010609060101010101" pitchFamily="2" charset="-122"/>
                </a:endParaRPr>
              </a:p>
            </p:txBody>
          </p:sp>
        </p:grpSp>
        <p:sp>
          <p:nvSpPr>
            <p:cNvPr id="941061" name="Oval 15"/>
            <p:cNvSpPr>
              <a:spLocks noChangeArrowheads="1"/>
            </p:cNvSpPr>
            <p:nvPr/>
          </p:nvSpPr>
          <p:spPr bwMode="auto">
            <a:xfrm>
              <a:off x="790553" y="1033063"/>
              <a:ext cx="700603" cy="292199"/>
            </a:xfrm>
            <a:prstGeom prst="ellipse">
              <a:avLst/>
            </a:pr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b="1">
                <a:solidFill>
                  <a:srgbClr val="0000CC"/>
                </a:solidFill>
                <a:ea typeface="黑体" panose="02010609060101010101" pitchFamily="49" charset="-122"/>
              </a:endParaRPr>
            </a:p>
          </p:txBody>
        </p:sp>
        <p:sp>
          <p:nvSpPr>
            <p:cNvPr id="941062" name="Oval 16"/>
            <p:cNvSpPr>
              <a:spLocks noChangeArrowheads="1"/>
            </p:cNvSpPr>
            <p:nvPr/>
          </p:nvSpPr>
          <p:spPr bwMode="auto">
            <a:xfrm>
              <a:off x="396250" y="1113686"/>
              <a:ext cx="532786" cy="292199"/>
            </a:xfrm>
            <a:prstGeom prst="ellipse">
              <a:avLst/>
            </a:pr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b="1">
                <a:solidFill>
                  <a:srgbClr val="0000CC"/>
                </a:solidFill>
                <a:ea typeface="黑体" panose="02010609060101010101" pitchFamily="49" charset="-122"/>
              </a:endParaRPr>
            </a:p>
          </p:txBody>
        </p:sp>
        <p:sp>
          <p:nvSpPr>
            <p:cNvPr id="941063" name="Oval 17"/>
            <p:cNvSpPr>
              <a:spLocks noChangeArrowheads="1"/>
            </p:cNvSpPr>
            <p:nvPr/>
          </p:nvSpPr>
          <p:spPr bwMode="auto">
            <a:xfrm>
              <a:off x="228433" y="1296369"/>
              <a:ext cx="354736" cy="233480"/>
            </a:xfrm>
            <a:prstGeom prst="ellipse">
              <a:avLst/>
            </a:pr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b="1">
                <a:solidFill>
                  <a:srgbClr val="0000CC"/>
                </a:solidFill>
                <a:ea typeface="黑体" panose="02010609060101010101" pitchFamily="49" charset="-122"/>
              </a:endParaRPr>
            </a:p>
          </p:txBody>
        </p:sp>
        <p:sp>
          <p:nvSpPr>
            <p:cNvPr id="941064" name="Oval 18"/>
            <p:cNvSpPr>
              <a:spLocks noChangeArrowheads="1"/>
            </p:cNvSpPr>
            <p:nvPr/>
          </p:nvSpPr>
          <p:spPr bwMode="auto">
            <a:xfrm>
              <a:off x="336900" y="1405885"/>
              <a:ext cx="542336" cy="255849"/>
            </a:xfrm>
            <a:prstGeom prst="ellipse">
              <a:avLst/>
            </a:pr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b="1">
                <a:solidFill>
                  <a:srgbClr val="0000CC"/>
                </a:solidFill>
                <a:ea typeface="黑体" panose="02010609060101010101" pitchFamily="49" charset="-122"/>
              </a:endParaRPr>
            </a:p>
          </p:txBody>
        </p:sp>
        <p:sp>
          <p:nvSpPr>
            <p:cNvPr id="941065" name="Oval 19"/>
            <p:cNvSpPr>
              <a:spLocks noChangeArrowheads="1"/>
            </p:cNvSpPr>
            <p:nvPr/>
          </p:nvSpPr>
          <p:spPr bwMode="auto">
            <a:xfrm>
              <a:off x="731203" y="1449692"/>
              <a:ext cx="818621" cy="307112"/>
            </a:xfrm>
            <a:prstGeom prst="ellipse">
              <a:avLst/>
            </a:pr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b="1">
                <a:solidFill>
                  <a:srgbClr val="0000CC"/>
                </a:solidFill>
                <a:ea typeface="黑体" panose="02010609060101010101" pitchFamily="49" charset="-122"/>
              </a:endParaRPr>
            </a:p>
          </p:txBody>
        </p:sp>
        <p:sp>
          <p:nvSpPr>
            <p:cNvPr id="941066" name="Oval 20"/>
            <p:cNvSpPr>
              <a:spLocks noChangeArrowheads="1"/>
            </p:cNvSpPr>
            <p:nvPr/>
          </p:nvSpPr>
          <p:spPr bwMode="auto">
            <a:xfrm>
              <a:off x="1263989" y="1120676"/>
              <a:ext cx="513002" cy="226490"/>
            </a:xfrm>
            <a:prstGeom prst="ellipse">
              <a:avLst/>
            </a:pr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b="1">
                <a:solidFill>
                  <a:srgbClr val="0000CC"/>
                </a:solidFill>
                <a:ea typeface="黑体" panose="02010609060101010101" pitchFamily="49" charset="-122"/>
              </a:endParaRPr>
            </a:p>
          </p:txBody>
        </p:sp>
        <p:sp>
          <p:nvSpPr>
            <p:cNvPr id="941067" name="Oval 21"/>
            <p:cNvSpPr>
              <a:spLocks noChangeArrowheads="1"/>
            </p:cNvSpPr>
            <p:nvPr/>
          </p:nvSpPr>
          <p:spPr bwMode="auto">
            <a:xfrm>
              <a:off x="1343122" y="1274465"/>
              <a:ext cx="513002" cy="226490"/>
            </a:xfrm>
            <a:prstGeom prst="ellipse">
              <a:avLst/>
            </a:pr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b="1">
                <a:solidFill>
                  <a:srgbClr val="0000CC"/>
                </a:solidFill>
                <a:ea typeface="黑体" panose="02010609060101010101" pitchFamily="49" charset="-122"/>
              </a:endParaRPr>
            </a:p>
          </p:txBody>
        </p:sp>
        <p:sp>
          <p:nvSpPr>
            <p:cNvPr id="941068" name="Oval 22"/>
            <p:cNvSpPr>
              <a:spLocks noChangeArrowheads="1"/>
            </p:cNvSpPr>
            <p:nvPr/>
          </p:nvSpPr>
          <p:spPr bwMode="auto">
            <a:xfrm>
              <a:off x="1293322" y="1325262"/>
              <a:ext cx="513002" cy="380279"/>
            </a:xfrm>
            <a:prstGeom prst="ellipse">
              <a:avLst/>
            </a:pr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b="1">
                <a:solidFill>
                  <a:srgbClr val="0000CC"/>
                </a:solidFill>
                <a:ea typeface="黑体" panose="02010609060101010101" pitchFamily="49" charset="-122"/>
              </a:endParaRPr>
            </a:p>
          </p:txBody>
        </p:sp>
        <p:sp>
          <p:nvSpPr>
            <p:cNvPr id="941069" name="Oval 23"/>
            <p:cNvSpPr>
              <a:spLocks noChangeArrowheads="1"/>
            </p:cNvSpPr>
            <p:nvPr/>
          </p:nvSpPr>
          <p:spPr bwMode="auto">
            <a:xfrm>
              <a:off x="524501" y="1208289"/>
              <a:ext cx="1055339" cy="380279"/>
            </a:xfrm>
            <a:prstGeom prst="ellipse">
              <a:avLst/>
            </a:pr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b="1">
                <a:solidFill>
                  <a:srgbClr val="0000CC"/>
                </a:solidFill>
                <a:ea typeface="黑体" panose="02010609060101010101" pitchFamily="49" charset="-122"/>
              </a:endParaRPr>
            </a:p>
          </p:txBody>
        </p:sp>
        <p:sp>
          <p:nvSpPr>
            <p:cNvPr id="941070" name="Text Box 24"/>
            <p:cNvSpPr txBox="1">
              <a:spLocks noChangeArrowheads="1"/>
            </p:cNvSpPr>
            <p:nvPr/>
          </p:nvSpPr>
          <p:spPr bwMode="auto">
            <a:xfrm>
              <a:off x="548204" y="1196956"/>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CC"/>
                  </a:solidFill>
                  <a:ea typeface="黑体" panose="02010609060101010101" pitchFamily="49" charset="-122"/>
                </a:rPr>
                <a:t>互联网</a:t>
              </a:r>
            </a:p>
          </p:txBody>
        </p:sp>
      </p:grpSp>
      <p:sp>
        <p:nvSpPr>
          <p:cNvPr id="27" name="Oval 25"/>
          <p:cNvSpPr>
            <a:spLocks noChangeArrowheads="1"/>
          </p:cNvSpPr>
          <p:nvPr/>
        </p:nvSpPr>
        <p:spPr bwMode="auto">
          <a:xfrm>
            <a:off x="3930650" y="885825"/>
            <a:ext cx="2844800" cy="958850"/>
          </a:xfrm>
          <a:prstGeom prst="ellipse">
            <a:avLst/>
          </a:prstGeom>
          <a:solidFill>
            <a:srgbClr val="3399FF"/>
          </a:solidFill>
          <a:ln w="9525">
            <a:solidFill>
              <a:srgbClr val="000000"/>
            </a:solidFill>
            <a:round/>
          </a:ln>
          <a:effectLst>
            <a:outerShdw dist="35921" dir="2700000" algn="ctr" rotWithShape="0">
              <a:srgbClr val="1C1C1C"/>
            </a:outerShdw>
          </a:effec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28" name="Oval 26"/>
          <p:cNvSpPr>
            <a:spLocks noChangeArrowheads="1"/>
          </p:cNvSpPr>
          <p:nvPr/>
        </p:nvSpPr>
        <p:spPr bwMode="auto">
          <a:xfrm>
            <a:off x="4535488" y="1033463"/>
            <a:ext cx="1809750" cy="665162"/>
          </a:xfrm>
          <a:prstGeom prst="ellipse">
            <a:avLst/>
          </a:prstGeom>
          <a:solidFill>
            <a:srgbClr val="CCECFF"/>
          </a:solidFill>
          <a:ln w="9525">
            <a:solidFill>
              <a:srgbClr val="000000"/>
            </a:solidFill>
            <a:round/>
          </a:ln>
          <a:effectLst>
            <a:outerShdw dist="35921" dir="2700000" algn="ctr" rotWithShape="0">
              <a:srgbClr val="1C1C1C"/>
            </a:outerShdw>
          </a:effec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1073" name="Text Box 27"/>
          <p:cNvSpPr txBox="1">
            <a:spLocks noChangeArrowheads="1"/>
          </p:cNvSpPr>
          <p:nvPr/>
        </p:nvSpPr>
        <p:spPr bwMode="auto">
          <a:xfrm>
            <a:off x="4627563" y="1181100"/>
            <a:ext cx="15954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206.0.68.0/22</a:t>
            </a:r>
          </a:p>
        </p:txBody>
      </p:sp>
      <p:sp>
        <p:nvSpPr>
          <p:cNvPr id="941074" name="Text Box 28"/>
          <p:cNvSpPr txBox="1">
            <a:spLocks noChangeArrowheads="1"/>
          </p:cNvSpPr>
          <p:nvPr/>
        </p:nvSpPr>
        <p:spPr bwMode="auto">
          <a:xfrm>
            <a:off x="2211388" y="958850"/>
            <a:ext cx="15954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206.0.64.0/18</a:t>
            </a:r>
          </a:p>
        </p:txBody>
      </p:sp>
      <p:sp>
        <p:nvSpPr>
          <p:cNvPr id="31" name="AutoShape 29"/>
          <p:cNvSpPr>
            <a:spLocks noChangeArrowheads="1"/>
          </p:cNvSpPr>
          <p:nvPr/>
        </p:nvSpPr>
        <p:spPr bwMode="auto">
          <a:xfrm>
            <a:off x="1951038" y="1273175"/>
            <a:ext cx="1895475" cy="220663"/>
          </a:xfrm>
          <a:prstGeom prst="leftArrow">
            <a:avLst>
              <a:gd name="adj1" fmla="val 50000"/>
              <a:gd name="adj2" fmla="val 198202"/>
            </a:avLst>
          </a:prstGeom>
          <a:solidFill>
            <a:srgbClr val="FF0000"/>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1076" name="Text Box 30"/>
          <p:cNvSpPr txBox="1">
            <a:spLocks noChangeArrowheads="1"/>
          </p:cNvSpPr>
          <p:nvPr/>
        </p:nvSpPr>
        <p:spPr bwMode="auto">
          <a:xfrm>
            <a:off x="3760788" y="668338"/>
            <a:ext cx="6794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000CC"/>
                </a:solidFill>
                <a:ea typeface="黑体" panose="02010609060101010101" pitchFamily="49" charset="-122"/>
              </a:rPr>
              <a:t>ISP</a:t>
            </a:r>
          </a:p>
        </p:txBody>
      </p:sp>
      <p:sp>
        <p:nvSpPr>
          <p:cNvPr id="941077" name="Text Box 31"/>
          <p:cNvSpPr txBox="1">
            <a:spLocks noChangeArrowheads="1"/>
          </p:cNvSpPr>
          <p:nvPr/>
        </p:nvSpPr>
        <p:spPr bwMode="auto">
          <a:xfrm>
            <a:off x="6946900" y="739775"/>
            <a:ext cx="1114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CC"/>
                </a:solidFill>
                <a:ea typeface="黑体" panose="02010609060101010101" pitchFamily="49" charset="-122"/>
              </a:rPr>
              <a:t>大学 </a:t>
            </a:r>
            <a:r>
              <a:rPr lang="en-US" altLang="zh-CN" sz="2400" b="1">
                <a:solidFill>
                  <a:srgbClr val="0000CC"/>
                </a:solidFill>
                <a:ea typeface="黑体" panose="02010609060101010101" pitchFamily="49" charset="-122"/>
              </a:rPr>
              <a:t>X</a:t>
            </a:r>
          </a:p>
        </p:txBody>
      </p:sp>
      <p:sp>
        <p:nvSpPr>
          <p:cNvPr id="941078" name="Line 32"/>
          <p:cNvSpPr>
            <a:spLocks noChangeShapeType="1"/>
          </p:cNvSpPr>
          <p:nvPr/>
        </p:nvSpPr>
        <p:spPr bwMode="auto">
          <a:xfrm flipV="1">
            <a:off x="6257925" y="1033463"/>
            <a:ext cx="688975" cy="22066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sz="2400" b="1">
              <a:solidFill>
                <a:srgbClr val="0000CC"/>
              </a:solidFill>
              <a:ea typeface="黑体" panose="02010609060101010101" pitchFamily="49" charset="-122"/>
            </a:endParaRPr>
          </a:p>
        </p:txBody>
      </p:sp>
      <p:sp>
        <p:nvSpPr>
          <p:cNvPr id="941079" name="Text Box 33"/>
          <p:cNvSpPr txBox="1">
            <a:spLocks noChangeArrowheads="1"/>
          </p:cNvSpPr>
          <p:nvPr/>
        </p:nvSpPr>
        <p:spPr bwMode="auto">
          <a:xfrm>
            <a:off x="2360613" y="3549650"/>
            <a:ext cx="701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CC"/>
                </a:solidFill>
                <a:ea typeface="黑体" panose="02010609060101010101" pitchFamily="49" charset="-122"/>
              </a:rPr>
              <a:t>一系</a:t>
            </a:r>
          </a:p>
        </p:txBody>
      </p:sp>
      <p:sp>
        <p:nvSpPr>
          <p:cNvPr id="941080" name="Text Box 34"/>
          <p:cNvSpPr txBox="1">
            <a:spLocks noChangeArrowheads="1"/>
          </p:cNvSpPr>
          <p:nvPr/>
        </p:nvSpPr>
        <p:spPr bwMode="auto">
          <a:xfrm>
            <a:off x="5086350" y="3541713"/>
            <a:ext cx="701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CC"/>
                </a:solidFill>
                <a:ea typeface="黑体" panose="02010609060101010101" pitchFamily="49" charset="-122"/>
              </a:rPr>
              <a:t>二系</a:t>
            </a:r>
          </a:p>
        </p:txBody>
      </p:sp>
      <p:sp>
        <p:nvSpPr>
          <p:cNvPr id="941081" name="Text Box 35"/>
          <p:cNvSpPr txBox="1">
            <a:spLocks noChangeArrowheads="1"/>
          </p:cNvSpPr>
          <p:nvPr/>
        </p:nvSpPr>
        <p:spPr bwMode="auto">
          <a:xfrm>
            <a:off x="6257925" y="3357563"/>
            <a:ext cx="701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CC"/>
                </a:solidFill>
                <a:ea typeface="黑体" panose="02010609060101010101" pitchFamily="49" charset="-122"/>
              </a:rPr>
              <a:t>三系</a:t>
            </a:r>
          </a:p>
        </p:txBody>
      </p:sp>
      <p:sp>
        <p:nvSpPr>
          <p:cNvPr id="941082" name="Text Box 36"/>
          <p:cNvSpPr txBox="1">
            <a:spLocks noChangeArrowheads="1"/>
          </p:cNvSpPr>
          <p:nvPr/>
        </p:nvSpPr>
        <p:spPr bwMode="auto">
          <a:xfrm>
            <a:off x="8597900" y="3357563"/>
            <a:ext cx="701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CC"/>
                </a:solidFill>
                <a:ea typeface="黑体" panose="02010609060101010101" pitchFamily="49" charset="-122"/>
              </a:rPr>
              <a:t>四系</a:t>
            </a:r>
          </a:p>
        </p:txBody>
      </p:sp>
      <p:sp>
        <p:nvSpPr>
          <p:cNvPr id="941083" name="AutoShape 37"/>
          <p:cNvSpPr>
            <a:spLocks noChangeArrowheads="1"/>
          </p:cNvSpPr>
          <p:nvPr/>
        </p:nvSpPr>
        <p:spPr bwMode="auto">
          <a:xfrm rot="1625099">
            <a:off x="5972175" y="1941513"/>
            <a:ext cx="2713038" cy="173037"/>
          </a:xfrm>
          <a:prstGeom prst="leftArrow">
            <a:avLst>
              <a:gd name="adj1" fmla="val 27083"/>
              <a:gd name="adj2" fmla="val 411064"/>
            </a:avLst>
          </a:prstGeom>
          <a:solidFill>
            <a:srgbClr val="66CCFF"/>
          </a:solidFill>
          <a:ln w="9525">
            <a:solidFill>
              <a:srgbClr val="333399"/>
            </a:solidFill>
            <a:miter lim="800000"/>
            <a:headEnd/>
            <a:tailEnd/>
          </a:ln>
        </p:spPr>
        <p:txBody>
          <a:bodyPr wrap="none" anchor="ctr"/>
          <a:lstStyle/>
          <a:p>
            <a:endParaRPr lang="zh-CN" altLang="en-US" sz="2400" b="1">
              <a:solidFill>
                <a:srgbClr val="0000CC"/>
              </a:solidFill>
              <a:ea typeface="黑体" panose="02010609060101010101" pitchFamily="49" charset="-122"/>
            </a:endParaRPr>
          </a:p>
        </p:txBody>
      </p:sp>
      <p:sp>
        <p:nvSpPr>
          <p:cNvPr id="40" name="Oval 38"/>
          <p:cNvSpPr>
            <a:spLocks noChangeArrowheads="1"/>
          </p:cNvSpPr>
          <p:nvPr/>
        </p:nvSpPr>
        <p:spPr bwMode="auto">
          <a:xfrm>
            <a:off x="7808913" y="2508250"/>
            <a:ext cx="2154237" cy="887413"/>
          </a:xfrm>
          <a:prstGeom prst="ellipse">
            <a:avLst/>
          </a:prstGeom>
          <a:solidFill>
            <a:srgbClr val="FFFF99"/>
          </a:solidFill>
          <a:ln w="9525">
            <a:solidFill>
              <a:srgbClr val="000000"/>
            </a:solidFill>
            <a:round/>
          </a:ln>
          <a:effectLst>
            <a:outerShdw dist="35921" dir="2700000" algn="ctr" rotWithShape="0">
              <a:srgbClr val="1C1C1C"/>
            </a:outerShdw>
          </a:effec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1085" name="Text Box 39"/>
          <p:cNvSpPr txBox="1">
            <a:spLocks noChangeArrowheads="1"/>
          </p:cNvSpPr>
          <p:nvPr/>
        </p:nvSpPr>
        <p:spPr bwMode="auto">
          <a:xfrm>
            <a:off x="7894638" y="2662238"/>
            <a:ext cx="18526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206.0.71.128/26</a:t>
            </a:r>
          </a:p>
          <a:p>
            <a:r>
              <a:rPr lang="en-US" altLang="zh-CN" b="1">
                <a:solidFill>
                  <a:srgbClr val="0000CC"/>
                </a:solidFill>
                <a:ea typeface="黑体" panose="02010609060101010101" pitchFamily="49" charset="-122"/>
              </a:rPr>
              <a:t>206.0.71.192/26</a:t>
            </a:r>
          </a:p>
        </p:txBody>
      </p:sp>
      <p:sp>
        <p:nvSpPr>
          <p:cNvPr id="941086" name="AutoShape 40"/>
          <p:cNvSpPr>
            <a:spLocks noChangeArrowheads="1"/>
          </p:cNvSpPr>
          <p:nvPr/>
        </p:nvSpPr>
        <p:spPr bwMode="auto">
          <a:xfrm rot="8870696">
            <a:off x="2003425" y="2036763"/>
            <a:ext cx="2897188" cy="184150"/>
          </a:xfrm>
          <a:prstGeom prst="leftArrow">
            <a:avLst>
              <a:gd name="adj1" fmla="val 27083"/>
              <a:gd name="adj2" fmla="val 412475"/>
            </a:avLst>
          </a:prstGeom>
          <a:solidFill>
            <a:srgbClr val="66CCFF"/>
          </a:solidFill>
          <a:ln w="9525">
            <a:solidFill>
              <a:srgbClr val="333399"/>
            </a:solidFill>
            <a:miter lim="800000"/>
            <a:headEnd/>
            <a:tailEnd/>
          </a:ln>
        </p:spPr>
        <p:txBody>
          <a:bodyPr wrap="none" anchor="ctr"/>
          <a:lstStyle/>
          <a:p>
            <a:endParaRPr lang="zh-CN" altLang="en-US" sz="2400" b="1">
              <a:solidFill>
                <a:srgbClr val="0000CC"/>
              </a:solidFill>
              <a:ea typeface="黑体" panose="02010609060101010101" pitchFamily="49" charset="-122"/>
            </a:endParaRPr>
          </a:p>
        </p:txBody>
      </p:sp>
      <p:sp>
        <p:nvSpPr>
          <p:cNvPr id="43" name="Oval 41"/>
          <p:cNvSpPr>
            <a:spLocks noChangeArrowheads="1"/>
          </p:cNvSpPr>
          <p:nvPr/>
        </p:nvSpPr>
        <p:spPr bwMode="auto">
          <a:xfrm>
            <a:off x="57150" y="2508250"/>
            <a:ext cx="2582863" cy="1403350"/>
          </a:xfrm>
          <a:prstGeom prst="ellipse">
            <a:avLst/>
          </a:prstGeom>
          <a:solidFill>
            <a:srgbClr val="FFFF99"/>
          </a:solidFill>
          <a:ln w="9525">
            <a:solidFill>
              <a:srgbClr val="000000"/>
            </a:solidFill>
            <a:round/>
          </a:ln>
          <a:effectLst>
            <a:outerShdw dist="35921" dir="2700000" algn="ctr" rotWithShape="0">
              <a:srgbClr val="1C1C1C"/>
            </a:outerShdw>
          </a:effec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1088" name="Text Box 42"/>
          <p:cNvSpPr txBox="1">
            <a:spLocks noChangeArrowheads="1"/>
          </p:cNvSpPr>
          <p:nvPr/>
        </p:nvSpPr>
        <p:spPr bwMode="auto">
          <a:xfrm>
            <a:off x="485775" y="2611438"/>
            <a:ext cx="185261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206.0.68.0/25</a:t>
            </a:r>
          </a:p>
          <a:p>
            <a:r>
              <a:rPr lang="en-US" altLang="zh-CN" b="1">
                <a:solidFill>
                  <a:srgbClr val="0000CC"/>
                </a:solidFill>
                <a:ea typeface="黑体" panose="02010609060101010101" pitchFamily="49" charset="-122"/>
              </a:rPr>
              <a:t>206.0.68.128/25</a:t>
            </a:r>
          </a:p>
          <a:p>
            <a:r>
              <a:rPr lang="en-US" altLang="zh-CN" b="1">
                <a:solidFill>
                  <a:srgbClr val="0000CC"/>
                </a:solidFill>
                <a:ea typeface="黑体" panose="02010609060101010101" pitchFamily="49" charset="-122"/>
              </a:rPr>
              <a:t>206.0.69.0/25</a:t>
            </a:r>
          </a:p>
          <a:p>
            <a:r>
              <a:rPr lang="en-US" altLang="zh-CN" b="1">
                <a:solidFill>
                  <a:srgbClr val="0000CC"/>
                </a:solidFill>
                <a:ea typeface="黑体" panose="02010609060101010101" pitchFamily="49" charset="-122"/>
              </a:rPr>
              <a:t>206.0.69.128/25</a:t>
            </a:r>
          </a:p>
        </p:txBody>
      </p:sp>
      <p:sp>
        <p:nvSpPr>
          <p:cNvPr id="941089" name="AutoShape 43"/>
          <p:cNvSpPr>
            <a:spLocks noChangeArrowheads="1"/>
          </p:cNvSpPr>
          <p:nvPr/>
        </p:nvSpPr>
        <p:spPr bwMode="auto">
          <a:xfrm rot="7490917">
            <a:off x="3593306" y="2250282"/>
            <a:ext cx="2143125" cy="204788"/>
          </a:xfrm>
          <a:prstGeom prst="leftArrow">
            <a:avLst>
              <a:gd name="adj1" fmla="val 27083"/>
              <a:gd name="adj2" fmla="val 322044"/>
            </a:avLst>
          </a:prstGeom>
          <a:solidFill>
            <a:srgbClr val="66CCFF"/>
          </a:solidFill>
          <a:ln w="9525">
            <a:solidFill>
              <a:srgbClr val="333399"/>
            </a:solidFill>
            <a:miter lim="800000"/>
            <a:headEnd/>
            <a:tailEnd/>
          </a:ln>
        </p:spPr>
        <p:txBody>
          <a:bodyPr wrap="none" anchor="ctr"/>
          <a:lstStyle/>
          <a:p>
            <a:endParaRPr lang="zh-CN" altLang="en-US" sz="2400" b="1">
              <a:solidFill>
                <a:srgbClr val="0000CC"/>
              </a:solidFill>
              <a:ea typeface="黑体" panose="02010609060101010101" pitchFamily="49" charset="-122"/>
            </a:endParaRPr>
          </a:p>
        </p:txBody>
      </p:sp>
      <p:sp>
        <p:nvSpPr>
          <p:cNvPr id="46" name="Oval 44"/>
          <p:cNvSpPr>
            <a:spLocks noChangeArrowheads="1"/>
          </p:cNvSpPr>
          <p:nvPr/>
        </p:nvSpPr>
        <p:spPr bwMode="auto">
          <a:xfrm>
            <a:off x="2813050" y="2508250"/>
            <a:ext cx="2582863" cy="1403350"/>
          </a:xfrm>
          <a:prstGeom prst="ellipse">
            <a:avLst/>
          </a:prstGeom>
          <a:solidFill>
            <a:srgbClr val="FFFF99"/>
          </a:solidFill>
          <a:ln w="9525">
            <a:solidFill>
              <a:srgbClr val="000000"/>
            </a:solidFill>
            <a:round/>
          </a:ln>
          <a:effectLst>
            <a:outerShdw dist="35921" dir="2700000" algn="ctr" rotWithShape="0">
              <a:srgbClr val="1C1C1C"/>
            </a:outerShdw>
          </a:effec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1091" name="Text Box 45"/>
          <p:cNvSpPr txBox="1">
            <a:spLocks noChangeArrowheads="1"/>
          </p:cNvSpPr>
          <p:nvPr/>
        </p:nvSpPr>
        <p:spPr bwMode="auto">
          <a:xfrm>
            <a:off x="3243263" y="2611438"/>
            <a:ext cx="18510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206.0.70.0/26</a:t>
            </a:r>
          </a:p>
          <a:p>
            <a:r>
              <a:rPr lang="en-US" altLang="zh-CN" b="1">
                <a:solidFill>
                  <a:srgbClr val="0000CC"/>
                </a:solidFill>
                <a:ea typeface="黑体" panose="02010609060101010101" pitchFamily="49" charset="-122"/>
              </a:rPr>
              <a:t>206.0.70.64/26</a:t>
            </a:r>
          </a:p>
          <a:p>
            <a:r>
              <a:rPr lang="en-US" altLang="zh-CN" b="1">
                <a:solidFill>
                  <a:srgbClr val="0000CC"/>
                </a:solidFill>
                <a:ea typeface="黑体" panose="02010609060101010101" pitchFamily="49" charset="-122"/>
              </a:rPr>
              <a:t>206.0.70.128/26</a:t>
            </a:r>
          </a:p>
          <a:p>
            <a:r>
              <a:rPr lang="en-US" altLang="zh-CN" b="1">
                <a:solidFill>
                  <a:srgbClr val="0000CC"/>
                </a:solidFill>
                <a:ea typeface="黑体" panose="02010609060101010101" pitchFamily="49" charset="-122"/>
              </a:rPr>
              <a:t>206.0.70.192/26</a:t>
            </a:r>
          </a:p>
        </p:txBody>
      </p:sp>
      <p:sp>
        <p:nvSpPr>
          <p:cNvPr id="48" name="Rectangle 46"/>
          <p:cNvSpPr>
            <a:spLocks noChangeArrowheads="1"/>
          </p:cNvSpPr>
          <p:nvPr/>
        </p:nvSpPr>
        <p:spPr bwMode="auto">
          <a:xfrm>
            <a:off x="3846513" y="2222500"/>
            <a:ext cx="1463675" cy="19526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1093" name="Text Box 47"/>
          <p:cNvSpPr txBox="1">
            <a:spLocks noChangeArrowheads="1"/>
          </p:cNvSpPr>
          <p:nvPr/>
        </p:nvSpPr>
        <p:spPr bwMode="auto">
          <a:xfrm>
            <a:off x="3760788" y="2109788"/>
            <a:ext cx="15954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206.0.70.0/24</a:t>
            </a:r>
          </a:p>
        </p:txBody>
      </p:sp>
      <p:sp>
        <p:nvSpPr>
          <p:cNvPr id="941094" name="AutoShape 48"/>
          <p:cNvSpPr>
            <a:spLocks noChangeArrowheads="1"/>
          </p:cNvSpPr>
          <p:nvPr/>
        </p:nvSpPr>
        <p:spPr bwMode="auto">
          <a:xfrm rot="14362323" flipH="1">
            <a:off x="5224463" y="2298700"/>
            <a:ext cx="2144712" cy="204788"/>
          </a:xfrm>
          <a:prstGeom prst="leftArrow">
            <a:avLst>
              <a:gd name="adj1" fmla="val 27083"/>
              <a:gd name="adj2" fmla="val 322282"/>
            </a:avLst>
          </a:prstGeom>
          <a:solidFill>
            <a:srgbClr val="66CCFF"/>
          </a:solidFill>
          <a:ln w="9525">
            <a:solidFill>
              <a:srgbClr val="333399"/>
            </a:solidFill>
            <a:miter lim="800000"/>
            <a:headEnd/>
            <a:tailEnd/>
          </a:ln>
        </p:spPr>
        <p:txBody>
          <a:bodyPr wrap="none" anchor="ctr"/>
          <a:lstStyle/>
          <a:p>
            <a:endParaRPr lang="zh-CN" altLang="en-US" sz="2400" b="1">
              <a:solidFill>
                <a:srgbClr val="0000CC"/>
              </a:solidFill>
              <a:ea typeface="黑体" panose="02010609060101010101" pitchFamily="49" charset="-122"/>
            </a:endParaRPr>
          </a:p>
        </p:txBody>
      </p:sp>
      <p:sp>
        <p:nvSpPr>
          <p:cNvPr id="51" name="Rectangle 49"/>
          <p:cNvSpPr>
            <a:spLocks noChangeArrowheads="1"/>
          </p:cNvSpPr>
          <p:nvPr/>
        </p:nvSpPr>
        <p:spPr bwMode="auto">
          <a:xfrm>
            <a:off x="5656263" y="2241550"/>
            <a:ext cx="1452562" cy="18415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1096" name="Text Box 50"/>
          <p:cNvSpPr txBox="1">
            <a:spLocks noChangeArrowheads="1"/>
          </p:cNvSpPr>
          <p:nvPr/>
        </p:nvSpPr>
        <p:spPr bwMode="auto">
          <a:xfrm>
            <a:off x="5568950" y="2124075"/>
            <a:ext cx="15954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206.0.71.0/25</a:t>
            </a:r>
          </a:p>
        </p:txBody>
      </p:sp>
      <p:sp>
        <p:nvSpPr>
          <p:cNvPr id="53" name="Oval 51"/>
          <p:cNvSpPr>
            <a:spLocks noChangeArrowheads="1"/>
          </p:cNvSpPr>
          <p:nvPr/>
        </p:nvSpPr>
        <p:spPr bwMode="auto">
          <a:xfrm>
            <a:off x="5484813" y="2508250"/>
            <a:ext cx="2152650" cy="887413"/>
          </a:xfrm>
          <a:prstGeom prst="ellipse">
            <a:avLst/>
          </a:prstGeom>
          <a:solidFill>
            <a:srgbClr val="FFFF99"/>
          </a:solidFill>
          <a:ln w="9525">
            <a:solidFill>
              <a:srgbClr val="000000"/>
            </a:solidFill>
            <a:round/>
          </a:ln>
          <a:effectLst>
            <a:outerShdw dist="35921" dir="2700000" algn="ctr" rotWithShape="0">
              <a:srgbClr val="1C1C1C"/>
            </a:outerShdw>
          </a:effec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1098" name="Text Box 52"/>
          <p:cNvSpPr txBox="1">
            <a:spLocks noChangeArrowheads="1"/>
          </p:cNvSpPr>
          <p:nvPr/>
        </p:nvSpPr>
        <p:spPr bwMode="auto">
          <a:xfrm>
            <a:off x="5656263" y="2662238"/>
            <a:ext cx="17240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206.0.71.0/26</a:t>
            </a:r>
          </a:p>
          <a:p>
            <a:r>
              <a:rPr lang="en-US" altLang="zh-CN" b="1">
                <a:solidFill>
                  <a:srgbClr val="0000CC"/>
                </a:solidFill>
                <a:ea typeface="黑体" panose="02010609060101010101" pitchFamily="49" charset="-122"/>
              </a:rPr>
              <a:t>206.0.71.64/26</a:t>
            </a:r>
          </a:p>
        </p:txBody>
      </p:sp>
      <p:sp>
        <p:nvSpPr>
          <p:cNvPr id="55" name="Rectangle 53"/>
          <p:cNvSpPr>
            <a:spLocks noChangeArrowheads="1"/>
          </p:cNvSpPr>
          <p:nvPr/>
        </p:nvSpPr>
        <p:spPr bwMode="auto">
          <a:xfrm>
            <a:off x="7808913" y="2214563"/>
            <a:ext cx="1712912" cy="2111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1100" name="Text Box 54"/>
          <p:cNvSpPr txBox="1">
            <a:spLocks noChangeArrowheads="1"/>
          </p:cNvSpPr>
          <p:nvPr/>
        </p:nvSpPr>
        <p:spPr bwMode="auto">
          <a:xfrm>
            <a:off x="7721600" y="2078038"/>
            <a:ext cx="18510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206.0.71.128/25</a:t>
            </a:r>
          </a:p>
        </p:txBody>
      </p:sp>
      <p:sp>
        <p:nvSpPr>
          <p:cNvPr id="57" name="Rectangle 55"/>
          <p:cNvSpPr>
            <a:spLocks noChangeArrowheads="1"/>
          </p:cNvSpPr>
          <p:nvPr/>
        </p:nvSpPr>
        <p:spPr bwMode="auto">
          <a:xfrm>
            <a:off x="2038350" y="2214563"/>
            <a:ext cx="1452563" cy="2111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1102" name="Text Box 56"/>
          <p:cNvSpPr txBox="1">
            <a:spLocks noChangeArrowheads="1"/>
          </p:cNvSpPr>
          <p:nvPr/>
        </p:nvSpPr>
        <p:spPr bwMode="auto">
          <a:xfrm>
            <a:off x="1949450" y="2109788"/>
            <a:ext cx="15954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206.0.68.0/23</a:t>
            </a:r>
          </a:p>
        </p:txBody>
      </p:sp>
      <p:sp>
        <p:nvSpPr>
          <p:cNvPr id="941103" name="Text Box 57"/>
          <p:cNvSpPr txBox="1">
            <a:spLocks noChangeArrowheads="1"/>
          </p:cNvSpPr>
          <p:nvPr/>
        </p:nvSpPr>
        <p:spPr bwMode="auto">
          <a:xfrm>
            <a:off x="1430338" y="4043363"/>
            <a:ext cx="7789862" cy="248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45000"/>
              </a:lnSpc>
            </a:pPr>
            <a:r>
              <a:rPr lang="en-US" altLang="zh-CN" b="1">
                <a:solidFill>
                  <a:srgbClr val="0000CC"/>
                </a:solidFill>
                <a:ea typeface="黑体" panose="02010609060101010101" pitchFamily="49" charset="-122"/>
              </a:rPr>
              <a:t> </a:t>
            </a:r>
            <a:r>
              <a:rPr lang="zh-CN" altLang="en-US" b="1">
                <a:solidFill>
                  <a:srgbClr val="0000CC"/>
                </a:solidFill>
                <a:ea typeface="黑体" panose="02010609060101010101" pitchFamily="49" charset="-122"/>
              </a:rPr>
              <a:t>单位         地址块                              二进制表示                         地址数</a:t>
            </a:r>
          </a:p>
          <a:p>
            <a:pPr>
              <a:lnSpc>
                <a:spcPct val="120000"/>
              </a:lnSpc>
            </a:pPr>
            <a:r>
              <a:rPr lang="zh-CN" altLang="en-US" b="1">
                <a:solidFill>
                  <a:srgbClr val="0000CC"/>
                </a:solidFill>
                <a:ea typeface="黑体" panose="02010609060101010101" pitchFamily="49" charset="-122"/>
              </a:rPr>
              <a:t>   </a:t>
            </a:r>
            <a:r>
              <a:rPr lang="en-US" altLang="zh-CN" b="1">
                <a:solidFill>
                  <a:srgbClr val="0000CC"/>
                </a:solidFill>
                <a:ea typeface="黑体" panose="02010609060101010101" pitchFamily="49" charset="-122"/>
              </a:rPr>
              <a:t>ISP    206.0.64.0/18        11001110.00000000.01*                     16384</a:t>
            </a:r>
          </a:p>
          <a:p>
            <a:pPr>
              <a:lnSpc>
                <a:spcPct val="120000"/>
              </a:lnSpc>
            </a:pPr>
            <a:r>
              <a:rPr lang="en-US" altLang="zh-CN" b="1">
                <a:solidFill>
                  <a:srgbClr val="0000CC"/>
                </a:solidFill>
                <a:ea typeface="黑体" panose="02010609060101010101" pitchFamily="49" charset="-122"/>
              </a:rPr>
              <a:t> </a:t>
            </a:r>
            <a:r>
              <a:rPr lang="zh-CN" altLang="en-US" b="1">
                <a:solidFill>
                  <a:srgbClr val="0000CC"/>
                </a:solidFill>
                <a:ea typeface="黑体" panose="02010609060101010101" pitchFamily="49" charset="-122"/>
              </a:rPr>
              <a:t>大学    </a:t>
            </a:r>
            <a:r>
              <a:rPr lang="en-US" altLang="zh-CN" b="1">
                <a:solidFill>
                  <a:srgbClr val="0000CC"/>
                </a:solidFill>
                <a:ea typeface="黑体" panose="02010609060101010101" pitchFamily="49" charset="-122"/>
              </a:rPr>
              <a:t>206.0.68.0/22        11001110.00000000.010001*               1024</a:t>
            </a:r>
          </a:p>
          <a:p>
            <a:pPr>
              <a:lnSpc>
                <a:spcPct val="120000"/>
              </a:lnSpc>
            </a:pPr>
            <a:r>
              <a:rPr lang="en-US" altLang="zh-CN" b="1">
                <a:solidFill>
                  <a:srgbClr val="0000CC"/>
                </a:solidFill>
                <a:ea typeface="黑体" panose="02010609060101010101" pitchFamily="49" charset="-122"/>
              </a:rPr>
              <a:t> </a:t>
            </a:r>
            <a:r>
              <a:rPr lang="zh-CN" altLang="en-US" b="1">
                <a:solidFill>
                  <a:srgbClr val="0000CC"/>
                </a:solidFill>
                <a:ea typeface="黑体" panose="02010609060101010101" pitchFamily="49" charset="-122"/>
              </a:rPr>
              <a:t>一系    </a:t>
            </a:r>
            <a:r>
              <a:rPr lang="en-US" altLang="zh-CN" b="1">
                <a:solidFill>
                  <a:srgbClr val="0000CC"/>
                </a:solidFill>
                <a:ea typeface="黑体" panose="02010609060101010101" pitchFamily="49" charset="-122"/>
              </a:rPr>
              <a:t>206.0.68.0/23        11001110.00000000.0100010*               512</a:t>
            </a:r>
          </a:p>
          <a:p>
            <a:pPr>
              <a:lnSpc>
                <a:spcPct val="120000"/>
              </a:lnSpc>
            </a:pPr>
            <a:r>
              <a:rPr lang="en-US" altLang="zh-CN" b="1">
                <a:solidFill>
                  <a:srgbClr val="0000CC"/>
                </a:solidFill>
                <a:ea typeface="黑体" panose="02010609060101010101" pitchFamily="49" charset="-122"/>
              </a:rPr>
              <a:t> </a:t>
            </a:r>
            <a:r>
              <a:rPr lang="zh-CN" altLang="en-US" b="1">
                <a:solidFill>
                  <a:srgbClr val="0000CC"/>
                </a:solidFill>
                <a:ea typeface="黑体" panose="02010609060101010101" pitchFamily="49" charset="-122"/>
              </a:rPr>
              <a:t>二系    </a:t>
            </a:r>
            <a:r>
              <a:rPr lang="en-US" altLang="zh-CN" b="1">
                <a:solidFill>
                  <a:srgbClr val="0000CC"/>
                </a:solidFill>
                <a:ea typeface="黑体" panose="02010609060101010101" pitchFamily="49" charset="-122"/>
              </a:rPr>
              <a:t>206.0.70.0/24        11001110.00000000.01000110.*            256</a:t>
            </a:r>
          </a:p>
          <a:p>
            <a:pPr>
              <a:lnSpc>
                <a:spcPct val="120000"/>
              </a:lnSpc>
            </a:pPr>
            <a:r>
              <a:rPr lang="en-US" altLang="zh-CN" b="1">
                <a:solidFill>
                  <a:srgbClr val="0000CC"/>
                </a:solidFill>
                <a:ea typeface="黑体" panose="02010609060101010101" pitchFamily="49" charset="-122"/>
              </a:rPr>
              <a:t> </a:t>
            </a:r>
            <a:r>
              <a:rPr lang="zh-CN" altLang="en-US" b="1">
                <a:solidFill>
                  <a:srgbClr val="0000CC"/>
                </a:solidFill>
                <a:ea typeface="黑体" panose="02010609060101010101" pitchFamily="49" charset="-122"/>
              </a:rPr>
              <a:t>三系    </a:t>
            </a:r>
            <a:r>
              <a:rPr lang="en-US" altLang="zh-CN" b="1">
                <a:solidFill>
                  <a:srgbClr val="0000CC"/>
                </a:solidFill>
                <a:ea typeface="黑体" panose="02010609060101010101" pitchFamily="49" charset="-122"/>
              </a:rPr>
              <a:t>206.0.71.0/25        11001110.00000000.01000111.0*          128</a:t>
            </a:r>
          </a:p>
          <a:p>
            <a:pPr>
              <a:lnSpc>
                <a:spcPct val="120000"/>
              </a:lnSpc>
              <a:spcAft>
                <a:spcPct val="25000"/>
              </a:spcAft>
            </a:pPr>
            <a:r>
              <a:rPr lang="en-US" altLang="zh-CN" b="1">
                <a:solidFill>
                  <a:srgbClr val="0000CC"/>
                </a:solidFill>
                <a:ea typeface="黑体" panose="02010609060101010101" pitchFamily="49" charset="-122"/>
              </a:rPr>
              <a:t> </a:t>
            </a:r>
            <a:r>
              <a:rPr lang="zh-CN" altLang="en-US" b="1">
                <a:solidFill>
                  <a:srgbClr val="0000CC"/>
                </a:solidFill>
                <a:ea typeface="黑体" panose="02010609060101010101" pitchFamily="49" charset="-122"/>
              </a:rPr>
              <a:t>四系    </a:t>
            </a:r>
            <a:r>
              <a:rPr lang="en-US" altLang="zh-CN" b="1">
                <a:solidFill>
                  <a:srgbClr val="0000CC"/>
                </a:solidFill>
                <a:ea typeface="黑体" panose="02010609060101010101" pitchFamily="49" charset="-122"/>
              </a:rPr>
              <a:t>206.0.71.128/25    11001110.00000000.01000111.1*          128</a:t>
            </a:r>
          </a:p>
        </p:txBody>
      </p:sp>
      <p:sp>
        <p:nvSpPr>
          <p:cNvPr id="60" name="Line 58"/>
          <p:cNvSpPr>
            <a:spLocks noChangeShapeType="1"/>
          </p:cNvSpPr>
          <p:nvPr/>
        </p:nvSpPr>
        <p:spPr bwMode="auto">
          <a:xfrm>
            <a:off x="1470025" y="4500563"/>
            <a:ext cx="7558088"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61" name="Line 59"/>
          <p:cNvSpPr>
            <a:spLocks noChangeShapeType="1"/>
          </p:cNvSpPr>
          <p:nvPr/>
        </p:nvSpPr>
        <p:spPr bwMode="auto">
          <a:xfrm flipH="1">
            <a:off x="2241550" y="4090988"/>
            <a:ext cx="3175" cy="2403475"/>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62" name="Line 60"/>
          <p:cNvSpPr>
            <a:spLocks noChangeShapeType="1"/>
          </p:cNvSpPr>
          <p:nvPr/>
        </p:nvSpPr>
        <p:spPr bwMode="auto">
          <a:xfrm flipH="1">
            <a:off x="4060825" y="4103688"/>
            <a:ext cx="3175" cy="2403475"/>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63" name="Line 61"/>
          <p:cNvSpPr>
            <a:spLocks noChangeShapeType="1"/>
          </p:cNvSpPr>
          <p:nvPr/>
        </p:nvSpPr>
        <p:spPr bwMode="auto">
          <a:xfrm flipH="1">
            <a:off x="7726363" y="4103688"/>
            <a:ext cx="3175" cy="2403475"/>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64" name="Oval 62"/>
          <p:cNvSpPr>
            <a:spLocks noChangeArrowheads="1"/>
          </p:cNvSpPr>
          <p:nvPr/>
        </p:nvSpPr>
        <p:spPr bwMode="auto">
          <a:xfrm>
            <a:off x="4019550" y="1300163"/>
            <a:ext cx="412750" cy="228600"/>
          </a:xfrm>
          <a:prstGeom prst="ellipse">
            <a:avLst/>
          </a:prstGeom>
          <a:solidFill>
            <a:srgbClr val="CCECFF"/>
          </a:solidFill>
          <a:ln w="9525">
            <a:solidFill>
              <a:srgbClr val="000000"/>
            </a:solidFill>
            <a:round/>
          </a:ln>
          <a:effectLst>
            <a:outerShdw dist="35921" dir="2700000" algn="ctr" rotWithShape="0">
              <a:srgbClr val="1C1C1C"/>
            </a:outerShdw>
          </a:effec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65" name="Oval 63"/>
          <p:cNvSpPr>
            <a:spLocks noChangeArrowheads="1"/>
          </p:cNvSpPr>
          <p:nvPr/>
        </p:nvSpPr>
        <p:spPr bwMode="auto">
          <a:xfrm>
            <a:off x="4164013" y="1042988"/>
            <a:ext cx="412750" cy="228600"/>
          </a:xfrm>
          <a:prstGeom prst="ellipse">
            <a:avLst/>
          </a:prstGeom>
          <a:solidFill>
            <a:srgbClr val="CCECFF"/>
          </a:solidFill>
          <a:ln w="9525">
            <a:solidFill>
              <a:srgbClr val="000000"/>
            </a:solidFill>
            <a:round/>
          </a:ln>
          <a:effectLst>
            <a:outerShdw dist="35921" dir="2700000" algn="ctr" rotWithShape="0">
              <a:srgbClr val="1C1C1C"/>
            </a:outerShdw>
          </a:effec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1110"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5405B2D9-63B8-4020-9804-C31226FE7B8A}" type="slidenum">
              <a:rPr lang="zh-CN" altLang="en-US" smtClean="0"/>
              <a:pPr/>
              <a:t>42</a:t>
            </a:fld>
            <a:endParaRPr lang="en-US" altLang="zh-CN" smtClean="0"/>
          </a:p>
        </p:txBody>
      </p:sp>
      <p:sp>
        <p:nvSpPr>
          <p:cNvPr id="941111" name="页脚占位符 6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719138" y="-26988"/>
            <a:ext cx="8693150" cy="695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fontAlgn="base">
              <a:spcBef>
                <a:spcPct val="0"/>
              </a:spcBef>
              <a:spcAft>
                <a:spcPct val="0"/>
              </a:spcAft>
              <a:defRPr kumimoji="1" sz="4400" b="1">
                <a:solidFill>
                  <a:schemeClr val="tx2"/>
                </a:solidFill>
                <a:latin typeface="+mj-lt"/>
                <a:ea typeface="+mj-ea"/>
                <a:cs typeface="+mj-cs"/>
              </a:defRPr>
            </a:lvl1pPr>
            <a:lvl2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algn="ctr">
              <a:defRPr/>
            </a:pPr>
            <a:r>
              <a:rPr lang="en-US" altLang="zh-CN" sz="3600" kern="0" dirty="0">
                <a:solidFill>
                  <a:srgbClr val="333399"/>
                </a:solidFill>
                <a:latin typeface="Tahoma" panose="020B0604030504040204"/>
                <a:ea typeface="黑体" panose="02010609060101010101" pitchFamily="2" charset="-122"/>
              </a:rPr>
              <a:t>CIDR </a:t>
            </a:r>
            <a:r>
              <a:rPr lang="zh-CN" altLang="en-US" sz="3600" kern="0" dirty="0">
                <a:solidFill>
                  <a:srgbClr val="333399"/>
                </a:solidFill>
                <a:latin typeface="Tahoma" panose="020B0604030504040204"/>
                <a:ea typeface="黑体" panose="02010609060101010101" pitchFamily="2" charset="-122"/>
              </a:rPr>
              <a:t>地址块划分举例 </a:t>
            </a:r>
          </a:p>
        </p:txBody>
      </p:sp>
      <p:sp>
        <p:nvSpPr>
          <p:cNvPr id="5" name="Rectangle 3"/>
          <p:cNvSpPr>
            <a:spLocks noChangeArrowheads="1"/>
          </p:cNvSpPr>
          <p:nvPr/>
        </p:nvSpPr>
        <p:spPr bwMode="auto">
          <a:xfrm>
            <a:off x="1481138" y="4103688"/>
            <a:ext cx="7524750" cy="2390775"/>
          </a:xfrm>
          <a:prstGeom prst="rect">
            <a:avLst/>
          </a:prstGeom>
          <a:solidFill>
            <a:srgbClr val="CCECFF"/>
          </a:solidFill>
          <a:ln w="28575">
            <a:solidFill>
              <a:srgbClr val="333399"/>
            </a:solidFill>
            <a:miter lim="800000"/>
          </a:ln>
          <a:effectLst>
            <a:outerShdw dist="35921" dir="2700000" algn="ctr" rotWithShape="0">
              <a:srgbClr val="1C1C1C"/>
            </a:outerShdw>
          </a:effec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grpSp>
        <p:nvGrpSpPr>
          <p:cNvPr id="942083" name="组合 65"/>
          <p:cNvGrpSpPr>
            <a:grpSpLocks/>
          </p:cNvGrpSpPr>
          <p:nvPr/>
        </p:nvGrpSpPr>
        <p:grpSpPr bwMode="auto">
          <a:xfrm>
            <a:off x="292100" y="1033463"/>
            <a:ext cx="1636713" cy="738187"/>
            <a:chOff x="228433" y="1033063"/>
            <a:chExt cx="1637242" cy="738188"/>
          </a:xfrm>
        </p:grpSpPr>
        <p:grpSp>
          <p:nvGrpSpPr>
            <p:cNvPr id="7" name="Group 5"/>
            <p:cNvGrpSpPr/>
            <p:nvPr/>
          </p:nvGrpSpPr>
          <p:grpSpPr bwMode="auto">
            <a:xfrm>
              <a:off x="237984" y="1047510"/>
              <a:ext cx="1627691" cy="723741"/>
              <a:chOff x="3134" y="1375"/>
              <a:chExt cx="2386" cy="1553"/>
            </a:xfrm>
            <a:solidFill>
              <a:schemeClr val="bg1">
                <a:lumMod val="65000"/>
              </a:schemeClr>
            </a:solidFill>
          </p:grpSpPr>
          <p:sp>
            <p:nvSpPr>
              <p:cNvPr id="17" name="Oval 6"/>
              <p:cNvSpPr>
                <a:spLocks noChangeArrowheads="1"/>
              </p:cNvSpPr>
              <p:nvPr/>
            </p:nvSpPr>
            <p:spPr bwMode="auto">
              <a:xfrm>
                <a:off x="3959" y="1375"/>
                <a:ext cx="1026" cy="62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kumimoji="1" lang="zh-CN" altLang="en-US" sz="2400" b="1" noProof="1">
                  <a:solidFill>
                    <a:srgbClr val="0000CC"/>
                  </a:solidFill>
                  <a:latin typeface="+mn-lt"/>
                  <a:ea typeface="黑体" panose="02010609060101010101" pitchFamily="2" charset="-122"/>
                </a:endParaRPr>
              </a:p>
            </p:txBody>
          </p:sp>
          <p:sp>
            <p:nvSpPr>
              <p:cNvPr id="18" name="Oval 7"/>
              <p:cNvSpPr>
                <a:spLocks noChangeArrowheads="1"/>
              </p:cNvSpPr>
              <p:nvPr/>
            </p:nvSpPr>
            <p:spPr bwMode="auto">
              <a:xfrm>
                <a:off x="3380" y="1548"/>
                <a:ext cx="781" cy="62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kumimoji="1" lang="zh-CN" altLang="en-US" sz="2400" b="1" noProof="1">
                  <a:solidFill>
                    <a:srgbClr val="0000CC"/>
                  </a:solidFill>
                  <a:latin typeface="+mn-lt"/>
                  <a:ea typeface="黑体" panose="02010609060101010101" pitchFamily="2" charset="-122"/>
                </a:endParaRPr>
              </a:p>
            </p:txBody>
          </p:sp>
          <p:sp>
            <p:nvSpPr>
              <p:cNvPr id="19" name="Oval 8"/>
              <p:cNvSpPr>
                <a:spLocks noChangeArrowheads="1"/>
              </p:cNvSpPr>
              <p:nvPr/>
            </p:nvSpPr>
            <p:spPr bwMode="auto">
              <a:xfrm>
                <a:off x="3134" y="1940"/>
                <a:ext cx="521" cy="502"/>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kumimoji="1" lang="zh-CN" altLang="en-US" sz="2400" b="1" noProof="1">
                  <a:solidFill>
                    <a:srgbClr val="0000CC"/>
                  </a:solidFill>
                  <a:latin typeface="+mn-lt"/>
                  <a:ea typeface="黑体" panose="02010609060101010101" pitchFamily="2" charset="-122"/>
                </a:endParaRPr>
              </a:p>
            </p:txBody>
          </p:sp>
          <p:sp>
            <p:nvSpPr>
              <p:cNvPr id="20" name="Oval 9"/>
              <p:cNvSpPr>
                <a:spLocks noChangeArrowheads="1"/>
              </p:cNvSpPr>
              <p:nvPr/>
            </p:nvSpPr>
            <p:spPr bwMode="auto">
              <a:xfrm>
                <a:off x="3293" y="2175"/>
                <a:ext cx="796" cy="54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kumimoji="1" lang="zh-CN" altLang="en-US" sz="2400" b="1" noProof="1">
                  <a:solidFill>
                    <a:srgbClr val="0000CC"/>
                  </a:solidFill>
                  <a:latin typeface="+mn-lt"/>
                  <a:ea typeface="黑体" panose="02010609060101010101" pitchFamily="2" charset="-122"/>
                </a:endParaRPr>
              </a:p>
            </p:txBody>
          </p:sp>
          <p:sp>
            <p:nvSpPr>
              <p:cNvPr id="21" name="Oval 10"/>
              <p:cNvSpPr>
                <a:spLocks noChangeArrowheads="1"/>
              </p:cNvSpPr>
              <p:nvPr/>
            </p:nvSpPr>
            <p:spPr bwMode="auto">
              <a:xfrm>
                <a:off x="3872" y="2269"/>
                <a:ext cx="1200" cy="65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kumimoji="1" lang="zh-CN" altLang="en-US" sz="2400" b="1" noProof="1">
                  <a:solidFill>
                    <a:srgbClr val="0000CC"/>
                  </a:solidFill>
                  <a:latin typeface="+mn-lt"/>
                  <a:ea typeface="黑体" panose="02010609060101010101" pitchFamily="2" charset="-122"/>
                </a:endParaRPr>
              </a:p>
            </p:txBody>
          </p:sp>
          <p:sp>
            <p:nvSpPr>
              <p:cNvPr id="22" name="Oval 11"/>
              <p:cNvSpPr>
                <a:spLocks noChangeArrowheads="1"/>
              </p:cNvSpPr>
              <p:nvPr/>
            </p:nvSpPr>
            <p:spPr bwMode="auto">
              <a:xfrm>
                <a:off x="4653" y="1564"/>
                <a:ext cx="751" cy="48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kumimoji="1" lang="zh-CN" altLang="en-US" sz="2400" b="1" noProof="1">
                  <a:solidFill>
                    <a:srgbClr val="0000CC"/>
                  </a:solidFill>
                  <a:latin typeface="+mn-lt"/>
                  <a:ea typeface="黑体" panose="02010609060101010101" pitchFamily="2" charset="-122"/>
                </a:endParaRPr>
              </a:p>
            </p:txBody>
          </p:sp>
          <p:sp>
            <p:nvSpPr>
              <p:cNvPr id="23" name="Oval 12"/>
              <p:cNvSpPr>
                <a:spLocks noChangeArrowheads="1"/>
              </p:cNvSpPr>
              <p:nvPr/>
            </p:nvSpPr>
            <p:spPr bwMode="auto">
              <a:xfrm>
                <a:off x="4768" y="1893"/>
                <a:ext cx="752" cy="48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kumimoji="1" lang="zh-CN" altLang="en-US" sz="2400" b="1" noProof="1">
                  <a:solidFill>
                    <a:srgbClr val="0000CC"/>
                  </a:solidFill>
                  <a:latin typeface="+mn-lt"/>
                  <a:ea typeface="黑体" panose="02010609060101010101" pitchFamily="2" charset="-122"/>
                </a:endParaRPr>
              </a:p>
            </p:txBody>
          </p:sp>
          <p:sp>
            <p:nvSpPr>
              <p:cNvPr id="24" name="Oval 13"/>
              <p:cNvSpPr>
                <a:spLocks noChangeArrowheads="1"/>
              </p:cNvSpPr>
              <p:nvPr/>
            </p:nvSpPr>
            <p:spPr bwMode="auto">
              <a:xfrm>
                <a:off x="4696" y="2003"/>
                <a:ext cx="752" cy="81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kumimoji="1" lang="zh-CN" altLang="en-US" sz="2400" b="1" noProof="1">
                  <a:solidFill>
                    <a:srgbClr val="0000CC"/>
                  </a:solidFill>
                  <a:latin typeface="+mn-lt"/>
                  <a:ea typeface="黑体" panose="02010609060101010101" pitchFamily="2" charset="-122"/>
                </a:endParaRPr>
              </a:p>
            </p:txBody>
          </p:sp>
          <p:sp>
            <p:nvSpPr>
              <p:cNvPr id="25" name="Oval 14"/>
              <p:cNvSpPr>
                <a:spLocks noChangeArrowheads="1"/>
              </p:cNvSpPr>
              <p:nvPr/>
            </p:nvSpPr>
            <p:spPr bwMode="auto">
              <a:xfrm>
                <a:off x="3568" y="1752"/>
                <a:ext cx="1547" cy="81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kumimoji="1" lang="zh-CN" altLang="en-US" sz="2400" b="1" noProof="1">
                  <a:solidFill>
                    <a:srgbClr val="0000CC"/>
                  </a:solidFill>
                  <a:latin typeface="+mn-lt"/>
                  <a:ea typeface="黑体" panose="02010609060101010101" pitchFamily="2" charset="-122"/>
                </a:endParaRPr>
              </a:p>
            </p:txBody>
          </p:sp>
        </p:grpSp>
        <p:sp>
          <p:nvSpPr>
            <p:cNvPr id="942085" name="Oval 15"/>
            <p:cNvSpPr>
              <a:spLocks noChangeArrowheads="1"/>
            </p:cNvSpPr>
            <p:nvPr/>
          </p:nvSpPr>
          <p:spPr bwMode="auto">
            <a:xfrm>
              <a:off x="790553" y="1033063"/>
              <a:ext cx="700603" cy="292199"/>
            </a:xfrm>
            <a:prstGeom prst="ellipse">
              <a:avLst/>
            </a:pr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b="1">
                <a:solidFill>
                  <a:srgbClr val="0000CC"/>
                </a:solidFill>
                <a:ea typeface="黑体" panose="02010609060101010101" pitchFamily="49" charset="-122"/>
              </a:endParaRPr>
            </a:p>
          </p:txBody>
        </p:sp>
        <p:sp>
          <p:nvSpPr>
            <p:cNvPr id="942086" name="Oval 16"/>
            <p:cNvSpPr>
              <a:spLocks noChangeArrowheads="1"/>
            </p:cNvSpPr>
            <p:nvPr/>
          </p:nvSpPr>
          <p:spPr bwMode="auto">
            <a:xfrm>
              <a:off x="396250" y="1113686"/>
              <a:ext cx="532786" cy="292199"/>
            </a:xfrm>
            <a:prstGeom prst="ellipse">
              <a:avLst/>
            </a:pr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b="1">
                <a:solidFill>
                  <a:srgbClr val="0000CC"/>
                </a:solidFill>
                <a:ea typeface="黑体" panose="02010609060101010101" pitchFamily="49" charset="-122"/>
              </a:endParaRPr>
            </a:p>
          </p:txBody>
        </p:sp>
        <p:sp>
          <p:nvSpPr>
            <p:cNvPr id="942087" name="Oval 17"/>
            <p:cNvSpPr>
              <a:spLocks noChangeArrowheads="1"/>
            </p:cNvSpPr>
            <p:nvPr/>
          </p:nvSpPr>
          <p:spPr bwMode="auto">
            <a:xfrm>
              <a:off x="228433" y="1296369"/>
              <a:ext cx="354736" cy="233480"/>
            </a:xfrm>
            <a:prstGeom prst="ellipse">
              <a:avLst/>
            </a:pr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b="1">
                <a:solidFill>
                  <a:srgbClr val="0000CC"/>
                </a:solidFill>
                <a:ea typeface="黑体" panose="02010609060101010101" pitchFamily="49" charset="-122"/>
              </a:endParaRPr>
            </a:p>
          </p:txBody>
        </p:sp>
        <p:sp>
          <p:nvSpPr>
            <p:cNvPr id="942088" name="Oval 18"/>
            <p:cNvSpPr>
              <a:spLocks noChangeArrowheads="1"/>
            </p:cNvSpPr>
            <p:nvPr/>
          </p:nvSpPr>
          <p:spPr bwMode="auto">
            <a:xfrm>
              <a:off x="336900" y="1405885"/>
              <a:ext cx="542336" cy="255849"/>
            </a:xfrm>
            <a:prstGeom prst="ellipse">
              <a:avLst/>
            </a:pr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b="1">
                <a:solidFill>
                  <a:srgbClr val="0000CC"/>
                </a:solidFill>
                <a:ea typeface="黑体" panose="02010609060101010101" pitchFamily="49" charset="-122"/>
              </a:endParaRPr>
            </a:p>
          </p:txBody>
        </p:sp>
        <p:sp>
          <p:nvSpPr>
            <p:cNvPr id="942089" name="Oval 19"/>
            <p:cNvSpPr>
              <a:spLocks noChangeArrowheads="1"/>
            </p:cNvSpPr>
            <p:nvPr/>
          </p:nvSpPr>
          <p:spPr bwMode="auto">
            <a:xfrm>
              <a:off x="731203" y="1449692"/>
              <a:ext cx="818621" cy="307112"/>
            </a:xfrm>
            <a:prstGeom prst="ellipse">
              <a:avLst/>
            </a:pr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b="1">
                <a:solidFill>
                  <a:srgbClr val="0000CC"/>
                </a:solidFill>
                <a:ea typeface="黑体" panose="02010609060101010101" pitchFamily="49" charset="-122"/>
              </a:endParaRPr>
            </a:p>
          </p:txBody>
        </p:sp>
        <p:sp>
          <p:nvSpPr>
            <p:cNvPr id="942090" name="Oval 20"/>
            <p:cNvSpPr>
              <a:spLocks noChangeArrowheads="1"/>
            </p:cNvSpPr>
            <p:nvPr/>
          </p:nvSpPr>
          <p:spPr bwMode="auto">
            <a:xfrm>
              <a:off x="1263989" y="1120676"/>
              <a:ext cx="513002" cy="226490"/>
            </a:xfrm>
            <a:prstGeom prst="ellipse">
              <a:avLst/>
            </a:pr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b="1">
                <a:solidFill>
                  <a:srgbClr val="0000CC"/>
                </a:solidFill>
                <a:ea typeface="黑体" panose="02010609060101010101" pitchFamily="49" charset="-122"/>
              </a:endParaRPr>
            </a:p>
          </p:txBody>
        </p:sp>
        <p:sp>
          <p:nvSpPr>
            <p:cNvPr id="942091" name="Oval 21"/>
            <p:cNvSpPr>
              <a:spLocks noChangeArrowheads="1"/>
            </p:cNvSpPr>
            <p:nvPr/>
          </p:nvSpPr>
          <p:spPr bwMode="auto">
            <a:xfrm>
              <a:off x="1343122" y="1274465"/>
              <a:ext cx="513002" cy="226490"/>
            </a:xfrm>
            <a:prstGeom prst="ellipse">
              <a:avLst/>
            </a:pr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b="1">
                <a:solidFill>
                  <a:srgbClr val="0000CC"/>
                </a:solidFill>
                <a:ea typeface="黑体" panose="02010609060101010101" pitchFamily="49" charset="-122"/>
              </a:endParaRPr>
            </a:p>
          </p:txBody>
        </p:sp>
        <p:sp>
          <p:nvSpPr>
            <p:cNvPr id="942092" name="Oval 22"/>
            <p:cNvSpPr>
              <a:spLocks noChangeArrowheads="1"/>
            </p:cNvSpPr>
            <p:nvPr/>
          </p:nvSpPr>
          <p:spPr bwMode="auto">
            <a:xfrm>
              <a:off x="1293322" y="1325262"/>
              <a:ext cx="513002" cy="380279"/>
            </a:xfrm>
            <a:prstGeom prst="ellipse">
              <a:avLst/>
            </a:pr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b="1">
                <a:solidFill>
                  <a:srgbClr val="0000CC"/>
                </a:solidFill>
                <a:ea typeface="黑体" panose="02010609060101010101" pitchFamily="49" charset="-122"/>
              </a:endParaRPr>
            </a:p>
          </p:txBody>
        </p:sp>
        <p:sp>
          <p:nvSpPr>
            <p:cNvPr id="942093" name="Oval 23"/>
            <p:cNvSpPr>
              <a:spLocks noChangeArrowheads="1"/>
            </p:cNvSpPr>
            <p:nvPr/>
          </p:nvSpPr>
          <p:spPr bwMode="auto">
            <a:xfrm>
              <a:off x="524501" y="1208289"/>
              <a:ext cx="1055339" cy="380279"/>
            </a:xfrm>
            <a:prstGeom prst="ellipse">
              <a:avLst/>
            </a:pr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b="1">
                <a:solidFill>
                  <a:srgbClr val="0000CC"/>
                </a:solidFill>
                <a:ea typeface="黑体" panose="02010609060101010101" pitchFamily="49" charset="-122"/>
              </a:endParaRPr>
            </a:p>
          </p:txBody>
        </p:sp>
        <p:sp>
          <p:nvSpPr>
            <p:cNvPr id="942094" name="Text Box 24"/>
            <p:cNvSpPr txBox="1">
              <a:spLocks noChangeArrowheads="1"/>
            </p:cNvSpPr>
            <p:nvPr/>
          </p:nvSpPr>
          <p:spPr bwMode="auto">
            <a:xfrm>
              <a:off x="548204" y="1196956"/>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CC"/>
                  </a:solidFill>
                  <a:ea typeface="黑体" panose="02010609060101010101" pitchFamily="49" charset="-122"/>
                </a:rPr>
                <a:t>互联网</a:t>
              </a:r>
            </a:p>
          </p:txBody>
        </p:sp>
      </p:grpSp>
      <p:sp>
        <p:nvSpPr>
          <p:cNvPr id="27" name="Oval 25"/>
          <p:cNvSpPr>
            <a:spLocks noChangeArrowheads="1"/>
          </p:cNvSpPr>
          <p:nvPr/>
        </p:nvSpPr>
        <p:spPr bwMode="auto">
          <a:xfrm>
            <a:off x="3930650" y="885825"/>
            <a:ext cx="2844800" cy="958850"/>
          </a:xfrm>
          <a:prstGeom prst="ellipse">
            <a:avLst/>
          </a:prstGeom>
          <a:solidFill>
            <a:srgbClr val="3399FF"/>
          </a:solidFill>
          <a:ln w="9525">
            <a:solidFill>
              <a:srgbClr val="000000"/>
            </a:solidFill>
            <a:round/>
          </a:ln>
          <a:effectLst>
            <a:outerShdw dist="35921" dir="2700000" algn="ctr" rotWithShape="0">
              <a:srgbClr val="1C1C1C"/>
            </a:outerShdw>
          </a:effec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28" name="Oval 26"/>
          <p:cNvSpPr>
            <a:spLocks noChangeArrowheads="1"/>
          </p:cNvSpPr>
          <p:nvPr/>
        </p:nvSpPr>
        <p:spPr bwMode="auto">
          <a:xfrm>
            <a:off x="4535488" y="1033463"/>
            <a:ext cx="1809750" cy="665162"/>
          </a:xfrm>
          <a:prstGeom prst="ellipse">
            <a:avLst/>
          </a:prstGeom>
          <a:solidFill>
            <a:srgbClr val="CCECFF"/>
          </a:solidFill>
          <a:ln w="9525">
            <a:solidFill>
              <a:srgbClr val="000000"/>
            </a:solidFill>
            <a:round/>
          </a:ln>
          <a:effectLst>
            <a:outerShdw dist="35921" dir="2700000" algn="ctr" rotWithShape="0">
              <a:srgbClr val="1C1C1C"/>
            </a:outerShdw>
          </a:effec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2097" name="Text Box 27"/>
          <p:cNvSpPr txBox="1">
            <a:spLocks noChangeArrowheads="1"/>
          </p:cNvSpPr>
          <p:nvPr/>
        </p:nvSpPr>
        <p:spPr bwMode="auto">
          <a:xfrm>
            <a:off x="4627563" y="1181100"/>
            <a:ext cx="15954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206.0.68.0/22</a:t>
            </a:r>
          </a:p>
        </p:txBody>
      </p:sp>
      <p:sp>
        <p:nvSpPr>
          <p:cNvPr id="30" name="Text Box 28"/>
          <p:cNvSpPr txBox="1">
            <a:spLocks noChangeArrowheads="1"/>
          </p:cNvSpPr>
          <p:nvPr/>
        </p:nvSpPr>
        <p:spPr bwMode="auto">
          <a:xfrm>
            <a:off x="2211388" y="958850"/>
            <a:ext cx="15954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206.0.64.0/18</a:t>
            </a:r>
          </a:p>
        </p:txBody>
      </p:sp>
      <p:sp>
        <p:nvSpPr>
          <p:cNvPr id="31" name="AutoShape 29"/>
          <p:cNvSpPr>
            <a:spLocks noChangeArrowheads="1"/>
          </p:cNvSpPr>
          <p:nvPr/>
        </p:nvSpPr>
        <p:spPr bwMode="auto">
          <a:xfrm>
            <a:off x="1951038" y="1273175"/>
            <a:ext cx="1895475" cy="220663"/>
          </a:xfrm>
          <a:prstGeom prst="leftArrow">
            <a:avLst>
              <a:gd name="adj1" fmla="val 50000"/>
              <a:gd name="adj2" fmla="val 198202"/>
            </a:avLst>
          </a:prstGeom>
          <a:solidFill>
            <a:srgbClr val="FF0000"/>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2100" name="Text Box 30"/>
          <p:cNvSpPr txBox="1">
            <a:spLocks noChangeArrowheads="1"/>
          </p:cNvSpPr>
          <p:nvPr/>
        </p:nvSpPr>
        <p:spPr bwMode="auto">
          <a:xfrm>
            <a:off x="3760788" y="668338"/>
            <a:ext cx="6794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000CC"/>
                </a:solidFill>
                <a:ea typeface="黑体" panose="02010609060101010101" pitchFamily="49" charset="-122"/>
              </a:rPr>
              <a:t>ISP</a:t>
            </a:r>
          </a:p>
        </p:txBody>
      </p:sp>
      <p:sp>
        <p:nvSpPr>
          <p:cNvPr id="942101" name="Text Box 31"/>
          <p:cNvSpPr txBox="1">
            <a:spLocks noChangeArrowheads="1"/>
          </p:cNvSpPr>
          <p:nvPr/>
        </p:nvSpPr>
        <p:spPr bwMode="auto">
          <a:xfrm>
            <a:off x="6946900" y="739775"/>
            <a:ext cx="1114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CC"/>
                </a:solidFill>
                <a:ea typeface="黑体" panose="02010609060101010101" pitchFamily="49" charset="-122"/>
              </a:rPr>
              <a:t>大学 </a:t>
            </a:r>
            <a:r>
              <a:rPr lang="en-US" altLang="zh-CN" sz="2400" b="1">
                <a:solidFill>
                  <a:srgbClr val="0000CC"/>
                </a:solidFill>
                <a:ea typeface="黑体" panose="02010609060101010101" pitchFamily="49" charset="-122"/>
              </a:rPr>
              <a:t>X</a:t>
            </a:r>
          </a:p>
        </p:txBody>
      </p:sp>
      <p:sp>
        <p:nvSpPr>
          <p:cNvPr id="942102" name="Line 32"/>
          <p:cNvSpPr>
            <a:spLocks noChangeShapeType="1"/>
          </p:cNvSpPr>
          <p:nvPr/>
        </p:nvSpPr>
        <p:spPr bwMode="auto">
          <a:xfrm flipV="1">
            <a:off x="6257925" y="1033463"/>
            <a:ext cx="688975" cy="22066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sz="2400" b="1">
              <a:solidFill>
                <a:srgbClr val="0000CC"/>
              </a:solidFill>
              <a:ea typeface="黑体" panose="02010609060101010101" pitchFamily="49" charset="-122"/>
            </a:endParaRPr>
          </a:p>
        </p:txBody>
      </p:sp>
      <p:sp>
        <p:nvSpPr>
          <p:cNvPr id="942103" name="Text Box 33"/>
          <p:cNvSpPr txBox="1">
            <a:spLocks noChangeArrowheads="1"/>
          </p:cNvSpPr>
          <p:nvPr/>
        </p:nvSpPr>
        <p:spPr bwMode="auto">
          <a:xfrm>
            <a:off x="2360613" y="3549650"/>
            <a:ext cx="701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CC"/>
                </a:solidFill>
                <a:ea typeface="黑体" panose="02010609060101010101" pitchFamily="49" charset="-122"/>
              </a:rPr>
              <a:t>一系</a:t>
            </a:r>
          </a:p>
        </p:txBody>
      </p:sp>
      <p:sp>
        <p:nvSpPr>
          <p:cNvPr id="942104" name="Text Box 34"/>
          <p:cNvSpPr txBox="1">
            <a:spLocks noChangeArrowheads="1"/>
          </p:cNvSpPr>
          <p:nvPr/>
        </p:nvSpPr>
        <p:spPr bwMode="auto">
          <a:xfrm>
            <a:off x="5086350" y="3541713"/>
            <a:ext cx="701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CC"/>
                </a:solidFill>
                <a:ea typeface="黑体" panose="02010609060101010101" pitchFamily="49" charset="-122"/>
              </a:rPr>
              <a:t>二系</a:t>
            </a:r>
          </a:p>
        </p:txBody>
      </p:sp>
      <p:sp>
        <p:nvSpPr>
          <p:cNvPr id="942105" name="Text Box 35"/>
          <p:cNvSpPr txBox="1">
            <a:spLocks noChangeArrowheads="1"/>
          </p:cNvSpPr>
          <p:nvPr/>
        </p:nvSpPr>
        <p:spPr bwMode="auto">
          <a:xfrm>
            <a:off x="6257925" y="3357563"/>
            <a:ext cx="701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CC"/>
                </a:solidFill>
                <a:ea typeface="黑体" panose="02010609060101010101" pitchFamily="49" charset="-122"/>
              </a:rPr>
              <a:t>三系</a:t>
            </a:r>
          </a:p>
        </p:txBody>
      </p:sp>
      <p:sp>
        <p:nvSpPr>
          <p:cNvPr id="942106" name="Text Box 36"/>
          <p:cNvSpPr txBox="1">
            <a:spLocks noChangeArrowheads="1"/>
          </p:cNvSpPr>
          <p:nvPr/>
        </p:nvSpPr>
        <p:spPr bwMode="auto">
          <a:xfrm>
            <a:off x="8597900" y="3357563"/>
            <a:ext cx="701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CC"/>
                </a:solidFill>
                <a:ea typeface="黑体" panose="02010609060101010101" pitchFamily="49" charset="-122"/>
              </a:rPr>
              <a:t>四系</a:t>
            </a:r>
          </a:p>
        </p:txBody>
      </p:sp>
      <p:sp>
        <p:nvSpPr>
          <p:cNvPr id="942107" name="AutoShape 37"/>
          <p:cNvSpPr>
            <a:spLocks noChangeArrowheads="1"/>
          </p:cNvSpPr>
          <p:nvPr/>
        </p:nvSpPr>
        <p:spPr bwMode="auto">
          <a:xfrm rot="1625099">
            <a:off x="5972175" y="1941513"/>
            <a:ext cx="2713038" cy="173037"/>
          </a:xfrm>
          <a:prstGeom prst="leftArrow">
            <a:avLst>
              <a:gd name="adj1" fmla="val 27083"/>
              <a:gd name="adj2" fmla="val 411064"/>
            </a:avLst>
          </a:prstGeom>
          <a:solidFill>
            <a:srgbClr val="66CCFF"/>
          </a:solidFill>
          <a:ln w="9525">
            <a:solidFill>
              <a:srgbClr val="333399"/>
            </a:solidFill>
            <a:miter lim="800000"/>
            <a:headEnd/>
            <a:tailEnd/>
          </a:ln>
        </p:spPr>
        <p:txBody>
          <a:bodyPr wrap="none" anchor="ctr"/>
          <a:lstStyle/>
          <a:p>
            <a:endParaRPr lang="zh-CN" altLang="en-US" sz="2400" b="1">
              <a:solidFill>
                <a:srgbClr val="0000CC"/>
              </a:solidFill>
              <a:ea typeface="黑体" panose="02010609060101010101" pitchFamily="49" charset="-122"/>
            </a:endParaRPr>
          </a:p>
        </p:txBody>
      </p:sp>
      <p:sp>
        <p:nvSpPr>
          <p:cNvPr id="40" name="Oval 38"/>
          <p:cNvSpPr>
            <a:spLocks noChangeArrowheads="1"/>
          </p:cNvSpPr>
          <p:nvPr/>
        </p:nvSpPr>
        <p:spPr bwMode="auto">
          <a:xfrm>
            <a:off x="7808913" y="2508250"/>
            <a:ext cx="2154237" cy="887413"/>
          </a:xfrm>
          <a:prstGeom prst="ellipse">
            <a:avLst/>
          </a:prstGeom>
          <a:solidFill>
            <a:srgbClr val="FFFF99"/>
          </a:solidFill>
          <a:ln w="9525">
            <a:solidFill>
              <a:srgbClr val="000000"/>
            </a:solidFill>
            <a:round/>
          </a:ln>
          <a:effectLst>
            <a:outerShdw dist="35921" dir="2700000" algn="ctr" rotWithShape="0">
              <a:srgbClr val="1C1C1C"/>
            </a:outerShdw>
          </a:effec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2109" name="Text Box 39"/>
          <p:cNvSpPr txBox="1">
            <a:spLocks noChangeArrowheads="1"/>
          </p:cNvSpPr>
          <p:nvPr/>
        </p:nvSpPr>
        <p:spPr bwMode="auto">
          <a:xfrm>
            <a:off x="7894638" y="2662238"/>
            <a:ext cx="18526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206.0.71.128/26</a:t>
            </a:r>
          </a:p>
          <a:p>
            <a:r>
              <a:rPr lang="en-US" altLang="zh-CN" b="1">
                <a:solidFill>
                  <a:srgbClr val="0000CC"/>
                </a:solidFill>
                <a:ea typeface="黑体" panose="02010609060101010101" pitchFamily="49" charset="-122"/>
              </a:rPr>
              <a:t>206.0.71.192/26</a:t>
            </a:r>
          </a:p>
        </p:txBody>
      </p:sp>
      <p:sp>
        <p:nvSpPr>
          <p:cNvPr id="942110" name="AutoShape 40"/>
          <p:cNvSpPr>
            <a:spLocks noChangeArrowheads="1"/>
          </p:cNvSpPr>
          <p:nvPr/>
        </p:nvSpPr>
        <p:spPr bwMode="auto">
          <a:xfrm rot="8870696">
            <a:off x="2003425" y="2036763"/>
            <a:ext cx="2897188" cy="184150"/>
          </a:xfrm>
          <a:prstGeom prst="leftArrow">
            <a:avLst>
              <a:gd name="adj1" fmla="val 27083"/>
              <a:gd name="adj2" fmla="val 412475"/>
            </a:avLst>
          </a:prstGeom>
          <a:solidFill>
            <a:srgbClr val="66CCFF"/>
          </a:solidFill>
          <a:ln w="9525">
            <a:solidFill>
              <a:srgbClr val="333399"/>
            </a:solidFill>
            <a:miter lim="800000"/>
            <a:headEnd/>
            <a:tailEnd/>
          </a:ln>
        </p:spPr>
        <p:txBody>
          <a:bodyPr wrap="none" anchor="ctr"/>
          <a:lstStyle/>
          <a:p>
            <a:endParaRPr lang="zh-CN" altLang="en-US" sz="2400" b="1">
              <a:solidFill>
                <a:srgbClr val="0000CC"/>
              </a:solidFill>
              <a:ea typeface="黑体" panose="02010609060101010101" pitchFamily="49" charset="-122"/>
            </a:endParaRPr>
          </a:p>
        </p:txBody>
      </p:sp>
      <p:sp>
        <p:nvSpPr>
          <p:cNvPr id="43" name="Oval 41"/>
          <p:cNvSpPr>
            <a:spLocks noChangeArrowheads="1"/>
          </p:cNvSpPr>
          <p:nvPr/>
        </p:nvSpPr>
        <p:spPr bwMode="auto">
          <a:xfrm>
            <a:off x="57150" y="2508250"/>
            <a:ext cx="2582863" cy="1403350"/>
          </a:xfrm>
          <a:prstGeom prst="ellipse">
            <a:avLst/>
          </a:prstGeom>
          <a:solidFill>
            <a:srgbClr val="FFFF99"/>
          </a:solidFill>
          <a:ln w="9525">
            <a:solidFill>
              <a:srgbClr val="000000"/>
            </a:solidFill>
            <a:round/>
          </a:ln>
          <a:effectLst>
            <a:outerShdw dist="35921" dir="2700000" algn="ctr" rotWithShape="0">
              <a:srgbClr val="1C1C1C"/>
            </a:outerShdw>
          </a:effec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2112" name="Text Box 42"/>
          <p:cNvSpPr txBox="1">
            <a:spLocks noChangeArrowheads="1"/>
          </p:cNvSpPr>
          <p:nvPr/>
        </p:nvSpPr>
        <p:spPr bwMode="auto">
          <a:xfrm>
            <a:off x="485775" y="2611438"/>
            <a:ext cx="185261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206.0.68.0/25</a:t>
            </a:r>
          </a:p>
          <a:p>
            <a:r>
              <a:rPr lang="en-US" altLang="zh-CN" b="1">
                <a:solidFill>
                  <a:srgbClr val="0000CC"/>
                </a:solidFill>
                <a:ea typeface="黑体" panose="02010609060101010101" pitchFamily="49" charset="-122"/>
              </a:rPr>
              <a:t>206.0.68.128/25</a:t>
            </a:r>
          </a:p>
          <a:p>
            <a:r>
              <a:rPr lang="en-US" altLang="zh-CN" b="1">
                <a:solidFill>
                  <a:srgbClr val="0000CC"/>
                </a:solidFill>
                <a:ea typeface="黑体" panose="02010609060101010101" pitchFamily="49" charset="-122"/>
              </a:rPr>
              <a:t>206.0.69.0/25</a:t>
            </a:r>
          </a:p>
          <a:p>
            <a:r>
              <a:rPr lang="en-US" altLang="zh-CN" b="1">
                <a:solidFill>
                  <a:srgbClr val="0000CC"/>
                </a:solidFill>
                <a:ea typeface="黑体" panose="02010609060101010101" pitchFamily="49" charset="-122"/>
              </a:rPr>
              <a:t>206.0.69.128/25</a:t>
            </a:r>
          </a:p>
        </p:txBody>
      </p:sp>
      <p:sp>
        <p:nvSpPr>
          <p:cNvPr id="942113" name="AutoShape 43"/>
          <p:cNvSpPr>
            <a:spLocks noChangeArrowheads="1"/>
          </p:cNvSpPr>
          <p:nvPr/>
        </p:nvSpPr>
        <p:spPr bwMode="auto">
          <a:xfrm rot="7490917">
            <a:off x="3593306" y="2250282"/>
            <a:ext cx="2143125" cy="204788"/>
          </a:xfrm>
          <a:prstGeom prst="leftArrow">
            <a:avLst>
              <a:gd name="adj1" fmla="val 27083"/>
              <a:gd name="adj2" fmla="val 322044"/>
            </a:avLst>
          </a:prstGeom>
          <a:solidFill>
            <a:srgbClr val="66CCFF"/>
          </a:solidFill>
          <a:ln w="9525">
            <a:solidFill>
              <a:srgbClr val="333399"/>
            </a:solidFill>
            <a:miter lim="800000"/>
            <a:headEnd/>
            <a:tailEnd/>
          </a:ln>
        </p:spPr>
        <p:txBody>
          <a:bodyPr wrap="none" anchor="ctr"/>
          <a:lstStyle/>
          <a:p>
            <a:endParaRPr lang="zh-CN" altLang="en-US" sz="2400" b="1">
              <a:solidFill>
                <a:srgbClr val="0000CC"/>
              </a:solidFill>
              <a:ea typeface="黑体" panose="02010609060101010101" pitchFamily="49" charset="-122"/>
            </a:endParaRPr>
          </a:p>
        </p:txBody>
      </p:sp>
      <p:sp>
        <p:nvSpPr>
          <p:cNvPr id="46" name="Oval 44"/>
          <p:cNvSpPr>
            <a:spLocks noChangeArrowheads="1"/>
          </p:cNvSpPr>
          <p:nvPr/>
        </p:nvSpPr>
        <p:spPr bwMode="auto">
          <a:xfrm>
            <a:off x="2813050" y="2508250"/>
            <a:ext cx="2582863" cy="1403350"/>
          </a:xfrm>
          <a:prstGeom prst="ellipse">
            <a:avLst/>
          </a:prstGeom>
          <a:solidFill>
            <a:srgbClr val="FFFF99"/>
          </a:solidFill>
          <a:ln w="9525">
            <a:solidFill>
              <a:srgbClr val="000000"/>
            </a:solidFill>
            <a:round/>
          </a:ln>
          <a:effectLst>
            <a:outerShdw dist="35921" dir="2700000" algn="ctr" rotWithShape="0">
              <a:srgbClr val="1C1C1C"/>
            </a:outerShdw>
          </a:effec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2115" name="Text Box 45"/>
          <p:cNvSpPr txBox="1">
            <a:spLocks noChangeArrowheads="1"/>
          </p:cNvSpPr>
          <p:nvPr/>
        </p:nvSpPr>
        <p:spPr bwMode="auto">
          <a:xfrm>
            <a:off x="3243263" y="2611438"/>
            <a:ext cx="18510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206.0.70.0/26</a:t>
            </a:r>
          </a:p>
          <a:p>
            <a:r>
              <a:rPr lang="en-US" altLang="zh-CN" b="1">
                <a:solidFill>
                  <a:srgbClr val="0000CC"/>
                </a:solidFill>
                <a:ea typeface="黑体" panose="02010609060101010101" pitchFamily="49" charset="-122"/>
              </a:rPr>
              <a:t>206.0.70.64/26</a:t>
            </a:r>
          </a:p>
          <a:p>
            <a:r>
              <a:rPr lang="en-US" altLang="zh-CN" b="1">
                <a:solidFill>
                  <a:srgbClr val="0000CC"/>
                </a:solidFill>
                <a:ea typeface="黑体" panose="02010609060101010101" pitchFamily="49" charset="-122"/>
              </a:rPr>
              <a:t>206.0.70.128/26</a:t>
            </a:r>
          </a:p>
          <a:p>
            <a:r>
              <a:rPr lang="en-US" altLang="zh-CN" b="1">
                <a:solidFill>
                  <a:srgbClr val="0000CC"/>
                </a:solidFill>
                <a:ea typeface="黑体" panose="02010609060101010101" pitchFamily="49" charset="-122"/>
              </a:rPr>
              <a:t>206.0.70.192/26</a:t>
            </a:r>
          </a:p>
        </p:txBody>
      </p:sp>
      <p:sp>
        <p:nvSpPr>
          <p:cNvPr id="48" name="Rectangle 46"/>
          <p:cNvSpPr>
            <a:spLocks noChangeArrowheads="1"/>
          </p:cNvSpPr>
          <p:nvPr/>
        </p:nvSpPr>
        <p:spPr bwMode="auto">
          <a:xfrm>
            <a:off x="3846513" y="2222500"/>
            <a:ext cx="1463675" cy="19526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2117" name="Text Box 47"/>
          <p:cNvSpPr txBox="1">
            <a:spLocks noChangeArrowheads="1"/>
          </p:cNvSpPr>
          <p:nvPr/>
        </p:nvSpPr>
        <p:spPr bwMode="auto">
          <a:xfrm>
            <a:off x="3760788" y="2109788"/>
            <a:ext cx="15954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206.0.70.0/24</a:t>
            </a:r>
          </a:p>
        </p:txBody>
      </p:sp>
      <p:sp>
        <p:nvSpPr>
          <p:cNvPr id="942118" name="AutoShape 48"/>
          <p:cNvSpPr>
            <a:spLocks noChangeArrowheads="1"/>
          </p:cNvSpPr>
          <p:nvPr/>
        </p:nvSpPr>
        <p:spPr bwMode="auto">
          <a:xfrm rot="14362323" flipH="1">
            <a:off x="5224463" y="2298700"/>
            <a:ext cx="2144712" cy="204788"/>
          </a:xfrm>
          <a:prstGeom prst="leftArrow">
            <a:avLst>
              <a:gd name="adj1" fmla="val 27083"/>
              <a:gd name="adj2" fmla="val 322282"/>
            </a:avLst>
          </a:prstGeom>
          <a:solidFill>
            <a:srgbClr val="66CCFF"/>
          </a:solidFill>
          <a:ln w="9525">
            <a:solidFill>
              <a:srgbClr val="333399"/>
            </a:solidFill>
            <a:miter lim="800000"/>
            <a:headEnd/>
            <a:tailEnd/>
          </a:ln>
        </p:spPr>
        <p:txBody>
          <a:bodyPr wrap="none" anchor="ctr"/>
          <a:lstStyle/>
          <a:p>
            <a:endParaRPr lang="zh-CN" altLang="en-US" sz="2400" b="1">
              <a:solidFill>
                <a:srgbClr val="0000CC"/>
              </a:solidFill>
              <a:ea typeface="黑体" panose="02010609060101010101" pitchFamily="49" charset="-122"/>
            </a:endParaRPr>
          </a:p>
        </p:txBody>
      </p:sp>
      <p:sp>
        <p:nvSpPr>
          <p:cNvPr id="51" name="Rectangle 49"/>
          <p:cNvSpPr>
            <a:spLocks noChangeArrowheads="1"/>
          </p:cNvSpPr>
          <p:nvPr/>
        </p:nvSpPr>
        <p:spPr bwMode="auto">
          <a:xfrm>
            <a:off x="5656263" y="2241550"/>
            <a:ext cx="1452562" cy="18415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2120" name="Text Box 50"/>
          <p:cNvSpPr txBox="1">
            <a:spLocks noChangeArrowheads="1"/>
          </p:cNvSpPr>
          <p:nvPr/>
        </p:nvSpPr>
        <p:spPr bwMode="auto">
          <a:xfrm>
            <a:off x="5568950" y="2124075"/>
            <a:ext cx="15954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206.0.71.0/25</a:t>
            </a:r>
          </a:p>
        </p:txBody>
      </p:sp>
      <p:sp>
        <p:nvSpPr>
          <p:cNvPr id="53" name="Oval 51"/>
          <p:cNvSpPr>
            <a:spLocks noChangeArrowheads="1"/>
          </p:cNvSpPr>
          <p:nvPr/>
        </p:nvSpPr>
        <p:spPr bwMode="auto">
          <a:xfrm>
            <a:off x="5484813" y="2508250"/>
            <a:ext cx="2152650" cy="887413"/>
          </a:xfrm>
          <a:prstGeom prst="ellipse">
            <a:avLst/>
          </a:prstGeom>
          <a:solidFill>
            <a:srgbClr val="FFFF99"/>
          </a:solidFill>
          <a:ln w="9525">
            <a:solidFill>
              <a:srgbClr val="000000"/>
            </a:solidFill>
            <a:round/>
          </a:ln>
          <a:effectLst>
            <a:outerShdw dist="35921" dir="2700000" algn="ctr" rotWithShape="0">
              <a:srgbClr val="1C1C1C"/>
            </a:outerShdw>
          </a:effec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2122" name="Text Box 52"/>
          <p:cNvSpPr txBox="1">
            <a:spLocks noChangeArrowheads="1"/>
          </p:cNvSpPr>
          <p:nvPr/>
        </p:nvSpPr>
        <p:spPr bwMode="auto">
          <a:xfrm>
            <a:off x="5656263" y="2662238"/>
            <a:ext cx="17240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206.0.71.0/26</a:t>
            </a:r>
          </a:p>
          <a:p>
            <a:r>
              <a:rPr lang="en-US" altLang="zh-CN" b="1">
                <a:solidFill>
                  <a:srgbClr val="0000CC"/>
                </a:solidFill>
                <a:ea typeface="黑体" panose="02010609060101010101" pitchFamily="49" charset="-122"/>
              </a:rPr>
              <a:t>206.0.71.64/26</a:t>
            </a:r>
          </a:p>
        </p:txBody>
      </p:sp>
      <p:sp>
        <p:nvSpPr>
          <p:cNvPr id="55" name="Rectangle 53"/>
          <p:cNvSpPr>
            <a:spLocks noChangeArrowheads="1"/>
          </p:cNvSpPr>
          <p:nvPr/>
        </p:nvSpPr>
        <p:spPr bwMode="auto">
          <a:xfrm>
            <a:off x="7808913" y="2214563"/>
            <a:ext cx="1712912" cy="2111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2124" name="Text Box 54"/>
          <p:cNvSpPr txBox="1">
            <a:spLocks noChangeArrowheads="1"/>
          </p:cNvSpPr>
          <p:nvPr/>
        </p:nvSpPr>
        <p:spPr bwMode="auto">
          <a:xfrm>
            <a:off x="7721600" y="2078038"/>
            <a:ext cx="18510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206.0.71.128/25</a:t>
            </a:r>
          </a:p>
        </p:txBody>
      </p:sp>
      <p:sp>
        <p:nvSpPr>
          <p:cNvPr id="57" name="Rectangle 55"/>
          <p:cNvSpPr>
            <a:spLocks noChangeArrowheads="1"/>
          </p:cNvSpPr>
          <p:nvPr/>
        </p:nvSpPr>
        <p:spPr bwMode="auto">
          <a:xfrm>
            <a:off x="2038350" y="2214563"/>
            <a:ext cx="1452563" cy="2111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2126" name="Text Box 56"/>
          <p:cNvSpPr txBox="1">
            <a:spLocks noChangeArrowheads="1"/>
          </p:cNvSpPr>
          <p:nvPr/>
        </p:nvSpPr>
        <p:spPr bwMode="auto">
          <a:xfrm>
            <a:off x="1949450" y="2109788"/>
            <a:ext cx="15954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206.0.68.0/23</a:t>
            </a:r>
          </a:p>
        </p:txBody>
      </p:sp>
      <p:sp>
        <p:nvSpPr>
          <p:cNvPr id="942127" name="Text Box 57"/>
          <p:cNvSpPr txBox="1">
            <a:spLocks noChangeArrowheads="1"/>
          </p:cNvSpPr>
          <p:nvPr/>
        </p:nvSpPr>
        <p:spPr bwMode="auto">
          <a:xfrm>
            <a:off x="1430338" y="4043363"/>
            <a:ext cx="7789862" cy="248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45000"/>
              </a:lnSpc>
            </a:pPr>
            <a:r>
              <a:rPr lang="en-US" altLang="zh-CN" b="1">
                <a:solidFill>
                  <a:srgbClr val="0000CC"/>
                </a:solidFill>
                <a:ea typeface="黑体" panose="02010609060101010101" pitchFamily="49" charset="-122"/>
              </a:rPr>
              <a:t> </a:t>
            </a:r>
            <a:r>
              <a:rPr lang="zh-CN" altLang="en-US" b="1">
                <a:solidFill>
                  <a:srgbClr val="0000CC"/>
                </a:solidFill>
                <a:ea typeface="黑体" panose="02010609060101010101" pitchFamily="49" charset="-122"/>
              </a:rPr>
              <a:t>单位         地址块                              二进制表示                         地址数</a:t>
            </a:r>
          </a:p>
          <a:p>
            <a:pPr>
              <a:lnSpc>
                <a:spcPct val="120000"/>
              </a:lnSpc>
            </a:pPr>
            <a:r>
              <a:rPr lang="zh-CN" altLang="en-US" b="1">
                <a:solidFill>
                  <a:srgbClr val="0000CC"/>
                </a:solidFill>
                <a:ea typeface="黑体" panose="02010609060101010101" pitchFamily="49" charset="-122"/>
              </a:rPr>
              <a:t>   </a:t>
            </a:r>
            <a:r>
              <a:rPr lang="en-US" altLang="zh-CN" b="1">
                <a:solidFill>
                  <a:srgbClr val="0000CC"/>
                </a:solidFill>
                <a:ea typeface="黑体" panose="02010609060101010101" pitchFamily="49" charset="-122"/>
              </a:rPr>
              <a:t>ISP    206.0.64.0/18        11001110.00000000.01*                     16384</a:t>
            </a:r>
          </a:p>
          <a:p>
            <a:pPr>
              <a:lnSpc>
                <a:spcPct val="120000"/>
              </a:lnSpc>
            </a:pPr>
            <a:r>
              <a:rPr lang="en-US" altLang="zh-CN" b="1">
                <a:solidFill>
                  <a:srgbClr val="0000CC"/>
                </a:solidFill>
                <a:ea typeface="黑体" panose="02010609060101010101" pitchFamily="49" charset="-122"/>
              </a:rPr>
              <a:t> </a:t>
            </a:r>
            <a:r>
              <a:rPr lang="zh-CN" altLang="en-US" b="1">
                <a:solidFill>
                  <a:srgbClr val="0000CC"/>
                </a:solidFill>
                <a:ea typeface="黑体" panose="02010609060101010101" pitchFamily="49" charset="-122"/>
              </a:rPr>
              <a:t>大学    </a:t>
            </a:r>
            <a:r>
              <a:rPr lang="en-US" altLang="zh-CN" b="1">
                <a:solidFill>
                  <a:srgbClr val="0000CC"/>
                </a:solidFill>
                <a:ea typeface="黑体" panose="02010609060101010101" pitchFamily="49" charset="-122"/>
              </a:rPr>
              <a:t>206.0.68.0/22        11001110.00000000.010001*               1024</a:t>
            </a:r>
          </a:p>
          <a:p>
            <a:pPr>
              <a:lnSpc>
                <a:spcPct val="120000"/>
              </a:lnSpc>
            </a:pPr>
            <a:r>
              <a:rPr lang="en-US" altLang="zh-CN" b="1">
                <a:solidFill>
                  <a:srgbClr val="0000CC"/>
                </a:solidFill>
                <a:ea typeface="黑体" panose="02010609060101010101" pitchFamily="49" charset="-122"/>
              </a:rPr>
              <a:t> </a:t>
            </a:r>
            <a:r>
              <a:rPr lang="zh-CN" altLang="en-US" b="1">
                <a:solidFill>
                  <a:srgbClr val="0000CC"/>
                </a:solidFill>
                <a:ea typeface="黑体" panose="02010609060101010101" pitchFamily="49" charset="-122"/>
              </a:rPr>
              <a:t>一系    </a:t>
            </a:r>
            <a:r>
              <a:rPr lang="en-US" altLang="zh-CN" b="1">
                <a:solidFill>
                  <a:srgbClr val="0000CC"/>
                </a:solidFill>
                <a:ea typeface="黑体" panose="02010609060101010101" pitchFamily="49" charset="-122"/>
              </a:rPr>
              <a:t>206.0.68.0/23        11001110.00000000.0100010*               512</a:t>
            </a:r>
          </a:p>
          <a:p>
            <a:pPr>
              <a:lnSpc>
                <a:spcPct val="120000"/>
              </a:lnSpc>
            </a:pPr>
            <a:r>
              <a:rPr lang="en-US" altLang="zh-CN" b="1">
                <a:solidFill>
                  <a:srgbClr val="0000CC"/>
                </a:solidFill>
                <a:ea typeface="黑体" panose="02010609060101010101" pitchFamily="49" charset="-122"/>
              </a:rPr>
              <a:t> </a:t>
            </a:r>
            <a:r>
              <a:rPr lang="zh-CN" altLang="en-US" b="1">
                <a:solidFill>
                  <a:srgbClr val="0000CC"/>
                </a:solidFill>
                <a:ea typeface="黑体" panose="02010609060101010101" pitchFamily="49" charset="-122"/>
              </a:rPr>
              <a:t>二系    </a:t>
            </a:r>
            <a:r>
              <a:rPr lang="en-US" altLang="zh-CN" b="1">
                <a:solidFill>
                  <a:srgbClr val="0000CC"/>
                </a:solidFill>
                <a:ea typeface="黑体" panose="02010609060101010101" pitchFamily="49" charset="-122"/>
              </a:rPr>
              <a:t>206.0.70.0/24        11001110.00000000.01000110.*            256</a:t>
            </a:r>
          </a:p>
          <a:p>
            <a:pPr>
              <a:lnSpc>
                <a:spcPct val="120000"/>
              </a:lnSpc>
            </a:pPr>
            <a:r>
              <a:rPr lang="en-US" altLang="zh-CN" b="1">
                <a:solidFill>
                  <a:srgbClr val="0000CC"/>
                </a:solidFill>
                <a:ea typeface="黑体" panose="02010609060101010101" pitchFamily="49" charset="-122"/>
              </a:rPr>
              <a:t> </a:t>
            </a:r>
            <a:r>
              <a:rPr lang="zh-CN" altLang="en-US" b="1">
                <a:solidFill>
                  <a:srgbClr val="0000CC"/>
                </a:solidFill>
                <a:ea typeface="黑体" panose="02010609060101010101" pitchFamily="49" charset="-122"/>
              </a:rPr>
              <a:t>三系    </a:t>
            </a:r>
            <a:r>
              <a:rPr lang="en-US" altLang="zh-CN" b="1">
                <a:solidFill>
                  <a:srgbClr val="0000CC"/>
                </a:solidFill>
                <a:ea typeface="黑体" panose="02010609060101010101" pitchFamily="49" charset="-122"/>
              </a:rPr>
              <a:t>206.0.71.0/25        11001110.00000000.01000111.0*          128</a:t>
            </a:r>
          </a:p>
          <a:p>
            <a:pPr>
              <a:lnSpc>
                <a:spcPct val="120000"/>
              </a:lnSpc>
              <a:spcAft>
                <a:spcPct val="25000"/>
              </a:spcAft>
            </a:pPr>
            <a:r>
              <a:rPr lang="en-US" altLang="zh-CN" b="1">
                <a:solidFill>
                  <a:srgbClr val="0000CC"/>
                </a:solidFill>
                <a:ea typeface="黑体" panose="02010609060101010101" pitchFamily="49" charset="-122"/>
              </a:rPr>
              <a:t> </a:t>
            </a:r>
            <a:r>
              <a:rPr lang="zh-CN" altLang="en-US" b="1">
                <a:solidFill>
                  <a:srgbClr val="0000CC"/>
                </a:solidFill>
                <a:ea typeface="黑体" panose="02010609060101010101" pitchFamily="49" charset="-122"/>
              </a:rPr>
              <a:t>四系    </a:t>
            </a:r>
            <a:r>
              <a:rPr lang="en-US" altLang="zh-CN" b="1">
                <a:solidFill>
                  <a:srgbClr val="0000CC"/>
                </a:solidFill>
                <a:ea typeface="黑体" panose="02010609060101010101" pitchFamily="49" charset="-122"/>
              </a:rPr>
              <a:t>206.0.71.128/25    11001110.00000000.01000111.1*          128</a:t>
            </a:r>
          </a:p>
        </p:txBody>
      </p:sp>
      <p:sp>
        <p:nvSpPr>
          <p:cNvPr id="60" name="Line 58"/>
          <p:cNvSpPr>
            <a:spLocks noChangeShapeType="1"/>
          </p:cNvSpPr>
          <p:nvPr/>
        </p:nvSpPr>
        <p:spPr bwMode="auto">
          <a:xfrm>
            <a:off x="1470025" y="4500563"/>
            <a:ext cx="7558088"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61" name="Line 59"/>
          <p:cNvSpPr>
            <a:spLocks noChangeShapeType="1"/>
          </p:cNvSpPr>
          <p:nvPr/>
        </p:nvSpPr>
        <p:spPr bwMode="auto">
          <a:xfrm flipH="1">
            <a:off x="2241550" y="4090988"/>
            <a:ext cx="3175" cy="2403475"/>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62" name="Line 60"/>
          <p:cNvSpPr>
            <a:spLocks noChangeShapeType="1"/>
          </p:cNvSpPr>
          <p:nvPr/>
        </p:nvSpPr>
        <p:spPr bwMode="auto">
          <a:xfrm flipH="1">
            <a:off x="4060825" y="4103688"/>
            <a:ext cx="3175" cy="2403475"/>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63" name="Line 61"/>
          <p:cNvSpPr>
            <a:spLocks noChangeShapeType="1"/>
          </p:cNvSpPr>
          <p:nvPr/>
        </p:nvSpPr>
        <p:spPr bwMode="auto">
          <a:xfrm flipH="1">
            <a:off x="7726363" y="4103688"/>
            <a:ext cx="3175" cy="2403475"/>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64" name="Oval 62"/>
          <p:cNvSpPr>
            <a:spLocks noChangeArrowheads="1"/>
          </p:cNvSpPr>
          <p:nvPr/>
        </p:nvSpPr>
        <p:spPr bwMode="auto">
          <a:xfrm>
            <a:off x="4019550" y="1300163"/>
            <a:ext cx="412750" cy="228600"/>
          </a:xfrm>
          <a:prstGeom prst="ellipse">
            <a:avLst/>
          </a:prstGeom>
          <a:solidFill>
            <a:srgbClr val="CCECFF"/>
          </a:solidFill>
          <a:ln w="9525">
            <a:solidFill>
              <a:srgbClr val="000000"/>
            </a:solidFill>
            <a:round/>
          </a:ln>
          <a:effectLst>
            <a:outerShdw dist="35921" dir="2700000" algn="ctr" rotWithShape="0">
              <a:srgbClr val="1C1C1C"/>
            </a:outerShdw>
          </a:effec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65" name="Oval 63"/>
          <p:cNvSpPr>
            <a:spLocks noChangeArrowheads="1"/>
          </p:cNvSpPr>
          <p:nvPr/>
        </p:nvSpPr>
        <p:spPr bwMode="auto">
          <a:xfrm>
            <a:off x="4164013" y="1042988"/>
            <a:ext cx="412750" cy="228600"/>
          </a:xfrm>
          <a:prstGeom prst="ellipse">
            <a:avLst/>
          </a:prstGeom>
          <a:solidFill>
            <a:srgbClr val="CCECFF"/>
          </a:solidFill>
          <a:ln w="9525">
            <a:solidFill>
              <a:srgbClr val="000000"/>
            </a:solidFill>
            <a:round/>
          </a:ln>
          <a:effectLst>
            <a:outerShdw dist="35921" dir="2700000" algn="ctr" rotWithShape="0">
              <a:srgbClr val="1C1C1C"/>
            </a:outerShdw>
          </a:effec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2134" name="Rectangle 56"/>
          <p:cNvSpPr>
            <a:spLocks noChangeArrowheads="1"/>
          </p:cNvSpPr>
          <p:nvPr/>
        </p:nvSpPr>
        <p:spPr bwMode="auto">
          <a:xfrm>
            <a:off x="247650" y="4076700"/>
            <a:ext cx="9674225" cy="27813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zh-CN" sz="2800">
              <a:solidFill>
                <a:srgbClr val="000000"/>
              </a:solidFill>
              <a:latin typeface="Tahoma" panose="020B0604030504040204" pitchFamily="34" charset="0"/>
              <a:ea typeface="宋体" panose="02010600030101010101" pitchFamily="2" charset="-122"/>
            </a:endParaRPr>
          </a:p>
        </p:txBody>
      </p:sp>
      <p:sp>
        <p:nvSpPr>
          <p:cNvPr id="942135" name="Text Box 57"/>
          <p:cNvSpPr txBox="1">
            <a:spLocks noChangeArrowheads="1"/>
          </p:cNvSpPr>
          <p:nvPr/>
        </p:nvSpPr>
        <p:spPr bwMode="auto">
          <a:xfrm>
            <a:off x="544513" y="4292600"/>
            <a:ext cx="9182100" cy="194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0000"/>
              </a:lnSpc>
            </a:pPr>
            <a:r>
              <a:rPr lang="zh-CN" altLang="en-US" sz="2800" b="1">
                <a:solidFill>
                  <a:srgbClr val="0000CC"/>
                </a:solidFill>
                <a:ea typeface="黑体" panose="02010609060101010101" pitchFamily="49" charset="-122"/>
              </a:rPr>
              <a:t>这个 </a:t>
            </a:r>
            <a:r>
              <a:rPr lang="en-US" altLang="zh-CN" sz="2800" b="1">
                <a:solidFill>
                  <a:srgbClr val="0000CC"/>
                </a:solidFill>
                <a:ea typeface="黑体" panose="02010609060101010101" pitchFamily="49" charset="-122"/>
              </a:rPr>
              <a:t>ISP </a:t>
            </a:r>
            <a:r>
              <a:rPr lang="zh-CN" altLang="en-US" sz="2800" b="1">
                <a:solidFill>
                  <a:srgbClr val="0000CC"/>
                </a:solidFill>
                <a:ea typeface="黑体" panose="02010609060101010101" pitchFamily="49" charset="-122"/>
              </a:rPr>
              <a:t>共有 </a:t>
            </a:r>
            <a:r>
              <a:rPr lang="en-US" altLang="zh-CN" sz="2800" b="1">
                <a:solidFill>
                  <a:srgbClr val="0000CC"/>
                </a:solidFill>
                <a:ea typeface="黑体" panose="02010609060101010101" pitchFamily="49" charset="-122"/>
              </a:rPr>
              <a:t>64 </a:t>
            </a:r>
            <a:r>
              <a:rPr lang="zh-CN" altLang="en-US" sz="2800" b="1">
                <a:solidFill>
                  <a:srgbClr val="0000CC"/>
                </a:solidFill>
                <a:ea typeface="黑体" panose="02010609060101010101" pitchFamily="49" charset="-122"/>
              </a:rPr>
              <a:t>个 </a:t>
            </a:r>
            <a:r>
              <a:rPr lang="en-US" altLang="zh-CN" sz="2800" b="1">
                <a:solidFill>
                  <a:srgbClr val="0000CC"/>
                </a:solidFill>
                <a:ea typeface="黑体" panose="02010609060101010101" pitchFamily="49" charset="-122"/>
              </a:rPr>
              <a:t>C </a:t>
            </a:r>
            <a:r>
              <a:rPr lang="zh-CN" altLang="en-US" sz="2800" b="1">
                <a:solidFill>
                  <a:srgbClr val="0000CC"/>
                </a:solidFill>
                <a:ea typeface="黑体" panose="02010609060101010101" pitchFamily="49" charset="-122"/>
              </a:rPr>
              <a:t>类网络。如果不采用 </a:t>
            </a:r>
            <a:r>
              <a:rPr lang="en-US" altLang="zh-CN" sz="2800" b="1">
                <a:solidFill>
                  <a:srgbClr val="0000CC"/>
                </a:solidFill>
                <a:ea typeface="黑体" panose="02010609060101010101" pitchFamily="49" charset="-122"/>
              </a:rPr>
              <a:t>CIDR </a:t>
            </a:r>
            <a:r>
              <a:rPr lang="zh-CN" altLang="en-US" sz="2800" b="1">
                <a:solidFill>
                  <a:srgbClr val="0000CC"/>
                </a:solidFill>
                <a:ea typeface="黑体" panose="02010609060101010101" pitchFamily="49" charset="-122"/>
              </a:rPr>
              <a:t>技术，则在与该 </a:t>
            </a:r>
            <a:r>
              <a:rPr lang="en-US" altLang="zh-CN" sz="2800" b="1">
                <a:solidFill>
                  <a:srgbClr val="0000CC"/>
                </a:solidFill>
                <a:ea typeface="黑体" panose="02010609060101010101" pitchFamily="49" charset="-122"/>
              </a:rPr>
              <a:t>ISP </a:t>
            </a:r>
            <a:r>
              <a:rPr lang="zh-CN" altLang="en-US" sz="2800" b="1">
                <a:solidFill>
                  <a:srgbClr val="0000CC"/>
                </a:solidFill>
                <a:ea typeface="黑体" panose="02010609060101010101" pitchFamily="49" charset="-122"/>
              </a:rPr>
              <a:t>的路由器交换路由信息的每一个路由器的路由表中，就需要有 </a:t>
            </a:r>
            <a:r>
              <a:rPr lang="en-US" altLang="zh-CN" sz="2800" b="1">
                <a:solidFill>
                  <a:srgbClr val="0000CC"/>
                </a:solidFill>
                <a:ea typeface="黑体" panose="02010609060101010101" pitchFamily="49" charset="-122"/>
              </a:rPr>
              <a:t>64 </a:t>
            </a:r>
            <a:r>
              <a:rPr lang="zh-CN" altLang="en-US" sz="2800" b="1">
                <a:solidFill>
                  <a:srgbClr val="0000CC"/>
                </a:solidFill>
                <a:ea typeface="黑体" panose="02010609060101010101" pitchFamily="49" charset="-122"/>
              </a:rPr>
              <a:t>个项目。但采用地址聚合后，只需用路由聚合后的 </a:t>
            </a:r>
            <a:r>
              <a:rPr lang="en-US" altLang="zh-CN" sz="2800" b="1">
                <a:solidFill>
                  <a:srgbClr val="0000CC"/>
                </a:solidFill>
                <a:ea typeface="黑体" panose="02010609060101010101" pitchFamily="49" charset="-122"/>
              </a:rPr>
              <a:t>1 </a:t>
            </a:r>
            <a:r>
              <a:rPr lang="zh-CN" altLang="en-US" sz="2800" b="1">
                <a:solidFill>
                  <a:srgbClr val="0000CC"/>
                </a:solidFill>
                <a:ea typeface="黑体" panose="02010609060101010101" pitchFamily="49" charset="-122"/>
              </a:rPr>
              <a:t>个项目 </a:t>
            </a:r>
            <a:r>
              <a:rPr lang="en-US" altLang="zh-CN" sz="2800" b="1">
                <a:solidFill>
                  <a:srgbClr val="0000CC"/>
                </a:solidFill>
                <a:ea typeface="黑体" panose="02010609060101010101" pitchFamily="49" charset="-122"/>
              </a:rPr>
              <a:t>206.0.64.0/18 </a:t>
            </a:r>
            <a:r>
              <a:rPr lang="zh-CN" altLang="en-US" sz="2800" b="1">
                <a:solidFill>
                  <a:srgbClr val="0000CC"/>
                </a:solidFill>
                <a:ea typeface="黑体" panose="02010609060101010101" pitchFamily="49" charset="-122"/>
              </a:rPr>
              <a:t>就能找到该 </a:t>
            </a:r>
            <a:r>
              <a:rPr lang="en-US" altLang="zh-CN" sz="2800" b="1">
                <a:solidFill>
                  <a:srgbClr val="0000CC"/>
                </a:solidFill>
                <a:ea typeface="黑体" panose="02010609060101010101" pitchFamily="49" charset="-122"/>
              </a:rPr>
              <a:t>ISP</a:t>
            </a:r>
            <a:r>
              <a:rPr lang="zh-CN" altLang="en-US" sz="2800" b="1">
                <a:solidFill>
                  <a:srgbClr val="0000CC"/>
                </a:solidFill>
                <a:ea typeface="黑体" panose="02010609060101010101" pitchFamily="49" charset="-122"/>
              </a:rPr>
              <a:t>。 </a:t>
            </a:r>
          </a:p>
        </p:txBody>
      </p:sp>
      <p:sp>
        <p:nvSpPr>
          <p:cNvPr id="942136"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A717FE74-8C35-4613-A86E-B4117A39A028}" type="slidenum">
              <a:rPr lang="zh-CN" altLang="en-US" smtClean="0"/>
              <a:pPr/>
              <a:t>43</a:t>
            </a:fld>
            <a:endParaRPr lang="en-US" altLang="zh-CN" smtClean="0"/>
          </a:p>
        </p:txBody>
      </p:sp>
      <p:sp>
        <p:nvSpPr>
          <p:cNvPr id="942137" name="页脚占位符 68"/>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5" presetClass="emph" presetSubtype="0" repeatCount="4000" fill="hold" grpId="0" nodeType="afterEffect">
                                  <p:stCondLst>
                                    <p:cond delay="0"/>
                                  </p:stCondLst>
                                  <p:childTnLst>
                                    <p:anim calcmode="discrete" valueType="str">
                                      <p:cBhvr>
                                        <p:cTn id="6" dur="1000" fill="hold"/>
                                        <p:tgtEl>
                                          <p:spTgt spid="3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3105" name="Rectangle 4"/>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en-US" smtClean="0">
                <a:ea typeface="黑体" panose="02010609060101010101" pitchFamily="49" charset="-122"/>
              </a:rPr>
              <a:t>最长前缀匹配</a:t>
            </a:r>
          </a:p>
        </p:txBody>
      </p:sp>
      <p:sp>
        <p:nvSpPr>
          <p:cNvPr id="532486" name="Rectangle 6"/>
          <p:cNvSpPr>
            <a:spLocks noGrp="1" noChangeArrowheads="1"/>
          </p:cNvSpPr>
          <p:nvPr>
            <p:ph idx="1"/>
          </p:nvPr>
        </p:nvSpPr>
        <p:spPr>
          <a:xfrm>
            <a:off x="495300" y="1196975"/>
            <a:ext cx="9066213" cy="4933950"/>
          </a:xfrm>
        </p:spPr>
        <p:txBody>
          <a:bodyPr/>
          <a:lstStyle/>
          <a:p>
            <a:pPr algn="just"/>
            <a:r>
              <a:rPr lang="zh-CN" altLang="en-US" smtClean="0">
                <a:ea typeface="黑体" panose="02010609060101010101" pitchFamily="49" charset="-122"/>
              </a:rPr>
              <a:t>使用 </a:t>
            </a:r>
            <a:r>
              <a:rPr lang="en-US" altLang="zh-CN" smtClean="0">
                <a:ea typeface="黑体" panose="02010609060101010101" pitchFamily="49" charset="-122"/>
              </a:rPr>
              <a:t>CIDR </a:t>
            </a:r>
            <a:r>
              <a:rPr lang="zh-CN" altLang="en-US" smtClean="0">
                <a:ea typeface="黑体" panose="02010609060101010101" pitchFamily="49" charset="-122"/>
              </a:rPr>
              <a:t>时，路由表中的每个项目由“网络前缀”和“下一跳地址”组成。</a:t>
            </a:r>
            <a:r>
              <a:rPr lang="zh-CN" altLang="en-US" smtClean="0">
                <a:solidFill>
                  <a:srgbClr val="0000FF"/>
                </a:solidFill>
                <a:ea typeface="黑体" panose="02010609060101010101" pitchFamily="49" charset="-122"/>
              </a:rPr>
              <a:t>在查找路由表时可能会得到不止一个匹配结果。</a:t>
            </a:r>
            <a:r>
              <a:rPr lang="zh-CN" altLang="en-US" smtClean="0">
                <a:ea typeface="黑体" panose="02010609060101010101" pitchFamily="49" charset="-122"/>
              </a:rPr>
              <a:t> </a:t>
            </a:r>
          </a:p>
          <a:p>
            <a:pPr algn="just"/>
            <a:r>
              <a:rPr lang="zh-CN" altLang="en-US" smtClean="0">
                <a:ea typeface="黑体" panose="02010609060101010101" pitchFamily="49" charset="-122"/>
              </a:rPr>
              <a:t>应当从匹配结果中选择具有最长网络前缀的路由：</a:t>
            </a:r>
            <a:r>
              <a:rPr lang="zh-CN" altLang="en-US" smtClean="0">
                <a:solidFill>
                  <a:srgbClr val="FF0000"/>
                </a:solidFill>
                <a:ea typeface="黑体" panose="02010609060101010101" pitchFamily="49" charset="-122"/>
              </a:rPr>
              <a:t>最长前缀匹配</a:t>
            </a:r>
            <a:r>
              <a:rPr lang="zh-CN" altLang="en-US" smtClean="0">
                <a:ea typeface="黑体" panose="02010609060101010101" pitchFamily="49" charset="-122"/>
              </a:rPr>
              <a:t> </a:t>
            </a:r>
            <a:r>
              <a:rPr lang="en-US" altLang="zh-CN" smtClean="0">
                <a:ea typeface="黑体" panose="02010609060101010101" pitchFamily="49" charset="-122"/>
              </a:rPr>
              <a:t>(longest-prefix matching)</a:t>
            </a:r>
            <a:r>
              <a:rPr lang="zh-CN" altLang="en-US" smtClean="0">
                <a:ea typeface="黑体" panose="02010609060101010101" pitchFamily="49" charset="-122"/>
              </a:rPr>
              <a:t>。</a:t>
            </a:r>
          </a:p>
          <a:p>
            <a:pPr algn="just"/>
            <a:r>
              <a:rPr lang="zh-CN" altLang="en-US" smtClean="0">
                <a:ea typeface="黑体" panose="02010609060101010101" pitchFamily="49" charset="-122"/>
              </a:rPr>
              <a:t>网络前缀越长，其地址块就越小，因而路由就越具体 </a:t>
            </a:r>
            <a:r>
              <a:rPr lang="en-US" altLang="zh-CN" smtClean="0">
                <a:ea typeface="黑体" panose="02010609060101010101" pitchFamily="49" charset="-122"/>
              </a:rPr>
              <a:t>(more specific) </a:t>
            </a:r>
            <a:r>
              <a:rPr lang="zh-CN" altLang="en-US" smtClean="0">
                <a:ea typeface="黑体" panose="02010609060101010101" pitchFamily="49" charset="-122"/>
              </a:rPr>
              <a:t>。</a:t>
            </a:r>
          </a:p>
          <a:p>
            <a:pPr algn="just"/>
            <a:r>
              <a:rPr lang="zh-CN" altLang="en-US" smtClean="0">
                <a:ea typeface="黑体" panose="02010609060101010101" pitchFamily="49" charset="-122"/>
              </a:rPr>
              <a:t>最长前缀匹配又称为</a:t>
            </a:r>
            <a:r>
              <a:rPr lang="zh-CN" altLang="en-US" smtClean="0">
                <a:solidFill>
                  <a:srgbClr val="FF0000"/>
                </a:solidFill>
                <a:ea typeface="黑体" panose="02010609060101010101" pitchFamily="49" charset="-122"/>
              </a:rPr>
              <a:t>最长匹配</a:t>
            </a:r>
            <a:r>
              <a:rPr lang="zh-CN" altLang="en-US" smtClean="0">
                <a:ea typeface="黑体" panose="02010609060101010101" pitchFamily="49" charset="-122"/>
              </a:rPr>
              <a:t>或</a:t>
            </a:r>
            <a:r>
              <a:rPr lang="zh-CN" altLang="en-US" smtClean="0">
                <a:solidFill>
                  <a:srgbClr val="FF0000"/>
                </a:solidFill>
                <a:ea typeface="黑体" panose="02010609060101010101" pitchFamily="49" charset="-122"/>
              </a:rPr>
              <a:t>最佳匹配。</a:t>
            </a:r>
          </a:p>
        </p:txBody>
      </p:sp>
      <p:sp>
        <p:nvSpPr>
          <p:cNvPr id="943107" name="Rectangle 2"/>
          <p:cNvSpPr>
            <a:spLocks noChangeArrowheads="1"/>
          </p:cNvSpPr>
          <p:nvPr/>
        </p:nvSpPr>
        <p:spPr bwMode="auto">
          <a:xfrm>
            <a:off x="0" y="30543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sp>
        <p:nvSpPr>
          <p:cNvPr id="943108" name="Rectangle 3"/>
          <p:cNvSpPr>
            <a:spLocks noChangeArrowheads="1"/>
          </p:cNvSpPr>
          <p:nvPr/>
        </p:nvSpPr>
        <p:spPr bwMode="auto">
          <a:xfrm>
            <a:off x="0" y="305911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sp>
        <p:nvSpPr>
          <p:cNvPr id="943109" name="Rectangle 5"/>
          <p:cNvSpPr>
            <a:spLocks noChangeArrowheads="1"/>
          </p:cNvSpPr>
          <p:nvPr/>
        </p:nvSpPr>
        <p:spPr bwMode="auto">
          <a:xfrm>
            <a:off x="0" y="307816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sp>
        <p:nvSpPr>
          <p:cNvPr id="94311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522D30A-C1AE-4858-8E7D-985676902C38}" type="slidenum">
              <a:rPr lang="zh-CN" altLang="en-US" smtClean="0"/>
              <a:pPr eaLnBrk="1" hangingPunct="1"/>
              <a:t>44</a:t>
            </a:fld>
            <a:endParaRPr lang="en-US" altLang="zh-CN" smtClean="0"/>
          </a:p>
        </p:txBody>
      </p:sp>
      <p:sp>
        <p:nvSpPr>
          <p:cNvPr id="94311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32486">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32486">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3248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ChangeArrowheads="1"/>
          </p:cNvSpPr>
          <p:nvPr/>
        </p:nvSpPr>
        <p:spPr bwMode="auto">
          <a:xfrm>
            <a:off x="2449513" y="4414838"/>
            <a:ext cx="4519612" cy="1584325"/>
          </a:xfrm>
          <a:prstGeom prst="rect">
            <a:avLst/>
          </a:prstGeom>
          <a:solidFill>
            <a:srgbClr val="66FFFF"/>
          </a:solidFill>
          <a:ln w="28575">
            <a:solidFill>
              <a:srgbClr val="FF0000"/>
            </a:solidFill>
            <a:miter lim="800000"/>
          </a:ln>
          <a:effec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8" name="Rectangle 3"/>
          <p:cNvSpPr txBox="1">
            <a:spLocks noChangeArrowheads="1"/>
          </p:cNvSpPr>
          <p:nvPr/>
        </p:nvSpPr>
        <p:spPr bwMode="auto">
          <a:xfrm>
            <a:off x="425450" y="76200"/>
            <a:ext cx="8791575"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fontAlgn="base">
              <a:spcBef>
                <a:spcPct val="0"/>
              </a:spcBef>
              <a:spcAft>
                <a:spcPct val="0"/>
              </a:spcAft>
              <a:defRPr kumimoji="1" sz="4400" b="1">
                <a:solidFill>
                  <a:schemeClr val="tx2"/>
                </a:solidFill>
                <a:latin typeface="+mj-lt"/>
                <a:ea typeface="+mj-ea"/>
                <a:cs typeface="+mj-cs"/>
              </a:defRPr>
            </a:lvl1pPr>
            <a:lvl2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algn="ctr">
              <a:defRPr/>
            </a:pPr>
            <a:r>
              <a:rPr lang="zh-CN" altLang="en-US" kern="0" dirty="0">
                <a:solidFill>
                  <a:srgbClr val="333399"/>
                </a:solidFill>
                <a:latin typeface="Tahoma" panose="020B0604030504040204"/>
                <a:ea typeface="黑体" panose="02010609060101010101" pitchFamily="2" charset="-122"/>
              </a:rPr>
              <a:t>最长前缀匹配举例</a:t>
            </a:r>
          </a:p>
        </p:txBody>
      </p:sp>
      <p:sp>
        <p:nvSpPr>
          <p:cNvPr id="945155" name="Text Box 4"/>
          <p:cNvSpPr txBox="1">
            <a:spLocks noChangeArrowheads="1"/>
          </p:cNvSpPr>
          <p:nvPr/>
        </p:nvSpPr>
        <p:spPr bwMode="auto">
          <a:xfrm>
            <a:off x="433388" y="838200"/>
            <a:ext cx="8450262"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3200" b="1">
                <a:ea typeface="黑体" panose="02010609060101010101" pitchFamily="49" charset="-122"/>
              </a:rPr>
              <a:t>收到的分组的目的地址 </a:t>
            </a:r>
            <a:r>
              <a:rPr lang="en-US" altLang="zh-CN" sz="3200" b="1" i="1">
                <a:solidFill>
                  <a:srgbClr val="C00000"/>
                </a:solidFill>
                <a:ea typeface="黑体" panose="02010609060101010101" pitchFamily="49" charset="-122"/>
              </a:rPr>
              <a:t>D</a:t>
            </a:r>
            <a:r>
              <a:rPr lang="en-US" altLang="zh-CN" sz="3200" b="1">
                <a:solidFill>
                  <a:srgbClr val="C00000"/>
                </a:solidFill>
                <a:ea typeface="黑体" panose="02010609060101010101" pitchFamily="49" charset="-122"/>
              </a:rPr>
              <a:t> = 206.0.71.130</a:t>
            </a:r>
          </a:p>
          <a:p>
            <a:pPr eaLnBrk="0" hangingPunct="0"/>
            <a:r>
              <a:rPr lang="zh-CN" altLang="en-US" sz="3200" b="1">
                <a:ea typeface="黑体" panose="02010609060101010101" pitchFamily="49" charset="-122"/>
              </a:rPr>
              <a:t>路由表中的项目：</a:t>
            </a:r>
            <a:r>
              <a:rPr lang="en-US" altLang="zh-CN" sz="3200" b="1">
                <a:solidFill>
                  <a:srgbClr val="0000FF"/>
                </a:solidFill>
                <a:ea typeface="黑体" panose="02010609060101010101" pitchFamily="49" charset="-122"/>
              </a:rPr>
              <a:t>206.0.68.0/22		1</a:t>
            </a:r>
          </a:p>
          <a:p>
            <a:pPr eaLnBrk="0" hangingPunct="0"/>
            <a:r>
              <a:rPr lang="en-US" altLang="zh-CN" sz="3200" b="1">
                <a:solidFill>
                  <a:srgbClr val="0000FF"/>
                </a:solidFill>
                <a:ea typeface="黑体" panose="02010609060101010101" pitchFamily="49" charset="-122"/>
              </a:rPr>
              <a:t>                             206.0.71.128/25		2</a:t>
            </a:r>
          </a:p>
        </p:txBody>
      </p:sp>
      <p:sp>
        <p:nvSpPr>
          <p:cNvPr id="945156" name="Text Box 5"/>
          <p:cNvSpPr txBox="1">
            <a:spLocks noChangeArrowheads="1"/>
          </p:cNvSpPr>
          <p:nvPr/>
        </p:nvSpPr>
        <p:spPr bwMode="auto">
          <a:xfrm>
            <a:off x="433388" y="2425700"/>
            <a:ext cx="4911725" cy="523875"/>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C00000"/>
                </a:solidFill>
                <a:ea typeface="黑体" panose="02010609060101010101" pitchFamily="49" charset="-122"/>
              </a:rPr>
              <a:t>查找路由表中的第 </a:t>
            </a:r>
            <a:r>
              <a:rPr lang="en-US" altLang="zh-CN" sz="2800" b="1">
                <a:solidFill>
                  <a:srgbClr val="C00000"/>
                </a:solidFill>
                <a:ea typeface="黑体" panose="02010609060101010101" pitchFamily="49" charset="-122"/>
              </a:rPr>
              <a:t>1 </a:t>
            </a:r>
            <a:r>
              <a:rPr lang="zh-CN" altLang="en-US" sz="2800" b="1">
                <a:solidFill>
                  <a:srgbClr val="C00000"/>
                </a:solidFill>
                <a:ea typeface="黑体" panose="02010609060101010101" pitchFamily="49" charset="-122"/>
              </a:rPr>
              <a:t>个项目：</a:t>
            </a:r>
          </a:p>
        </p:txBody>
      </p:sp>
      <p:sp>
        <p:nvSpPr>
          <p:cNvPr id="945157" name="Text Box 6"/>
          <p:cNvSpPr txBox="1">
            <a:spLocks noChangeArrowheads="1"/>
          </p:cNvSpPr>
          <p:nvPr/>
        </p:nvSpPr>
        <p:spPr bwMode="auto">
          <a:xfrm>
            <a:off x="360363" y="4919663"/>
            <a:ext cx="84756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FF"/>
                </a:solidFill>
                <a:ea typeface="黑体" panose="02010609060101010101" pitchFamily="49" charset="-122"/>
              </a:rPr>
              <a:t>AND      </a:t>
            </a:r>
            <a:r>
              <a:rPr lang="en-US" altLang="zh-CN" sz="2800" b="1" i="1">
                <a:solidFill>
                  <a:srgbClr val="0000FF"/>
                </a:solidFill>
                <a:ea typeface="黑体" panose="02010609060101010101" pitchFamily="49" charset="-122"/>
              </a:rPr>
              <a:t>D</a:t>
            </a:r>
            <a:r>
              <a:rPr lang="en-US" altLang="zh-CN" sz="2800" b="1">
                <a:solidFill>
                  <a:srgbClr val="0000FF"/>
                </a:solidFill>
                <a:ea typeface="黑体" panose="02010609060101010101" pitchFamily="49" charset="-122"/>
              </a:rPr>
              <a:t> =       206.           0.       01000111.    130</a:t>
            </a:r>
          </a:p>
        </p:txBody>
      </p:sp>
      <p:sp>
        <p:nvSpPr>
          <p:cNvPr id="945158" name="Text Box 7"/>
          <p:cNvSpPr txBox="1">
            <a:spLocks noChangeArrowheads="1"/>
          </p:cNvSpPr>
          <p:nvPr/>
        </p:nvSpPr>
        <p:spPr bwMode="auto">
          <a:xfrm>
            <a:off x="433388" y="2859088"/>
            <a:ext cx="90709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ea typeface="黑体" panose="02010609060101010101" pitchFamily="49" charset="-122"/>
              </a:rPr>
              <a:t>第 </a:t>
            </a:r>
            <a:r>
              <a:rPr lang="en-US" altLang="zh-CN" sz="2800" b="1">
                <a:ea typeface="黑体" panose="02010609060101010101" pitchFamily="49" charset="-122"/>
              </a:rPr>
              <a:t>1 </a:t>
            </a:r>
            <a:r>
              <a:rPr lang="zh-CN" altLang="en-US" sz="2800" b="1">
                <a:ea typeface="黑体" panose="02010609060101010101" pitchFamily="49" charset="-122"/>
              </a:rPr>
              <a:t>个项目 </a:t>
            </a:r>
            <a:r>
              <a:rPr lang="en-US" altLang="zh-CN" sz="2800" b="1">
                <a:ea typeface="黑体" panose="02010609060101010101" pitchFamily="49" charset="-122"/>
              </a:rPr>
              <a:t>206.0.68.0/22 </a:t>
            </a:r>
            <a:r>
              <a:rPr lang="zh-CN" altLang="en-US" sz="2800" b="1">
                <a:ea typeface="黑体" panose="02010609060101010101" pitchFamily="49" charset="-122"/>
              </a:rPr>
              <a:t>的掩码 </a:t>
            </a:r>
            <a:r>
              <a:rPr lang="en-US" altLang="zh-CN" sz="2800" b="1" i="1">
                <a:ea typeface="黑体" panose="02010609060101010101" pitchFamily="49" charset="-122"/>
              </a:rPr>
              <a:t>M</a:t>
            </a:r>
            <a:r>
              <a:rPr lang="en-US" altLang="zh-CN" sz="2800" b="1">
                <a:ea typeface="黑体" panose="02010609060101010101" pitchFamily="49" charset="-122"/>
              </a:rPr>
              <a:t> </a:t>
            </a:r>
            <a:r>
              <a:rPr lang="zh-CN" altLang="en-US" sz="2800" b="1">
                <a:ea typeface="黑体" panose="02010609060101010101" pitchFamily="49" charset="-122"/>
              </a:rPr>
              <a:t>有 </a:t>
            </a:r>
            <a:r>
              <a:rPr lang="en-US" altLang="zh-CN" sz="2800" b="1">
                <a:ea typeface="黑体" panose="02010609060101010101" pitchFamily="49" charset="-122"/>
              </a:rPr>
              <a:t>22 </a:t>
            </a:r>
            <a:r>
              <a:rPr lang="zh-CN" altLang="en-US" sz="2800" b="1">
                <a:ea typeface="黑体" panose="02010609060101010101" pitchFamily="49" charset="-122"/>
              </a:rPr>
              <a:t>个连续的 </a:t>
            </a:r>
            <a:r>
              <a:rPr lang="en-US" altLang="zh-CN" sz="2800" b="1">
                <a:ea typeface="黑体" panose="02010609060101010101" pitchFamily="49" charset="-122"/>
              </a:rPr>
              <a:t>1</a:t>
            </a:r>
            <a:r>
              <a:rPr lang="zh-CN" altLang="en-US" sz="2800" b="1">
                <a:ea typeface="黑体" panose="02010609060101010101" pitchFamily="49" charset="-122"/>
              </a:rPr>
              <a:t>。</a:t>
            </a:r>
          </a:p>
        </p:txBody>
      </p:sp>
      <p:sp>
        <p:nvSpPr>
          <p:cNvPr id="945159" name="Text Box 8"/>
          <p:cNvSpPr txBox="1">
            <a:spLocks noChangeArrowheads="1"/>
          </p:cNvSpPr>
          <p:nvPr/>
        </p:nvSpPr>
        <p:spPr bwMode="auto">
          <a:xfrm>
            <a:off x="1687513" y="3367088"/>
            <a:ext cx="72278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i="1">
                <a:solidFill>
                  <a:srgbClr val="0000FF"/>
                </a:solidFill>
                <a:ea typeface="黑体" panose="02010609060101010101" pitchFamily="49" charset="-122"/>
              </a:rPr>
              <a:t>M</a:t>
            </a:r>
            <a:r>
              <a:rPr lang="en-US" altLang="zh-CN" sz="2800" b="1">
                <a:solidFill>
                  <a:srgbClr val="0000FF"/>
                </a:solidFill>
                <a:ea typeface="黑体" panose="02010609060101010101" pitchFamily="49" charset="-122"/>
              </a:rPr>
              <a:t> = 11111111 11111111 11111100 00000000</a:t>
            </a:r>
          </a:p>
        </p:txBody>
      </p:sp>
      <p:sp>
        <p:nvSpPr>
          <p:cNvPr id="945160" name="Text Box 9"/>
          <p:cNvSpPr txBox="1">
            <a:spLocks noChangeArrowheads="1"/>
          </p:cNvSpPr>
          <p:nvPr/>
        </p:nvSpPr>
        <p:spPr bwMode="auto">
          <a:xfrm>
            <a:off x="433388" y="3929063"/>
            <a:ext cx="74041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ea typeface="黑体" panose="02010609060101010101" pitchFamily="49" charset="-122"/>
              </a:rPr>
              <a:t>因此只需把 </a:t>
            </a:r>
            <a:r>
              <a:rPr lang="en-US" altLang="zh-CN" sz="2800" b="1" i="1">
                <a:ea typeface="黑体" panose="02010609060101010101" pitchFamily="49" charset="-122"/>
              </a:rPr>
              <a:t>D</a:t>
            </a:r>
            <a:r>
              <a:rPr lang="en-US" altLang="zh-CN" sz="2800" b="1">
                <a:ea typeface="黑体" panose="02010609060101010101" pitchFamily="49" charset="-122"/>
              </a:rPr>
              <a:t> </a:t>
            </a:r>
            <a:r>
              <a:rPr lang="zh-CN" altLang="en-US" sz="2800" b="1">
                <a:ea typeface="黑体" panose="02010609060101010101" pitchFamily="49" charset="-122"/>
              </a:rPr>
              <a:t>的第 </a:t>
            </a:r>
            <a:r>
              <a:rPr lang="en-US" altLang="zh-CN" sz="2800" b="1">
                <a:ea typeface="黑体" panose="02010609060101010101" pitchFamily="49" charset="-122"/>
              </a:rPr>
              <a:t>3 </a:t>
            </a:r>
            <a:r>
              <a:rPr lang="zh-CN" altLang="en-US" sz="2800" b="1">
                <a:ea typeface="黑体" panose="02010609060101010101" pitchFamily="49" charset="-122"/>
              </a:rPr>
              <a:t>个字节转换成二进制。</a:t>
            </a:r>
          </a:p>
        </p:txBody>
      </p:sp>
      <p:sp>
        <p:nvSpPr>
          <p:cNvPr id="945161" name="Text Box 10"/>
          <p:cNvSpPr txBox="1">
            <a:spLocks noChangeArrowheads="1"/>
          </p:cNvSpPr>
          <p:nvPr/>
        </p:nvSpPr>
        <p:spPr bwMode="auto">
          <a:xfrm>
            <a:off x="1685925" y="4400550"/>
            <a:ext cx="75263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i="1">
                <a:solidFill>
                  <a:srgbClr val="0000FF"/>
                </a:solidFill>
                <a:ea typeface="黑体" panose="02010609060101010101" pitchFamily="49" charset="-122"/>
              </a:rPr>
              <a:t>M</a:t>
            </a:r>
            <a:r>
              <a:rPr lang="en-US" altLang="zh-CN" sz="2800" b="1">
                <a:solidFill>
                  <a:srgbClr val="0000FF"/>
                </a:solidFill>
                <a:ea typeface="黑体" panose="02010609060101010101" pitchFamily="49" charset="-122"/>
              </a:rPr>
              <a:t> =    11111111 11111111 11111100 00000000</a:t>
            </a:r>
          </a:p>
        </p:txBody>
      </p:sp>
      <p:sp>
        <p:nvSpPr>
          <p:cNvPr id="16" name="Line 11"/>
          <p:cNvSpPr>
            <a:spLocks noChangeShapeType="1"/>
          </p:cNvSpPr>
          <p:nvPr/>
        </p:nvSpPr>
        <p:spPr bwMode="auto">
          <a:xfrm>
            <a:off x="325438" y="5422900"/>
            <a:ext cx="8820150"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945163" name="Text Box 12"/>
          <p:cNvSpPr txBox="1">
            <a:spLocks noChangeArrowheads="1"/>
          </p:cNvSpPr>
          <p:nvPr/>
        </p:nvSpPr>
        <p:spPr bwMode="auto">
          <a:xfrm>
            <a:off x="2978150" y="5495925"/>
            <a:ext cx="55721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FF"/>
                </a:solidFill>
                <a:ea typeface="黑体" panose="02010609060101010101" pitchFamily="49" charset="-122"/>
              </a:rPr>
              <a:t>206.           0.       01000100.       0</a:t>
            </a:r>
          </a:p>
        </p:txBody>
      </p:sp>
      <p:sp>
        <p:nvSpPr>
          <p:cNvPr id="18" name="Text Box 13"/>
          <p:cNvSpPr txBox="1">
            <a:spLocks noChangeArrowheads="1"/>
          </p:cNvSpPr>
          <p:nvPr/>
        </p:nvSpPr>
        <p:spPr bwMode="auto">
          <a:xfrm>
            <a:off x="2649538" y="5949950"/>
            <a:ext cx="4287837"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zh-CN" altLang="en-US" sz="3200" b="1" kern="0" dirty="0">
                <a:solidFill>
                  <a:srgbClr val="FF0000"/>
                </a:solidFill>
                <a:latin typeface="+mn-lt"/>
                <a:ea typeface="黑体" panose="02010609060101010101" pitchFamily="2" charset="-122"/>
              </a:rPr>
              <a:t>与 </a:t>
            </a:r>
            <a:r>
              <a:rPr lang="en-US" altLang="zh-CN" sz="3200" b="1" kern="0" dirty="0">
                <a:solidFill>
                  <a:srgbClr val="FF0000"/>
                </a:solidFill>
                <a:latin typeface="+mn-lt"/>
                <a:ea typeface="黑体" panose="02010609060101010101" pitchFamily="2" charset="-122"/>
              </a:rPr>
              <a:t>206.0.68.0/22 </a:t>
            </a:r>
            <a:r>
              <a:rPr lang="zh-CN" altLang="en-US" sz="3200" b="1" kern="0" dirty="0">
                <a:solidFill>
                  <a:srgbClr val="FF0000"/>
                </a:solidFill>
                <a:latin typeface="+mn-lt"/>
                <a:ea typeface="黑体" panose="02010609060101010101" pitchFamily="2" charset="-122"/>
              </a:rPr>
              <a:t>匹配</a:t>
            </a:r>
            <a:r>
              <a:rPr lang="en-US" altLang="zh-CN" sz="3200" b="1" kern="0" dirty="0">
                <a:solidFill>
                  <a:srgbClr val="FF0000"/>
                </a:solidFill>
                <a:latin typeface="+mn-lt"/>
                <a:ea typeface="黑体" panose="02010609060101010101" pitchFamily="2" charset="-122"/>
              </a:rPr>
              <a:t>!</a:t>
            </a:r>
            <a:endParaRPr lang="zh-CN" altLang="en-US" sz="3200" b="1" kern="0" dirty="0">
              <a:solidFill>
                <a:srgbClr val="FF0000"/>
              </a:solidFill>
              <a:latin typeface="+mn-lt"/>
              <a:ea typeface="黑体" panose="02010609060101010101" pitchFamily="2" charset="-122"/>
            </a:endParaRPr>
          </a:p>
        </p:txBody>
      </p:sp>
      <p:sp>
        <p:nvSpPr>
          <p:cNvPr id="94516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2FD583E9-1851-4710-A8CD-FAF46C7655E5}" type="slidenum">
              <a:rPr lang="zh-CN" altLang="en-US" smtClean="0"/>
              <a:pPr/>
              <a:t>45</a:t>
            </a:fld>
            <a:endParaRPr lang="en-US" altLang="zh-CN" smtClean="0"/>
          </a:p>
        </p:txBody>
      </p:sp>
      <p:sp>
        <p:nvSpPr>
          <p:cNvPr id="94516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3000" fill="hold" grpId="1" nodeType="afterEffect">
                                  <p:stCondLst>
                                    <p:cond delay="500"/>
                                  </p:stCondLst>
                                  <p:childTnLst>
                                    <p:anim calcmode="discrete" valueType="str">
                                      <p:cBhvr>
                                        <p:cTn id="9" dur="1000" fill="hold"/>
                                        <p:tgtEl>
                                          <p:spTgt spid="7"/>
                                        </p:tgtEl>
                                        <p:attrNameLst>
                                          <p:attrName>style.visibility</p:attrName>
                                        </p:attrNameLst>
                                      </p:cBhvr>
                                      <p:tavLst>
                                        <p:tav tm="0">
                                          <p:val>
                                            <p:strVal val="hidden"/>
                                          </p:val>
                                        </p:tav>
                                        <p:tav tm="50000">
                                          <p:val>
                                            <p:strVal val="visible"/>
                                          </p:val>
                                        </p:tav>
                                      </p:tavLst>
                                    </p:anim>
                                  </p:childTnLst>
                                </p:cTn>
                              </p:par>
                            </p:childTnLst>
                          </p:cTn>
                        </p:par>
                        <p:par>
                          <p:cTn id="10" fill="hold" nodeType="afterGroup">
                            <p:stCondLst>
                              <p:cond delay="3501"/>
                            </p:stCondLst>
                            <p:childTnLst>
                              <p:par>
                                <p:cTn id="11" presetID="1" presetClass="entr" presetSubtype="0" fill="hold" grpId="0" nodeType="after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1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ChangeArrowheads="1"/>
          </p:cNvSpPr>
          <p:nvPr/>
        </p:nvSpPr>
        <p:spPr bwMode="auto">
          <a:xfrm>
            <a:off x="2449513" y="4414838"/>
            <a:ext cx="5240337" cy="1584325"/>
          </a:xfrm>
          <a:prstGeom prst="rect">
            <a:avLst/>
          </a:prstGeom>
          <a:solidFill>
            <a:srgbClr val="66FFFF"/>
          </a:solidFill>
          <a:ln w="28575">
            <a:solidFill>
              <a:srgbClr val="FF0000"/>
            </a:solidFill>
            <a:miter lim="800000"/>
          </a:ln>
          <a:effec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8" name="Rectangle 3"/>
          <p:cNvSpPr txBox="1">
            <a:spLocks noChangeArrowheads="1"/>
          </p:cNvSpPr>
          <p:nvPr/>
        </p:nvSpPr>
        <p:spPr bwMode="auto">
          <a:xfrm>
            <a:off x="425450" y="76200"/>
            <a:ext cx="8791575"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fontAlgn="base">
              <a:spcBef>
                <a:spcPct val="0"/>
              </a:spcBef>
              <a:spcAft>
                <a:spcPct val="0"/>
              </a:spcAft>
              <a:defRPr kumimoji="1" sz="4400" b="1">
                <a:solidFill>
                  <a:schemeClr val="tx2"/>
                </a:solidFill>
                <a:latin typeface="+mj-lt"/>
                <a:ea typeface="+mj-ea"/>
                <a:cs typeface="+mj-cs"/>
              </a:defRPr>
            </a:lvl1pPr>
            <a:lvl2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algn="ctr">
              <a:defRPr/>
            </a:pPr>
            <a:r>
              <a:rPr lang="zh-CN" altLang="en-US" kern="0" dirty="0">
                <a:solidFill>
                  <a:srgbClr val="333399"/>
                </a:solidFill>
                <a:latin typeface="Tahoma" panose="020B0604030504040204"/>
                <a:ea typeface="黑体" panose="02010609060101010101" pitchFamily="2" charset="-122"/>
              </a:rPr>
              <a:t>最长前缀匹配举例</a:t>
            </a:r>
          </a:p>
        </p:txBody>
      </p:sp>
      <p:sp>
        <p:nvSpPr>
          <p:cNvPr id="946179" name="Text Box 4"/>
          <p:cNvSpPr txBox="1">
            <a:spLocks noChangeArrowheads="1"/>
          </p:cNvSpPr>
          <p:nvPr/>
        </p:nvSpPr>
        <p:spPr bwMode="auto">
          <a:xfrm>
            <a:off x="433388" y="838200"/>
            <a:ext cx="8450262"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3200" b="1">
                <a:ea typeface="黑体" panose="02010609060101010101" pitchFamily="49" charset="-122"/>
              </a:rPr>
              <a:t>收到的分组的目的地址 </a:t>
            </a:r>
            <a:r>
              <a:rPr lang="en-US" altLang="zh-CN" sz="3200" b="1" i="1">
                <a:solidFill>
                  <a:srgbClr val="C00000"/>
                </a:solidFill>
                <a:ea typeface="黑体" panose="02010609060101010101" pitchFamily="49" charset="-122"/>
              </a:rPr>
              <a:t>D</a:t>
            </a:r>
            <a:r>
              <a:rPr lang="en-US" altLang="zh-CN" sz="3200" b="1">
                <a:solidFill>
                  <a:srgbClr val="C00000"/>
                </a:solidFill>
                <a:ea typeface="黑体" panose="02010609060101010101" pitchFamily="49" charset="-122"/>
              </a:rPr>
              <a:t> = 206.0.71.130</a:t>
            </a:r>
          </a:p>
          <a:p>
            <a:pPr eaLnBrk="0" hangingPunct="0"/>
            <a:r>
              <a:rPr lang="zh-CN" altLang="en-US" sz="3200" b="1">
                <a:ea typeface="黑体" panose="02010609060101010101" pitchFamily="49" charset="-122"/>
              </a:rPr>
              <a:t>路由表中的项目：</a:t>
            </a:r>
            <a:r>
              <a:rPr lang="en-US" altLang="zh-CN" sz="3200" b="1">
                <a:solidFill>
                  <a:srgbClr val="0000FF"/>
                </a:solidFill>
                <a:ea typeface="黑体" panose="02010609060101010101" pitchFamily="49" charset="-122"/>
              </a:rPr>
              <a:t>206.0.68.0/22		1</a:t>
            </a:r>
          </a:p>
          <a:p>
            <a:pPr eaLnBrk="0" hangingPunct="0"/>
            <a:r>
              <a:rPr lang="en-US" altLang="zh-CN" sz="3200" b="1">
                <a:solidFill>
                  <a:srgbClr val="0000FF"/>
                </a:solidFill>
                <a:ea typeface="黑体" panose="02010609060101010101" pitchFamily="49" charset="-122"/>
              </a:rPr>
              <a:t>                             206.0.71.128/25		2</a:t>
            </a:r>
          </a:p>
        </p:txBody>
      </p:sp>
      <p:sp>
        <p:nvSpPr>
          <p:cNvPr id="946180" name="Text Box 5"/>
          <p:cNvSpPr txBox="1">
            <a:spLocks noChangeArrowheads="1"/>
          </p:cNvSpPr>
          <p:nvPr/>
        </p:nvSpPr>
        <p:spPr bwMode="auto">
          <a:xfrm>
            <a:off x="433388" y="2425700"/>
            <a:ext cx="4911725" cy="523875"/>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C00000"/>
                </a:solidFill>
                <a:ea typeface="黑体" panose="02010609060101010101" pitchFamily="49" charset="-122"/>
              </a:rPr>
              <a:t>查找路由表中的第 </a:t>
            </a:r>
            <a:r>
              <a:rPr lang="en-US" altLang="zh-CN" sz="2800" b="1">
                <a:solidFill>
                  <a:srgbClr val="C00000"/>
                </a:solidFill>
                <a:ea typeface="黑体" panose="02010609060101010101" pitchFamily="49" charset="-122"/>
              </a:rPr>
              <a:t>2 </a:t>
            </a:r>
            <a:r>
              <a:rPr lang="zh-CN" altLang="en-US" sz="2800" b="1">
                <a:solidFill>
                  <a:srgbClr val="C00000"/>
                </a:solidFill>
                <a:ea typeface="黑体" panose="02010609060101010101" pitchFamily="49" charset="-122"/>
              </a:rPr>
              <a:t>个项目：</a:t>
            </a:r>
          </a:p>
        </p:txBody>
      </p:sp>
      <p:sp>
        <p:nvSpPr>
          <p:cNvPr id="946181" name="Text Box 6"/>
          <p:cNvSpPr txBox="1">
            <a:spLocks noChangeArrowheads="1"/>
          </p:cNvSpPr>
          <p:nvPr/>
        </p:nvSpPr>
        <p:spPr bwMode="auto">
          <a:xfrm>
            <a:off x="360363" y="4919663"/>
            <a:ext cx="89106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FF"/>
                </a:solidFill>
                <a:ea typeface="黑体" panose="02010609060101010101" pitchFamily="49" charset="-122"/>
              </a:rPr>
              <a:t>AND      </a:t>
            </a:r>
            <a:r>
              <a:rPr lang="en-US" altLang="zh-CN" sz="2800" b="1" i="1">
                <a:solidFill>
                  <a:srgbClr val="0000FF"/>
                </a:solidFill>
                <a:ea typeface="黑体" panose="02010609060101010101" pitchFamily="49" charset="-122"/>
              </a:rPr>
              <a:t>D</a:t>
            </a:r>
            <a:r>
              <a:rPr lang="en-US" altLang="zh-CN" sz="2800" b="1">
                <a:solidFill>
                  <a:srgbClr val="0000FF"/>
                </a:solidFill>
                <a:ea typeface="黑体" panose="02010609060101010101" pitchFamily="49" charset="-122"/>
              </a:rPr>
              <a:t> =       206.           0.              71.    10000010</a:t>
            </a:r>
          </a:p>
        </p:txBody>
      </p:sp>
      <p:sp>
        <p:nvSpPr>
          <p:cNvPr id="946182" name="Text Box 7"/>
          <p:cNvSpPr txBox="1">
            <a:spLocks noChangeArrowheads="1"/>
          </p:cNvSpPr>
          <p:nvPr/>
        </p:nvSpPr>
        <p:spPr bwMode="auto">
          <a:xfrm>
            <a:off x="433388" y="2859088"/>
            <a:ext cx="94710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ea typeface="黑体" panose="02010609060101010101" pitchFamily="49" charset="-122"/>
              </a:rPr>
              <a:t>第 </a:t>
            </a:r>
            <a:r>
              <a:rPr lang="en-US" altLang="zh-CN" sz="2800" b="1">
                <a:ea typeface="黑体" panose="02010609060101010101" pitchFamily="49" charset="-122"/>
              </a:rPr>
              <a:t>2 </a:t>
            </a:r>
            <a:r>
              <a:rPr lang="zh-CN" altLang="en-US" sz="2800" b="1">
                <a:ea typeface="黑体" panose="02010609060101010101" pitchFamily="49" charset="-122"/>
              </a:rPr>
              <a:t>个项目 </a:t>
            </a:r>
            <a:r>
              <a:rPr lang="en-US" altLang="zh-CN" sz="2800" b="1">
                <a:ea typeface="黑体" panose="02010609060101010101" pitchFamily="49" charset="-122"/>
              </a:rPr>
              <a:t>206.0.71.128/25 </a:t>
            </a:r>
            <a:r>
              <a:rPr lang="zh-CN" altLang="en-US" sz="2800" b="1">
                <a:ea typeface="黑体" panose="02010609060101010101" pitchFamily="49" charset="-122"/>
              </a:rPr>
              <a:t>的掩码 </a:t>
            </a:r>
            <a:r>
              <a:rPr lang="en-US" altLang="zh-CN" sz="2800" b="1" i="1">
                <a:ea typeface="黑体" panose="02010609060101010101" pitchFamily="49" charset="-122"/>
              </a:rPr>
              <a:t>M</a:t>
            </a:r>
            <a:r>
              <a:rPr lang="en-US" altLang="zh-CN" sz="2800" b="1">
                <a:ea typeface="黑体" panose="02010609060101010101" pitchFamily="49" charset="-122"/>
              </a:rPr>
              <a:t> </a:t>
            </a:r>
            <a:r>
              <a:rPr lang="zh-CN" altLang="en-US" sz="2800" b="1">
                <a:ea typeface="黑体" panose="02010609060101010101" pitchFamily="49" charset="-122"/>
              </a:rPr>
              <a:t>有 </a:t>
            </a:r>
            <a:r>
              <a:rPr lang="en-US" altLang="zh-CN" sz="2800" b="1">
                <a:ea typeface="黑体" panose="02010609060101010101" pitchFamily="49" charset="-122"/>
              </a:rPr>
              <a:t>25 </a:t>
            </a:r>
            <a:r>
              <a:rPr lang="zh-CN" altLang="en-US" sz="2800" b="1">
                <a:ea typeface="黑体" panose="02010609060101010101" pitchFamily="49" charset="-122"/>
              </a:rPr>
              <a:t>个连续的 </a:t>
            </a:r>
            <a:r>
              <a:rPr lang="en-US" altLang="zh-CN" sz="2800" b="1">
                <a:ea typeface="黑体" panose="02010609060101010101" pitchFamily="49" charset="-122"/>
              </a:rPr>
              <a:t>1</a:t>
            </a:r>
            <a:r>
              <a:rPr lang="zh-CN" altLang="en-US" sz="2800" b="1">
                <a:ea typeface="黑体" panose="02010609060101010101" pitchFamily="49" charset="-122"/>
              </a:rPr>
              <a:t>。</a:t>
            </a:r>
          </a:p>
        </p:txBody>
      </p:sp>
      <p:sp>
        <p:nvSpPr>
          <p:cNvPr id="946183" name="Text Box 8"/>
          <p:cNvSpPr txBox="1">
            <a:spLocks noChangeArrowheads="1"/>
          </p:cNvSpPr>
          <p:nvPr/>
        </p:nvSpPr>
        <p:spPr bwMode="auto">
          <a:xfrm>
            <a:off x="1687513" y="3367088"/>
            <a:ext cx="72278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i="1">
                <a:solidFill>
                  <a:srgbClr val="0000FF"/>
                </a:solidFill>
                <a:ea typeface="黑体" panose="02010609060101010101" pitchFamily="49" charset="-122"/>
              </a:rPr>
              <a:t>M</a:t>
            </a:r>
            <a:r>
              <a:rPr lang="en-US" altLang="zh-CN" sz="2800" b="1">
                <a:solidFill>
                  <a:srgbClr val="0000FF"/>
                </a:solidFill>
                <a:ea typeface="黑体" panose="02010609060101010101" pitchFamily="49" charset="-122"/>
              </a:rPr>
              <a:t> = 11111111 11111111 11111100 00000000</a:t>
            </a:r>
          </a:p>
        </p:txBody>
      </p:sp>
      <p:sp>
        <p:nvSpPr>
          <p:cNvPr id="946184" name="Text Box 9"/>
          <p:cNvSpPr txBox="1">
            <a:spLocks noChangeArrowheads="1"/>
          </p:cNvSpPr>
          <p:nvPr/>
        </p:nvSpPr>
        <p:spPr bwMode="auto">
          <a:xfrm>
            <a:off x="433388" y="3929063"/>
            <a:ext cx="71739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ea typeface="黑体" panose="02010609060101010101" pitchFamily="49" charset="-122"/>
              </a:rPr>
              <a:t>因此只需把 </a:t>
            </a:r>
            <a:r>
              <a:rPr lang="en-US" altLang="zh-CN" sz="2800" b="1" i="1">
                <a:ea typeface="黑体" panose="02010609060101010101" pitchFamily="49" charset="-122"/>
              </a:rPr>
              <a:t>D</a:t>
            </a:r>
            <a:r>
              <a:rPr lang="en-US" altLang="zh-CN" sz="2800" b="1">
                <a:ea typeface="黑体" panose="02010609060101010101" pitchFamily="49" charset="-122"/>
              </a:rPr>
              <a:t> </a:t>
            </a:r>
            <a:r>
              <a:rPr lang="zh-CN" altLang="en-US" sz="2800" b="1">
                <a:ea typeface="黑体" panose="02010609060101010101" pitchFamily="49" charset="-122"/>
              </a:rPr>
              <a:t>的第 </a:t>
            </a:r>
            <a:r>
              <a:rPr lang="en-US" altLang="zh-CN" sz="2800" b="1">
                <a:ea typeface="黑体" panose="02010609060101010101" pitchFamily="49" charset="-122"/>
              </a:rPr>
              <a:t>4 </a:t>
            </a:r>
            <a:r>
              <a:rPr lang="zh-CN" altLang="en-US" sz="2800" b="1">
                <a:ea typeface="黑体" panose="02010609060101010101" pitchFamily="49" charset="-122"/>
              </a:rPr>
              <a:t>个字节转换成二进制。</a:t>
            </a:r>
          </a:p>
        </p:txBody>
      </p:sp>
      <p:sp>
        <p:nvSpPr>
          <p:cNvPr id="946185" name="Text Box 10"/>
          <p:cNvSpPr txBox="1">
            <a:spLocks noChangeArrowheads="1"/>
          </p:cNvSpPr>
          <p:nvPr/>
        </p:nvSpPr>
        <p:spPr bwMode="auto">
          <a:xfrm>
            <a:off x="1685925" y="4400550"/>
            <a:ext cx="74866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i="1">
                <a:solidFill>
                  <a:srgbClr val="0000FF"/>
                </a:solidFill>
                <a:ea typeface="黑体" panose="02010609060101010101" pitchFamily="49" charset="-122"/>
              </a:rPr>
              <a:t>M</a:t>
            </a:r>
            <a:r>
              <a:rPr lang="en-US" altLang="zh-CN" sz="2800" b="1">
                <a:solidFill>
                  <a:srgbClr val="0000FF"/>
                </a:solidFill>
                <a:ea typeface="黑体" panose="02010609060101010101" pitchFamily="49" charset="-122"/>
              </a:rPr>
              <a:t> =    11111111 11111111 11111111 10000000</a:t>
            </a:r>
          </a:p>
        </p:txBody>
      </p:sp>
      <p:sp>
        <p:nvSpPr>
          <p:cNvPr id="16" name="Line 11"/>
          <p:cNvSpPr>
            <a:spLocks noChangeShapeType="1"/>
          </p:cNvSpPr>
          <p:nvPr/>
        </p:nvSpPr>
        <p:spPr bwMode="auto">
          <a:xfrm>
            <a:off x="325438" y="5422900"/>
            <a:ext cx="8820150"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946187" name="Text Box 12"/>
          <p:cNvSpPr txBox="1">
            <a:spLocks noChangeArrowheads="1"/>
          </p:cNvSpPr>
          <p:nvPr/>
        </p:nvSpPr>
        <p:spPr bwMode="auto">
          <a:xfrm>
            <a:off x="2978150" y="5495925"/>
            <a:ext cx="61706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FF"/>
                </a:solidFill>
                <a:ea typeface="黑体" panose="02010609060101010101" pitchFamily="49" charset="-122"/>
              </a:rPr>
              <a:t>206.           0.              71.    10000000</a:t>
            </a:r>
          </a:p>
        </p:txBody>
      </p:sp>
      <p:sp>
        <p:nvSpPr>
          <p:cNvPr id="18" name="Text Box 13"/>
          <p:cNvSpPr txBox="1">
            <a:spLocks noChangeArrowheads="1"/>
          </p:cNvSpPr>
          <p:nvPr/>
        </p:nvSpPr>
        <p:spPr bwMode="auto">
          <a:xfrm>
            <a:off x="2649538" y="5949950"/>
            <a:ext cx="47434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zh-CN" altLang="en-US" sz="3200" b="1" kern="0" dirty="0">
                <a:solidFill>
                  <a:srgbClr val="FF0000"/>
                </a:solidFill>
                <a:latin typeface="+mn-lt"/>
                <a:ea typeface="黑体" panose="02010609060101010101" pitchFamily="2" charset="-122"/>
              </a:rPr>
              <a:t>与 </a:t>
            </a:r>
            <a:r>
              <a:rPr lang="en-US" altLang="zh-CN" sz="3200" b="1" kern="0" dirty="0">
                <a:solidFill>
                  <a:srgbClr val="FF0000"/>
                </a:solidFill>
                <a:latin typeface="+mn-lt"/>
                <a:ea typeface="黑体" panose="02010609060101010101" pitchFamily="2" charset="-122"/>
              </a:rPr>
              <a:t>206.0.71.128/25 </a:t>
            </a:r>
            <a:r>
              <a:rPr lang="zh-CN" altLang="en-US" sz="3200" b="1" kern="0" dirty="0">
                <a:solidFill>
                  <a:srgbClr val="FF0000"/>
                </a:solidFill>
                <a:latin typeface="+mn-lt"/>
                <a:ea typeface="黑体" panose="02010609060101010101" pitchFamily="2" charset="-122"/>
              </a:rPr>
              <a:t>匹配</a:t>
            </a:r>
            <a:r>
              <a:rPr lang="en-US" altLang="zh-CN" sz="3200" b="1" kern="0" dirty="0">
                <a:solidFill>
                  <a:srgbClr val="FF0000"/>
                </a:solidFill>
                <a:latin typeface="+mn-lt"/>
                <a:ea typeface="黑体" panose="02010609060101010101" pitchFamily="2" charset="-122"/>
              </a:rPr>
              <a:t>!</a:t>
            </a:r>
            <a:endParaRPr lang="zh-CN" altLang="en-US" sz="3200" b="1" kern="0" dirty="0">
              <a:solidFill>
                <a:srgbClr val="FF0000"/>
              </a:solidFill>
              <a:latin typeface="+mn-lt"/>
              <a:ea typeface="黑体" panose="02010609060101010101" pitchFamily="2" charset="-122"/>
            </a:endParaRPr>
          </a:p>
        </p:txBody>
      </p:sp>
      <p:sp>
        <p:nvSpPr>
          <p:cNvPr id="94618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ACD9669A-6135-449D-A8D6-555A34E7FAD0}" type="slidenum">
              <a:rPr lang="zh-CN" altLang="en-US" smtClean="0"/>
              <a:pPr/>
              <a:t>46</a:t>
            </a:fld>
            <a:endParaRPr lang="en-US" altLang="zh-CN" smtClean="0"/>
          </a:p>
        </p:txBody>
      </p:sp>
      <p:sp>
        <p:nvSpPr>
          <p:cNvPr id="94619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3000" fill="hold" grpId="1" nodeType="afterEffect">
                                  <p:stCondLst>
                                    <p:cond delay="500"/>
                                  </p:stCondLst>
                                  <p:childTnLst>
                                    <p:anim calcmode="discrete" valueType="str">
                                      <p:cBhvr>
                                        <p:cTn id="9" dur="1000" fill="hold"/>
                                        <p:tgtEl>
                                          <p:spTgt spid="7"/>
                                        </p:tgtEl>
                                        <p:attrNameLst>
                                          <p:attrName>style.visibility</p:attrName>
                                        </p:attrNameLst>
                                      </p:cBhvr>
                                      <p:tavLst>
                                        <p:tav tm="0">
                                          <p:val>
                                            <p:strVal val="hidden"/>
                                          </p:val>
                                        </p:tav>
                                        <p:tav tm="50000">
                                          <p:val>
                                            <p:strVal val="visible"/>
                                          </p:val>
                                        </p:tav>
                                      </p:tavLst>
                                    </p:anim>
                                  </p:childTnLst>
                                </p:cTn>
                              </p:par>
                            </p:childTnLst>
                          </p:cTn>
                        </p:par>
                        <p:par>
                          <p:cTn id="10" fill="hold" nodeType="afterGroup">
                            <p:stCondLst>
                              <p:cond delay="3501"/>
                            </p:stCondLst>
                            <p:childTnLst>
                              <p:par>
                                <p:cTn id="11" presetID="1" presetClass="entr" presetSubtype="0" fill="hold" grpId="0" nodeType="after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1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txBox="1">
            <a:spLocks noChangeArrowheads="1"/>
          </p:cNvSpPr>
          <p:nvPr/>
        </p:nvSpPr>
        <p:spPr bwMode="auto">
          <a:xfrm>
            <a:off x="425450" y="76200"/>
            <a:ext cx="8791575"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fontAlgn="base">
              <a:spcBef>
                <a:spcPct val="0"/>
              </a:spcBef>
              <a:spcAft>
                <a:spcPct val="0"/>
              </a:spcAft>
              <a:defRPr kumimoji="1" sz="4400" b="1">
                <a:solidFill>
                  <a:schemeClr val="tx2"/>
                </a:solidFill>
                <a:latin typeface="+mj-lt"/>
                <a:ea typeface="+mj-ea"/>
                <a:cs typeface="+mj-cs"/>
              </a:defRPr>
            </a:lvl1pPr>
            <a:lvl2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algn="ctr">
              <a:defRPr/>
            </a:pPr>
            <a:r>
              <a:rPr lang="zh-CN" altLang="en-US" kern="0" dirty="0">
                <a:solidFill>
                  <a:srgbClr val="333399"/>
                </a:solidFill>
                <a:latin typeface="Tahoma" panose="020B0604030504040204"/>
                <a:ea typeface="黑体" panose="02010609060101010101" pitchFamily="2" charset="-122"/>
              </a:rPr>
              <a:t>最长前缀匹配举例</a:t>
            </a:r>
          </a:p>
        </p:txBody>
      </p:sp>
      <p:sp>
        <p:nvSpPr>
          <p:cNvPr id="2" name="矩形 1"/>
          <p:cNvSpPr>
            <a:spLocks noChangeArrowheads="1"/>
          </p:cNvSpPr>
          <p:nvPr/>
        </p:nvSpPr>
        <p:spPr bwMode="auto">
          <a:xfrm>
            <a:off x="776288" y="1196975"/>
            <a:ext cx="8713787"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800" b="1" i="1">
                <a:solidFill>
                  <a:srgbClr val="0000CC"/>
                </a:solidFill>
                <a:ea typeface="黑体" panose="02010609060101010101" pitchFamily="49" charset="-122"/>
              </a:rPr>
              <a:t>D </a:t>
            </a:r>
            <a:r>
              <a:rPr lang="en-US" altLang="zh-CN" sz="2800" b="1">
                <a:solidFill>
                  <a:srgbClr val="FF0000"/>
                </a:solidFill>
                <a:ea typeface="黑体" panose="02010609060101010101" pitchFamily="49" charset="-122"/>
              </a:rPr>
              <a:t>AND</a:t>
            </a:r>
            <a:r>
              <a:rPr lang="en-US" altLang="zh-CN" sz="2800" b="1">
                <a:solidFill>
                  <a:srgbClr val="0000CC"/>
                </a:solidFill>
                <a:ea typeface="黑体" panose="02010609060101010101" pitchFamily="49" charset="-122"/>
              </a:rPr>
              <a:t> (11111111 11111111 11111100 00000000)</a:t>
            </a:r>
          </a:p>
          <a:p>
            <a:pPr eaLnBrk="0" hangingPunct="0"/>
            <a:r>
              <a:rPr lang="en-US" altLang="zh-CN" sz="2800" b="1">
                <a:solidFill>
                  <a:srgbClr val="0000CC"/>
                </a:solidFill>
                <a:ea typeface="黑体" panose="02010609060101010101" pitchFamily="49" charset="-122"/>
              </a:rPr>
              <a:t>          = 206.0.68.0/22            </a:t>
            </a:r>
            <a:r>
              <a:rPr lang="zh-CN" altLang="en-US" sz="2800" b="1">
                <a:solidFill>
                  <a:srgbClr val="C00000"/>
                </a:solidFill>
                <a:ea typeface="黑体" panose="02010609060101010101" pitchFamily="49" charset="-122"/>
              </a:rPr>
              <a:t>匹配</a:t>
            </a:r>
            <a:endParaRPr lang="en-US" altLang="zh-CN" sz="2800" b="1">
              <a:solidFill>
                <a:srgbClr val="C00000"/>
              </a:solidFill>
              <a:ea typeface="黑体" panose="02010609060101010101" pitchFamily="49" charset="-122"/>
            </a:endParaRPr>
          </a:p>
          <a:p>
            <a:pPr eaLnBrk="0" hangingPunct="0"/>
            <a:endParaRPr lang="zh-CN" altLang="en-US" sz="2800" b="1" i="1">
              <a:solidFill>
                <a:srgbClr val="0000CC"/>
              </a:solidFill>
              <a:ea typeface="黑体" panose="02010609060101010101" pitchFamily="49" charset="-122"/>
            </a:endParaRPr>
          </a:p>
          <a:p>
            <a:pPr eaLnBrk="0" hangingPunct="0"/>
            <a:r>
              <a:rPr lang="en-US" altLang="zh-CN" sz="2800" b="1" i="1">
                <a:solidFill>
                  <a:srgbClr val="0000CC"/>
                </a:solidFill>
                <a:ea typeface="黑体" panose="02010609060101010101" pitchFamily="49" charset="-122"/>
              </a:rPr>
              <a:t>D </a:t>
            </a:r>
            <a:r>
              <a:rPr lang="en-US" altLang="zh-CN" sz="2800" b="1">
                <a:solidFill>
                  <a:srgbClr val="FF0000"/>
                </a:solidFill>
                <a:ea typeface="黑体" panose="02010609060101010101" pitchFamily="49" charset="-122"/>
              </a:rPr>
              <a:t>AND</a:t>
            </a:r>
            <a:r>
              <a:rPr lang="en-US" altLang="zh-CN" sz="2800" b="1">
                <a:solidFill>
                  <a:srgbClr val="0000CC"/>
                </a:solidFill>
                <a:ea typeface="黑体" panose="02010609060101010101" pitchFamily="49" charset="-122"/>
              </a:rPr>
              <a:t> (11111111 11111111 11111111 10000000)</a:t>
            </a:r>
          </a:p>
          <a:p>
            <a:pPr eaLnBrk="0" hangingPunct="0"/>
            <a:r>
              <a:rPr lang="en-US" altLang="zh-CN" sz="2800" b="1">
                <a:solidFill>
                  <a:srgbClr val="0000CC"/>
                </a:solidFill>
                <a:ea typeface="黑体" panose="02010609060101010101" pitchFamily="49" charset="-122"/>
              </a:rPr>
              <a:t>         = 206.0.71.128/25         </a:t>
            </a:r>
            <a:r>
              <a:rPr lang="zh-CN" altLang="en-US" sz="2800" b="1">
                <a:solidFill>
                  <a:srgbClr val="C00000"/>
                </a:solidFill>
                <a:ea typeface="黑体" panose="02010609060101010101" pitchFamily="49" charset="-122"/>
              </a:rPr>
              <a:t>匹配</a:t>
            </a:r>
          </a:p>
        </p:txBody>
      </p:sp>
      <p:sp>
        <p:nvSpPr>
          <p:cNvPr id="22" name="Line 10"/>
          <p:cNvSpPr>
            <a:spLocks noChangeShapeType="1"/>
          </p:cNvSpPr>
          <p:nvPr/>
        </p:nvSpPr>
        <p:spPr bwMode="auto">
          <a:xfrm>
            <a:off x="1928813" y="3443288"/>
            <a:ext cx="4522787"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3" name="矩形 2"/>
          <p:cNvSpPr>
            <a:spLocks noChangeArrowheads="1"/>
          </p:cNvSpPr>
          <p:nvPr/>
        </p:nvSpPr>
        <p:spPr bwMode="auto">
          <a:xfrm>
            <a:off x="919163" y="3933825"/>
            <a:ext cx="8428037" cy="1128713"/>
          </a:xfrm>
          <a:prstGeom prst="rect">
            <a:avLst/>
          </a:prstGeom>
          <a:solidFill>
            <a:srgbClr val="FFFF66"/>
          </a:solidFill>
          <a:ln w="9525">
            <a:solidFill>
              <a:srgbClr val="000099"/>
            </a:solidFill>
            <a:round/>
            <a:headEnd/>
            <a:tailEnd/>
          </a:ln>
        </p:spPr>
        <p:txBody>
          <a:bodyPr>
            <a:spAutoFit/>
          </a:bodyPr>
          <a:lstStyle/>
          <a:p>
            <a:pPr eaLnBrk="0" hangingPunct="0">
              <a:lnSpc>
                <a:spcPct val="110000"/>
              </a:lnSpc>
            </a:pPr>
            <a:r>
              <a:rPr lang="zh-CN" altLang="en-US" sz="3200" b="1">
                <a:solidFill>
                  <a:srgbClr val="0000CC"/>
                </a:solidFill>
                <a:ea typeface="黑体" panose="02010609060101010101" pitchFamily="49" charset="-122"/>
              </a:rPr>
              <a:t>选择两个匹配的地址中更具体的一个，即选择</a:t>
            </a:r>
            <a:r>
              <a:rPr lang="zh-CN" altLang="en-US" sz="3200" b="1">
                <a:solidFill>
                  <a:srgbClr val="FF0000"/>
                </a:solidFill>
                <a:ea typeface="黑体" panose="02010609060101010101" pitchFamily="49" charset="-122"/>
              </a:rPr>
              <a:t>最长前缀的地址</a:t>
            </a:r>
            <a:r>
              <a:rPr lang="zh-CN" altLang="en-US" sz="3200" b="1">
                <a:solidFill>
                  <a:srgbClr val="0000CC"/>
                </a:solidFill>
                <a:ea typeface="黑体" panose="02010609060101010101" pitchFamily="49" charset="-122"/>
              </a:rPr>
              <a:t>。 </a:t>
            </a:r>
          </a:p>
        </p:txBody>
      </p:sp>
      <p:sp>
        <p:nvSpPr>
          <p:cNvPr id="94720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2D61CF1E-5290-4160-A5E1-A75810FA0329}" type="slidenum">
              <a:rPr lang="zh-CN" altLang="en-US" smtClean="0"/>
              <a:pPr/>
              <a:t>47</a:t>
            </a:fld>
            <a:endParaRPr lang="en-US" altLang="zh-CN" smtClean="0"/>
          </a:p>
        </p:txBody>
      </p:sp>
      <p:sp>
        <p:nvSpPr>
          <p:cNvPr id="94720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par>
                          <p:cTn id="19" fill="hold" nodeType="afterGroup">
                            <p:stCondLst>
                              <p:cond delay="1"/>
                            </p:stCondLst>
                            <p:childTnLst>
                              <p:par>
                                <p:cTn id="20" presetID="1" presetClass="entr" presetSubtype="0" repeatCount="3000" fill="hold" grpId="0" nodeType="afterEffect">
                                  <p:stCondLst>
                                    <p:cond delay="500"/>
                                  </p:stCondLst>
                                  <p:childTnLst>
                                    <p:set>
                                      <p:cBhvr>
                                        <p:cTn id="21" dur="1" fill="hold">
                                          <p:stCondLst>
                                            <p:cond delay="0"/>
                                          </p:stCondLst>
                                        </p:cTn>
                                        <p:tgtEl>
                                          <p:spTgt spid="22"/>
                                        </p:tgtEl>
                                        <p:attrNameLst>
                                          <p:attrName>style.visibility</p:attrName>
                                        </p:attrNameLst>
                                      </p:cBhvr>
                                      <p:to>
                                        <p:strVal val="visible"/>
                                      </p:to>
                                    </p:set>
                                  </p:childTnLst>
                                </p:cTn>
                              </p:par>
                            </p:childTnLst>
                          </p:cTn>
                        </p:par>
                        <p:par>
                          <p:cTn id="22" fill="hold" nodeType="afterGroup">
                            <p:stCondLst>
                              <p:cond delay="504"/>
                            </p:stCondLst>
                            <p:childTnLst>
                              <p:par>
                                <p:cTn id="23" presetID="35" presetClass="emph" presetSubtype="0" repeatCount="3000" fill="hold" grpId="1" nodeType="afterEffect">
                                  <p:stCondLst>
                                    <p:cond delay="500"/>
                                  </p:stCondLst>
                                  <p:childTnLst>
                                    <p:anim calcmode="discrete" valueType="str">
                                      <p:cBhvr>
                                        <p:cTn id="24" dur="1000" fill="hold"/>
                                        <p:tgtEl>
                                          <p:spTgt spid="2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2" grpId="1" animBg="1"/>
      <p:bldP spid="3"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822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 </a:t>
            </a:r>
            <a:r>
              <a:rPr lang="zh-CN" altLang="en-US" smtClean="0">
                <a:ea typeface="黑体" panose="02010609060101010101" pitchFamily="49" charset="-122"/>
              </a:rPr>
              <a:t>使用二叉线索查找路由表</a:t>
            </a:r>
          </a:p>
        </p:txBody>
      </p:sp>
      <p:sp>
        <p:nvSpPr>
          <p:cNvPr id="536579" name="Rectangle 3"/>
          <p:cNvSpPr>
            <a:spLocks noGrp="1" noChangeArrowheads="1"/>
          </p:cNvSpPr>
          <p:nvPr>
            <p:ph idx="1"/>
          </p:nvPr>
        </p:nvSpPr>
        <p:spPr>
          <a:xfrm>
            <a:off x="495300" y="1196975"/>
            <a:ext cx="9066213" cy="4933950"/>
          </a:xfrm>
        </p:spPr>
        <p:txBody>
          <a:bodyPr/>
          <a:lstStyle/>
          <a:p>
            <a:pPr algn="just"/>
            <a:r>
              <a:rPr lang="zh-CN" altLang="en-US" sz="2700" dirty="0" smtClean="0">
                <a:ea typeface="黑体" panose="02010609060101010101" pitchFamily="49" charset="-122"/>
              </a:rPr>
              <a:t>当路由表的项目数很大时，怎样设法减小路由表的查找时间就成为一个非常重要的问题。 </a:t>
            </a:r>
          </a:p>
          <a:p>
            <a:pPr algn="just"/>
            <a:r>
              <a:rPr lang="zh-CN" altLang="en-US" sz="2700" dirty="0" smtClean="0">
                <a:solidFill>
                  <a:srgbClr val="0000FF"/>
                </a:solidFill>
                <a:ea typeface="黑体" panose="02010609060101010101" pitchFamily="49" charset="-122"/>
              </a:rPr>
              <a:t>为了进行更加有效的查找</a:t>
            </a:r>
            <a:r>
              <a:rPr lang="zh-CN" altLang="en-US" sz="2700" dirty="0" smtClean="0">
                <a:ea typeface="黑体" panose="02010609060101010101" pitchFamily="49" charset="-122"/>
              </a:rPr>
              <a:t>，通常是将无分类编址的路由表存放在一种</a:t>
            </a:r>
            <a:r>
              <a:rPr lang="zh-CN" altLang="en-US" sz="2700" dirty="0" smtClean="0">
                <a:solidFill>
                  <a:srgbClr val="0000FF"/>
                </a:solidFill>
                <a:ea typeface="黑体" panose="02010609060101010101" pitchFamily="49" charset="-122"/>
              </a:rPr>
              <a:t>层次的数据结构</a:t>
            </a:r>
            <a:r>
              <a:rPr lang="zh-CN" altLang="en-US" sz="2700" dirty="0" smtClean="0">
                <a:ea typeface="黑体" panose="02010609060101010101" pitchFamily="49" charset="-122"/>
              </a:rPr>
              <a:t>中，然后自</a:t>
            </a:r>
            <a:r>
              <a:rPr lang="zh-CN" altLang="en-US" sz="2700" dirty="0" smtClean="0">
                <a:solidFill>
                  <a:srgbClr val="0000FF"/>
                </a:solidFill>
                <a:ea typeface="黑体" panose="02010609060101010101" pitchFamily="49" charset="-122"/>
              </a:rPr>
              <a:t>上而下地按层次</a:t>
            </a:r>
            <a:r>
              <a:rPr lang="zh-CN" altLang="en-US" sz="2700" dirty="0" smtClean="0">
                <a:ea typeface="黑体" panose="02010609060101010101" pitchFamily="49" charset="-122"/>
              </a:rPr>
              <a:t>进行查找。这里最常用的就是</a:t>
            </a:r>
            <a:r>
              <a:rPr lang="zh-CN" altLang="en-US" sz="2700" dirty="0" smtClean="0">
                <a:solidFill>
                  <a:srgbClr val="FF0000"/>
                </a:solidFill>
                <a:ea typeface="黑体" panose="02010609060101010101" pitchFamily="49" charset="-122"/>
              </a:rPr>
              <a:t>二叉线索 </a:t>
            </a:r>
            <a:r>
              <a:rPr lang="en-US" altLang="zh-CN" sz="2700" dirty="0" smtClean="0">
                <a:ea typeface="黑体" panose="02010609060101010101" pitchFamily="49" charset="-122"/>
              </a:rPr>
              <a:t>(binary </a:t>
            </a:r>
            <a:r>
              <a:rPr lang="en-US" altLang="zh-CN" sz="2700" dirty="0" err="1" smtClean="0">
                <a:ea typeface="黑体" panose="02010609060101010101" pitchFamily="49" charset="-122"/>
              </a:rPr>
              <a:t>trie</a:t>
            </a:r>
            <a:r>
              <a:rPr lang="en-US" altLang="zh-CN" sz="2700" dirty="0" smtClean="0">
                <a:ea typeface="黑体" panose="02010609060101010101" pitchFamily="49" charset="-122"/>
              </a:rPr>
              <a:t>)</a:t>
            </a:r>
            <a:r>
              <a:rPr lang="zh-CN" altLang="en-US" sz="2700" dirty="0" smtClean="0">
                <a:ea typeface="黑体" panose="02010609060101010101" pitchFamily="49" charset="-122"/>
              </a:rPr>
              <a:t>。</a:t>
            </a:r>
          </a:p>
          <a:p>
            <a:pPr algn="just"/>
            <a:r>
              <a:rPr lang="en-US" altLang="zh-CN" sz="2700" dirty="0" smtClean="0">
                <a:ea typeface="黑体" panose="02010609060101010101" pitchFamily="49" charset="-122"/>
              </a:rPr>
              <a:t>IP </a:t>
            </a:r>
            <a:r>
              <a:rPr lang="zh-CN" altLang="en-US" sz="2700" dirty="0" smtClean="0">
                <a:ea typeface="黑体" panose="02010609060101010101" pitchFamily="49" charset="-122"/>
              </a:rPr>
              <a:t>地址中从左到右的比特值决定了从根结点逐层向下层延伸的路径，而二叉线索中的各个路径就代表路由表中存放的各个地址。</a:t>
            </a:r>
          </a:p>
          <a:p>
            <a:pPr algn="just"/>
            <a:r>
              <a:rPr lang="zh-CN" altLang="en-US" sz="2700" dirty="0" smtClean="0">
                <a:ea typeface="黑体" panose="02010609060101010101" pitchFamily="49" charset="-122"/>
              </a:rPr>
              <a:t>为了提高二叉线索的查找速度，广泛使用了各种压缩技术。   </a:t>
            </a:r>
          </a:p>
        </p:txBody>
      </p:sp>
      <p:sp>
        <p:nvSpPr>
          <p:cNvPr id="9482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40C4DB5-149D-4AC7-8BBE-B57FE809F9AD}" type="slidenum">
              <a:rPr lang="zh-CN" altLang="en-US" smtClean="0"/>
              <a:pPr eaLnBrk="1" hangingPunct="1"/>
              <a:t>48</a:t>
            </a:fld>
            <a:endParaRPr lang="en-US" altLang="zh-CN" smtClean="0"/>
          </a:p>
        </p:txBody>
      </p:sp>
      <p:sp>
        <p:nvSpPr>
          <p:cNvPr id="9482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657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657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3657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6579"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0273" name="Rectangle 2"/>
          <p:cNvSpPr>
            <a:spLocks noGrp="1" noChangeArrowheads="1"/>
          </p:cNvSpPr>
          <p:nvPr>
            <p:ph type="title"/>
          </p:nvPr>
        </p:nvSpPr>
        <p:spPr/>
        <p:txBody>
          <a:bodyPr/>
          <a:lstStyle/>
          <a:p>
            <a:pPr algn="ctr"/>
            <a:r>
              <a:rPr lang="zh-CN" altLang="en-US" sz="4000" smtClean="0">
                <a:ea typeface="黑体" panose="02010609060101010101" pitchFamily="49" charset="-122"/>
              </a:rPr>
              <a:t>用 </a:t>
            </a:r>
            <a:r>
              <a:rPr lang="en-US" altLang="zh-CN" sz="4000" smtClean="0">
                <a:ea typeface="黑体" panose="02010609060101010101" pitchFamily="49" charset="-122"/>
              </a:rPr>
              <a:t>5 </a:t>
            </a:r>
            <a:r>
              <a:rPr lang="zh-CN" altLang="en-US" sz="4000" smtClean="0">
                <a:ea typeface="黑体" panose="02010609060101010101" pitchFamily="49" charset="-122"/>
              </a:rPr>
              <a:t>个前缀构成的二叉线索 </a:t>
            </a:r>
          </a:p>
        </p:txBody>
      </p:sp>
      <p:sp>
        <p:nvSpPr>
          <p:cNvPr id="950274" name="Text Box 4"/>
          <p:cNvSpPr txBox="1">
            <a:spLocks noChangeArrowheads="1"/>
          </p:cNvSpPr>
          <p:nvPr/>
        </p:nvSpPr>
        <p:spPr bwMode="auto">
          <a:xfrm>
            <a:off x="196850" y="1268413"/>
            <a:ext cx="6684963" cy="288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spcAft>
                <a:spcPct val="30000"/>
              </a:spcAft>
            </a:pPr>
            <a:r>
              <a:rPr lang="en-US" altLang="zh-CN" sz="2400" b="1">
                <a:ea typeface="黑体" panose="02010609060101010101" pitchFamily="49" charset="-122"/>
              </a:rPr>
              <a:t>                32 </a:t>
            </a:r>
            <a:r>
              <a:rPr lang="zh-CN" altLang="en-US" sz="2400" b="1">
                <a:ea typeface="黑体" panose="02010609060101010101" pitchFamily="49" charset="-122"/>
              </a:rPr>
              <a:t>位的 </a:t>
            </a:r>
            <a:r>
              <a:rPr lang="en-US" altLang="zh-CN" sz="2400" b="1">
                <a:ea typeface="黑体" panose="02010609060101010101" pitchFamily="49" charset="-122"/>
              </a:rPr>
              <a:t>IP </a:t>
            </a:r>
            <a:r>
              <a:rPr lang="zh-CN" altLang="en-US" sz="2400" b="1">
                <a:ea typeface="黑体" panose="02010609060101010101" pitchFamily="49" charset="-122"/>
              </a:rPr>
              <a:t>地址                    唯一前缀</a:t>
            </a:r>
          </a:p>
          <a:p>
            <a:pPr eaLnBrk="0" hangingPunct="0">
              <a:lnSpc>
                <a:spcPct val="130000"/>
              </a:lnSpc>
            </a:pPr>
            <a:r>
              <a:rPr lang="en-US" altLang="zh-CN" sz="2000" b="1">
                <a:solidFill>
                  <a:srgbClr val="0000CC"/>
                </a:solidFill>
                <a:ea typeface="黑体" panose="02010609060101010101" pitchFamily="49" charset="-122"/>
              </a:rPr>
              <a:t>  01000110 00000000 00000000 00000000	0100</a:t>
            </a:r>
          </a:p>
          <a:p>
            <a:pPr eaLnBrk="0" hangingPunct="0">
              <a:lnSpc>
                <a:spcPct val="130000"/>
              </a:lnSpc>
            </a:pPr>
            <a:r>
              <a:rPr lang="en-US" altLang="zh-CN" sz="2000" b="1">
                <a:solidFill>
                  <a:srgbClr val="0000CC"/>
                </a:solidFill>
                <a:ea typeface="黑体" panose="02010609060101010101" pitchFamily="49" charset="-122"/>
              </a:rPr>
              <a:t>  01010110 00000000 00000000 00000000	0101</a:t>
            </a:r>
          </a:p>
          <a:p>
            <a:pPr eaLnBrk="0" hangingPunct="0">
              <a:lnSpc>
                <a:spcPct val="130000"/>
              </a:lnSpc>
            </a:pPr>
            <a:r>
              <a:rPr lang="en-US" altLang="zh-CN" sz="2000" b="1">
                <a:solidFill>
                  <a:srgbClr val="0000CC"/>
                </a:solidFill>
                <a:ea typeface="黑体" panose="02010609060101010101" pitchFamily="49" charset="-122"/>
              </a:rPr>
              <a:t>  01100001 00000000 00000000 00000000	011</a:t>
            </a:r>
          </a:p>
          <a:p>
            <a:pPr eaLnBrk="0" hangingPunct="0">
              <a:lnSpc>
                <a:spcPct val="130000"/>
              </a:lnSpc>
            </a:pPr>
            <a:r>
              <a:rPr lang="en-US" altLang="zh-CN" sz="2000" b="1">
                <a:solidFill>
                  <a:srgbClr val="0000CC"/>
                </a:solidFill>
                <a:ea typeface="黑体" panose="02010609060101010101" pitchFamily="49" charset="-122"/>
              </a:rPr>
              <a:t>  10110000 00000010 00000000 00000000	10110</a:t>
            </a:r>
          </a:p>
          <a:p>
            <a:pPr eaLnBrk="0" hangingPunct="0">
              <a:lnSpc>
                <a:spcPct val="130000"/>
              </a:lnSpc>
            </a:pPr>
            <a:r>
              <a:rPr lang="en-US" altLang="zh-CN" sz="2000" b="1">
                <a:solidFill>
                  <a:srgbClr val="0000CC"/>
                </a:solidFill>
                <a:ea typeface="黑体" panose="02010609060101010101" pitchFamily="49" charset="-122"/>
              </a:rPr>
              <a:t>  10111011 00001010 00000000 00000000	10111</a:t>
            </a:r>
          </a:p>
          <a:p>
            <a:pPr eaLnBrk="0" hangingPunct="0"/>
            <a:endParaRPr lang="en-US" altLang="zh-CN" sz="2000" b="1">
              <a:solidFill>
                <a:srgbClr val="0000CC"/>
              </a:solidFill>
              <a:ea typeface="黑体" panose="02010609060101010101" pitchFamily="49" charset="-122"/>
            </a:endParaRPr>
          </a:p>
        </p:txBody>
      </p:sp>
      <p:sp>
        <p:nvSpPr>
          <p:cNvPr id="950275" name="Line 5"/>
          <p:cNvSpPr>
            <a:spLocks noChangeShapeType="1"/>
          </p:cNvSpPr>
          <p:nvPr/>
        </p:nvSpPr>
        <p:spPr bwMode="auto">
          <a:xfrm>
            <a:off x="415925" y="1700213"/>
            <a:ext cx="63373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nvGrpSpPr>
          <p:cNvPr id="950276" name="Group 37"/>
          <p:cNvGrpSpPr>
            <a:grpSpLocks/>
          </p:cNvGrpSpPr>
          <p:nvPr/>
        </p:nvGrpSpPr>
        <p:grpSpPr bwMode="auto">
          <a:xfrm>
            <a:off x="6897688" y="1628775"/>
            <a:ext cx="2809875" cy="2463800"/>
            <a:chOff x="4043" y="1379"/>
            <a:chExt cx="1634" cy="1734"/>
          </a:xfrm>
        </p:grpSpPr>
        <p:sp>
          <p:nvSpPr>
            <p:cNvPr id="950277" name="Freeform 6"/>
            <p:cNvSpPr>
              <a:spLocks noChangeArrowheads="1"/>
            </p:cNvSpPr>
            <p:nvPr/>
          </p:nvSpPr>
          <p:spPr bwMode="auto">
            <a:xfrm>
              <a:off x="4787" y="1454"/>
              <a:ext cx="772" cy="1604"/>
            </a:xfrm>
            <a:custGeom>
              <a:avLst/>
              <a:gdLst>
                <a:gd name="T0" fmla="*/ 0 w 772"/>
                <a:gd name="T1" fmla="*/ 0 h 1392"/>
                <a:gd name="T2" fmla="*/ 764 w 772"/>
                <a:gd name="T3" fmla="*/ 272 h 1392"/>
                <a:gd name="T4" fmla="*/ 318 w 772"/>
                <a:gd name="T5" fmla="*/ 564 h 1392"/>
                <a:gd name="T6" fmla="*/ 510 w 772"/>
                <a:gd name="T7" fmla="*/ 840 h 1392"/>
                <a:gd name="T8" fmla="*/ 772 w 772"/>
                <a:gd name="T9" fmla="*/ 1392 h 1392"/>
              </a:gdLst>
              <a:ahLst/>
              <a:cxnLst>
                <a:cxn ang="0">
                  <a:pos x="T0" y="T1"/>
                </a:cxn>
                <a:cxn ang="0">
                  <a:pos x="T2" y="T3"/>
                </a:cxn>
                <a:cxn ang="0">
                  <a:pos x="T4" y="T5"/>
                </a:cxn>
                <a:cxn ang="0">
                  <a:pos x="T6" y="T7"/>
                </a:cxn>
                <a:cxn ang="0">
                  <a:pos x="T8" y="T9"/>
                </a:cxn>
              </a:cxnLst>
              <a:rect l="0" t="0" r="r" b="b"/>
              <a:pathLst>
                <a:path w="772" h="1392">
                  <a:moveTo>
                    <a:pt x="0" y="0"/>
                  </a:moveTo>
                  <a:lnTo>
                    <a:pt x="764" y="272"/>
                  </a:lnTo>
                  <a:lnTo>
                    <a:pt x="318" y="564"/>
                  </a:lnTo>
                  <a:lnTo>
                    <a:pt x="510" y="840"/>
                  </a:lnTo>
                  <a:lnTo>
                    <a:pt x="772" y="1392"/>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950278" name="Freeform 7"/>
            <p:cNvSpPr>
              <a:spLocks noChangeArrowheads="1"/>
            </p:cNvSpPr>
            <p:nvPr/>
          </p:nvSpPr>
          <p:spPr bwMode="auto">
            <a:xfrm>
              <a:off x="4098" y="1447"/>
              <a:ext cx="695" cy="1287"/>
            </a:xfrm>
            <a:custGeom>
              <a:avLst/>
              <a:gdLst>
                <a:gd name="T0" fmla="*/ 695 w 695"/>
                <a:gd name="T1" fmla="*/ 0 h 1117"/>
                <a:gd name="T2" fmla="*/ 0 w 695"/>
                <a:gd name="T3" fmla="*/ 285 h 1117"/>
                <a:gd name="T4" fmla="*/ 399 w 695"/>
                <a:gd name="T5" fmla="*/ 564 h 1117"/>
                <a:gd name="T6" fmla="*/ 174 w 695"/>
                <a:gd name="T7" fmla="*/ 843 h 1117"/>
                <a:gd name="T8" fmla="*/ 338 w 695"/>
                <a:gd name="T9" fmla="*/ 1117 h 1117"/>
              </a:gdLst>
              <a:ahLst/>
              <a:cxnLst>
                <a:cxn ang="0">
                  <a:pos x="T0" y="T1"/>
                </a:cxn>
                <a:cxn ang="0">
                  <a:pos x="T2" y="T3"/>
                </a:cxn>
                <a:cxn ang="0">
                  <a:pos x="T4" y="T5"/>
                </a:cxn>
                <a:cxn ang="0">
                  <a:pos x="T6" y="T7"/>
                </a:cxn>
                <a:cxn ang="0">
                  <a:pos x="T8" y="T9"/>
                </a:cxn>
              </a:cxnLst>
              <a:rect l="0" t="0" r="r" b="b"/>
              <a:pathLst>
                <a:path w="695" h="1117">
                  <a:moveTo>
                    <a:pt x="695" y="0"/>
                  </a:moveTo>
                  <a:lnTo>
                    <a:pt x="0" y="285"/>
                  </a:lnTo>
                  <a:lnTo>
                    <a:pt x="399" y="564"/>
                  </a:lnTo>
                  <a:lnTo>
                    <a:pt x="174" y="843"/>
                  </a:lnTo>
                  <a:lnTo>
                    <a:pt x="338" y="1117"/>
                  </a:lnTo>
                </a:path>
              </a:pathLst>
            </a:custGeom>
            <a:noFill/>
            <a:ln w="57150">
              <a:solidFill>
                <a:srgbClr val="C00000"/>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950279" name="Line 8"/>
            <p:cNvSpPr>
              <a:spLocks noChangeShapeType="1"/>
            </p:cNvSpPr>
            <p:nvPr/>
          </p:nvSpPr>
          <p:spPr bwMode="auto">
            <a:xfrm flipH="1">
              <a:off x="5311" y="2726"/>
              <a:ext cx="112" cy="3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950280" name="Text Box 9"/>
            <p:cNvSpPr txBox="1">
              <a:spLocks noChangeArrowheads="1"/>
            </p:cNvSpPr>
            <p:nvPr/>
          </p:nvSpPr>
          <p:spPr bwMode="auto">
            <a:xfrm>
              <a:off x="4043" y="2388"/>
              <a:ext cx="19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0</a:t>
              </a:r>
            </a:p>
          </p:txBody>
        </p:sp>
        <p:sp>
          <p:nvSpPr>
            <p:cNvPr id="950281" name="Text Box 10"/>
            <p:cNvSpPr txBox="1">
              <a:spLocks noChangeArrowheads="1"/>
            </p:cNvSpPr>
            <p:nvPr/>
          </p:nvSpPr>
          <p:spPr bwMode="auto">
            <a:xfrm>
              <a:off x="4223" y="2063"/>
              <a:ext cx="19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0</a:t>
              </a:r>
            </a:p>
          </p:txBody>
        </p:sp>
        <p:sp>
          <p:nvSpPr>
            <p:cNvPr id="950282" name="Text Box 11"/>
            <p:cNvSpPr txBox="1">
              <a:spLocks noChangeArrowheads="1"/>
            </p:cNvSpPr>
            <p:nvPr/>
          </p:nvSpPr>
          <p:spPr bwMode="auto">
            <a:xfrm>
              <a:off x="5207" y="2728"/>
              <a:ext cx="19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0</a:t>
              </a:r>
            </a:p>
          </p:txBody>
        </p:sp>
        <p:sp>
          <p:nvSpPr>
            <p:cNvPr id="950283" name="Text Box 12"/>
            <p:cNvSpPr txBox="1">
              <a:spLocks noChangeArrowheads="1"/>
            </p:cNvSpPr>
            <p:nvPr/>
          </p:nvSpPr>
          <p:spPr bwMode="auto">
            <a:xfrm>
              <a:off x="4283" y="1379"/>
              <a:ext cx="19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0</a:t>
              </a:r>
            </a:p>
          </p:txBody>
        </p:sp>
        <p:sp>
          <p:nvSpPr>
            <p:cNvPr id="950284" name="Line 13"/>
            <p:cNvSpPr>
              <a:spLocks noChangeShapeType="1"/>
            </p:cNvSpPr>
            <p:nvPr/>
          </p:nvSpPr>
          <p:spPr bwMode="auto">
            <a:xfrm flipH="1">
              <a:off x="4155" y="2415"/>
              <a:ext cx="114" cy="31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950285" name="Freeform 14"/>
            <p:cNvSpPr>
              <a:spLocks noChangeArrowheads="1"/>
            </p:cNvSpPr>
            <p:nvPr/>
          </p:nvSpPr>
          <p:spPr bwMode="auto">
            <a:xfrm>
              <a:off x="4503" y="2111"/>
              <a:ext cx="168" cy="304"/>
            </a:xfrm>
            <a:custGeom>
              <a:avLst/>
              <a:gdLst>
                <a:gd name="T0" fmla="*/ 0 w 168"/>
                <a:gd name="T1" fmla="*/ 0 h 264"/>
                <a:gd name="T2" fmla="*/ 168 w 168"/>
                <a:gd name="T3" fmla="*/ 264 h 264"/>
              </a:gdLst>
              <a:ahLst/>
              <a:cxnLst>
                <a:cxn ang="0">
                  <a:pos x="T0" y="T1"/>
                </a:cxn>
                <a:cxn ang="0">
                  <a:pos x="T2" y="T3"/>
                </a:cxn>
              </a:cxnLst>
              <a:rect l="0" t="0" r="r" b="b"/>
              <a:pathLst>
                <a:path w="168" h="264">
                  <a:moveTo>
                    <a:pt x="0" y="0"/>
                  </a:moveTo>
                  <a:lnTo>
                    <a:pt x="168" y="26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950286" name="Text Box 15"/>
            <p:cNvSpPr txBox="1">
              <a:spLocks noChangeArrowheads="1"/>
            </p:cNvSpPr>
            <p:nvPr/>
          </p:nvSpPr>
          <p:spPr bwMode="auto">
            <a:xfrm>
              <a:off x="5487" y="2734"/>
              <a:ext cx="19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a:t>
              </a:r>
            </a:p>
          </p:txBody>
        </p:sp>
        <p:sp>
          <p:nvSpPr>
            <p:cNvPr id="950287" name="Text Box 16"/>
            <p:cNvSpPr txBox="1">
              <a:spLocks noChangeArrowheads="1"/>
            </p:cNvSpPr>
            <p:nvPr/>
          </p:nvSpPr>
          <p:spPr bwMode="auto">
            <a:xfrm>
              <a:off x="4545" y="2056"/>
              <a:ext cx="19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a:t>
              </a:r>
            </a:p>
          </p:txBody>
        </p:sp>
        <p:sp>
          <p:nvSpPr>
            <p:cNvPr id="950288" name="Text Box 17"/>
            <p:cNvSpPr txBox="1">
              <a:spLocks noChangeArrowheads="1"/>
            </p:cNvSpPr>
            <p:nvPr/>
          </p:nvSpPr>
          <p:spPr bwMode="auto">
            <a:xfrm>
              <a:off x="4341" y="2395"/>
              <a:ext cx="19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a:t>
              </a:r>
            </a:p>
          </p:txBody>
        </p:sp>
        <p:sp>
          <p:nvSpPr>
            <p:cNvPr id="950289" name="Text Box 18"/>
            <p:cNvSpPr txBox="1">
              <a:spLocks noChangeArrowheads="1"/>
            </p:cNvSpPr>
            <p:nvPr/>
          </p:nvSpPr>
          <p:spPr bwMode="auto">
            <a:xfrm>
              <a:off x="4275" y="1732"/>
              <a:ext cx="19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a:t>
              </a:r>
            </a:p>
          </p:txBody>
        </p:sp>
        <p:sp>
          <p:nvSpPr>
            <p:cNvPr id="950290" name="Text Box 19"/>
            <p:cNvSpPr txBox="1">
              <a:spLocks noChangeArrowheads="1"/>
            </p:cNvSpPr>
            <p:nvPr/>
          </p:nvSpPr>
          <p:spPr bwMode="auto">
            <a:xfrm>
              <a:off x="5151" y="1386"/>
              <a:ext cx="19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a:t>
              </a:r>
            </a:p>
          </p:txBody>
        </p:sp>
        <p:sp>
          <p:nvSpPr>
            <p:cNvPr id="950291" name="Text Box 20"/>
            <p:cNvSpPr txBox="1">
              <a:spLocks noChangeArrowheads="1"/>
            </p:cNvSpPr>
            <p:nvPr/>
          </p:nvSpPr>
          <p:spPr bwMode="auto">
            <a:xfrm>
              <a:off x="5361" y="2402"/>
              <a:ext cx="19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a:t>
              </a:r>
            </a:p>
          </p:txBody>
        </p:sp>
        <p:sp>
          <p:nvSpPr>
            <p:cNvPr id="950292" name="Text Box 21"/>
            <p:cNvSpPr txBox="1">
              <a:spLocks noChangeArrowheads="1"/>
            </p:cNvSpPr>
            <p:nvPr/>
          </p:nvSpPr>
          <p:spPr bwMode="auto">
            <a:xfrm>
              <a:off x="5211" y="2063"/>
              <a:ext cx="19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a:t>
              </a:r>
            </a:p>
          </p:txBody>
        </p:sp>
        <p:sp>
          <p:nvSpPr>
            <p:cNvPr id="950293" name="Text Box 22"/>
            <p:cNvSpPr txBox="1">
              <a:spLocks noChangeArrowheads="1"/>
            </p:cNvSpPr>
            <p:nvPr/>
          </p:nvSpPr>
          <p:spPr bwMode="auto">
            <a:xfrm>
              <a:off x="5183" y="1738"/>
              <a:ext cx="19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0</a:t>
              </a:r>
            </a:p>
          </p:txBody>
        </p:sp>
        <p:sp>
          <p:nvSpPr>
            <p:cNvPr id="950294" name="Oval 23"/>
            <p:cNvSpPr>
              <a:spLocks noChangeArrowheads="1"/>
            </p:cNvSpPr>
            <p:nvPr/>
          </p:nvSpPr>
          <p:spPr bwMode="auto">
            <a:xfrm>
              <a:off x="5085" y="2062"/>
              <a:ext cx="66" cy="76"/>
            </a:xfrm>
            <a:prstGeom prst="ellipse">
              <a:avLst/>
            </a:prstGeom>
            <a:solidFill>
              <a:schemeClr val="bg1"/>
            </a:solidFill>
            <a:ln w="9525">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0295" name="Oval 24"/>
            <p:cNvSpPr>
              <a:spLocks noChangeArrowheads="1"/>
            </p:cNvSpPr>
            <p:nvPr/>
          </p:nvSpPr>
          <p:spPr bwMode="auto">
            <a:xfrm>
              <a:off x="4455" y="2062"/>
              <a:ext cx="66" cy="76"/>
            </a:xfrm>
            <a:prstGeom prst="ellipse">
              <a:avLst/>
            </a:prstGeom>
            <a:solidFill>
              <a:schemeClr val="bg1"/>
            </a:solidFill>
            <a:ln w="9525">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0296" name="Oval 25"/>
            <p:cNvSpPr>
              <a:spLocks noChangeArrowheads="1"/>
            </p:cNvSpPr>
            <p:nvPr/>
          </p:nvSpPr>
          <p:spPr bwMode="auto">
            <a:xfrm>
              <a:off x="4065" y="1737"/>
              <a:ext cx="66" cy="76"/>
            </a:xfrm>
            <a:prstGeom prst="ellipse">
              <a:avLst/>
            </a:prstGeom>
            <a:solidFill>
              <a:schemeClr val="bg1"/>
            </a:solidFill>
            <a:ln w="9525">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0297" name="Oval 26"/>
            <p:cNvSpPr>
              <a:spLocks noChangeArrowheads="1"/>
            </p:cNvSpPr>
            <p:nvPr/>
          </p:nvSpPr>
          <p:spPr bwMode="auto">
            <a:xfrm>
              <a:off x="5259" y="2380"/>
              <a:ext cx="66" cy="76"/>
            </a:xfrm>
            <a:prstGeom prst="ellipse">
              <a:avLst/>
            </a:prstGeom>
            <a:solidFill>
              <a:schemeClr val="bg1"/>
            </a:solidFill>
            <a:ln w="9525">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0298" name="Oval 27"/>
            <p:cNvSpPr>
              <a:spLocks noChangeArrowheads="1"/>
            </p:cNvSpPr>
            <p:nvPr/>
          </p:nvSpPr>
          <p:spPr bwMode="auto">
            <a:xfrm>
              <a:off x="5385" y="2691"/>
              <a:ext cx="66" cy="76"/>
            </a:xfrm>
            <a:prstGeom prst="ellipse">
              <a:avLst/>
            </a:prstGeom>
            <a:solidFill>
              <a:schemeClr val="bg1"/>
            </a:solidFill>
            <a:ln w="9525">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0299" name="Oval 28"/>
            <p:cNvSpPr>
              <a:spLocks noChangeArrowheads="1"/>
            </p:cNvSpPr>
            <p:nvPr/>
          </p:nvSpPr>
          <p:spPr bwMode="auto">
            <a:xfrm>
              <a:off x="4245" y="2373"/>
              <a:ext cx="66" cy="76"/>
            </a:xfrm>
            <a:prstGeom prst="ellipse">
              <a:avLst/>
            </a:prstGeom>
            <a:solidFill>
              <a:schemeClr val="bg1"/>
            </a:solidFill>
            <a:ln w="9525">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0300" name="Oval 29"/>
            <p:cNvSpPr>
              <a:spLocks noChangeArrowheads="1"/>
            </p:cNvSpPr>
            <p:nvPr/>
          </p:nvSpPr>
          <p:spPr bwMode="auto">
            <a:xfrm>
              <a:off x="5505" y="1730"/>
              <a:ext cx="66" cy="76"/>
            </a:xfrm>
            <a:prstGeom prst="ellipse">
              <a:avLst/>
            </a:prstGeom>
            <a:solidFill>
              <a:schemeClr val="bg1"/>
            </a:solidFill>
            <a:ln w="9525">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0301" name="Oval 30"/>
            <p:cNvSpPr>
              <a:spLocks noChangeArrowheads="1"/>
            </p:cNvSpPr>
            <p:nvPr/>
          </p:nvSpPr>
          <p:spPr bwMode="auto">
            <a:xfrm>
              <a:off x="4745" y="1412"/>
              <a:ext cx="66" cy="76"/>
            </a:xfrm>
            <a:prstGeom prst="ellipse">
              <a:avLst/>
            </a:prstGeom>
            <a:solidFill>
              <a:schemeClr val="bg1"/>
            </a:solidFill>
            <a:ln w="9525">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0302" name="Rectangle 31"/>
            <p:cNvSpPr>
              <a:spLocks noChangeArrowheads="1"/>
            </p:cNvSpPr>
            <p:nvPr/>
          </p:nvSpPr>
          <p:spPr bwMode="auto">
            <a:xfrm>
              <a:off x="4101" y="2677"/>
              <a:ext cx="96" cy="111"/>
            </a:xfrm>
            <a:prstGeom prst="rect">
              <a:avLst/>
            </a:prstGeom>
            <a:solidFill>
              <a:schemeClr val="accent1"/>
            </a:solidFill>
            <a:ln w="19050">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0303" name="Rectangle 32"/>
            <p:cNvSpPr>
              <a:spLocks noChangeArrowheads="1"/>
            </p:cNvSpPr>
            <p:nvPr/>
          </p:nvSpPr>
          <p:spPr bwMode="auto">
            <a:xfrm>
              <a:off x="4389" y="2671"/>
              <a:ext cx="96" cy="110"/>
            </a:xfrm>
            <a:prstGeom prst="rect">
              <a:avLst/>
            </a:prstGeom>
            <a:solidFill>
              <a:schemeClr val="accent1"/>
            </a:solidFill>
            <a:ln w="19050">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0304" name="Rectangle 33"/>
            <p:cNvSpPr>
              <a:spLocks noChangeArrowheads="1"/>
            </p:cNvSpPr>
            <p:nvPr/>
          </p:nvSpPr>
          <p:spPr bwMode="auto">
            <a:xfrm>
              <a:off x="4611" y="2359"/>
              <a:ext cx="96" cy="111"/>
            </a:xfrm>
            <a:prstGeom prst="rect">
              <a:avLst/>
            </a:prstGeom>
            <a:solidFill>
              <a:schemeClr val="accent1"/>
            </a:solidFill>
            <a:ln w="19050">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0305" name="Rectangle 34"/>
            <p:cNvSpPr>
              <a:spLocks noChangeArrowheads="1"/>
            </p:cNvSpPr>
            <p:nvPr/>
          </p:nvSpPr>
          <p:spPr bwMode="auto">
            <a:xfrm>
              <a:off x="5511" y="3002"/>
              <a:ext cx="96" cy="111"/>
            </a:xfrm>
            <a:prstGeom prst="rect">
              <a:avLst/>
            </a:prstGeom>
            <a:solidFill>
              <a:schemeClr val="accent1"/>
            </a:solidFill>
            <a:ln w="19050">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0306" name="Rectangle 35"/>
            <p:cNvSpPr>
              <a:spLocks noChangeArrowheads="1"/>
            </p:cNvSpPr>
            <p:nvPr/>
          </p:nvSpPr>
          <p:spPr bwMode="auto">
            <a:xfrm>
              <a:off x="5265" y="3002"/>
              <a:ext cx="96" cy="111"/>
            </a:xfrm>
            <a:prstGeom prst="rect">
              <a:avLst/>
            </a:prstGeom>
            <a:solidFill>
              <a:schemeClr val="accent1"/>
            </a:solidFill>
            <a:ln w="19050">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950307" name="矩形 1"/>
          <p:cNvSpPr>
            <a:spLocks noChangeArrowheads="1"/>
          </p:cNvSpPr>
          <p:nvPr/>
        </p:nvSpPr>
        <p:spPr bwMode="auto">
          <a:xfrm>
            <a:off x="560388" y="4221163"/>
            <a:ext cx="9072562" cy="2124075"/>
          </a:xfrm>
          <a:prstGeom prst="rect">
            <a:avLst/>
          </a:prstGeom>
          <a:solidFill>
            <a:srgbClr val="66FFFF"/>
          </a:solidFill>
          <a:ln w="9525">
            <a:solidFill>
              <a:schemeClr val="tx1"/>
            </a:solidFill>
            <a:round/>
            <a:headEnd/>
            <a:tailEnd/>
          </a:ln>
        </p:spPr>
        <p:txBody>
          <a:bodyPr>
            <a:spAutoFit/>
          </a:bodyPr>
          <a:lstStyle/>
          <a:p>
            <a:pPr eaLnBrk="0" hangingPunct="0">
              <a:lnSpc>
                <a:spcPct val="110000"/>
              </a:lnSpc>
            </a:pPr>
            <a:r>
              <a:rPr lang="zh-CN" altLang="zh-CN" sz="2400" b="1">
                <a:solidFill>
                  <a:srgbClr val="000066"/>
                </a:solidFill>
                <a:ea typeface="黑体" panose="02010609060101010101" pitchFamily="49" charset="-122"/>
              </a:rPr>
              <a:t>从二叉线索的根节点自顶向下的深度最多有</a:t>
            </a:r>
            <a:r>
              <a:rPr lang="en-US" altLang="zh-CN" sz="2400" b="1">
                <a:solidFill>
                  <a:srgbClr val="000066"/>
                </a:solidFill>
                <a:ea typeface="黑体" panose="02010609060101010101" pitchFamily="49" charset="-122"/>
              </a:rPr>
              <a:t>32</a:t>
            </a:r>
            <a:r>
              <a:rPr lang="zh-CN" altLang="zh-CN" sz="2400" b="1">
                <a:solidFill>
                  <a:srgbClr val="000066"/>
                </a:solidFill>
                <a:ea typeface="黑体" panose="02010609060101010101" pitchFamily="49" charset="-122"/>
              </a:rPr>
              <a:t>层，每一层对应于</a:t>
            </a:r>
            <a:r>
              <a:rPr lang="en-US" altLang="zh-CN" sz="2400" b="1">
                <a:solidFill>
                  <a:srgbClr val="000066"/>
                </a:solidFill>
                <a:ea typeface="黑体" panose="02010609060101010101" pitchFamily="49" charset="-122"/>
              </a:rPr>
              <a:t>IP</a:t>
            </a:r>
            <a:r>
              <a:rPr lang="zh-CN" altLang="zh-CN" sz="2400" b="1">
                <a:solidFill>
                  <a:srgbClr val="000066"/>
                </a:solidFill>
                <a:ea typeface="黑体" panose="02010609060101010101" pitchFamily="49" charset="-122"/>
              </a:rPr>
              <a:t>地址中的一位。一个</a:t>
            </a:r>
            <a:r>
              <a:rPr lang="en-US" altLang="zh-CN" sz="2400" b="1">
                <a:solidFill>
                  <a:srgbClr val="000066"/>
                </a:solidFill>
                <a:ea typeface="黑体" panose="02010609060101010101" pitchFamily="49" charset="-122"/>
              </a:rPr>
              <a:t>IP</a:t>
            </a:r>
            <a:r>
              <a:rPr lang="zh-CN" altLang="zh-CN" sz="2400" b="1">
                <a:solidFill>
                  <a:srgbClr val="000066"/>
                </a:solidFill>
                <a:ea typeface="黑体" panose="02010609060101010101" pitchFamily="49" charset="-122"/>
              </a:rPr>
              <a:t>地址存入二叉线索的规则很简单。先检查</a:t>
            </a:r>
            <a:r>
              <a:rPr lang="en-US" altLang="zh-CN" sz="2400" b="1">
                <a:solidFill>
                  <a:srgbClr val="000066"/>
                </a:solidFill>
                <a:ea typeface="黑体" panose="02010609060101010101" pitchFamily="49" charset="-122"/>
              </a:rPr>
              <a:t>IP</a:t>
            </a:r>
            <a:r>
              <a:rPr lang="zh-CN" altLang="zh-CN" sz="2400" b="1">
                <a:solidFill>
                  <a:srgbClr val="000066"/>
                </a:solidFill>
                <a:ea typeface="黑体" panose="02010609060101010101" pitchFamily="49" charset="-122"/>
              </a:rPr>
              <a:t>地址左边的第一位，如为</a:t>
            </a:r>
            <a:r>
              <a:rPr lang="en-US" altLang="zh-CN" sz="2400" b="1">
                <a:solidFill>
                  <a:srgbClr val="000066"/>
                </a:solidFill>
                <a:ea typeface="黑体" panose="02010609060101010101" pitchFamily="49" charset="-122"/>
              </a:rPr>
              <a:t> 0</a:t>
            </a:r>
            <a:r>
              <a:rPr lang="zh-CN" altLang="zh-CN" sz="2400" b="1">
                <a:solidFill>
                  <a:srgbClr val="000066"/>
                </a:solidFill>
                <a:ea typeface="黑体" panose="02010609060101010101" pitchFamily="49" charset="-122"/>
              </a:rPr>
              <a:t>，则第一层的节点就在根节点的左下方；如为</a:t>
            </a:r>
            <a:r>
              <a:rPr lang="en-US" altLang="zh-CN" sz="2400" b="1">
                <a:solidFill>
                  <a:srgbClr val="000066"/>
                </a:solidFill>
                <a:ea typeface="黑体" panose="02010609060101010101" pitchFamily="49" charset="-122"/>
              </a:rPr>
              <a:t> 1</a:t>
            </a:r>
            <a:r>
              <a:rPr lang="zh-CN" altLang="zh-CN" sz="2400" b="1">
                <a:solidFill>
                  <a:srgbClr val="000066"/>
                </a:solidFill>
                <a:ea typeface="黑体" panose="02010609060101010101" pitchFamily="49" charset="-122"/>
              </a:rPr>
              <a:t>，则在右下方。然后再检查地址的第二位，构造出第二层的节点。依此类推，直到唯一前缀的最后一位。</a:t>
            </a:r>
            <a:endParaRPr lang="zh-CN" altLang="en-US" sz="2400" b="1">
              <a:solidFill>
                <a:srgbClr val="000066"/>
              </a:solidFill>
              <a:ea typeface="黑体" panose="02010609060101010101" pitchFamily="49" charset="-122"/>
            </a:endParaRPr>
          </a:p>
        </p:txBody>
      </p:sp>
      <p:sp>
        <p:nvSpPr>
          <p:cNvPr id="950308"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E706230-8D0A-448E-BC54-4FFC7E0F00BB}" type="slidenum">
              <a:rPr lang="zh-CN" altLang="en-US" smtClean="0"/>
              <a:pPr eaLnBrk="1" hangingPunct="1"/>
              <a:t>49</a:t>
            </a:fld>
            <a:endParaRPr lang="en-US" altLang="zh-CN" smtClean="0"/>
          </a:p>
        </p:txBody>
      </p:sp>
      <p:sp>
        <p:nvSpPr>
          <p:cNvPr id="950309"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smtClean="0"/>
              <a:t>CIDR</a:t>
            </a:r>
            <a:r>
              <a:rPr lang="zh-CN" altLang="en-US" dirty="0"/>
              <a:t>小结</a:t>
            </a:r>
          </a:p>
        </p:txBody>
      </p:sp>
      <p:sp>
        <p:nvSpPr>
          <p:cNvPr id="3" name="日期占位符 2"/>
          <p:cNvSpPr>
            <a:spLocks noGrp="1"/>
          </p:cNvSpPr>
          <p:nvPr>
            <p:ph type="dt" sz="half" idx="10"/>
          </p:nvPr>
        </p:nvSpPr>
        <p:spPr/>
        <p:txBody>
          <a:bodyPr/>
          <a:lstStyle/>
          <a:p>
            <a:endParaRPr lang="en-US" altLang="zh-CN"/>
          </a:p>
        </p:txBody>
      </p:sp>
      <p:sp>
        <p:nvSpPr>
          <p:cNvPr id="4" name="页脚占位符 3"/>
          <p:cNvSpPr>
            <a:spLocks noGrp="1"/>
          </p:cNvSpPr>
          <p:nvPr>
            <p:ph type="ftr" sz="quarter" idx="11"/>
          </p:nvPr>
        </p:nvSpPr>
        <p:spPr/>
        <p:txBody>
          <a:bodyPr/>
          <a:lstStyle/>
          <a:p>
            <a:r>
              <a:rPr lang="en-US" altLang="zh-CN" smtClean="0"/>
              <a:t>ppt课件</a:t>
            </a:r>
            <a:endParaRPr lang="en-US" altLang="zh-CN"/>
          </a:p>
        </p:txBody>
      </p:sp>
      <p:sp>
        <p:nvSpPr>
          <p:cNvPr id="5" name="灯片编号占位符 4"/>
          <p:cNvSpPr>
            <a:spLocks noGrp="1"/>
          </p:cNvSpPr>
          <p:nvPr>
            <p:ph type="sldNum" sz="quarter" idx="12"/>
          </p:nvPr>
        </p:nvSpPr>
        <p:spPr/>
        <p:txBody>
          <a:bodyPr/>
          <a:lstStyle/>
          <a:p>
            <a:fld id="{7C661C98-5699-4428-B37E-AF7B22049360}" type="slidenum">
              <a:rPr lang="zh-CN" altLang="en-US" smtClean="0"/>
              <a:pPr/>
              <a:t>50</a:t>
            </a:fld>
            <a:endParaRPr lang="en-US" altLang="zh-CN"/>
          </a:p>
        </p:txBody>
      </p:sp>
      <p:sp>
        <p:nvSpPr>
          <p:cNvPr id="7" name="Rectangle 3"/>
          <p:cNvSpPr txBox="1">
            <a:spLocks noChangeArrowheads="1"/>
          </p:cNvSpPr>
          <p:nvPr/>
        </p:nvSpPr>
        <p:spPr>
          <a:xfrm>
            <a:off x="495300" y="1196975"/>
            <a:ext cx="9066213" cy="4933950"/>
          </a:xfrm>
          <a:prstGeom prst="rect">
            <a:avLst/>
          </a:prstGeom>
        </p:spPr>
        <p:txBody>
          <a:bodyPr/>
          <a:lst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a:lstStyle>
          <a:p>
            <a:pPr algn="just"/>
            <a:r>
              <a:rPr lang="zh-CN" altLang="en-US" sz="2700" kern="0" dirty="0">
                <a:ea typeface="黑体" panose="02010609060101010101" pitchFamily="49" charset="-122"/>
              </a:rPr>
              <a:t>同</a:t>
            </a:r>
            <a:r>
              <a:rPr lang="zh-CN" altLang="en-US" sz="2700" kern="0" dirty="0" smtClean="0">
                <a:ea typeface="黑体" panose="02010609060101010101" pitchFamily="49" charset="-122"/>
              </a:rPr>
              <a:t>一局域网上的主机或路由器的</a:t>
            </a:r>
            <a:r>
              <a:rPr lang="en-US" altLang="zh-CN" sz="2700" kern="0" dirty="0" smtClean="0">
                <a:ea typeface="黑体" panose="02010609060101010101" pitchFamily="49" charset="-122"/>
              </a:rPr>
              <a:t>IP</a:t>
            </a:r>
            <a:r>
              <a:rPr lang="zh-CN" altLang="en-US" sz="2700" kern="0" dirty="0" smtClean="0">
                <a:ea typeface="黑体" panose="02010609060101010101" pitchFamily="49" charset="-122"/>
              </a:rPr>
              <a:t>地址中的网络前缀必须相同，即具有相同的网络号</a:t>
            </a:r>
            <a:endParaRPr lang="en-US" altLang="zh-CN" sz="2700" kern="0" dirty="0" smtClean="0">
              <a:ea typeface="黑体" panose="02010609060101010101" pitchFamily="49" charset="-122"/>
            </a:endParaRPr>
          </a:p>
          <a:p>
            <a:pPr algn="just"/>
            <a:r>
              <a:rPr lang="zh-CN" altLang="en-US" sz="2700" kern="0" dirty="0">
                <a:ea typeface="黑体" panose="02010609060101010101" pitchFamily="49" charset="-122"/>
              </a:rPr>
              <a:t>网络</a:t>
            </a:r>
            <a:r>
              <a:rPr lang="zh-CN" altLang="en-US" sz="2700" kern="0" dirty="0" smtClean="0">
                <a:ea typeface="黑体" panose="02010609060101010101" pitchFamily="49" charset="-122"/>
              </a:rPr>
              <a:t>地址中的主机号必定是全</a:t>
            </a:r>
            <a:r>
              <a:rPr lang="en-US" altLang="zh-CN" sz="2700" kern="0" dirty="0" smtClean="0">
                <a:ea typeface="黑体" panose="02010609060101010101" pitchFamily="49" charset="-122"/>
              </a:rPr>
              <a:t>0</a:t>
            </a:r>
          </a:p>
          <a:p>
            <a:pPr algn="just"/>
            <a:r>
              <a:rPr lang="zh-CN" altLang="en-US" sz="2700" kern="0" dirty="0" smtClean="0">
                <a:ea typeface="黑体" panose="02010609060101010101" pitchFamily="49" charset="-122"/>
              </a:rPr>
              <a:t>每个设备都有自己的</a:t>
            </a:r>
            <a:r>
              <a:rPr lang="en-US" altLang="zh-CN" sz="2700" kern="0" dirty="0" smtClean="0">
                <a:ea typeface="黑体" panose="02010609060101010101" pitchFamily="49" charset="-122"/>
              </a:rPr>
              <a:t>MAC</a:t>
            </a:r>
            <a:r>
              <a:rPr lang="zh-CN" altLang="en-US" sz="2700" kern="0" dirty="0" smtClean="0">
                <a:ea typeface="黑体" panose="02010609060101010101" pitchFamily="49" charset="-122"/>
              </a:rPr>
              <a:t>地址，主机路由器有</a:t>
            </a:r>
            <a:r>
              <a:rPr lang="en-US" altLang="zh-CN" sz="2700" kern="0" dirty="0" smtClean="0">
                <a:ea typeface="黑体" panose="02010609060101010101" pitchFamily="49" charset="-122"/>
              </a:rPr>
              <a:t>IP</a:t>
            </a:r>
            <a:r>
              <a:rPr lang="zh-CN" altLang="en-US" sz="2700" kern="0" dirty="0" smtClean="0">
                <a:ea typeface="黑体" panose="02010609060101010101" pitchFamily="49" charset="-122"/>
              </a:rPr>
              <a:t>地址，交换机只有</a:t>
            </a:r>
            <a:r>
              <a:rPr lang="en-US" altLang="zh-CN" sz="2700" kern="0" dirty="0" smtClean="0">
                <a:ea typeface="黑体" panose="02010609060101010101" pitchFamily="49" charset="-122"/>
              </a:rPr>
              <a:t>MAC</a:t>
            </a:r>
            <a:r>
              <a:rPr lang="zh-CN" altLang="en-US" sz="2700" kern="0" dirty="0" smtClean="0">
                <a:ea typeface="黑体" panose="02010609060101010101" pitchFamily="49" charset="-122"/>
              </a:rPr>
              <a:t>地址</a:t>
            </a:r>
            <a:endParaRPr lang="en-US" altLang="zh-CN" sz="2700" kern="0" dirty="0" smtClean="0">
              <a:ea typeface="黑体" panose="02010609060101010101" pitchFamily="49" charset="-122"/>
            </a:endParaRPr>
          </a:p>
          <a:p>
            <a:pPr algn="just"/>
            <a:r>
              <a:rPr lang="zh-CN" altLang="en-US" sz="2700" kern="0" dirty="0" smtClean="0">
                <a:ea typeface="黑体" panose="02010609060101010101" pitchFamily="49" charset="-122"/>
              </a:rPr>
              <a:t>交换机互连的网段仍是一个局域网，相同前缀</a:t>
            </a:r>
            <a:endParaRPr lang="en-US" altLang="zh-CN" sz="2700" kern="0" dirty="0" smtClean="0">
              <a:ea typeface="黑体" panose="02010609060101010101" pitchFamily="49" charset="-122"/>
            </a:endParaRPr>
          </a:p>
          <a:p>
            <a:pPr algn="just"/>
            <a:r>
              <a:rPr lang="zh-CN" altLang="en-US" sz="2700" kern="0" dirty="0">
                <a:ea typeface="黑体" panose="02010609060101010101" pitchFamily="49" charset="-122"/>
              </a:rPr>
              <a:t>路由</a:t>
            </a:r>
            <a:r>
              <a:rPr lang="zh-CN" altLang="en-US" sz="2700" kern="0" dirty="0" smtClean="0">
                <a:ea typeface="黑体" panose="02010609060101010101" pitchFamily="49" charset="-122"/>
              </a:rPr>
              <a:t>器具有两个及以上</a:t>
            </a:r>
            <a:r>
              <a:rPr lang="en-US" altLang="zh-CN" sz="2700" kern="0" dirty="0" smtClean="0">
                <a:ea typeface="黑体" panose="02010609060101010101" pitchFamily="49" charset="-122"/>
              </a:rPr>
              <a:t>IP</a:t>
            </a:r>
            <a:r>
              <a:rPr lang="zh-CN" altLang="en-US" sz="2700" kern="0" dirty="0" smtClean="0">
                <a:ea typeface="黑体" panose="02010609060101010101" pitchFamily="49" charset="-122"/>
              </a:rPr>
              <a:t>地址，每个接口的网络前缀不同。</a:t>
            </a:r>
            <a:endParaRPr lang="en-US" altLang="zh-CN" sz="2700" kern="0" dirty="0" smtClean="0">
              <a:ea typeface="黑体" panose="02010609060101010101" pitchFamily="49" charset="-122"/>
            </a:endParaRPr>
          </a:p>
          <a:p>
            <a:pPr algn="just"/>
            <a:r>
              <a:rPr lang="zh-CN" altLang="en-US" sz="2700" kern="0" dirty="0">
                <a:ea typeface="黑体" panose="02010609060101010101" pitchFamily="49" charset="-122"/>
              </a:rPr>
              <a:t>两</a:t>
            </a:r>
            <a:r>
              <a:rPr lang="zh-CN" altLang="en-US" sz="2700" kern="0" dirty="0" smtClean="0">
                <a:ea typeface="黑体" panose="02010609060101010101" pitchFamily="49" charset="-122"/>
              </a:rPr>
              <a:t>个路由器直接相连时，对应接口可分配也可不分配</a:t>
            </a:r>
            <a:r>
              <a:rPr lang="en-US" altLang="zh-CN" sz="2700" kern="0" dirty="0" smtClean="0">
                <a:ea typeface="黑体" panose="02010609060101010101" pitchFamily="49" charset="-122"/>
              </a:rPr>
              <a:t>IP</a:t>
            </a:r>
            <a:r>
              <a:rPr lang="zh-CN" altLang="en-US" sz="2700" kern="0" dirty="0" smtClean="0">
                <a:ea typeface="黑体" panose="02010609060101010101" pitchFamily="49" charset="-122"/>
              </a:rPr>
              <a:t>地址，如分配使用</a:t>
            </a:r>
            <a:r>
              <a:rPr lang="en-US" altLang="zh-CN" sz="2700" kern="0" dirty="0" smtClean="0">
                <a:ea typeface="黑体" panose="02010609060101010101" pitchFamily="49" charset="-122"/>
              </a:rPr>
              <a:t>/31</a:t>
            </a:r>
            <a:r>
              <a:rPr lang="zh-CN" altLang="en-US" sz="2700" kern="0" dirty="0">
                <a:ea typeface="黑体" panose="02010609060101010101" pitchFamily="49" charset="-122"/>
              </a:rPr>
              <a:t>前缀</a:t>
            </a:r>
            <a:r>
              <a:rPr lang="zh-CN" altLang="en-US" sz="2700" kern="0" dirty="0" smtClean="0">
                <a:ea typeface="黑体" panose="02010609060101010101" pitchFamily="49" charset="-122"/>
              </a:rPr>
              <a:t>，形成无编号网络或匿名网络。</a:t>
            </a:r>
            <a:endParaRPr lang="en-US" altLang="zh-CN" sz="2700" kern="0" dirty="0" smtClean="0">
              <a:ea typeface="黑体" panose="02010609060101010101" pitchFamily="49" charset="-122"/>
            </a:endParaRPr>
          </a:p>
        </p:txBody>
      </p:sp>
    </p:spTree>
    <p:extLst>
      <p:ext uri="{BB962C8B-B14F-4D97-AF65-F5344CB8AC3E}">
        <p14:creationId xmlns:p14="http://schemas.microsoft.com/office/powerpoint/2010/main" val="225205498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smtClean="0"/>
              <a:t>CIDR</a:t>
            </a:r>
            <a:r>
              <a:rPr lang="zh-CN" altLang="en-US" dirty="0"/>
              <a:t>小结</a:t>
            </a:r>
          </a:p>
        </p:txBody>
      </p:sp>
      <p:sp>
        <p:nvSpPr>
          <p:cNvPr id="4" name="页脚占位符 3"/>
          <p:cNvSpPr>
            <a:spLocks noGrp="1"/>
          </p:cNvSpPr>
          <p:nvPr>
            <p:ph type="ftr" sz="quarter" idx="11"/>
          </p:nvPr>
        </p:nvSpPr>
        <p:spPr/>
        <p:txBody>
          <a:bodyPr/>
          <a:lstStyle/>
          <a:p>
            <a:r>
              <a:rPr lang="en-US" altLang="zh-CN" smtClean="0"/>
              <a:t>ppt课件</a:t>
            </a:r>
            <a:endParaRPr lang="en-US" altLang="zh-CN"/>
          </a:p>
        </p:txBody>
      </p:sp>
      <p:sp>
        <p:nvSpPr>
          <p:cNvPr id="5" name="灯片编号占位符 4"/>
          <p:cNvSpPr>
            <a:spLocks noGrp="1"/>
          </p:cNvSpPr>
          <p:nvPr>
            <p:ph type="sldNum" sz="quarter" idx="12"/>
          </p:nvPr>
        </p:nvSpPr>
        <p:spPr/>
        <p:txBody>
          <a:bodyPr/>
          <a:lstStyle/>
          <a:p>
            <a:fld id="{7C661C98-5699-4428-B37E-AF7B22049360}" type="slidenum">
              <a:rPr lang="zh-CN" altLang="en-US" smtClean="0"/>
              <a:pPr/>
              <a:t>51</a:t>
            </a:fld>
            <a:endParaRPr lang="en-US" altLang="zh-CN"/>
          </a:p>
        </p:txBody>
      </p:sp>
      <p:pic>
        <p:nvPicPr>
          <p:cNvPr id="6" name="图片 5"/>
          <p:cNvPicPr>
            <a:picLocks noChangeAspect="1"/>
          </p:cNvPicPr>
          <p:nvPr/>
        </p:nvPicPr>
        <p:blipFill>
          <a:blip r:embed="rId2"/>
          <a:stretch>
            <a:fillRect/>
          </a:stretch>
        </p:blipFill>
        <p:spPr>
          <a:xfrm>
            <a:off x="872042" y="1844868"/>
            <a:ext cx="8538658" cy="4374879"/>
          </a:xfrm>
          <a:prstGeom prst="rect">
            <a:avLst/>
          </a:prstGeom>
        </p:spPr>
      </p:pic>
    </p:spTree>
    <p:extLst>
      <p:ext uri="{BB962C8B-B14F-4D97-AF65-F5344CB8AC3E}">
        <p14:creationId xmlns:p14="http://schemas.microsoft.com/office/powerpoint/2010/main" val="272708475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21"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4.4  </a:t>
            </a:r>
            <a:r>
              <a:rPr lang="zh-CN" altLang="zh-CN" smtClean="0">
                <a:ea typeface="黑体" panose="02010609060101010101" pitchFamily="49" charset="-122"/>
              </a:rPr>
              <a:t>网际控制报文协议</a:t>
            </a:r>
            <a:r>
              <a:rPr lang="en-US" altLang="zh-CN" smtClean="0">
                <a:ea typeface="黑体" panose="02010609060101010101" pitchFamily="49" charset="-122"/>
              </a:rPr>
              <a:t> ICMP</a:t>
            </a:r>
            <a:endParaRPr lang="zh-CN" altLang="en-US" smtClean="0">
              <a:ea typeface="黑体" panose="02010609060101010101" pitchFamily="49" charset="-122"/>
            </a:endParaRPr>
          </a:p>
        </p:txBody>
      </p:sp>
      <p:sp>
        <p:nvSpPr>
          <p:cNvPr id="952322" name="Rectangle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4.4.1  ICMP </a:t>
            </a:r>
            <a:r>
              <a:rPr lang="zh-CN" altLang="zh-CN" smtClean="0">
                <a:ea typeface="黑体" panose="02010609060101010101" pitchFamily="49" charset="-122"/>
              </a:rPr>
              <a:t>报文的种类</a:t>
            </a:r>
          </a:p>
          <a:p>
            <a:r>
              <a:rPr lang="en-US" altLang="zh-CN" smtClean="0">
                <a:ea typeface="黑体" panose="02010609060101010101" pitchFamily="49" charset="-122"/>
              </a:rPr>
              <a:t>4.4.2  ICMP </a:t>
            </a:r>
            <a:r>
              <a:rPr lang="zh-CN" altLang="zh-CN" smtClean="0">
                <a:ea typeface="黑体" panose="02010609060101010101" pitchFamily="49" charset="-122"/>
              </a:rPr>
              <a:t>的应用举例</a:t>
            </a:r>
          </a:p>
        </p:txBody>
      </p:sp>
      <p:sp>
        <p:nvSpPr>
          <p:cNvPr id="95232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D0CCA0E-745F-45FD-B59C-806710C46C82}" type="slidenum">
              <a:rPr lang="zh-CN" altLang="en-US" smtClean="0"/>
              <a:pPr eaLnBrk="1" hangingPunct="1"/>
              <a:t>52</a:t>
            </a:fld>
            <a:endParaRPr lang="en-US" altLang="zh-CN" smtClean="0"/>
          </a:p>
        </p:txBody>
      </p:sp>
      <p:sp>
        <p:nvSpPr>
          <p:cNvPr id="95232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436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4.4  </a:t>
            </a:r>
            <a:r>
              <a:rPr lang="zh-CN" altLang="zh-CN" smtClean="0">
                <a:ea typeface="黑体" panose="02010609060101010101" pitchFamily="49" charset="-122"/>
              </a:rPr>
              <a:t>网际控制报文协议</a:t>
            </a:r>
            <a:r>
              <a:rPr lang="en-US" altLang="zh-CN" smtClean="0">
                <a:ea typeface="黑体" panose="02010609060101010101" pitchFamily="49" charset="-122"/>
              </a:rPr>
              <a:t>ICMP</a:t>
            </a:r>
            <a:endParaRPr lang="zh-CN" altLang="en-US" smtClean="0">
              <a:ea typeface="黑体" panose="02010609060101010101" pitchFamily="49" charset="-122"/>
            </a:endParaRPr>
          </a:p>
        </p:txBody>
      </p:sp>
      <p:sp>
        <p:nvSpPr>
          <p:cNvPr id="954370" name="Rectangle 3"/>
          <p:cNvSpPr>
            <a:spLocks noGrp="1" noChangeArrowheads="1"/>
          </p:cNvSpPr>
          <p:nvPr>
            <p:ph idx="1"/>
          </p:nvPr>
        </p:nvSpPr>
        <p:spPr>
          <a:xfrm>
            <a:off x="495300" y="1196975"/>
            <a:ext cx="9066213" cy="4933950"/>
          </a:xfrm>
        </p:spPr>
        <p:txBody>
          <a:bodyPr/>
          <a:lstStyle/>
          <a:p>
            <a:r>
              <a:rPr lang="zh-CN" altLang="zh-CN" sz="2800" dirty="0" smtClean="0">
                <a:ea typeface="黑体" panose="02010609060101010101" pitchFamily="49" charset="-122"/>
              </a:rPr>
              <a:t>为了更有效地转发</a:t>
            </a:r>
            <a:r>
              <a:rPr lang="en-US" altLang="zh-CN" sz="2800" dirty="0" smtClean="0">
                <a:ea typeface="黑体" panose="02010609060101010101" pitchFamily="49" charset="-122"/>
              </a:rPr>
              <a:t> IP </a:t>
            </a:r>
            <a:r>
              <a:rPr lang="zh-CN" altLang="zh-CN" sz="2800" dirty="0" smtClean="0">
                <a:ea typeface="黑体" panose="02010609060101010101" pitchFamily="49" charset="-122"/>
              </a:rPr>
              <a:t>数据报和提高交付成功的机会，在网际层使用了</a:t>
            </a:r>
            <a:r>
              <a:rPr lang="zh-CN" altLang="zh-CN" sz="2800" u="sng" dirty="0" smtClean="0">
                <a:solidFill>
                  <a:srgbClr val="FF0000"/>
                </a:solidFill>
                <a:ea typeface="黑体" panose="02010609060101010101" pitchFamily="49" charset="-122"/>
              </a:rPr>
              <a:t>网际控制报文协议</a:t>
            </a:r>
            <a:r>
              <a:rPr lang="en-US" altLang="zh-CN" sz="2800" u="sng" dirty="0" smtClean="0">
                <a:solidFill>
                  <a:srgbClr val="FF0000"/>
                </a:solidFill>
                <a:ea typeface="黑体" panose="02010609060101010101" pitchFamily="49" charset="-122"/>
              </a:rPr>
              <a:t> ICMP (Internet Control Message Protocol)</a:t>
            </a:r>
            <a:r>
              <a:rPr lang="zh-CN" altLang="zh-CN" sz="2800" dirty="0" smtClean="0">
                <a:ea typeface="黑体" panose="02010609060101010101" pitchFamily="49" charset="-122"/>
              </a:rPr>
              <a:t>。</a:t>
            </a:r>
            <a:endParaRPr lang="en-US" altLang="zh-CN" sz="2800" dirty="0" smtClean="0">
              <a:ea typeface="黑体" panose="02010609060101010101" pitchFamily="49" charset="-122"/>
            </a:endParaRPr>
          </a:p>
          <a:p>
            <a:r>
              <a:rPr lang="en-US" altLang="zh-CN" sz="2800" dirty="0" smtClean="0">
                <a:ea typeface="黑体" panose="02010609060101010101" pitchFamily="49" charset="-122"/>
              </a:rPr>
              <a:t>ICMP </a:t>
            </a:r>
            <a:r>
              <a:rPr lang="zh-CN" altLang="zh-CN" sz="2800" dirty="0" smtClean="0">
                <a:ea typeface="黑体" panose="02010609060101010101" pitchFamily="49" charset="-122"/>
              </a:rPr>
              <a:t>是互联网的标准协议。</a:t>
            </a:r>
            <a:endParaRPr lang="en-US" altLang="zh-CN" sz="2800" dirty="0" smtClean="0">
              <a:ea typeface="黑体" panose="02010609060101010101" pitchFamily="49" charset="-122"/>
            </a:endParaRPr>
          </a:p>
          <a:p>
            <a:r>
              <a:rPr lang="en-US" altLang="zh-CN" sz="2800" dirty="0" smtClean="0">
                <a:ea typeface="黑体" panose="02010609060101010101" pitchFamily="49" charset="-122"/>
              </a:rPr>
              <a:t>ICMP </a:t>
            </a:r>
            <a:r>
              <a:rPr lang="zh-CN" altLang="zh-CN" sz="2800" dirty="0" smtClean="0">
                <a:solidFill>
                  <a:srgbClr val="0000FF"/>
                </a:solidFill>
                <a:ea typeface="黑体" panose="02010609060101010101" pitchFamily="49" charset="-122"/>
              </a:rPr>
              <a:t>允许主机或路由器报告差错情况和提供有关异常情况的报告</a:t>
            </a:r>
            <a:r>
              <a:rPr lang="zh-CN" altLang="zh-CN" sz="2800" dirty="0" smtClean="0">
                <a:ea typeface="黑体" panose="02010609060101010101" pitchFamily="49" charset="-122"/>
              </a:rPr>
              <a:t>。</a:t>
            </a:r>
            <a:endParaRPr lang="en-US" altLang="zh-CN" sz="2800" dirty="0" smtClean="0">
              <a:ea typeface="黑体" panose="02010609060101010101" pitchFamily="49" charset="-122"/>
            </a:endParaRPr>
          </a:p>
          <a:p>
            <a:r>
              <a:rPr lang="zh-CN" altLang="zh-CN" sz="2800" dirty="0" smtClean="0">
                <a:ea typeface="黑体" panose="02010609060101010101" pitchFamily="49" charset="-122"/>
              </a:rPr>
              <a:t>但</a:t>
            </a:r>
            <a:r>
              <a:rPr lang="en-US" altLang="zh-CN" sz="2800" dirty="0" smtClean="0">
                <a:ea typeface="黑体" panose="02010609060101010101" pitchFamily="49" charset="-122"/>
              </a:rPr>
              <a:t> ICMP </a:t>
            </a:r>
            <a:r>
              <a:rPr lang="zh-CN" altLang="zh-CN" sz="2800" dirty="0" smtClean="0">
                <a:solidFill>
                  <a:srgbClr val="0000FF"/>
                </a:solidFill>
                <a:ea typeface="黑体" panose="02010609060101010101" pitchFamily="49" charset="-122"/>
              </a:rPr>
              <a:t>不是高层协议</a:t>
            </a:r>
            <a:r>
              <a:rPr lang="zh-CN" altLang="zh-CN" sz="2800" dirty="0" smtClean="0">
                <a:ea typeface="黑体" panose="02010609060101010101" pitchFamily="49" charset="-122"/>
              </a:rPr>
              <a:t>（看起来好像是高层协议，因为</a:t>
            </a:r>
            <a:r>
              <a:rPr lang="en-US" altLang="zh-CN" sz="2800" dirty="0" smtClean="0">
                <a:ea typeface="黑体" panose="02010609060101010101" pitchFamily="49" charset="-122"/>
              </a:rPr>
              <a:t> ICMP </a:t>
            </a:r>
            <a:r>
              <a:rPr lang="zh-CN" altLang="zh-CN" sz="2800" dirty="0" smtClean="0">
                <a:ea typeface="黑体" panose="02010609060101010101" pitchFamily="49" charset="-122"/>
              </a:rPr>
              <a:t>报文是装在</a:t>
            </a:r>
            <a:r>
              <a:rPr lang="en-US" altLang="zh-CN" sz="2800" dirty="0" smtClean="0">
                <a:ea typeface="黑体" panose="02010609060101010101" pitchFamily="49" charset="-122"/>
              </a:rPr>
              <a:t> IP </a:t>
            </a:r>
            <a:r>
              <a:rPr lang="zh-CN" altLang="zh-CN" sz="2800" dirty="0" smtClean="0">
                <a:ea typeface="黑体" panose="02010609060101010101" pitchFamily="49" charset="-122"/>
              </a:rPr>
              <a:t>数据报中，作为其中的数据部分），而是</a:t>
            </a:r>
            <a:r>
              <a:rPr lang="en-US" altLang="zh-CN" sz="2800" dirty="0" smtClean="0">
                <a:ea typeface="黑体" panose="02010609060101010101" pitchFamily="49" charset="-122"/>
              </a:rPr>
              <a:t> IP </a:t>
            </a:r>
            <a:r>
              <a:rPr lang="zh-CN" altLang="zh-CN" sz="2800" dirty="0" smtClean="0">
                <a:ea typeface="黑体" panose="02010609060101010101" pitchFamily="49" charset="-122"/>
              </a:rPr>
              <a:t>层的协议。</a:t>
            </a:r>
            <a:endParaRPr lang="zh-CN" altLang="en-US" sz="2800" dirty="0" smtClean="0">
              <a:solidFill>
                <a:srgbClr val="0000CC"/>
              </a:solidFill>
              <a:ea typeface="黑体" panose="02010609060101010101" pitchFamily="49" charset="-122"/>
            </a:endParaRPr>
          </a:p>
        </p:txBody>
      </p:sp>
      <p:sp>
        <p:nvSpPr>
          <p:cNvPr id="9543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51E03F7-D668-4878-B27A-E44642A11931}" type="slidenum">
              <a:rPr lang="zh-CN" altLang="en-US" smtClean="0"/>
              <a:pPr eaLnBrk="1" hangingPunct="1"/>
              <a:t>53</a:t>
            </a:fld>
            <a:endParaRPr lang="en-US" altLang="zh-CN" smtClean="0"/>
          </a:p>
        </p:txBody>
      </p:sp>
      <p:sp>
        <p:nvSpPr>
          <p:cNvPr id="9543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6417" name="Rectangle 3"/>
          <p:cNvSpPr>
            <a:spLocks noGrp="1" noChangeArrowheads="1"/>
          </p:cNvSpPr>
          <p:nvPr>
            <p:ph type="title"/>
          </p:nvPr>
        </p:nvSpPr>
        <p:spPr/>
        <p:txBody>
          <a:bodyPr/>
          <a:lstStyle/>
          <a:p>
            <a:pPr algn="ctr"/>
            <a:r>
              <a:rPr lang="en-US" altLang="zh-CN" smtClean="0">
                <a:ea typeface="黑体" panose="02010609060101010101" pitchFamily="49" charset="-122"/>
              </a:rPr>
              <a:t>ICMP </a:t>
            </a:r>
            <a:r>
              <a:rPr lang="zh-CN" altLang="en-US" smtClean="0">
                <a:ea typeface="黑体" panose="02010609060101010101" pitchFamily="49" charset="-122"/>
              </a:rPr>
              <a:t>报文的格式 </a:t>
            </a:r>
          </a:p>
        </p:txBody>
      </p:sp>
      <p:sp>
        <p:nvSpPr>
          <p:cNvPr id="956418" name="AutoShape 31"/>
          <p:cNvSpPr>
            <a:spLocks noChangeArrowheads="1"/>
          </p:cNvSpPr>
          <p:nvPr/>
        </p:nvSpPr>
        <p:spPr bwMode="auto">
          <a:xfrm rot="5400000">
            <a:off x="2246312" y="4541838"/>
            <a:ext cx="288925" cy="508000"/>
          </a:xfrm>
          <a:prstGeom prst="downArrow">
            <a:avLst>
              <a:gd name="adj1" fmla="val 47222"/>
              <a:gd name="adj2" fmla="val 83850"/>
            </a:avLst>
          </a:prstGeom>
          <a:solidFill>
            <a:srgbClr val="C00000"/>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黑体" panose="02010609060101010101" pitchFamily="49" charset="-122"/>
            </a:endParaRPr>
          </a:p>
        </p:txBody>
      </p:sp>
      <p:sp>
        <p:nvSpPr>
          <p:cNvPr id="956419" name="Rectangle 2"/>
          <p:cNvSpPr>
            <a:spLocks noChangeArrowheads="1"/>
          </p:cNvSpPr>
          <p:nvPr/>
        </p:nvSpPr>
        <p:spPr bwMode="auto">
          <a:xfrm>
            <a:off x="2614613" y="4618038"/>
            <a:ext cx="4602162" cy="390525"/>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6420" name="Rectangle 4"/>
          <p:cNvSpPr>
            <a:spLocks noChangeArrowheads="1"/>
          </p:cNvSpPr>
          <p:nvPr/>
        </p:nvSpPr>
        <p:spPr bwMode="auto">
          <a:xfrm>
            <a:off x="3870325" y="4641850"/>
            <a:ext cx="3325813" cy="3667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6421" name="Freeform 5"/>
          <p:cNvSpPr>
            <a:spLocks noChangeArrowheads="1"/>
          </p:cNvSpPr>
          <p:nvPr/>
        </p:nvSpPr>
        <p:spPr bwMode="auto">
          <a:xfrm>
            <a:off x="2641600" y="3397250"/>
            <a:ext cx="6080125" cy="468313"/>
          </a:xfrm>
          <a:custGeom>
            <a:avLst/>
            <a:gdLst>
              <a:gd name="T0" fmla="*/ 0 w 2790"/>
              <a:gd name="T1" fmla="*/ 6 h 279"/>
              <a:gd name="T2" fmla="*/ 561 w 2790"/>
              <a:gd name="T3" fmla="*/ 279 h 279"/>
              <a:gd name="T4" fmla="*/ 2100 w 2790"/>
              <a:gd name="T5" fmla="*/ 276 h 279"/>
              <a:gd name="T6" fmla="*/ 2790 w 2790"/>
              <a:gd name="T7" fmla="*/ 0 h 279"/>
              <a:gd name="T8" fmla="*/ 0 w 2790"/>
              <a:gd name="T9" fmla="*/ 6 h 279"/>
            </a:gdLst>
            <a:ahLst/>
            <a:cxnLst>
              <a:cxn ang="0">
                <a:pos x="T0" y="T1"/>
              </a:cxn>
              <a:cxn ang="0">
                <a:pos x="T2" y="T3"/>
              </a:cxn>
              <a:cxn ang="0">
                <a:pos x="T4" y="T5"/>
              </a:cxn>
              <a:cxn ang="0">
                <a:pos x="T6" y="T7"/>
              </a:cxn>
              <a:cxn ang="0">
                <a:pos x="T8" y="T9"/>
              </a:cxn>
            </a:cxnLst>
            <a:rect l="0" t="0" r="r" b="b"/>
            <a:pathLst>
              <a:path w="2790" h="279">
                <a:moveTo>
                  <a:pt x="0" y="6"/>
                </a:moveTo>
                <a:lnTo>
                  <a:pt x="561" y="279"/>
                </a:lnTo>
                <a:lnTo>
                  <a:pt x="2100" y="276"/>
                </a:lnTo>
                <a:lnTo>
                  <a:pt x="2790" y="0"/>
                </a:lnTo>
                <a:lnTo>
                  <a:pt x="0" y="6"/>
                </a:lnTo>
                <a:close/>
              </a:path>
            </a:pathLst>
          </a:custGeom>
          <a:gradFill rotWithShape="1">
            <a:gsLst>
              <a:gs pos="0">
                <a:srgbClr val="A6A6A6"/>
              </a:gs>
              <a:gs pos="100000">
                <a:srgbClr val="FFFF00"/>
              </a:gs>
            </a:gsLst>
            <a:lin ang="162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56422" name="Line 6"/>
          <p:cNvSpPr>
            <a:spLocks noChangeShapeType="1"/>
          </p:cNvSpPr>
          <p:nvPr/>
        </p:nvSpPr>
        <p:spPr bwMode="auto">
          <a:xfrm>
            <a:off x="2614613" y="5241925"/>
            <a:ext cx="4602162" cy="0"/>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6423" name="Text Box 7"/>
          <p:cNvSpPr txBox="1">
            <a:spLocks noChangeArrowheads="1"/>
          </p:cNvSpPr>
          <p:nvPr/>
        </p:nvSpPr>
        <p:spPr bwMode="auto">
          <a:xfrm>
            <a:off x="2722563" y="4614863"/>
            <a:ext cx="841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首  部</a:t>
            </a:r>
          </a:p>
        </p:txBody>
      </p:sp>
      <p:sp>
        <p:nvSpPr>
          <p:cNvPr id="956424" name="Rectangle 8"/>
          <p:cNvSpPr>
            <a:spLocks noChangeArrowheads="1"/>
          </p:cNvSpPr>
          <p:nvPr/>
        </p:nvSpPr>
        <p:spPr bwMode="auto">
          <a:xfrm>
            <a:off x="3870325" y="3841750"/>
            <a:ext cx="3346450" cy="392113"/>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000" b="1">
                <a:solidFill>
                  <a:srgbClr val="0000CC"/>
                </a:solidFill>
                <a:ea typeface="黑体" panose="02010609060101010101" pitchFamily="49" charset="-122"/>
              </a:rPr>
              <a:t>ICMP </a:t>
            </a:r>
            <a:r>
              <a:rPr lang="zh-CN" altLang="en-US" sz="2000" b="1">
                <a:solidFill>
                  <a:srgbClr val="0000CC"/>
                </a:solidFill>
                <a:ea typeface="黑体" panose="02010609060101010101" pitchFamily="49" charset="-122"/>
              </a:rPr>
              <a:t>报文</a:t>
            </a:r>
          </a:p>
        </p:txBody>
      </p:sp>
      <p:sp>
        <p:nvSpPr>
          <p:cNvPr id="956425" name="Text Box 9"/>
          <p:cNvSpPr txBox="1">
            <a:spLocks noChangeArrowheads="1"/>
          </p:cNvSpPr>
          <p:nvPr/>
        </p:nvSpPr>
        <p:spPr bwMode="auto">
          <a:xfrm>
            <a:off x="2519363" y="14843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0</a:t>
            </a:r>
          </a:p>
        </p:txBody>
      </p:sp>
      <p:sp>
        <p:nvSpPr>
          <p:cNvPr id="956426" name="Line 10"/>
          <p:cNvSpPr>
            <a:spLocks noChangeShapeType="1"/>
          </p:cNvSpPr>
          <p:nvPr/>
        </p:nvSpPr>
        <p:spPr bwMode="auto">
          <a:xfrm>
            <a:off x="3870325" y="4618038"/>
            <a:ext cx="0" cy="3905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6427" name="Text Box 11"/>
          <p:cNvSpPr txBox="1">
            <a:spLocks noChangeArrowheads="1"/>
          </p:cNvSpPr>
          <p:nvPr/>
        </p:nvSpPr>
        <p:spPr bwMode="auto">
          <a:xfrm>
            <a:off x="4552950" y="4614863"/>
            <a:ext cx="16414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数  据  部  分</a:t>
            </a:r>
          </a:p>
        </p:txBody>
      </p:sp>
      <p:sp>
        <p:nvSpPr>
          <p:cNvPr id="956428" name="AutoShape 12"/>
          <p:cNvSpPr>
            <a:spLocks noChangeArrowheads="1"/>
          </p:cNvSpPr>
          <p:nvPr/>
        </p:nvSpPr>
        <p:spPr bwMode="auto">
          <a:xfrm>
            <a:off x="5334000" y="4233863"/>
            <a:ext cx="312738" cy="468312"/>
          </a:xfrm>
          <a:prstGeom prst="downArrow">
            <a:avLst>
              <a:gd name="adj1" fmla="val 47222"/>
              <a:gd name="adj2" fmla="val 83816"/>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黑体" panose="02010609060101010101" pitchFamily="49" charset="-122"/>
            </a:endParaRPr>
          </a:p>
        </p:txBody>
      </p:sp>
      <p:sp>
        <p:nvSpPr>
          <p:cNvPr id="956429" name="Rectangle 13"/>
          <p:cNvSpPr>
            <a:spLocks noChangeArrowheads="1"/>
          </p:cNvSpPr>
          <p:nvPr/>
        </p:nvSpPr>
        <p:spPr bwMode="auto">
          <a:xfrm>
            <a:off x="2614613" y="1863725"/>
            <a:ext cx="6067425" cy="1563688"/>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6430" name="Line 14"/>
          <p:cNvSpPr>
            <a:spLocks noChangeShapeType="1"/>
          </p:cNvSpPr>
          <p:nvPr/>
        </p:nvSpPr>
        <p:spPr bwMode="auto">
          <a:xfrm rot="5400000" flipV="1">
            <a:off x="5648326" y="-809625"/>
            <a:ext cx="0" cy="60674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6431" name="Line 15"/>
          <p:cNvSpPr>
            <a:spLocks noChangeShapeType="1"/>
          </p:cNvSpPr>
          <p:nvPr/>
        </p:nvSpPr>
        <p:spPr bwMode="auto">
          <a:xfrm flipV="1">
            <a:off x="4130675" y="1833563"/>
            <a:ext cx="0" cy="3905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6432" name="Line 16"/>
          <p:cNvSpPr>
            <a:spLocks noChangeShapeType="1"/>
          </p:cNvSpPr>
          <p:nvPr/>
        </p:nvSpPr>
        <p:spPr bwMode="auto">
          <a:xfrm flipV="1">
            <a:off x="5646738" y="1833563"/>
            <a:ext cx="0" cy="3905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6433" name="Line 17"/>
          <p:cNvSpPr>
            <a:spLocks noChangeShapeType="1"/>
          </p:cNvSpPr>
          <p:nvPr/>
        </p:nvSpPr>
        <p:spPr bwMode="auto">
          <a:xfrm flipV="1">
            <a:off x="5646738" y="1833563"/>
            <a:ext cx="0" cy="3905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38642" name="Text Box 18"/>
          <p:cNvSpPr txBox="1">
            <a:spLocks noChangeArrowheads="1"/>
          </p:cNvSpPr>
          <p:nvPr/>
        </p:nvSpPr>
        <p:spPr bwMode="auto">
          <a:xfrm>
            <a:off x="6589713" y="1806575"/>
            <a:ext cx="954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检验和</a:t>
            </a:r>
          </a:p>
        </p:txBody>
      </p:sp>
      <p:sp>
        <p:nvSpPr>
          <p:cNvPr id="538643" name="Text Box 19"/>
          <p:cNvSpPr txBox="1">
            <a:spLocks noChangeArrowheads="1"/>
          </p:cNvSpPr>
          <p:nvPr/>
        </p:nvSpPr>
        <p:spPr bwMode="auto">
          <a:xfrm>
            <a:off x="2928938" y="1806575"/>
            <a:ext cx="6969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类型</a:t>
            </a:r>
          </a:p>
        </p:txBody>
      </p:sp>
      <p:sp>
        <p:nvSpPr>
          <p:cNvPr id="538644" name="Text Box 20"/>
          <p:cNvSpPr txBox="1">
            <a:spLocks noChangeArrowheads="1"/>
          </p:cNvSpPr>
          <p:nvPr/>
        </p:nvSpPr>
        <p:spPr bwMode="auto">
          <a:xfrm>
            <a:off x="4530725" y="1806575"/>
            <a:ext cx="698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代码</a:t>
            </a:r>
          </a:p>
        </p:txBody>
      </p:sp>
      <p:sp>
        <p:nvSpPr>
          <p:cNvPr id="956437" name="Text Box 21"/>
          <p:cNvSpPr txBox="1">
            <a:spLocks noChangeArrowheads="1"/>
          </p:cNvSpPr>
          <p:nvPr/>
        </p:nvSpPr>
        <p:spPr bwMode="auto">
          <a:xfrm>
            <a:off x="2868613" y="2203450"/>
            <a:ext cx="4965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（这 </a:t>
            </a:r>
            <a:r>
              <a:rPr lang="en-US" altLang="zh-CN" sz="2000" b="1">
                <a:solidFill>
                  <a:srgbClr val="0000CC"/>
                </a:solidFill>
                <a:ea typeface="黑体" panose="02010609060101010101" pitchFamily="49" charset="-122"/>
              </a:rPr>
              <a:t>4 </a:t>
            </a:r>
            <a:r>
              <a:rPr lang="zh-CN" altLang="en-US" sz="2000" b="1">
                <a:solidFill>
                  <a:srgbClr val="0000CC"/>
                </a:solidFill>
                <a:ea typeface="黑体" panose="02010609060101010101" pitchFamily="49" charset="-122"/>
              </a:rPr>
              <a:t>个字节取决于 </a:t>
            </a:r>
            <a:r>
              <a:rPr lang="en-US" altLang="zh-CN" sz="2000" b="1">
                <a:solidFill>
                  <a:srgbClr val="0000CC"/>
                </a:solidFill>
                <a:ea typeface="黑体" panose="02010609060101010101" pitchFamily="49" charset="-122"/>
              </a:rPr>
              <a:t>ICMP </a:t>
            </a:r>
            <a:r>
              <a:rPr lang="zh-CN" altLang="en-US" sz="2000" b="1">
                <a:solidFill>
                  <a:srgbClr val="0000CC"/>
                </a:solidFill>
                <a:ea typeface="黑体" panose="02010609060101010101" pitchFamily="49" charset="-122"/>
              </a:rPr>
              <a:t>报文的类型）</a:t>
            </a:r>
          </a:p>
        </p:txBody>
      </p:sp>
      <p:sp>
        <p:nvSpPr>
          <p:cNvPr id="956438" name="Text Box 22"/>
          <p:cNvSpPr txBox="1">
            <a:spLocks noChangeArrowheads="1"/>
          </p:cNvSpPr>
          <p:nvPr/>
        </p:nvSpPr>
        <p:spPr bwMode="auto">
          <a:xfrm>
            <a:off x="4014788" y="14843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8</a:t>
            </a:r>
          </a:p>
        </p:txBody>
      </p:sp>
      <p:sp>
        <p:nvSpPr>
          <p:cNvPr id="956439" name="Text Box 23"/>
          <p:cNvSpPr txBox="1">
            <a:spLocks noChangeArrowheads="1"/>
          </p:cNvSpPr>
          <p:nvPr/>
        </p:nvSpPr>
        <p:spPr bwMode="auto">
          <a:xfrm>
            <a:off x="5454650" y="1484313"/>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16</a:t>
            </a:r>
          </a:p>
        </p:txBody>
      </p:sp>
      <p:sp>
        <p:nvSpPr>
          <p:cNvPr id="956440" name="Rectangle 24"/>
          <p:cNvSpPr>
            <a:spLocks noChangeArrowheads="1"/>
          </p:cNvSpPr>
          <p:nvPr/>
        </p:nvSpPr>
        <p:spPr bwMode="auto">
          <a:xfrm>
            <a:off x="4165600" y="5086350"/>
            <a:ext cx="1377950" cy="2857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6441" name="Text Box 25"/>
          <p:cNvSpPr txBox="1">
            <a:spLocks noChangeArrowheads="1"/>
          </p:cNvSpPr>
          <p:nvPr/>
        </p:nvSpPr>
        <p:spPr bwMode="auto">
          <a:xfrm>
            <a:off x="8324850" y="1484313"/>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31</a:t>
            </a:r>
          </a:p>
        </p:txBody>
      </p:sp>
      <p:sp>
        <p:nvSpPr>
          <p:cNvPr id="956442" name="Text Box 26"/>
          <p:cNvSpPr txBox="1">
            <a:spLocks noChangeArrowheads="1"/>
          </p:cNvSpPr>
          <p:nvPr/>
        </p:nvSpPr>
        <p:spPr bwMode="auto">
          <a:xfrm>
            <a:off x="4129088" y="5048250"/>
            <a:ext cx="12668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IP </a:t>
            </a:r>
            <a:r>
              <a:rPr lang="zh-CN" altLang="en-US" sz="2000" b="1">
                <a:solidFill>
                  <a:srgbClr val="0000CC"/>
                </a:solidFill>
                <a:ea typeface="黑体" panose="02010609060101010101" pitchFamily="49" charset="-122"/>
              </a:rPr>
              <a:t>数据报</a:t>
            </a:r>
          </a:p>
        </p:txBody>
      </p:sp>
      <p:sp>
        <p:nvSpPr>
          <p:cNvPr id="956443" name="Line 27"/>
          <p:cNvSpPr>
            <a:spLocks noChangeShapeType="1"/>
          </p:cNvSpPr>
          <p:nvPr/>
        </p:nvSpPr>
        <p:spPr bwMode="auto">
          <a:xfrm rot="-5400000">
            <a:off x="5648326" y="-417513"/>
            <a:ext cx="0" cy="60674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38652" name="Text Box 28"/>
          <p:cNvSpPr txBox="1">
            <a:spLocks noChangeArrowheads="1"/>
          </p:cNvSpPr>
          <p:nvPr/>
        </p:nvSpPr>
        <p:spPr bwMode="auto">
          <a:xfrm>
            <a:off x="628650" y="1627188"/>
            <a:ext cx="15017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zh-CN" altLang="en-US" sz="2000" b="1">
                <a:solidFill>
                  <a:srgbClr val="0000CC"/>
                </a:solidFill>
                <a:ea typeface="黑体" panose="02010609060101010101" pitchFamily="49" charset="-122"/>
              </a:rPr>
              <a:t>前 </a:t>
            </a:r>
            <a:r>
              <a:rPr lang="en-US" altLang="zh-CN" sz="2000" b="1">
                <a:solidFill>
                  <a:srgbClr val="0000CC"/>
                </a:solidFill>
                <a:ea typeface="黑体" panose="02010609060101010101" pitchFamily="49" charset="-122"/>
              </a:rPr>
              <a:t>4 </a:t>
            </a:r>
            <a:r>
              <a:rPr lang="zh-CN" altLang="en-US" sz="2000" b="1">
                <a:solidFill>
                  <a:srgbClr val="0000CC"/>
                </a:solidFill>
                <a:ea typeface="黑体" panose="02010609060101010101" pitchFamily="49" charset="-122"/>
              </a:rPr>
              <a:t>个字节</a:t>
            </a:r>
          </a:p>
          <a:p>
            <a:pPr algn="ctr" eaLnBrk="0" hangingPunct="0">
              <a:lnSpc>
                <a:spcPct val="90000"/>
              </a:lnSpc>
            </a:pPr>
            <a:r>
              <a:rPr lang="zh-CN" altLang="en-US" sz="2000" b="1">
                <a:solidFill>
                  <a:srgbClr val="0000CC"/>
                </a:solidFill>
                <a:ea typeface="黑体" panose="02010609060101010101" pitchFamily="49" charset="-122"/>
              </a:rPr>
              <a:t>都是一样的</a:t>
            </a:r>
          </a:p>
        </p:txBody>
      </p:sp>
      <p:sp>
        <p:nvSpPr>
          <p:cNvPr id="956445" name="Text Box 29"/>
          <p:cNvSpPr txBox="1">
            <a:spLocks noChangeArrowheads="1"/>
          </p:cNvSpPr>
          <p:nvPr/>
        </p:nvSpPr>
        <p:spPr bwMode="auto">
          <a:xfrm>
            <a:off x="3249613" y="2814638"/>
            <a:ext cx="44831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ICMP </a:t>
            </a:r>
            <a:r>
              <a:rPr lang="zh-CN" altLang="en-US" sz="2000" b="1">
                <a:solidFill>
                  <a:srgbClr val="0000CC"/>
                </a:solidFill>
                <a:ea typeface="黑体" panose="02010609060101010101" pitchFamily="49" charset="-122"/>
              </a:rPr>
              <a:t>的数据部分（长度取决于类型）</a:t>
            </a:r>
          </a:p>
        </p:txBody>
      </p:sp>
      <p:sp>
        <p:nvSpPr>
          <p:cNvPr id="538654" name="Line 30"/>
          <p:cNvSpPr>
            <a:spLocks noChangeShapeType="1"/>
          </p:cNvSpPr>
          <p:nvPr/>
        </p:nvSpPr>
        <p:spPr bwMode="auto">
          <a:xfrm>
            <a:off x="2090738" y="1989138"/>
            <a:ext cx="52387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95644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59DC070-E9E1-4B5B-8EC4-A49584FE31FF}" type="slidenum">
              <a:rPr lang="zh-CN" altLang="en-US" smtClean="0"/>
              <a:pPr eaLnBrk="1" hangingPunct="1"/>
              <a:t>54</a:t>
            </a:fld>
            <a:endParaRPr lang="en-US" altLang="zh-CN" smtClean="0"/>
          </a:p>
        </p:txBody>
      </p:sp>
      <p:sp>
        <p:nvSpPr>
          <p:cNvPr id="95644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mph" presetSubtype="0" repeatCount="3000" fill="hold" grpId="0" nodeType="clickEffect">
                                  <p:stCondLst>
                                    <p:cond delay="500"/>
                                  </p:stCondLst>
                                  <p:childTnLst>
                                    <p:anim calcmode="discrete" valueType="str">
                                      <p:cBhvr>
                                        <p:cTn id="6" dur="1000" fill="hold"/>
                                        <p:tgtEl>
                                          <p:spTgt spid="538652"/>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grpId="0" nodeType="withEffect">
                                  <p:stCondLst>
                                    <p:cond delay="500"/>
                                  </p:stCondLst>
                                  <p:childTnLst>
                                    <p:anim calcmode="discrete" valueType="str">
                                      <p:cBhvr>
                                        <p:cTn id="8" dur="1000" fill="hold"/>
                                        <p:tgtEl>
                                          <p:spTgt spid="538654"/>
                                        </p:tgtEl>
                                        <p:attrNameLst>
                                          <p:attrName>style.visibility</p:attrName>
                                        </p:attrNameLst>
                                      </p:cBhvr>
                                      <p:tavLst>
                                        <p:tav tm="0">
                                          <p:val>
                                            <p:strVal val="hidden"/>
                                          </p:val>
                                        </p:tav>
                                        <p:tav tm="50000">
                                          <p:val>
                                            <p:strVal val="visible"/>
                                          </p:val>
                                        </p:tav>
                                      </p:tavLst>
                                    </p:anim>
                                  </p:childTnLst>
                                </p:cTn>
                              </p:par>
                              <p:par>
                                <p:cTn id="9" presetID="35" presetClass="emph" presetSubtype="0" repeatCount="3000" fill="hold" grpId="0" nodeType="withEffect">
                                  <p:stCondLst>
                                    <p:cond delay="500"/>
                                  </p:stCondLst>
                                  <p:childTnLst>
                                    <p:anim calcmode="discrete" valueType="str">
                                      <p:cBhvr>
                                        <p:cTn id="10" dur="1000" fill="hold"/>
                                        <p:tgtEl>
                                          <p:spTgt spid="538643"/>
                                        </p:tgtEl>
                                        <p:attrNameLst>
                                          <p:attrName>style.visibility</p:attrName>
                                        </p:attrNameLst>
                                      </p:cBhvr>
                                      <p:tavLst>
                                        <p:tav tm="0">
                                          <p:val>
                                            <p:strVal val="hidden"/>
                                          </p:val>
                                        </p:tav>
                                        <p:tav tm="50000">
                                          <p:val>
                                            <p:strVal val="visible"/>
                                          </p:val>
                                        </p:tav>
                                      </p:tavLst>
                                    </p:anim>
                                  </p:childTnLst>
                                </p:cTn>
                              </p:par>
                              <p:par>
                                <p:cTn id="11" presetID="35" presetClass="emph" presetSubtype="0" repeatCount="3000" fill="hold" grpId="0" nodeType="withEffect">
                                  <p:stCondLst>
                                    <p:cond delay="500"/>
                                  </p:stCondLst>
                                  <p:childTnLst>
                                    <p:anim calcmode="discrete" valueType="str">
                                      <p:cBhvr>
                                        <p:cTn id="12" dur="1000" fill="hold"/>
                                        <p:tgtEl>
                                          <p:spTgt spid="538644"/>
                                        </p:tgtEl>
                                        <p:attrNameLst>
                                          <p:attrName>style.visibility</p:attrName>
                                        </p:attrNameLst>
                                      </p:cBhvr>
                                      <p:tavLst>
                                        <p:tav tm="0">
                                          <p:val>
                                            <p:strVal val="hidden"/>
                                          </p:val>
                                        </p:tav>
                                        <p:tav tm="50000">
                                          <p:val>
                                            <p:strVal val="visible"/>
                                          </p:val>
                                        </p:tav>
                                      </p:tavLst>
                                    </p:anim>
                                  </p:childTnLst>
                                </p:cTn>
                              </p:par>
                              <p:par>
                                <p:cTn id="13" presetID="35" presetClass="emph" presetSubtype="0" repeatCount="3000" fill="hold" grpId="0" nodeType="withEffect">
                                  <p:stCondLst>
                                    <p:cond delay="500"/>
                                  </p:stCondLst>
                                  <p:childTnLst>
                                    <p:anim calcmode="discrete" valueType="str">
                                      <p:cBhvr>
                                        <p:cTn id="14" dur="1000" fill="hold"/>
                                        <p:tgtEl>
                                          <p:spTgt spid="53864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8642" grpId="0"/>
      <p:bldP spid="538643" grpId="0"/>
      <p:bldP spid="538644" grpId="0"/>
      <p:bldP spid="538652" grpId="0"/>
      <p:bldP spid="538654"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846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4.4.1  ICMP </a:t>
            </a:r>
            <a:r>
              <a:rPr lang="zh-CN" altLang="en-US" smtClean="0">
                <a:ea typeface="黑体" panose="02010609060101010101" pitchFamily="49" charset="-122"/>
              </a:rPr>
              <a:t>报文的种类</a:t>
            </a:r>
          </a:p>
        </p:txBody>
      </p:sp>
      <p:sp>
        <p:nvSpPr>
          <p:cNvPr id="539651" name="Rectangle 3"/>
          <p:cNvSpPr>
            <a:spLocks noGrp="1" noChangeArrowheads="1"/>
          </p:cNvSpPr>
          <p:nvPr>
            <p:ph idx="1"/>
          </p:nvPr>
        </p:nvSpPr>
        <p:spPr>
          <a:xfrm>
            <a:off x="495300" y="1196975"/>
            <a:ext cx="9066213" cy="4933950"/>
          </a:xfrm>
        </p:spPr>
        <p:txBody>
          <a:bodyPr/>
          <a:lstStyle/>
          <a:p>
            <a:pPr algn="just"/>
            <a:r>
              <a:rPr lang="en-US" altLang="zh-CN" smtClean="0">
                <a:ea typeface="黑体" panose="02010609060101010101" pitchFamily="49" charset="-122"/>
              </a:rPr>
              <a:t>ICMP </a:t>
            </a:r>
            <a:r>
              <a:rPr lang="zh-CN" altLang="en-US" smtClean="0">
                <a:ea typeface="黑体" panose="02010609060101010101" pitchFamily="49" charset="-122"/>
              </a:rPr>
              <a:t>报文的种类有两种，即 </a:t>
            </a:r>
            <a:r>
              <a:rPr lang="en-US" altLang="zh-CN" smtClean="0">
                <a:ea typeface="黑体" panose="02010609060101010101" pitchFamily="49" charset="-122"/>
              </a:rPr>
              <a:t>ICMP </a:t>
            </a:r>
            <a:r>
              <a:rPr lang="zh-CN" altLang="en-US" smtClean="0">
                <a:solidFill>
                  <a:srgbClr val="FF0000"/>
                </a:solidFill>
                <a:ea typeface="黑体" panose="02010609060101010101" pitchFamily="49" charset="-122"/>
              </a:rPr>
              <a:t>差错报告报文</a:t>
            </a:r>
            <a:r>
              <a:rPr lang="zh-CN" altLang="en-US" smtClean="0">
                <a:ea typeface="黑体" panose="02010609060101010101" pitchFamily="49" charset="-122"/>
              </a:rPr>
              <a:t>和 </a:t>
            </a:r>
            <a:r>
              <a:rPr lang="en-US" altLang="zh-CN" smtClean="0">
                <a:ea typeface="黑体" panose="02010609060101010101" pitchFamily="49" charset="-122"/>
              </a:rPr>
              <a:t>ICMP </a:t>
            </a:r>
            <a:r>
              <a:rPr lang="zh-CN" altLang="en-US" smtClean="0">
                <a:solidFill>
                  <a:srgbClr val="FF0000"/>
                </a:solidFill>
                <a:ea typeface="黑体" panose="02010609060101010101" pitchFamily="49" charset="-122"/>
              </a:rPr>
              <a:t>询问报文。</a:t>
            </a:r>
            <a:r>
              <a:rPr lang="zh-CN" altLang="en-US" smtClean="0">
                <a:ea typeface="黑体" panose="02010609060101010101" pitchFamily="49" charset="-122"/>
              </a:rPr>
              <a:t> </a:t>
            </a:r>
          </a:p>
          <a:p>
            <a:pPr algn="just"/>
            <a:r>
              <a:rPr lang="en-US" altLang="zh-CN" smtClean="0">
                <a:ea typeface="黑体" panose="02010609060101010101" pitchFamily="49" charset="-122"/>
              </a:rPr>
              <a:t>ICMP </a:t>
            </a:r>
            <a:r>
              <a:rPr lang="zh-CN" altLang="en-US" smtClean="0">
                <a:ea typeface="黑体" panose="02010609060101010101" pitchFamily="49" charset="-122"/>
              </a:rPr>
              <a:t>报文的前 </a:t>
            </a:r>
            <a:r>
              <a:rPr lang="en-US" altLang="zh-CN" smtClean="0">
                <a:ea typeface="黑体" panose="02010609060101010101" pitchFamily="49" charset="-122"/>
              </a:rPr>
              <a:t>4 </a:t>
            </a:r>
            <a:r>
              <a:rPr lang="zh-CN" altLang="en-US" smtClean="0">
                <a:ea typeface="黑体" panose="02010609060101010101" pitchFamily="49" charset="-122"/>
              </a:rPr>
              <a:t>个字节是统一的格式，共有三个字段：即</a:t>
            </a:r>
            <a:r>
              <a:rPr lang="zh-CN" altLang="en-US" smtClean="0">
                <a:solidFill>
                  <a:srgbClr val="FF0000"/>
                </a:solidFill>
                <a:ea typeface="黑体" panose="02010609060101010101" pitchFamily="49" charset="-122"/>
              </a:rPr>
              <a:t>类型、代码</a:t>
            </a:r>
            <a:r>
              <a:rPr lang="zh-CN" altLang="en-US" smtClean="0">
                <a:ea typeface="黑体" panose="02010609060101010101" pitchFamily="49" charset="-122"/>
              </a:rPr>
              <a:t>和</a:t>
            </a:r>
            <a:r>
              <a:rPr lang="zh-CN" altLang="en-US" smtClean="0">
                <a:solidFill>
                  <a:srgbClr val="FF0000"/>
                </a:solidFill>
                <a:ea typeface="黑体" panose="02010609060101010101" pitchFamily="49" charset="-122"/>
              </a:rPr>
              <a:t>检验和。</a:t>
            </a:r>
            <a:r>
              <a:rPr lang="zh-CN" altLang="en-US" smtClean="0">
                <a:ea typeface="黑体" panose="02010609060101010101" pitchFamily="49" charset="-122"/>
              </a:rPr>
              <a:t>接着的 </a:t>
            </a:r>
            <a:r>
              <a:rPr lang="en-US" altLang="zh-CN" smtClean="0">
                <a:ea typeface="黑体" panose="02010609060101010101" pitchFamily="49" charset="-122"/>
              </a:rPr>
              <a:t>4 </a:t>
            </a:r>
            <a:r>
              <a:rPr lang="zh-CN" altLang="en-US" smtClean="0">
                <a:ea typeface="黑体" panose="02010609060101010101" pitchFamily="49" charset="-122"/>
              </a:rPr>
              <a:t>个字节的内容与 </a:t>
            </a:r>
            <a:r>
              <a:rPr lang="en-US" altLang="zh-CN" smtClean="0">
                <a:ea typeface="黑体" panose="02010609060101010101" pitchFamily="49" charset="-122"/>
              </a:rPr>
              <a:t>ICMP </a:t>
            </a:r>
            <a:r>
              <a:rPr lang="zh-CN" altLang="en-US" smtClean="0">
                <a:ea typeface="黑体" panose="02010609060101010101" pitchFamily="49" charset="-122"/>
              </a:rPr>
              <a:t>的类型有关。 </a:t>
            </a:r>
          </a:p>
        </p:txBody>
      </p:sp>
      <p:sp>
        <p:nvSpPr>
          <p:cNvPr id="9584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24A45F8-F0CD-4213-8578-7CA3A61BE4AD}" type="slidenum">
              <a:rPr lang="zh-CN" altLang="en-US" smtClean="0"/>
              <a:pPr eaLnBrk="1" hangingPunct="1"/>
              <a:t>55</a:t>
            </a:fld>
            <a:endParaRPr lang="en-US" altLang="zh-CN" smtClean="0"/>
          </a:p>
        </p:txBody>
      </p:sp>
      <p:sp>
        <p:nvSpPr>
          <p:cNvPr id="9584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965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9651"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0513"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ICMP </a:t>
            </a:r>
            <a:r>
              <a:rPr lang="zh-CN" altLang="en-US" smtClean="0">
                <a:ea typeface="黑体" panose="02010609060101010101" pitchFamily="49" charset="-122"/>
              </a:rPr>
              <a:t>差错报告报文共有 </a:t>
            </a:r>
            <a:r>
              <a:rPr lang="en-US" altLang="zh-CN" smtClean="0">
                <a:ea typeface="黑体" panose="02010609060101010101" pitchFamily="49" charset="-122"/>
              </a:rPr>
              <a:t>4 </a:t>
            </a:r>
            <a:r>
              <a:rPr lang="zh-CN" altLang="en-US" smtClean="0">
                <a:ea typeface="黑体" panose="02010609060101010101" pitchFamily="49" charset="-122"/>
              </a:rPr>
              <a:t>种 </a:t>
            </a:r>
          </a:p>
        </p:txBody>
      </p:sp>
      <p:sp>
        <p:nvSpPr>
          <p:cNvPr id="540675" name="Rectangle 3"/>
          <p:cNvSpPr>
            <a:spLocks noGrp="1" noChangeArrowheads="1"/>
          </p:cNvSpPr>
          <p:nvPr>
            <p:ph idx="1"/>
          </p:nvPr>
        </p:nvSpPr>
        <p:spPr>
          <a:xfrm>
            <a:off x="495300" y="1196975"/>
            <a:ext cx="9066213" cy="4933950"/>
          </a:xfrm>
        </p:spPr>
        <p:txBody>
          <a:bodyPr/>
          <a:lstStyle/>
          <a:p>
            <a:pPr algn="just"/>
            <a:r>
              <a:rPr lang="zh-CN" altLang="en-US" smtClean="0">
                <a:ea typeface="黑体" panose="02010609060101010101" pitchFamily="49" charset="-122"/>
              </a:rPr>
              <a:t>终点不可达 </a:t>
            </a:r>
          </a:p>
          <a:p>
            <a:pPr algn="just"/>
            <a:r>
              <a:rPr lang="zh-CN" altLang="en-US" smtClean="0">
                <a:ea typeface="黑体" panose="02010609060101010101" pitchFamily="49" charset="-122"/>
              </a:rPr>
              <a:t>时间超过 </a:t>
            </a:r>
          </a:p>
          <a:p>
            <a:pPr algn="just"/>
            <a:r>
              <a:rPr lang="zh-CN" altLang="en-US" smtClean="0">
                <a:ea typeface="黑体" panose="02010609060101010101" pitchFamily="49" charset="-122"/>
              </a:rPr>
              <a:t>参数问题 </a:t>
            </a:r>
          </a:p>
          <a:p>
            <a:pPr algn="just"/>
            <a:r>
              <a:rPr lang="zh-CN" altLang="en-US" smtClean="0">
                <a:ea typeface="黑体" panose="02010609060101010101" pitchFamily="49" charset="-122"/>
              </a:rPr>
              <a:t>改变路由（重定向）</a:t>
            </a:r>
            <a:r>
              <a:rPr lang="en-US" altLang="zh-CN" smtClean="0">
                <a:ea typeface="黑体" panose="02010609060101010101" pitchFamily="49" charset="-122"/>
              </a:rPr>
              <a:t>(Redirect)  </a:t>
            </a:r>
          </a:p>
        </p:txBody>
      </p:sp>
      <p:sp>
        <p:nvSpPr>
          <p:cNvPr id="96051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7609C9E-D53B-4A16-A7DB-F8EC909EA0FA}" type="slidenum">
              <a:rPr lang="zh-CN" altLang="en-US" smtClean="0"/>
              <a:pPr eaLnBrk="1" hangingPunct="1"/>
              <a:t>56</a:t>
            </a:fld>
            <a:endParaRPr lang="en-US" altLang="zh-CN" smtClean="0"/>
          </a:p>
        </p:txBody>
      </p:sp>
      <p:sp>
        <p:nvSpPr>
          <p:cNvPr id="96051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067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067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4067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0675"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61" name="Rectangle 3"/>
          <p:cNvSpPr>
            <a:spLocks noGrp="1" noChangeArrowheads="1"/>
          </p:cNvSpPr>
          <p:nvPr>
            <p:ph type="title"/>
          </p:nvPr>
        </p:nvSpPr>
        <p:spPr>
          <a:xfrm>
            <a:off x="495300" y="188913"/>
            <a:ext cx="8634413" cy="792162"/>
          </a:xfrm>
        </p:spPr>
        <p:txBody>
          <a:bodyPr/>
          <a:lstStyle/>
          <a:p>
            <a:pPr algn="ctr"/>
            <a:r>
              <a:rPr lang="en-US" altLang="zh-CN" sz="3600" smtClean="0">
                <a:ea typeface="黑体" panose="02010609060101010101" pitchFamily="49" charset="-122"/>
              </a:rPr>
              <a:t>ICMP </a:t>
            </a:r>
            <a:r>
              <a:rPr lang="zh-CN" altLang="en-US" sz="3600" smtClean="0">
                <a:ea typeface="黑体" panose="02010609060101010101" pitchFamily="49" charset="-122"/>
              </a:rPr>
              <a:t>差错报告报文的数据字段的内容 </a:t>
            </a:r>
          </a:p>
        </p:txBody>
      </p:sp>
      <p:sp>
        <p:nvSpPr>
          <p:cNvPr id="962562" name="Rectangle 2"/>
          <p:cNvSpPr>
            <a:spLocks noChangeArrowheads="1"/>
          </p:cNvSpPr>
          <p:nvPr/>
        </p:nvSpPr>
        <p:spPr bwMode="auto">
          <a:xfrm>
            <a:off x="661988" y="4195763"/>
            <a:ext cx="4532312" cy="596900"/>
          </a:xfrm>
          <a:prstGeom prst="rect">
            <a:avLst/>
          </a:prstGeom>
          <a:solidFill>
            <a:srgbClr val="FFFF99"/>
          </a:solidFill>
          <a:ln w="19050">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62563" name="Rectangle 4"/>
          <p:cNvSpPr>
            <a:spLocks noChangeArrowheads="1"/>
          </p:cNvSpPr>
          <p:nvPr/>
        </p:nvSpPr>
        <p:spPr bwMode="auto">
          <a:xfrm>
            <a:off x="209550" y="2609850"/>
            <a:ext cx="185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b="1">
              <a:solidFill>
                <a:srgbClr val="0000CC"/>
              </a:solidFill>
              <a:ea typeface="黑体" panose="02010609060101010101" pitchFamily="49" charset="-122"/>
            </a:endParaRPr>
          </a:p>
        </p:txBody>
      </p:sp>
      <p:sp>
        <p:nvSpPr>
          <p:cNvPr id="962564" name="Rectangle 5"/>
          <p:cNvSpPr>
            <a:spLocks noChangeArrowheads="1"/>
          </p:cNvSpPr>
          <p:nvPr/>
        </p:nvSpPr>
        <p:spPr bwMode="auto">
          <a:xfrm>
            <a:off x="1412875" y="4195763"/>
            <a:ext cx="3781425" cy="596900"/>
          </a:xfrm>
          <a:prstGeom prst="rect">
            <a:avLst/>
          </a:prstGeom>
          <a:solidFill>
            <a:srgbClr val="CCECFF"/>
          </a:solidFill>
          <a:ln w="19050">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62565" name="Line 6"/>
          <p:cNvSpPr>
            <a:spLocks noChangeShapeType="1"/>
          </p:cNvSpPr>
          <p:nvPr/>
        </p:nvSpPr>
        <p:spPr bwMode="auto">
          <a:xfrm>
            <a:off x="661988" y="5002213"/>
            <a:ext cx="4532312" cy="20637"/>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62566" name="Text Box 7"/>
          <p:cNvSpPr txBox="1">
            <a:spLocks noChangeArrowheads="1"/>
          </p:cNvSpPr>
          <p:nvPr/>
        </p:nvSpPr>
        <p:spPr bwMode="auto">
          <a:xfrm>
            <a:off x="692150" y="4324350"/>
            <a:ext cx="6969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80000"/>
              </a:lnSpc>
            </a:pPr>
            <a:r>
              <a:rPr lang="zh-CN" altLang="en-US" sz="2000" b="1">
                <a:solidFill>
                  <a:srgbClr val="0000CC"/>
                </a:solidFill>
                <a:ea typeface="黑体" panose="02010609060101010101" pitchFamily="49" charset="-122"/>
              </a:rPr>
              <a:t>首部</a:t>
            </a:r>
          </a:p>
        </p:txBody>
      </p:sp>
      <p:sp>
        <p:nvSpPr>
          <p:cNvPr id="962567" name="Line 8"/>
          <p:cNvSpPr>
            <a:spLocks noChangeShapeType="1"/>
          </p:cNvSpPr>
          <p:nvPr/>
        </p:nvSpPr>
        <p:spPr bwMode="auto">
          <a:xfrm>
            <a:off x="1412875" y="4195763"/>
            <a:ext cx="0" cy="596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62568" name="Rectangle 9"/>
          <p:cNvSpPr>
            <a:spLocks noChangeArrowheads="1"/>
          </p:cNvSpPr>
          <p:nvPr/>
        </p:nvSpPr>
        <p:spPr bwMode="auto">
          <a:xfrm>
            <a:off x="2343150" y="4851400"/>
            <a:ext cx="1212850"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62569" name="Text Box 10"/>
          <p:cNvSpPr txBox="1">
            <a:spLocks noChangeArrowheads="1"/>
          </p:cNvSpPr>
          <p:nvPr/>
        </p:nvSpPr>
        <p:spPr bwMode="auto">
          <a:xfrm>
            <a:off x="2286000" y="4773613"/>
            <a:ext cx="12668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IP </a:t>
            </a:r>
            <a:r>
              <a:rPr lang="zh-CN" altLang="en-US" sz="2000" b="1">
                <a:solidFill>
                  <a:srgbClr val="0000CC"/>
                </a:solidFill>
                <a:ea typeface="黑体" panose="02010609060101010101" pitchFamily="49" charset="-122"/>
              </a:rPr>
              <a:t>数据报</a:t>
            </a:r>
          </a:p>
        </p:txBody>
      </p:sp>
      <p:sp>
        <p:nvSpPr>
          <p:cNvPr id="962570" name="Rectangle 11"/>
          <p:cNvSpPr>
            <a:spLocks noChangeArrowheads="1"/>
          </p:cNvSpPr>
          <p:nvPr/>
        </p:nvSpPr>
        <p:spPr bwMode="auto">
          <a:xfrm>
            <a:off x="1412875" y="3175000"/>
            <a:ext cx="3781425" cy="606425"/>
          </a:xfrm>
          <a:prstGeom prst="rect">
            <a:avLst/>
          </a:prstGeom>
          <a:solidFill>
            <a:srgbClr val="DDDDDD"/>
          </a:solidFill>
          <a:ln w="19050">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62571" name="Rectangle 12"/>
          <p:cNvSpPr>
            <a:spLocks noChangeArrowheads="1"/>
          </p:cNvSpPr>
          <p:nvPr/>
        </p:nvSpPr>
        <p:spPr bwMode="auto">
          <a:xfrm>
            <a:off x="1412875" y="3175000"/>
            <a:ext cx="3781425" cy="595313"/>
          </a:xfrm>
          <a:prstGeom prst="rect">
            <a:avLst/>
          </a:prstGeom>
          <a:solidFill>
            <a:srgbClr val="CCECFF"/>
          </a:solidFill>
          <a:ln w="12700">
            <a:solidFill>
              <a:schemeClr val="tx2"/>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62572" name="Text Box 13"/>
          <p:cNvSpPr txBox="1">
            <a:spLocks noChangeArrowheads="1"/>
          </p:cNvSpPr>
          <p:nvPr/>
        </p:nvSpPr>
        <p:spPr bwMode="auto">
          <a:xfrm>
            <a:off x="1495425" y="3197225"/>
            <a:ext cx="12430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80000"/>
              </a:lnSpc>
            </a:pPr>
            <a:r>
              <a:rPr lang="en-US" altLang="zh-CN" sz="2000" b="1">
                <a:solidFill>
                  <a:srgbClr val="0000CC"/>
                </a:solidFill>
                <a:ea typeface="黑体" panose="02010609060101010101" pitchFamily="49" charset="-122"/>
              </a:rPr>
              <a:t>ICMP </a:t>
            </a:r>
            <a:r>
              <a:rPr lang="zh-CN" altLang="en-US" sz="2000" b="1">
                <a:solidFill>
                  <a:srgbClr val="0000CC"/>
                </a:solidFill>
                <a:ea typeface="黑体" panose="02010609060101010101" pitchFamily="49" charset="-122"/>
              </a:rPr>
              <a:t>的</a:t>
            </a:r>
          </a:p>
          <a:p>
            <a:pPr algn="ctr" eaLnBrk="0" hangingPunct="0">
              <a:lnSpc>
                <a:spcPct val="80000"/>
              </a:lnSpc>
            </a:pPr>
            <a:r>
              <a:rPr lang="zh-CN" altLang="en-US" sz="2000" b="1">
                <a:solidFill>
                  <a:srgbClr val="0000CC"/>
                </a:solidFill>
                <a:ea typeface="黑体" panose="02010609060101010101" pitchFamily="49" charset="-122"/>
              </a:rPr>
              <a:t>前 </a:t>
            </a:r>
            <a:r>
              <a:rPr lang="en-US" altLang="zh-CN" sz="2000" b="1">
                <a:solidFill>
                  <a:srgbClr val="0000CC"/>
                </a:solidFill>
                <a:ea typeface="黑体" panose="02010609060101010101" pitchFamily="49" charset="-122"/>
              </a:rPr>
              <a:t>8 </a:t>
            </a:r>
            <a:r>
              <a:rPr lang="zh-CN" altLang="en-US" sz="2000" b="1">
                <a:solidFill>
                  <a:srgbClr val="0000CC"/>
                </a:solidFill>
                <a:ea typeface="黑体" panose="02010609060101010101" pitchFamily="49" charset="-122"/>
              </a:rPr>
              <a:t>字节</a:t>
            </a:r>
          </a:p>
        </p:txBody>
      </p:sp>
      <p:sp>
        <p:nvSpPr>
          <p:cNvPr id="962573" name="Line 14"/>
          <p:cNvSpPr>
            <a:spLocks noChangeShapeType="1"/>
          </p:cNvSpPr>
          <p:nvPr/>
        </p:nvSpPr>
        <p:spPr bwMode="auto">
          <a:xfrm>
            <a:off x="2795588" y="3175000"/>
            <a:ext cx="0" cy="5953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62574" name="Text Box 15"/>
          <p:cNvSpPr txBox="1">
            <a:spLocks noChangeArrowheads="1"/>
          </p:cNvSpPr>
          <p:nvPr/>
        </p:nvSpPr>
        <p:spPr bwMode="auto">
          <a:xfrm>
            <a:off x="5297488" y="4294188"/>
            <a:ext cx="4048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装入 </a:t>
            </a:r>
            <a:r>
              <a:rPr lang="en-US" altLang="zh-CN" sz="2400" b="1">
                <a:solidFill>
                  <a:srgbClr val="C00000"/>
                </a:solidFill>
                <a:ea typeface="黑体" panose="02010609060101010101" pitchFamily="49" charset="-122"/>
              </a:rPr>
              <a:t>ICMP </a:t>
            </a:r>
            <a:r>
              <a:rPr lang="zh-CN" altLang="en-US" sz="2400" b="1">
                <a:solidFill>
                  <a:srgbClr val="C00000"/>
                </a:solidFill>
                <a:ea typeface="黑体" panose="02010609060101010101" pitchFamily="49" charset="-122"/>
              </a:rPr>
              <a:t>报文的 </a:t>
            </a:r>
            <a:r>
              <a:rPr lang="en-US" altLang="zh-CN" sz="2400" b="1">
                <a:solidFill>
                  <a:srgbClr val="C00000"/>
                </a:solidFill>
                <a:ea typeface="黑体" panose="02010609060101010101" pitchFamily="49" charset="-122"/>
              </a:rPr>
              <a:t>IP </a:t>
            </a:r>
            <a:r>
              <a:rPr lang="zh-CN" altLang="en-US" sz="2400" b="1">
                <a:solidFill>
                  <a:srgbClr val="C00000"/>
                </a:solidFill>
                <a:ea typeface="黑体" panose="02010609060101010101" pitchFamily="49" charset="-122"/>
              </a:rPr>
              <a:t>数据报</a:t>
            </a:r>
          </a:p>
        </p:txBody>
      </p:sp>
      <p:sp>
        <p:nvSpPr>
          <p:cNvPr id="962575" name="Rectangle 16"/>
          <p:cNvSpPr>
            <a:spLocks noChangeArrowheads="1"/>
          </p:cNvSpPr>
          <p:nvPr/>
        </p:nvSpPr>
        <p:spPr bwMode="auto">
          <a:xfrm>
            <a:off x="2795588" y="2152650"/>
            <a:ext cx="6550025" cy="596900"/>
          </a:xfrm>
          <a:prstGeom prst="rect">
            <a:avLst/>
          </a:prstGeom>
          <a:solidFill>
            <a:srgbClr val="FFFF99"/>
          </a:solidFill>
          <a:ln w="19050">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62576" name="Text Box 17"/>
          <p:cNvSpPr txBox="1">
            <a:spLocks noChangeArrowheads="1"/>
          </p:cNvSpPr>
          <p:nvPr/>
        </p:nvSpPr>
        <p:spPr bwMode="auto">
          <a:xfrm>
            <a:off x="2973388" y="2165350"/>
            <a:ext cx="12668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80000"/>
              </a:lnSpc>
            </a:pPr>
            <a:r>
              <a:rPr lang="en-US" altLang="zh-CN" sz="2000" b="1">
                <a:solidFill>
                  <a:srgbClr val="0000CC"/>
                </a:solidFill>
                <a:ea typeface="黑体" panose="02010609060101010101" pitchFamily="49" charset="-122"/>
              </a:rPr>
              <a:t>IP </a:t>
            </a:r>
            <a:r>
              <a:rPr lang="zh-CN" altLang="en-US" sz="2000" b="1">
                <a:solidFill>
                  <a:srgbClr val="0000CC"/>
                </a:solidFill>
                <a:ea typeface="黑体" panose="02010609060101010101" pitchFamily="49" charset="-122"/>
              </a:rPr>
              <a:t>数据报</a:t>
            </a:r>
          </a:p>
          <a:p>
            <a:pPr algn="ctr" eaLnBrk="0" hangingPunct="0">
              <a:lnSpc>
                <a:spcPct val="80000"/>
              </a:lnSpc>
            </a:pPr>
            <a:r>
              <a:rPr lang="zh-CN" altLang="en-US" sz="2000" b="1">
                <a:solidFill>
                  <a:srgbClr val="0000CC"/>
                </a:solidFill>
                <a:ea typeface="黑体" panose="02010609060101010101" pitchFamily="49" charset="-122"/>
              </a:rPr>
              <a:t>首部</a:t>
            </a:r>
          </a:p>
        </p:txBody>
      </p:sp>
      <p:sp>
        <p:nvSpPr>
          <p:cNvPr id="962577" name="Line 18"/>
          <p:cNvSpPr>
            <a:spLocks noChangeShapeType="1"/>
          </p:cNvSpPr>
          <p:nvPr/>
        </p:nvSpPr>
        <p:spPr bwMode="auto">
          <a:xfrm>
            <a:off x="4546600" y="2152650"/>
            <a:ext cx="0" cy="596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62578" name="Text Box 19"/>
          <p:cNvSpPr txBox="1">
            <a:spLocks noChangeArrowheads="1"/>
          </p:cNvSpPr>
          <p:nvPr/>
        </p:nvSpPr>
        <p:spPr bwMode="auto">
          <a:xfrm>
            <a:off x="5394325" y="3286125"/>
            <a:ext cx="28892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C00000"/>
                </a:solidFill>
                <a:ea typeface="黑体" panose="02010609060101010101" pitchFamily="49" charset="-122"/>
              </a:rPr>
              <a:t>ICMP </a:t>
            </a:r>
            <a:r>
              <a:rPr lang="zh-CN" altLang="en-US" sz="2400" b="1">
                <a:solidFill>
                  <a:srgbClr val="C00000"/>
                </a:solidFill>
                <a:ea typeface="黑体" panose="02010609060101010101" pitchFamily="49" charset="-122"/>
              </a:rPr>
              <a:t>差错报告报文</a:t>
            </a:r>
          </a:p>
        </p:txBody>
      </p:sp>
      <p:sp>
        <p:nvSpPr>
          <p:cNvPr id="962579" name="Text Box 20"/>
          <p:cNvSpPr txBox="1">
            <a:spLocks noChangeArrowheads="1"/>
          </p:cNvSpPr>
          <p:nvPr/>
        </p:nvSpPr>
        <p:spPr bwMode="auto">
          <a:xfrm>
            <a:off x="4540250" y="2157413"/>
            <a:ext cx="698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80000"/>
              </a:lnSpc>
            </a:pPr>
            <a:r>
              <a:rPr lang="en-US" altLang="zh-CN" sz="2000" b="1">
                <a:solidFill>
                  <a:srgbClr val="0000CC"/>
                </a:solidFill>
                <a:ea typeface="黑体" panose="02010609060101010101" pitchFamily="49" charset="-122"/>
              </a:rPr>
              <a:t>8</a:t>
            </a:r>
          </a:p>
          <a:p>
            <a:pPr algn="ctr" eaLnBrk="0" hangingPunct="0">
              <a:lnSpc>
                <a:spcPct val="80000"/>
              </a:lnSpc>
            </a:pPr>
            <a:r>
              <a:rPr lang="zh-CN" altLang="en-US" sz="2000" b="1">
                <a:solidFill>
                  <a:srgbClr val="0000CC"/>
                </a:solidFill>
                <a:ea typeface="黑体" panose="02010609060101010101" pitchFamily="49" charset="-122"/>
              </a:rPr>
              <a:t>字节</a:t>
            </a:r>
          </a:p>
        </p:txBody>
      </p:sp>
      <p:sp>
        <p:nvSpPr>
          <p:cNvPr id="962580" name="Line 21"/>
          <p:cNvSpPr>
            <a:spLocks noChangeShapeType="1"/>
          </p:cNvSpPr>
          <p:nvPr/>
        </p:nvSpPr>
        <p:spPr bwMode="auto">
          <a:xfrm>
            <a:off x="5194300" y="2152650"/>
            <a:ext cx="0" cy="5969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62581" name="Text Box 22"/>
          <p:cNvSpPr txBox="1">
            <a:spLocks noChangeArrowheads="1"/>
          </p:cNvSpPr>
          <p:nvPr/>
        </p:nvSpPr>
        <p:spPr bwMode="auto">
          <a:xfrm>
            <a:off x="560388" y="2205038"/>
            <a:ext cx="2111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收到的 </a:t>
            </a:r>
            <a:r>
              <a:rPr lang="en-US" altLang="zh-CN" sz="2000" b="1">
                <a:solidFill>
                  <a:srgbClr val="0000CC"/>
                </a:solidFill>
                <a:ea typeface="黑体" panose="02010609060101010101" pitchFamily="49" charset="-122"/>
              </a:rPr>
              <a:t>IP </a:t>
            </a:r>
            <a:r>
              <a:rPr lang="zh-CN" altLang="en-US" sz="2000" b="1">
                <a:solidFill>
                  <a:srgbClr val="0000CC"/>
                </a:solidFill>
                <a:ea typeface="黑体" panose="02010609060101010101" pitchFamily="49" charset="-122"/>
              </a:rPr>
              <a:t>数据报</a:t>
            </a:r>
          </a:p>
        </p:txBody>
      </p:sp>
      <p:sp>
        <p:nvSpPr>
          <p:cNvPr id="962582" name="Line 23"/>
          <p:cNvSpPr>
            <a:spLocks noChangeShapeType="1"/>
          </p:cNvSpPr>
          <p:nvPr/>
        </p:nvSpPr>
        <p:spPr bwMode="auto">
          <a:xfrm>
            <a:off x="5194300" y="2749550"/>
            <a:ext cx="0" cy="4254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962583" name="Line 24"/>
          <p:cNvSpPr>
            <a:spLocks noChangeShapeType="1"/>
          </p:cNvSpPr>
          <p:nvPr/>
        </p:nvSpPr>
        <p:spPr bwMode="auto">
          <a:xfrm>
            <a:off x="4546600" y="3175000"/>
            <a:ext cx="0" cy="59531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62584" name="Text Box 25"/>
          <p:cNvSpPr txBox="1">
            <a:spLocks noChangeArrowheads="1"/>
          </p:cNvSpPr>
          <p:nvPr/>
        </p:nvSpPr>
        <p:spPr bwMode="auto">
          <a:xfrm>
            <a:off x="2973388" y="3197225"/>
            <a:ext cx="12668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80000"/>
              </a:lnSpc>
            </a:pPr>
            <a:r>
              <a:rPr lang="en-US" altLang="zh-CN" sz="2000" b="1">
                <a:solidFill>
                  <a:srgbClr val="0000CC"/>
                </a:solidFill>
                <a:ea typeface="黑体" panose="02010609060101010101" pitchFamily="49" charset="-122"/>
              </a:rPr>
              <a:t>IP </a:t>
            </a:r>
            <a:r>
              <a:rPr lang="zh-CN" altLang="en-US" sz="2000" b="1">
                <a:solidFill>
                  <a:srgbClr val="0000CC"/>
                </a:solidFill>
                <a:ea typeface="黑体" panose="02010609060101010101" pitchFamily="49" charset="-122"/>
              </a:rPr>
              <a:t>数据报</a:t>
            </a:r>
          </a:p>
          <a:p>
            <a:pPr algn="ctr" eaLnBrk="0" hangingPunct="0">
              <a:lnSpc>
                <a:spcPct val="80000"/>
              </a:lnSpc>
            </a:pPr>
            <a:r>
              <a:rPr lang="zh-CN" altLang="en-US" sz="2000" b="1">
                <a:solidFill>
                  <a:srgbClr val="0000CC"/>
                </a:solidFill>
                <a:ea typeface="黑体" panose="02010609060101010101" pitchFamily="49" charset="-122"/>
              </a:rPr>
              <a:t>首部</a:t>
            </a:r>
          </a:p>
        </p:txBody>
      </p:sp>
      <p:sp>
        <p:nvSpPr>
          <p:cNvPr id="962585" name="Text Box 26"/>
          <p:cNvSpPr txBox="1">
            <a:spLocks noChangeArrowheads="1"/>
          </p:cNvSpPr>
          <p:nvPr/>
        </p:nvSpPr>
        <p:spPr bwMode="auto">
          <a:xfrm>
            <a:off x="4549775" y="3197225"/>
            <a:ext cx="6969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80000"/>
              </a:lnSpc>
            </a:pPr>
            <a:r>
              <a:rPr lang="en-US" altLang="zh-CN" sz="2000" b="1">
                <a:solidFill>
                  <a:srgbClr val="0000CC"/>
                </a:solidFill>
                <a:ea typeface="黑体" panose="02010609060101010101" pitchFamily="49" charset="-122"/>
              </a:rPr>
              <a:t>8</a:t>
            </a:r>
          </a:p>
          <a:p>
            <a:pPr algn="ctr" eaLnBrk="0" hangingPunct="0">
              <a:lnSpc>
                <a:spcPct val="80000"/>
              </a:lnSpc>
            </a:pPr>
            <a:r>
              <a:rPr lang="zh-CN" altLang="en-US" sz="2000" b="1">
                <a:solidFill>
                  <a:srgbClr val="0000CC"/>
                </a:solidFill>
                <a:ea typeface="黑体" panose="02010609060101010101" pitchFamily="49" charset="-122"/>
              </a:rPr>
              <a:t>字节</a:t>
            </a:r>
          </a:p>
        </p:txBody>
      </p:sp>
      <p:sp>
        <p:nvSpPr>
          <p:cNvPr id="962586" name="AutoShape 27"/>
          <p:cNvSpPr>
            <a:spLocks noChangeArrowheads="1"/>
          </p:cNvSpPr>
          <p:nvPr/>
        </p:nvSpPr>
        <p:spPr bwMode="auto">
          <a:xfrm>
            <a:off x="3441700" y="2720975"/>
            <a:ext cx="276225" cy="509588"/>
          </a:xfrm>
          <a:prstGeom prst="downArrow">
            <a:avLst>
              <a:gd name="adj1" fmla="val 47222"/>
              <a:gd name="adj2" fmla="val 103259"/>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黑体" panose="02010609060101010101" pitchFamily="49" charset="-122"/>
            </a:endParaRPr>
          </a:p>
        </p:txBody>
      </p:sp>
      <p:sp>
        <p:nvSpPr>
          <p:cNvPr id="962587" name="AutoShape 28"/>
          <p:cNvSpPr>
            <a:spLocks noChangeArrowheads="1"/>
          </p:cNvSpPr>
          <p:nvPr/>
        </p:nvSpPr>
        <p:spPr bwMode="auto">
          <a:xfrm>
            <a:off x="4764088" y="2720975"/>
            <a:ext cx="274637" cy="509588"/>
          </a:xfrm>
          <a:prstGeom prst="downArrow">
            <a:avLst>
              <a:gd name="adj1" fmla="val 47222"/>
              <a:gd name="adj2" fmla="val 103848"/>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黑体" panose="02010609060101010101" pitchFamily="49" charset="-122"/>
            </a:endParaRPr>
          </a:p>
        </p:txBody>
      </p:sp>
      <p:sp>
        <p:nvSpPr>
          <p:cNvPr id="962588" name="Text Box 29"/>
          <p:cNvSpPr txBox="1">
            <a:spLocks noChangeArrowheads="1"/>
          </p:cNvSpPr>
          <p:nvPr/>
        </p:nvSpPr>
        <p:spPr bwMode="auto">
          <a:xfrm>
            <a:off x="2109788" y="4324350"/>
            <a:ext cx="24304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80000"/>
              </a:lnSpc>
            </a:pPr>
            <a:r>
              <a:rPr lang="en-US" altLang="zh-CN" sz="2000" b="1">
                <a:solidFill>
                  <a:srgbClr val="0000CC"/>
                </a:solidFill>
                <a:ea typeface="黑体" panose="02010609060101010101" pitchFamily="49" charset="-122"/>
              </a:rPr>
              <a:t>ICMP </a:t>
            </a:r>
            <a:r>
              <a:rPr lang="zh-CN" altLang="en-US" sz="2000" b="1">
                <a:solidFill>
                  <a:srgbClr val="0000CC"/>
                </a:solidFill>
                <a:ea typeface="黑体" panose="02010609060101010101" pitchFamily="49" charset="-122"/>
              </a:rPr>
              <a:t>差错报告报文</a:t>
            </a:r>
          </a:p>
        </p:txBody>
      </p:sp>
      <p:sp>
        <p:nvSpPr>
          <p:cNvPr id="962589" name="Text Box 30"/>
          <p:cNvSpPr txBox="1">
            <a:spLocks noChangeArrowheads="1"/>
          </p:cNvSpPr>
          <p:nvPr/>
        </p:nvSpPr>
        <p:spPr bwMode="auto">
          <a:xfrm>
            <a:off x="5611813" y="1557338"/>
            <a:ext cx="26384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IP </a:t>
            </a:r>
            <a:r>
              <a:rPr lang="zh-CN" altLang="en-US" sz="2000" b="1">
                <a:solidFill>
                  <a:srgbClr val="0000CC"/>
                </a:solidFill>
                <a:ea typeface="黑体" panose="02010609060101010101" pitchFamily="49" charset="-122"/>
              </a:rPr>
              <a:t>数据报的数据字段</a:t>
            </a:r>
          </a:p>
        </p:txBody>
      </p:sp>
      <p:sp>
        <p:nvSpPr>
          <p:cNvPr id="962590" name="AutoShape 31"/>
          <p:cNvSpPr>
            <a:spLocks/>
          </p:cNvSpPr>
          <p:nvPr/>
        </p:nvSpPr>
        <p:spPr bwMode="auto">
          <a:xfrm rot="5400000">
            <a:off x="6814344" y="-370681"/>
            <a:ext cx="169862" cy="4705350"/>
          </a:xfrm>
          <a:prstGeom prst="leftBrace">
            <a:avLst>
              <a:gd name="adj1" fmla="val 213016"/>
              <a:gd name="adj2" fmla="val 5000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62591" name="Line 32"/>
          <p:cNvSpPr>
            <a:spLocks noChangeShapeType="1"/>
          </p:cNvSpPr>
          <p:nvPr/>
        </p:nvSpPr>
        <p:spPr bwMode="auto">
          <a:xfrm>
            <a:off x="2795588" y="2749550"/>
            <a:ext cx="0" cy="4254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962592" name="Line 33"/>
          <p:cNvSpPr>
            <a:spLocks noChangeShapeType="1"/>
          </p:cNvSpPr>
          <p:nvPr/>
        </p:nvSpPr>
        <p:spPr bwMode="auto">
          <a:xfrm>
            <a:off x="1412875" y="3770313"/>
            <a:ext cx="0" cy="4254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962593" name="Line 34"/>
          <p:cNvSpPr>
            <a:spLocks noChangeShapeType="1"/>
          </p:cNvSpPr>
          <p:nvPr/>
        </p:nvSpPr>
        <p:spPr bwMode="auto">
          <a:xfrm>
            <a:off x="5194300" y="3770313"/>
            <a:ext cx="0" cy="4254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962594" name="AutoShape 35"/>
          <p:cNvSpPr>
            <a:spLocks noChangeArrowheads="1"/>
          </p:cNvSpPr>
          <p:nvPr/>
        </p:nvSpPr>
        <p:spPr bwMode="auto">
          <a:xfrm>
            <a:off x="3255963" y="3744913"/>
            <a:ext cx="277812" cy="511175"/>
          </a:xfrm>
          <a:prstGeom prst="downArrow">
            <a:avLst>
              <a:gd name="adj1" fmla="val 47222"/>
              <a:gd name="adj2" fmla="val 102981"/>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黑体" panose="02010609060101010101" pitchFamily="49" charset="-122"/>
            </a:endParaRPr>
          </a:p>
        </p:txBody>
      </p:sp>
      <p:sp>
        <p:nvSpPr>
          <p:cNvPr id="9625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E340596-1189-439D-99C3-F5CDC2D198A9}" type="slidenum">
              <a:rPr lang="zh-CN" altLang="en-US" smtClean="0"/>
              <a:pPr eaLnBrk="1" hangingPunct="1"/>
              <a:t>57</a:t>
            </a:fld>
            <a:endParaRPr lang="en-US" altLang="zh-CN" smtClean="0"/>
          </a:p>
        </p:txBody>
      </p:sp>
      <p:sp>
        <p:nvSpPr>
          <p:cNvPr id="9625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4609" name="Rectangle 2"/>
          <p:cNvSpPr>
            <a:spLocks noGrp="1" noChangeArrowheads="1"/>
          </p:cNvSpPr>
          <p:nvPr>
            <p:ph type="title"/>
          </p:nvPr>
        </p:nvSpPr>
        <p:spPr>
          <a:xfrm>
            <a:off x="495300" y="188913"/>
            <a:ext cx="8561388" cy="792162"/>
          </a:xfrm>
        </p:spPr>
        <p:txBody>
          <a:bodyPr/>
          <a:lstStyle/>
          <a:p>
            <a:pPr algn="ctr"/>
            <a:r>
              <a:rPr lang="zh-CN" altLang="en-US" sz="3600" smtClean="0">
                <a:ea typeface="黑体" panose="02010609060101010101" pitchFamily="49" charset="-122"/>
              </a:rPr>
              <a:t>不应发送 </a:t>
            </a:r>
            <a:r>
              <a:rPr lang="en-US" altLang="zh-CN" sz="3600" smtClean="0">
                <a:ea typeface="黑体" panose="02010609060101010101" pitchFamily="49" charset="-122"/>
              </a:rPr>
              <a:t>ICMP </a:t>
            </a:r>
            <a:r>
              <a:rPr lang="zh-CN" altLang="en-US" sz="3600" smtClean="0">
                <a:ea typeface="黑体" panose="02010609060101010101" pitchFamily="49" charset="-122"/>
              </a:rPr>
              <a:t>差错报告报文的几种情况 </a:t>
            </a:r>
          </a:p>
        </p:txBody>
      </p:sp>
      <p:sp>
        <p:nvSpPr>
          <p:cNvPr id="542723" name="Rectangle 3"/>
          <p:cNvSpPr>
            <a:spLocks noGrp="1" noChangeArrowheads="1"/>
          </p:cNvSpPr>
          <p:nvPr>
            <p:ph idx="1"/>
          </p:nvPr>
        </p:nvSpPr>
        <p:spPr>
          <a:xfrm>
            <a:off x="495300" y="1196975"/>
            <a:ext cx="9066213" cy="4933950"/>
          </a:xfrm>
        </p:spPr>
        <p:txBody>
          <a:bodyPr/>
          <a:lstStyle/>
          <a:p>
            <a:pPr algn="just"/>
            <a:r>
              <a:rPr lang="zh-CN" altLang="en-US" smtClean="0">
                <a:ea typeface="黑体" panose="02010609060101010101" pitchFamily="49" charset="-122"/>
              </a:rPr>
              <a:t>对 </a:t>
            </a:r>
            <a:r>
              <a:rPr lang="en-US" altLang="zh-CN" smtClean="0">
                <a:ea typeface="黑体" panose="02010609060101010101" pitchFamily="49" charset="-122"/>
              </a:rPr>
              <a:t>ICMP </a:t>
            </a:r>
            <a:r>
              <a:rPr lang="zh-CN" altLang="en-US" smtClean="0">
                <a:ea typeface="黑体" panose="02010609060101010101" pitchFamily="49" charset="-122"/>
              </a:rPr>
              <a:t>差错报告报文不再发送 </a:t>
            </a:r>
            <a:r>
              <a:rPr lang="en-US" altLang="zh-CN" smtClean="0">
                <a:ea typeface="黑体" panose="02010609060101010101" pitchFamily="49" charset="-122"/>
              </a:rPr>
              <a:t>ICMP </a:t>
            </a:r>
            <a:r>
              <a:rPr lang="zh-CN" altLang="en-US" smtClean="0">
                <a:ea typeface="黑体" panose="02010609060101010101" pitchFamily="49" charset="-122"/>
              </a:rPr>
              <a:t>差错报告报文。</a:t>
            </a:r>
          </a:p>
          <a:p>
            <a:pPr algn="just"/>
            <a:r>
              <a:rPr lang="zh-CN" altLang="en-US" smtClean="0">
                <a:ea typeface="黑体" panose="02010609060101010101" pitchFamily="49" charset="-122"/>
              </a:rPr>
              <a:t>对第一个分片的数据报片的所有后续数据报片都不发送 </a:t>
            </a:r>
            <a:r>
              <a:rPr lang="en-US" altLang="zh-CN" smtClean="0">
                <a:ea typeface="黑体" panose="02010609060101010101" pitchFamily="49" charset="-122"/>
              </a:rPr>
              <a:t>ICMP </a:t>
            </a:r>
            <a:r>
              <a:rPr lang="zh-CN" altLang="en-US" smtClean="0">
                <a:ea typeface="黑体" panose="02010609060101010101" pitchFamily="49" charset="-122"/>
              </a:rPr>
              <a:t>差错报告报文。</a:t>
            </a:r>
          </a:p>
          <a:p>
            <a:pPr algn="just"/>
            <a:r>
              <a:rPr lang="zh-CN" altLang="en-US" smtClean="0">
                <a:ea typeface="黑体" panose="02010609060101010101" pitchFamily="49" charset="-122"/>
              </a:rPr>
              <a:t>对具有多播地址的数据报都不发送 </a:t>
            </a:r>
            <a:r>
              <a:rPr lang="en-US" altLang="zh-CN" smtClean="0">
                <a:ea typeface="黑体" panose="02010609060101010101" pitchFamily="49" charset="-122"/>
              </a:rPr>
              <a:t>ICMP </a:t>
            </a:r>
            <a:r>
              <a:rPr lang="zh-CN" altLang="en-US" smtClean="0">
                <a:ea typeface="黑体" panose="02010609060101010101" pitchFamily="49" charset="-122"/>
              </a:rPr>
              <a:t>差错报告报文。</a:t>
            </a:r>
          </a:p>
          <a:p>
            <a:pPr algn="just"/>
            <a:r>
              <a:rPr lang="zh-CN" altLang="en-US" smtClean="0">
                <a:ea typeface="黑体" panose="02010609060101010101" pitchFamily="49" charset="-122"/>
              </a:rPr>
              <a:t>对具有特殊地址（如</a:t>
            </a:r>
            <a:r>
              <a:rPr lang="en-US" altLang="zh-CN" smtClean="0">
                <a:ea typeface="黑体" panose="02010609060101010101" pitchFamily="49" charset="-122"/>
              </a:rPr>
              <a:t>127.0.0.0 </a:t>
            </a:r>
            <a:r>
              <a:rPr lang="zh-CN" altLang="en-US" smtClean="0">
                <a:ea typeface="黑体" panose="02010609060101010101" pitchFamily="49" charset="-122"/>
              </a:rPr>
              <a:t>或 </a:t>
            </a:r>
            <a:r>
              <a:rPr lang="en-US" altLang="zh-CN" smtClean="0">
                <a:ea typeface="黑体" panose="02010609060101010101" pitchFamily="49" charset="-122"/>
              </a:rPr>
              <a:t>0.0.0.0</a:t>
            </a:r>
            <a:r>
              <a:rPr lang="zh-CN" altLang="en-US" smtClean="0">
                <a:ea typeface="黑体" panose="02010609060101010101" pitchFamily="49" charset="-122"/>
              </a:rPr>
              <a:t>）的数据报不发送 </a:t>
            </a:r>
            <a:r>
              <a:rPr lang="en-US" altLang="zh-CN" smtClean="0">
                <a:ea typeface="黑体" panose="02010609060101010101" pitchFamily="49" charset="-122"/>
              </a:rPr>
              <a:t>ICMP </a:t>
            </a:r>
            <a:r>
              <a:rPr lang="zh-CN" altLang="en-US" smtClean="0">
                <a:ea typeface="黑体" panose="02010609060101010101" pitchFamily="49" charset="-122"/>
              </a:rPr>
              <a:t>差错报告报文。</a:t>
            </a:r>
          </a:p>
        </p:txBody>
      </p:sp>
      <p:sp>
        <p:nvSpPr>
          <p:cNvPr id="9646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13E9472-1762-4C8B-8CBD-197949043B41}" type="slidenum">
              <a:rPr lang="zh-CN" altLang="en-US" smtClean="0"/>
              <a:pPr eaLnBrk="1" hangingPunct="1"/>
              <a:t>58</a:t>
            </a:fld>
            <a:endParaRPr lang="en-US" altLang="zh-CN" smtClean="0"/>
          </a:p>
        </p:txBody>
      </p:sp>
      <p:sp>
        <p:nvSpPr>
          <p:cNvPr id="9646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27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272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4272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2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6657"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ICMP </a:t>
            </a:r>
            <a:r>
              <a:rPr lang="zh-CN" altLang="en-US" smtClean="0">
                <a:ea typeface="黑体" panose="02010609060101010101" pitchFamily="49" charset="-122"/>
              </a:rPr>
              <a:t>询问报文有两种 </a:t>
            </a:r>
          </a:p>
        </p:txBody>
      </p:sp>
      <p:sp>
        <p:nvSpPr>
          <p:cNvPr id="543747" name="Rectangle 3"/>
          <p:cNvSpPr>
            <a:spLocks noGrp="1" noChangeArrowheads="1"/>
          </p:cNvSpPr>
          <p:nvPr>
            <p:ph idx="1"/>
          </p:nvPr>
        </p:nvSpPr>
        <p:spPr>
          <a:xfrm>
            <a:off x="495300" y="1196975"/>
            <a:ext cx="9066213" cy="4933950"/>
          </a:xfrm>
        </p:spPr>
        <p:txBody>
          <a:bodyPr/>
          <a:lstStyle/>
          <a:p>
            <a:pPr algn="just"/>
            <a:r>
              <a:rPr lang="zh-CN" altLang="en-US" smtClean="0">
                <a:ea typeface="黑体" panose="02010609060101010101" pitchFamily="49" charset="-122"/>
              </a:rPr>
              <a:t>回送请求和回答报文</a:t>
            </a:r>
          </a:p>
          <a:p>
            <a:pPr algn="just"/>
            <a:r>
              <a:rPr lang="zh-CN" altLang="en-US" smtClean="0">
                <a:ea typeface="黑体" panose="02010609060101010101" pitchFamily="49" charset="-122"/>
              </a:rPr>
              <a:t>时间戳请求和回答报文</a:t>
            </a:r>
            <a:endParaRPr lang="en-US" altLang="zh-CN" sz="1600" smtClean="0">
              <a:solidFill>
                <a:srgbClr val="FF0000"/>
              </a:solidFill>
              <a:ea typeface="黑体" panose="02010609060101010101" pitchFamily="49" charset="-122"/>
            </a:endParaRPr>
          </a:p>
          <a:p>
            <a:pPr algn="just">
              <a:spcBef>
                <a:spcPts val="1800"/>
              </a:spcBef>
              <a:buFont typeface="Wingdings" panose="05000000000000000000" pitchFamily="2" charset="2"/>
              <a:buNone/>
            </a:pPr>
            <a:r>
              <a:rPr lang="en-US" altLang="zh-CN" smtClean="0">
                <a:solidFill>
                  <a:srgbClr val="FF0000"/>
                </a:solidFill>
                <a:ea typeface="黑体" panose="02010609060101010101" pitchFamily="49" charset="-122"/>
              </a:rPr>
              <a:t>	</a:t>
            </a:r>
            <a:r>
              <a:rPr lang="zh-CN" altLang="en-US" smtClean="0">
                <a:solidFill>
                  <a:srgbClr val="FF0000"/>
                </a:solidFill>
                <a:ea typeface="黑体" panose="02010609060101010101" pitchFamily="49" charset="-122"/>
              </a:rPr>
              <a:t>下面的几种 </a:t>
            </a:r>
            <a:r>
              <a:rPr lang="en-US" altLang="zh-CN" smtClean="0">
                <a:solidFill>
                  <a:srgbClr val="FF0000"/>
                </a:solidFill>
                <a:ea typeface="黑体" panose="02010609060101010101" pitchFamily="49" charset="-122"/>
              </a:rPr>
              <a:t>ICMP </a:t>
            </a:r>
            <a:r>
              <a:rPr lang="zh-CN" altLang="en-US" smtClean="0">
                <a:solidFill>
                  <a:srgbClr val="FF0000"/>
                </a:solidFill>
                <a:ea typeface="黑体" panose="02010609060101010101" pitchFamily="49" charset="-122"/>
              </a:rPr>
              <a:t>报文不再使用：</a:t>
            </a:r>
          </a:p>
          <a:p>
            <a:pPr algn="just"/>
            <a:r>
              <a:rPr lang="zh-CN" altLang="en-US" smtClean="0">
                <a:ea typeface="黑体" panose="02010609060101010101" pitchFamily="49" charset="-122"/>
              </a:rPr>
              <a:t>信息请求与回答报文</a:t>
            </a:r>
          </a:p>
          <a:p>
            <a:pPr algn="just"/>
            <a:r>
              <a:rPr lang="zh-CN" altLang="en-US" smtClean="0">
                <a:ea typeface="黑体" panose="02010609060101010101" pitchFamily="49" charset="-122"/>
              </a:rPr>
              <a:t>掩码地址请求和回答报文</a:t>
            </a:r>
          </a:p>
          <a:p>
            <a:pPr algn="just"/>
            <a:r>
              <a:rPr lang="zh-CN" altLang="en-US" smtClean="0">
                <a:ea typeface="黑体" panose="02010609060101010101" pitchFamily="49" charset="-122"/>
              </a:rPr>
              <a:t>路由器询问和通告报文 </a:t>
            </a:r>
            <a:endParaRPr lang="en-US" altLang="zh-CN" smtClean="0">
              <a:ea typeface="黑体" panose="02010609060101010101" pitchFamily="49" charset="-122"/>
            </a:endParaRPr>
          </a:p>
          <a:p>
            <a:pPr algn="just"/>
            <a:r>
              <a:rPr lang="zh-CN" altLang="en-US" smtClean="0">
                <a:ea typeface="黑体" panose="02010609060101010101" pitchFamily="49" charset="-122"/>
              </a:rPr>
              <a:t>源点抑制报文</a:t>
            </a:r>
          </a:p>
        </p:txBody>
      </p:sp>
      <p:sp>
        <p:nvSpPr>
          <p:cNvPr id="96665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397E071-320A-42F5-A7B3-11BB7AAC0640}" type="slidenum">
              <a:rPr lang="zh-CN" altLang="en-US" smtClean="0"/>
              <a:pPr eaLnBrk="1" hangingPunct="1"/>
              <a:t>59</a:t>
            </a:fld>
            <a:endParaRPr lang="en-US" altLang="zh-CN" smtClean="0"/>
          </a:p>
        </p:txBody>
      </p:sp>
      <p:sp>
        <p:nvSpPr>
          <p:cNvPr id="96666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4374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374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4374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43747">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43747">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43747">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4374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747"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870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4.4.2  ICMP</a:t>
            </a:r>
            <a:r>
              <a:rPr lang="zh-CN" altLang="en-US" smtClean="0">
                <a:ea typeface="黑体" panose="02010609060101010101" pitchFamily="49" charset="-122"/>
              </a:rPr>
              <a:t>的应用举例</a:t>
            </a:r>
            <a:endParaRPr lang="en-US" altLang="zh-CN" smtClean="0">
              <a:ea typeface="黑体" panose="02010609060101010101" pitchFamily="49" charset="-122"/>
            </a:endParaRPr>
          </a:p>
        </p:txBody>
      </p:sp>
      <p:sp>
        <p:nvSpPr>
          <p:cNvPr id="544771" name="Rectangle 3"/>
          <p:cNvSpPr>
            <a:spLocks noGrp="1" noChangeArrowheads="1"/>
          </p:cNvSpPr>
          <p:nvPr>
            <p:ph idx="1"/>
          </p:nvPr>
        </p:nvSpPr>
        <p:spPr>
          <a:xfrm>
            <a:off x="495300" y="1196975"/>
            <a:ext cx="9066213" cy="4933950"/>
          </a:xfrm>
        </p:spPr>
        <p:txBody>
          <a:bodyPr/>
          <a:lstStyle/>
          <a:p>
            <a:pPr marL="0" indent="0" algn="ctr">
              <a:buFont typeface="Wingdings" panose="05000000000000000000" pitchFamily="2" charset="2"/>
              <a:buNone/>
            </a:pPr>
            <a:r>
              <a:rPr lang="en-US" altLang="zh-CN" sz="3600" smtClean="0">
                <a:solidFill>
                  <a:srgbClr val="FF0000"/>
                </a:solidFill>
                <a:ea typeface="黑体" panose="02010609060101010101" pitchFamily="49" charset="-122"/>
              </a:rPr>
              <a:t>PING (Packet InterNet Groper) </a:t>
            </a:r>
          </a:p>
          <a:p>
            <a:pPr marL="0" indent="0"/>
            <a:r>
              <a:rPr lang="en-US" altLang="zh-CN" smtClean="0">
                <a:solidFill>
                  <a:srgbClr val="0000FF"/>
                </a:solidFill>
                <a:ea typeface="黑体" panose="02010609060101010101" pitchFamily="49" charset="-122"/>
              </a:rPr>
              <a:t>PING </a:t>
            </a:r>
            <a:r>
              <a:rPr lang="zh-CN" altLang="en-US" smtClean="0">
                <a:solidFill>
                  <a:srgbClr val="0000FF"/>
                </a:solidFill>
                <a:ea typeface="黑体" panose="02010609060101010101" pitchFamily="49" charset="-122"/>
              </a:rPr>
              <a:t>用来测试两个主机之间的连通性。</a:t>
            </a:r>
          </a:p>
          <a:p>
            <a:pPr marL="0" indent="0"/>
            <a:r>
              <a:rPr lang="en-US" altLang="zh-CN" smtClean="0">
                <a:ea typeface="黑体" panose="02010609060101010101" pitchFamily="49" charset="-122"/>
              </a:rPr>
              <a:t>PING </a:t>
            </a:r>
            <a:r>
              <a:rPr lang="zh-CN" altLang="en-US" smtClean="0">
                <a:ea typeface="黑体" panose="02010609060101010101" pitchFamily="49" charset="-122"/>
              </a:rPr>
              <a:t>使用了 </a:t>
            </a:r>
            <a:r>
              <a:rPr lang="en-US" altLang="zh-CN" smtClean="0">
                <a:ea typeface="黑体" panose="02010609060101010101" pitchFamily="49" charset="-122"/>
              </a:rPr>
              <a:t>ICMP </a:t>
            </a:r>
            <a:r>
              <a:rPr lang="zh-CN" altLang="en-US" smtClean="0">
                <a:ea typeface="黑体" panose="02010609060101010101" pitchFamily="49" charset="-122"/>
              </a:rPr>
              <a:t>回送请求与回送回答报文。</a:t>
            </a:r>
          </a:p>
          <a:p>
            <a:pPr marL="0" indent="0"/>
            <a:r>
              <a:rPr lang="en-US" altLang="zh-CN" smtClean="0">
                <a:ea typeface="黑体" panose="02010609060101010101" pitchFamily="49" charset="-122"/>
              </a:rPr>
              <a:t>PING </a:t>
            </a:r>
            <a:r>
              <a:rPr lang="zh-CN" altLang="en-US" smtClean="0">
                <a:ea typeface="黑体" panose="02010609060101010101" pitchFamily="49" charset="-122"/>
              </a:rPr>
              <a:t>是应用层直接使用网络层 </a:t>
            </a:r>
            <a:r>
              <a:rPr lang="en-US" altLang="zh-CN" smtClean="0">
                <a:ea typeface="黑体" panose="02010609060101010101" pitchFamily="49" charset="-122"/>
              </a:rPr>
              <a:t>ICMP </a:t>
            </a:r>
            <a:r>
              <a:rPr lang="zh-CN" altLang="en-US" smtClean="0">
                <a:ea typeface="黑体" panose="02010609060101010101" pitchFamily="49" charset="-122"/>
              </a:rPr>
              <a:t>的例子，它没有通过运输层的 </a:t>
            </a:r>
            <a:r>
              <a:rPr lang="en-US" altLang="zh-CN" smtClean="0">
                <a:ea typeface="黑体" panose="02010609060101010101" pitchFamily="49" charset="-122"/>
              </a:rPr>
              <a:t>TCP </a:t>
            </a:r>
            <a:r>
              <a:rPr lang="zh-CN" altLang="en-US" smtClean="0">
                <a:ea typeface="黑体" panose="02010609060101010101" pitchFamily="49" charset="-122"/>
              </a:rPr>
              <a:t>或</a:t>
            </a:r>
            <a:r>
              <a:rPr lang="en-US" altLang="zh-CN" smtClean="0">
                <a:ea typeface="黑体" panose="02010609060101010101" pitchFamily="49" charset="-122"/>
              </a:rPr>
              <a:t>UDP</a:t>
            </a:r>
            <a:r>
              <a:rPr lang="zh-CN" altLang="en-US" smtClean="0">
                <a:ea typeface="黑体" panose="02010609060101010101" pitchFamily="49" charset="-122"/>
              </a:rPr>
              <a:t>。 </a:t>
            </a:r>
          </a:p>
        </p:txBody>
      </p:sp>
      <p:sp>
        <p:nvSpPr>
          <p:cNvPr id="96870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F520547-A1E6-4116-A052-CBC078C397DB}" type="slidenum">
              <a:rPr lang="zh-CN" altLang="en-US" smtClean="0"/>
              <a:pPr eaLnBrk="1" hangingPunct="1"/>
              <a:t>60</a:t>
            </a:fld>
            <a:endParaRPr lang="en-US" altLang="zh-CN" smtClean="0"/>
          </a:p>
        </p:txBody>
      </p:sp>
      <p:sp>
        <p:nvSpPr>
          <p:cNvPr id="96870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4771">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47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4771"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0753" name="Rectangle 2"/>
          <p:cNvSpPr>
            <a:spLocks noGrp="1" noChangeArrowheads="1"/>
          </p:cNvSpPr>
          <p:nvPr>
            <p:ph type="title"/>
          </p:nvPr>
        </p:nvSpPr>
        <p:spPr/>
        <p:txBody>
          <a:bodyPr/>
          <a:lstStyle/>
          <a:p>
            <a:pPr algn="ctr"/>
            <a:r>
              <a:rPr lang="en-US" altLang="zh-CN" sz="4000" smtClean="0">
                <a:ea typeface="黑体" panose="02010609060101010101" pitchFamily="49" charset="-122"/>
              </a:rPr>
              <a:t>PING </a:t>
            </a:r>
            <a:r>
              <a:rPr lang="zh-CN" altLang="en-US" sz="4000" smtClean="0">
                <a:ea typeface="黑体" panose="02010609060101010101" pitchFamily="49" charset="-122"/>
              </a:rPr>
              <a:t>的应用举例</a:t>
            </a:r>
          </a:p>
        </p:txBody>
      </p:sp>
      <p:pic>
        <p:nvPicPr>
          <p:cNvPr id="970754" name="Picture 4" descr="2006-2-19-ping"/>
          <p:cNvPicPr>
            <a:picLocks noChangeAspect="1" noChangeArrowheads="1"/>
          </p:cNvPicPr>
          <p:nvPr/>
        </p:nvPicPr>
        <p:blipFill>
          <a:blip r:embed="rId3">
            <a:extLst>
              <a:ext uri="{28A0092B-C50C-407E-A947-70E740481C1C}">
                <a14:useLocalDpi xmlns:a14="http://schemas.microsoft.com/office/drawing/2010/main" val="0"/>
              </a:ext>
            </a:extLst>
          </a:blip>
          <a:srcRect r="2795"/>
          <a:stretch>
            <a:fillRect/>
          </a:stretch>
        </p:blipFill>
        <p:spPr bwMode="auto">
          <a:xfrm>
            <a:off x="488950" y="1412875"/>
            <a:ext cx="9217025" cy="364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0755" name="矩形 1"/>
          <p:cNvSpPr>
            <a:spLocks noChangeArrowheads="1"/>
          </p:cNvSpPr>
          <p:nvPr/>
        </p:nvSpPr>
        <p:spPr bwMode="auto">
          <a:xfrm>
            <a:off x="2649538" y="5157788"/>
            <a:ext cx="52974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用</a:t>
            </a:r>
            <a:r>
              <a:rPr lang="en-US" altLang="zh-CN" sz="2400" b="1">
                <a:ea typeface="黑体" panose="02010609060101010101" pitchFamily="49" charset="-122"/>
              </a:rPr>
              <a:t> PING </a:t>
            </a:r>
            <a:r>
              <a:rPr lang="zh-CN" altLang="zh-CN" sz="2400" b="1">
                <a:ea typeface="黑体" panose="02010609060101010101" pitchFamily="49" charset="-122"/>
              </a:rPr>
              <a:t>测试主机的连通性</a:t>
            </a:r>
            <a:endParaRPr lang="zh-CN" altLang="en-US" sz="2400" b="1">
              <a:ea typeface="黑体" panose="02010609060101010101" pitchFamily="49" charset="-122"/>
            </a:endParaRPr>
          </a:p>
        </p:txBody>
      </p:sp>
      <p:sp>
        <p:nvSpPr>
          <p:cNvPr id="970756"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972B650-A25B-4BE5-AEFC-539F695E5F30}" type="slidenum">
              <a:rPr lang="zh-CN" altLang="en-US" smtClean="0"/>
              <a:pPr eaLnBrk="1" hangingPunct="1"/>
              <a:t>61</a:t>
            </a:fld>
            <a:endParaRPr lang="en-US" altLang="zh-CN" smtClean="0"/>
          </a:p>
        </p:txBody>
      </p:sp>
      <p:sp>
        <p:nvSpPr>
          <p:cNvPr id="970757"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01"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4.4.2  ICMP</a:t>
            </a:r>
            <a:r>
              <a:rPr lang="zh-CN" altLang="en-US" smtClean="0">
                <a:ea typeface="黑体" panose="02010609060101010101" pitchFamily="49" charset="-122"/>
              </a:rPr>
              <a:t>的应用举例</a:t>
            </a:r>
          </a:p>
        </p:txBody>
      </p:sp>
      <p:sp>
        <p:nvSpPr>
          <p:cNvPr id="2" name="内容占位符 1"/>
          <p:cNvSpPr>
            <a:spLocks noGrp="1"/>
          </p:cNvSpPr>
          <p:nvPr>
            <p:ph idx="1"/>
          </p:nvPr>
        </p:nvSpPr>
        <p:spPr>
          <a:xfrm>
            <a:off x="495300" y="1196975"/>
            <a:ext cx="9066213" cy="4933950"/>
          </a:xfrm>
        </p:spPr>
        <p:txBody>
          <a:bodyPr/>
          <a:lstStyle/>
          <a:p>
            <a:pPr marL="0" indent="0" algn="ctr">
              <a:buFont typeface="Wingdings" panose="05000000000000000000" pitchFamily="2" charset="2"/>
              <a:buNone/>
            </a:pPr>
            <a:r>
              <a:rPr lang="en-US" altLang="zh-CN" sz="3600" noProof="1">
                <a:solidFill>
                  <a:srgbClr val="FF0000"/>
                </a:solidFill>
              </a:rPr>
              <a:t>Traceroute </a:t>
            </a:r>
            <a:r>
              <a:rPr lang="zh-CN" altLang="en-US" sz="3600" noProof="1">
                <a:solidFill>
                  <a:srgbClr val="FF0000"/>
                </a:solidFill>
              </a:rPr>
              <a:t>的应用举例</a:t>
            </a:r>
            <a:endParaRPr lang="en-US" altLang="zh-CN" sz="3600" noProof="1">
              <a:solidFill>
                <a:srgbClr val="FF0000"/>
              </a:solidFill>
            </a:endParaRPr>
          </a:p>
          <a:p>
            <a:r>
              <a:rPr lang="zh-CN" altLang="zh-CN" noProof="1"/>
              <a:t>在</a:t>
            </a:r>
            <a:r>
              <a:rPr lang="en-US" altLang="zh-CN" noProof="1"/>
              <a:t> Windows </a:t>
            </a:r>
            <a:r>
              <a:rPr lang="zh-CN" altLang="zh-CN" noProof="1"/>
              <a:t>操作系统中这个命令是</a:t>
            </a:r>
            <a:r>
              <a:rPr lang="en-US" altLang="zh-CN" noProof="1"/>
              <a:t> tracert</a:t>
            </a:r>
            <a:r>
              <a:rPr lang="zh-CN" altLang="en-US" noProof="1"/>
              <a:t>。</a:t>
            </a:r>
            <a:endParaRPr lang="en-US" altLang="zh-CN" noProof="1"/>
          </a:p>
          <a:p>
            <a:r>
              <a:rPr lang="zh-CN" altLang="zh-CN" noProof="1">
                <a:solidFill>
                  <a:srgbClr val="0000FF"/>
                </a:solidFill>
              </a:rPr>
              <a:t>用来跟踪一个分组从源点到终点的路径。</a:t>
            </a:r>
            <a:endParaRPr lang="en-US" altLang="zh-CN" noProof="1">
              <a:solidFill>
                <a:srgbClr val="0000FF"/>
              </a:solidFill>
            </a:endParaRPr>
          </a:p>
          <a:p>
            <a:r>
              <a:rPr lang="zh-CN" altLang="en-US" noProof="1"/>
              <a:t>它利用 </a:t>
            </a:r>
            <a:r>
              <a:rPr lang="en-US" altLang="zh-CN" noProof="1"/>
              <a:t>IP </a:t>
            </a:r>
            <a:r>
              <a:rPr lang="zh-CN" altLang="en-US" noProof="1"/>
              <a:t>数据报中的 </a:t>
            </a:r>
            <a:r>
              <a:rPr lang="en-US" altLang="zh-CN" noProof="1"/>
              <a:t>TTL </a:t>
            </a:r>
            <a:r>
              <a:rPr lang="zh-CN" altLang="en-US" noProof="1"/>
              <a:t>字段和 </a:t>
            </a:r>
            <a:r>
              <a:rPr lang="en-US" altLang="zh-CN" noProof="1"/>
              <a:t>ICMP </a:t>
            </a:r>
            <a:r>
              <a:rPr lang="zh-CN" altLang="zh-CN" noProof="1"/>
              <a:t>时间超过差错报告报文</a:t>
            </a:r>
            <a:r>
              <a:rPr lang="zh-CN" altLang="en-US" noProof="1"/>
              <a:t>实现对从</a:t>
            </a:r>
            <a:r>
              <a:rPr lang="zh-CN" altLang="zh-CN" noProof="1"/>
              <a:t>源点到终点的路径</a:t>
            </a:r>
            <a:r>
              <a:rPr lang="zh-CN" altLang="en-US" noProof="1"/>
              <a:t>的跟踪。</a:t>
            </a:r>
            <a:endParaRPr lang="en-US" altLang="zh-CN" noProof="1"/>
          </a:p>
          <a:p>
            <a:endParaRPr lang="zh-CN" altLang="en-US" noProof="1"/>
          </a:p>
        </p:txBody>
      </p:sp>
      <p:sp>
        <p:nvSpPr>
          <p:cNvPr id="972803" name="Rectangle 5"/>
          <p:cNvSpPr>
            <a:spLocks noChangeArrowheads="1"/>
          </p:cNvSpPr>
          <p:nvPr/>
        </p:nvSpPr>
        <p:spPr bwMode="auto">
          <a:xfrm>
            <a:off x="0" y="20637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sp>
        <p:nvSpPr>
          <p:cNvPr id="972804"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E3BA1E6-D873-4DF2-A8A9-D22778D57245}" type="slidenum">
              <a:rPr lang="zh-CN" altLang="en-US" smtClean="0"/>
              <a:pPr eaLnBrk="1" hangingPunct="1"/>
              <a:t>62</a:t>
            </a:fld>
            <a:endParaRPr lang="en-US" altLang="zh-CN" smtClean="0"/>
          </a:p>
        </p:txBody>
      </p:sp>
      <p:sp>
        <p:nvSpPr>
          <p:cNvPr id="972805"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4849" name="Rectangle 2"/>
          <p:cNvSpPr>
            <a:spLocks noGrp="1" noChangeArrowheads="1"/>
          </p:cNvSpPr>
          <p:nvPr>
            <p:ph type="title"/>
          </p:nvPr>
        </p:nvSpPr>
        <p:spPr/>
        <p:txBody>
          <a:bodyPr/>
          <a:lstStyle/>
          <a:p>
            <a:r>
              <a:rPr lang="en-US" altLang="zh-CN" smtClean="0">
                <a:ea typeface="黑体" panose="02010609060101010101" pitchFamily="49" charset="-122"/>
              </a:rPr>
              <a:t>4.4.2  ICMP</a:t>
            </a:r>
            <a:r>
              <a:rPr lang="zh-CN" altLang="en-US" smtClean="0">
                <a:ea typeface="黑体" panose="02010609060101010101" pitchFamily="49" charset="-122"/>
              </a:rPr>
              <a:t>的应用举例</a:t>
            </a:r>
          </a:p>
        </p:txBody>
      </p:sp>
      <p:sp>
        <p:nvSpPr>
          <p:cNvPr id="974850" name="Rectangle 5"/>
          <p:cNvSpPr>
            <a:spLocks noChangeArrowheads="1"/>
          </p:cNvSpPr>
          <p:nvPr/>
        </p:nvSpPr>
        <p:spPr bwMode="auto">
          <a:xfrm>
            <a:off x="0" y="20637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pic>
        <p:nvPicPr>
          <p:cNvPr id="974851" name="Picture 6" descr="Printscreen-2006-2-19-tr"/>
          <p:cNvPicPr>
            <a:picLocks noChangeAspect="1" noChangeArrowheads="1"/>
          </p:cNvPicPr>
          <p:nvPr/>
        </p:nvPicPr>
        <p:blipFill>
          <a:blip r:embed="rId3">
            <a:extLst>
              <a:ext uri="{28A0092B-C50C-407E-A947-70E740481C1C}">
                <a14:useLocalDpi xmlns:a14="http://schemas.microsoft.com/office/drawing/2010/main" val="0"/>
              </a:ext>
            </a:extLst>
          </a:blip>
          <a:srcRect t="1367" r="4201" b="1933"/>
          <a:stretch>
            <a:fillRect/>
          </a:stretch>
        </p:blipFill>
        <p:spPr bwMode="auto">
          <a:xfrm>
            <a:off x="488950" y="1268413"/>
            <a:ext cx="9217025" cy="447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4852" name="矩形 3"/>
          <p:cNvSpPr>
            <a:spLocks noChangeArrowheads="1"/>
          </p:cNvSpPr>
          <p:nvPr/>
        </p:nvSpPr>
        <p:spPr bwMode="auto">
          <a:xfrm>
            <a:off x="1712913" y="5775325"/>
            <a:ext cx="7416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用</a:t>
            </a:r>
            <a:r>
              <a:rPr lang="en-US" altLang="zh-CN" sz="2400" b="1">
                <a:ea typeface="黑体" panose="02010609060101010101" pitchFamily="49" charset="-122"/>
              </a:rPr>
              <a:t> tracert </a:t>
            </a:r>
            <a:r>
              <a:rPr lang="zh-CN" altLang="zh-CN" sz="2400" b="1">
                <a:ea typeface="黑体" panose="02010609060101010101" pitchFamily="49" charset="-122"/>
              </a:rPr>
              <a:t>命令获得到目的主机的路由信息</a:t>
            </a:r>
            <a:endParaRPr lang="zh-CN" altLang="en-US" sz="2400" b="1">
              <a:ea typeface="黑体" panose="02010609060101010101" pitchFamily="49" charset="-122"/>
            </a:endParaRPr>
          </a:p>
        </p:txBody>
      </p:sp>
      <p:sp>
        <p:nvSpPr>
          <p:cNvPr id="974853"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98B2468-2571-4AC6-9D22-A8C7F5857EE8}" type="slidenum">
              <a:rPr lang="zh-CN" altLang="en-US" smtClean="0"/>
              <a:pPr eaLnBrk="1" hangingPunct="1"/>
              <a:t>63</a:t>
            </a:fld>
            <a:endParaRPr lang="en-US" altLang="zh-CN" smtClean="0"/>
          </a:p>
        </p:txBody>
      </p:sp>
      <p:sp>
        <p:nvSpPr>
          <p:cNvPr id="974854"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960</TotalTime>
  <Words>5602</Words>
  <Application>Microsoft Office PowerPoint</Application>
  <PresentationFormat>A4 纸张(210x297 毫米)</PresentationFormat>
  <Paragraphs>1053</Paragraphs>
  <Slides>63</Slides>
  <Notes>47</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63</vt:i4>
      </vt:variant>
    </vt:vector>
  </HeadingPairs>
  <TitlesOfParts>
    <vt:vector size="71" baseType="lpstr">
      <vt:lpstr>黑体</vt:lpstr>
      <vt:lpstr>宋体</vt:lpstr>
      <vt:lpstr>Arial</vt:lpstr>
      <vt:lpstr>Symbol</vt:lpstr>
      <vt:lpstr>Tahoma</vt:lpstr>
      <vt:lpstr>Times New Roman</vt:lpstr>
      <vt:lpstr>Wingdings</vt:lpstr>
      <vt:lpstr>Presentation</vt:lpstr>
      <vt:lpstr>第 4 章  网络层</vt:lpstr>
      <vt:lpstr>第 4 章  网络层</vt:lpstr>
      <vt:lpstr>4.3  划分子网和构造超网</vt:lpstr>
      <vt:lpstr>4.3.1   划分子网</vt:lpstr>
      <vt:lpstr>三级 IP 地址 </vt:lpstr>
      <vt:lpstr>划分子网的基本思路 </vt:lpstr>
      <vt:lpstr>划分子网的基本思路（续） </vt:lpstr>
      <vt:lpstr>一个未划分子网的 B 类网络145.13.0.0</vt:lpstr>
      <vt:lpstr>划分为三个子网后对外仍是一个网络 </vt:lpstr>
      <vt:lpstr>划分子网后变成了三级结构 </vt:lpstr>
      <vt:lpstr>划分子网后变成了三级结构 </vt:lpstr>
      <vt:lpstr>2.  子网掩码</vt:lpstr>
      <vt:lpstr>IP 地址的各字段和子网掩码 </vt:lpstr>
      <vt:lpstr>(IP 地址) AND (子网掩码) =网络地址</vt:lpstr>
      <vt:lpstr>默认子网掩码 </vt:lpstr>
      <vt:lpstr>子网掩码是一个重要属性</vt:lpstr>
      <vt:lpstr>子网划分方法</vt:lpstr>
      <vt:lpstr>PowerPoint 演示文稿</vt:lpstr>
      <vt:lpstr>【例4-2】已知 IP 地址是 141.14.72.24，子网掩码是 255.255.192.0。试求网络地址。 </vt:lpstr>
      <vt:lpstr>【例4-3】上例中，若子网掩码改为255.255.224.0，试求网络地址，讨论所得结果。 </vt:lpstr>
      <vt:lpstr>4.3.2  使用子网时分组的转发</vt:lpstr>
      <vt:lpstr>在划分子网情况下路由器转发分组的算法 </vt:lpstr>
      <vt:lpstr>【例4-4】已知互联网和路由器 R1 中的路由表。主机 H1 向 H2 发送分组。试讨论 R1 收到 H1  向 H2 发送的分组后查找路由表的过程。 </vt:lpstr>
      <vt:lpstr>主机 H1 要发送分组给 H2 </vt:lpstr>
      <vt:lpstr>主机 H1 首先将 本子网的子网掩码 255.255.255.128 与分组的 IP 地址 128.30.33.138 逐比特相“与”(AND 操作) </vt:lpstr>
      <vt:lpstr>因此 H1 必须把分组传送到路由器 R1 然后逐项查找路由表</vt:lpstr>
      <vt:lpstr>路由器 R1 收到分组后就用路由表中第 1 个项目的 子网掩码和 128.30.33.138 逐比特 AND 操作 </vt:lpstr>
      <vt:lpstr>路由器 R1 收到分组后就用路由表中第 1 个项目的 子网掩码和 128.30.33.138 逐比特 AND 操作 </vt:lpstr>
      <vt:lpstr>4.3.3  无分类编址 CIDR</vt:lpstr>
      <vt:lpstr>IP 编址问题的演进 </vt:lpstr>
      <vt:lpstr>CIDR-网络前缀 </vt:lpstr>
      <vt:lpstr>无分类的两级编址 </vt:lpstr>
      <vt:lpstr>CIDR-地址块 </vt:lpstr>
      <vt:lpstr>128.14.32.0/20 表示的地址（212 个地址）</vt:lpstr>
      <vt:lpstr>CIDR 记法的其他形式 </vt:lpstr>
      <vt:lpstr>注意区分</vt:lpstr>
      <vt:lpstr>CIDR-地址掩码</vt:lpstr>
      <vt:lpstr>PowerPoint 演示文稿</vt:lpstr>
      <vt:lpstr>CIDR的三个特殊地址块</vt:lpstr>
      <vt:lpstr>路由聚合 (route aggregation) </vt:lpstr>
      <vt:lpstr>构成超网 </vt:lpstr>
      <vt:lpstr>PowerPoint 演示文稿</vt:lpstr>
      <vt:lpstr>PowerPoint 演示文稿</vt:lpstr>
      <vt:lpstr>2. 最长前缀匹配</vt:lpstr>
      <vt:lpstr>PowerPoint 演示文稿</vt:lpstr>
      <vt:lpstr>PowerPoint 演示文稿</vt:lpstr>
      <vt:lpstr>PowerPoint 演示文稿</vt:lpstr>
      <vt:lpstr>3. 使用二叉线索查找路由表</vt:lpstr>
      <vt:lpstr>用 5 个前缀构成的二叉线索 </vt:lpstr>
      <vt:lpstr>CIDR小结</vt:lpstr>
      <vt:lpstr>CIDR小结</vt:lpstr>
      <vt:lpstr>4.4  网际控制报文协议 ICMP</vt:lpstr>
      <vt:lpstr>4.4  网际控制报文协议ICMP</vt:lpstr>
      <vt:lpstr>ICMP 报文的格式 </vt:lpstr>
      <vt:lpstr>4.4.1  ICMP 报文的种类</vt:lpstr>
      <vt:lpstr>ICMP 差错报告报文共有 4 种 </vt:lpstr>
      <vt:lpstr>ICMP 差错报告报文的数据字段的内容 </vt:lpstr>
      <vt:lpstr>不应发送 ICMP 差错报告报文的几种情况 </vt:lpstr>
      <vt:lpstr>ICMP 询问报文有两种 </vt:lpstr>
      <vt:lpstr>4.4.2  ICMP的应用举例</vt:lpstr>
      <vt:lpstr>PING 的应用举例</vt:lpstr>
      <vt:lpstr>4.4.2  ICMP的应用举例</vt:lpstr>
      <vt:lpstr>4.4.2  ICMP的应用举例</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a</cp:lastModifiedBy>
  <cp:revision>84</cp:revision>
  <dcterms:created xsi:type="dcterms:W3CDTF">2016-10-01T05:27:00Z</dcterms:created>
  <dcterms:modified xsi:type="dcterms:W3CDTF">2023-04-06T01:49:18Z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