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6" r:id="rId2"/>
    <p:sldId id="327" r:id="rId3"/>
    <p:sldId id="328" r:id="rId4"/>
    <p:sldId id="313" r:id="rId5"/>
    <p:sldId id="329" r:id="rId6"/>
    <p:sldId id="333" r:id="rId7"/>
    <p:sldId id="330" r:id="rId8"/>
    <p:sldId id="331" r:id="rId9"/>
    <p:sldId id="33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image" Target="../media/image1.tmp"/><Relationship Id="rId2" Type="http://schemas.openxmlformats.org/officeDocument/2006/relationships/tags" Target="../tags/tag19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17" Type="http://schemas.openxmlformats.org/officeDocument/2006/relationships/tags" Target="../tags/tag49.xml"/><Relationship Id="rId2" Type="http://schemas.openxmlformats.org/officeDocument/2006/relationships/tags" Target="../tags/tag34.xml"/><Relationship Id="rId16" Type="http://schemas.openxmlformats.org/officeDocument/2006/relationships/tags" Target="../tags/tag48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5" Type="http://schemas.openxmlformats.org/officeDocument/2006/relationships/tags" Target="../tags/tag47.xml"/><Relationship Id="rId10" Type="http://schemas.openxmlformats.org/officeDocument/2006/relationships/tags" Target="../tags/tag42.xml"/><Relationship Id="rId19" Type="http://schemas.openxmlformats.org/officeDocument/2006/relationships/image" Target="../media/image1.tmp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tags" Target="../tags/tag4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tags" Target="../tags/tag62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tags" Target="../tags/tag61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5" Type="http://schemas.openxmlformats.org/officeDocument/2006/relationships/tags" Target="../tags/tag54.xml"/><Relationship Id="rId15" Type="http://schemas.openxmlformats.org/officeDocument/2006/relationships/image" Target="../media/image1.tmp"/><Relationship Id="rId10" Type="http://schemas.openxmlformats.org/officeDocument/2006/relationships/tags" Target="../tags/tag59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tags" Target="../tags/tag75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5" Type="http://schemas.openxmlformats.org/officeDocument/2006/relationships/image" Target="../media/image1.tmp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image" Target="../media/image1.tmp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80.xml"/><Relationship Id="rId10" Type="http://schemas.openxmlformats.org/officeDocument/2006/relationships/tags" Target="../tags/tag85.xml"/><Relationship Id="rId4" Type="http://schemas.openxmlformats.org/officeDocument/2006/relationships/tags" Target="../tags/tag79.xml"/><Relationship Id="rId9" Type="http://schemas.openxmlformats.org/officeDocument/2006/relationships/tags" Target="../tags/tag8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19" Type="http://schemas.openxmlformats.org/officeDocument/2006/relationships/image" Target="../media/image1.tmp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image" Target="../media/image1.tmp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07.xml"/><Relationship Id="rId10" Type="http://schemas.openxmlformats.org/officeDocument/2006/relationships/tags" Target="../tags/tag112.xml"/><Relationship Id="rId4" Type="http://schemas.openxmlformats.org/officeDocument/2006/relationships/tags" Target="../tags/tag106.xml"/><Relationship Id="rId9" Type="http://schemas.openxmlformats.org/officeDocument/2006/relationships/tags" Target="../tags/tag1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tags" Target="../tags/tag12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12" Type="http://schemas.openxmlformats.org/officeDocument/2006/relationships/tags" Target="../tags/tag124.xml"/><Relationship Id="rId17" Type="http://schemas.openxmlformats.org/officeDocument/2006/relationships/tags" Target="../tags/tag129.xml"/><Relationship Id="rId2" Type="http://schemas.openxmlformats.org/officeDocument/2006/relationships/tags" Target="../tags/tag114.xml"/><Relationship Id="rId16" Type="http://schemas.openxmlformats.org/officeDocument/2006/relationships/tags" Target="../tags/tag128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tags" Target="../tags/tag123.xml"/><Relationship Id="rId5" Type="http://schemas.openxmlformats.org/officeDocument/2006/relationships/tags" Target="../tags/tag117.xml"/><Relationship Id="rId15" Type="http://schemas.openxmlformats.org/officeDocument/2006/relationships/tags" Target="../tags/tag127.xml"/><Relationship Id="rId10" Type="http://schemas.openxmlformats.org/officeDocument/2006/relationships/tags" Target="../tags/tag122.xml"/><Relationship Id="rId19" Type="http://schemas.openxmlformats.org/officeDocument/2006/relationships/image" Target="../media/image1.tmp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tags" Target="../tags/tag1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1.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个服务器所负责管辖的（或有权限的）范围叫做区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(zone)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。每一个区设置相应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根域名服务器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顶级域名服务器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权限域名服务器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本地域名服务器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813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不管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是哪一个本地域名服务器，若要对互联网上任何一个域名进行解析，只要自己无法解析，就首先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求助于（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根域名服务器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顶级域名服务器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权限域名服务器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9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59757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当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一个主机发出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DNS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查询请求时，这个查询请求报文就发送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给（    ）。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这种域名服务器有时也称为默认域名服务器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根域名服务器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顶级域名服务器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权限域名服务器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本地域名服务器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80197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4.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当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根域名服务器收到本地域名服务器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的请求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报文时，要么给出所要查询的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地址，要么告诉本地域名服务器：“你下一步应当向哪一个域名服务器进行查询”。然后让本地域名服务器进行后续的查询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。这种域名解析方式属于（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递归查询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迭代查询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6684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5.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如果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主机所询问的本地域名服务器不知道被查询域名的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地址，那么本地域名服务器就以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DNS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客户的身份，向其他根域名服务器继续发出查询请求报文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。这种域名解析方式属于（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递归查询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迭代查询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00090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6.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域名服务器分为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4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12821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7.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下列关于文件传送协议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FTP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的说法中，错误的是（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只提供文件传送的一些基本的服务，它使用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UDP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运输服务。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要功能是减少或消除在不同操作系统下处理文件的不兼容性。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使用客户服务器方式。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是互联网上使用得最广泛的文件传送协议。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07217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8.FTP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客户和服务器之间建立两个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连接：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83188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10.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应用层协议在运输层采用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提供可靠服务的是（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DNS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NFS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TFTP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FTP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603150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ORDER" val="true"/>
  <p:tag name="PROBLEMSCORE" val="4.0"/>
  <p:tag name="PROBLEMBLANK" val="[{&quot;Num&quot;:1,&quot;Score&quot;:1.0,&quot;Answers&quot;:[&quot;顶级域名服务器&quot;],&quot;CaseSensitive&quot;:false,&quot;FuzzyMatch&quot;:false},{&quot;Num&quot;:2,&quot;Score&quot;:1.0,&quot;Answers&quot;:[&quot;根域名服务器&quot;],&quot;CaseSensitive&quot;:false,&quot;FuzzyMatch&quot;:false},{&quot;Num&quot;:3,&quot;Score&quot;:1.0,&quot;Answers&quot;:[&quot;权限域名服务器&quot;],&quot;CaseSensitive&quot;:false,&quot;FuzzyMatch&quot;:false},{&quot;Num&quot;:4,&quot;Score&quot;:1.0,&quot;Answers&quot;:[&quot;本地域名服务器&quot;],&quot;CaseSensitive&quot;:false,&quot;FuzzyMatch&quot;:false}]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1.0,&quot;Answers&quot;:[&quot;并行&quot;],&quot;CaseSensitive&quot;:false,&quot;FuzzyMatch&quot;:false},{&quot;Num&quot;:2,&quot;Score&quot;:1.0,&quot;Answers&quot;:[&quot;控制连接&quot;],&quot;CaseSensitive&quot;:false,&quot;FuzzyMatch&quot;:false},{&quot;Num&quot;:3,&quot;Score&quot;:1.0,&quot;Answers&quot;:[&quot;数据连接&quot;],&quot;CaseSensitive&quot;:false,&quot;FuzzyMatch&quot;:false}]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479</Words>
  <Application>Microsoft Office PowerPoint</Application>
  <PresentationFormat>宽屏</PresentationFormat>
  <Paragraphs>84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103</cp:revision>
  <dcterms:created xsi:type="dcterms:W3CDTF">2020-02-20T13:08:52Z</dcterms:created>
  <dcterms:modified xsi:type="dcterms:W3CDTF">2023-04-24T06:41:37Z</dcterms:modified>
</cp:coreProperties>
</file>