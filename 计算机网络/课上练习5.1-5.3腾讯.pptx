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97" r:id="rId3"/>
    <p:sldId id="289" r:id="rId4"/>
    <p:sldId id="300" r:id="rId5"/>
    <p:sldId id="301" r:id="rId6"/>
    <p:sldId id="302" r:id="rId7"/>
    <p:sldId id="303" r:id="rId8"/>
    <p:sldId id="304" r:id="rId9"/>
    <p:sldId id="305" r:id="rId10"/>
    <p:sldId id="30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2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1.tmp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image" Target="../media/image1.tmp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image" Target="../media/image1.tmp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image" Target="../media/image1.tmp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image" Target="../media/image1.tmp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image" Target="../media/image1.tmp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image" Target="../media/image1.tmp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2" Type="http://schemas.openxmlformats.org/officeDocument/2006/relationships/tags" Target="../tags/tag107.xml"/><Relationship Id="rId16" Type="http://schemas.openxmlformats.org/officeDocument/2006/relationships/image" Target="../media/image1.tmp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1.tmp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24.xml"/><Relationship Id="rId10" Type="http://schemas.openxmlformats.org/officeDocument/2006/relationships/tags" Target="../tags/tag129.xml"/><Relationship Id="rId4" Type="http://schemas.openxmlformats.org/officeDocument/2006/relationships/tags" Target="../tags/tag123.xml"/><Relationship Id="rId9" Type="http://schemas.openxmlformats.org/officeDocument/2006/relationships/tags" Target="../tags/tag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、从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运输层的角度看，通信的真正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端点是（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主机中的进程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277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、下列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的说法中错误的是（    ）。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传送数据之前不需要先建立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接收方的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运输层在收到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报文后，不需要给出任何确认。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提供广播或多播服务。</a:t>
            </a: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由于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要提供可靠的、面向连接的运输服务，因此不可避免地增加了许多的开销。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757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、（  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）可以看作是应用层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的各种协议进程与运输实体进行层间交互的一种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软件端口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硬件端口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16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只在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的数据报服务之上增加了很少一点的功能：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的功能和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的功能。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026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在计算检验和时，临时把“伪首部”和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用户数据报连接在一起。伪首部仅仅是为了计算检验和。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859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运输层协议（   ）提供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全双工通信。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74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运输层协议（   ）是面向报文的。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15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运输层协议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）支持一对一、一对多、多对一和多对多的交互通信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430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用一个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位的端口号来标志一个端口，端口号只具有本地意义。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623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用主机的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加上主机上的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连接的端点，这样的端点叫做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7028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复用和分用&quot;],&quot;CaseSensitive&quot;:false,&quot;FuzzyMatch&quot;:false},{&quot;Num&quot;:2,&quot;Score&quot;:1.0,&quot;Answers&quot;:[&quot;差错检测&quot;],&quot;CaseSensitive&quot;:false,&quot;FuzzyMatch&quot;:false}]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IP地址&quot;],&quot;CaseSensitive&quot;:false,&quot;FuzzyMatch&quot;:false},{&quot;Num&quot;:2,&quot;Score&quot;:1.0,&quot;Answers&quot;:[&quot;端口号&quot;],&quot;CaseSensitive&quot;:false,&quot;FuzzyMatch&quot;:false},{&quot;Num&quot;:3,&quot;Score&quot;:1.0,&quot;Answers&quot;:[&quot;套接字&quot;],&quot;CaseSensitive&quot;:false,&quot;FuzzyMatch&quot;:false}]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404</Words>
  <Application>Microsoft Office PowerPoint</Application>
  <PresentationFormat>宽屏</PresentationFormat>
  <Paragraphs>79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64</cp:revision>
  <dcterms:created xsi:type="dcterms:W3CDTF">2020-02-20T13:08:52Z</dcterms:created>
  <dcterms:modified xsi:type="dcterms:W3CDTF">2022-04-20T09:09:21Z</dcterms:modified>
</cp:coreProperties>
</file>