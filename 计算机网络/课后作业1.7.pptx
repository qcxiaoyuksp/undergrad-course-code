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87917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62732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第一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1.7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</a:t>
            </a:r>
            <a:r>
              <a:rPr lang="zh-CN" altLang="en-US" sz="2800" dirty="0"/>
              <a:t>采用</a:t>
            </a:r>
            <a:r>
              <a:rPr lang="zh-CN" altLang="zh-CN" sz="2800" dirty="0"/>
              <a:t>五层协议的体系结构</a:t>
            </a:r>
            <a:r>
              <a:rPr lang="zh-CN" altLang="en-US" sz="2800" dirty="0"/>
              <a:t>有哪些层？每层的任务是什么？每层传输的数据单位是什么？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</a:t>
            </a:r>
            <a:r>
              <a:rPr lang="zh-CN" altLang="zh-CN" sz="2800" dirty="0"/>
              <a:t>协议与服务</a:t>
            </a:r>
            <a:r>
              <a:rPr lang="zh-CN" altLang="en-US" sz="2800" dirty="0"/>
              <a:t>有什么联系和区别</a:t>
            </a:r>
            <a:r>
              <a:rPr lang="zh-CN" altLang="en-US" sz="2800" dirty="0" smtClean="0"/>
              <a:t>？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、长度为</a:t>
            </a:r>
            <a:r>
              <a:rPr lang="en-US" altLang="zh-CN" sz="2800" dirty="0" smtClean="0"/>
              <a:t>100</a:t>
            </a:r>
            <a:r>
              <a:rPr lang="zh-CN" altLang="en-US" sz="2800" dirty="0" smtClean="0"/>
              <a:t>字节的应用层数据交给运输层传送，需加上</a:t>
            </a:r>
            <a:r>
              <a:rPr lang="en-US" altLang="zh-CN" sz="2800" dirty="0" smtClean="0"/>
              <a:t>20</a:t>
            </a:r>
            <a:r>
              <a:rPr lang="zh-CN" altLang="en-US" sz="2800" dirty="0" smtClean="0"/>
              <a:t>字节的</a:t>
            </a:r>
            <a:r>
              <a:rPr lang="en-US" altLang="zh-CN" sz="2800" dirty="0" smtClean="0"/>
              <a:t>TCP</a:t>
            </a:r>
            <a:r>
              <a:rPr lang="zh-CN" altLang="en-US" sz="2800" dirty="0" smtClean="0"/>
              <a:t>首部。再交给网络层传送，需加上</a:t>
            </a:r>
            <a:r>
              <a:rPr lang="en-US" altLang="zh-CN" sz="2800" dirty="0" smtClean="0"/>
              <a:t>20</a:t>
            </a:r>
            <a:r>
              <a:rPr lang="zh-CN" altLang="en-US" sz="2800" dirty="0" smtClean="0"/>
              <a:t>字节的</a:t>
            </a:r>
            <a:r>
              <a:rPr lang="en-US" altLang="zh-CN" sz="2800" dirty="0" smtClean="0"/>
              <a:t>IP</a:t>
            </a:r>
            <a:r>
              <a:rPr lang="zh-CN" altLang="en-US" sz="2800" dirty="0" smtClean="0"/>
              <a:t>首部。最后交给数据链路层的以太网传送，加上首部和尾部共</a:t>
            </a:r>
            <a:r>
              <a:rPr lang="en-US" altLang="zh-CN" sz="2800" dirty="0" smtClean="0"/>
              <a:t>18</a:t>
            </a:r>
            <a:r>
              <a:rPr lang="zh-CN" altLang="en-US" sz="2800" dirty="0" smtClean="0"/>
              <a:t>字节。求数据的传输效率（发送的应用层数据除以所发送的总数据）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4</a:t>
            </a:r>
            <a:r>
              <a:rPr lang="zh-CN" altLang="en-US" sz="2800" dirty="0" smtClean="0"/>
              <a:t>、</a:t>
            </a:r>
            <a:r>
              <a:rPr lang="zh-CN" altLang="en-US" sz="2800" dirty="0"/>
              <a:t>写出下列英文术语缩写的全称和中文译名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smtClean="0"/>
              <a:t>SNA OSI</a:t>
            </a:r>
            <a:r>
              <a:rPr lang="en-US" altLang="zh-CN" sz="2800" smtClean="0"/>
              <a:t>/RM PDU SDU</a:t>
            </a:r>
            <a:endParaRPr lang="zh-CN" altLang="en-US" sz="2800" dirty="0"/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320</TotalTime>
  <Words>137</Words>
  <Application>Microsoft Office PowerPoint</Application>
  <PresentationFormat>A4 纸张(210x297 毫米)</PresentationFormat>
  <Paragraphs>10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第一章 1.7课后作业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86</cp:revision>
  <dcterms:created xsi:type="dcterms:W3CDTF">2016-10-01T05:27:00Z</dcterms:created>
  <dcterms:modified xsi:type="dcterms:W3CDTF">2021-01-07T01:20:13Z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