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4" r:id="rId2"/>
    <p:sldId id="305" r:id="rId3"/>
    <p:sldId id="306" r:id="rId4"/>
    <p:sldId id="307" r:id="rId5"/>
    <p:sldId id="308" r:id="rId6"/>
    <p:sldId id="309" r:id="rId7"/>
    <p:sldId id="310" r:id="rId8"/>
    <p:sldId id="311" r:id="rId9"/>
    <p:sldId id="313" r:id="rId10"/>
    <p:sldId id="312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2022/4/12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image" Target="../media/image1.tmp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8.xml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1.xml"/><Relationship Id="rId3" Type="http://schemas.openxmlformats.org/officeDocument/2006/relationships/tags" Target="../tags/tag26.xml"/><Relationship Id="rId7" Type="http://schemas.openxmlformats.org/officeDocument/2006/relationships/tags" Target="../tags/tag30.xml"/><Relationship Id="rId12" Type="http://schemas.openxmlformats.org/officeDocument/2006/relationships/image" Target="../media/image1.tmp"/><Relationship Id="rId2" Type="http://schemas.openxmlformats.org/officeDocument/2006/relationships/tags" Target="../tags/tag25.xml"/><Relationship Id="rId1" Type="http://schemas.openxmlformats.org/officeDocument/2006/relationships/tags" Target="../tags/tag24.xml"/><Relationship Id="rId6" Type="http://schemas.openxmlformats.org/officeDocument/2006/relationships/tags" Target="../tags/tag29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28.xml"/><Relationship Id="rId10" Type="http://schemas.openxmlformats.org/officeDocument/2006/relationships/tags" Target="../tags/tag33.xml"/><Relationship Id="rId4" Type="http://schemas.openxmlformats.org/officeDocument/2006/relationships/tags" Target="../tags/tag27.xml"/><Relationship Id="rId9" Type="http://schemas.openxmlformats.org/officeDocument/2006/relationships/tags" Target="../tags/tag3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1.xml"/><Relationship Id="rId13" Type="http://schemas.openxmlformats.org/officeDocument/2006/relationships/tags" Target="../tags/tag46.xml"/><Relationship Id="rId3" Type="http://schemas.openxmlformats.org/officeDocument/2006/relationships/tags" Target="../tags/tag36.xml"/><Relationship Id="rId7" Type="http://schemas.openxmlformats.org/officeDocument/2006/relationships/tags" Target="../tags/tag40.xml"/><Relationship Id="rId12" Type="http://schemas.openxmlformats.org/officeDocument/2006/relationships/tags" Target="../tags/tag45.xml"/><Relationship Id="rId2" Type="http://schemas.openxmlformats.org/officeDocument/2006/relationships/tags" Target="../tags/tag35.xml"/><Relationship Id="rId1" Type="http://schemas.openxmlformats.org/officeDocument/2006/relationships/tags" Target="../tags/tag34.xml"/><Relationship Id="rId6" Type="http://schemas.openxmlformats.org/officeDocument/2006/relationships/tags" Target="../tags/tag39.xml"/><Relationship Id="rId11" Type="http://schemas.openxmlformats.org/officeDocument/2006/relationships/tags" Target="../tags/tag44.xml"/><Relationship Id="rId5" Type="http://schemas.openxmlformats.org/officeDocument/2006/relationships/tags" Target="../tags/tag38.xml"/><Relationship Id="rId15" Type="http://schemas.openxmlformats.org/officeDocument/2006/relationships/image" Target="../media/image1.tmp"/><Relationship Id="rId10" Type="http://schemas.openxmlformats.org/officeDocument/2006/relationships/tags" Target="../tags/tag43.xml"/><Relationship Id="rId4" Type="http://schemas.openxmlformats.org/officeDocument/2006/relationships/tags" Target="../tags/tag37.xml"/><Relationship Id="rId9" Type="http://schemas.openxmlformats.org/officeDocument/2006/relationships/tags" Target="../tags/tag42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54.xml"/><Relationship Id="rId13" Type="http://schemas.openxmlformats.org/officeDocument/2006/relationships/tags" Target="../tags/tag59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49.xml"/><Relationship Id="rId7" Type="http://schemas.openxmlformats.org/officeDocument/2006/relationships/tags" Target="../tags/tag53.xml"/><Relationship Id="rId12" Type="http://schemas.openxmlformats.org/officeDocument/2006/relationships/tags" Target="../tags/tag58.xml"/><Relationship Id="rId17" Type="http://schemas.openxmlformats.org/officeDocument/2006/relationships/tags" Target="../tags/tag63.xml"/><Relationship Id="rId2" Type="http://schemas.openxmlformats.org/officeDocument/2006/relationships/tags" Target="../tags/tag48.xml"/><Relationship Id="rId16" Type="http://schemas.openxmlformats.org/officeDocument/2006/relationships/tags" Target="../tags/tag62.xml"/><Relationship Id="rId1" Type="http://schemas.openxmlformats.org/officeDocument/2006/relationships/tags" Target="../tags/tag47.xml"/><Relationship Id="rId6" Type="http://schemas.openxmlformats.org/officeDocument/2006/relationships/tags" Target="../tags/tag52.xml"/><Relationship Id="rId11" Type="http://schemas.openxmlformats.org/officeDocument/2006/relationships/tags" Target="../tags/tag57.xml"/><Relationship Id="rId5" Type="http://schemas.openxmlformats.org/officeDocument/2006/relationships/tags" Target="../tags/tag51.xml"/><Relationship Id="rId15" Type="http://schemas.openxmlformats.org/officeDocument/2006/relationships/tags" Target="../tags/tag61.xml"/><Relationship Id="rId10" Type="http://schemas.openxmlformats.org/officeDocument/2006/relationships/tags" Target="../tags/tag56.xml"/><Relationship Id="rId19" Type="http://schemas.openxmlformats.org/officeDocument/2006/relationships/image" Target="../media/image1.tmp"/><Relationship Id="rId4" Type="http://schemas.openxmlformats.org/officeDocument/2006/relationships/tags" Target="../tags/tag50.xml"/><Relationship Id="rId9" Type="http://schemas.openxmlformats.org/officeDocument/2006/relationships/tags" Target="../tags/tag55.xml"/><Relationship Id="rId14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1.xml"/><Relationship Id="rId13" Type="http://schemas.openxmlformats.org/officeDocument/2006/relationships/tags" Target="../tags/tag76.xml"/><Relationship Id="rId3" Type="http://schemas.openxmlformats.org/officeDocument/2006/relationships/tags" Target="../tags/tag66.xml"/><Relationship Id="rId7" Type="http://schemas.openxmlformats.org/officeDocument/2006/relationships/tags" Target="../tags/tag70.xml"/><Relationship Id="rId12" Type="http://schemas.openxmlformats.org/officeDocument/2006/relationships/tags" Target="../tags/tag75.xml"/><Relationship Id="rId2" Type="http://schemas.openxmlformats.org/officeDocument/2006/relationships/tags" Target="../tags/tag65.xml"/><Relationship Id="rId1" Type="http://schemas.openxmlformats.org/officeDocument/2006/relationships/tags" Target="../tags/tag64.xml"/><Relationship Id="rId6" Type="http://schemas.openxmlformats.org/officeDocument/2006/relationships/tags" Target="../tags/tag69.xml"/><Relationship Id="rId11" Type="http://schemas.openxmlformats.org/officeDocument/2006/relationships/tags" Target="../tags/tag74.xml"/><Relationship Id="rId5" Type="http://schemas.openxmlformats.org/officeDocument/2006/relationships/tags" Target="../tags/tag68.xml"/><Relationship Id="rId15" Type="http://schemas.openxmlformats.org/officeDocument/2006/relationships/image" Target="../media/image1.tmp"/><Relationship Id="rId10" Type="http://schemas.openxmlformats.org/officeDocument/2006/relationships/tags" Target="../tags/tag73.xml"/><Relationship Id="rId4" Type="http://schemas.openxmlformats.org/officeDocument/2006/relationships/tags" Target="../tags/tag67.xml"/><Relationship Id="rId9" Type="http://schemas.openxmlformats.org/officeDocument/2006/relationships/tags" Target="../tags/tag72.xml"/><Relationship Id="rId14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4.xml"/><Relationship Id="rId13" Type="http://schemas.openxmlformats.org/officeDocument/2006/relationships/tags" Target="../tags/tag89.xml"/><Relationship Id="rId3" Type="http://schemas.openxmlformats.org/officeDocument/2006/relationships/tags" Target="../tags/tag79.xml"/><Relationship Id="rId7" Type="http://schemas.openxmlformats.org/officeDocument/2006/relationships/tags" Target="../tags/tag83.xml"/><Relationship Id="rId12" Type="http://schemas.openxmlformats.org/officeDocument/2006/relationships/tags" Target="../tags/tag88.xml"/><Relationship Id="rId2" Type="http://schemas.openxmlformats.org/officeDocument/2006/relationships/tags" Target="../tags/tag78.xml"/><Relationship Id="rId1" Type="http://schemas.openxmlformats.org/officeDocument/2006/relationships/tags" Target="../tags/tag77.xml"/><Relationship Id="rId6" Type="http://schemas.openxmlformats.org/officeDocument/2006/relationships/tags" Target="../tags/tag82.xml"/><Relationship Id="rId11" Type="http://schemas.openxmlformats.org/officeDocument/2006/relationships/tags" Target="../tags/tag87.xml"/><Relationship Id="rId5" Type="http://schemas.openxmlformats.org/officeDocument/2006/relationships/tags" Target="../tags/tag81.xml"/><Relationship Id="rId15" Type="http://schemas.openxmlformats.org/officeDocument/2006/relationships/image" Target="../media/image1.tmp"/><Relationship Id="rId10" Type="http://schemas.openxmlformats.org/officeDocument/2006/relationships/tags" Target="../tags/tag86.xml"/><Relationship Id="rId4" Type="http://schemas.openxmlformats.org/officeDocument/2006/relationships/tags" Target="../tags/tag80.xml"/><Relationship Id="rId9" Type="http://schemas.openxmlformats.org/officeDocument/2006/relationships/tags" Target="../tags/tag85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image" Target="../media/image1.tmp"/><Relationship Id="rId2" Type="http://schemas.openxmlformats.org/officeDocument/2006/relationships/tags" Target="../tags/tag91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94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07.xml"/><Relationship Id="rId3" Type="http://schemas.openxmlformats.org/officeDocument/2006/relationships/tags" Target="../tags/tag102.xml"/><Relationship Id="rId7" Type="http://schemas.openxmlformats.org/officeDocument/2006/relationships/tags" Target="../tags/tag106.xml"/><Relationship Id="rId12" Type="http://schemas.openxmlformats.org/officeDocument/2006/relationships/image" Target="../media/image1.tmp"/><Relationship Id="rId2" Type="http://schemas.openxmlformats.org/officeDocument/2006/relationships/tags" Target="../tags/tag101.xml"/><Relationship Id="rId1" Type="http://schemas.openxmlformats.org/officeDocument/2006/relationships/tags" Target="../tags/tag100.xml"/><Relationship Id="rId6" Type="http://schemas.openxmlformats.org/officeDocument/2006/relationships/tags" Target="../tags/tag105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104.xml"/><Relationship Id="rId10" Type="http://schemas.openxmlformats.org/officeDocument/2006/relationships/tags" Target="../tags/tag109.xml"/><Relationship Id="rId4" Type="http://schemas.openxmlformats.org/officeDocument/2006/relationships/tags" Target="../tags/tag103.xml"/><Relationship Id="rId9" Type="http://schemas.openxmlformats.org/officeDocument/2006/relationships/tags" Target="../tags/tag10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tags" Target="../tags/tag122.xml"/><Relationship Id="rId18" Type="http://schemas.openxmlformats.org/officeDocument/2006/relationships/slideLayout" Target="../slideLayouts/slideLayout7.xml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17" Type="http://schemas.openxmlformats.org/officeDocument/2006/relationships/tags" Target="../tags/tag126.xml"/><Relationship Id="rId2" Type="http://schemas.openxmlformats.org/officeDocument/2006/relationships/tags" Target="../tags/tag111.xml"/><Relationship Id="rId16" Type="http://schemas.openxmlformats.org/officeDocument/2006/relationships/tags" Target="../tags/tag125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5" Type="http://schemas.openxmlformats.org/officeDocument/2006/relationships/tags" Target="../tags/tag124.xml"/><Relationship Id="rId10" Type="http://schemas.openxmlformats.org/officeDocument/2006/relationships/tags" Target="../tags/tag119.xml"/><Relationship Id="rId19" Type="http://schemas.openxmlformats.org/officeDocument/2006/relationships/image" Target="../media/image1.tmp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tags" Target="../tags/tag1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、不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存在一种绝对的最佳路由算法。所谓“最佳”只能是相对于某一种特定要求下得出的较为合理的选择而已。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71770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、从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自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适应性考虑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，路由算法可分为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zh-CN" altLang="en-US" sz="2600" dirty="0" smtClean="0"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，其中，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能较好地适应网络状态的变化，但实现起来较为复杂，开销也比较大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42379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06500" y="175768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路由选择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协议分成两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大类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在一个自治系统内部使用的路由选择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协议，称作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，例如，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；将路由选择信息传递到另一个自治系统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中的协议，称作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，例如，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5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1048402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是一种分布式的、基于距离向量的路由选择协议。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83203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允许一条路径最多只能包含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（    ）个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路由器。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15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16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40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88356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RIP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可以在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两个网络之间同时使用多条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路由。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62726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7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RIP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选择一个具有最少路由器的路由（即最短路由），哪怕还存在另一条高速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(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低时延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但路由器较多的路由。 </a:t>
            </a: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7" name="组合 6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6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3774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8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OSPF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协议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中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，只有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当链路状态发生变化时，路由器才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用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向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所有路由器发送此信息。</a:t>
            </a: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01806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9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OSPF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使用层次结构的区域划分。在上层的区域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叫作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(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backbone area)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。主干区域的标识符规定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为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22924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下列关于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OSPF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的说法，错误的是（    ）。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OSPF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不用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UDP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而是直接用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IP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数据报传送。</a:t>
            </a:r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OSPF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对于不同类型的业务可计算出不同的路由。</a:t>
            </a:r>
          </a:p>
        </p:txBody>
      </p:sp>
      <p:sp>
        <p:nvSpPr>
          <p:cNvPr id="6" name="文本框 5"/>
          <p:cNvSpPr txBox="1"/>
          <p:nvPr>
            <p:custDataLst>
              <p:tags r:id="rId5"/>
            </p:custDataLst>
          </p:nvPr>
        </p:nvSpPr>
        <p:spPr>
          <a:xfrm>
            <a:off x="2438400" y="45005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如果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到同一个目的网络有多条相同代价的路径，那么可以将通信量分配给这几条路径。</a:t>
            </a:r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2438400" y="53578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每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一个链路状态都带上一个 </a:t>
            </a:r>
            <a:r>
              <a:rPr lang="en-US" altLang="zh-CN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32 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位的序号，序号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越小状态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就越新。</a:t>
            </a:r>
          </a:p>
        </p:txBody>
      </p:sp>
      <p:sp>
        <p:nvSpPr>
          <p:cNvPr id="8" name="椭圆 7"/>
          <p:cNvSpPr>
            <a:spLocks noChangeAspect="1"/>
          </p:cNvSpPr>
          <p:nvPr>
            <p:custDataLst>
              <p:tags r:id="rId7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9" name="椭圆 8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9"/>
            </p:custDataLst>
          </p:nvPr>
        </p:nvSpPr>
        <p:spPr>
          <a:xfrm>
            <a:off x="1571625" y="456485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C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1571625" y="54221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D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11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12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3" name="TitleBackground"/>
            <p:cNvSpPr/>
            <p:nvPr>
              <p:custDataLst>
                <p:tags r:id="rId14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ColorBlock"/>
            <p:cNvSpPr/>
            <p:nvPr>
              <p:custDataLst>
                <p:tags r:id="rId15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TypeText"/>
            <p:cNvSpPr txBox="1"/>
            <p:nvPr>
              <p:custDataLst>
                <p:tags r:id="rId16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18" name="TipText"/>
            <p:cNvSpPr txBox="1"/>
            <p:nvPr>
              <p:custDataLst>
                <p:tags r:id="rId17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9841005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3.0"/>
  <p:tag name="PROBLEMBLANK" val="[{&quot;Num&quot;:1,&quot;Score&quot;:1.0,&quot;Answers&quot;:[&quot;静态路由选择策略&quot;],&quot;CaseSensitive&quot;:false,&quot;FuzzyMatch&quot;:false},{&quot;Num&quot;:2,&quot;Score&quot;:1.0,&quot;Answers&quot;:[&quot;动态路由选择策略&quot;],&quot;CaseSensitive&quot;:false,&quot;FuzzyMatch&quot;:false},{&quot;Num&quot;:3,&quot;Score&quot;:1.0,&quot;Answers&quot;:[&quot;动态路由选择策略&quot;],&quot;CaseSensitive&quot;:false,&quot;FuzzyMatch&quot;:false}]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5.0"/>
  <p:tag name="PROBLEMBLANK" val="[{&quot;Num&quot;:1,&quot;Score&quot;:1.0,&quot;Answers&quot;:[&quot;内部网关协议IGP&quot;],&quot;CaseSensitive&quot;:false,&quot;FuzzyMatch&quot;:false},{&quot;Num&quot;:2,&quot;Score&quot;:1.0,&quot;Answers&quot;:[&quot;RIP协议&quot;],&quot;CaseSensitive&quot;:false,&quot;FuzzyMatch&quot;:false},{&quot;Num&quot;:3,&quot;Score&quot;:1.0,&quot;Answers&quot;:[&quot;OSPF协议&quot;],&quot;CaseSensitive&quot;:false,&quot;FuzzyMatch&quot;:false},{&quot;Num&quot;:4,&quot;Score&quot;:1.0,&quot;Answers&quot;:[&quot;外部网关协议EGP&quot;],&quot;CaseSensitive&quot;:false,&quot;FuzzyMatch&quot;:false},{&quot;Num&quot;:5,&quot;Score&quot;:1.0,&quot;Answers&quot;:[&quot;BGP协议&quot;],&quot;CaseSensitive&quot;:false,&quot;FuzzyMatch&quot;:false}]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1.0"/>
  <p:tag name="PROBLEMBLANK" val="[{&quot;Num&quot;:1,&quot;Score&quot;:1.0,&quot;Answers&quot;:[&quot;洪泛法&quot;],&quot;CaseSensitive&quot;:false,&quot;FuzzyMatch&quot;:false}]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SCORE" val="2.0"/>
  <p:tag name="PROBLEMBLANK" val="[{&quot;Num&quot;:1,&quot;Score&quot;:1.0,&quot;Answers&quot;:[&quot;主干区域&quot;],&quot;CaseSensitive&quot;:false,&quot;FuzzyMatch&quot;:false},{&quot;Num&quot;:2,&quot;Score&quot;:1.0,&quot;Answers&quot;:[&quot;0.0.0.0&quot;],&quot;CaseSensitive&quot;:false,&quot;FuzzyMatch&quot;:false}]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488</Words>
  <Application>Microsoft Office PowerPoint</Application>
  <PresentationFormat>宽屏</PresentationFormat>
  <Paragraphs>76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64</cp:revision>
  <dcterms:created xsi:type="dcterms:W3CDTF">2020-02-20T13:08:52Z</dcterms:created>
  <dcterms:modified xsi:type="dcterms:W3CDTF">2022-04-12T14:18:48Z</dcterms:modified>
</cp:coreProperties>
</file>