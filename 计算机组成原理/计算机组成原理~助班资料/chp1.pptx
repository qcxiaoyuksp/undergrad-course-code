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wmf" ContentType="image/x-wmf"/>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3"/>
  </p:notesMasterIdLst>
  <p:handoutMasterIdLst>
    <p:handoutMasterId r:id="rId44"/>
  </p:handoutMasterIdLst>
  <p:sldIdLst>
    <p:sldId id="271" r:id="rId2"/>
    <p:sldId id="354" r:id="rId3"/>
    <p:sldId id="356" r:id="rId4"/>
    <p:sldId id="406" r:id="rId5"/>
    <p:sldId id="389" r:id="rId6"/>
    <p:sldId id="355" r:id="rId7"/>
    <p:sldId id="385" r:id="rId8"/>
    <p:sldId id="386" r:id="rId9"/>
    <p:sldId id="358" r:id="rId10"/>
    <p:sldId id="350" r:id="rId11"/>
    <p:sldId id="351" r:id="rId12"/>
    <p:sldId id="352" r:id="rId13"/>
    <p:sldId id="353" r:id="rId14"/>
    <p:sldId id="393" r:id="rId15"/>
    <p:sldId id="394" r:id="rId16"/>
    <p:sldId id="395" r:id="rId17"/>
    <p:sldId id="396" r:id="rId18"/>
    <p:sldId id="397" r:id="rId19"/>
    <p:sldId id="337" r:id="rId20"/>
    <p:sldId id="339" r:id="rId21"/>
    <p:sldId id="340" r:id="rId22"/>
    <p:sldId id="341" r:id="rId23"/>
    <p:sldId id="317" r:id="rId24"/>
    <p:sldId id="327" r:id="rId25"/>
    <p:sldId id="343" r:id="rId26"/>
    <p:sldId id="342" r:id="rId27"/>
    <p:sldId id="329" r:id="rId28"/>
    <p:sldId id="330" r:id="rId29"/>
    <p:sldId id="403" r:id="rId30"/>
    <p:sldId id="320" r:id="rId31"/>
    <p:sldId id="344" r:id="rId32"/>
    <p:sldId id="402" r:id="rId33"/>
    <p:sldId id="404" r:id="rId34"/>
    <p:sldId id="324" r:id="rId35"/>
    <p:sldId id="345" r:id="rId36"/>
    <p:sldId id="266" r:id="rId37"/>
    <p:sldId id="405" r:id="rId38"/>
    <p:sldId id="279" r:id="rId39"/>
    <p:sldId id="390" r:id="rId40"/>
    <p:sldId id="391" r:id="rId41"/>
    <p:sldId id="392" r:id="rId42"/>
  </p:sldIdLst>
  <p:sldSz cx="9144000" cy="6858000" type="screen4x3"/>
  <p:notesSz cx="6858000" cy="9144000"/>
  <p:defaultTextStyle>
    <a:defPPr>
      <a:defRPr lang="zh-CN"/>
    </a:defPPr>
    <a:lvl1pPr algn="l" rtl="0" fontAlgn="base">
      <a:spcBef>
        <a:spcPct val="0"/>
      </a:spcBef>
      <a:spcAft>
        <a:spcPct val="0"/>
      </a:spcAft>
      <a:defRPr kern="1200">
        <a:solidFill>
          <a:schemeClr val="tx1"/>
        </a:solidFill>
        <a:latin typeface="Arial" charset="0"/>
        <a:ea typeface="宋体" pitchFamily="2" charset="-122"/>
        <a:cs typeface="+mn-cs"/>
      </a:defRPr>
    </a:lvl1pPr>
    <a:lvl2pPr marL="457200" algn="l" rtl="0" fontAlgn="base">
      <a:spcBef>
        <a:spcPct val="0"/>
      </a:spcBef>
      <a:spcAft>
        <a:spcPct val="0"/>
      </a:spcAft>
      <a:defRPr kern="1200">
        <a:solidFill>
          <a:schemeClr val="tx1"/>
        </a:solidFill>
        <a:latin typeface="Arial" charset="0"/>
        <a:ea typeface="宋体" pitchFamily="2" charset="-122"/>
        <a:cs typeface="+mn-cs"/>
      </a:defRPr>
    </a:lvl2pPr>
    <a:lvl3pPr marL="914400" algn="l" rtl="0" fontAlgn="base">
      <a:spcBef>
        <a:spcPct val="0"/>
      </a:spcBef>
      <a:spcAft>
        <a:spcPct val="0"/>
      </a:spcAft>
      <a:defRPr kern="1200">
        <a:solidFill>
          <a:schemeClr val="tx1"/>
        </a:solidFill>
        <a:latin typeface="Arial" charset="0"/>
        <a:ea typeface="宋体" pitchFamily="2" charset="-122"/>
        <a:cs typeface="+mn-cs"/>
      </a:defRPr>
    </a:lvl3pPr>
    <a:lvl4pPr marL="1371600" algn="l" rtl="0" fontAlgn="base">
      <a:spcBef>
        <a:spcPct val="0"/>
      </a:spcBef>
      <a:spcAft>
        <a:spcPct val="0"/>
      </a:spcAft>
      <a:defRPr kern="1200">
        <a:solidFill>
          <a:schemeClr val="tx1"/>
        </a:solidFill>
        <a:latin typeface="Arial" charset="0"/>
        <a:ea typeface="宋体" pitchFamily="2" charset="-122"/>
        <a:cs typeface="+mn-cs"/>
      </a:defRPr>
    </a:lvl4pPr>
    <a:lvl5pPr marL="1828800" algn="l" rtl="0" fontAlgn="base">
      <a:spcBef>
        <a:spcPct val="0"/>
      </a:spcBef>
      <a:spcAft>
        <a:spcPct val="0"/>
      </a:spcAft>
      <a:defRPr kern="1200">
        <a:solidFill>
          <a:schemeClr val="tx1"/>
        </a:solidFill>
        <a:latin typeface="Arial" charset="0"/>
        <a:ea typeface="宋体" pitchFamily="2" charset="-122"/>
        <a:cs typeface="+mn-cs"/>
      </a:defRPr>
    </a:lvl5pPr>
    <a:lvl6pPr marL="2286000" algn="l" defTabSz="914400" rtl="0" eaLnBrk="1" latinLnBrk="0" hangingPunct="1">
      <a:defRPr kern="1200">
        <a:solidFill>
          <a:schemeClr val="tx1"/>
        </a:solidFill>
        <a:latin typeface="Arial" charset="0"/>
        <a:ea typeface="宋体" pitchFamily="2" charset="-122"/>
        <a:cs typeface="+mn-cs"/>
      </a:defRPr>
    </a:lvl6pPr>
    <a:lvl7pPr marL="2743200" algn="l" defTabSz="914400" rtl="0" eaLnBrk="1" latinLnBrk="0" hangingPunct="1">
      <a:defRPr kern="1200">
        <a:solidFill>
          <a:schemeClr val="tx1"/>
        </a:solidFill>
        <a:latin typeface="Arial" charset="0"/>
        <a:ea typeface="宋体" pitchFamily="2" charset="-122"/>
        <a:cs typeface="+mn-cs"/>
      </a:defRPr>
    </a:lvl7pPr>
    <a:lvl8pPr marL="3200400" algn="l" defTabSz="914400" rtl="0" eaLnBrk="1" latinLnBrk="0" hangingPunct="1">
      <a:defRPr kern="1200">
        <a:solidFill>
          <a:schemeClr val="tx1"/>
        </a:solidFill>
        <a:latin typeface="Arial" charset="0"/>
        <a:ea typeface="宋体" pitchFamily="2" charset="-122"/>
        <a:cs typeface="+mn-cs"/>
      </a:defRPr>
    </a:lvl8pPr>
    <a:lvl9pPr marL="3657600" algn="l" defTabSz="914400" rtl="0" eaLnBrk="1" latinLnBrk="0" hangingPunct="1">
      <a:defRPr kern="1200">
        <a:solidFill>
          <a:schemeClr val="tx1"/>
        </a:solidFill>
        <a:latin typeface="Arial" charset="0"/>
        <a:ea typeface="宋体" pitchFamily="2" charset="-122"/>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79" d="100"/>
          <a:sy n="79" d="100"/>
        </p:scale>
        <p:origin x="-1330" y="-67"/>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notesMaster" Target="notesMasters/notesMaster1.xml"/><Relationship Id="rId48" Type="http://schemas.openxmlformats.org/officeDocument/2006/relationships/tableStyles" Target="tableStyles.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6.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Rectangle 2"/>
          <p:cNvSpPr>
            <a:spLocks noGrp="1" noChangeArrowheads="1"/>
          </p:cNvSpPr>
          <p:nvPr>
            <p:ph type="hdr" sz="quarter"/>
          </p:nvPr>
        </p:nvSpPr>
        <p:spPr bwMode="auto">
          <a:xfrm>
            <a:off x="0" y="0"/>
            <a:ext cx="2971800" cy="457200"/>
          </a:xfrm>
          <a:prstGeom prst="rect">
            <a:avLst/>
          </a:prstGeom>
          <a:noFill/>
          <a:ln>
            <a:noFill/>
          </a:ln>
          <a:effectLst/>
          <a:extLst/>
        </p:spPr>
        <p:txBody>
          <a:bodyPr vert="horz" wrap="square" lIns="91440" tIns="45720" rIns="91440" bIns="45720" numCol="1" anchor="t" anchorCtr="0" compatLnSpc="1">
            <a:prstTxWarp prst="textNoShape">
              <a:avLst/>
            </a:prstTxWarp>
          </a:bodyPr>
          <a:lstStyle>
            <a:lvl1pPr>
              <a:defRPr kumimoji="1" sz="1200">
                <a:latin typeface="Times New Roman" pitchFamily="18" charset="0"/>
              </a:defRPr>
            </a:lvl1pPr>
          </a:lstStyle>
          <a:p>
            <a:pPr>
              <a:defRPr/>
            </a:pPr>
            <a:endParaRPr lang="en-US" altLang="zh-CN"/>
          </a:p>
        </p:txBody>
      </p:sp>
      <p:sp>
        <p:nvSpPr>
          <p:cNvPr id="3075" name="Rectangle 3"/>
          <p:cNvSpPr>
            <a:spLocks noGrp="1" noChangeArrowheads="1"/>
          </p:cNvSpPr>
          <p:nvPr>
            <p:ph type="dt" sz="quarter" idx="1"/>
          </p:nvPr>
        </p:nvSpPr>
        <p:spPr bwMode="auto">
          <a:xfrm>
            <a:off x="3886200" y="0"/>
            <a:ext cx="2971800" cy="457200"/>
          </a:xfrm>
          <a:prstGeom prst="rect">
            <a:avLst/>
          </a:prstGeom>
          <a:noFill/>
          <a:ln>
            <a:noFill/>
          </a:ln>
          <a:effectLst/>
          <a:extLst/>
        </p:spPr>
        <p:txBody>
          <a:bodyPr vert="horz" wrap="square" lIns="91440" tIns="45720" rIns="91440" bIns="45720" numCol="1" anchor="t" anchorCtr="0" compatLnSpc="1">
            <a:prstTxWarp prst="textNoShape">
              <a:avLst/>
            </a:prstTxWarp>
          </a:bodyPr>
          <a:lstStyle>
            <a:lvl1pPr algn="r">
              <a:defRPr kumimoji="1" sz="1200">
                <a:latin typeface="Times New Roman" pitchFamily="18" charset="0"/>
              </a:defRPr>
            </a:lvl1pPr>
          </a:lstStyle>
          <a:p>
            <a:pPr>
              <a:defRPr/>
            </a:pPr>
            <a:endParaRPr lang="en-US" altLang="zh-CN"/>
          </a:p>
        </p:txBody>
      </p:sp>
      <p:sp>
        <p:nvSpPr>
          <p:cNvPr id="3076" name="Rectangle 4"/>
          <p:cNvSpPr>
            <a:spLocks noGrp="1" noChangeArrowheads="1"/>
          </p:cNvSpPr>
          <p:nvPr>
            <p:ph type="ftr" sz="quarter" idx="2"/>
          </p:nvPr>
        </p:nvSpPr>
        <p:spPr bwMode="auto">
          <a:xfrm>
            <a:off x="0" y="8686800"/>
            <a:ext cx="2971800" cy="457200"/>
          </a:xfrm>
          <a:prstGeom prst="rect">
            <a:avLst/>
          </a:prstGeom>
          <a:noFill/>
          <a:ln>
            <a:noFill/>
          </a:ln>
          <a:effectLst/>
          <a:extLst/>
        </p:spPr>
        <p:txBody>
          <a:bodyPr vert="horz" wrap="square" lIns="91440" tIns="45720" rIns="91440" bIns="45720" numCol="1" anchor="b" anchorCtr="0" compatLnSpc="1">
            <a:prstTxWarp prst="textNoShape">
              <a:avLst/>
            </a:prstTxWarp>
          </a:bodyPr>
          <a:lstStyle>
            <a:lvl1pPr>
              <a:defRPr kumimoji="1" sz="1200">
                <a:latin typeface="Times New Roman" pitchFamily="18" charset="0"/>
              </a:defRPr>
            </a:lvl1pPr>
          </a:lstStyle>
          <a:p>
            <a:pPr>
              <a:defRPr/>
            </a:pPr>
            <a:endParaRPr lang="en-US" altLang="zh-CN"/>
          </a:p>
        </p:txBody>
      </p:sp>
      <p:sp>
        <p:nvSpPr>
          <p:cNvPr id="3077" name="Rectangle 5"/>
          <p:cNvSpPr>
            <a:spLocks noGrp="1" noChangeArrowheads="1"/>
          </p:cNvSpPr>
          <p:nvPr>
            <p:ph type="sldNum" sz="quarter" idx="3"/>
          </p:nvPr>
        </p:nvSpPr>
        <p:spPr bwMode="auto">
          <a:xfrm>
            <a:off x="3886200" y="8686800"/>
            <a:ext cx="2971800" cy="457200"/>
          </a:xfrm>
          <a:prstGeom prst="rect">
            <a:avLst/>
          </a:prstGeom>
          <a:noFill/>
          <a:ln>
            <a:noFill/>
          </a:ln>
          <a:effectLst/>
          <a:extLst/>
        </p:spPr>
        <p:txBody>
          <a:bodyPr vert="horz" wrap="square" lIns="91440" tIns="45720" rIns="91440" bIns="45720" numCol="1" anchor="b" anchorCtr="0" compatLnSpc="1">
            <a:prstTxWarp prst="textNoShape">
              <a:avLst/>
            </a:prstTxWarp>
          </a:bodyPr>
          <a:lstStyle>
            <a:lvl1pPr algn="r">
              <a:defRPr kumimoji="1" sz="1200">
                <a:latin typeface="Times New Roman" pitchFamily="18" charset="0"/>
              </a:defRPr>
            </a:lvl1pPr>
          </a:lstStyle>
          <a:p>
            <a:pPr>
              <a:defRPr/>
            </a:pPr>
            <a:fld id="{00D22C86-EAA5-4577-90E9-AAFE94956D15}" type="slidenum">
              <a:rPr lang="en-US" altLang="zh-CN"/>
              <a:pPr>
                <a:defRPr/>
              </a:pPr>
              <a:t>‹#›</a:t>
            </a:fld>
            <a:endParaRPr lang="en-US" altLang="zh-CN"/>
          </a:p>
        </p:txBody>
      </p:sp>
    </p:spTree>
    <p:extLst>
      <p:ext uri="{BB962C8B-B14F-4D97-AF65-F5344CB8AC3E}">
        <p14:creationId xmlns:p14="http://schemas.microsoft.com/office/powerpoint/2010/main" val="210263774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8" name="Rectangle 2"/>
          <p:cNvSpPr>
            <a:spLocks noGrp="1" noChangeArrowheads="1"/>
          </p:cNvSpPr>
          <p:nvPr>
            <p:ph type="hdr" sz="quarter"/>
          </p:nvPr>
        </p:nvSpPr>
        <p:spPr bwMode="auto">
          <a:xfrm>
            <a:off x="0" y="0"/>
            <a:ext cx="2971800" cy="457200"/>
          </a:xfrm>
          <a:prstGeom prst="rect">
            <a:avLst/>
          </a:prstGeom>
          <a:noFill/>
          <a:ln>
            <a:noFill/>
          </a:ln>
          <a:effectLst/>
          <a:extLst/>
        </p:spPr>
        <p:txBody>
          <a:bodyPr vert="horz" wrap="square" lIns="91440" tIns="45720" rIns="91440" bIns="45720" numCol="1" anchor="t" anchorCtr="0" compatLnSpc="1">
            <a:prstTxWarp prst="textNoShape">
              <a:avLst/>
            </a:prstTxWarp>
          </a:bodyPr>
          <a:lstStyle>
            <a:lvl1pPr>
              <a:defRPr kumimoji="1" sz="1200">
                <a:latin typeface="Times New Roman" pitchFamily="18" charset="0"/>
              </a:defRPr>
            </a:lvl1pPr>
          </a:lstStyle>
          <a:p>
            <a:pPr>
              <a:defRPr/>
            </a:pPr>
            <a:endParaRPr lang="en-US" altLang="zh-CN"/>
          </a:p>
        </p:txBody>
      </p:sp>
      <p:sp>
        <p:nvSpPr>
          <p:cNvPr id="4099" name="Rectangle 3"/>
          <p:cNvSpPr>
            <a:spLocks noGrp="1" noChangeArrowheads="1"/>
          </p:cNvSpPr>
          <p:nvPr>
            <p:ph type="dt" idx="1"/>
          </p:nvPr>
        </p:nvSpPr>
        <p:spPr bwMode="auto">
          <a:xfrm>
            <a:off x="3886200" y="0"/>
            <a:ext cx="2971800" cy="457200"/>
          </a:xfrm>
          <a:prstGeom prst="rect">
            <a:avLst/>
          </a:prstGeom>
          <a:noFill/>
          <a:ln>
            <a:noFill/>
          </a:ln>
          <a:effectLst/>
          <a:extLst/>
        </p:spPr>
        <p:txBody>
          <a:bodyPr vert="horz" wrap="square" lIns="91440" tIns="45720" rIns="91440" bIns="45720" numCol="1" anchor="t" anchorCtr="0" compatLnSpc="1">
            <a:prstTxWarp prst="textNoShape">
              <a:avLst/>
            </a:prstTxWarp>
          </a:bodyPr>
          <a:lstStyle>
            <a:lvl1pPr algn="r">
              <a:defRPr kumimoji="1" sz="1200">
                <a:latin typeface="Times New Roman" pitchFamily="18" charset="0"/>
              </a:defRPr>
            </a:lvl1pPr>
          </a:lstStyle>
          <a:p>
            <a:pPr>
              <a:defRPr/>
            </a:pPr>
            <a:endParaRPr lang="en-US" altLang="zh-CN"/>
          </a:p>
        </p:txBody>
      </p:sp>
      <p:sp>
        <p:nvSpPr>
          <p:cNvPr id="48132"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p:spPr>
      </p:sp>
      <p:sp>
        <p:nvSpPr>
          <p:cNvPr id="4101" name="Rectangle 5"/>
          <p:cNvSpPr>
            <a:spLocks noGrp="1" noChangeArrowheads="1"/>
          </p:cNvSpPr>
          <p:nvPr>
            <p:ph type="body" sz="quarter" idx="3"/>
          </p:nvPr>
        </p:nvSpPr>
        <p:spPr bwMode="auto">
          <a:xfrm>
            <a:off x="914400" y="4343400"/>
            <a:ext cx="5029200" cy="4114800"/>
          </a:xfrm>
          <a:prstGeom prst="rect">
            <a:avLst/>
          </a:prstGeom>
          <a:noFill/>
          <a:ln>
            <a:noFill/>
          </a:ln>
          <a:effectLst/>
          <a:extLst/>
        </p:spPr>
        <p:txBody>
          <a:bodyPr vert="horz" wrap="square" lIns="91440" tIns="45720" rIns="91440" bIns="45720" numCol="1" anchor="t" anchorCtr="0" compatLnSpc="1">
            <a:prstTxWarp prst="textNoShape">
              <a:avLst/>
            </a:prstTxWarp>
          </a:bodyPr>
          <a:lstStyle/>
          <a:p>
            <a:pPr lvl="0"/>
            <a:r>
              <a:rPr lang="zh-CN" altLang="en-US" noProof="0" smtClean="0"/>
              <a:t>单击此处编辑母版文本样式</a:t>
            </a:r>
          </a:p>
          <a:p>
            <a:pPr lvl="1"/>
            <a:r>
              <a:rPr lang="zh-CN" altLang="en-US" noProof="0" smtClean="0"/>
              <a:t>第二级</a:t>
            </a:r>
          </a:p>
          <a:p>
            <a:pPr lvl="2"/>
            <a:r>
              <a:rPr lang="zh-CN" altLang="en-US" noProof="0" smtClean="0"/>
              <a:t>第三级</a:t>
            </a:r>
          </a:p>
          <a:p>
            <a:pPr lvl="3"/>
            <a:r>
              <a:rPr lang="zh-CN" altLang="en-US" noProof="0" smtClean="0"/>
              <a:t>第四级</a:t>
            </a:r>
          </a:p>
          <a:p>
            <a:pPr lvl="4"/>
            <a:r>
              <a:rPr lang="zh-CN" altLang="en-US" noProof="0" smtClean="0"/>
              <a:t>第五级</a:t>
            </a:r>
          </a:p>
        </p:txBody>
      </p:sp>
      <p:sp>
        <p:nvSpPr>
          <p:cNvPr id="4102" name="Rectangle 6"/>
          <p:cNvSpPr>
            <a:spLocks noGrp="1" noChangeArrowheads="1"/>
          </p:cNvSpPr>
          <p:nvPr>
            <p:ph type="ftr" sz="quarter" idx="4"/>
          </p:nvPr>
        </p:nvSpPr>
        <p:spPr bwMode="auto">
          <a:xfrm>
            <a:off x="0" y="8686800"/>
            <a:ext cx="2971800" cy="457200"/>
          </a:xfrm>
          <a:prstGeom prst="rect">
            <a:avLst/>
          </a:prstGeom>
          <a:noFill/>
          <a:ln>
            <a:noFill/>
          </a:ln>
          <a:effectLst/>
          <a:extLst/>
        </p:spPr>
        <p:txBody>
          <a:bodyPr vert="horz" wrap="square" lIns="91440" tIns="45720" rIns="91440" bIns="45720" numCol="1" anchor="b" anchorCtr="0" compatLnSpc="1">
            <a:prstTxWarp prst="textNoShape">
              <a:avLst/>
            </a:prstTxWarp>
          </a:bodyPr>
          <a:lstStyle>
            <a:lvl1pPr>
              <a:defRPr kumimoji="1" sz="1200">
                <a:latin typeface="Times New Roman" pitchFamily="18" charset="0"/>
              </a:defRPr>
            </a:lvl1pPr>
          </a:lstStyle>
          <a:p>
            <a:pPr>
              <a:defRPr/>
            </a:pPr>
            <a:endParaRPr lang="en-US" altLang="zh-CN"/>
          </a:p>
        </p:txBody>
      </p:sp>
      <p:sp>
        <p:nvSpPr>
          <p:cNvPr id="4103" name="Rectangle 7"/>
          <p:cNvSpPr>
            <a:spLocks noGrp="1" noChangeArrowheads="1"/>
          </p:cNvSpPr>
          <p:nvPr>
            <p:ph type="sldNum" sz="quarter" idx="5"/>
          </p:nvPr>
        </p:nvSpPr>
        <p:spPr bwMode="auto">
          <a:xfrm>
            <a:off x="3886200" y="8686800"/>
            <a:ext cx="2971800" cy="457200"/>
          </a:xfrm>
          <a:prstGeom prst="rect">
            <a:avLst/>
          </a:prstGeom>
          <a:noFill/>
          <a:ln>
            <a:noFill/>
          </a:ln>
          <a:effectLst/>
          <a:extLst/>
        </p:spPr>
        <p:txBody>
          <a:bodyPr vert="horz" wrap="square" lIns="91440" tIns="45720" rIns="91440" bIns="45720" numCol="1" anchor="b" anchorCtr="0" compatLnSpc="1">
            <a:prstTxWarp prst="textNoShape">
              <a:avLst/>
            </a:prstTxWarp>
          </a:bodyPr>
          <a:lstStyle>
            <a:lvl1pPr algn="r">
              <a:defRPr kumimoji="1" sz="1200">
                <a:latin typeface="Times New Roman" pitchFamily="18" charset="0"/>
              </a:defRPr>
            </a:lvl1pPr>
          </a:lstStyle>
          <a:p>
            <a:pPr>
              <a:defRPr/>
            </a:pPr>
            <a:fld id="{B9D31C66-959D-4533-BB90-433CC5480BA4}" type="slidenum">
              <a:rPr lang="en-US" altLang="zh-CN"/>
              <a:pPr>
                <a:defRPr/>
              </a:pPr>
              <a:t>‹#›</a:t>
            </a:fld>
            <a:endParaRPr lang="en-US" altLang="zh-CN"/>
          </a:p>
        </p:txBody>
      </p:sp>
    </p:spTree>
    <p:extLst>
      <p:ext uri="{BB962C8B-B14F-4D97-AF65-F5344CB8AC3E}">
        <p14:creationId xmlns:p14="http://schemas.microsoft.com/office/powerpoint/2010/main" val="1498201853"/>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宋体" pitchFamily="2" charset="-122"/>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宋体" pitchFamily="2" charset="-122"/>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宋体" pitchFamily="2" charset="-122"/>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宋体" pitchFamily="2" charset="-122"/>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7"/>
          <p:cNvSpPr>
            <a:spLocks noGrp="1" noChangeArrowheads="1"/>
          </p:cNvSpPr>
          <p:nvPr>
            <p:ph type="sldNum" sz="quarter" idx="5"/>
          </p:nvPr>
        </p:nvSpPr>
        <p:spPr>
          <a:noFill/>
          <a:ln>
            <a:miter lim="800000"/>
            <a:headEnd/>
            <a:tailEnd/>
          </a:ln>
        </p:spPr>
        <p:txBody>
          <a:bodyPr/>
          <a:lstStyle/>
          <a:p>
            <a:fld id="{43156A63-6186-40A3-8855-248DEBCFCEA8}" type="slidenum">
              <a:rPr lang="en-US" altLang="zh-CN" smtClean="0"/>
              <a:pPr/>
              <a:t>28</a:t>
            </a:fld>
            <a:endParaRPr lang="en-US" altLang="zh-CN" smtClean="0"/>
          </a:p>
        </p:txBody>
      </p:sp>
      <p:sp>
        <p:nvSpPr>
          <p:cNvPr id="49155" name="Rectangle 2"/>
          <p:cNvSpPr>
            <a:spLocks noGrp="1" noRot="1" noChangeAspect="1" noChangeArrowheads="1" noTextEdit="1"/>
          </p:cNvSpPr>
          <p:nvPr>
            <p:ph type="sldImg"/>
          </p:nvPr>
        </p:nvSpPr>
        <p:spPr>
          <a:ln/>
        </p:spPr>
      </p:sp>
      <p:sp>
        <p:nvSpPr>
          <p:cNvPr id="49156" name="Rectangle 3"/>
          <p:cNvSpPr>
            <a:spLocks noGrp="1" noChangeArrowheads="1"/>
          </p:cNvSpPr>
          <p:nvPr>
            <p:ph type="body" idx="1"/>
          </p:nvPr>
        </p:nvSpPr>
        <p:spPr>
          <a:noFill/>
        </p:spPr>
        <p:txBody>
          <a:bodyPr/>
          <a:lstStyle/>
          <a:p>
            <a:pPr eaLnBrk="1" hangingPunct="1"/>
            <a:endParaRPr lang="zh-CN" altLang="zh-CN" smtClean="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7"/>
          <p:cNvSpPr>
            <a:spLocks noGrp="1" noChangeArrowheads="1"/>
          </p:cNvSpPr>
          <p:nvPr>
            <p:ph type="sldNum" sz="quarter" idx="5"/>
          </p:nvPr>
        </p:nvSpPr>
        <p:spPr>
          <a:noFill/>
          <a:ln>
            <a:miter lim="800000"/>
            <a:headEnd/>
            <a:tailEnd/>
          </a:ln>
        </p:spPr>
        <p:txBody>
          <a:bodyPr/>
          <a:lstStyle/>
          <a:p>
            <a:fld id="{50E750A7-6117-4D93-804A-7F6889613521}" type="slidenum">
              <a:rPr lang="en-US" altLang="zh-CN" smtClean="0"/>
              <a:pPr/>
              <a:t>34</a:t>
            </a:fld>
            <a:endParaRPr lang="en-US" altLang="zh-CN" smtClean="0"/>
          </a:p>
        </p:txBody>
      </p:sp>
      <p:sp>
        <p:nvSpPr>
          <p:cNvPr id="50179" name="Rectangle 2"/>
          <p:cNvSpPr>
            <a:spLocks noGrp="1" noRot="1" noChangeAspect="1" noChangeArrowheads="1" noTextEdit="1"/>
          </p:cNvSpPr>
          <p:nvPr>
            <p:ph type="sldImg"/>
          </p:nvPr>
        </p:nvSpPr>
        <p:spPr>
          <a:ln/>
        </p:spPr>
      </p:sp>
      <p:sp>
        <p:nvSpPr>
          <p:cNvPr id="50180" name="Rectangle 3"/>
          <p:cNvSpPr>
            <a:spLocks noGrp="1" noChangeArrowheads="1"/>
          </p:cNvSpPr>
          <p:nvPr>
            <p:ph type="body" idx="1"/>
          </p:nvPr>
        </p:nvSpPr>
        <p:spPr>
          <a:noFill/>
        </p:spPr>
        <p:txBody>
          <a:bodyPr/>
          <a:lstStyle/>
          <a:p>
            <a:pPr eaLnBrk="1" hangingPunct="1"/>
            <a:endParaRPr lang="zh-CN" altLang="zh-CN" smtClean="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sp>
        <p:nvSpPr>
          <p:cNvPr id="4" name="Line 2"/>
          <p:cNvSpPr>
            <a:spLocks noChangeShapeType="1"/>
          </p:cNvSpPr>
          <p:nvPr/>
        </p:nvSpPr>
        <p:spPr bwMode="auto">
          <a:xfrm>
            <a:off x="7315200" y="1066800"/>
            <a:ext cx="0" cy="4495800"/>
          </a:xfrm>
          <a:prstGeom prst="line">
            <a:avLst/>
          </a:prstGeom>
          <a:noFill/>
          <a:ln w="9525">
            <a:solidFill>
              <a:schemeClr val="tx1"/>
            </a:solidFill>
            <a:round/>
            <a:headEnd/>
            <a:tailEnd/>
          </a:ln>
        </p:spPr>
        <p:txBody>
          <a:bodyPr/>
          <a:lstStyle/>
          <a:p>
            <a:endParaRPr lang="zh-CN" altLang="en-US"/>
          </a:p>
        </p:txBody>
      </p:sp>
      <p:grpSp>
        <p:nvGrpSpPr>
          <p:cNvPr id="5" name="Group 8"/>
          <p:cNvGrpSpPr>
            <a:grpSpLocks/>
          </p:cNvGrpSpPr>
          <p:nvPr/>
        </p:nvGrpSpPr>
        <p:grpSpPr bwMode="auto">
          <a:xfrm>
            <a:off x="7493000" y="2992438"/>
            <a:ext cx="1338263" cy="2189162"/>
            <a:chOff x="4704" y="1885"/>
            <a:chExt cx="843" cy="1379"/>
          </a:xfrm>
        </p:grpSpPr>
        <p:sp>
          <p:nvSpPr>
            <p:cNvPr id="6" name="Oval 9"/>
            <p:cNvSpPr>
              <a:spLocks noChangeArrowheads="1"/>
            </p:cNvSpPr>
            <p:nvPr/>
          </p:nvSpPr>
          <p:spPr bwMode="auto">
            <a:xfrm>
              <a:off x="4704" y="1885"/>
              <a:ext cx="127" cy="127"/>
            </a:xfrm>
            <a:prstGeom prst="ellipse">
              <a:avLst/>
            </a:prstGeom>
            <a:solidFill>
              <a:schemeClr val="tx2"/>
            </a:solidFill>
            <a:ln w="9525">
              <a:noFill/>
              <a:round/>
              <a:headEnd/>
              <a:tailEnd/>
            </a:ln>
          </p:spPr>
          <p:txBody>
            <a:bodyPr wrap="none" anchor="ctr"/>
            <a:lstStyle/>
            <a:p>
              <a:endParaRPr lang="zh-CN" altLang="en-US"/>
            </a:p>
          </p:txBody>
        </p:sp>
        <p:sp>
          <p:nvSpPr>
            <p:cNvPr id="7" name="Oval 10"/>
            <p:cNvSpPr>
              <a:spLocks noChangeArrowheads="1"/>
            </p:cNvSpPr>
            <p:nvPr/>
          </p:nvSpPr>
          <p:spPr bwMode="auto">
            <a:xfrm>
              <a:off x="4883" y="1885"/>
              <a:ext cx="127" cy="127"/>
            </a:xfrm>
            <a:prstGeom prst="ellipse">
              <a:avLst/>
            </a:prstGeom>
            <a:solidFill>
              <a:schemeClr val="tx2"/>
            </a:solidFill>
            <a:ln w="9525">
              <a:noFill/>
              <a:round/>
              <a:headEnd/>
              <a:tailEnd/>
            </a:ln>
          </p:spPr>
          <p:txBody>
            <a:bodyPr wrap="none" anchor="ctr"/>
            <a:lstStyle/>
            <a:p>
              <a:endParaRPr lang="zh-CN" altLang="en-US"/>
            </a:p>
          </p:txBody>
        </p:sp>
        <p:sp>
          <p:nvSpPr>
            <p:cNvPr id="8" name="Oval 11"/>
            <p:cNvSpPr>
              <a:spLocks noChangeArrowheads="1"/>
            </p:cNvSpPr>
            <p:nvPr/>
          </p:nvSpPr>
          <p:spPr bwMode="auto">
            <a:xfrm>
              <a:off x="5062" y="1885"/>
              <a:ext cx="127" cy="127"/>
            </a:xfrm>
            <a:prstGeom prst="ellipse">
              <a:avLst/>
            </a:prstGeom>
            <a:solidFill>
              <a:schemeClr val="tx2"/>
            </a:solidFill>
            <a:ln w="9525">
              <a:noFill/>
              <a:round/>
              <a:headEnd/>
              <a:tailEnd/>
            </a:ln>
          </p:spPr>
          <p:txBody>
            <a:bodyPr wrap="none" anchor="ctr"/>
            <a:lstStyle/>
            <a:p>
              <a:endParaRPr lang="zh-CN" altLang="en-US"/>
            </a:p>
          </p:txBody>
        </p:sp>
        <p:sp>
          <p:nvSpPr>
            <p:cNvPr id="9" name="Oval 12"/>
            <p:cNvSpPr>
              <a:spLocks noChangeArrowheads="1"/>
            </p:cNvSpPr>
            <p:nvPr/>
          </p:nvSpPr>
          <p:spPr bwMode="auto">
            <a:xfrm>
              <a:off x="4704" y="2064"/>
              <a:ext cx="127" cy="127"/>
            </a:xfrm>
            <a:prstGeom prst="ellipse">
              <a:avLst/>
            </a:prstGeom>
            <a:solidFill>
              <a:schemeClr val="tx2"/>
            </a:solidFill>
            <a:ln w="9525">
              <a:noFill/>
              <a:round/>
              <a:headEnd/>
              <a:tailEnd/>
            </a:ln>
          </p:spPr>
          <p:txBody>
            <a:bodyPr wrap="none" anchor="ctr"/>
            <a:lstStyle/>
            <a:p>
              <a:endParaRPr lang="zh-CN" altLang="en-US"/>
            </a:p>
          </p:txBody>
        </p:sp>
        <p:sp>
          <p:nvSpPr>
            <p:cNvPr id="10" name="Oval 13"/>
            <p:cNvSpPr>
              <a:spLocks noChangeArrowheads="1"/>
            </p:cNvSpPr>
            <p:nvPr/>
          </p:nvSpPr>
          <p:spPr bwMode="auto">
            <a:xfrm>
              <a:off x="4883" y="2064"/>
              <a:ext cx="127" cy="127"/>
            </a:xfrm>
            <a:prstGeom prst="ellipse">
              <a:avLst/>
            </a:prstGeom>
            <a:solidFill>
              <a:schemeClr val="tx2"/>
            </a:solidFill>
            <a:ln w="9525">
              <a:noFill/>
              <a:round/>
              <a:headEnd/>
              <a:tailEnd/>
            </a:ln>
          </p:spPr>
          <p:txBody>
            <a:bodyPr wrap="none" anchor="ctr"/>
            <a:lstStyle/>
            <a:p>
              <a:endParaRPr lang="zh-CN" altLang="en-US"/>
            </a:p>
          </p:txBody>
        </p:sp>
        <p:sp>
          <p:nvSpPr>
            <p:cNvPr id="11" name="Oval 14"/>
            <p:cNvSpPr>
              <a:spLocks noChangeArrowheads="1"/>
            </p:cNvSpPr>
            <p:nvPr/>
          </p:nvSpPr>
          <p:spPr bwMode="auto">
            <a:xfrm>
              <a:off x="5062" y="2064"/>
              <a:ext cx="127" cy="127"/>
            </a:xfrm>
            <a:prstGeom prst="ellipse">
              <a:avLst/>
            </a:prstGeom>
            <a:solidFill>
              <a:schemeClr val="tx2"/>
            </a:solidFill>
            <a:ln w="9525">
              <a:noFill/>
              <a:round/>
              <a:headEnd/>
              <a:tailEnd/>
            </a:ln>
          </p:spPr>
          <p:txBody>
            <a:bodyPr wrap="none" anchor="ctr"/>
            <a:lstStyle/>
            <a:p>
              <a:endParaRPr lang="zh-CN" altLang="en-US"/>
            </a:p>
          </p:txBody>
        </p:sp>
        <p:sp>
          <p:nvSpPr>
            <p:cNvPr id="12" name="Oval 15"/>
            <p:cNvSpPr>
              <a:spLocks noChangeArrowheads="1"/>
            </p:cNvSpPr>
            <p:nvPr/>
          </p:nvSpPr>
          <p:spPr bwMode="auto">
            <a:xfrm>
              <a:off x="5241" y="2064"/>
              <a:ext cx="127" cy="127"/>
            </a:xfrm>
            <a:prstGeom prst="ellipse">
              <a:avLst/>
            </a:prstGeom>
            <a:solidFill>
              <a:schemeClr val="accent2"/>
            </a:solidFill>
            <a:ln w="9525">
              <a:noFill/>
              <a:round/>
              <a:headEnd/>
              <a:tailEnd/>
            </a:ln>
          </p:spPr>
          <p:txBody>
            <a:bodyPr wrap="none" anchor="ctr"/>
            <a:lstStyle/>
            <a:p>
              <a:endParaRPr lang="zh-CN" altLang="en-US"/>
            </a:p>
          </p:txBody>
        </p:sp>
        <p:sp>
          <p:nvSpPr>
            <p:cNvPr id="13" name="Oval 16"/>
            <p:cNvSpPr>
              <a:spLocks noChangeArrowheads="1"/>
            </p:cNvSpPr>
            <p:nvPr/>
          </p:nvSpPr>
          <p:spPr bwMode="auto">
            <a:xfrm>
              <a:off x="4704" y="2243"/>
              <a:ext cx="127" cy="127"/>
            </a:xfrm>
            <a:prstGeom prst="ellipse">
              <a:avLst/>
            </a:prstGeom>
            <a:solidFill>
              <a:schemeClr val="tx2"/>
            </a:solidFill>
            <a:ln w="9525">
              <a:noFill/>
              <a:round/>
              <a:headEnd/>
              <a:tailEnd/>
            </a:ln>
          </p:spPr>
          <p:txBody>
            <a:bodyPr wrap="none" anchor="ctr"/>
            <a:lstStyle/>
            <a:p>
              <a:endParaRPr lang="zh-CN" altLang="en-US"/>
            </a:p>
          </p:txBody>
        </p:sp>
        <p:sp>
          <p:nvSpPr>
            <p:cNvPr id="14" name="Oval 17"/>
            <p:cNvSpPr>
              <a:spLocks noChangeArrowheads="1"/>
            </p:cNvSpPr>
            <p:nvPr/>
          </p:nvSpPr>
          <p:spPr bwMode="auto">
            <a:xfrm>
              <a:off x="4883" y="2243"/>
              <a:ext cx="127" cy="127"/>
            </a:xfrm>
            <a:prstGeom prst="ellipse">
              <a:avLst/>
            </a:prstGeom>
            <a:solidFill>
              <a:schemeClr val="tx2"/>
            </a:solidFill>
            <a:ln w="9525">
              <a:noFill/>
              <a:round/>
              <a:headEnd/>
              <a:tailEnd/>
            </a:ln>
          </p:spPr>
          <p:txBody>
            <a:bodyPr wrap="none" anchor="ctr"/>
            <a:lstStyle/>
            <a:p>
              <a:endParaRPr lang="zh-CN" altLang="en-US"/>
            </a:p>
          </p:txBody>
        </p:sp>
        <p:sp>
          <p:nvSpPr>
            <p:cNvPr id="15" name="Oval 18"/>
            <p:cNvSpPr>
              <a:spLocks noChangeArrowheads="1"/>
            </p:cNvSpPr>
            <p:nvPr/>
          </p:nvSpPr>
          <p:spPr bwMode="auto">
            <a:xfrm>
              <a:off x="5062" y="2243"/>
              <a:ext cx="127" cy="127"/>
            </a:xfrm>
            <a:prstGeom prst="ellipse">
              <a:avLst/>
            </a:prstGeom>
            <a:solidFill>
              <a:schemeClr val="accent2"/>
            </a:solidFill>
            <a:ln w="9525">
              <a:noFill/>
              <a:round/>
              <a:headEnd/>
              <a:tailEnd/>
            </a:ln>
          </p:spPr>
          <p:txBody>
            <a:bodyPr wrap="none" anchor="ctr"/>
            <a:lstStyle/>
            <a:p>
              <a:endParaRPr lang="zh-CN" altLang="en-US"/>
            </a:p>
          </p:txBody>
        </p:sp>
        <p:sp>
          <p:nvSpPr>
            <p:cNvPr id="16" name="Oval 19"/>
            <p:cNvSpPr>
              <a:spLocks noChangeArrowheads="1"/>
            </p:cNvSpPr>
            <p:nvPr/>
          </p:nvSpPr>
          <p:spPr bwMode="auto">
            <a:xfrm>
              <a:off x="5241" y="2243"/>
              <a:ext cx="127" cy="127"/>
            </a:xfrm>
            <a:prstGeom prst="ellipse">
              <a:avLst/>
            </a:prstGeom>
            <a:solidFill>
              <a:schemeClr val="accent2"/>
            </a:solidFill>
            <a:ln w="9525">
              <a:noFill/>
              <a:round/>
              <a:headEnd/>
              <a:tailEnd/>
            </a:ln>
          </p:spPr>
          <p:txBody>
            <a:bodyPr wrap="none" anchor="ctr"/>
            <a:lstStyle/>
            <a:p>
              <a:endParaRPr lang="zh-CN" altLang="en-US"/>
            </a:p>
          </p:txBody>
        </p:sp>
        <p:sp>
          <p:nvSpPr>
            <p:cNvPr id="17" name="Oval 20"/>
            <p:cNvSpPr>
              <a:spLocks noChangeArrowheads="1"/>
            </p:cNvSpPr>
            <p:nvPr/>
          </p:nvSpPr>
          <p:spPr bwMode="auto">
            <a:xfrm>
              <a:off x="5420" y="2243"/>
              <a:ext cx="127" cy="127"/>
            </a:xfrm>
            <a:prstGeom prst="ellipse">
              <a:avLst/>
            </a:prstGeom>
            <a:solidFill>
              <a:schemeClr val="accent1"/>
            </a:solidFill>
            <a:ln w="9525">
              <a:noFill/>
              <a:round/>
              <a:headEnd/>
              <a:tailEnd/>
            </a:ln>
          </p:spPr>
          <p:txBody>
            <a:bodyPr wrap="none" anchor="ctr"/>
            <a:lstStyle/>
            <a:p>
              <a:endParaRPr lang="zh-CN" altLang="en-US"/>
            </a:p>
          </p:txBody>
        </p:sp>
        <p:sp>
          <p:nvSpPr>
            <p:cNvPr id="18" name="Oval 21"/>
            <p:cNvSpPr>
              <a:spLocks noChangeArrowheads="1"/>
            </p:cNvSpPr>
            <p:nvPr/>
          </p:nvSpPr>
          <p:spPr bwMode="auto">
            <a:xfrm>
              <a:off x="4704" y="2421"/>
              <a:ext cx="127" cy="128"/>
            </a:xfrm>
            <a:prstGeom prst="ellipse">
              <a:avLst/>
            </a:prstGeom>
            <a:solidFill>
              <a:schemeClr val="tx2"/>
            </a:solidFill>
            <a:ln w="9525">
              <a:noFill/>
              <a:round/>
              <a:headEnd/>
              <a:tailEnd/>
            </a:ln>
          </p:spPr>
          <p:txBody>
            <a:bodyPr wrap="none" anchor="ctr"/>
            <a:lstStyle/>
            <a:p>
              <a:endParaRPr lang="zh-CN" altLang="en-US"/>
            </a:p>
          </p:txBody>
        </p:sp>
        <p:sp>
          <p:nvSpPr>
            <p:cNvPr id="19" name="Oval 22"/>
            <p:cNvSpPr>
              <a:spLocks noChangeArrowheads="1"/>
            </p:cNvSpPr>
            <p:nvPr/>
          </p:nvSpPr>
          <p:spPr bwMode="auto">
            <a:xfrm>
              <a:off x="4883" y="2421"/>
              <a:ext cx="127" cy="128"/>
            </a:xfrm>
            <a:prstGeom prst="ellipse">
              <a:avLst/>
            </a:prstGeom>
            <a:solidFill>
              <a:schemeClr val="accent2"/>
            </a:solidFill>
            <a:ln w="9525">
              <a:noFill/>
              <a:round/>
              <a:headEnd/>
              <a:tailEnd/>
            </a:ln>
          </p:spPr>
          <p:txBody>
            <a:bodyPr wrap="none" anchor="ctr"/>
            <a:lstStyle/>
            <a:p>
              <a:endParaRPr lang="zh-CN" altLang="en-US"/>
            </a:p>
          </p:txBody>
        </p:sp>
        <p:sp>
          <p:nvSpPr>
            <p:cNvPr id="20" name="Oval 23"/>
            <p:cNvSpPr>
              <a:spLocks noChangeArrowheads="1"/>
            </p:cNvSpPr>
            <p:nvPr/>
          </p:nvSpPr>
          <p:spPr bwMode="auto">
            <a:xfrm>
              <a:off x="5062" y="2421"/>
              <a:ext cx="127" cy="128"/>
            </a:xfrm>
            <a:prstGeom prst="ellipse">
              <a:avLst/>
            </a:prstGeom>
            <a:solidFill>
              <a:schemeClr val="accent2"/>
            </a:solidFill>
            <a:ln w="9525">
              <a:noFill/>
              <a:round/>
              <a:headEnd/>
              <a:tailEnd/>
            </a:ln>
          </p:spPr>
          <p:txBody>
            <a:bodyPr wrap="none" anchor="ctr"/>
            <a:lstStyle/>
            <a:p>
              <a:endParaRPr lang="zh-CN" altLang="en-US"/>
            </a:p>
          </p:txBody>
        </p:sp>
        <p:sp>
          <p:nvSpPr>
            <p:cNvPr id="21" name="Oval 24"/>
            <p:cNvSpPr>
              <a:spLocks noChangeArrowheads="1"/>
            </p:cNvSpPr>
            <p:nvPr/>
          </p:nvSpPr>
          <p:spPr bwMode="auto">
            <a:xfrm>
              <a:off x="5241" y="2421"/>
              <a:ext cx="127" cy="128"/>
            </a:xfrm>
            <a:prstGeom prst="ellipse">
              <a:avLst/>
            </a:prstGeom>
            <a:solidFill>
              <a:schemeClr val="accent1"/>
            </a:solidFill>
            <a:ln w="9525">
              <a:noFill/>
              <a:round/>
              <a:headEnd/>
              <a:tailEnd/>
            </a:ln>
          </p:spPr>
          <p:txBody>
            <a:bodyPr wrap="none" anchor="ctr"/>
            <a:lstStyle/>
            <a:p>
              <a:endParaRPr lang="zh-CN" altLang="en-US"/>
            </a:p>
          </p:txBody>
        </p:sp>
        <p:sp>
          <p:nvSpPr>
            <p:cNvPr id="22" name="Oval 25"/>
            <p:cNvSpPr>
              <a:spLocks noChangeArrowheads="1"/>
            </p:cNvSpPr>
            <p:nvPr/>
          </p:nvSpPr>
          <p:spPr bwMode="auto">
            <a:xfrm>
              <a:off x="4704" y="2600"/>
              <a:ext cx="127" cy="128"/>
            </a:xfrm>
            <a:prstGeom prst="ellipse">
              <a:avLst/>
            </a:prstGeom>
            <a:solidFill>
              <a:schemeClr val="accent2"/>
            </a:solidFill>
            <a:ln w="9525">
              <a:noFill/>
              <a:round/>
              <a:headEnd/>
              <a:tailEnd/>
            </a:ln>
          </p:spPr>
          <p:txBody>
            <a:bodyPr wrap="none" anchor="ctr"/>
            <a:lstStyle/>
            <a:p>
              <a:endParaRPr lang="zh-CN" altLang="en-US"/>
            </a:p>
          </p:txBody>
        </p:sp>
        <p:sp>
          <p:nvSpPr>
            <p:cNvPr id="23" name="Oval 26"/>
            <p:cNvSpPr>
              <a:spLocks noChangeArrowheads="1"/>
            </p:cNvSpPr>
            <p:nvPr/>
          </p:nvSpPr>
          <p:spPr bwMode="auto">
            <a:xfrm>
              <a:off x="4883" y="2600"/>
              <a:ext cx="127" cy="128"/>
            </a:xfrm>
            <a:prstGeom prst="ellipse">
              <a:avLst/>
            </a:prstGeom>
            <a:solidFill>
              <a:schemeClr val="accent2"/>
            </a:solidFill>
            <a:ln w="9525">
              <a:noFill/>
              <a:round/>
              <a:headEnd/>
              <a:tailEnd/>
            </a:ln>
          </p:spPr>
          <p:txBody>
            <a:bodyPr wrap="none" anchor="ctr"/>
            <a:lstStyle/>
            <a:p>
              <a:endParaRPr lang="zh-CN" altLang="en-US"/>
            </a:p>
          </p:txBody>
        </p:sp>
        <p:sp>
          <p:nvSpPr>
            <p:cNvPr id="24" name="Oval 27"/>
            <p:cNvSpPr>
              <a:spLocks noChangeArrowheads="1"/>
            </p:cNvSpPr>
            <p:nvPr/>
          </p:nvSpPr>
          <p:spPr bwMode="auto">
            <a:xfrm>
              <a:off x="5062" y="2600"/>
              <a:ext cx="127" cy="128"/>
            </a:xfrm>
            <a:prstGeom prst="ellipse">
              <a:avLst/>
            </a:prstGeom>
            <a:solidFill>
              <a:schemeClr val="accent1"/>
            </a:solidFill>
            <a:ln w="9525">
              <a:noFill/>
              <a:round/>
              <a:headEnd/>
              <a:tailEnd/>
            </a:ln>
          </p:spPr>
          <p:txBody>
            <a:bodyPr wrap="none" anchor="ctr"/>
            <a:lstStyle/>
            <a:p>
              <a:endParaRPr lang="zh-CN" altLang="en-US"/>
            </a:p>
          </p:txBody>
        </p:sp>
        <p:sp>
          <p:nvSpPr>
            <p:cNvPr id="25" name="Oval 28"/>
            <p:cNvSpPr>
              <a:spLocks noChangeArrowheads="1"/>
            </p:cNvSpPr>
            <p:nvPr/>
          </p:nvSpPr>
          <p:spPr bwMode="auto">
            <a:xfrm>
              <a:off x="5241" y="2600"/>
              <a:ext cx="127" cy="128"/>
            </a:xfrm>
            <a:prstGeom prst="ellipse">
              <a:avLst/>
            </a:prstGeom>
            <a:solidFill>
              <a:schemeClr val="accent1"/>
            </a:solidFill>
            <a:ln w="9525">
              <a:noFill/>
              <a:round/>
              <a:headEnd/>
              <a:tailEnd/>
            </a:ln>
          </p:spPr>
          <p:txBody>
            <a:bodyPr wrap="none" anchor="ctr"/>
            <a:lstStyle/>
            <a:p>
              <a:endParaRPr lang="zh-CN" altLang="en-US"/>
            </a:p>
          </p:txBody>
        </p:sp>
        <p:sp>
          <p:nvSpPr>
            <p:cNvPr id="26" name="Oval 29"/>
            <p:cNvSpPr>
              <a:spLocks noChangeArrowheads="1"/>
            </p:cNvSpPr>
            <p:nvPr/>
          </p:nvSpPr>
          <p:spPr bwMode="auto">
            <a:xfrm>
              <a:off x="5420" y="2600"/>
              <a:ext cx="127" cy="128"/>
            </a:xfrm>
            <a:prstGeom prst="ellipse">
              <a:avLst/>
            </a:prstGeom>
            <a:solidFill>
              <a:schemeClr val="folHlink"/>
            </a:solidFill>
            <a:ln w="9525">
              <a:noFill/>
              <a:round/>
              <a:headEnd/>
              <a:tailEnd/>
            </a:ln>
          </p:spPr>
          <p:txBody>
            <a:bodyPr wrap="none" anchor="ctr"/>
            <a:lstStyle/>
            <a:p>
              <a:endParaRPr lang="zh-CN" altLang="en-US"/>
            </a:p>
          </p:txBody>
        </p:sp>
        <p:sp>
          <p:nvSpPr>
            <p:cNvPr id="27" name="Oval 30"/>
            <p:cNvSpPr>
              <a:spLocks noChangeArrowheads="1"/>
            </p:cNvSpPr>
            <p:nvPr/>
          </p:nvSpPr>
          <p:spPr bwMode="auto">
            <a:xfrm>
              <a:off x="4704" y="2779"/>
              <a:ext cx="127" cy="127"/>
            </a:xfrm>
            <a:prstGeom prst="ellipse">
              <a:avLst/>
            </a:prstGeom>
            <a:solidFill>
              <a:schemeClr val="accent2"/>
            </a:solidFill>
            <a:ln w="9525">
              <a:noFill/>
              <a:round/>
              <a:headEnd/>
              <a:tailEnd/>
            </a:ln>
          </p:spPr>
          <p:txBody>
            <a:bodyPr wrap="none" anchor="ctr"/>
            <a:lstStyle/>
            <a:p>
              <a:endParaRPr lang="zh-CN" altLang="en-US"/>
            </a:p>
          </p:txBody>
        </p:sp>
        <p:sp>
          <p:nvSpPr>
            <p:cNvPr id="28" name="Oval 31"/>
            <p:cNvSpPr>
              <a:spLocks noChangeArrowheads="1"/>
            </p:cNvSpPr>
            <p:nvPr/>
          </p:nvSpPr>
          <p:spPr bwMode="auto">
            <a:xfrm>
              <a:off x="4883" y="2779"/>
              <a:ext cx="127" cy="127"/>
            </a:xfrm>
            <a:prstGeom prst="ellipse">
              <a:avLst/>
            </a:prstGeom>
            <a:solidFill>
              <a:schemeClr val="accent1"/>
            </a:solidFill>
            <a:ln w="9525">
              <a:noFill/>
              <a:round/>
              <a:headEnd/>
              <a:tailEnd/>
            </a:ln>
          </p:spPr>
          <p:txBody>
            <a:bodyPr wrap="none" anchor="ctr"/>
            <a:lstStyle/>
            <a:p>
              <a:endParaRPr lang="zh-CN" altLang="en-US"/>
            </a:p>
          </p:txBody>
        </p:sp>
        <p:sp>
          <p:nvSpPr>
            <p:cNvPr id="29" name="Oval 32"/>
            <p:cNvSpPr>
              <a:spLocks noChangeArrowheads="1"/>
            </p:cNvSpPr>
            <p:nvPr/>
          </p:nvSpPr>
          <p:spPr bwMode="auto">
            <a:xfrm>
              <a:off x="5062" y="2779"/>
              <a:ext cx="127" cy="127"/>
            </a:xfrm>
            <a:prstGeom prst="ellipse">
              <a:avLst/>
            </a:prstGeom>
            <a:solidFill>
              <a:schemeClr val="accent1"/>
            </a:solidFill>
            <a:ln w="9525">
              <a:noFill/>
              <a:round/>
              <a:headEnd/>
              <a:tailEnd/>
            </a:ln>
          </p:spPr>
          <p:txBody>
            <a:bodyPr wrap="none" anchor="ctr"/>
            <a:lstStyle/>
            <a:p>
              <a:endParaRPr lang="zh-CN" altLang="en-US"/>
            </a:p>
          </p:txBody>
        </p:sp>
        <p:sp>
          <p:nvSpPr>
            <p:cNvPr id="30" name="Oval 33"/>
            <p:cNvSpPr>
              <a:spLocks noChangeArrowheads="1"/>
            </p:cNvSpPr>
            <p:nvPr/>
          </p:nvSpPr>
          <p:spPr bwMode="auto">
            <a:xfrm>
              <a:off x="5241" y="2779"/>
              <a:ext cx="127" cy="127"/>
            </a:xfrm>
            <a:prstGeom prst="ellipse">
              <a:avLst/>
            </a:prstGeom>
            <a:solidFill>
              <a:schemeClr val="folHlink"/>
            </a:solidFill>
            <a:ln w="9525">
              <a:noFill/>
              <a:round/>
              <a:headEnd/>
              <a:tailEnd/>
            </a:ln>
          </p:spPr>
          <p:txBody>
            <a:bodyPr wrap="none" anchor="ctr"/>
            <a:lstStyle/>
            <a:p>
              <a:endParaRPr lang="zh-CN" altLang="en-US"/>
            </a:p>
          </p:txBody>
        </p:sp>
        <p:sp>
          <p:nvSpPr>
            <p:cNvPr id="31" name="Oval 34"/>
            <p:cNvSpPr>
              <a:spLocks noChangeArrowheads="1"/>
            </p:cNvSpPr>
            <p:nvPr/>
          </p:nvSpPr>
          <p:spPr bwMode="auto">
            <a:xfrm>
              <a:off x="4704" y="2958"/>
              <a:ext cx="127" cy="127"/>
            </a:xfrm>
            <a:prstGeom prst="ellipse">
              <a:avLst/>
            </a:prstGeom>
            <a:solidFill>
              <a:schemeClr val="accent1"/>
            </a:solidFill>
            <a:ln w="9525">
              <a:noFill/>
              <a:round/>
              <a:headEnd/>
              <a:tailEnd/>
            </a:ln>
          </p:spPr>
          <p:txBody>
            <a:bodyPr wrap="none" anchor="ctr"/>
            <a:lstStyle/>
            <a:p>
              <a:endParaRPr lang="zh-CN" altLang="en-US"/>
            </a:p>
          </p:txBody>
        </p:sp>
        <p:sp>
          <p:nvSpPr>
            <p:cNvPr id="32" name="Oval 35"/>
            <p:cNvSpPr>
              <a:spLocks noChangeArrowheads="1"/>
            </p:cNvSpPr>
            <p:nvPr/>
          </p:nvSpPr>
          <p:spPr bwMode="auto">
            <a:xfrm>
              <a:off x="4883" y="2958"/>
              <a:ext cx="127" cy="127"/>
            </a:xfrm>
            <a:prstGeom prst="ellipse">
              <a:avLst/>
            </a:prstGeom>
            <a:solidFill>
              <a:schemeClr val="accent1"/>
            </a:solidFill>
            <a:ln w="9525">
              <a:noFill/>
              <a:round/>
              <a:headEnd/>
              <a:tailEnd/>
            </a:ln>
          </p:spPr>
          <p:txBody>
            <a:bodyPr wrap="none" anchor="ctr"/>
            <a:lstStyle/>
            <a:p>
              <a:endParaRPr lang="zh-CN" altLang="en-US"/>
            </a:p>
          </p:txBody>
        </p:sp>
        <p:sp>
          <p:nvSpPr>
            <p:cNvPr id="33" name="Oval 36"/>
            <p:cNvSpPr>
              <a:spLocks noChangeArrowheads="1"/>
            </p:cNvSpPr>
            <p:nvPr/>
          </p:nvSpPr>
          <p:spPr bwMode="auto">
            <a:xfrm>
              <a:off x="5062" y="2958"/>
              <a:ext cx="127" cy="127"/>
            </a:xfrm>
            <a:prstGeom prst="ellipse">
              <a:avLst/>
            </a:prstGeom>
            <a:solidFill>
              <a:schemeClr val="folHlink"/>
            </a:solidFill>
            <a:ln w="9525">
              <a:noFill/>
              <a:round/>
              <a:headEnd/>
              <a:tailEnd/>
            </a:ln>
          </p:spPr>
          <p:txBody>
            <a:bodyPr wrap="none" anchor="ctr"/>
            <a:lstStyle/>
            <a:p>
              <a:endParaRPr lang="zh-CN" altLang="en-US"/>
            </a:p>
          </p:txBody>
        </p:sp>
        <p:sp>
          <p:nvSpPr>
            <p:cNvPr id="34" name="Oval 37"/>
            <p:cNvSpPr>
              <a:spLocks noChangeArrowheads="1"/>
            </p:cNvSpPr>
            <p:nvPr/>
          </p:nvSpPr>
          <p:spPr bwMode="auto">
            <a:xfrm>
              <a:off x="5241" y="2958"/>
              <a:ext cx="127" cy="127"/>
            </a:xfrm>
            <a:prstGeom prst="ellipse">
              <a:avLst/>
            </a:prstGeom>
            <a:solidFill>
              <a:schemeClr val="folHlink"/>
            </a:solidFill>
            <a:ln w="9525">
              <a:noFill/>
              <a:round/>
              <a:headEnd/>
              <a:tailEnd/>
            </a:ln>
          </p:spPr>
          <p:txBody>
            <a:bodyPr wrap="none" anchor="ctr"/>
            <a:lstStyle/>
            <a:p>
              <a:endParaRPr lang="zh-CN" altLang="en-US"/>
            </a:p>
          </p:txBody>
        </p:sp>
        <p:sp>
          <p:nvSpPr>
            <p:cNvPr id="35" name="Oval 38"/>
            <p:cNvSpPr>
              <a:spLocks noChangeArrowheads="1"/>
            </p:cNvSpPr>
            <p:nvPr/>
          </p:nvSpPr>
          <p:spPr bwMode="auto">
            <a:xfrm>
              <a:off x="4883" y="3137"/>
              <a:ext cx="127" cy="127"/>
            </a:xfrm>
            <a:prstGeom prst="ellipse">
              <a:avLst/>
            </a:prstGeom>
            <a:solidFill>
              <a:schemeClr val="folHlink"/>
            </a:solidFill>
            <a:ln w="9525">
              <a:noFill/>
              <a:round/>
              <a:headEnd/>
              <a:tailEnd/>
            </a:ln>
          </p:spPr>
          <p:txBody>
            <a:bodyPr wrap="none" anchor="ctr"/>
            <a:lstStyle/>
            <a:p>
              <a:endParaRPr lang="zh-CN" altLang="en-US"/>
            </a:p>
          </p:txBody>
        </p:sp>
        <p:sp>
          <p:nvSpPr>
            <p:cNvPr id="36" name="Oval 39"/>
            <p:cNvSpPr>
              <a:spLocks noChangeArrowheads="1"/>
            </p:cNvSpPr>
            <p:nvPr/>
          </p:nvSpPr>
          <p:spPr bwMode="auto">
            <a:xfrm>
              <a:off x="5241" y="3137"/>
              <a:ext cx="127" cy="127"/>
            </a:xfrm>
            <a:prstGeom prst="ellipse">
              <a:avLst/>
            </a:prstGeom>
            <a:solidFill>
              <a:schemeClr val="folHlink"/>
            </a:solidFill>
            <a:ln w="9525">
              <a:noFill/>
              <a:round/>
              <a:headEnd/>
              <a:tailEnd/>
            </a:ln>
          </p:spPr>
          <p:txBody>
            <a:bodyPr wrap="none" anchor="ctr"/>
            <a:lstStyle/>
            <a:p>
              <a:endParaRPr lang="zh-CN" altLang="en-US"/>
            </a:p>
          </p:txBody>
        </p:sp>
      </p:grpSp>
      <p:sp>
        <p:nvSpPr>
          <p:cNvPr id="37" name="Line 40"/>
          <p:cNvSpPr>
            <a:spLocks noChangeShapeType="1"/>
          </p:cNvSpPr>
          <p:nvPr/>
        </p:nvSpPr>
        <p:spPr bwMode="auto">
          <a:xfrm>
            <a:off x="304800" y="2819400"/>
            <a:ext cx="8229600" cy="0"/>
          </a:xfrm>
          <a:prstGeom prst="line">
            <a:avLst/>
          </a:prstGeom>
          <a:noFill/>
          <a:ln w="6350">
            <a:solidFill>
              <a:schemeClr val="tx1"/>
            </a:solidFill>
            <a:round/>
            <a:headEnd/>
            <a:tailEnd/>
          </a:ln>
        </p:spPr>
        <p:txBody>
          <a:bodyPr/>
          <a:lstStyle/>
          <a:p>
            <a:endParaRPr lang="zh-CN" altLang="en-US"/>
          </a:p>
        </p:txBody>
      </p:sp>
      <p:sp>
        <p:nvSpPr>
          <p:cNvPr id="2051" name="Rectangle 3"/>
          <p:cNvSpPr>
            <a:spLocks noGrp="1" noChangeArrowheads="1"/>
          </p:cNvSpPr>
          <p:nvPr>
            <p:ph type="ctrTitle"/>
          </p:nvPr>
        </p:nvSpPr>
        <p:spPr>
          <a:xfrm>
            <a:off x="315913" y="466725"/>
            <a:ext cx="6781800" cy="2133600"/>
          </a:xfrm>
        </p:spPr>
        <p:txBody>
          <a:bodyPr/>
          <a:lstStyle>
            <a:lvl1pPr algn="r">
              <a:defRPr sz="4800"/>
            </a:lvl1pPr>
          </a:lstStyle>
          <a:p>
            <a:pPr lvl="0"/>
            <a:r>
              <a:rPr lang="zh-CN" altLang="en-US" noProof="0" smtClean="0"/>
              <a:t>单击此处编辑母版标题样式</a:t>
            </a:r>
          </a:p>
        </p:txBody>
      </p:sp>
      <p:sp>
        <p:nvSpPr>
          <p:cNvPr id="2052" name="Rectangle 4"/>
          <p:cNvSpPr>
            <a:spLocks noGrp="1" noChangeArrowheads="1"/>
          </p:cNvSpPr>
          <p:nvPr>
            <p:ph type="subTitle" idx="1"/>
          </p:nvPr>
        </p:nvSpPr>
        <p:spPr>
          <a:xfrm>
            <a:off x="849313" y="3049588"/>
            <a:ext cx="6248400" cy="2362200"/>
          </a:xfrm>
        </p:spPr>
        <p:txBody>
          <a:bodyPr/>
          <a:lstStyle>
            <a:lvl1pPr marL="0" indent="0" algn="r">
              <a:buFont typeface="Wingdings" pitchFamily="2" charset="2"/>
              <a:buNone/>
              <a:defRPr sz="3200"/>
            </a:lvl1pPr>
          </a:lstStyle>
          <a:p>
            <a:pPr lvl="0"/>
            <a:r>
              <a:rPr lang="zh-CN" altLang="en-US" noProof="0" smtClean="0"/>
              <a:t>单击此处编辑母版副标题样式</a:t>
            </a:r>
          </a:p>
        </p:txBody>
      </p:sp>
      <p:sp>
        <p:nvSpPr>
          <p:cNvPr id="38" name="Rectangle 5"/>
          <p:cNvSpPr>
            <a:spLocks noGrp="1" noChangeArrowheads="1"/>
          </p:cNvSpPr>
          <p:nvPr>
            <p:ph type="dt" sz="half" idx="10"/>
          </p:nvPr>
        </p:nvSpPr>
        <p:spPr/>
        <p:txBody>
          <a:bodyPr/>
          <a:lstStyle>
            <a:lvl1pPr>
              <a:defRPr/>
            </a:lvl1pPr>
          </a:lstStyle>
          <a:p>
            <a:pPr>
              <a:defRPr/>
            </a:pPr>
            <a:fld id="{A54B20E1-44D4-4708-A69C-4FEB017CDDCE}" type="datetime1">
              <a:rPr lang="zh-CN" altLang="en-US"/>
              <a:pPr>
                <a:defRPr/>
              </a:pPr>
              <a:t>2021/8/21</a:t>
            </a:fld>
            <a:endParaRPr lang="en-US" altLang="zh-CN"/>
          </a:p>
        </p:txBody>
      </p:sp>
      <p:sp>
        <p:nvSpPr>
          <p:cNvPr id="39" name="Rectangle 6"/>
          <p:cNvSpPr>
            <a:spLocks noGrp="1" noChangeArrowheads="1"/>
          </p:cNvSpPr>
          <p:nvPr>
            <p:ph type="ftr" sz="quarter" idx="11"/>
          </p:nvPr>
        </p:nvSpPr>
        <p:spPr/>
        <p:txBody>
          <a:bodyPr/>
          <a:lstStyle>
            <a:lvl1pPr>
              <a:defRPr>
                <a:latin typeface="楷体_GB2312" pitchFamily="49" charset="-122"/>
                <a:ea typeface="楷体_GB2312" pitchFamily="49" charset="-122"/>
              </a:defRPr>
            </a:lvl1pPr>
          </a:lstStyle>
          <a:p>
            <a:pPr>
              <a:defRPr/>
            </a:pPr>
            <a:r>
              <a:rPr lang="zh-CN" altLang="en-US"/>
              <a:t>邮电大学</a:t>
            </a:r>
            <a:r>
              <a:rPr lang="en-US" altLang="zh-CN"/>
              <a:t>-</a:t>
            </a:r>
            <a:r>
              <a:rPr lang="zh-CN" altLang="en-US"/>
              <a:t>计算机学院杨旭东</a:t>
            </a:r>
          </a:p>
        </p:txBody>
      </p:sp>
      <p:sp>
        <p:nvSpPr>
          <p:cNvPr id="40" name="Rectangle 7"/>
          <p:cNvSpPr>
            <a:spLocks noGrp="1" noChangeArrowheads="1"/>
          </p:cNvSpPr>
          <p:nvPr>
            <p:ph type="sldNum" sz="quarter" idx="12"/>
          </p:nvPr>
        </p:nvSpPr>
        <p:spPr/>
        <p:txBody>
          <a:bodyPr/>
          <a:lstStyle>
            <a:lvl1pPr>
              <a:defRPr/>
            </a:lvl1pPr>
          </a:lstStyle>
          <a:p>
            <a:pPr>
              <a:defRPr/>
            </a:pPr>
            <a:fld id="{E08FDADB-E02B-475C-A9B6-133033E39257}" type="slidenum">
              <a:rPr lang="en-US" altLang="zh-CN"/>
              <a:pPr>
                <a:defRPr/>
              </a:pPr>
              <a:t>‹#›</a:t>
            </a:fld>
            <a:endParaRPr lang="en-US" altLang="zh-C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Rectangle 5"/>
          <p:cNvSpPr>
            <a:spLocks noGrp="1" noChangeArrowheads="1"/>
          </p:cNvSpPr>
          <p:nvPr>
            <p:ph type="dt" sz="half" idx="10"/>
          </p:nvPr>
        </p:nvSpPr>
        <p:spPr>
          <a:ln/>
        </p:spPr>
        <p:txBody>
          <a:bodyPr/>
          <a:lstStyle>
            <a:lvl1pPr>
              <a:defRPr/>
            </a:lvl1pPr>
          </a:lstStyle>
          <a:p>
            <a:pPr>
              <a:defRPr/>
            </a:pPr>
            <a:fld id="{7B44596F-3340-468F-ADAE-59886B289471}" type="datetime1">
              <a:rPr lang="zh-CN" altLang="en-US"/>
              <a:pPr>
                <a:defRPr/>
              </a:pPr>
              <a:t>2021/8/21</a:t>
            </a:fld>
            <a:endParaRPr lang="en-US" altLang="zh-CN"/>
          </a:p>
        </p:txBody>
      </p:sp>
      <p:sp>
        <p:nvSpPr>
          <p:cNvPr id="5" name="Rectangle 6"/>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7"/>
          <p:cNvSpPr>
            <a:spLocks noGrp="1" noChangeArrowheads="1"/>
          </p:cNvSpPr>
          <p:nvPr>
            <p:ph type="sldNum" sz="quarter" idx="12"/>
          </p:nvPr>
        </p:nvSpPr>
        <p:spPr>
          <a:ln/>
        </p:spPr>
        <p:txBody>
          <a:bodyPr/>
          <a:lstStyle>
            <a:lvl1pPr>
              <a:defRPr/>
            </a:lvl1pPr>
          </a:lstStyle>
          <a:p>
            <a:pPr>
              <a:defRPr/>
            </a:pPr>
            <a:fld id="{82FAD754-FEF0-47DB-8087-BCF5F560F039}" type="slidenum">
              <a:rPr lang="en-US" altLang="zh-CN"/>
              <a:pPr>
                <a:defRPr/>
              </a:pPr>
              <a:t>‹#›</a:t>
            </a:fld>
            <a:endParaRPr lang="en-US" altLang="zh-C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p>
        </p:txBody>
      </p:sp>
      <p:sp>
        <p:nvSpPr>
          <p:cNvPr id="4" name="Rectangle 5"/>
          <p:cNvSpPr>
            <a:spLocks noGrp="1" noChangeArrowheads="1"/>
          </p:cNvSpPr>
          <p:nvPr>
            <p:ph type="dt" sz="half" idx="10"/>
          </p:nvPr>
        </p:nvSpPr>
        <p:spPr>
          <a:ln/>
        </p:spPr>
        <p:txBody>
          <a:bodyPr/>
          <a:lstStyle>
            <a:lvl1pPr>
              <a:defRPr/>
            </a:lvl1pPr>
          </a:lstStyle>
          <a:p>
            <a:pPr>
              <a:defRPr/>
            </a:pPr>
            <a:fld id="{216F9928-DC3C-41CD-9948-7E1F42ECD008}" type="datetime1">
              <a:rPr lang="zh-CN" altLang="en-US"/>
              <a:pPr>
                <a:defRPr/>
              </a:pPr>
              <a:t>2021/8/21</a:t>
            </a:fld>
            <a:endParaRPr lang="en-US" altLang="zh-CN"/>
          </a:p>
        </p:txBody>
      </p:sp>
      <p:sp>
        <p:nvSpPr>
          <p:cNvPr id="5" name="Rectangle 6"/>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7"/>
          <p:cNvSpPr>
            <a:spLocks noGrp="1" noChangeArrowheads="1"/>
          </p:cNvSpPr>
          <p:nvPr>
            <p:ph type="sldNum" sz="quarter" idx="12"/>
          </p:nvPr>
        </p:nvSpPr>
        <p:spPr>
          <a:ln/>
        </p:spPr>
        <p:txBody>
          <a:bodyPr/>
          <a:lstStyle>
            <a:lvl1pPr>
              <a:defRPr/>
            </a:lvl1pPr>
          </a:lstStyle>
          <a:p>
            <a:pPr>
              <a:defRPr/>
            </a:pPr>
            <a:fld id="{F12C4B2C-9273-42E1-957D-21EC94C17203}" type="slidenum">
              <a:rPr lang="en-US" altLang="zh-CN"/>
              <a:pPr>
                <a:defRPr/>
              </a:pPr>
              <a:t>‹#›</a:t>
            </a:fld>
            <a:endParaRPr lang="en-US" altLang="zh-C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200" y="1719263"/>
            <a:ext cx="4038600" cy="44116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648200" y="1719263"/>
            <a:ext cx="4038600" cy="44116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Rectangle 5"/>
          <p:cNvSpPr>
            <a:spLocks noGrp="1" noChangeArrowheads="1"/>
          </p:cNvSpPr>
          <p:nvPr>
            <p:ph type="dt" sz="half" idx="10"/>
          </p:nvPr>
        </p:nvSpPr>
        <p:spPr>
          <a:ln/>
        </p:spPr>
        <p:txBody>
          <a:bodyPr/>
          <a:lstStyle>
            <a:lvl1pPr>
              <a:defRPr/>
            </a:lvl1pPr>
          </a:lstStyle>
          <a:p>
            <a:pPr>
              <a:defRPr/>
            </a:pPr>
            <a:fld id="{717EB48E-FB34-4EDB-91F7-60FE1341C5AC}" type="datetime1">
              <a:rPr lang="zh-CN" altLang="en-US"/>
              <a:pPr>
                <a:defRPr/>
              </a:pPr>
              <a:t>2021/8/21</a:t>
            </a:fld>
            <a:endParaRPr lang="en-US" altLang="zh-CN"/>
          </a:p>
        </p:txBody>
      </p:sp>
      <p:sp>
        <p:nvSpPr>
          <p:cNvPr id="6" name="Rectangle 6"/>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7"/>
          <p:cNvSpPr>
            <a:spLocks noGrp="1" noChangeArrowheads="1"/>
          </p:cNvSpPr>
          <p:nvPr>
            <p:ph type="sldNum" sz="quarter" idx="12"/>
          </p:nvPr>
        </p:nvSpPr>
        <p:spPr>
          <a:ln/>
        </p:spPr>
        <p:txBody>
          <a:bodyPr/>
          <a:lstStyle>
            <a:lvl1pPr>
              <a:defRPr/>
            </a:lvl1pPr>
          </a:lstStyle>
          <a:p>
            <a:pPr>
              <a:defRPr/>
            </a:pPr>
            <a:fld id="{9E04DFB0-F183-4CA3-A137-3BEA972F4F5D}" type="slidenum">
              <a:rPr lang="en-US" altLang="zh-CN"/>
              <a:pPr>
                <a:defRPr/>
              </a:pPr>
              <a:t>‹#›</a:t>
            </a:fld>
            <a:endParaRPr lang="en-US" altLang="zh-C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Rectangle 5"/>
          <p:cNvSpPr>
            <a:spLocks noGrp="1" noChangeArrowheads="1"/>
          </p:cNvSpPr>
          <p:nvPr>
            <p:ph type="dt" sz="half" idx="10"/>
          </p:nvPr>
        </p:nvSpPr>
        <p:spPr>
          <a:ln/>
        </p:spPr>
        <p:txBody>
          <a:bodyPr/>
          <a:lstStyle>
            <a:lvl1pPr>
              <a:defRPr/>
            </a:lvl1pPr>
          </a:lstStyle>
          <a:p>
            <a:pPr>
              <a:defRPr/>
            </a:pPr>
            <a:fld id="{D946689D-B83D-4F05-BDA3-5DA2B11D10C9}" type="datetime1">
              <a:rPr lang="zh-CN" altLang="en-US"/>
              <a:pPr>
                <a:defRPr/>
              </a:pPr>
              <a:t>2021/8/21</a:t>
            </a:fld>
            <a:endParaRPr lang="en-US" altLang="zh-CN"/>
          </a:p>
        </p:txBody>
      </p:sp>
      <p:sp>
        <p:nvSpPr>
          <p:cNvPr id="8" name="Rectangle 6"/>
          <p:cNvSpPr>
            <a:spLocks noGrp="1" noChangeArrowheads="1"/>
          </p:cNvSpPr>
          <p:nvPr>
            <p:ph type="ftr" sz="quarter" idx="11"/>
          </p:nvPr>
        </p:nvSpPr>
        <p:spPr>
          <a:ln/>
        </p:spPr>
        <p:txBody>
          <a:bodyPr/>
          <a:lstStyle>
            <a:lvl1pPr>
              <a:defRPr/>
            </a:lvl1pPr>
          </a:lstStyle>
          <a:p>
            <a:pPr>
              <a:defRPr/>
            </a:pPr>
            <a:endParaRPr lang="en-US" altLang="zh-CN"/>
          </a:p>
        </p:txBody>
      </p:sp>
      <p:sp>
        <p:nvSpPr>
          <p:cNvPr id="9" name="Rectangle 7"/>
          <p:cNvSpPr>
            <a:spLocks noGrp="1" noChangeArrowheads="1"/>
          </p:cNvSpPr>
          <p:nvPr>
            <p:ph type="sldNum" sz="quarter" idx="12"/>
          </p:nvPr>
        </p:nvSpPr>
        <p:spPr>
          <a:ln/>
        </p:spPr>
        <p:txBody>
          <a:bodyPr/>
          <a:lstStyle>
            <a:lvl1pPr>
              <a:defRPr/>
            </a:lvl1pPr>
          </a:lstStyle>
          <a:p>
            <a:pPr>
              <a:defRPr/>
            </a:pPr>
            <a:fld id="{A5BB603B-C8CD-42BB-B740-9E93F9AC6189}" type="slidenum">
              <a:rPr lang="en-US" altLang="zh-CN"/>
              <a:pPr>
                <a:defRPr/>
              </a:pPr>
              <a:t>‹#›</a:t>
            </a:fld>
            <a:endParaRPr lang="en-US" altLang="zh-C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Rectangle 5"/>
          <p:cNvSpPr>
            <a:spLocks noGrp="1" noChangeArrowheads="1"/>
          </p:cNvSpPr>
          <p:nvPr>
            <p:ph type="dt" sz="half" idx="10"/>
          </p:nvPr>
        </p:nvSpPr>
        <p:spPr>
          <a:ln/>
        </p:spPr>
        <p:txBody>
          <a:bodyPr/>
          <a:lstStyle>
            <a:lvl1pPr>
              <a:defRPr/>
            </a:lvl1pPr>
          </a:lstStyle>
          <a:p>
            <a:pPr>
              <a:defRPr/>
            </a:pPr>
            <a:fld id="{951AF22B-3E99-45ED-A555-FE23EFBAA5E3}" type="datetime1">
              <a:rPr lang="zh-CN" altLang="en-US"/>
              <a:pPr>
                <a:defRPr/>
              </a:pPr>
              <a:t>2021/8/21</a:t>
            </a:fld>
            <a:endParaRPr lang="en-US" altLang="zh-CN"/>
          </a:p>
        </p:txBody>
      </p:sp>
      <p:sp>
        <p:nvSpPr>
          <p:cNvPr id="4" name="Rectangle 6"/>
          <p:cNvSpPr>
            <a:spLocks noGrp="1" noChangeArrowheads="1"/>
          </p:cNvSpPr>
          <p:nvPr>
            <p:ph type="ftr" sz="quarter" idx="11"/>
          </p:nvPr>
        </p:nvSpPr>
        <p:spPr>
          <a:ln/>
        </p:spPr>
        <p:txBody>
          <a:bodyPr/>
          <a:lstStyle>
            <a:lvl1pPr>
              <a:defRPr/>
            </a:lvl1pPr>
          </a:lstStyle>
          <a:p>
            <a:pPr>
              <a:defRPr/>
            </a:pPr>
            <a:endParaRPr lang="en-US" altLang="zh-CN"/>
          </a:p>
        </p:txBody>
      </p:sp>
      <p:sp>
        <p:nvSpPr>
          <p:cNvPr id="5" name="Rectangle 7"/>
          <p:cNvSpPr>
            <a:spLocks noGrp="1" noChangeArrowheads="1"/>
          </p:cNvSpPr>
          <p:nvPr>
            <p:ph type="sldNum" sz="quarter" idx="12"/>
          </p:nvPr>
        </p:nvSpPr>
        <p:spPr>
          <a:ln/>
        </p:spPr>
        <p:txBody>
          <a:bodyPr/>
          <a:lstStyle>
            <a:lvl1pPr>
              <a:defRPr/>
            </a:lvl1pPr>
          </a:lstStyle>
          <a:p>
            <a:pPr>
              <a:defRPr/>
            </a:pPr>
            <a:fld id="{CCCC9E02-175B-4708-B97A-624F9F0B9A4C}" type="slidenum">
              <a:rPr lang="en-US" altLang="zh-CN"/>
              <a:pPr>
                <a:defRPr/>
              </a:pPr>
              <a:t>‹#›</a:t>
            </a:fld>
            <a:endParaRPr lang="en-US" altLang="zh-C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5"/>
          <p:cNvSpPr>
            <a:spLocks noGrp="1" noChangeArrowheads="1"/>
          </p:cNvSpPr>
          <p:nvPr>
            <p:ph type="dt" sz="half" idx="10"/>
          </p:nvPr>
        </p:nvSpPr>
        <p:spPr>
          <a:ln/>
        </p:spPr>
        <p:txBody>
          <a:bodyPr/>
          <a:lstStyle>
            <a:lvl1pPr>
              <a:defRPr/>
            </a:lvl1pPr>
          </a:lstStyle>
          <a:p>
            <a:pPr>
              <a:defRPr/>
            </a:pPr>
            <a:fld id="{891E18D8-9542-4FEF-A20F-CEAA0DBEEC04}" type="datetime1">
              <a:rPr lang="zh-CN" altLang="en-US"/>
              <a:pPr>
                <a:defRPr/>
              </a:pPr>
              <a:t>2021/8/21</a:t>
            </a:fld>
            <a:endParaRPr lang="en-US" altLang="zh-CN"/>
          </a:p>
        </p:txBody>
      </p:sp>
      <p:sp>
        <p:nvSpPr>
          <p:cNvPr id="3" name="Rectangle 6"/>
          <p:cNvSpPr>
            <a:spLocks noGrp="1" noChangeArrowheads="1"/>
          </p:cNvSpPr>
          <p:nvPr>
            <p:ph type="ftr" sz="quarter" idx="11"/>
          </p:nvPr>
        </p:nvSpPr>
        <p:spPr>
          <a:ln/>
        </p:spPr>
        <p:txBody>
          <a:bodyPr/>
          <a:lstStyle>
            <a:lvl1pPr>
              <a:defRPr/>
            </a:lvl1pPr>
          </a:lstStyle>
          <a:p>
            <a:pPr>
              <a:defRPr/>
            </a:pPr>
            <a:endParaRPr lang="en-US" altLang="zh-CN"/>
          </a:p>
        </p:txBody>
      </p:sp>
      <p:sp>
        <p:nvSpPr>
          <p:cNvPr id="4" name="Rectangle 7"/>
          <p:cNvSpPr>
            <a:spLocks noGrp="1" noChangeArrowheads="1"/>
          </p:cNvSpPr>
          <p:nvPr>
            <p:ph type="sldNum" sz="quarter" idx="12"/>
          </p:nvPr>
        </p:nvSpPr>
        <p:spPr>
          <a:ln/>
        </p:spPr>
        <p:txBody>
          <a:bodyPr/>
          <a:lstStyle>
            <a:lvl1pPr>
              <a:defRPr/>
            </a:lvl1pPr>
          </a:lstStyle>
          <a:p>
            <a:pPr>
              <a:defRPr/>
            </a:pPr>
            <a:fld id="{EEA9E82F-BA66-4634-8F7A-1E6AB983ABE1}" type="slidenum">
              <a:rPr lang="en-US" altLang="zh-CN"/>
              <a:pPr>
                <a:defRPr/>
              </a:pPr>
              <a:t>‹#›</a:t>
            </a:fld>
            <a:endParaRPr lang="en-US" altLang="zh-C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Rectangle 5"/>
          <p:cNvSpPr>
            <a:spLocks noGrp="1" noChangeArrowheads="1"/>
          </p:cNvSpPr>
          <p:nvPr>
            <p:ph type="dt" sz="half" idx="10"/>
          </p:nvPr>
        </p:nvSpPr>
        <p:spPr>
          <a:ln/>
        </p:spPr>
        <p:txBody>
          <a:bodyPr/>
          <a:lstStyle>
            <a:lvl1pPr>
              <a:defRPr/>
            </a:lvl1pPr>
          </a:lstStyle>
          <a:p>
            <a:pPr>
              <a:defRPr/>
            </a:pPr>
            <a:fld id="{5F8B56F7-2F05-45AF-9D99-23194C21ACF3}" type="datetime1">
              <a:rPr lang="zh-CN" altLang="en-US"/>
              <a:pPr>
                <a:defRPr/>
              </a:pPr>
              <a:t>2021/8/21</a:t>
            </a:fld>
            <a:endParaRPr lang="en-US" altLang="zh-CN"/>
          </a:p>
        </p:txBody>
      </p:sp>
      <p:sp>
        <p:nvSpPr>
          <p:cNvPr id="6" name="Rectangle 6"/>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7"/>
          <p:cNvSpPr>
            <a:spLocks noGrp="1" noChangeArrowheads="1"/>
          </p:cNvSpPr>
          <p:nvPr>
            <p:ph type="sldNum" sz="quarter" idx="12"/>
          </p:nvPr>
        </p:nvSpPr>
        <p:spPr>
          <a:ln/>
        </p:spPr>
        <p:txBody>
          <a:bodyPr/>
          <a:lstStyle>
            <a:lvl1pPr>
              <a:defRPr/>
            </a:lvl1pPr>
          </a:lstStyle>
          <a:p>
            <a:pPr>
              <a:defRPr/>
            </a:pPr>
            <a:fld id="{E245F5AD-B3B5-452F-9AED-8DAE1CCA5688}" type="slidenum">
              <a:rPr lang="en-US" altLang="zh-CN"/>
              <a:pPr>
                <a:defRPr/>
              </a:pPr>
              <a:t>‹#›</a:t>
            </a:fld>
            <a:endParaRPr lang="en-US" altLang="zh-C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zh-CN" altLang="en-US" noProof="0" smtClean="0"/>
              <a:t>单击图标添加图片</a:t>
            </a: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Rectangle 5"/>
          <p:cNvSpPr>
            <a:spLocks noGrp="1" noChangeArrowheads="1"/>
          </p:cNvSpPr>
          <p:nvPr>
            <p:ph type="dt" sz="half" idx="10"/>
          </p:nvPr>
        </p:nvSpPr>
        <p:spPr>
          <a:ln/>
        </p:spPr>
        <p:txBody>
          <a:bodyPr/>
          <a:lstStyle>
            <a:lvl1pPr>
              <a:defRPr/>
            </a:lvl1pPr>
          </a:lstStyle>
          <a:p>
            <a:pPr>
              <a:defRPr/>
            </a:pPr>
            <a:fld id="{E74923AE-325F-4F84-B3AD-7B4C87E1DB2E}" type="datetime1">
              <a:rPr lang="zh-CN" altLang="en-US"/>
              <a:pPr>
                <a:defRPr/>
              </a:pPr>
              <a:t>2021/8/21</a:t>
            </a:fld>
            <a:endParaRPr lang="en-US" altLang="zh-CN"/>
          </a:p>
        </p:txBody>
      </p:sp>
      <p:sp>
        <p:nvSpPr>
          <p:cNvPr id="6" name="Rectangle 6"/>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7"/>
          <p:cNvSpPr>
            <a:spLocks noGrp="1" noChangeArrowheads="1"/>
          </p:cNvSpPr>
          <p:nvPr>
            <p:ph type="sldNum" sz="quarter" idx="12"/>
          </p:nvPr>
        </p:nvSpPr>
        <p:spPr>
          <a:ln/>
        </p:spPr>
        <p:txBody>
          <a:bodyPr/>
          <a:lstStyle>
            <a:lvl1pPr>
              <a:defRPr/>
            </a:lvl1pPr>
          </a:lstStyle>
          <a:p>
            <a:pPr>
              <a:defRPr/>
            </a:pPr>
            <a:fld id="{6726C6E4-7E74-4760-AC50-C10209B6C5C7}" type="slidenum">
              <a:rPr lang="en-US" altLang="zh-CN"/>
              <a:pPr>
                <a:defRPr/>
              </a:pPr>
              <a:t>‹#›</a:t>
            </a:fld>
            <a:endParaRPr lang="en-US" altLang="zh-C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Rectangle 5"/>
          <p:cNvSpPr>
            <a:spLocks noGrp="1" noChangeArrowheads="1"/>
          </p:cNvSpPr>
          <p:nvPr>
            <p:ph type="dt" sz="half" idx="10"/>
          </p:nvPr>
        </p:nvSpPr>
        <p:spPr>
          <a:ln/>
        </p:spPr>
        <p:txBody>
          <a:bodyPr/>
          <a:lstStyle>
            <a:lvl1pPr>
              <a:defRPr/>
            </a:lvl1pPr>
          </a:lstStyle>
          <a:p>
            <a:pPr>
              <a:defRPr/>
            </a:pPr>
            <a:fld id="{3DE42256-F80C-47C8-9140-8A12BC9000F0}" type="datetime1">
              <a:rPr lang="zh-CN" altLang="en-US"/>
              <a:pPr>
                <a:defRPr/>
              </a:pPr>
              <a:t>2021/8/21</a:t>
            </a:fld>
            <a:endParaRPr lang="en-US" altLang="zh-CN"/>
          </a:p>
        </p:txBody>
      </p:sp>
      <p:sp>
        <p:nvSpPr>
          <p:cNvPr id="5" name="Rectangle 6"/>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7"/>
          <p:cNvSpPr>
            <a:spLocks noGrp="1" noChangeArrowheads="1"/>
          </p:cNvSpPr>
          <p:nvPr>
            <p:ph type="sldNum" sz="quarter" idx="12"/>
          </p:nvPr>
        </p:nvSpPr>
        <p:spPr>
          <a:ln/>
        </p:spPr>
        <p:txBody>
          <a:bodyPr/>
          <a:lstStyle>
            <a:lvl1pPr>
              <a:defRPr/>
            </a:lvl1pPr>
          </a:lstStyle>
          <a:p>
            <a:pPr>
              <a:defRPr/>
            </a:pPr>
            <a:fld id="{92DD6D1D-C2DA-4EE3-B4C4-CD6100936576}" type="slidenum">
              <a:rPr lang="en-US" altLang="zh-CN"/>
              <a:pPr>
                <a:defRPr/>
              </a:pPr>
              <a:t>‹#›</a:t>
            </a:fld>
            <a:endParaRPr lang="en-US" altLang="zh-C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122238"/>
            <a:ext cx="2057400" cy="6008687"/>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122238"/>
            <a:ext cx="6019800" cy="6008687"/>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Rectangle 5"/>
          <p:cNvSpPr>
            <a:spLocks noGrp="1" noChangeArrowheads="1"/>
          </p:cNvSpPr>
          <p:nvPr>
            <p:ph type="dt" sz="half" idx="10"/>
          </p:nvPr>
        </p:nvSpPr>
        <p:spPr>
          <a:ln/>
        </p:spPr>
        <p:txBody>
          <a:bodyPr/>
          <a:lstStyle>
            <a:lvl1pPr>
              <a:defRPr/>
            </a:lvl1pPr>
          </a:lstStyle>
          <a:p>
            <a:pPr>
              <a:defRPr/>
            </a:pPr>
            <a:fld id="{F0AEA96D-E104-49DD-BC5A-16ABF06E12D8}" type="datetime1">
              <a:rPr lang="zh-CN" altLang="en-US"/>
              <a:pPr>
                <a:defRPr/>
              </a:pPr>
              <a:t>2021/8/21</a:t>
            </a:fld>
            <a:endParaRPr lang="en-US" altLang="zh-CN"/>
          </a:p>
        </p:txBody>
      </p:sp>
      <p:sp>
        <p:nvSpPr>
          <p:cNvPr id="5" name="Rectangle 6"/>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7"/>
          <p:cNvSpPr>
            <a:spLocks noGrp="1" noChangeArrowheads="1"/>
          </p:cNvSpPr>
          <p:nvPr>
            <p:ph type="sldNum" sz="quarter" idx="12"/>
          </p:nvPr>
        </p:nvSpPr>
        <p:spPr>
          <a:ln/>
        </p:spPr>
        <p:txBody>
          <a:bodyPr/>
          <a:lstStyle>
            <a:lvl1pPr>
              <a:defRPr/>
            </a:lvl1pPr>
          </a:lstStyle>
          <a:p>
            <a:pPr>
              <a:defRPr/>
            </a:pPr>
            <a:fld id="{F4E15485-3B56-4BF9-8BCA-03E1D5DDBDD5}" type="slidenum">
              <a:rPr lang="en-US" altLang="zh-CN"/>
              <a:pPr>
                <a:defRPr/>
              </a:pPr>
              <a:t>‹#›</a:t>
            </a:fld>
            <a:endParaRPr lang="en-US" altLang="zh-C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122238"/>
            <a:ext cx="7543800" cy="1295400"/>
          </a:xfrm>
        </p:spPr>
        <p:txBody>
          <a:bodyPr/>
          <a:lstStyle/>
          <a:p>
            <a:r>
              <a:rPr lang="zh-CN" altLang="en-US" smtClean="0"/>
              <a:t>单击此处编辑母版标题样式</a:t>
            </a:r>
            <a:endParaRPr lang="zh-CN" altLang="en-US"/>
          </a:p>
        </p:txBody>
      </p:sp>
      <p:sp>
        <p:nvSpPr>
          <p:cNvPr id="3" name="文本占位符 2"/>
          <p:cNvSpPr>
            <a:spLocks noGrp="1"/>
          </p:cNvSpPr>
          <p:nvPr>
            <p:ph type="body" sz="half" idx="1"/>
          </p:nvPr>
        </p:nvSpPr>
        <p:spPr>
          <a:xfrm>
            <a:off x="457200" y="1719263"/>
            <a:ext cx="4038600" cy="4411662"/>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648200" y="1719263"/>
            <a:ext cx="4038600" cy="4411662"/>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Rectangle 5"/>
          <p:cNvSpPr>
            <a:spLocks noGrp="1" noChangeArrowheads="1"/>
          </p:cNvSpPr>
          <p:nvPr>
            <p:ph type="dt" sz="half" idx="10"/>
          </p:nvPr>
        </p:nvSpPr>
        <p:spPr>
          <a:ln/>
        </p:spPr>
        <p:txBody>
          <a:bodyPr/>
          <a:lstStyle>
            <a:lvl1pPr>
              <a:defRPr/>
            </a:lvl1pPr>
          </a:lstStyle>
          <a:p>
            <a:pPr>
              <a:defRPr/>
            </a:pPr>
            <a:fld id="{3581793F-767E-4FCE-B234-EAD49CF04F6D}" type="datetime1">
              <a:rPr lang="zh-CN" altLang="en-US"/>
              <a:pPr>
                <a:defRPr/>
              </a:pPr>
              <a:t>2021/8/21</a:t>
            </a:fld>
            <a:endParaRPr lang="en-US" altLang="zh-CN"/>
          </a:p>
        </p:txBody>
      </p:sp>
      <p:sp>
        <p:nvSpPr>
          <p:cNvPr id="6" name="Rectangle 6"/>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7"/>
          <p:cNvSpPr>
            <a:spLocks noGrp="1" noChangeArrowheads="1"/>
          </p:cNvSpPr>
          <p:nvPr>
            <p:ph type="sldNum" sz="quarter" idx="12"/>
          </p:nvPr>
        </p:nvSpPr>
        <p:spPr>
          <a:ln/>
        </p:spPr>
        <p:txBody>
          <a:bodyPr/>
          <a:lstStyle>
            <a:lvl1pPr>
              <a:defRPr/>
            </a:lvl1pPr>
          </a:lstStyle>
          <a:p>
            <a:pPr>
              <a:defRPr/>
            </a:pPr>
            <a:fld id="{FDA20724-878D-452B-89E8-0C338D03F274}" type="slidenum">
              <a:rPr lang="en-US" altLang="zh-CN"/>
              <a:pPr>
                <a:defRPr/>
              </a:pPr>
              <a:t>‹#›</a:t>
            </a:fld>
            <a:endParaRPr lang="en-US" altLang="zh-C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Line 2"/>
          <p:cNvSpPr>
            <a:spLocks noChangeShapeType="1"/>
          </p:cNvSpPr>
          <p:nvPr/>
        </p:nvSpPr>
        <p:spPr bwMode="auto">
          <a:xfrm>
            <a:off x="7962900" y="152400"/>
            <a:ext cx="0" cy="1524000"/>
          </a:xfrm>
          <a:prstGeom prst="line">
            <a:avLst/>
          </a:prstGeom>
          <a:noFill/>
          <a:ln w="9525">
            <a:solidFill>
              <a:schemeClr val="tx1"/>
            </a:solidFill>
            <a:round/>
            <a:headEnd/>
            <a:tailEnd/>
          </a:ln>
        </p:spPr>
        <p:txBody>
          <a:bodyPr/>
          <a:lstStyle/>
          <a:p>
            <a:endParaRPr lang="zh-CN" altLang="en-US"/>
          </a:p>
        </p:txBody>
      </p:sp>
      <p:sp>
        <p:nvSpPr>
          <p:cNvPr id="1027" name="Rectangle 3"/>
          <p:cNvSpPr>
            <a:spLocks noGrp="1" noChangeArrowheads="1"/>
          </p:cNvSpPr>
          <p:nvPr>
            <p:ph type="title"/>
          </p:nvPr>
        </p:nvSpPr>
        <p:spPr bwMode="auto">
          <a:xfrm>
            <a:off x="457200" y="122238"/>
            <a:ext cx="7543800" cy="1295400"/>
          </a:xfrm>
          <a:prstGeom prst="rect">
            <a:avLst/>
          </a:prstGeom>
          <a:noFill/>
          <a:ln w="9525">
            <a:noFill/>
            <a:miter lim="800000"/>
            <a:headEnd/>
            <a:tailEnd/>
          </a:ln>
        </p:spPr>
        <p:txBody>
          <a:bodyPr vert="horz" wrap="square" lIns="91440" tIns="45720" rIns="91440" bIns="45720" numCol="1" anchor="b" anchorCtr="0" compatLnSpc="1">
            <a:prstTxWarp prst="textNoShape">
              <a:avLst/>
            </a:prstTxWarp>
          </a:bodyPr>
          <a:lstStyle/>
          <a:p>
            <a:pPr lvl="0"/>
            <a:r>
              <a:rPr lang="zh-CN" altLang="en-US" smtClean="0"/>
              <a:t>单击此处编辑母版标题样式</a:t>
            </a:r>
          </a:p>
        </p:txBody>
      </p:sp>
      <p:sp>
        <p:nvSpPr>
          <p:cNvPr id="1028" name="Rectangle 4"/>
          <p:cNvSpPr>
            <a:spLocks noGrp="1" noChangeArrowheads="1"/>
          </p:cNvSpPr>
          <p:nvPr>
            <p:ph type="body" idx="1"/>
          </p:nvPr>
        </p:nvSpPr>
        <p:spPr bwMode="auto">
          <a:xfrm>
            <a:off x="457200" y="1719263"/>
            <a:ext cx="8229600" cy="4411662"/>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p>
        </p:txBody>
      </p:sp>
      <p:sp>
        <p:nvSpPr>
          <p:cNvPr id="1029" name="Rectangle 5"/>
          <p:cNvSpPr>
            <a:spLocks noGrp="1" noChangeArrowheads="1"/>
          </p:cNvSpPr>
          <p:nvPr>
            <p:ph type="dt" sz="half" idx="2"/>
          </p:nvPr>
        </p:nvSpPr>
        <p:spPr bwMode="auto">
          <a:xfrm>
            <a:off x="457200" y="6248400"/>
            <a:ext cx="2133600" cy="457200"/>
          </a:xfrm>
          <a:prstGeom prst="rect">
            <a:avLst/>
          </a:prstGeom>
          <a:noFill/>
          <a:ln>
            <a:noFill/>
          </a:ln>
          <a:effectLst/>
          <a:extLst/>
        </p:spPr>
        <p:txBody>
          <a:bodyPr vert="horz" wrap="square" lIns="91440" tIns="45720" rIns="91440" bIns="45720" numCol="1" anchor="t" anchorCtr="0" compatLnSpc="1">
            <a:prstTxWarp prst="textNoShape">
              <a:avLst/>
            </a:prstTxWarp>
          </a:bodyPr>
          <a:lstStyle>
            <a:lvl1pPr>
              <a:defRPr sz="1000"/>
            </a:lvl1pPr>
          </a:lstStyle>
          <a:p>
            <a:pPr>
              <a:defRPr/>
            </a:pPr>
            <a:fld id="{79389251-892C-4D84-8929-B874865682CA}" type="datetime1">
              <a:rPr lang="zh-CN" altLang="en-US"/>
              <a:pPr>
                <a:defRPr/>
              </a:pPr>
              <a:t>2021/8/21</a:t>
            </a:fld>
            <a:endParaRPr lang="en-US" altLang="zh-CN"/>
          </a:p>
        </p:txBody>
      </p:sp>
      <p:sp>
        <p:nvSpPr>
          <p:cNvPr id="1030" name="Rectangle 6"/>
          <p:cNvSpPr>
            <a:spLocks noGrp="1" noChangeArrowheads="1"/>
          </p:cNvSpPr>
          <p:nvPr>
            <p:ph type="ftr" sz="quarter" idx="3"/>
          </p:nvPr>
        </p:nvSpPr>
        <p:spPr bwMode="auto">
          <a:xfrm>
            <a:off x="3124200" y="6248400"/>
            <a:ext cx="2895600" cy="457200"/>
          </a:xfrm>
          <a:prstGeom prst="rect">
            <a:avLst/>
          </a:prstGeom>
          <a:noFill/>
          <a:ln>
            <a:noFill/>
          </a:ln>
          <a:effectLst/>
          <a:extLst/>
        </p:spPr>
        <p:txBody>
          <a:bodyPr vert="horz" wrap="square" lIns="91440" tIns="45720" rIns="91440" bIns="45720" numCol="1" anchor="t" anchorCtr="0" compatLnSpc="1">
            <a:prstTxWarp prst="textNoShape">
              <a:avLst/>
            </a:prstTxWarp>
          </a:bodyPr>
          <a:lstStyle>
            <a:lvl1pPr algn="ctr">
              <a:defRPr sz="1000"/>
            </a:lvl1pPr>
          </a:lstStyle>
          <a:p>
            <a:pPr>
              <a:defRPr/>
            </a:pPr>
            <a:endParaRPr lang="en-US" altLang="zh-CN"/>
          </a:p>
        </p:txBody>
      </p:sp>
      <p:sp>
        <p:nvSpPr>
          <p:cNvPr id="1031" name="Rectangle 7"/>
          <p:cNvSpPr>
            <a:spLocks noGrp="1" noChangeArrowheads="1"/>
          </p:cNvSpPr>
          <p:nvPr>
            <p:ph type="sldNum" sz="quarter" idx="4"/>
          </p:nvPr>
        </p:nvSpPr>
        <p:spPr bwMode="auto">
          <a:xfrm>
            <a:off x="6553200" y="6248400"/>
            <a:ext cx="2133600" cy="457200"/>
          </a:xfrm>
          <a:prstGeom prst="rect">
            <a:avLst/>
          </a:prstGeom>
          <a:noFill/>
          <a:ln>
            <a:noFill/>
          </a:ln>
          <a:effectLst/>
          <a:extLst/>
        </p:spPr>
        <p:txBody>
          <a:bodyPr vert="horz" wrap="square" lIns="91440" tIns="45720" rIns="91440" bIns="45720" numCol="1" anchor="t" anchorCtr="0" compatLnSpc="1">
            <a:prstTxWarp prst="textNoShape">
              <a:avLst/>
            </a:prstTxWarp>
          </a:bodyPr>
          <a:lstStyle>
            <a:lvl1pPr algn="r">
              <a:defRPr sz="1000"/>
            </a:lvl1pPr>
          </a:lstStyle>
          <a:p>
            <a:pPr>
              <a:defRPr/>
            </a:pPr>
            <a:fld id="{D63E6A5B-E3FD-4D5C-B982-749AD0603868}" type="slidenum">
              <a:rPr lang="en-US" altLang="zh-CN"/>
              <a:pPr>
                <a:defRPr/>
              </a:pPr>
              <a:t>‹#›</a:t>
            </a:fld>
            <a:endParaRPr lang="en-US" altLang="zh-CN"/>
          </a:p>
        </p:txBody>
      </p:sp>
      <p:grpSp>
        <p:nvGrpSpPr>
          <p:cNvPr id="1032" name="Group 8"/>
          <p:cNvGrpSpPr>
            <a:grpSpLocks/>
          </p:cNvGrpSpPr>
          <p:nvPr/>
        </p:nvGrpSpPr>
        <p:grpSpPr bwMode="auto">
          <a:xfrm>
            <a:off x="8153400" y="152400"/>
            <a:ext cx="792163" cy="1295400"/>
            <a:chOff x="5136" y="960"/>
            <a:chExt cx="528" cy="864"/>
          </a:xfrm>
        </p:grpSpPr>
        <p:sp>
          <p:nvSpPr>
            <p:cNvPr id="1033" name="Oval 9"/>
            <p:cNvSpPr>
              <a:spLocks noChangeArrowheads="1"/>
            </p:cNvSpPr>
            <p:nvPr/>
          </p:nvSpPr>
          <p:spPr bwMode="auto">
            <a:xfrm>
              <a:off x="5136" y="960"/>
              <a:ext cx="80" cy="80"/>
            </a:xfrm>
            <a:prstGeom prst="ellipse">
              <a:avLst/>
            </a:prstGeom>
            <a:solidFill>
              <a:schemeClr val="tx2"/>
            </a:solidFill>
            <a:ln w="9525">
              <a:noFill/>
              <a:round/>
              <a:headEnd/>
              <a:tailEnd/>
            </a:ln>
          </p:spPr>
          <p:txBody>
            <a:bodyPr wrap="none" anchor="ctr"/>
            <a:lstStyle/>
            <a:p>
              <a:endParaRPr lang="zh-CN" altLang="en-US"/>
            </a:p>
          </p:txBody>
        </p:sp>
        <p:sp>
          <p:nvSpPr>
            <p:cNvPr id="1034" name="Oval 10"/>
            <p:cNvSpPr>
              <a:spLocks noChangeArrowheads="1"/>
            </p:cNvSpPr>
            <p:nvPr/>
          </p:nvSpPr>
          <p:spPr bwMode="auto">
            <a:xfrm>
              <a:off x="5248" y="960"/>
              <a:ext cx="79" cy="80"/>
            </a:xfrm>
            <a:prstGeom prst="ellipse">
              <a:avLst/>
            </a:prstGeom>
            <a:solidFill>
              <a:schemeClr val="tx2"/>
            </a:solidFill>
            <a:ln w="9525">
              <a:noFill/>
              <a:round/>
              <a:headEnd/>
              <a:tailEnd/>
            </a:ln>
          </p:spPr>
          <p:txBody>
            <a:bodyPr wrap="none" anchor="ctr"/>
            <a:lstStyle/>
            <a:p>
              <a:endParaRPr lang="zh-CN" altLang="en-US"/>
            </a:p>
          </p:txBody>
        </p:sp>
        <p:sp>
          <p:nvSpPr>
            <p:cNvPr id="1035" name="Oval 11"/>
            <p:cNvSpPr>
              <a:spLocks noChangeArrowheads="1"/>
            </p:cNvSpPr>
            <p:nvPr/>
          </p:nvSpPr>
          <p:spPr bwMode="auto">
            <a:xfrm>
              <a:off x="5360" y="960"/>
              <a:ext cx="79" cy="80"/>
            </a:xfrm>
            <a:prstGeom prst="ellipse">
              <a:avLst/>
            </a:prstGeom>
            <a:solidFill>
              <a:schemeClr val="tx2"/>
            </a:solidFill>
            <a:ln w="9525">
              <a:noFill/>
              <a:round/>
              <a:headEnd/>
              <a:tailEnd/>
            </a:ln>
          </p:spPr>
          <p:txBody>
            <a:bodyPr wrap="none" anchor="ctr"/>
            <a:lstStyle/>
            <a:p>
              <a:endParaRPr lang="zh-CN" altLang="en-US"/>
            </a:p>
          </p:txBody>
        </p:sp>
        <p:sp>
          <p:nvSpPr>
            <p:cNvPr id="1036" name="Oval 12"/>
            <p:cNvSpPr>
              <a:spLocks noChangeArrowheads="1"/>
            </p:cNvSpPr>
            <p:nvPr/>
          </p:nvSpPr>
          <p:spPr bwMode="auto">
            <a:xfrm>
              <a:off x="5136" y="1072"/>
              <a:ext cx="80" cy="79"/>
            </a:xfrm>
            <a:prstGeom prst="ellipse">
              <a:avLst/>
            </a:prstGeom>
            <a:solidFill>
              <a:schemeClr val="tx2"/>
            </a:solidFill>
            <a:ln w="9525">
              <a:noFill/>
              <a:round/>
              <a:headEnd/>
              <a:tailEnd/>
            </a:ln>
          </p:spPr>
          <p:txBody>
            <a:bodyPr wrap="none" anchor="ctr"/>
            <a:lstStyle/>
            <a:p>
              <a:endParaRPr lang="zh-CN" altLang="en-US"/>
            </a:p>
          </p:txBody>
        </p:sp>
        <p:sp>
          <p:nvSpPr>
            <p:cNvPr id="1037" name="Oval 13"/>
            <p:cNvSpPr>
              <a:spLocks noChangeArrowheads="1"/>
            </p:cNvSpPr>
            <p:nvPr/>
          </p:nvSpPr>
          <p:spPr bwMode="auto">
            <a:xfrm>
              <a:off x="5248" y="1072"/>
              <a:ext cx="79" cy="79"/>
            </a:xfrm>
            <a:prstGeom prst="ellipse">
              <a:avLst/>
            </a:prstGeom>
            <a:solidFill>
              <a:schemeClr val="tx2"/>
            </a:solidFill>
            <a:ln w="9525">
              <a:noFill/>
              <a:round/>
              <a:headEnd/>
              <a:tailEnd/>
            </a:ln>
          </p:spPr>
          <p:txBody>
            <a:bodyPr wrap="none" anchor="ctr"/>
            <a:lstStyle/>
            <a:p>
              <a:endParaRPr lang="zh-CN" altLang="en-US"/>
            </a:p>
          </p:txBody>
        </p:sp>
        <p:sp>
          <p:nvSpPr>
            <p:cNvPr id="1038" name="Oval 14"/>
            <p:cNvSpPr>
              <a:spLocks noChangeArrowheads="1"/>
            </p:cNvSpPr>
            <p:nvPr/>
          </p:nvSpPr>
          <p:spPr bwMode="auto">
            <a:xfrm>
              <a:off x="5360" y="1072"/>
              <a:ext cx="79" cy="79"/>
            </a:xfrm>
            <a:prstGeom prst="ellipse">
              <a:avLst/>
            </a:prstGeom>
            <a:solidFill>
              <a:schemeClr val="tx2"/>
            </a:solidFill>
            <a:ln w="9525">
              <a:noFill/>
              <a:round/>
              <a:headEnd/>
              <a:tailEnd/>
            </a:ln>
          </p:spPr>
          <p:txBody>
            <a:bodyPr wrap="none" anchor="ctr"/>
            <a:lstStyle/>
            <a:p>
              <a:endParaRPr lang="zh-CN" altLang="en-US"/>
            </a:p>
          </p:txBody>
        </p:sp>
        <p:sp>
          <p:nvSpPr>
            <p:cNvPr id="1039" name="Oval 15"/>
            <p:cNvSpPr>
              <a:spLocks noChangeArrowheads="1"/>
            </p:cNvSpPr>
            <p:nvPr/>
          </p:nvSpPr>
          <p:spPr bwMode="auto">
            <a:xfrm>
              <a:off x="5472" y="1072"/>
              <a:ext cx="79" cy="79"/>
            </a:xfrm>
            <a:prstGeom prst="ellipse">
              <a:avLst/>
            </a:prstGeom>
            <a:solidFill>
              <a:schemeClr val="accent2"/>
            </a:solidFill>
            <a:ln w="9525">
              <a:noFill/>
              <a:round/>
              <a:headEnd/>
              <a:tailEnd/>
            </a:ln>
          </p:spPr>
          <p:txBody>
            <a:bodyPr wrap="none" anchor="ctr"/>
            <a:lstStyle/>
            <a:p>
              <a:endParaRPr lang="zh-CN" altLang="en-US"/>
            </a:p>
          </p:txBody>
        </p:sp>
        <p:sp>
          <p:nvSpPr>
            <p:cNvPr id="1040" name="Oval 16"/>
            <p:cNvSpPr>
              <a:spLocks noChangeArrowheads="1"/>
            </p:cNvSpPr>
            <p:nvPr/>
          </p:nvSpPr>
          <p:spPr bwMode="auto">
            <a:xfrm>
              <a:off x="5136" y="1184"/>
              <a:ext cx="80" cy="79"/>
            </a:xfrm>
            <a:prstGeom prst="ellipse">
              <a:avLst/>
            </a:prstGeom>
            <a:solidFill>
              <a:schemeClr val="tx2"/>
            </a:solidFill>
            <a:ln w="9525">
              <a:noFill/>
              <a:round/>
              <a:headEnd/>
              <a:tailEnd/>
            </a:ln>
          </p:spPr>
          <p:txBody>
            <a:bodyPr wrap="none" anchor="ctr"/>
            <a:lstStyle/>
            <a:p>
              <a:endParaRPr lang="zh-CN" altLang="en-US"/>
            </a:p>
          </p:txBody>
        </p:sp>
        <p:sp>
          <p:nvSpPr>
            <p:cNvPr id="1041" name="Oval 17"/>
            <p:cNvSpPr>
              <a:spLocks noChangeArrowheads="1"/>
            </p:cNvSpPr>
            <p:nvPr/>
          </p:nvSpPr>
          <p:spPr bwMode="auto">
            <a:xfrm>
              <a:off x="5248" y="1184"/>
              <a:ext cx="79" cy="79"/>
            </a:xfrm>
            <a:prstGeom prst="ellipse">
              <a:avLst/>
            </a:prstGeom>
            <a:solidFill>
              <a:schemeClr val="tx2"/>
            </a:solidFill>
            <a:ln w="9525">
              <a:noFill/>
              <a:round/>
              <a:headEnd/>
              <a:tailEnd/>
            </a:ln>
          </p:spPr>
          <p:txBody>
            <a:bodyPr wrap="none" anchor="ctr"/>
            <a:lstStyle/>
            <a:p>
              <a:endParaRPr lang="zh-CN" altLang="en-US"/>
            </a:p>
          </p:txBody>
        </p:sp>
        <p:sp>
          <p:nvSpPr>
            <p:cNvPr id="1042" name="Oval 18"/>
            <p:cNvSpPr>
              <a:spLocks noChangeArrowheads="1"/>
            </p:cNvSpPr>
            <p:nvPr/>
          </p:nvSpPr>
          <p:spPr bwMode="auto">
            <a:xfrm>
              <a:off x="5360" y="1184"/>
              <a:ext cx="79" cy="79"/>
            </a:xfrm>
            <a:prstGeom prst="ellipse">
              <a:avLst/>
            </a:prstGeom>
            <a:solidFill>
              <a:schemeClr val="accent2"/>
            </a:solidFill>
            <a:ln w="9525">
              <a:noFill/>
              <a:round/>
              <a:headEnd/>
              <a:tailEnd/>
            </a:ln>
          </p:spPr>
          <p:txBody>
            <a:bodyPr wrap="none" anchor="ctr"/>
            <a:lstStyle/>
            <a:p>
              <a:endParaRPr lang="zh-CN" altLang="en-US"/>
            </a:p>
          </p:txBody>
        </p:sp>
        <p:sp>
          <p:nvSpPr>
            <p:cNvPr id="1043" name="Oval 19"/>
            <p:cNvSpPr>
              <a:spLocks noChangeArrowheads="1"/>
            </p:cNvSpPr>
            <p:nvPr/>
          </p:nvSpPr>
          <p:spPr bwMode="auto">
            <a:xfrm>
              <a:off x="5472" y="1184"/>
              <a:ext cx="79" cy="79"/>
            </a:xfrm>
            <a:prstGeom prst="ellipse">
              <a:avLst/>
            </a:prstGeom>
            <a:solidFill>
              <a:schemeClr val="accent2"/>
            </a:solidFill>
            <a:ln w="9525">
              <a:noFill/>
              <a:round/>
              <a:headEnd/>
              <a:tailEnd/>
            </a:ln>
          </p:spPr>
          <p:txBody>
            <a:bodyPr wrap="none" anchor="ctr"/>
            <a:lstStyle/>
            <a:p>
              <a:endParaRPr lang="zh-CN" altLang="en-US"/>
            </a:p>
          </p:txBody>
        </p:sp>
        <p:sp>
          <p:nvSpPr>
            <p:cNvPr id="1044" name="Oval 20"/>
            <p:cNvSpPr>
              <a:spLocks noChangeArrowheads="1"/>
            </p:cNvSpPr>
            <p:nvPr/>
          </p:nvSpPr>
          <p:spPr bwMode="auto">
            <a:xfrm>
              <a:off x="5584" y="1184"/>
              <a:ext cx="80" cy="79"/>
            </a:xfrm>
            <a:prstGeom prst="ellipse">
              <a:avLst/>
            </a:prstGeom>
            <a:solidFill>
              <a:schemeClr val="accent1"/>
            </a:solidFill>
            <a:ln w="9525">
              <a:noFill/>
              <a:round/>
              <a:headEnd/>
              <a:tailEnd/>
            </a:ln>
          </p:spPr>
          <p:txBody>
            <a:bodyPr wrap="none" anchor="ctr"/>
            <a:lstStyle/>
            <a:p>
              <a:endParaRPr lang="zh-CN" altLang="en-US"/>
            </a:p>
          </p:txBody>
        </p:sp>
        <p:sp>
          <p:nvSpPr>
            <p:cNvPr id="1045" name="Oval 21"/>
            <p:cNvSpPr>
              <a:spLocks noChangeArrowheads="1"/>
            </p:cNvSpPr>
            <p:nvPr/>
          </p:nvSpPr>
          <p:spPr bwMode="auto">
            <a:xfrm>
              <a:off x="5136" y="1296"/>
              <a:ext cx="80" cy="80"/>
            </a:xfrm>
            <a:prstGeom prst="ellipse">
              <a:avLst/>
            </a:prstGeom>
            <a:solidFill>
              <a:schemeClr val="tx2"/>
            </a:solidFill>
            <a:ln w="9525">
              <a:noFill/>
              <a:round/>
              <a:headEnd/>
              <a:tailEnd/>
            </a:ln>
          </p:spPr>
          <p:txBody>
            <a:bodyPr wrap="none" anchor="ctr"/>
            <a:lstStyle/>
            <a:p>
              <a:endParaRPr lang="zh-CN" altLang="en-US"/>
            </a:p>
          </p:txBody>
        </p:sp>
        <p:sp>
          <p:nvSpPr>
            <p:cNvPr id="1046" name="Oval 22"/>
            <p:cNvSpPr>
              <a:spLocks noChangeArrowheads="1"/>
            </p:cNvSpPr>
            <p:nvPr/>
          </p:nvSpPr>
          <p:spPr bwMode="auto">
            <a:xfrm>
              <a:off x="5248" y="1296"/>
              <a:ext cx="79" cy="80"/>
            </a:xfrm>
            <a:prstGeom prst="ellipse">
              <a:avLst/>
            </a:prstGeom>
            <a:solidFill>
              <a:schemeClr val="accent2"/>
            </a:solidFill>
            <a:ln w="9525">
              <a:noFill/>
              <a:round/>
              <a:headEnd/>
              <a:tailEnd/>
            </a:ln>
          </p:spPr>
          <p:txBody>
            <a:bodyPr wrap="none" anchor="ctr"/>
            <a:lstStyle/>
            <a:p>
              <a:endParaRPr lang="zh-CN" altLang="en-US"/>
            </a:p>
          </p:txBody>
        </p:sp>
        <p:sp>
          <p:nvSpPr>
            <p:cNvPr id="1047" name="Oval 23"/>
            <p:cNvSpPr>
              <a:spLocks noChangeArrowheads="1"/>
            </p:cNvSpPr>
            <p:nvPr/>
          </p:nvSpPr>
          <p:spPr bwMode="auto">
            <a:xfrm>
              <a:off x="5360" y="1296"/>
              <a:ext cx="79" cy="80"/>
            </a:xfrm>
            <a:prstGeom prst="ellipse">
              <a:avLst/>
            </a:prstGeom>
            <a:solidFill>
              <a:schemeClr val="accent2"/>
            </a:solidFill>
            <a:ln w="9525">
              <a:noFill/>
              <a:round/>
              <a:headEnd/>
              <a:tailEnd/>
            </a:ln>
          </p:spPr>
          <p:txBody>
            <a:bodyPr wrap="none" anchor="ctr"/>
            <a:lstStyle/>
            <a:p>
              <a:endParaRPr lang="zh-CN" altLang="en-US"/>
            </a:p>
          </p:txBody>
        </p:sp>
        <p:sp>
          <p:nvSpPr>
            <p:cNvPr id="1048" name="Oval 24"/>
            <p:cNvSpPr>
              <a:spLocks noChangeArrowheads="1"/>
            </p:cNvSpPr>
            <p:nvPr/>
          </p:nvSpPr>
          <p:spPr bwMode="auto">
            <a:xfrm>
              <a:off x="5472" y="1296"/>
              <a:ext cx="79" cy="80"/>
            </a:xfrm>
            <a:prstGeom prst="ellipse">
              <a:avLst/>
            </a:prstGeom>
            <a:solidFill>
              <a:schemeClr val="accent1"/>
            </a:solidFill>
            <a:ln w="9525">
              <a:noFill/>
              <a:round/>
              <a:headEnd/>
              <a:tailEnd/>
            </a:ln>
          </p:spPr>
          <p:txBody>
            <a:bodyPr wrap="none" anchor="ctr"/>
            <a:lstStyle/>
            <a:p>
              <a:endParaRPr lang="zh-CN" altLang="en-US"/>
            </a:p>
          </p:txBody>
        </p:sp>
        <p:sp>
          <p:nvSpPr>
            <p:cNvPr id="1049" name="Oval 25"/>
            <p:cNvSpPr>
              <a:spLocks noChangeArrowheads="1"/>
            </p:cNvSpPr>
            <p:nvPr/>
          </p:nvSpPr>
          <p:spPr bwMode="auto">
            <a:xfrm>
              <a:off x="5136" y="1408"/>
              <a:ext cx="80" cy="80"/>
            </a:xfrm>
            <a:prstGeom prst="ellipse">
              <a:avLst/>
            </a:prstGeom>
            <a:solidFill>
              <a:schemeClr val="accent2"/>
            </a:solidFill>
            <a:ln w="9525">
              <a:noFill/>
              <a:round/>
              <a:headEnd/>
              <a:tailEnd/>
            </a:ln>
          </p:spPr>
          <p:txBody>
            <a:bodyPr wrap="none" anchor="ctr"/>
            <a:lstStyle/>
            <a:p>
              <a:endParaRPr lang="zh-CN" altLang="en-US"/>
            </a:p>
          </p:txBody>
        </p:sp>
        <p:sp>
          <p:nvSpPr>
            <p:cNvPr id="1050" name="Oval 26"/>
            <p:cNvSpPr>
              <a:spLocks noChangeArrowheads="1"/>
            </p:cNvSpPr>
            <p:nvPr/>
          </p:nvSpPr>
          <p:spPr bwMode="auto">
            <a:xfrm>
              <a:off x="5248" y="1408"/>
              <a:ext cx="79" cy="80"/>
            </a:xfrm>
            <a:prstGeom prst="ellipse">
              <a:avLst/>
            </a:prstGeom>
            <a:solidFill>
              <a:schemeClr val="accent2"/>
            </a:solidFill>
            <a:ln w="9525">
              <a:noFill/>
              <a:round/>
              <a:headEnd/>
              <a:tailEnd/>
            </a:ln>
          </p:spPr>
          <p:txBody>
            <a:bodyPr wrap="none" anchor="ctr"/>
            <a:lstStyle/>
            <a:p>
              <a:endParaRPr lang="zh-CN" altLang="en-US"/>
            </a:p>
          </p:txBody>
        </p:sp>
        <p:sp>
          <p:nvSpPr>
            <p:cNvPr id="1051" name="Oval 27"/>
            <p:cNvSpPr>
              <a:spLocks noChangeArrowheads="1"/>
            </p:cNvSpPr>
            <p:nvPr/>
          </p:nvSpPr>
          <p:spPr bwMode="auto">
            <a:xfrm>
              <a:off x="5360" y="1408"/>
              <a:ext cx="79" cy="80"/>
            </a:xfrm>
            <a:prstGeom prst="ellipse">
              <a:avLst/>
            </a:prstGeom>
            <a:solidFill>
              <a:schemeClr val="accent1"/>
            </a:solidFill>
            <a:ln w="9525">
              <a:noFill/>
              <a:round/>
              <a:headEnd/>
              <a:tailEnd/>
            </a:ln>
          </p:spPr>
          <p:txBody>
            <a:bodyPr wrap="none" anchor="ctr"/>
            <a:lstStyle/>
            <a:p>
              <a:endParaRPr lang="zh-CN" altLang="en-US"/>
            </a:p>
          </p:txBody>
        </p:sp>
        <p:sp>
          <p:nvSpPr>
            <p:cNvPr id="1052" name="Oval 28"/>
            <p:cNvSpPr>
              <a:spLocks noChangeArrowheads="1"/>
            </p:cNvSpPr>
            <p:nvPr/>
          </p:nvSpPr>
          <p:spPr bwMode="auto">
            <a:xfrm>
              <a:off x="5472" y="1408"/>
              <a:ext cx="79" cy="80"/>
            </a:xfrm>
            <a:prstGeom prst="ellipse">
              <a:avLst/>
            </a:prstGeom>
            <a:solidFill>
              <a:schemeClr val="accent1"/>
            </a:solidFill>
            <a:ln w="9525">
              <a:noFill/>
              <a:round/>
              <a:headEnd/>
              <a:tailEnd/>
            </a:ln>
          </p:spPr>
          <p:txBody>
            <a:bodyPr wrap="none" anchor="ctr"/>
            <a:lstStyle/>
            <a:p>
              <a:endParaRPr lang="zh-CN" altLang="en-US"/>
            </a:p>
          </p:txBody>
        </p:sp>
        <p:sp>
          <p:nvSpPr>
            <p:cNvPr id="1053" name="Oval 29"/>
            <p:cNvSpPr>
              <a:spLocks noChangeArrowheads="1"/>
            </p:cNvSpPr>
            <p:nvPr/>
          </p:nvSpPr>
          <p:spPr bwMode="auto">
            <a:xfrm>
              <a:off x="5584" y="1408"/>
              <a:ext cx="80" cy="80"/>
            </a:xfrm>
            <a:prstGeom prst="ellipse">
              <a:avLst/>
            </a:prstGeom>
            <a:solidFill>
              <a:schemeClr val="folHlink"/>
            </a:solidFill>
            <a:ln w="9525">
              <a:noFill/>
              <a:round/>
              <a:headEnd/>
              <a:tailEnd/>
            </a:ln>
          </p:spPr>
          <p:txBody>
            <a:bodyPr wrap="none" anchor="ctr"/>
            <a:lstStyle/>
            <a:p>
              <a:endParaRPr lang="zh-CN" altLang="en-US"/>
            </a:p>
          </p:txBody>
        </p:sp>
        <p:sp>
          <p:nvSpPr>
            <p:cNvPr id="1054" name="Oval 30"/>
            <p:cNvSpPr>
              <a:spLocks noChangeArrowheads="1"/>
            </p:cNvSpPr>
            <p:nvPr/>
          </p:nvSpPr>
          <p:spPr bwMode="auto">
            <a:xfrm>
              <a:off x="5136" y="1520"/>
              <a:ext cx="80" cy="79"/>
            </a:xfrm>
            <a:prstGeom prst="ellipse">
              <a:avLst/>
            </a:prstGeom>
            <a:solidFill>
              <a:schemeClr val="accent2"/>
            </a:solidFill>
            <a:ln w="9525">
              <a:noFill/>
              <a:round/>
              <a:headEnd/>
              <a:tailEnd/>
            </a:ln>
          </p:spPr>
          <p:txBody>
            <a:bodyPr wrap="none" anchor="ctr"/>
            <a:lstStyle/>
            <a:p>
              <a:endParaRPr lang="zh-CN" altLang="en-US"/>
            </a:p>
          </p:txBody>
        </p:sp>
        <p:sp>
          <p:nvSpPr>
            <p:cNvPr id="1055" name="Oval 31"/>
            <p:cNvSpPr>
              <a:spLocks noChangeArrowheads="1"/>
            </p:cNvSpPr>
            <p:nvPr/>
          </p:nvSpPr>
          <p:spPr bwMode="auto">
            <a:xfrm>
              <a:off x="5248" y="1520"/>
              <a:ext cx="79" cy="79"/>
            </a:xfrm>
            <a:prstGeom prst="ellipse">
              <a:avLst/>
            </a:prstGeom>
            <a:solidFill>
              <a:schemeClr val="accent1"/>
            </a:solidFill>
            <a:ln w="9525">
              <a:noFill/>
              <a:round/>
              <a:headEnd/>
              <a:tailEnd/>
            </a:ln>
          </p:spPr>
          <p:txBody>
            <a:bodyPr wrap="none" anchor="ctr"/>
            <a:lstStyle/>
            <a:p>
              <a:endParaRPr lang="zh-CN" altLang="en-US"/>
            </a:p>
          </p:txBody>
        </p:sp>
        <p:sp>
          <p:nvSpPr>
            <p:cNvPr id="1056" name="Oval 32"/>
            <p:cNvSpPr>
              <a:spLocks noChangeArrowheads="1"/>
            </p:cNvSpPr>
            <p:nvPr/>
          </p:nvSpPr>
          <p:spPr bwMode="auto">
            <a:xfrm>
              <a:off x="5360" y="1520"/>
              <a:ext cx="79" cy="79"/>
            </a:xfrm>
            <a:prstGeom prst="ellipse">
              <a:avLst/>
            </a:prstGeom>
            <a:solidFill>
              <a:schemeClr val="accent1"/>
            </a:solidFill>
            <a:ln w="9525">
              <a:noFill/>
              <a:round/>
              <a:headEnd/>
              <a:tailEnd/>
            </a:ln>
          </p:spPr>
          <p:txBody>
            <a:bodyPr wrap="none" anchor="ctr"/>
            <a:lstStyle/>
            <a:p>
              <a:endParaRPr lang="zh-CN" altLang="en-US"/>
            </a:p>
          </p:txBody>
        </p:sp>
        <p:sp>
          <p:nvSpPr>
            <p:cNvPr id="1057" name="Oval 33"/>
            <p:cNvSpPr>
              <a:spLocks noChangeArrowheads="1"/>
            </p:cNvSpPr>
            <p:nvPr/>
          </p:nvSpPr>
          <p:spPr bwMode="auto">
            <a:xfrm>
              <a:off x="5472" y="1520"/>
              <a:ext cx="79" cy="79"/>
            </a:xfrm>
            <a:prstGeom prst="ellipse">
              <a:avLst/>
            </a:prstGeom>
            <a:solidFill>
              <a:schemeClr val="folHlink"/>
            </a:solidFill>
            <a:ln w="9525">
              <a:noFill/>
              <a:round/>
              <a:headEnd/>
              <a:tailEnd/>
            </a:ln>
          </p:spPr>
          <p:txBody>
            <a:bodyPr wrap="none" anchor="ctr"/>
            <a:lstStyle/>
            <a:p>
              <a:endParaRPr lang="zh-CN" altLang="en-US"/>
            </a:p>
          </p:txBody>
        </p:sp>
        <p:sp>
          <p:nvSpPr>
            <p:cNvPr id="1058" name="Oval 34"/>
            <p:cNvSpPr>
              <a:spLocks noChangeArrowheads="1"/>
            </p:cNvSpPr>
            <p:nvPr/>
          </p:nvSpPr>
          <p:spPr bwMode="auto">
            <a:xfrm>
              <a:off x="5136" y="1632"/>
              <a:ext cx="80" cy="79"/>
            </a:xfrm>
            <a:prstGeom prst="ellipse">
              <a:avLst/>
            </a:prstGeom>
            <a:solidFill>
              <a:schemeClr val="accent1"/>
            </a:solidFill>
            <a:ln w="9525">
              <a:noFill/>
              <a:round/>
              <a:headEnd/>
              <a:tailEnd/>
            </a:ln>
          </p:spPr>
          <p:txBody>
            <a:bodyPr wrap="none" anchor="ctr"/>
            <a:lstStyle/>
            <a:p>
              <a:endParaRPr lang="zh-CN" altLang="en-US"/>
            </a:p>
          </p:txBody>
        </p:sp>
        <p:sp>
          <p:nvSpPr>
            <p:cNvPr id="1059" name="Oval 35"/>
            <p:cNvSpPr>
              <a:spLocks noChangeArrowheads="1"/>
            </p:cNvSpPr>
            <p:nvPr/>
          </p:nvSpPr>
          <p:spPr bwMode="auto">
            <a:xfrm>
              <a:off x="5248" y="1632"/>
              <a:ext cx="79" cy="79"/>
            </a:xfrm>
            <a:prstGeom prst="ellipse">
              <a:avLst/>
            </a:prstGeom>
            <a:solidFill>
              <a:schemeClr val="accent1"/>
            </a:solidFill>
            <a:ln w="9525">
              <a:noFill/>
              <a:round/>
              <a:headEnd/>
              <a:tailEnd/>
            </a:ln>
          </p:spPr>
          <p:txBody>
            <a:bodyPr wrap="none" anchor="ctr"/>
            <a:lstStyle/>
            <a:p>
              <a:endParaRPr lang="zh-CN" altLang="en-US"/>
            </a:p>
          </p:txBody>
        </p:sp>
        <p:sp>
          <p:nvSpPr>
            <p:cNvPr id="1060" name="Oval 36"/>
            <p:cNvSpPr>
              <a:spLocks noChangeArrowheads="1"/>
            </p:cNvSpPr>
            <p:nvPr/>
          </p:nvSpPr>
          <p:spPr bwMode="auto">
            <a:xfrm>
              <a:off x="5360" y="1632"/>
              <a:ext cx="79" cy="79"/>
            </a:xfrm>
            <a:prstGeom prst="ellipse">
              <a:avLst/>
            </a:prstGeom>
            <a:solidFill>
              <a:schemeClr val="folHlink"/>
            </a:solidFill>
            <a:ln w="9525">
              <a:noFill/>
              <a:round/>
              <a:headEnd/>
              <a:tailEnd/>
            </a:ln>
          </p:spPr>
          <p:txBody>
            <a:bodyPr wrap="none" anchor="ctr"/>
            <a:lstStyle/>
            <a:p>
              <a:endParaRPr lang="zh-CN" altLang="en-US"/>
            </a:p>
          </p:txBody>
        </p:sp>
        <p:sp>
          <p:nvSpPr>
            <p:cNvPr id="1061" name="Oval 37"/>
            <p:cNvSpPr>
              <a:spLocks noChangeArrowheads="1"/>
            </p:cNvSpPr>
            <p:nvPr/>
          </p:nvSpPr>
          <p:spPr bwMode="auto">
            <a:xfrm>
              <a:off x="5472" y="1632"/>
              <a:ext cx="79" cy="79"/>
            </a:xfrm>
            <a:prstGeom prst="ellipse">
              <a:avLst/>
            </a:prstGeom>
            <a:solidFill>
              <a:schemeClr val="folHlink"/>
            </a:solidFill>
            <a:ln w="9525">
              <a:noFill/>
              <a:round/>
              <a:headEnd/>
              <a:tailEnd/>
            </a:ln>
          </p:spPr>
          <p:txBody>
            <a:bodyPr wrap="none" anchor="ctr"/>
            <a:lstStyle/>
            <a:p>
              <a:endParaRPr lang="zh-CN" altLang="en-US"/>
            </a:p>
          </p:txBody>
        </p:sp>
        <p:sp>
          <p:nvSpPr>
            <p:cNvPr id="1062" name="Oval 38"/>
            <p:cNvSpPr>
              <a:spLocks noChangeArrowheads="1"/>
            </p:cNvSpPr>
            <p:nvPr/>
          </p:nvSpPr>
          <p:spPr bwMode="auto">
            <a:xfrm>
              <a:off x="5248" y="1744"/>
              <a:ext cx="79" cy="80"/>
            </a:xfrm>
            <a:prstGeom prst="ellipse">
              <a:avLst/>
            </a:prstGeom>
            <a:solidFill>
              <a:schemeClr val="folHlink"/>
            </a:solidFill>
            <a:ln w="9525">
              <a:noFill/>
              <a:round/>
              <a:headEnd/>
              <a:tailEnd/>
            </a:ln>
          </p:spPr>
          <p:txBody>
            <a:bodyPr wrap="none" anchor="ctr"/>
            <a:lstStyle/>
            <a:p>
              <a:endParaRPr lang="zh-CN" altLang="en-US"/>
            </a:p>
          </p:txBody>
        </p:sp>
        <p:sp>
          <p:nvSpPr>
            <p:cNvPr id="1063" name="Oval 39"/>
            <p:cNvSpPr>
              <a:spLocks noChangeArrowheads="1"/>
            </p:cNvSpPr>
            <p:nvPr/>
          </p:nvSpPr>
          <p:spPr bwMode="auto">
            <a:xfrm>
              <a:off x="5472" y="1744"/>
              <a:ext cx="79" cy="80"/>
            </a:xfrm>
            <a:prstGeom prst="ellipse">
              <a:avLst/>
            </a:prstGeom>
            <a:solidFill>
              <a:schemeClr val="folHlink"/>
            </a:solidFill>
            <a:ln w="9525">
              <a:noFill/>
              <a:round/>
              <a:headEnd/>
              <a:tailEnd/>
            </a:ln>
          </p:spPr>
          <p:txBody>
            <a:bodyPr wrap="none" anchor="ctr"/>
            <a:lstStyle/>
            <a:p>
              <a:endParaRPr lang="zh-CN" altLang="en-US"/>
            </a:p>
          </p:txBody>
        </p:sp>
      </p:grpSp>
    </p:spTree>
  </p:cSld>
  <p:clrMap bg1="lt1" tx1="dk1" bg2="lt2" tx2="dk2" accent1="accent1" accent2="accent2" accent3="accent3" accent4="accent4" accent5="accent5" accent6="accent6" hlink="hlink" folHlink="folHlink"/>
  <p:sldLayoutIdLst>
    <p:sldLayoutId id="2147483725" r:id="rId1"/>
    <p:sldLayoutId id="2147483714" r:id="rId2"/>
    <p:sldLayoutId id="2147483715" r:id="rId3"/>
    <p:sldLayoutId id="2147483716" r:id="rId4"/>
    <p:sldLayoutId id="2147483717" r:id="rId5"/>
    <p:sldLayoutId id="2147483718" r:id="rId6"/>
    <p:sldLayoutId id="2147483719" r:id="rId7"/>
    <p:sldLayoutId id="2147483720" r:id="rId8"/>
    <p:sldLayoutId id="2147483721" r:id="rId9"/>
    <p:sldLayoutId id="2147483722" r:id="rId10"/>
    <p:sldLayoutId id="2147483723" r:id="rId11"/>
    <p:sldLayoutId id="2147483724" r:id="rId12"/>
  </p:sldLayoutIdLst>
  <p:timing>
    <p:tnLst>
      <p:par>
        <p:cTn id="1" dur="indefinite" restart="never" nodeType="tmRoot"/>
      </p:par>
    </p:tnLst>
  </p:timing>
  <p:hf hdr="0" ftr="0"/>
  <p:txStyles>
    <p:titleStyle>
      <a:lvl1pPr algn="l" rtl="0" eaLnBrk="1" fontAlgn="base" hangingPunct="1">
        <a:spcBef>
          <a:spcPct val="0"/>
        </a:spcBef>
        <a:spcAft>
          <a:spcPct val="0"/>
        </a:spcAft>
        <a:defRPr sz="3900" b="1">
          <a:solidFill>
            <a:schemeClr val="tx2"/>
          </a:solidFill>
          <a:latin typeface="+mj-lt"/>
          <a:ea typeface="+mj-ea"/>
          <a:cs typeface="+mj-cs"/>
        </a:defRPr>
      </a:lvl1pPr>
      <a:lvl2pPr algn="l" rtl="0" eaLnBrk="1" fontAlgn="base" hangingPunct="1">
        <a:spcBef>
          <a:spcPct val="0"/>
        </a:spcBef>
        <a:spcAft>
          <a:spcPct val="0"/>
        </a:spcAft>
        <a:defRPr sz="3900" b="1">
          <a:solidFill>
            <a:schemeClr val="tx2"/>
          </a:solidFill>
          <a:latin typeface="Arial" charset="0"/>
          <a:ea typeface="宋体" pitchFamily="2" charset="-122"/>
        </a:defRPr>
      </a:lvl2pPr>
      <a:lvl3pPr algn="l" rtl="0" eaLnBrk="1" fontAlgn="base" hangingPunct="1">
        <a:spcBef>
          <a:spcPct val="0"/>
        </a:spcBef>
        <a:spcAft>
          <a:spcPct val="0"/>
        </a:spcAft>
        <a:defRPr sz="3900" b="1">
          <a:solidFill>
            <a:schemeClr val="tx2"/>
          </a:solidFill>
          <a:latin typeface="Arial" charset="0"/>
          <a:ea typeface="宋体" pitchFamily="2" charset="-122"/>
        </a:defRPr>
      </a:lvl3pPr>
      <a:lvl4pPr algn="l" rtl="0" eaLnBrk="1" fontAlgn="base" hangingPunct="1">
        <a:spcBef>
          <a:spcPct val="0"/>
        </a:spcBef>
        <a:spcAft>
          <a:spcPct val="0"/>
        </a:spcAft>
        <a:defRPr sz="3900" b="1">
          <a:solidFill>
            <a:schemeClr val="tx2"/>
          </a:solidFill>
          <a:latin typeface="Arial" charset="0"/>
          <a:ea typeface="宋体" pitchFamily="2" charset="-122"/>
        </a:defRPr>
      </a:lvl4pPr>
      <a:lvl5pPr algn="l" rtl="0" eaLnBrk="1" fontAlgn="base" hangingPunct="1">
        <a:spcBef>
          <a:spcPct val="0"/>
        </a:spcBef>
        <a:spcAft>
          <a:spcPct val="0"/>
        </a:spcAft>
        <a:defRPr sz="3900" b="1">
          <a:solidFill>
            <a:schemeClr val="tx2"/>
          </a:solidFill>
          <a:latin typeface="Arial" charset="0"/>
          <a:ea typeface="宋体" pitchFamily="2" charset="-122"/>
        </a:defRPr>
      </a:lvl5pPr>
      <a:lvl6pPr marL="457200" algn="l" rtl="0" eaLnBrk="1" fontAlgn="base" hangingPunct="1">
        <a:spcBef>
          <a:spcPct val="0"/>
        </a:spcBef>
        <a:spcAft>
          <a:spcPct val="0"/>
        </a:spcAft>
        <a:defRPr sz="3900" b="1">
          <a:solidFill>
            <a:schemeClr val="tx2"/>
          </a:solidFill>
          <a:latin typeface="Arial" charset="0"/>
          <a:ea typeface="宋体" pitchFamily="2" charset="-122"/>
        </a:defRPr>
      </a:lvl6pPr>
      <a:lvl7pPr marL="914400" algn="l" rtl="0" eaLnBrk="1" fontAlgn="base" hangingPunct="1">
        <a:spcBef>
          <a:spcPct val="0"/>
        </a:spcBef>
        <a:spcAft>
          <a:spcPct val="0"/>
        </a:spcAft>
        <a:defRPr sz="3900" b="1">
          <a:solidFill>
            <a:schemeClr val="tx2"/>
          </a:solidFill>
          <a:latin typeface="Arial" charset="0"/>
          <a:ea typeface="宋体" pitchFamily="2" charset="-122"/>
        </a:defRPr>
      </a:lvl7pPr>
      <a:lvl8pPr marL="1371600" algn="l" rtl="0" eaLnBrk="1" fontAlgn="base" hangingPunct="1">
        <a:spcBef>
          <a:spcPct val="0"/>
        </a:spcBef>
        <a:spcAft>
          <a:spcPct val="0"/>
        </a:spcAft>
        <a:defRPr sz="3900" b="1">
          <a:solidFill>
            <a:schemeClr val="tx2"/>
          </a:solidFill>
          <a:latin typeface="Arial" charset="0"/>
          <a:ea typeface="宋体" pitchFamily="2" charset="-122"/>
        </a:defRPr>
      </a:lvl8pPr>
      <a:lvl9pPr marL="1828800" algn="l" rtl="0" eaLnBrk="1" fontAlgn="base" hangingPunct="1">
        <a:spcBef>
          <a:spcPct val="0"/>
        </a:spcBef>
        <a:spcAft>
          <a:spcPct val="0"/>
        </a:spcAft>
        <a:defRPr sz="3900" b="1">
          <a:solidFill>
            <a:schemeClr val="tx2"/>
          </a:solidFill>
          <a:latin typeface="Arial" charset="0"/>
          <a:ea typeface="宋体" pitchFamily="2" charset="-122"/>
        </a:defRPr>
      </a:lvl9pPr>
    </p:titleStyle>
    <p:bodyStyle>
      <a:lvl1pPr marL="342900" indent="-342900" algn="l" rtl="0" eaLnBrk="1" fontAlgn="base" hangingPunct="1">
        <a:spcBef>
          <a:spcPct val="20000"/>
        </a:spcBef>
        <a:spcAft>
          <a:spcPct val="0"/>
        </a:spcAft>
        <a:buClr>
          <a:schemeClr val="tx2"/>
        </a:buClr>
        <a:buSzPct val="70000"/>
        <a:buFont typeface="Wingdings" pitchFamily="2" charset="2"/>
        <a:buChar char="l"/>
        <a:defRPr sz="3000">
          <a:solidFill>
            <a:schemeClr val="tx1"/>
          </a:solidFill>
          <a:latin typeface="+mn-lt"/>
          <a:ea typeface="+mn-ea"/>
          <a:cs typeface="+mn-cs"/>
        </a:defRPr>
      </a:lvl1pPr>
      <a:lvl2pPr marL="692150" indent="-347663" algn="l" rtl="0" eaLnBrk="1" fontAlgn="base" hangingPunct="1">
        <a:spcBef>
          <a:spcPct val="20000"/>
        </a:spcBef>
        <a:spcAft>
          <a:spcPct val="0"/>
        </a:spcAft>
        <a:buClr>
          <a:schemeClr val="accent2"/>
        </a:buClr>
        <a:buSzPct val="70000"/>
        <a:buFont typeface="Wingdings" pitchFamily="2" charset="2"/>
        <a:buChar char="l"/>
        <a:defRPr sz="2600">
          <a:solidFill>
            <a:schemeClr val="tx1"/>
          </a:solidFill>
          <a:latin typeface="+mn-lt"/>
          <a:ea typeface="+mn-ea"/>
        </a:defRPr>
      </a:lvl2pPr>
      <a:lvl3pPr marL="987425" indent="-293688" algn="l" rtl="0" eaLnBrk="1" fontAlgn="base" hangingPunct="1">
        <a:spcBef>
          <a:spcPct val="20000"/>
        </a:spcBef>
        <a:spcAft>
          <a:spcPct val="0"/>
        </a:spcAft>
        <a:buClr>
          <a:schemeClr val="accent1"/>
        </a:buClr>
        <a:buSzPct val="70000"/>
        <a:buFont typeface="Wingdings" pitchFamily="2" charset="2"/>
        <a:buChar char="l"/>
        <a:defRPr sz="2300">
          <a:solidFill>
            <a:schemeClr val="tx1"/>
          </a:solidFill>
          <a:latin typeface="+mn-lt"/>
          <a:ea typeface="+mn-ea"/>
        </a:defRPr>
      </a:lvl3pPr>
      <a:lvl4pPr marL="1281113" indent="-292100" algn="l" rtl="0" eaLnBrk="1" fontAlgn="base" hangingPunct="1">
        <a:spcBef>
          <a:spcPct val="20000"/>
        </a:spcBef>
        <a:spcAft>
          <a:spcPct val="0"/>
        </a:spcAft>
        <a:buClr>
          <a:schemeClr val="tx2"/>
        </a:buClr>
        <a:buSzPct val="75000"/>
        <a:buFont typeface="Wingdings" pitchFamily="2" charset="2"/>
        <a:buChar char="§"/>
        <a:defRPr sz="2000">
          <a:solidFill>
            <a:schemeClr val="tx1"/>
          </a:solidFill>
          <a:latin typeface="+mn-lt"/>
          <a:ea typeface="+mn-ea"/>
        </a:defRPr>
      </a:lvl4pPr>
      <a:lvl5pPr marL="1598613" indent="-315913" algn="l" rtl="0" eaLnBrk="1" fontAlgn="base" hangingPunct="1">
        <a:spcBef>
          <a:spcPct val="20000"/>
        </a:spcBef>
        <a:spcAft>
          <a:spcPct val="0"/>
        </a:spcAft>
        <a:buClr>
          <a:schemeClr val="folHlink"/>
        </a:buClr>
        <a:buSzPct val="80000"/>
        <a:buFont typeface="Wingdings" pitchFamily="2" charset="2"/>
        <a:buChar char="§"/>
        <a:defRPr sz="2000">
          <a:solidFill>
            <a:schemeClr val="tx1"/>
          </a:solidFill>
          <a:latin typeface="+mn-lt"/>
          <a:ea typeface="+mn-ea"/>
        </a:defRPr>
      </a:lvl5pPr>
      <a:lvl6pPr marL="2055813" indent="-315913" algn="l" rtl="0" eaLnBrk="1" fontAlgn="base" hangingPunct="1">
        <a:spcBef>
          <a:spcPct val="20000"/>
        </a:spcBef>
        <a:spcAft>
          <a:spcPct val="0"/>
        </a:spcAft>
        <a:buClr>
          <a:schemeClr val="folHlink"/>
        </a:buClr>
        <a:buSzPct val="80000"/>
        <a:buFont typeface="Wingdings" pitchFamily="2" charset="2"/>
        <a:buChar char="§"/>
        <a:defRPr sz="2000">
          <a:solidFill>
            <a:schemeClr val="tx1"/>
          </a:solidFill>
          <a:latin typeface="+mn-lt"/>
          <a:ea typeface="+mn-ea"/>
        </a:defRPr>
      </a:lvl6pPr>
      <a:lvl7pPr marL="2513013" indent="-315913" algn="l" rtl="0" eaLnBrk="1" fontAlgn="base" hangingPunct="1">
        <a:spcBef>
          <a:spcPct val="20000"/>
        </a:spcBef>
        <a:spcAft>
          <a:spcPct val="0"/>
        </a:spcAft>
        <a:buClr>
          <a:schemeClr val="folHlink"/>
        </a:buClr>
        <a:buSzPct val="80000"/>
        <a:buFont typeface="Wingdings" pitchFamily="2" charset="2"/>
        <a:buChar char="§"/>
        <a:defRPr sz="2000">
          <a:solidFill>
            <a:schemeClr val="tx1"/>
          </a:solidFill>
          <a:latin typeface="+mn-lt"/>
          <a:ea typeface="+mn-ea"/>
        </a:defRPr>
      </a:lvl7pPr>
      <a:lvl8pPr marL="2970213" indent="-315913" algn="l" rtl="0" eaLnBrk="1" fontAlgn="base" hangingPunct="1">
        <a:spcBef>
          <a:spcPct val="20000"/>
        </a:spcBef>
        <a:spcAft>
          <a:spcPct val="0"/>
        </a:spcAft>
        <a:buClr>
          <a:schemeClr val="folHlink"/>
        </a:buClr>
        <a:buSzPct val="80000"/>
        <a:buFont typeface="Wingdings" pitchFamily="2" charset="2"/>
        <a:buChar char="§"/>
        <a:defRPr sz="2000">
          <a:solidFill>
            <a:schemeClr val="tx1"/>
          </a:solidFill>
          <a:latin typeface="+mn-lt"/>
          <a:ea typeface="+mn-ea"/>
        </a:defRPr>
      </a:lvl8pPr>
      <a:lvl9pPr marL="3427413" indent="-315913" algn="l" rtl="0" eaLnBrk="1" fontAlgn="base" hangingPunct="1">
        <a:spcBef>
          <a:spcPct val="20000"/>
        </a:spcBef>
        <a:spcAft>
          <a:spcPct val="0"/>
        </a:spcAft>
        <a:buClr>
          <a:schemeClr val="folHlink"/>
        </a:buClr>
        <a:buSzPct val="80000"/>
        <a:buFont typeface="Wingdings" pitchFamily="2" charset="2"/>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12.xml"/><Relationship Id="rId1" Type="http://schemas.openxmlformats.org/officeDocument/2006/relationships/vmlDrawing" Target="../drawings/vmlDrawing1.vml"/><Relationship Id="rId4" Type="http://schemas.openxmlformats.org/officeDocument/2006/relationships/image" Target="../media/image6.wmf"/></Relationships>
</file>

<file path=ppt/slides/_rels/slide2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hyperlink" Target="1.4.swf" TargetMode="External"/><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hyperlink" Target="1.5.swf" TargetMode="Externa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hyperlink" Target="1.6.swf" TargetMode="Externa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3" Type="http://schemas.openxmlformats.org/officeDocument/2006/relationships/hyperlink" Target="1.7.swf" TargetMode="External"/><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074" name="Rectangle 3"/>
          <p:cNvSpPr>
            <a:spLocks noGrp="1" noChangeArrowheads="1"/>
          </p:cNvSpPr>
          <p:nvPr>
            <p:ph type="body" idx="1"/>
          </p:nvPr>
        </p:nvSpPr>
        <p:spPr>
          <a:xfrm>
            <a:off x="250825" y="476250"/>
            <a:ext cx="8458200" cy="5826125"/>
          </a:xfrm>
        </p:spPr>
        <p:txBody>
          <a:bodyPr/>
          <a:lstStyle/>
          <a:p>
            <a:pPr algn="just" eaLnBrk="1" hangingPunct="1">
              <a:buFont typeface="Wingdings" pitchFamily="2" charset="2"/>
              <a:buNone/>
            </a:pPr>
            <a:r>
              <a:rPr lang="zh-CN" altLang="en-US" sz="5400" b="1" smtClean="0">
                <a:solidFill>
                  <a:srgbClr val="FF0000"/>
                </a:solidFill>
                <a:latin typeface="宋体" pitchFamily="2" charset="-122"/>
              </a:rPr>
              <a:t>计算机组成原理</a:t>
            </a:r>
          </a:p>
          <a:p>
            <a:pPr algn="just" eaLnBrk="1" hangingPunct="1">
              <a:buFont typeface="Wingdings" pitchFamily="2" charset="2"/>
              <a:buNone/>
            </a:pPr>
            <a:endParaRPr lang="zh-CN" altLang="en-US" sz="5400" smtClean="0">
              <a:latin typeface="宋体" pitchFamily="2" charset="-122"/>
            </a:endParaRPr>
          </a:p>
          <a:p>
            <a:pPr algn="just" eaLnBrk="1" hangingPunct="1">
              <a:buFont typeface="Wingdings" pitchFamily="2" charset="2"/>
              <a:buNone/>
            </a:pPr>
            <a:r>
              <a:rPr lang="zh-CN" altLang="en-US" smtClean="0">
                <a:latin typeface="宋体" pitchFamily="2" charset="-122"/>
              </a:rPr>
              <a:t>     </a:t>
            </a:r>
            <a:r>
              <a:rPr lang="zh-CN" altLang="en-US" b="1" smtClean="0">
                <a:latin typeface="宋体" pitchFamily="2" charset="-122"/>
              </a:rPr>
              <a:t>计算机专业学生必修的核心课程之一</a:t>
            </a:r>
          </a:p>
          <a:p>
            <a:pPr algn="just" eaLnBrk="1" hangingPunct="1">
              <a:buFont typeface="Wingdings" pitchFamily="2" charset="2"/>
              <a:buNone/>
            </a:pPr>
            <a:r>
              <a:rPr lang="zh-CN" altLang="en-US" b="1" smtClean="0">
                <a:latin typeface="宋体" pitchFamily="2" charset="-122"/>
              </a:rPr>
              <a:t>     在专业课程中起着承上启下的作用。</a:t>
            </a:r>
          </a:p>
          <a:p>
            <a:pPr algn="just" eaLnBrk="1" hangingPunct="1">
              <a:buFont typeface="Wingdings" pitchFamily="2" charset="2"/>
              <a:buNone/>
            </a:pPr>
            <a:r>
              <a:rPr lang="zh-CN" altLang="en-US" b="1" smtClean="0">
                <a:latin typeface="宋体" pitchFamily="2" charset="-122"/>
              </a:rPr>
              <a:t>     </a:t>
            </a:r>
          </a:p>
          <a:p>
            <a:pPr algn="just" eaLnBrk="1" hangingPunct="1">
              <a:buFont typeface="Wingdings" pitchFamily="2" charset="2"/>
              <a:buNone/>
            </a:pPr>
            <a:r>
              <a:rPr lang="zh-CN" altLang="en-US" b="1" smtClean="0">
                <a:latin typeface="宋体" pitchFamily="2" charset="-122"/>
              </a:rPr>
              <a:t>     重点讲授</a:t>
            </a:r>
            <a:r>
              <a:rPr lang="en-US" altLang="zh-CN" b="1" smtClean="0">
                <a:latin typeface="宋体" pitchFamily="2" charset="-122"/>
              </a:rPr>
              <a:t>:</a:t>
            </a:r>
          </a:p>
          <a:p>
            <a:pPr algn="just" eaLnBrk="1" hangingPunct="1">
              <a:buFont typeface="Wingdings" pitchFamily="2" charset="2"/>
              <a:buNone/>
            </a:pPr>
            <a:r>
              <a:rPr lang="en-US" altLang="zh-CN" b="1" smtClean="0">
                <a:latin typeface="宋体" pitchFamily="2" charset="-122"/>
              </a:rPr>
              <a:t>     </a:t>
            </a:r>
            <a:r>
              <a:rPr lang="zh-CN" altLang="en-US" b="1" smtClean="0">
                <a:latin typeface="宋体" pitchFamily="2" charset="-122"/>
              </a:rPr>
              <a:t>计算机硬件系统   基本组成原理</a:t>
            </a:r>
          </a:p>
          <a:p>
            <a:pPr algn="just" eaLnBrk="1" hangingPunct="1">
              <a:buFont typeface="Wingdings" pitchFamily="2" charset="2"/>
              <a:buNone/>
            </a:pPr>
            <a:r>
              <a:rPr lang="zh-CN" altLang="en-US" b="1" smtClean="0">
                <a:latin typeface="宋体" pitchFamily="2" charset="-122"/>
              </a:rPr>
              <a:t>                      内部运行机制</a:t>
            </a: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098" name="Rectangle 3"/>
          <p:cNvSpPr>
            <a:spLocks noChangeArrowheads="1"/>
          </p:cNvSpPr>
          <p:nvPr/>
        </p:nvSpPr>
        <p:spPr bwMode="auto">
          <a:xfrm>
            <a:off x="228600" y="685800"/>
            <a:ext cx="8458200" cy="4648200"/>
          </a:xfrm>
          <a:prstGeom prst="rect">
            <a:avLst/>
          </a:prstGeom>
          <a:noFill/>
          <a:ln w="9525">
            <a:noFill/>
            <a:miter lim="800000"/>
            <a:headEnd/>
            <a:tailEnd/>
          </a:ln>
        </p:spPr>
        <p:txBody>
          <a:bodyPr/>
          <a:lstStyle/>
          <a:p>
            <a:pPr marL="342900" indent="-342900" algn="just">
              <a:lnSpc>
                <a:spcPct val="90000"/>
              </a:lnSpc>
              <a:spcBef>
                <a:spcPct val="20000"/>
              </a:spcBef>
              <a:buClr>
                <a:schemeClr val="tx2"/>
              </a:buClr>
              <a:buSzPct val="70000"/>
              <a:buFont typeface="Wingdings" pitchFamily="2" charset="2"/>
              <a:buNone/>
            </a:pPr>
            <a:r>
              <a:rPr lang="en-US" altLang="zh-CN" sz="3000">
                <a:latin typeface="宋体" pitchFamily="2" charset="-122"/>
              </a:rPr>
              <a:t> </a:t>
            </a:r>
            <a:r>
              <a:rPr lang="zh-CN" altLang="en-US" sz="4000">
                <a:latin typeface="宋体" pitchFamily="2" charset="-122"/>
              </a:rPr>
              <a:t>要求</a:t>
            </a:r>
            <a:r>
              <a:rPr lang="en-US" altLang="zh-CN" sz="4000">
                <a:latin typeface="宋体" pitchFamily="2" charset="-122"/>
              </a:rPr>
              <a:t>:</a:t>
            </a:r>
          </a:p>
          <a:p>
            <a:pPr marL="342900" indent="-342900" algn="just">
              <a:lnSpc>
                <a:spcPct val="90000"/>
              </a:lnSpc>
              <a:spcBef>
                <a:spcPct val="20000"/>
              </a:spcBef>
              <a:buClr>
                <a:schemeClr val="tx2"/>
              </a:buClr>
              <a:buSzPct val="70000"/>
              <a:buFont typeface="Wingdings" pitchFamily="2" charset="2"/>
              <a:buNone/>
            </a:pPr>
            <a:r>
              <a:rPr lang="en-US" altLang="zh-CN" sz="4000">
                <a:latin typeface="宋体" pitchFamily="2" charset="-122"/>
              </a:rPr>
              <a:t>     </a:t>
            </a:r>
            <a:r>
              <a:rPr lang="zh-CN" altLang="en-US" sz="4000">
                <a:latin typeface="宋体" pitchFamily="2" charset="-122"/>
              </a:rPr>
              <a:t>通过本课程的学习牢固地建立起计算机系统的基本概念，理解和掌握计算机各部件的主要功能及其实现方法，培养学生从事计算机硬件结构的分析应用和开发能力。</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122" name="Rectangle 2"/>
          <p:cNvSpPr>
            <a:spLocks noChangeArrowheads="1"/>
          </p:cNvSpPr>
          <p:nvPr/>
        </p:nvSpPr>
        <p:spPr bwMode="auto">
          <a:xfrm>
            <a:off x="228600" y="620688"/>
            <a:ext cx="8458200" cy="5943600"/>
          </a:xfrm>
          <a:prstGeom prst="rect">
            <a:avLst/>
          </a:prstGeom>
          <a:noFill/>
          <a:ln w="9525">
            <a:noFill/>
            <a:miter lim="800000"/>
            <a:headEnd/>
            <a:tailEnd/>
          </a:ln>
        </p:spPr>
        <p:txBody>
          <a:bodyPr/>
          <a:lstStyle/>
          <a:p>
            <a:pPr marL="342900" indent="-342900" algn="just">
              <a:lnSpc>
                <a:spcPct val="90000"/>
              </a:lnSpc>
              <a:spcBef>
                <a:spcPct val="20000"/>
              </a:spcBef>
              <a:buClr>
                <a:schemeClr val="tx2"/>
              </a:buClr>
              <a:buSzPct val="70000"/>
              <a:buFont typeface="Wingdings" pitchFamily="2" charset="2"/>
              <a:buNone/>
            </a:pPr>
            <a:r>
              <a:rPr lang="zh-CN" altLang="en-US" sz="4000" dirty="0">
                <a:latin typeface="宋体" pitchFamily="2" charset="-122"/>
              </a:rPr>
              <a:t>授课方法</a:t>
            </a:r>
            <a:r>
              <a:rPr lang="en-US" altLang="zh-CN" sz="4000" dirty="0">
                <a:latin typeface="宋体" pitchFamily="2" charset="-122"/>
              </a:rPr>
              <a:t>:</a:t>
            </a:r>
          </a:p>
          <a:p>
            <a:pPr marL="342900" indent="-342900" algn="just">
              <a:lnSpc>
                <a:spcPct val="90000"/>
              </a:lnSpc>
              <a:spcBef>
                <a:spcPct val="20000"/>
              </a:spcBef>
              <a:buClr>
                <a:schemeClr val="tx2"/>
              </a:buClr>
              <a:buSzPct val="70000"/>
              <a:buFont typeface="Wingdings" pitchFamily="2" charset="2"/>
              <a:buNone/>
            </a:pPr>
            <a:r>
              <a:rPr lang="en-US" altLang="zh-CN" sz="4000" dirty="0">
                <a:latin typeface="宋体" pitchFamily="2" charset="-122"/>
              </a:rPr>
              <a:t>    1</a:t>
            </a:r>
            <a:r>
              <a:rPr lang="zh-CN" altLang="en-US" sz="4000" dirty="0">
                <a:latin typeface="宋体" pitchFamily="2" charset="-122"/>
              </a:rPr>
              <a:t>、可以自学的内容</a:t>
            </a:r>
            <a:r>
              <a:rPr lang="en-US" altLang="zh-CN" sz="4000" dirty="0">
                <a:latin typeface="宋体" pitchFamily="2" charset="-122"/>
              </a:rPr>
              <a:t>,</a:t>
            </a:r>
            <a:r>
              <a:rPr lang="zh-CN" altLang="en-US" sz="4000" dirty="0">
                <a:latin typeface="宋体" pitchFamily="2" charset="-122"/>
              </a:rPr>
              <a:t>简单介绍</a:t>
            </a:r>
          </a:p>
          <a:p>
            <a:pPr marL="342900" indent="-342900" algn="just">
              <a:lnSpc>
                <a:spcPct val="90000"/>
              </a:lnSpc>
              <a:spcBef>
                <a:spcPct val="20000"/>
              </a:spcBef>
              <a:buClr>
                <a:schemeClr val="tx2"/>
              </a:buClr>
              <a:buSzPct val="70000"/>
              <a:buFont typeface="Wingdings" pitchFamily="2" charset="2"/>
              <a:buNone/>
            </a:pPr>
            <a:r>
              <a:rPr lang="zh-CN" altLang="en-US" sz="4000" dirty="0">
                <a:latin typeface="宋体" pitchFamily="2" charset="-122"/>
              </a:rPr>
              <a:t>       （如第一章）</a:t>
            </a:r>
          </a:p>
          <a:p>
            <a:pPr marL="342900" indent="-342900" algn="just">
              <a:lnSpc>
                <a:spcPct val="90000"/>
              </a:lnSpc>
              <a:spcBef>
                <a:spcPct val="20000"/>
              </a:spcBef>
              <a:buClr>
                <a:schemeClr val="tx2"/>
              </a:buClr>
              <a:buSzPct val="70000"/>
              <a:buFont typeface="Wingdings" pitchFamily="2" charset="2"/>
              <a:buNone/>
            </a:pPr>
            <a:r>
              <a:rPr lang="zh-CN" altLang="en-US" sz="4000" dirty="0">
                <a:latin typeface="宋体" pitchFamily="2" charset="-122"/>
              </a:rPr>
              <a:t>    </a:t>
            </a:r>
            <a:r>
              <a:rPr lang="en-US" altLang="zh-CN" sz="4000" dirty="0">
                <a:latin typeface="宋体" pitchFamily="2" charset="-122"/>
              </a:rPr>
              <a:t>2</a:t>
            </a:r>
            <a:r>
              <a:rPr lang="zh-CN" altLang="en-US" sz="4000" dirty="0">
                <a:latin typeface="宋体" pitchFamily="2" charset="-122"/>
              </a:rPr>
              <a:t>、重点讲授 硬件</a:t>
            </a:r>
            <a:r>
              <a:rPr lang="zh-CN" altLang="en-US" sz="4000" dirty="0" smtClean="0">
                <a:latin typeface="宋体" pitchFamily="2" charset="-122"/>
              </a:rPr>
              <a:t>原理</a:t>
            </a:r>
            <a:endParaRPr lang="en-US" altLang="zh-CN" sz="4000" dirty="0" smtClean="0">
              <a:latin typeface="宋体" pitchFamily="2" charset="-122"/>
            </a:endParaRPr>
          </a:p>
          <a:p>
            <a:pPr marL="342900" indent="-342900" algn="just">
              <a:lnSpc>
                <a:spcPct val="90000"/>
              </a:lnSpc>
              <a:spcBef>
                <a:spcPct val="20000"/>
              </a:spcBef>
              <a:buClr>
                <a:schemeClr val="tx2"/>
              </a:buClr>
              <a:buSzPct val="70000"/>
              <a:buFont typeface="Wingdings" pitchFamily="2" charset="2"/>
              <a:buNone/>
            </a:pPr>
            <a:endParaRPr lang="en-US" altLang="zh-CN" sz="4000" dirty="0">
              <a:latin typeface="宋体" pitchFamily="2" charset="-122"/>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ChangeArrowheads="1"/>
          </p:cNvSpPr>
          <p:nvPr/>
        </p:nvSpPr>
        <p:spPr bwMode="auto">
          <a:xfrm>
            <a:off x="228600" y="232538"/>
            <a:ext cx="8458200" cy="5943600"/>
          </a:xfrm>
          <a:prstGeom prst="rect">
            <a:avLst/>
          </a:prstGeom>
          <a:noFill/>
          <a:ln w="9525">
            <a:noFill/>
            <a:miter lim="800000"/>
            <a:headEnd/>
            <a:tailEnd/>
          </a:ln>
        </p:spPr>
        <p:txBody>
          <a:bodyPr/>
          <a:lstStyle/>
          <a:p>
            <a:pPr marL="342900" indent="-342900" algn="just">
              <a:lnSpc>
                <a:spcPct val="90000"/>
              </a:lnSpc>
              <a:spcBef>
                <a:spcPct val="20000"/>
              </a:spcBef>
              <a:buClr>
                <a:schemeClr val="tx2"/>
              </a:buClr>
              <a:buSzPct val="70000"/>
              <a:buFont typeface="Wingdings" pitchFamily="2" charset="2"/>
              <a:buNone/>
            </a:pPr>
            <a:r>
              <a:rPr lang="zh-CN" altLang="en-US" sz="4000" dirty="0" smtClean="0">
                <a:latin typeface="宋体" pitchFamily="2" charset="-122"/>
              </a:rPr>
              <a:t>参考书：</a:t>
            </a:r>
            <a:endParaRPr lang="zh-CN" altLang="en-US" sz="4000" dirty="0">
              <a:latin typeface="宋体" pitchFamily="2" charset="-122"/>
            </a:endParaRPr>
          </a:p>
        </p:txBody>
      </p:sp>
      <p:pic>
        <p:nvPicPr>
          <p:cNvPr id="3481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23728" y="620688"/>
            <a:ext cx="5997575" cy="585311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04611323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1"/>
          <p:cNvSpPr>
            <a:spLocks noChangeArrowheads="1"/>
          </p:cNvSpPr>
          <p:nvPr/>
        </p:nvSpPr>
        <p:spPr bwMode="auto">
          <a:xfrm>
            <a:off x="276225" y="323174"/>
            <a:ext cx="8713788" cy="5909310"/>
          </a:xfrm>
          <a:prstGeom prst="rect">
            <a:avLst/>
          </a:prstGeom>
          <a:solidFill>
            <a:schemeClr val="bg1"/>
          </a:solidFill>
          <a:ln w="9525">
            <a:noFill/>
            <a:miter lim="800000"/>
            <a:headEnd/>
            <a:tailEnd/>
          </a:ln>
        </p:spPr>
        <p:txBody>
          <a:bodyPr anchor="ctr">
            <a:spAutoFit/>
          </a:bodyPr>
          <a:lstStyle/>
          <a:p>
            <a:pPr eaLnBrk="0" hangingPunct="0">
              <a:lnSpc>
                <a:spcPct val="150000"/>
              </a:lnSpc>
            </a:pPr>
            <a:r>
              <a:rPr lang="zh-CN" sz="2800" b="1" dirty="0">
                <a:latin typeface="黑体" pitchFamily="2" charset="-122"/>
                <a:ea typeface="黑体" pitchFamily="2" charset="-122"/>
                <a:cs typeface="Times New Roman" pitchFamily="18" charset="0"/>
              </a:rPr>
              <a:t>考核项目</a:t>
            </a:r>
            <a:r>
              <a:rPr lang="zh-CN" altLang="en-US" sz="2800" b="1" dirty="0" smtClean="0">
                <a:latin typeface="黑体" pitchFamily="2" charset="-122"/>
                <a:ea typeface="黑体" pitchFamily="2" charset="-122"/>
                <a:cs typeface="Times New Roman" pitchFamily="18" charset="0"/>
              </a:rPr>
              <a:t>：</a:t>
            </a:r>
            <a:endParaRPr lang="en-US" altLang="zh-CN" sz="2800" b="1" dirty="0" smtClean="0">
              <a:latin typeface="黑体" pitchFamily="2" charset="-122"/>
              <a:ea typeface="黑体" pitchFamily="2" charset="-122"/>
              <a:cs typeface="Times New Roman" pitchFamily="18" charset="0"/>
            </a:endParaRPr>
          </a:p>
          <a:p>
            <a:pPr eaLnBrk="0" hangingPunct="0">
              <a:lnSpc>
                <a:spcPct val="150000"/>
              </a:lnSpc>
            </a:pPr>
            <a:r>
              <a:rPr lang="en-US" altLang="zh-CN" sz="2800" b="1" dirty="0" smtClean="0">
                <a:latin typeface="黑体" pitchFamily="2" charset="-122"/>
                <a:ea typeface="黑体" pitchFamily="2" charset="-122"/>
                <a:cs typeface="Times New Roman" pitchFamily="18" charset="0"/>
              </a:rPr>
              <a:t> </a:t>
            </a:r>
            <a:r>
              <a:rPr lang="en-US" altLang="zh-CN" sz="2800" b="1" dirty="0">
                <a:latin typeface="黑体" pitchFamily="2" charset="-122"/>
                <a:ea typeface="黑体" pitchFamily="2" charset="-122"/>
                <a:cs typeface="Times New Roman" pitchFamily="18" charset="0"/>
              </a:rPr>
              <a:t>1.</a:t>
            </a:r>
            <a:r>
              <a:rPr lang="zh-CN" altLang="en-US" sz="2800" b="1" dirty="0">
                <a:latin typeface="黑体" pitchFamily="2" charset="-122"/>
                <a:ea typeface="黑体" pitchFamily="2" charset="-122"/>
                <a:cs typeface="Times New Roman" pitchFamily="18" charset="0"/>
              </a:rPr>
              <a:t>平时</a:t>
            </a:r>
            <a:endParaRPr lang="en-US" altLang="zh-CN" sz="2800" b="1" dirty="0">
              <a:latin typeface="黑体" pitchFamily="2" charset="-122"/>
              <a:ea typeface="黑体" pitchFamily="2" charset="-122"/>
              <a:cs typeface="Times New Roman" pitchFamily="18" charset="0"/>
            </a:endParaRPr>
          </a:p>
          <a:p>
            <a:pPr eaLnBrk="0" hangingPunct="0">
              <a:lnSpc>
                <a:spcPct val="150000"/>
              </a:lnSpc>
            </a:pPr>
            <a:r>
              <a:rPr lang="zh-CN" altLang="en-US" sz="2800" b="1" dirty="0" smtClean="0">
                <a:latin typeface="黑体" pitchFamily="2" charset="-122"/>
                <a:ea typeface="黑体" pitchFamily="2" charset="-122"/>
                <a:cs typeface="Times New Roman" pitchFamily="18" charset="0"/>
              </a:rPr>
              <a:t>   期</a:t>
            </a:r>
            <a:r>
              <a:rPr lang="zh-CN" altLang="en-US" sz="2800" b="1" dirty="0">
                <a:latin typeface="黑体" pitchFamily="2" charset="-122"/>
                <a:ea typeface="黑体" pitchFamily="2" charset="-122"/>
                <a:cs typeface="Times New Roman" pitchFamily="18" charset="0"/>
              </a:rPr>
              <a:t>中</a:t>
            </a:r>
            <a:r>
              <a:rPr lang="en-US" altLang="zh-CN" sz="2800" b="1" dirty="0">
                <a:latin typeface="黑体" pitchFamily="2" charset="-122"/>
                <a:ea typeface="黑体" pitchFamily="2" charset="-122"/>
                <a:cs typeface="Times New Roman" pitchFamily="18" charset="0"/>
              </a:rPr>
              <a:t>20</a:t>
            </a:r>
            <a:r>
              <a:rPr lang="zh-CN" altLang="zh-CN" sz="2800" b="1" dirty="0" smtClean="0">
                <a:latin typeface="黑体" pitchFamily="2" charset="-122"/>
                <a:ea typeface="黑体" pitchFamily="2" charset="-122"/>
                <a:cs typeface="Times New Roman" pitchFamily="18" charset="0"/>
              </a:rPr>
              <a:t>分</a:t>
            </a:r>
            <a:r>
              <a:rPr lang="zh-CN" altLang="en-US" sz="2800" b="1" dirty="0" smtClean="0">
                <a:latin typeface="黑体" pitchFamily="2" charset="-122"/>
                <a:ea typeface="黑体" pitchFamily="2" charset="-122"/>
                <a:cs typeface="Times New Roman" pitchFamily="18" charset="0"/>
              </a:rPr>
              <a:t>、作业</a:t>
            </a:r>
            <a:r>
              <a:rPr lang="en-US" altLang="zh-CN" sz="2800" b="1" dirty="0" smtClean="0">
                <a:latin typeface="黑体" pitchFamily="2" charset="-122"/>
                <a:ea typeface="黑体" pitchFamily="2" charset="-122"/>
                <a:cs typeface="Times New Roman" pitchFamily="18" charset="0"/>
              </a:rPr>
              <a:t>10</a:t>
            </a:r>
            <a:r>
              <a:rPr lang="zh-CN" altLang="zh-CN" sz="2800" b="1" dirty="0" smtClean="0">
                <a:latin typeface="黑体" pitchFamily="2" charset="-122"/>
                <a:ea typeface="黑体" pitchFamily="2" charset="-122"/>
                <a:cs typeface="Times New Roman" pitchFamily="18" charset="0"/>
              </a:rPr>
              <a:t>分</a:t>
            </a:r>
            <a:endParaRPr lang="en-US" altLang="zh-CN" sz="2800" b="1" dirty="0" smtClean="0">
              <a:latin typeface="黑体" pitchFamily="2" charset="-122"/>
              <a:ea typeface="黑体" pitchFamily="2" charset="-122"/>
              <a:cs typeface="Times New Roman" pitchFamily="18" charset="0"/>
            </a:endParaRPr>
          </a:p>
          <a:p>
            <a:pPr eaLnBrk="0" hangingPunct="0">
              <a:lnSpc>
                <a:spcPct val="150000"/>
              </a:lnSpc>
            </a:pPr>
            <a:r>
              <a:rPr lang="zh-CN" altLang="en-US" sz="2800" b="1" dirty="0" smtClean="0">
                <a:latin typeface="黑体" pitchFamily="2" charset="-122"/>
                <a:ea typeface="黑体" pitchFamily="2" charset="-122"/>
                <a:cs typeface="Times New Roman" pitchFamily="18" charset="0"/>
              </a:rPr>
              <a:t>   雨课堂测试（截止时限为课程当天</a:t>
            </a:r>
            <a:r>
              <a:rPr lang="en-US" altLang="zh-CN" sz="2800" b="1" dirty="0" smtClean="0">
                <a:latin typeface="黑体" pitchFamily="2" charset="-122"/>
                <a:ea typeface="黑体" pitchFamily="2" charset="-122"/>
                <a:cs typeface="Times New Roman" pitchFamily="18" charset="0"/>
              </a:rPr>
              <a:t>18</a:t>
            </a:r>
            <a:r>
              <a:rPr lang="zh-CN" altLang="en-US" sz="2800" b="1" dirty="0" smtClean="0">
                <a:latin typeface="黑体" pitchFamily="2" charset="-122"/>
                <a:ea typeface="黑体" pitchFamily="2" charset="-122"/>
                <a:cs typeface="Times New Roman" pitchFamily="18" charset="0"/>
              </a:rPr>
              <a:t>时）</a:t>
            </a:r>
            <a:r>
              <a:rPr lang="en-US" altLang="zh-CN" sz="2800" b="1" dirty="0" smtClean="0">
                <a:latin typeface="黑体" pitchFamily="2" charset="-122"/>
                <a:ea typeface="黑体" pitchFamily="2" charset="-122"/>
                <a:cs typeface="Times New Roman" pitchFamily="18" charset="0"/>
              </a:rPr>
              <a:t>10</a:t>
            </a:r>
            <a:r>
              <a:rPr lang="zh-CN" altLang="zh-CN" sz="2800" b="1" dirty="0" smtClean="0">
                <a:latin typeface="黑体" pitchFamily="2" charset="-122"/>
                <a:ea typeface="黑体" pitchFamily="2" charset="-122"/>
                <a:cs typeface="Times New Roman" pitchFamily="18" charset="0"/>
              </a:rPr>
              <a:t>分</a:t>
            </a:r>
            <a:r>
              <a:rPr lang="en-US" altLang="zh-CN" sz="2800" b="1" dirty="0" smtClean="0">
                <a:latin typeface="黑体" pitchFamily="2" charset="-122"/>
                <a:ea typeface="黑体" pitchFamily="2" charset="-122"/>
                <a:cs typeface="Times New Roman" pitchFamily="18" charset="0"/>
              </a:rPr>
              <a:t> </a:t>
            </a:r>
          </a:p>
          <a:p>
            <a:pPr eaLnBrk="0" hangingPunct="0">
              <a:lnSpc>
                <a:spcPct val="150000"/>
              </a:lnSpc>
            </a:pPr>
            <a:r>
              <a:rPr lang="en-US" altLang="zh-CN" sz="2800" b="1" smtClean="0">
                <a:latin typeface="黑体" pitchFamily="2" charset="-122"/>
                <a:ea typeface="黑体" pitchFamily="2" charset="-122"/>
                <a:cs typeface="Times New Roman" pitchFamily="18" charset="0"/>
              </a:rPr>
              <a:t> 2</a:t>
            </a:r>
            <a:r>
              <a:rPr lang="en-US" altLang="zh-CN" sz="2800" b="1" dirty="0">
                <a:latin typeface="黑体" pitchFamily="2" charset="-122"/>
                <a:ea typeface="黑体" pitchFamily="2" charset="-122"/>
                <a:cs typeface="Times New Roman" pitchFamily="18" charset="0"/>
              </a:rPr>
              <a:t>.</a:t>
            </a:r>
            <a:r>
              <a:rPr lang="zh-CN" altLang="en-US" sz="2800" b="1" dirty="0">
                <a:latin typeface="黑体" pitchFamily="2" charset="-122"/>
                <a:ea typeface="黑体" pitchFamily="2" charset="-122"/>
                <a:cs typeface="Times New Roman" pitchFamily="18" charset="0"/>
              </a:rPr>
              <a:t>实验</a:t>
            </a:r>
            <a:r>
              <a:rPr lang="en-US" altLang="zh-CN" sz="2800" b="1" dirty="0">
                <a:latin typeface="黑体" pitchFamily="2" charset="-122"/>
                <a:ea typeface="黑体" pitchFamily="2" charset="-122"/>
                <a:cs typeface="Times New Roman" pitchFamily="18" charset="0"/>
              </a:rPr>
              <a:t>10</a:t>
            </a:r>
            <a:r>
              <a:rPr lang="zh-CN" altLang="en-US" sz="2800" b="1" dirty="0">
                <a:latin typeface="黑体" pitchFamily="2" charset="-122"/>
                <a:ea typeface="黑体" pitchFamily="2" charset="-122"/>
                <a:cs typeface="Times New Roman" pitchFamily="18" charset="0"/>
              </a:rPr>
              <a:t>分</a:t>
            </a:r>
            <a:endParaRPr lang="en-US" altLang="zh-CN" sz="2800" b="1" dirty="0">
              <a:latin typeface="黑体" pitchFamily="2" charset="-122"/>
              <a:ea typeface="黑体" pitchFamily="2" charset="-122"/>
              <a:cs typeface="Times New Roman" pitchFamily="18" charset="0"/>
            </a:endParaRPr>
          </a:p>
          <a:p>
            <a:pPr eaLnBrk="0" hangingPunct="0">
              <a:lnSpc>
                <a:spcPct val="150000"/>
              </a:lnSpc>
            </a:pPr>
            <a:r>
              <a:rPr lang="zh-CN" altLang="en-US" sz="2800" b="1" dirty="0">
                <a:latin typeface="黑体" pitchFamily="2" charset="-122"/>
                <a:ea typeface="黑体" pitchFamily="2" charset="-122"/>
                <a:cs typeface="Times New Roman" pitchFamily="18" charset="0"/>
              </a:rPr>
              <a:t>   成绩由实验课教师给</a:t>
            </a:r>
            <a:r>
              <a:rPr lang="zh-CN" altLang="en-US" sz="2800" b="1" dirty="0" smtClean="0">
                <a:latin typeface="黑体" pitchFamily="2" charset="-122"/>
                <a:ea typeface="黑体" pitchFamily="2" charset="-122"/>
                <a:cs typeface="Times New Roman" pitchFamily="18" charset="0"/>
              </a:rPr>
              <a:t>出</a:t>
            </a:r>
            <a:endParaRPr lang="zh-CN" altLang="en-US" sz="2800" b="1" dirty="0">
              <a:latin typeface="黑体" pitchFamily="2" charset="-122"/>
              <a:ea typeface="黑体" pitchFamily="2" charset="-122"/>
              <a:cs typeface="Times New Roman" pitchFamily="18" charset="0"/>
            </a:endParaRPr>
          </a:p>
          <a:p>
            <a:pPr eaLnBrk="0" hangingPunct="0">
              <a:lnSpc>
                <a:spcPct val="150000"/>
              </a:lnSpc>
            </a:pPr>
            <a:r>
              <a:rPr lang="en-US" altLang="zh-CN" sz="2800" b="1" dirty="0">
                <a:latin typeface="黑体" pitchFamily="2" charset="-122"/>
                <a:ea typeface="黑体" pitchFamily="2" charset="-122"/>
                <a:cs typeface="Times New Roman" pitchFamily="18" charset="0"/>
              </a:rPr>
              <a:t> 3.</a:t>
            </a:r>
            <a:r>
              <a:rPr lang="zh-CN" altLang="en-US" sz="2800" b="1" dirty="0">
                <a:latin typeface="黑体" pitchFamily="2" charset="-122"/>
                <a:ea typeface="黑体" pitchFamily="2" charset="-122"/>
                <a:cs typeface="Times New Roman" pitchFamily="18" charset="0"/>
              </a:rPr>
              <a:t>考试成绩</a:t>
            </a:r>
            <a:r>
              <a:rPr lang="en-US" altLang="zh-CN" sz="2800" b="1" dirty="0">
                <a:latin typeface="黑体" pitchFamily="2" charset="-122"/>
                <a:ea typeface="黑体" pitchFamily="2" charset="-122"/>
                <a:cs typeface="Times New Roman" pitchFamily="18" charset="0"/>
              </a:rPr>
              <a:t>50</a:t>
            </a:r>
            <a:r>
              <a:rPr lang="zh-CN" altLang="en-US" sz="2800" b="1" dirty="0">
                <a:latin typeface="黑体" pitchFamily="2" charset="-122"/>
                <a:ea typeface="黑体" pitchFamily="2" charset="-122"/>
                <a:cs typeface="Times New Roman" pitchFamily="18" charset="0"/>
              </a:rPr>
              <a:t>分</a:t>
            </a:r>
            <a:endParaRPr lang="en-US" altLang="zh-CN" sz="2800" b="1" dirty="0">
              <a:latin typeface="黑体" pitchFamily="2" charset="-122"/>
              <a:ea typeface="黑体" pitchFamily="2" charset="-122"/>
              <a:cs typeface="Times New Roman" pitchFamily="18" charset="0"/>
            </a:endParaRPr>
          </a:p>
          <a:p>
            <a:pPr eaLnBrk="0" hangingPunct="0">
              <a:lnSpc>
                <a:spcPct val="150000"/>
              </a:lnSpc>
            </a:pPr>
            <a:r>
              <a:rPr lang="en-US" altLang="zh-CN" sz="2800" b="1" dirty="0">
                <a:latin typeface="黑体" pitchFamily="2" charset="-122"/>
                <a:ea typeface="黑体" pitchFamily="2" charset="-122"/>
                <a:cs typeface="Times New Roman" pitchFamily="18" charset="0"/>
              </a:rPr>
              <a:t>   </a:t>
            </a:r>
            <a:r>
              <a:rPr lang="zh-CN" altLang="en-US" sz="2800" b="1" dirty="0">
                <a:latin typeface="黑体" pitchFamily="2" charset="-122"/>
                <a:ea typeface="黑体" pitchFamily="2" charset="-122"/>
                <a:cs typeface="Times New Roman" pitchFamily="18" charset="0"/>
              </a:rPr>
              <a:t>考试成绩 </a:t>
            </a:r>
            <a:r>
              <a:rPr lang="en-US" altLang="zh-CN" sz="2800" b="1" dirty="0">
                <a:latin typeface="黑体" pitchFamily="2" charset="-122"/>
                <a:ea typeface="黑体" pitchFamily="2" charset="-122"/>
                <a:cs typeface="Times New Roman" pitchFamily="18" charset="0"/>
              </a:rPr>
              <a:t>= </a:t>
            </a:r>
            <a:r>
              <a:rPr lang="zh-CN" altLang="en-US" sz="2800" b="1" dirty="0">
                <a:latin typeface="黑体" pitchFamily="2" charset="-122"/>
                <a:ea typeface="黑体" pitchFamily="2" charset="-122"/>
                <a:cs typeface="Times New Roman" pitchFamily="18" charset="0"/>
              </a:rPr>
              <a:t>期末试卷分 * </a:t>
            </a:r>
            <a:r>
              <a:rPr lang="en-US" altLang="zh-CN" sz="2800" b="1" dirty="0">
                <a:latin typeface="黑体" pitchFamily="2" charset="-122"/>
                <a:ea typeface="黑体" pitchFamily="2" charset="-122"/>
                <a:cs typeface="Times New Roman" pitchFamily="18" charset="0"/>
              </a:rPr>
              <a:t>50%</a:t>
            </a:r>
          </a:p>
          <a:p>
            <a:pPr eaLnBrk="0" hangingPunct="0">
              <a:lnSpc>
                <a:spcPct val="150000"/>
              </a:lnSpc>
            </a:pPr>
            <a:r>
              <a:rPr lang="en-US" altLang="zh-CN" sz="2800" b="1" dirty="0">
                <a:latin typeface="黑体" pitchFamily="2" charset="-122"/>
                <a:ea typeface="黑体" pitchFamily="2" charset="-122"/>
                <a:cs typeface="Times New Roman" pitchFamily="18" charset="0"/>
              </a:rPr>
              <a:t> 4.</a:t>
            </a:r>
            <a:r>
              <a:rPr lang="zh-CN" altLang="en-US" sz="2800" b="1" dirty="0">
                <a:latin typeface="黑体" pitchFamily="2" charset="-122"/>
                <a:ea typeface="黑体" pitchFamily="2" charset="-122"/>
                <a:cs typeface="Times New Roman" pitchFamily="18" charset="0"/>
              </a:rPr>
              <a:t>期末总成绩 </a:t>
            </a:r>
            <a:r>
              <a:rPr lang="en-US" altLang="zh-CN" sz="2800" b="1" dirty="0">
                <a:latin typeface="黑体" pitchFamily="2" charset="-122"/>
                <a:ea typeface="黑体" pitchFamily="2" charset="-122"/>
                <a:cs typeface="Times New Roman" pitchFamily="18" charset="0"/>
              </a:rPr>
              <a:t>= </a:t>
            </a:r>
            <a:r>
              <a:rPr lang="zh-CN" altLang="en-US" sz="2800" b="1" dirty="0">
                <a:latin typeface="黑体" pitchFamily="2" charset="-122"/>
                <a:ea typeface="黑体" pitchFamily="2" charset="-122"/>
                <a:cs typeface="Times New Roman" pitchFamily="18" charset="0"/>
              </a:rPr>
              <a:t>平时成绩 </a:t>
            </a:r>
            <a:r>
              <a:rPr lang="en-US" altLang="zh-CN" sz="2800" b="1" dirty="0">
                <a:latin typeface="黑体" pitchFamily="2" charset="-122"/>
                <a:ea typeface="黑体" pitchFamily="2" charset="-122"/>
                <a:cs typeface="Times New Roman" pitchFamily="18" charset="0"/>
              </a:rPr>
              <a:t>+ </a:t>
            </a:r>
            <a:r>
              <a:rPr lang="zh-CN" altLang="en-US" sz="2800" b="1" dirty="0">
                <a:latin typeface="黑体" pitchFamily="2" charset="-122"/>
                <a:ea typeface="黑体" pitchFamily="2" charset="-122"/>
                <a:cs typeface="Times New Roman" pitchFamily="18" charset="0"/>
              </a:rPr>
              <a:t>实验成绩 </a:t>
            </a:r>
            <a:r>
              <a:rPr lang="en-US" altLang="zh-CN" sz="2800" b="1" dirty="0">
                <a:latin typeface="黑体" pitchFamily="2" charset="-122"/>
                <a:ea typeface="黑体" pitchFamily="2" charset="-122"/>
                <a:cs typeface="Times New Roman" pitchFamily="18" charset="0"/>
              </a:rPr>
              <a:t>+ </a:t>
            </a:r>
            <a:r>
              <a:rPr lang="zh-CN" altLang="en-US" sz="2800" b="1" dirty="0">
                <a:latin typeface="黑体" pitchFamily="2" charset="-122"/>
                <a:ea typeface="黑体" pitchFamily="2" charset="-122"/>
                <a:cs typeface="Times New Roman" pitchFamily="18" charset="0"/>
              </a:rPr>
              <a:t>考试成绩</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170" name="Rectangle 2"/>
          <p:cNvSpPr>
            <a:spLocks noChangeArrowheads="1"/>
          </p:cNvSpPr>
          <p:nvPr/>
        </p:nvSpPr>
        <p:spPr bwMode="auto">
          <a:xfrm>
            <a:off x="1835150" y="2492375"/>
            <a:ext cx="6464300" cy="865188"/>
          </a:xfrm>
          <a:prstGeom prst="rect">
            <a:avLst/>
          </a:prstGeom>
          <a:noFill/>
          <a:ln w="9525">
            <a:noFill/>
            <a:miter lim="800000"/>
            <a:headEnd/>
            <a:tailEnd/>
          </a:ln>
        </p:spPr>
        <p:txBody>
          <a:bodyPr anchor="b"/>
          <a:lstStyle/>
          <a:p>
            <a:r>
              <a:rPr lang="zh-CN" altLang="en-US" sz="3900" b="1">
                <a:solidFill>
                  <a:schemeClr val="tx2"/>
                </a:solidFill>
              </a:rPr>
              <a:t>第一章  计算机系统概论</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ChangeArrowheads="1"/>
          </p:cNvSpPr>
          <p:nvPr/>
        </p:nvSpPr>
        <p:spPr bwMode="auto">
          <a:xfrm>
            <a:off x="0" y="2087563"/>
            <a:ext cx="9144000" cy="641350"/>
          </a:xfrm>
          <a:prstGeom prst="rect">
            <a:avLst/>
          </a:prstGeom>
          <a:noFill/>
          <a:ln w="9525">
            <a:noFill/>
            <a:miter lim="800000"/>
            <a:headEnd/>
            <a:tailEnd/>
          </a:ln>
        </p:spPr>
        <p:txBody>
          <a:bodyPr>
            <a:spAutoFit/>
          </a:bodyPr>
          <a:lstStyle/>
          <a:p>
            <a:endParaRPr lang="en-US" altLang="zh-CN"/>
          </a:p>
          <a:p>
            <a:pPr lvl="1" eaLnBrk="0" hangingPunct="0"/>
            <a:endParaRPr lang="en-US" altLang="zh-CN"/>
          </a:p>
        </p:txBody>
      </p:sp>
      <p:sp>
        <p:nvSpPr>
          <p:cNvPr id="8195" name="Rectangle 3"/>
          <p:cNvSpPr>
            <a:spLocks noChangeArrowheads="1"/>
          </p:cNvSpPr>
          <p:nvPr/>
        </p:nvSpPr>
        <p:spPr bwMode="auto">
          <a:xfrm>
            <a:off x="152400" y="152400"/>
            <a:ext cx="8740775" cy="6586538"/>
          </a:xfrm>
          <a:prstGeom prst="rect">
            <a:avLst/>
          </a:prstGeom>
          <a:noFill/>
          <a:ln w="9525">
            <a:noFill/>
            <a:miter lim="800000"/>
            <a:headEnd/>
            <a:tailEnd/>
          </a:ln>
        </p:spPr>
        <p:txBody>
          <a:bodyPr>
            <a:spAutoFit/>
          </a:bodyPr>
          <a:lstStyle/>
          <a:p>
            <a:pPr eaLnBrk="0" hangingPunct="0">
              <a:spcBef>
                <a:spcPts val="1200"/>
              </a:spcBef>
            </a:pPr>
            <a:r>
              <a:rPr lang="zh-CN" altLang="en-US" sz="4000" b="1" dirty="0">
                <a:solidFill>
                  <a:srgbClr val="CC0000"/>
                </a:solidFill>
                <a:latin typeface="黑体" pitchFamily="2" charset="-122"/>
                <a:ea typeface="黑体" pitchFamily="2" charset="-122"/>
              </a:rPr>
              <a:t>计算机分类</a:t>
            </a:r>
          </a:p>
          <a:p>
            <a:pPr eaLnBrk="0" hangingPunct="0">
              <a:spcBef>
                <a:spcPts val="1200"/>
              </a:spcBef>
            </a:pPr>
            <a:r>
              <a:rPr lang="zh-CN" altLang="en-US" sz="3200" b="1" dirty="0">
                <a:latin typeface="黑体" pitchFamily="2" charset="-122"/>
                <a:ea typeface="黑体" pitchFamily="2" charset="-122"/>
              </a:rPr>
              <a:t>    按信息表示形式和处理方式的不同，计算机可分为模拟计算机和数字计算机。</a:t>
            </a:r>
          </a:p>
          <a:p>
            <a:pPr eaLnBrk="0" hangingPunct="0">
              <a:spcBef>
                <a:spcPts val="1200"/>
              </a:spcBef>
            </a:pPr>
            <a:r>
              <a:rPr lang="zh-CN" altLang="en-US" sz="3200" b="1" dirty="0">
                <a:latin typeface="黑体" pitchFamily="2" charset="-122"/>
                <a:ea typeface="黑体" pitchFamily="2" charset="-122"/>
              </a:rPr>
              <a:t>    模拟计算机：参与运算的数值由不间断的连续量表示，其运算过程是连续的，模拟计算机由于受元器件质量影响，其计算精度较低，应用范围较窄，目前已很少生产。 </a:t>
            </a:r>
          </a:p>
          <a:p>
            <a:pPr eaLnBrk="0" hangingPunct="0">
              <a:spcBef>
                <a:spcPts val="1200"/>
              </a:spcBef>
            </a:pPr>
            <a:r>
              <a:rPr lang="zh-CN" altLang="en-US" sz="3200" b="1" dirty="0">
                <a:ea typeface="黑体" pitchFamily="2" charset="-122"/>
              </a:rPr>
              <a:t>        </a:t>
            </a:r>
            <a:r>
              <a:rPr lang="zh-CN" altLang="en-US" sz="3200" b="1" dirty="0">
                <a:latin typeface="黑体" pitchFamily="2" charset="-122"/>
                <a:ea typeface="黑体" pitchFamily="2" charset="-122"/>
              </a:rPr>
              <a:t>数字计算机：参与运算的数值用断续的数字量表示，其运算过程按数字位进行计算，数字计算机由于具有逻辑判断等功能，以近似人类大脑的</a:t>
            </a:r>
            <a:r>
              <a:rPr lang="zh-CN" altLang="en-US" sz="3200" b="1" dirty="0">
                <a:ea typeface="黑体" pitchFamily="2" charset="-122"/>
              </a:rPr>
              <a:t>“</a:t>
            </a:r>
            <a:r>
              <a:rPr lang="zh-CN" altLang="en-US" sz="3200" b="1" dirty="0">
                <a:latin typeface="黑体" pitchFamily="2" charset="-122"/>
                <a:ea typeface="黑体" pitchFamily="2" charset="-122"/>
              </a:rPr>
              <a:t>思维</a:t>
            </a:r>
            <a:r>
              <a:rPr lang="zh-CN" altLang="en-US" sz="3200" b="1" dirty="0">
                <a:ea typeface="黑体" pitchFamily="2" charset="-122"/>
              </a:rPr>
              <a:t>”</a:t>
            </a:r>
            <a:r>
              <a:rPr lang="zh-CN" altLang="en-US" sz="3200" b="1" dirty="0">
                <a:latin typeface="黑体" pitchFamily="2" charset="-122"/>
                <a:ea typeface="黑体" pitchFamily="2" charset="-122"/>
              </a:rPr>
              <a:t>方式进行工作，所以又被称为</a:t>
            </a:r>
            <a:r>
              <a:rPr lang="zh-CN" altLang="en-US" sz="3200" b="1" dirty="0">
                <a:ea typeface="黑体" pitchFamily="2" charset="-122"/>
              </a:rPr>
              <a:t>“</a:t>
            </a:r>
            <a:r>
              <a:rPr lang="zh-CN" altLang="en-US" sz="3200" b="1" dirty="0">
                <a:latin typeface="黑体" pitchFamily="2" charset="-122"/>
                <a:ea typeface="黑体" pitchFamily="2" charset="-122"/>
              </a:rPr>
              <a:t>电脑</a:t>
            </a:r>
            <a:r>
              <a:rPr lang="zh-CN" altLang="en-US" sz="3200" b="1" dirty="0">
                <a:ea typeface="黑体" pitchFamily="2" charset="-122"/>
              </a:rPr>
              <a:t>”。</a:t>
            </a:r>
            <a:r>
              <a:rPr lang="en-US" altLang="zh-CN" sz="3200" b="1" dirty="0">
                <a:latin typeface="黑体" pitchFamily="2" charset="-122"/>
                <a:ea typeface="黑体" pitchFamily="2" charset="-122"/>
              </a:rPr>
              <a:t> </a:t>
            </a:r>
          </a:p>
        </p:txBody>
      </p:sp>
    </p:spTree>
  </p:cSld>
  <p:clrMapOvr>
    <a:masterClrMapping/>
  </p:clrMapOvr>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ChangeArrowheads="1"/>
          </p:cNvSpPr>
          <p:nvPr/>
        </p:nvSpPr>
        <p:spPr bwMode="auto">
          <a:xfrm>
            <a:off x="250825" y="198625"/>
            <a:ext cx="8425631" cy="6542497"/>
          </a:xfrm>
          <a:prstGeom prst="rect">
            <a:avLst/>
          </a:prstGeom>
          <a:noFill/>
          <a:ln w="9525">
            <a:noFill/>
            <a:miter lim="800000"/>
            <a:headEnd/>
            <a:tailEnd/>
          </a:ln>
        </p:spPr>
        <p:txBody>
          <a:bodyPr wrap="square">
            <a:spAutoFit/>
          </a:bodyPr>
          <a:lstStyle/>
          <a:p>
            <a:pPr>
              <a:lnSpc>
                <a:spcPct val="120000"/>
              </a:lnSpc>
            </a:pPr>
            <a:r>
              <a:rPr lang="en-US" altLang="zh-CN" sz="3200" b="1" dirty="0">
                <a:latin typeface="黑体" pitchFamily="2" charset="-122"/>
                <a:ea typeface="黑体" pitchFamily="2" charset="-122"/>
              </a:rPr>
              <a:t>    </a:t>
            </a:r>
            <a:r>
              <a:rPr lang="zh-CN" altLang="en-US" sz="3200" dirty="0">
                <a:latin typeface="微软雅黑" panose="020B0503020204020204" pitchFamily="34" charset="-122"/>
                <a:ea typeface="微软雅黑" panose="020B0503020204020204" pitchFamily="34" charset="-122"/>
              </a:rPr>
              <a:t>数字计算机按用途分为专用计算机</a:t>
            </a:r>
            <a:r>
              <a:rPr lang="zh-CN" altLang="en-US" sz="3200" dirty="0" smtClean="0">
                <a:latin typeface="微软雅黑" panose="020B0503020204020204" pitchFamily="34" charset="-122"/>
                <a:ea typeface="微软雅黑" panose="020B0503020204020204" pitchFamily="34" charset="-122"/>
              </a:rPr>
              <a:t>和</a:t>
            </a:r>
            <a:endParaRPr lang="en-US" altLang="zh-CN" sz="3200" dirty="0" smtClean="0">
              <a:latin typeface="微软雅黑" panose="020B0503020204020204" pitchFamily="34" charset="-122"/>
              <a:ea typeface="微软雅黑" panose="020B0503020204020204" pitchFamily="34" charset="-122"/>
            </a:endParaRPr>
          </a:p>
          <a:p>
            <a:pPr>
              <a:lnSpc>
                <a:spcPct val="120000"/>
              </a:lnSpc>
            </a:pPr>
            <a:r>
              <a:rPr lang="zh-CN" altLang="en-US" sz="3200" dirty="0" smtClean="0">
                <a:latin typeface="微软雅黑" panose="020B0503020204020204" pitchFamily="34" charset="-122"/>
                <a:ea typeface="微软雅黑" panose="020B0503020204020204" pitchFamily="34" charset="-122"/>
              </a:rPr>
              <a:t>通用计算机</a:t>
            </a:r>
            <a:r>
              <a:rPr lang="zh-CN" altLang="en-US" sz="3200" dirty="0">
                <a:latin typeface="微软雅黑" panose="020B0503020204020204" pitchFamily="34" charset="-122"/>
                <a:ea typeface="微软雅黑" panose="020B0503020204020204" pitchFamily="34" charset="-122"/>
              </a:rPr>
              <a:t>。专用与通用计算机在其效率</a:t>
            </a:r>
            <a:r>
              <a:rPr lang="zh-CN" altLang="en-US" sz="3200" dirty="0" smtClean="0">
                <a:latin typeface="微软雅黑" panose="020B0503020204020204" pitchFamily="34" charset="-122"/>
                <a:ea typeface="微软雅黑" panose="020B0503020204020204" pitchFamily="34" charset="-122"/>
              </a:rPr>
              <a:t>、</a:t>
            </a:r>
            <a:endParaRPr lang="en-US" altLang="zh-CN" sz="3200" dirty="0" smtClean="0">
              <a:latin typeface="微软雅黑" panose="020B0503020204020204" pitchFamily="34" charset="-122"/>
              <a:ea typeface="微软雅黑" panose="020B0503020204020204" pitchFamily="34" charset="-122"/>
            </a:endParaRPr>
          </a:p>
          <a:p>
            <a:pPr>
              <a:lnSpc>
                <a:spcPct val="120000"/>
              </a:lnSpc>
            </a:pPr>
            <a:r>
              <a:rPr lang="zh-CN" altLang="en-US" sz="3200" dirty="0" smtClean="0">
                <a:latin typeface="微软雅黑" panose="020B0503020204020204" pitchFamily="34" charset="-122"/>
                <a:ea typeface="微软雅黑" panose="020B0503020204020204" pitchFamily="34" charset="-122"/>
              </a:rPr>
              <a:t>速度</a:t>
            </a:r>
            <a:r>
              <a:rPr lang="zh-CN" altLang="en-US" sz="3200" dirty="0">
                <a:latin typeface="微软雅黑" panose="020B0503020204020204" pitchFamily="34" charset="-122"/>
                <a:ea typeface="微软雅黑" panose="020B0503020204020204" pitchFamily="34" charset="-122"/>
              </a:rPr>
              <a:t>、配置、结构复杂程度、造价和</a:t>
            </a:r>
            <a:r>
              <a:rPr lang="zh-CN" altLang="en-US" sz="3200" dirty="0" smtClean="0">
                <a:latin typeface="微软雅黑" panose="020B0503020204020204" pitchFamily="34" charset="-122"/>
                <a:ea typeface="微软雅黑" panose="020B0503020204020204" pitchFamily="34" charset="-122"/>
              </a:rPr>
              <a:t>适应</a:t>
            </a:r>
            <a:endParaRPr lang="en-US" altLang="zh-CN" sz="3200" dirty="0" smtClean="0">
              <a:latin typeface="微软雅黑" panose="020B0503020204020204" pitchFamily="34" charset="-122"/>
              <a:ea typeface="微软雅黑" panose="020B0503020204020204" pitchFamily="34" charset="-122"/>
            </a:endParaRPr>
          </a:p>
          <a:p>
            <a:pPr>
              <a:lnSpc>
                <a:spcPct val="120000"/>
              </a:lnSpc>
            </a:pPr>
            <a:r>
              <a:rPr lang="zh-CN" altLang="en-US" sz="3200" dirty="0" smtClean="0">
                <a:latin typeface="微软雅黑" panose="020B0503020204020204" pitchFamily="34" charset="-122"/>
                <a:ea typeface="微软雅黑" panose="020B0503020204020204" pitchFamily="34" charset="-122"/>
              </a:rPr>
              <a:t>性</a:t>
            </a:r>
            <a:r>
              <a:rPr lang="zh-CN" altLang="en-US" sz="3200" dirty="0">
                <a:latin typeface="微软雅黑" panose="020B0503020204020204" pitchFamily="34" charset="-122"/>
                <a:ea typeface="微软雅黑" panose="020B0503020204020204" pitchFamily="34" charset="-122"/>
              </a:rPr>
              <a:t>等方面是有区别的。</a:t>
            </a:r>
          </a:p>
          <a:p>
            <a:pPr>
              <a:lnSpc>
                <a:spcPct val="120000"/>
              </a:lnSpc>
            </a:pPr>
            <a:r>
              <a:rPr lang="zh-CN" altLang="en-US" sz="3200" dirty="0">
                <a:latin typeface="微软雅黑" panose="020B0503020204020204" pitchFamily="34" charset="-122"/>
                <a:ea typeface="微软雅黑" panose="020B0503020204020204" pitchFamily="34" charset="-122"/>
              </a:rPr>
              <a:t>    专用计算机针对某类问题能显示出最有效、最快速和最经济的特性，但它的适应性较差，不适于其它方面的应用。 </a:t>
            </a:r>
          </a:p>
          <a:p>
            <a:pPr>
              <a:lnSpc>
                <a:spcPct val="120000"/>
              </a:lnSpc>
            </a:pPr>
            <a:r>
              <a:rPr lang="zh-CN" altLang="en-US" sz="3200" dirty="0">
                <a:latin typeface="微软雅黑" panose="020B0503020204020204" pitchFamily="34" charset="-122"/>
                <a:ea typeface="微软雅黑" panose="020B0503020204020204" pitchFamily="34" charset="-122"/>
              </a:rPr>
              <a:t>    通用计算机按</a:t>
            </a:r>
            <a:r>
              <a:rPr lang="zh-CN" altLang="en-US" sz="3200" dirty="0" smtClean="0">
                <a:latin typeface="微软雅黑" panose="020B0503020204020204" pitchFamily="34" charset="-122"/>
                <a:ea typeface="微软雅黑" panose="020B0503020204020204" pitchFamily="34" charset="-122"/>
              </a:rPr>
              <a:t>其体积、简易型、功率损耗、性能指标、数据</a:t>
            </a:r>
            <a:r>
              <a:rPr lang="zh-CN" altLang="en-US" sz="3200" dirty="0">
                <a:latin typeface="微软雅黑" panose="020B0503020204020204" pitchFamily="34" charset="-122"/>
                <a:ea typeface="微软雅黑" panose="020B0503020204020204" pitchFamily="34" charset="-122"/>
              </a:rPr>
              <a:t>存储容量、指令系统规模和机器价格</a:t>
            </a:r>
            <a:r>
              <a:rPr lang="zh-CN" altLang="en-US" sz="3200" dirty="0" smtClean="0">
                <a:latin typeface="微软雅黑" panose="020B0503020204020204" pitchFamily="34" charset="-122"/>
                <a:ea typeface="微软雅黑" panose="020B0503020204020204" pitchFamily="34" charset="-122"/>
              </a:rPr>
              <a:t>等又</a:t>
            </a:r>
            <a:r>
              <a:rPr lang="zh-CN" altLang="en-US" sz="3200" dirty="0">
                <a:latin typeface="微软雅黑" panose="020B0503020204020204" pitchFamily="34" charset="-122"/>
                <a:ea typeface="微软雅黑" panose="020B0503020204020204" pitchFamily="34" charset="-122"/>
              </a:rPr>
              <a:t>可</a:t>
            </a:r>
            <a:r>
              <a:rPr lang="zh-CN" altLang="en-US" sz="3200" dirty="0" smtClean="0">
                <a:latin typeface="微软雅黑" panose="020B0503020204020204" pitchFamily="34" charset="-122"/>
                <a:ea typeface="微软雅黑" panose="020B0503020204020204" pitchFamily="34" charset="-122"/>
              </a:rPr>
              <a:t>分为超级计算机、</a:t>
            </a:r>
            <a:r>
              <a:rPr lang="zh-CN" altLang="en-US" sz="3200" dirty="0">
                <a:latin typeface="微软雅黑" panose="020B0503020204020204" pitchFamily="34" charset="-122"/>
                <a:ea typeface="微软雅黑" panose="020B0503020204020204" pitchFamily="34" charset="-122"/>
              </a:rPr>
              <a:t>大型机</a:t>
            </a:r>
            <a:r>
              <a:rPr lang="zh-CN" altLang="en-US" sz="3200" dirty="0" smtClean="0">
                <a:latin typeface="微软雅黑" panose="020B0503020204020204" pitchFamily="34" charset="-122"/>
                <a:ea typeface="微软雅黑" panose="020B0503020204020204" pitchFamily="34" charset="-122"/>
              </a:rPr>
              <a:t>、服务器、</a:t>
            </a:r>
            <a:r>
              <a:rPr lang="en-US" altLang="zh-CN" sz="3200" dirty="0" smtClean="0">
                <a:latin typeface="微软雅黑" panose="020B0503020204020204" pitchFamily="34" charset="-122"/>
                <a:ea typeface="微软雅黑" panose="020B0503020204020204" pitchFamily="34" charset="-122"/>
              </a:rPr>
              <a:t>PC</a:t>
            </a:r>
            <a:r>
              <a:rPr lang="zh-CN" altLang="en-US" sz="3200" dirty="0" smtClean="0">
                <a:latin typeface="微软雅黑" panose="020B0503020204020204" pitchFamily="34" charset="-122"/>
                <a:ea typeface="微软雅黑" panose="020B0503020204020204" pitchFamily="34" charset="-122"/>
              </a:rPr>
              <a:t>机、单片机和多核机。</a:t>
            </a:r>
            <a:endParaRPr lang="zh-CN" altLang="en-US" sz="3200" dirty="0">
              <a:latin typeface="微软雅黑" panose="020B0503020204020204" pitchFamily="34" charset="-122"/>
              <a:ea typeface="微软雅黑" panose="020B0503020204020204" pitchFamily="34" charset="-122"/>
            </a:endParaRPr>
          </a:p>
        </p:txBody>
      </p:sp>
    </p:spTree>
  </p:cSld>
  <p:clrMapOvr>
    <a:masterClrMapping/>
  </p:clrMapOvr>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3074"/>
          <p:cNvSpPr>
            <a:spLocks noChangeArrowheads="1"/>
          </p:cNvSpPr>
          <p:nvPr/>
        </p:nvSpPr>
        <p:spPr bwMode="auto">
          <a:xfrm>
            <a:off x="182563" y="260350"/>
            <a:ext cx="8640762" cy="6370638"/>
          </a:xfrm>
          <a:prstGeom prst="rect">
            <a:avLst/>
          </a:prstGeom>
          <a:noFill/>
          <a:ln w="9525">
            <a:noFill/>
            <a:miter lim="800000"/>
            <a:headEnd/>
            <a:tailEnd/>
          </a:ln>
        </p:spPr>
        <p:txBody>
          <a:bodyPr>
            <a:spAutoFit/>
          </a:bodyPr>
          <a:lstStyle/>
          <a:p>
            <a:pPr algn="just">
              <a:spcBef>
                <a:spcPts val="1200"/>
              </a:spcBef>
            </a:pPr>
            <a:r>
              <a:rPr lang="zh-CN" altLang="en-US" sz="4000" b="1">
                <a:solidFill>
                  <a:srgbClr val="CC0000"/>
                </a:solidFill>
                <a:latin typeface="黑体" pitchFamily="2" charset="-122"/>
                <a:ea typeface="黑体" pitchFamily="2" charset="-122"/>
              </a:rPr>
              <a:t>计算机发展</a:t>
            </a:r>
          </a:p>
          <a:p>
            <a:pPr algn="just" eaLnBrk="0" hangingPunct="0">
              <a:spcBef>
                <a:spcPts val="1200"/>
              </a:spcBef>
            </a:pPr>
            <a:r>
              <a:rPr lang="zh-CN" altLang="en-US" sz="3600" b="1">
                <a:latin typeface="黑体" pitchFamily="2" charset="-122"/>
                <a:ea typeface="黑体" pitchFamily="2" charset="-122"/>
              </a:rPr>
              <a:t> </a:t>
            </a:r>
            <a:r>
              <a:rPr lang="zh-CN" altLang="en-US" sz="3600" b="1">
                <a:solidFill>
                  <a:srgbClr val="FF0000"/>
                </a:solidFill>
                <a:latin typeface="黑体" pitchFamily="2" charset="-122"/>
                <a:ea typeface="黑体" pitchFamily="2" charset="-122"/>
              </a:rPr>
              <a:t>以计算机所采用的逻辑元件作为标准</a:t>
            </a:r>
          </a:p>
          <a:p>
            <a:pPr algn="just" eaLnBrk="0" hangingPunct="0">
              <a:spcBef>
                <a:spcPts val="1200"/>
              </a:spcBef>
            </a:pPr>
            <a:r>
              <a:rPr lang="zh-CN" altLang="en-US" sz="3600" b="1">
                <a:latin typeface="黑体" pitchFamily="2" charset="-122"/>
                <a:ea typeface="黑体" pitchFamily="2" charset="-122"/>
              </a:rPr>
              <a:t>    第一代 电子管</a:t>
            </a:r>
          </a:p>
          <a:p>
            <a:pPr algn="just" eaLnBrk="0" hangingPunct="0">
              <a:spcBef>
                <a:spcPts val="1200"/>
              </a:spcBef>
            </a:pPr>
            <a:r>
              <a:rPr lang="zh-CN" altLang="en-US" sz="3600" b="1">
                <a:latin typeface="黑体" pitchFamily="2" charset="-122"/>
                <a:ea typeface="黑体" pitchFamily="2" charset="-122"/>
              </a:rPr>
              <a:t>    第二代 晶体管</a:t>
            </a:r>
          </a:p>
          <a:p>
            <a:pPr algn="just" eaLnBrk="0" hangingPunct="0">
              <a:spcBef>
                <a:spcPts val="1200"/>
              </a:spcBef>
            </a:pPr>
            <a:r>
              <a:rPr lang="zh-CN" altLang="en-US" sz="3600" b="1">
                <a:latin typeface="黑体" pitchFamily="2" charset="-122"/>
                <a:ea typeface="黑体" pitchFamily="2" charset="-122"/>
              </a:rPr>
              <a:t>    第三代 中、小规模集成</a:t>
            </a:r>
          </a:p>
          <a:p>
            <a:pPr eaLnBrk="0" hangingPunct="0">
              <a:spcBef>
                <a:spcPts val="1200"/>
              </a:spcBef>
            </a:pPr>
            <a:r>
              <a:rPr lang="zh-CN" altLang="en-US" sz="3600" b="1">
                <a:latin typeface="黑体" pitchFamily="2" charset="-122"/>
                <a:ea typeface="黑体" pitchFamily="2" charset="-122"/>
              </a:rPr>
              <a:t>    第四代 大规模和超大规模集成电路</a:t>
            </a:r>
          </a:p>
          <a:p>
            <a:pPr eaLnBrk="0" hangingPunct="0">
              <a:spcBef>
                <a:spcPts val="1200"/>
              </a:spcBef>
            </a:pPr>
            <a:r>
              <a:rPr lang="zh-CN" altLang="en-US" sz="3600" b="1">
                <a:latin typeface="黑体" pitchFamily="2" charset="-122"/>
                <a:ea typeface="黑体" pitchFamily="2" charset="-122"/>
              </a:rPr>
              <a:t>    习惯上称新一代计算机为第五代计算 </a:t>
            </a:r>
          </a:p>
          <a:p>
            <a:pPr eaLnBrk="0" hangingPunct="0">
              <a:spcBef>
                <a:spcPts val="1200"/>
              </a:spcBef>
            </a:pPr>
            <a:r>
              <a:rPr lang="zh-CN" altLang="en-US" sz="3600" b="1">
                <a:latin typeface="黑体" pitchFamily="2" charset="-122"/>
                <a:ea typeface="黑体" pitchFamily="2" charset="-122"/>
              </a:rPr>
              <a:t>机，是对第四代计算机以后的各种未来型</a:t>
            </a:r>
          </a:p>
          <a:p>
            <a:pPr eaLnBrk="0" hangingPunct="0">
              <a:spcBef>
                <a:spcPts val="1200"/>
              </a:spcBef>
            </a:pPr>
            <a:r>
              <a:rPr lang="zh-CN" altLang="en-US" sz="3600" b="1">
                <a:latin typeface="黑体" pitchFamily="2" charset="-122"/>
                <a:ea typeface="黑体" pitchFamily="2" charset="-122"/>
              </a:rPr>
              <a:t>计算机的总称  </a:t>
            </a: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9458" name="Rectangle 2"/>
          <p:cNvSpPr>
            <a:spLocks noChangeArrowheads="1"/>
          </p:cNvSpPr>
          <p:nvPr/>
        </p:nvSpPr>
        <p:spPr bwMode="auto">
          <a:xfrm>
            <a:off x="0" y="1768475"/>
            <a:ext cx="9144000" cy="641350"/>
          </a:xfrm>
          <a:prstGeom prst="rect">
            <a:avLst/>
          </a:prstGeom>
          <a:noFill/>
          <a:ln w="9525">
            <a:noFill/>
            <a:miter lim="800000"/>
            <a:headEnd/>
            <a:tailEnd/>
          </a:ln>
        </p:spPr>
        <p:txBody>
          <a:bodyPr>
            <a:spAutoFit/>
          </a:bodyPr>
          <a:lstStyle/>
          <a:p>
            <a:endParaRPr lang="en-US" altLang="zh-CN"/>
          </a:p>
          <a:p>
            <a:pPr lvl="1" eaLnBrk="0" hangingPunct="0"/>
            <a:endParaRPr lang="en-US" altLang="zh-CN"/>
          </a:p>
        </p:txBody>
      </p:sp>
      <p:sp>
        <p:nvSpPr>
          <p:cNvPr id="19459" name="Rectangle 3"/>
          <p:cNvSpPr>
            <a:spLocks noChangeArrowheads="1"/>
          </p:cNvSpPr>
          <p:nvPr/>
        </p:nvSpPr>
        <p:spPr bwMode="auto">
          <a:xfrm>
            <a:off x="228600" y="228600"/>
            <a:ext cx="8686800" cy="6018213"/>
          </a:xfrm>
          <a:prstGeom prst="rect">
            <a:avLst/>
          </a:prstGeom>
          <a:noFill/>
          <a:ln w="9525">
            <a:noFill/>
            <a:miter lim="800000"/>
            <a:headEnd/>
            <a:tailEnd/>
          </a:ln>
        </p:spPr>
        <p:txBody>
          <a:bodyPr tIns="15870" rIns="228528" bIns="92046">
            <a:spAutoFit/>
          </a:bodyPr>
          <a:lstStyle/>
          <a:p>
            <a:pPr eaLnBrk="0" hangingPunct="0">
              <a:spcBef>
                <a:spcPts val="1200"/>
              </a:spcBef>
            </a:pPr>
            <a:r>
              <a:rPr lang="zh-CN" altLang="en-US" sz="4000" dirty="0">
                <a:solidFill>
                  <a:srgbClr val="CC0000"/>
                </a:solidFill>
                <a:latin typeface="黑体" pitchFamily="2" charset="-122"/>
                <a:ea typeface="黑体" pitchFamily="2" charset="-122"/>
              </a:rPr>
              <a:t>计算机发展方向</a:t>
            </a:r>
          </a:p>
          <a:p>
            <a:pPr eaLnBrk="0" hangingPunct="0">
              <a:spcBef>
                <a:spcPts val="1200"/>
              </a:spcBef>
            </a:pPr>
            <a:r>
              <a:rPr lang="zh-CN" altLang="en-US" sz="3600" dirty="0">
                <a:latin typeface="黑体" pitchFamily="2" charset="-122"/>
                <a:ea typeface="黑体" pitchFamily="2" charset="-122"/>
              </a:rPr>
              <a:t>    计算机技术是当今世界发展最快的科学技术之一，未来的计算机将向巨型化、微型化、网络化、智能化等的方向发展。</a:t>
            </a:r>
          </a:p>
          <a:p>
            <a:pPr eaLnBrk="0" hangingPunct="0">
              <a:spcBef>
                <a:spcPts val="1200"/>
              </a:spcBef>
            </a:pPr>
            <a:r>
              <a:rPr lang="zh-CN" altLang="en-US" sz="3600" dirty="0">
                <a:latin typeface="黑体" pitchFamily="2" charset="-122"/>
                <a:ea typeface="黑体" pitchFamily="2" charset="-122"/>
              </a:rPr>
              <a:t>    巨型化：发展高速的、大存储量和强大功能的巨型计算机。巨型计算机主要应用于天文、气象、地质和核技术、航天飞机、卫星轨道计算等尖端科学技术领域。研制巨型计算机的技术水平是衡量一个国家科学技术和工业发展水平的重要标志。</a:t>
            </a:r>
            <a:endParaRPr lang="zh-CN" altLang="en-US" dirty="0"/>
          </a:p>
        </p:txBody>
      </p:sp>
    </p:spTree>
  </p:cSld>
  <p:clrMapOvr>
    <a:masterClrMapping/>
  </p:clrMapOvr>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0482" name="Rectangle 2"/>
          <p:cNvSpPr>
            <a:spLocks noChangeArrowheads="1"/>
          </p:cNvSpPr>
          <p:nvPr/>
        </p:nvSpPr>
        <p:spPr bwMode="auto">
          <a:xfrm>
            <a:off x="250825" y="260350"/>
            <a:ext cx="8686800" cy="6134100"/>
          </a:xfrm>
          <a:prstGeom prst="rect">
            <a:avLst/>
          </a:prstGeom>
          <a:noFill/>
          <a:ln w="9525">
            <a:noFill/>
            <a:miter lim="800000"/>
            <a:headEnd/>
            <a:tailEnd/>
          </a:ln>
        </p:spPr>
        <p:txBody>
          <a:bodyPr>
            <a:spAutoFit/>
          </a:bodyPr>
          <a:lstStyle/>
          <a:p>
            <a:r>
              <a:rPr lang="en-US" altLang="zh-CN" sz="3600">
                <a:latin typeface="黑体" pitchFamily="2" charset="-122"/>
                <a:ea typeface="黑体" pitchFamily="2" charset="-122"/>
              </a:rPr>
              <a:t>    </a:t>
            </a:r>
            <a:r>
              <a:rPr lang="zh-CN" altLang="en-US" sz="3600">
                <a:latin typeface="黑体" pitchFamily="2" charset="-122"/>
                <a:ea typeface="黑体" pitchFamily="2" charset="-122"/>
              </a:rPr>
              <a:t>微型化：利用微电子技术和超大规模集成电路技术，把计算机的体积进一步缩小，价格进一步降低，计算机的微型化已成为计算机发展的重要方向。各种笔记本式计算机和掌上计算机的大量面世和使用，是计算机微型化的一个标志。嵌入式系统通常将微小的计算机系统埋藏在宿主设备中，此类计算机一般不被设备使用者在意，亦称埋藏式计算机。这是计算机的微型化应用最多的领域，典型机种如微控制器、微处理器和</a:t>
            </a:r>
            <a:r>
              <a:rPr lang="en-US" altLang="zh-CN" sz="3600">
                <a:latin typeface="黑体" pitchFamily="2" charset="-122"/>
                <a:ea typeface="黑体" pitchFamily="2" charset="-122"/>
              </a:rPr>
              <a:t>DSP</a:t>
            </a:r>
            <a:r>
              <a:rPr lang="zh-CN" altLang="en-US" sz="3600">
                <a:latin typeface="黑体" pitchFamily="2" charset="-122"/>
                <a:ea typeface="黑体" pitchFamily="2" charset="-122"/>
              </a:rPr>
              <a:t>等。</a:t>
            </a:r>
          </a:p>
        </p:txBody>
      </p:sp>
    </p:spTree>
  </p:cSld>
  <p:clrMapOvr>
    <a:masterClrMapping/>
  </p:clrMapOvr>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1506" name="Rectangle 2"/>
          <p:cNvSpPr>
            <a:spLocks noChangeArrowheads="1"/>
          </p:cNvSpPr>
          <p:nvPr/>
        </p:nvSpPr>
        <p:spPr bwMode="auto">
          <a:xfrm>
            <a:off x="250825" y="404813"/>
            <a:ext cx="8610600" cy="4832350"/>
          </a:xfrm>
          <a:prstGeom prst="rect">
            <a:avLst/>
          </a:prstGeom>
          <a:noFill/>
          <a:ln w="9525">
            <a:noFill/>
            <a:miter lim="800000"/>
            <a:headEnd/>
            <a:tailEnd/>
          </a:ln>
        </p:spPr>
        <p:txBody>
          <a:bodyPr>
            <a:spAutoFit/>
          </a:bodyPr>
          <a:lstStyle/>
          <a:p>
            <a:pPr>
              <a:spcBef>
                <a:spcPts val="1200"/>
              </a:spcBef>
              <a:spcAft>
                <a:spcPts val="1200"/>
              </a:spcAft>
              <a:tabLst>
                <a:tab pos="457200" algn="l"/>
              </a:tabLst>
            </a:pPr>
            <a:r>
              <a:rPr lang="en-US" altLang="zh-CN" sz="3600">
                <a:latin typeface="黑体" pitchFamily="2" charset="-122"/>
                <a:ea typeface="黑体" pitchFamily="2" charset="-122"/>
              </a:rPr>
              <a:t>    </a:t>
            </a:r>
            <a:r>
              <a:rPr lang="zh-CN" altLang="en-US" sz="3600">
                <a:latin typeface="黑体" pitchFamily="2" charset="-122"/>
                <a:ea typeface="黑体" pitchFamily="2" charset="-122"/>
              </a:rPr>
              <a:t>网络化：计算机发展的又一个趋势</a:t>
            </a:r>
            <a:r>
              <a:rPr lang="en-US" altLang="zh-CN" sz="3600">
                <a:latin typeface="黑体" pitchFamily="2" charset="-122"/>
                <a:ea typeface="黑体" pitchFamily="2" charset="-122"/>
              </a:rPr>
              <a:t>.</a:t>
            </a:r>
            <a:r>
              <a:rPr lang="zh-CN" altLang="en-US" sz="3600">
                <a:latin typeface="黑体" pitchFamily="2" charset="-122"/>
                <a:ea typeface="黑体" pitchFamily="2" charset="-122"/>
              </a:rPr>
              <a:t>从单机走向联网，是计算机应用发展的必然结果。所谓计算机网络化，是指用现代通讯技术和计算机技术把分布在不同地点的计算机互联起来，组成一个规模更大、功能更强的可以互相通信的网络结构。</a:t>
            </a:r>
          </a:p>
          <a:p>
            <a:pPr>
              <a:spcBef>
                <a:spcPts val="1200"/>
              </a:spcBef>
              <a:spcAft>
                <a:spcPts val="1200"/>
              </a:spcAft>
              <a:tabLst>
                <a:tab pos="457200" algn="l"/>
              </a:tabLst>
            </a:pPr>
            <a:r>
              <a:rPr lang="zh-CN" altLang="en-US" sz="3600">
                <a:latin typeface="黑体" pitchFamily="2" charset="-122"/>
                <a:ea typeface="黑体" pitchFamily="2" charset="-122"/>
              </a:rPr>
              <a:t>    网络化的目的是使网络中的软、硬件和数据等资源，能被网络上的用户所共享。</a:t>
            </a:r>
            <a:endParaRPr lang="en-US" altLang="zh-CN" sz="3600">
              <a:latin typeface="黑体" pitchFamily="2" charset="-122"/>
              <a:ea typeface="黑体" pitchFamily="2" charset="-122"/>
            </a:endParaRPr>
          </a:p>
        </p:txBody>
      </p:sp>
    </p:spTree>
  </p:cSld>
  <p:clrMapOvr>
    <a:masterClrMapping/>
  </p:clrMapOvr>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2530" name="Rectangle 2"/>
          <p:cNvSpPr>
            <a:spLocks noChangeArrowheads="1"/>
          </p:cNvSpPr>
          <p:nvPr/>
        </p:nvSpPr>
        <p:spPr bwMode="auto">
          <a:xfrm>
            <a:off x="0" y="2492375"/>
            <a:ext cx="9144000" cy="641350"/>
          </a:xfrm>
          <a:prstGeom prst="rect">
            <a:avLst/>
          </a:prstGeom>
          <a:noFill/>
          <a:ln w="9525">
            <a:noFill/>
            <a:miter lim="800000"/>
            <a:headEnd/>
            <a:tailEnd/>
          </a:ln>
        </p:spPr>
        <p:txBody>
          <a:bodyPr>
            <a:spAutoFit/>
          </a:bodyPr>
          <a:lstStyle/>
          <a:p>
            <a:endParaRPr lang="en-US" altLang="zh-CN"/>
          </a:p>
          <a:p>
            <a:pPr lvl="1" eaLnBrk="0" hangingPunct="0"/>
            <a:endParaRPr lang="en-US" altLang="zh-CN"/>
          </a:p>
        </p:txBody>
      </p:sp>
      <p:sp>
        <p:nvSpPr>
          <p:cNvPr id="22531" name="Rectangle 3"/>
          <p:cNvSpPr>
            <a:spLocks noChangeArrowheads="1"/>
          </p:cNvSpPr>
          <p:nvPr/>
        </p:nvSpPr>
        <p:spPr bwMode="auto">
          <a:xfrm>
            <a:off x="152400" y="115888"/>
            <a:ext cx="8686800" cy="6572250"/>
          </a:xfrm>
          <a:prstGeom prst="rect">
            <a:avLst/>
          </a:prstGeom>
          <a:noFill/>
          <a:ln w="9525">
            <a:noFill/>
            <a:miter lim="800000"/>
            <a:headEnd/>
            <a:tailEnd/>
          </a:ln>
        </p:spPr>
        <p:txBody>
          <a:bodyPr tIns="15870" rIns="228528" bIns="92046">
            <a:spAutoFit/>
          </a:bodyPr>
          <a:lstStyle/>
          <a:p>
            <a:pPr>
              <a:spcBef>
                <a:spcPts val="1200"/>
              </a:spcBef>
              <a:spcAft>
                <a:spcPts val="1200"/>
              </a:spcAft>
            </a:pPr>
            <a:r>
              <a:rPr lang="en-US" altLang="zh-CN" sz="3600">
                <a:latin typeface="黑体" pitchFamily="2" charset="-122"/>
                <a:ea typeface="黑体" pitchFamily="2" charset="-122"/>
              </a:rPr>
              <a:t>    </a:t>
            </a:r>
            <a:r>
              <a:rPr lang="zh-CN" altLang="en-US" sz="3600">
                <a:latin typeface="黑体" pitchFamily="2" charset="-122"/>
                <a:ea typeface="黑体" pitchFamily="2" charset="-122"/>
              </a:rPr>
              <a:t>计算机智能化：指使计算机具有模拟人的感觉和思维过程的能力。新一代计算机，将可以模拟人的感觉行为和思维过程的机理，进行“看、听、说、想、做”，具有逻辑推理、学习与证明的能力。</a:t>
            </a:r>
            <a:endParaRPr lang="en-US" altLang="zh-CN" sz="3600">
              <a:latin typeface="黑体" pitchFamily="2" charset="-122"/>
              <a:ea typeface="黑体" pitchFamily="2" charset="-122"/>
            </a:endParaRPr>
          </a:p>
          <a:p>
            <a:pPr>
              <a:spcBef>
                <a:spcPts val="1200"/>
              </a:spcBef>
              <a:spcAft>
                <a:spcPts val="1200"/>
              </a:spcAft>
            </a:pPr>
            <a:r>
              <a:rPr lang="en-US" altLang="zh-CN" sz="3600">
                <a:latin typeface="黑体" pitchFamily="2" charset="-122"/>
                <a:ea typeface="黑体" pitchFamily="2" charset="-122"/>
              </a:rPr>
              <a:t>    </a:t>
            </a:r>
            <a:r>
              <a:rPr lang="zh-CN" altLang="en-US" sz="3600">
                <a:latin typeface="黑体" pitchFamily="2" charset="-122"/>
                <a:ea typeface="黑体" pitchFamily="2" charset="-122"/>
              </a:rPr>
              <a:t>计算机的发展趋势是向</a:t>
            </a:r>
            <a:r>
              <a:rPr lang="en-US" altLang="zh-CN" sz="3600">
                <a:latin typeface="黑体" pitchFamily="2" charset="-122"/>
                <a:ea typeface="黑体" pitchFamily="2" charset="-122"/>
              </a:rPr>
              <a:t>"</a:t>
            </a:r>
            <a:r>
              <a:rPr lang="zh-CN" altLang="en-US" sz="3600">
                <a:latin typeface="黑体" pitchFamily="2" charset="-122"/>
                <a:ea typeface="黑体" pitchFamily="2" charset="-122"/>
              </a:rPr>
              <a:t>两极</a:t>
            </a:r>
            <a:r>
              <a:rPr lang="en-US" altLang="zh-CN" sz="3600">
                <a:latin typeface="黑体" pitchFamily="2" charset="-122"/>
                <a:ea typeface="黑体" pitchFamily="2" charset="-122"/>
              </a:rPr>
              <a:t>"</a:t>
            </a:r>
            <a:r>
              <a:rPr lang="zh-CN" altLang="en-US" sz="3600">
                <a:latin typeface="黑体" pitchFamily="2" charset="-122"/>
                <a:ea typeface="黑体" pitchFamily="2" charset="-122"/>
              </a:rPr>
              <a:t>分化。</a:t>
            </a:r>
          </a:p>
          <a:p>
            <a:pPr>
              <a:spcBef>
                <a:spcPts val="1200"/>
              </a:spcBef>
              <a:spcAft>
                <a:spcPts val="1200"/>
              </a:spcAft>
            </a:pPr>
            <a:r>
              <a:rPr lang="zh-CN" altLang="en-US" sz="3600">
                <a:latin typeface="黑体" pitchFamily="2" charset="-122"/>
                <a:ea typeface="黑体" pitchFamily="2" charset="-122"/>
              </a:rPr>
              <a:t>　　一极是微型机向更微型化、网络化、高性能、多用途方向发展。</a:t>
            </a:r>
          </a:p>
          <a:p>
            <a:pPr>
              <a:spcBef>
                <a:spcPts val="1200"/>
              </a:spcBef>
              <a:spcAft>
                <a:spcPts val="1200"/>
              </a:spcAft>
            </a:pPr>
            <a:r>
              <a:rPr lang="zh-CN" altLang="en-US" sz="3600">
                <a:latin typeface="黑体" pitchFamily="2" charset="-122"/>
                <a:ea typeface="黑体" pitchFamily="2" charset="-122"/>
              </a:rPr>
              <a:t>　　一极则是巨型机向更巨型化、超高速、并行处理、智能化方向发展。</a:t>
            </a:r>
          </a:p>
        </p:txBody>
      </p:sp>
    </p:spTree>
  </p:cSld>
  <p:clrMapOvr>
    <a:masterClrMapping/>
  </p:clrMapOvr>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矩形 3"/>
          <p:cNvSpPr>
            <a:spLocks noChangeArrowheads="1"/>
          </p:cNvSpPr>
          <p:nvPr/>
        </p:nvSpPr>
        <p:spPr bwMode="auto">
          <a:xfrm>
            <a:off x="323850" y="44450"/>
            <a:ext cx="8569325" cy="6861175"/>
          </a:xfrm>
          <a:prstGeom prst="rect">
            <a:avLst/>
          </a:prstGeom>
          <a:noFill/>
          <a:ln w="9525">
            <a:noFill/>
            <a:miter lim="800000"/>
            <a:headEnd/>
            <a:tailEnd/>
          </a:ln>
        </p:spPr>
        <p:txBody>
          <a:bodyPr>
            <a:spAutoFit/>
          </a:bodyPr>
          <a:lstStyle/>
          <a:p>
            <a:pPr>
              <a:spcAft>
                <a:spcPts val="1800"/>
              </a:spcAft>
            </a:pPr>
            <a:r>
              <a:rPr lang="zh-CN" altLang="zh-CN" sz="3600">
                <a:latin typeface="黑体" pitchFamily="2" charset="-122"/>
                <a:ea typeface="黑体" pitchFamily="2" charset="-122"/>
              </a:rPr>
              <a:t>计算机的性能指标</a:t>
            </a:r>
          </a:p>
          <a:p>
            <a:pPr>
              <a:lnSpc>
                <a:spcPct val="120000"/>
              </a:lnSpc>
            </a:pPr>
            <a:r>
              <a:rPr lang="zh-CN" altLang="zh-CN" sz="3600" b="1">
                <a:latin typeface="黑体" pitchFamily="2" charset="-122"/>
                <a:ea typeface="黑体" pitchFamily="2" charset="-122"/>
              </a:rPr>
              <a:t>吞吐量</a:t>
            </a:r>
            <a:r>
              <a:rPr lang="zh-CN" altLang="en-US" sz="3600" b="1">
                <a:latin typeface="黑体" pitchFamily="2" charset="-122"/>
                <a:ea typeface="黑体" pitchFamily="2" charset="-122"/>
              </a:rPr>
              <a:t>：</a:t>
            </a:r>
            <a:r>
              <a:rPr lang="zh-CN" altLang="zh-CN" sz="3600">
                <a:latin typeface="黑体" pitchFamily="2" charset="-122"/>
                <a:ea typeface="黑体" pitchFamily="2" charset="-122"/>
              </a:rPr>
              <a:t>表征一台计算机在某一时间间隔内能够处理的信息量，单位是字节/秒（B/S）。</a:t>
            </a:r>
            <a:br>
              <a:rPr lang="zh-CN" altLang="zh-CN" sz="3600">
                <a:latin typeface="黑体" pitchFamily="2" charset="-122"/>
                <a:ea typeface="黑体" pitchFamily="2" charset="-122"/>
              </a:rPr>
            </a:br>
            <a:r>
              <a:rPr lang="zh-CN" altLang="zh-CN" sz="3600" b="1">
                <a:latin typeface="黑体" pitchFamily="2" charset="-122"/>
                <a:ea typeface="黑体" pitchFamily="2" charset="-122"/>
              </a:rPr>
              <a:t>响应时间</a:t>
            </a:r>
            <a:r>
              <a:rPr lang="zh-CN" altLang="en-US" sz="3600" b="1">
                <a:latin typeface="黑体" pitchFamily="2" charset="-122"/>
                <a:ea typeface="黑体" pitchFamily="2" charset="-122"/>
              </a:rPr>
              <a:t>：</a:t>
            </a:r>
            <a:r>
              <a:rPr lang="zh-CN" altLang="zh-CN" sz="3600">
                <a:latin typeface="黑体" pitchFamily="2" charset="-122"/>
                <a:ea typeface="黑体" pitchFamily="2" charset="-122"/>
              </a:rPr>
              <a:t>表征从输入有效到系统产生响应之间的时间度量，用时间单位来度量，例如微秒（10</a:t>
            </a:r>
            <a:r>
              <a:rPr lang="zh-CN" altLang="zh-CN" sz="3600" baseline="30000">
                <a:latin typeface="黑体" pitchFamily="2" charset="-122"/>
                <a:ea typeface="黑体" pitchFamily="2" charset="-122"/>
              </a:rPr>
              <a:t>-6</a:t>
            </a:r>
            <a:r>
              <a:rPr lang="zh-CN" altLang="zh-CN" sz="3600">
                <a:latin typeface="黑体" pitchFamily="2" charset="-122"/>
                <a:ea typeface="黑体" pitchFamily="2" charset="-122"/>
              </a:rPr>
              <a:t>S）、纳秒（10</a:t>
            </a:r>
            <a:r>
              <a:rPr lang="zh-CN" altLang="zh-CN" sz="3600" baseline="30000">
                <a:latin typeface="黑体" pitchFamily="2" charset="-122"/>
                <a:ea typeface="黑体" pitchFamily="2" charset="-122"/>
              </a:rPr>
              <a:t>-9</a:t>
            </a:r>
            <a:r>
              <a:rPr lang="zh-CN" altLang="zh-CN" sz="3600">
                <a:latin typeface="黑体" pitchFamily="2" charset="-122"/>
                <a:ea typeface="黑体" pitchFamily="2" charset="-122"/>
              </a:rPr>
              <a:t>S）。</a:t>
            </a:r>
            <a:br>
              <a:rPr lang="zh-CN" altLang="zh-CN" sz="3600">
                <a:latin typeface="黑体" pitchFamily="2" charset="-122"/>
                <a:ea typeface="黑体" pitchFamily="2" charset="-122"/>
              </a:rPr>
            </a:br>
            <a:r>
              <a:rPr lang="zh-CN" altLang="zh-CN" sz="3600" b="1">
                <a:latin typeface="黑体" pitchFamily="2" charset="-122"/>
                <a:ea typeface="黑体" pitchFamily="2" charset="-122"/>
              </a:rPr>
              <a:t>利用率</a:t>
            </a:r>
            <a:r>
              <a:rPr lang="zh-CN" altLang="en-US" sz="3600" b="1">
                <a:latin typeface="黑体" pitchFamily="2" charset="-122"/>
                <a:ea typeface="黑体" pitchFamily="2" charset="-122"/>
              </a:rPr>
              <a:t>：</a:t>
            </a:r>
            <a:r>
              <a:rPr lang="zh-CN" altLang="zh-CN" sz="3600">
                <a:latin typeface="黑体" pitchFamily="2" charset="-122"/>
                <a:ea typeface="黑体" pitchFamily="2" charset="-122"/>
              </a:rPr>
              <a:t>表示在给定的时间间隔内，系统被实际使用的时间所占的比率，一般用百分比表示。</a:t>
            </a:r>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矩形 3"/>
          <p:cNvSpPr>
            <a:spLocks noChangeArrowheads="1"/>
          </p:cNvSpPr>
          <p:nvPr/>
        </p:nvSpPr>
        <p:spPr bwMode="auto">
          <a:xfrm>
            <a:off x="179388" y="68263"/>
            <a:ext cx="8713787" cy="6740525"/>
          </a:xfrm>
          <a:prstGeom prst="rect">
            <a:avLst/>
          </a:prstGeom>
          <a:solidFill>
            <a:schemeClr val="bg1"/>
          </a:solidFill>
          <a:ln w="9525">
            <a:noFill/>
            <a:miter lim="800000"/>
            <a:headEnd/>
            <a:tailEnd/>
          </a:ln>
        </p:spPr>
        <p:txBody>
          <a:bodyPr>
            <a:spAutoFit/>
          </a:bodyPr>
          <a:lstStyle/>
          <a:p>
            <a:pPr>
              <a:lnSpc>
                <a:spcPct val="120000"/>
              </a:lnSpc>
            </a:pPr>
            <a:r>
              <a:rPr lang="zh-CN" altLang="zh-CN" sz="3600" b="1">
                <a:latin typeface="黑体" pitchFamily="2" charset="-122"/>
                <a:ea typeface="黑体" pitchFamily="2" charset="-122"/>
              </a:rPr>
              <a:t>处理机字长</a:t>
            </a:r>
            <a:r>
              <a:rPr lang="zh-CN" altLang="en-US" sz="3600" b="1">
                <a:latin typeface="黑体" pitchFamily="2" charset="-122"/>
                <a:ea typeface="黑体" pitchFamily="2" charset="-122"/>
              </a:rPr>
              <a:t>：</a:t>
            </a:r>
            <a:r>
              <a:rPr lang="zh-CN" altLang="zh-CN" sz="3600">
                <a:latin typeface="黑体" pitchFamily="2" charset="-122"/>
                <a:ea typeface="黑体" pitchFamily="2" charset="-122"/>
              </a:rPr>
              <a:t>指处理机运算器中一次能够完成二进制数运算的位数。当前处理机的字长有8位、16位、32位、64位。字长越长，表示计算的精度越高。 　</a:t>
            </a:r>
            <a:endParaRPr lang="en-US" altLang="zh-CN" sz="3600">
              <a:latin typeface="黑体" pitchFamily="2" charset="-122"/>
              <a:ea typeface="黑体" pitchFamily="2" charset="-122"/>
            </a:endParaRPr>
          </a:p>
          <a:p>
            <a:pPr>
              <a:lnSpc>
                <a:spcPct val="120000"/>
              </a:lnSpc>
            </a:pPr>
            <a:r>
              <a:rPr lang="zh-CN" altLang="zh-CN" sz="3600" b="1">
                <a:latin typeface="黑体" pitchFamily="2" charset="-122"/>
                <a:ea typeface="黑体" pitchFamily="2" charset="-122"/>
              </a:rPr>
              <a:t>总线宽度</a:t>
            </a:r>
            <a:r>
              <a:rPr lang="zh-CN" altLang="en-US" sz="3600" b="1">
                <a:latin typeface="黑体" pitchFamily="2" charset="-122"/>
                <a:ea typeface="黑体" pitchFamily="2" charset="-122"/>
              </a:rPr>
              <a:t>：</a:t>
            </a:r>
            <a:r>
              <a:rPr lang="zh-CN" altLang="zh-CN" sz="3600">
                <a:latin typeface="黑体" pitchFamily="2" charset="-122"/>
                <a:ea typeface="黑体" pitchFamily="2" charset="-122"/>
              </a:rPr>
              <a:t>一般指CPU中运算器与存储器之间进行互连的内部总线二进制位数。</a:t>
            </a:r>
            <a:br>
              <a:rPr lang="zh-CN" altLang="zh-CN" sz="3600">
                <a:latin typeface="黑体" pitchFamily="2" charset="-122"/>
                <a:ea typeface="黑体" pitchFamily="2" charset="-122"/>
              </a:rPr>
            </a:br>
            <a:r>
              <a:rPr lang="zh-CN" altLang="zh-CN" sz="3600" b="1">
                <a:latin typeface="黑体" pitchFamily="2" charset="-122"/>
                <a:ea typeface="黑体" pitchFamily="2" charset="-122"/>
              </a:rPr>
              <a:t>存储器容量</a:t>
            </a:r>
            <a:r>
              <a:rPr lang="zh-CN" altLang="en-US" sz="3600" b="1">
                <a:latin typeface="黑体" pitchFamily="2" charset="-122"/>
                <a:ea typeface="黑体" pitchFamily="2" charset="-122"/>
              </a:rPr>
              <a:t>：</a:t>
            </a:r>
            <a:r>
              <a:rPr lang="zh-CN" altLang="zh-CN" sz="3600">
                <a:latin typeface="黑体" pitchFamily="2" charset="-122"/>
                <a:ea typeface="黑体" pitchFamily="2" charset="-122"/>
              </a:rPr>
              <a:t>存储器中所有存储单元的总数目，通常用KB、MB、GB、TB来表示。</a:t>
            </a:r>
            <a:endParaRPr lang="en-US" altLang="zh-CN" sz="3600">
              <a:latin typeface="黑体" pitchFamily="2" charset="-122"/>
              <a:ea typeface="黑体" pitchFamily="2" charset="-122"/>
            </a:endParaRPr>
          </a:p>
          <a:p>
            <a:pPr>
              <a:lnSpc>
                <a:spcPct val="120000"/>
              </a:lnSpc>
            </a:pPr>
            <a:r>
              <a:rPr lang="en-US" altLang="zh-CN" sz="3600">
                <a:latin typeface="黑体" pitchFamily="2" charset="-122"/>
                <a:ea typeface="黑体" pitchFamily="2" charset="-122"/>
              </a:rPr>
              <a:t>    </a:t>
            </a:r>
            <a:r>
              <a:rPr lang="zh-CN" altLang="zh-CN" sz="3600">
                <a:latin typeface="黑体" pitchFamily="2" charset="-122"/>
                <a:ea typeface="黑体" pitchFamily="2" charset="-122"/>
              </a:rPr>
              <a:t>其中K=2</a:t>
            </a:r>
            <a:r>
              <a:rPr lang="zh-CN" altLang="zh-CN" sz="3600" baseline="30000">
                <a:latin typeface="黑体" pitchFamily="2" charset="-122"/>
                <a:ea typeface="黑体" pitchFamily="2" charset="-122"/>
              </a:rPr>
              <a:t>10</a:t>
            </a:r>
            <a:r>
              <a:rPr lang="zh-CN" altLang="zh-CN" sz="3600">
                <a:latin typeface="黑体" pitchFamily="2" charset="-122"/>
                <a:ea typeface="黑体" pitchFamily="2" charset="-122"/>
              </a:rPr>
              <a:t>，M=2</a:t>
            </a:r>
            <a:r>
              <a:rPr lang="zh-CN" altLang="zh-CN" sz="3600" baseline="30000">
                <a:latin typeface="黑体" pitchFamily="2" charset="-122"/>
                <a:ea typeface="黑体" pitchFamily="2" charset="-122"/>
              </a:rPr>
              <a:t>20</a:t>
            </a:r>
            <a:r>
              <a:rPr lang="zh-CN" altLang="zh-CN" sz="3600">
                <a:latin typeface="黑体" pitchFamily="2" charset="-122"/>
                <a:ea typeface="黑体" pitchFamily="2" charset="-122"/>
              </a:rPr>
              <a:t>，G=2</a:t>
            </a:r>
            <a:r>
              <a:rPr lang="zh-CN" altLang="zh-CN" sz="3600" baseline="30000">
                <a:latin typeface="黑体" pitchFamily="2" charset="-122"/>
                <a:ea typeface="黑体" pitchFamily="2" charset="-122"/>
              </a:rPr>
              <a:t>30</a:t>
            </a:r>
            <a:r>
              <a:rPr lang="zh-CN" altLang="zh-CN" sz="3600">
                <a:latin typeface="黑体" pitchFamily="2" charset="-122"/>
                <a:ea typeface="黑体" pitchFamily="2" charset="-122"/>
              </a:rPr>
              <a:t>，T=2</a:t>
            </a:r>
            <a:r>
              <a:rPr lang="zh-CN" altLang="zh-CN" sz="3600" baseline="30000">
                <a:latin typeface="黑体" pitchFamily="2" charset="-122"/>
                <a:ea typeface="黑体" pitchFamily="2" charset="-122"/>
              </a:rPr>
              <a:t>40</a:t>
            </a:r>
            <a:r>
              <a:rPr lang="zh-CN" altLang="zh-CN" sz="3600">
                <a:latin typeface="黑体" pitchFamily="2" charset="-122"/>
                <a:ea typeface="黑体" pitchFamily="2" charset="-122"/>
              </a:rPr>
              <a:t>，</a:t>
            </a:r>
            <a:endParaRPr lang="en-US" altLang="zh-CN" sz="3600">
              <a:latin typeface="黑体" pitchFamily="2" charset="-122"/>
              <a:ea typeface="黑体" pitchFamily="2" charset="-122"/>
            </a:endParaRPr>
          </a:p>
          <a:p>
            <a:pPr>
              <a:lnSpc>
                <a:spcPct val="120000"/>
              </a:lnSpc>
            </a:pPr>
            <a:r>
              <a:rPr lang="zh-CN" altLang="zh-CN" sz="3600">
                <a:latin typeface="黑体" pitchFamily="2" charset="-122"/>
                <a:ea typeface="黑体" pitchFamily="2" charset="-122"/>
              </a:rPr>
              <a:t>B=8位（1个字节）。</a:t>
            </a:r>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矩形 3"/>
          <p:cNvSpPr>
            <a:spLocks noChangeArrowheads="1"/>
          </p:cNvSpPr>
          <p:nvPr/>
        </p:nvSpPr>
        <p:spPr bwMode="auto">
          <a:xfrm>
            <a:off x="179388" y="115888"/>
            <a:ext cx="8785225" cy="6575425"/>
          </a:xfrm>
          <a:prstGeom prst="rect">
            <a:avLst/>
          </a:prstGeom>
          <a:solidFill>
            <a:schemeClr val="bg1"/>
          </a:solidFill>
          <a:ln w="9525">
            <a:noFill/>
            <a:miter lim="800000"/>
            <a:headEnd/>
            <a:tailEnd/>
          </a:ln>
        </p:spPr>
        <p:txBody>
          <a:bodyPr>
            <a:spAutoFit/>
          </a:bodyPr>
          <a:lstStyle/>
          <a:p>
            <a:pPr>
              <a:lnSpc>
                <a:spcPct val="130000"/>
              </a:lnSpc>
            </a:pPr>
            <a:r>
              <a:rPr lang="zh-CN" altLang="zh-CN" sz="3600" b="1">
                <a:latin typeface="黑体" pitchFamily="2" charset="-122"/>
                <a:ea typeface="黑体" pitchFamily="2" charset="-122"/>
              </a:rPr>
              <a:t>存储器带宽</a:t>
            </a:r>
            <a:r>
              <a:rPr lang="zh-CN" altLang="en-US" sz="3600" b="1">
                <a:latin typeface="黑体" pitchFamily="2" charset="-122"/>
                <a:ea typeface="黑体" pitchFamily="2" charset="-122"/>
              </a:rPr>
              <a:t>：</a:t>
            </a:r>
            <a:r>
              <a:rPr lang="zh-CN" altLang="zh-CN" sz="3600">
                <a:latin typeface="黑体" pitchFamily="2" charset="-122"/>
                <a:ea typeface="黑体" pitchFamily="2" charset="-122"/>
              </a:rPr>
              <a:t>存储器的速度指标，单位时间内从存储器读出的二进制数信息量，一般用字节数/秒表示。</a:t>
            </a:r>
            <a:br>
              <a:rPr lang="zh-CN" altLang="zh-CN" sz="3600">
                <a:latin typeface="黑体" pitchFamily="2" charset="-122"/>
                <a:ea typeface="黑体" pitchFamily="2" charset="-122"/>
              </a:rPr>
            </a:br>
            <a:r>
              <a:rPr lang="zh-CN" altLang="zh-CN" sz="3600" b="1">
                <a:latin typeface="黑体" pitchFamily="2" charset="-122"/>
                <a:ea typeface="黑体" pitchFamily="2" charset="-122"/>
              </a:rPr>
              <a:t>主频/时钟周期</a:t>
            </a:r>
            <a:r>
              <a:rPr lang="zh-CN" altLang="en-US" sz="3600" b="1">
                <a:latin typeface="黑体" pitchFamily="2" charset="-122"/>
                <a:ea typeface="黑体" pitchFamily="2" charset="-122"/>
              </a:rPr>
              <a:t>：</a:t>
            </a:r>
            <a:r>
              <a:rPr lang="zh-CN" altLang="zh-CN" sz="3600">
                <a:latin typeface="黑体" pitchFamily="2" charset="-122"/>
                <a:ea typeface="黑体" pitchFamily="2" charset="-122"/>
              </a:rPr>
              <a:t>CPU的工作节拍受主时钟控制，主时钟不断产生固定频率的时钟，主时钟的频率（f）叫CPU的主频。度量单位是MHz（兆赫兹）、GHz（吉赫兹）。</a:t>
            </a:r>
            <a:endParaRPr lang="en-US" altLang="zh-CN" sz="3600">
              <a:latin typeface="黑体" pitchFamily="2" charset="-122"/>
              <a:ea typeface="黑体" pitchFamily="2" charset="-122"/>
            </a:endParaRPr>
          </a:p>
          <a:p>
            <a:pPr>
              <a:lnSpc>
                <a:spcPct val="130000"/>
              </a:lnSpc>
            </a:pPr>
            <a:r>
              <a:rPr lang="en-US" altLang="zh-CN" sz="3600">
                <a:latin typeface="黑体" pitchFamily="2" charset="-122"/>
                <a:ea typeface="黑体" pitchFamily="2" charset="-122"/>
              </a:rPr>
              <a:t>    </a:t>
            </a:r>
            <a:r>
              <a:rPr lang="zh-CN" altLang="zh-CN" sz="3600">
                <a:latin typeface="黑体" pitchFamily="2" charset="-122"/>
                <a:ea typeface="黑体" pitchFamily="2" charset="-122"/>
              </a:rPr>
              <a:t>主频的倒数称为CPU时钟周期（T），即T=1/f，度量单位是微秒、纳秒。</a:t>
            </a:r>
            <a:endParaRPr lang="zh-CN" altLang="en-US" sz="3600">
              <a:latin typeface="黑体" pitchFamily="2" charset="-122"/>
              <a:ea typeface="黑体" pitchFamily="2" charset="-122"/>
            </a:endParaRPr>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3"/>
          <p:cNvSpPr>
            <a:spLocks noChangeArrowheads="1"/>
          </p:cNvSpPr>
          <p:nvPr/>
        </p:nvSpPr>
        <p:spPr bwMode="auto">
          <a:xfrm>
            <a:off x="0" y="31750"/>
            <a:ext cx="9144000" cy="0"/>
          </a:xfrm>
          <a:prstGeom prst="rect">
            <a:avLst/>
          </a:prstGeom>
          <a:noFill/>
          <a:ln w="9525">
            <a:noFill/>
            <a:miter lim="800000"/>
            <a:headEnd/>
            <a:tailEnd/>
          </a:ln>
        </p:spPr>
        <p:txBody>
          <a:bodyPr wrap="none" anchor="ctr">
            <a:spAutoFit/>
          </a:bodyPr>
          <a:lstStyle/>
          <a:p>
            <a:pPr eaLnBrk="0" hangingPunct="0"/>
            <a:endParaRPr lang="zh-CN" altLang="zh-CN"/>
          </a:p>
          <a:p>
            <a:pPr eaLnBrk="0" hangingPunct="0"/>
            <a:endParaRPr lang="zh-CN" altLang="zh-CN"/>
          </a:p>
        </p:txBody>
      </p:sp>
      <p:sp>
        <p:nvSpPr>
          <p:cNvPr id="26627" name="Rectangle 4"/>
          <p:cNvSpPr>
            <a:spLocks noChangeArrowheads="1"/>
          </p:cNvSpPr>
          <p:nvPr/>
        </p:nvSpPr>
        <p:spPr bwMode="auto">
          <a:xfrm>
            <a:off x="323850" y="260350"/>
            <a:ext cx="8424863" cy="4565650"/>
          </a:xfrm>
          <a:prstGeom prst="rect">
            <a:avLst/>
          </a:prstGeom>
          <a:solidFill>
            <a:schemeClr val="bg1"/>
          </a:solidFill>
          <a:ln w="9525">
            <a:noFill/>
            <a:miter lim="800000"/>
            <a:headEnd/>
            <a:tailEnd/>
          </a:ln>
        </p:spPr>
        <p:txBody>
          <a:bodyPr lIns="0" tIns="0" rIns="0" bIns="0" anchor="ctr">
            <a:spAutoFit/>
          </a:bodyPr>
          <a:lstStyle/>
          <a:p>
            <a:pPr eaLnBrk="0" hangingPunct="0">
              <a:lnSpc>
                <a:spcPct val="120000"/>
              </a:lnSpc>
            </a:pPr>
            <a:r>
              <a:rPr lang="zh-CN" altLang="zh-CN" sz="3600" b="1">
                <a:latin typeface="黑体" pitchFamily="2" charset="-122"/>
                <a:ea typeface="黑体" pitchFamily="2" charset="-122"/>
              </a:rPr>
              <a:t>CPU</a:t>
            </a:r>
            <a:r>
              <a:rPr lang="zh-CN" sz="3600" b="1">
                <a:latin typeface="黑体" pitchFamily="2" charset="-122"/>
                <a:ea typeface="黑体" pitchFamily="2" charset="-122"/>
              </a:rPr>
              <a:t>执行时间</a:t>
            </a:r>
            <a:r>
              <a:rPr lang="zh-CN" altLang="en-US" sz="3600" b="1">
                <a:latin typeface="黑体" pitchFamily="2" charset="-122"/>
                <a:ea typeface="黑体" pitchFamily="2" charset="-122"/>
              </a:rPr>
              <a:t>：</a:t>
            </a:r>
            <a:r>
              <a:rPr lang="zh-CN" sz="3600">
                <a:latin typeface="黑体" pitchFamily="2" charset="-122"/>
                <a:ea typeface="黑体" pitchFamily="2" charset="-122"/>
              </a:rPr>
              <a:t>表示</a:t>
            </a:r>
            <a:r>
              <a:rPr lang="zh-CN" altLang="zh-CN" sz="3600">
                <a:latin typeface="黑体" pitchFamily="2" charset="-122"/>
                <a:ea typeface="黑体" pitchFamily="2" charset="-122"/>
              </a:rPr>
              <a:t>CPU</a:t>
            </a:r>
            <a:r>
              <a:rPr lang="zh-CN" sz="3600">
                <a:latin typeface="黑体" pitchFamily="2" charset="-122"/>
                <a:ea typeface="黑体" pitchFamily="2" charset="-122"/>
              </a:rPr>
              <a:t>执行一段程序所占用的</a:t>
            </a:r>
            <a:r>
              <a:rPr lang="zh-CN" altLang="zh-CN" sz="3600">
                <a:latin typeface="黑体" pitchFamily="2" charset="-122"/>
                <a:ea typeface="黑体" pitchFamily="2" charset="-122"/>
              </a:rPr>
              <a:t>CPU</a:t>
            </a:r>
            <a:r>
              <a:rPr lang="zh-CN" sz="3600">
                <a:latin typeface="黑体" pitchFamily="2" charset="-122"/>
                <a:ea typeface="黑体" pitchFamily="2" charset="-122"/>
              </a:rPr>
              <a:t>时间，可用下式计算：</a:t>
            </a:r>
            <a:endParaRPr lang="en-US" altLang="zh-CN" sz="3600">
              <a:latin typeface="黑体" pitchFamily="2" charset="-122"/>
              <a:ea typeface="黑体" pitchFamily="2" charset="-122"/>
            </a:endParaRPr>
          </a:p>
          <a:p>
            <a:pPr eaLnBrk="0" hangingPunct="0">
              <a:lnSpc>
                <a:spcPct val="120000"/>
              </a:lnSpc>
            </a:pPr>
            <a:r>
              <a:rPr lang="en-US" altLang="zh-CN" sz="3600">
                <a:latin typeface="黑体" pitchFamily="2" charset="-122"/>
                <a:ea typeface="黑体" pitchFamily="2" charset="-122"/>
              </a:rPr>
              <a:t>    </a:t>
            </a:r>
            <a:r>
              <a:rPr lang="zh-CN" altLang="zh-CN" sz="3600">
                <a:latin typeface="黑体" pitchFamily="2" charset="-122"/>
                <a:ea typeface="黑体" pitchFamily="2" charset="-122"/>
              </a:rPr>
              <a:t>CPU</a:t>
            </a:r>
            <a:r>
              <a:rPr lang="zh-CN" sz="3600">
                <a:latin typeface="黑体" pitchFamily="2" charset="-122"/>
                <a:ea typeface="黑体" pitchFamily="2" charset="-122"/>
              </a:rPr>
              <a:t>执行时间</a:t>
            </a:r>
            <a:r>
              <a:rPr lang="en-US" altLang="zh-CN" sz="3600">
                <a:latin typeface="黑体" pitchFamily="2" charset="-122"/>
                <a:ea typeface="黑体" pitchFamily="2" charset="-122"/>
              </a:rPr>
              <a:t> </a:t>
            </a:r>
            <a:r>
              <a:rPr lang="zh-CN" sz="3600">
                <a:latin typeface="黑体" pitchFamily="2" charset="-122"/>
                <a:ea typeface="黑体" pitchFamily="2" charset="-122"/>
              </a:rPr>
              <a:t>＝ </a:t>
            </a:r>
            <a:endParaRPr lang="en-US" altLang="zh-CN" sz="3600">
              <a:latin typeface="黑体" pitchFamily="2" charset="-122"/>
              <a:ea typeface="黑体" pitchFamily="2" charset="-122"/>
            </a:endParaRPr>
          </a:p>
          <a:p>
            <a:pPr eaLnBrk="0" hangingPunct="0">
              <a:lnSpc>
                <a:spcPct val="120000"/>
              </a:lnSpc>
            </a:pPr>
            <a:r>
              <a:rPr lang="en-US" altLang="zh-CN" sz="3600">
                <a:latin typeface="黑体" pitchFamily="2" charset="-122"/>
                <a:ea typeface="黑体" pitchFamily="2" charset="-122"/>
              </a:rPr>
              <a:t>    </a:t>
            </a:r>
            <a:r>
              <a:rPr lang="zh-CN" altLang="zh-CN" sz="3600">
                <a:latin typeface="黑体" pitchFamily="2" charset="-122"/>
                <a:ea typeface="黑体" pitchFamily="2" charset="-122"/>
              </a:rPr>
              <a:t>CPU</a:t>
            </a:r>
            <a:r>
              <a:rPr lang="zh-CN" sz="3600">
                <a:latin typeface="黑体" pitchFamily="2" charset="-122"/>
                <a:ea typeface="黑体" pitchFamily="2" charset="-122"/>
              </a:rPr>
              <a:t>时钟周期数 </a:t>
            </a:r>
            <a:r>
              <a:rPr lang="zh-CN" altLang="zh-CN" sz="3600">
                <a:latin typeface="黑体" pitchFamily="2" charset="-122"/>
                <a:ea typeface="黑体" pitchFamily="2" charset="-122"/>
              </a:rPr>
              <a:t>× CPU</a:t>
            </a:r>
            <a:r>
              <a:rPr lang="zh-CN" sz="3600">
                <a:latin typeface="黑体" pitchFamily="2" charset="-122"/>
                <a:ea typeface="黑体" pitchFamily="2" charset="-122"/>
              </a:rPr>
              <a:t>时钟周期长</a:t>
            </a:r>
          </a:p>
          <a:p>
            <a:pPr eaLnBrk="0" hangingPunct="0">
              <a:lnSpc>
                <a:spcPct val="120000"/>
              </a:lnSpc>
            </a:pPr>
            <a:r>
              <a:rPr lang="zh-CN" altLang="zh-CN" sz="3600" b="1">
                <a:latin typeface="黑体" pitchFamily="2" charset="-122"/>
                <a:ea typeface="黑体" pitchFamily="2" charset="-122"/>
              </a:rPr>
              <a:t>CPI</a:t>
            </a:r>
            <a:r>
              <a:rPr lang="zh-CN" altLang="en-US" sz="3600" b="1">
                <a:latin typeface="黑体" pitchFamily="2" charset="-122"/>
                <a:ea typeface="黑体" pitchFamily="2" charset="-122"/>
              </a:rPr>
              <a:t>：</a:t>
            </a:r>
            <a:r>
              <a:rPr lang="zh-CN" sz="3600">
                <a:latin typeface="黑体" pitchFamily="2" charset="-122"/>
                <a:ea typeface="黑体" pitchFamily="2" charset="-122"/>
              </a:rPr>
              <a:t>表示每条指令周期数，即执行一条指令所需的平均时钟周期数。</a:t>
            </a:r>
            <a:endParaRPr lang="en-US" altLang="zh-CN" sz="3600">
              <a:latin typeface="黑体" pitchFamily="2" charset="-122"/>
              <a:ea typeface="黑体" pitchFamily="2" charset="-122"/>
            </a:endParaRPr>
          </a:p>
          <a:p>
            <a:pPr eaLnBrk="0" hangingPunct="0">
              <a:lnSpc>
                <a:spcPct val="120000"/>
              </a:lnSpc>
            </a:pPr>
            <a:r>
              <a:rPr lang="en-US" altLang="zh-CN" sz="3600">
                <a:latin typeface="黑体" pitchFamily="2" charset="-122"/>
                <a:ea typeface="黑体" pitchFamily="2" charset="-122"/>
              </a:rPr>
              <a:t>    </a:t>
            </a:r>
            <a:r>
              <a:rPr lang="zh-CN" sz="3600">
                <a:latin typeface="黑体" pitchFamily="2" charset="-122"/>
                <a:ea typeface="黑体" pitchFamily="2" charset="-122"/>
              </a:rPr>
              <a:t>用下式计算：</a:t>
            </a:r>
          </a:p>
        </p:txBody>
      </p:sp>
      <p:pic>
        <p:nvPicPr>
          <p:cNvPr id="26628" name="Picture 5"/>
          <p:cNvPicPr>
            <a:picLocks noChangeAspect="1" noChangeArrowheads="1"/>
          </p:cNvPicPr>
          <p:nvPr/>
        </p:nvPicPr>
        <p:blipFill>
          <a:blip r:embed="rId2"/>
          <a:srcRect/>
          <a:stretch>
            <a:fillRect/>
          </a:stretch>
        </p:blipFill>
        <p:spPr bwMode="auto">
          <a:xfrm>
            <a:off x="566738" y="5084763"/>
            <a:ext cx="8037512" cy="1152525"/>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矩形 1"/>
          <p:cNvSpPr>
            <a:spLocks noChangeArrowheads="1"/>
          </p:cNvSpPr>
          <p:nvPr/>
        </p:nvSpPr>
        <p:spPr bwMode="auto">
          <a:xfrm>
            <a:off x="323850" y="260350"/>
            <a:ext cx="8351838" cy="812800"/>
          </a:xfrm>
          <a:prstGeom prst="rect">
            <a:avLst/>
          </a:prstGeom>
          <a:noFill/>
          <a:ln w="9525">
            <a:noFill/>
            <a:miter lim="800000"/>
            <a:headEnd/>
            <a:tailEnd/>
          </a:ln>
        </p:spPr>
        <p:txBody>
          <a:bodyPr>
            <a:spAutoFit/>
          </a:bodyPr>
          <a:lstStyle/>
          <a:p>
            <a:pPr>
              <a:lnSpc>
                <a:spcPct val="130000"/>
              </a:lnSpc>
            </a:pPr>
            <a:r>
              <a:rPr lang="zh-CN" altLang="zh-CN" sz="3600" b="1">
                <a:latin typeface="黑体" pitchFamily="2" charset="-122"/>
                <a:ea typeface="黑体" pitchFamily="2" charset="-122"/>
              </a:rPr>
              <a:t>MIPS</a:t>
            </a:r>
            <a:r>
              <a:rPr lang="zh-CN" altLang="en-US" sz="3600" b="1">
                <a:latin typeface="黑体" pitchFamily="2" charset="-122"/>
                <a:ea typeface="黑体" pitchFamily="2" charset="-122"/>
              </a:rPr>
              <a:t>：</a:t>
            </a:r>
            <a:r>
              <a:rPr lang="zh-CN" altLang="zh-CN" sz="3600">
                <a:latin typeface="黑体" pitchFamily="2" charset="-122"/>
                <a:ea typeface="黑体" pitchFamily="2" charset="-122"/>
              </a:rPr>
              <a:t>表示每秒百万条指令数</a:t>
            </a:r>
            <a:r>
              <a:rPr lang="zh-CN" altLang="en-US" sz="3600">
                <a:latin typeface="黑体" pitchFamily="2" charset="-122"/>
                <a:ea typeface="黑体" pitchFamily="2" charset="-122"/>
              </a:rPr>
              <a:t>。</a:t>
            </a:r>
          </a:p>
        </p:txBody>
      </p:sp>
      <p:pic>
        <p:nvPicPr>
          <p:cNvPr id="27651" name="Picture 1"/>
          <p:cNvPicPr>
            <a:picLocks noChangeAspect="1" noChangeArrowheads="1"/>
          </p:cNvPicPr>
          <p:nvPr/>
        </p:nvPicPr>
        <p:blipFill>
          <a:blip r:embed="rId2"/>
          <a:srcRect/>
          <a:stretch>
            <a:fillRect/>
          </a:stretch>
        </p:blipFill>
        <p:spPr bwMode="auto">
          <a:xfrm>
            <a:off x="755650" y="1125538"/>
            <a:ext cx="7165975" cy="1008062"/>
          </a:xfrm>
          <a:prstGeom prst="rect">
            <a:avLst/>
          </a:prstGeom>
          <a:noFill/>
          <a:ln w="9525">
            <a:noFill/>
            <a:miter lim="800000"/>
            <a:headEnd/>
            <a:tailEnd/>
          </a:ln>
        </p:spPr>
      </p:pic>
      <p:sp>
        <p:nvSpPr>
          <p:cNvPr id="27652" name="矩形 3"/>
          <p:cNvSpPr>
            <a:spLocks noChangeArrowheads="1"/>
          </p:cNvSpPr>
          <p:nvPr/>
        </p:nvSpPr>
        <p:spPr bwMode="auto">
          <a:xfrm>
            <a:off x="323850" y="2420938"/>
            <a:ext cx="8424863" cy="646112"/>
          </a:xfrm>
          <a:prstGeom prst="rect">
            <a:avLst/>
          </a:prstGeom>
          <a:noFill/>
          <a:ln w="9525">
            <a:noFill/>
            <a:miter lim="800000"/>
            <a:headEnd/>
            <a:tailEnd/>
          </a:ln>
        </p:spPr>
        <p:txBody>
          <a:bodyPr>
            <a:spAutoFit/>
          </a:bodyPr>
          <a:lstStyle/>
          <a:p>
            <a:r>
              <a:rPr lang="zh-CN" altLang="zh-CN" sz="3600" b="1" dirty="0" smtClean="0">
                <a:latin typeface="黑体" pitchFamily="2" charset="-122"/>
                <a:ea typeface="黑体" pitchFamily="2" charset="-122"/>
              </a:rPr>
              <a:t>FLOPS</a:t>
            </a:r>
            <a:r>
              <a:rPr lang="zh-CN" altLang="en-US" sz="3600" b="1" dirty="0">
                <a:latin typeface="黑体" pitchFamily="2" charset="-122"/>
                <a:ea typeface="黑体" pitchFamily="2" charset="-122"/>
              </a:rPr>
              <a:t>：</a:t>
            </a:r>
            <a:r>
              <a:rPr lang="zh-CN" altLang="zh-CN" sz="3600" dirty="0">
                <a:latin typeface="黑体" pitchFamily="2" charset="-122"/>
                <a:ea typeface="黑体" pitchFamily="2" charset="-122"/>
              </a:rPr>
              <a:t>表示每秒百万次浮点操作次数</a:t>
            </a:r>
            <a:r>
              <a:rPr lang="zh-CN" altLang="en-US" sz="3600" dirty="0">
                <a:latin typeface="黑体" pitchFamily="2" charset="-122"/>
                <a:ea typeface="黑体" pitchFamily="2" charset="-122"/>
              </a:rPr>
              <a:t>。</a:t>
            </a:r>
          </a:p>
        </p:txBody>
      </p:sp>
      <p:pic>
        <p:nvPicPr>
          <p:cNvPr id="27653" name="Picture 2"/>
          <p:cNvPicPr>
            <a:picLocks noChangeAspect="1" noChangeArrowheads="1"/>
          </p:cNvPicPr>
          <p:nvPr/>
        </p:nvPicPr>
        <p:blipFill>
          <a:blip r:embed="rId3"/>
          <a:srcRect/>
          <a:stretch>
            <a:fillRect/>
          </a:stretch>
        </p:blipFill>
        <p:spPr bwMode="auto">
          <a:xfrm>
            <a:off x="900113" y="3284538"/>
            <a:ext cx="5337175" cy="1008062"/>
          </a:xfrm>
          <a:prstGeom prst="rect">
            <a:avLst/>
          </a:prstGeom>
          <a:noFill/>
          <a:ln w="9525">
            <a:noFill/>
            <a:miter lim="800000"/>
            <a:headEnd/>
            <a:tailEnd/>
          </a:ln>
        </p:spPr>
      </p:pic>
      <p:sp>
        <p:nvSpPr>
          <p:cNvPr id="27654" name="矩形 5"/>
          <p:cNvSpPr>
            <a:spLocks noChangeArrowheads="1"/>
          </p:cNvSpPr>
          <p:nvPr/>
        </p:nvSpPr>
        <p:spPr bwMode="auto">
          <a:xfrm>
            <a:off x="323850" y="4437063"/>
            <a:ext cx="8424863" cy="2160587"/>
          </a:xfrm>
          <a:prstGeom prst="rect">
            <a:avLst/>
          </a:prstGeom>
          <a:noFill/>
          <a:ln w="9525">
            <a:noFill/>
            <a:miter lim="800000"/>
            <a:headEnd/>
            <a:tailEnd/>
          </a:ln>
        </p:spPr>
        <p:txBody>
          <a:bodyPr>
            <a:spAutoFit/>
          </a:bodyPr>
          <a:lstStyle/>
          <a:p>
            <a:pPr>
              <a:lnSpc>
                <a:spcPct val="120000"/>
              </a:lnSpc>
            </a:pPr>
            <a:r>
              <a:rPr lang="en-US" altLang="zh-CN" sz="2800" dirty="0">
                <a:latin typeface="黑体" pitchFamily="2" charset="-122"/>
                <a:ea typeface="黑体" pitchFamily="2" charset="-122"/>
              </a:rPr>
              <a:t>    </a:t>
            </a:r>
            <a:r>
              <a:rPr lang="zh-CN" altLang="zh-CN" sz="2800" dirty="0">
                <a:latin typeface="黑体" pitchFamily="2" charset="-122"/>
                <a:ea typeface="黑体" pitchFamily="2" charset="-122"/>
              </a:rPr>
              <a:t>MIPS是单位时间内的执行指令数，所以MIPS值越高说明机器速度越快。</a:t>
            </a:r>
            <a:br>
              <a:rPr lang="zh-CN" altLang="zh-CN" sz="2800" dirty="0">
                <a:latin typeface="黑体" pitchFamily="2" charset="-122"/>
                <a:ea typeface="黑体" pitchFamily="2" charset="-122"/>
              </a:rPr>
            </a:br>
            <a:r>
              <a:rPr lang="zh-CN" altLang="zh-CN" sz="2800" dirty="0">
                <a:latin typeface="黑体" pitchFamily="2" charset="-122"/>
                <a:ea typeface="黑体" pitchFamily="2" charset="-122"/>
              </a:rPr>
              <a:t>　　</a:t>
            </a:r>
            <a:r>
              <a:rPr lang="zh-CN" altLang="zh-CN" sz="2800" dirty="0" smtClean="0">
                <a:latin typeface="黑体" pitchFamily="2" charset="-122"/>
                <a:ea typeface="黑体" pitchFamily="2" charset="-122"/>
              </a:rPr>
              <a:t>FLOPS</a:t>
            </a:r>
            <a:r>
              <a:rPr lang="zh-CN" altLang="zh-CN" sz="2800" dirty="0">
                <a:latin typeface="黑体" pitchFamily="2" charset="-122"/>
                <a:ea typeface="黑体" pitchFamily="2" charset="-122"/>
              </a:rPr>
              <a:t>是基于操作而非指令的，只能用来衡量机器浮点操作的性能，而不能体现机器的整体性能。</a:t>
            </a:r>
            <a:endParaRPr lang="zh-CN" altLang="en-US" sz="2800" dirty="0"/>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8674" name="Rectangle 2"/>
          <p:cNvSpPr>
            <a:spLocks noGrp="1" noChangeArrowheads="1"/>
          </p:cNvSpPr>
          <p:nvPr>
            <p:ph type="title"/>
          </p:nvPr>
        </p:nvSpPr>
        <p:spPr>
          <a:xfrm>
            <a:off x="457200" y="122238"/>
            <a:ext cx="7543800" cy="930275"/>
          </a:xfrm>
        </p:spPr>
        <p:txBody>
          <a:bodyPr/>
          <a:lstStyle/>
          <a:p>
            <a:pPr eaLnBrk="1" hangingPunct="1"/>
            <a:r>
              <a:rPr lang="en-US" altLang="zh-CN" smtClean="0">
                <a:cs typeface="Arial" charset="0"/>
              </a:rPr>
              <a:t>1.3</a:t>
            </a:r>
            <a:r>
              <a:rPr lang="zh-CN" altLang="en-US" smtClean="0"/>
              <a:t>计算机的硬件</a:t>
            </a:r>
          </a:p>
        </p:txBody>
      </p:sp>
      <p:sp>
        <p:nvSpPr>
          <p:cNvPr id="28675" name="Rectangle 3"/>
          <p:cNvSpPr>
            <a:spLocks noGrp="1" noChangeArrowheads="1"/>
          </p:cNvSpPr>
          <p:nvPr>
            <p:ph type="body" idx="1"/>
          </p:nvPr>
        </p:nvSpPr>
        <p:spPr>
          <a:xfrm>
            <a:off x="468313" y="1196975"/>
            <a:ext cx="8229600" cy="4411663"/>
          </a:xfrm>
        </p:spPr>
        <p:txBody>
          <a:bodyPr/>
          <a:lstStyle/>
          <a:p>
            <a:pPr eaLnBrk="1" hangingPunct="1">
              <a:spcAft>
                <a:spcPts val="1200"/>
              </a:spcAft>
              <a:buFont typeface="Wingdings" pitchFamily="2" charset="2"/>
              <a:buNone/>
            </a:pPr>
            <a:r>
              <a:rPr lang="zh-CN" altLang="en-US" smtClean="0"/>
              <a:t>一、硬件组成要素</a:t>
            </a:r>
          </a:p>
          <a:p>
            <a:pPr eaLnBrk="1" hangingPunct="1">
              <a:lnSpc>
                <a:spcPct val="150000"/>
              </a:lnSpc>
              <a:spcAft>
                <a:spcPts val="1200"/>
              </a:spcAft>
              <a:buFont typeface="Wingdings" pitchFamily="2" charset="2"/>
              <a:buNone/>
            </a:pPr>
            <a:r>
              <a:rPr lang="zh-CN" altLang="en-US" smtClean="0"/>
              <a:t>		通过一个例子我们来了解数字计算机的主要组成和工作原理。</a:t>
            </a:r>
          </a:p>
          <a:p>
            <a:pPr eaLnBrk="1" hangingPunct="1">
              <a:spcAft>
                <a:spcPts val="1200"/>
              </a:spcAft>
            </a:pPr>
            <a:r>
              <a:rPr lang="zh-CN" altLang="en-US" smtClean="0"/>
              <a:t>假设给一个算盘、一张带有横格的纸和一支笔，要求我们计算</a:t>
            </a:r>
            <a:r>
              <a:rPr lang="en-US" altLang="zh-CN" smtClean="0"/>
              <a:t>y=ax+b-c</a:t>
            </a:r>
            <a:r>
              <a:rPr lang="zh-CN" altLang="en-US" smtClean="0"/>
              <a:t>这样一个题目。</a:t>
            </a:r>
          </a:p>
          <a:p>
            <a:pPr eaLnBrk="1" hangingPunct="1">
              <a:spcAft>
                <a:spcPts val="1200"/>
              </a:spcAft>
            </a:pPr>
            <a:r>
              <a:rPr lang="zh-CN" altLang="en-US" smtClean="0"/>
              <a:t>解题步骤和数据记录在横格纸上，请看过程。</a:t>
            </a:r>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9698" name="Rectangle 2"/>
          <p:cNvSpPr>
            <a:spLocks noGrp="1" noChangeArrowheads="1"/>
          </p:cNvSpPr>
          <p:nvPr>
            <p:ph type="title"/>
          </p:nvPr>
        </p:nvSpPr>
        <p:spPr>
          <a:xfrm>
            <a:off x="457200" y="122238"/>
            <a:ext cx="7543800" cy="858837"/>
          </a:xfrm>
        </p:spPr>
        <p:txBody>
          <a:bodyPr/>
          <a:lstStyle/>
          <a:p>
            <a:pPr eaLnBrk="1" hangingPunct="1"/>
            <a:r>
              <a:rPr lang="zh-CN" altLang="en-US" smtClean="0"/>
              <a:t>手工模仿计算机工作</a:t>
            </a:r>
          </a:p>
        </p:txBody>
      </p:sp>
      <p:pic>
        <p:nvPicPr>
          <p:cNvPr id="29699" name="Picture 3" descr="1"/>
          <p:cNvPicPr>
            <a:picLocks noChangeAspect="1" noChangeArrowheads="1"/>
          </p:cNvPicPr>
          <p:nvPr/>
        </p:nvPicPr>
        <p:blipFill>
          <a:blip r:embed="rId2"/>
          <a:srcRect/>
          <a:stretch>
            <a:fillRect/>
          </a:stretch>
        </p:blipFill>
        <p:spPr bwMode="auto">
          <a:xfrm>
            <a:off x="1042988" y="908050"/>
            <a:ext cx="7110412" cy="594995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0722" name="Rectangle 2"/>
          <p:cNvSpPr>
            <a:spLocks noGrp="1" noChangeArrowheads="1"/>
          </p:cNvSpPr>
          <p:nvPr>
            <p:ph type="title"/>
          </p:nvPr>
        </p:nvSpPr>
        <p:spPr>
          <a:xfrm>
            <a:off x="457200" y="122238"/>
            <a:ext cx="7543800" cy="930275"/>
          </a:xfrm>
        </p:spPr>
        <p:txBody>
          <a:bodyPr/>
          <a:lstStyle/>
          <a:p>
            <a:pPr eaLnBrk="1" hangingPunct="1"/>
            <a:r>
              <a:rPr lang="en-US" altLang="zh-CN" smtClean="0">
                <a:cs typeface="Arial" charset="0"/>
              </a:rPr>
              <a:t>1.3</a:t>
            </a:r>
            <a:r>
              <a:rPr lang="zh-CN" altLang="en-US" smtClean="0"/>
              <a:t>计算机的硬件</a:t>
            </a:r>
          </a:p>
        </p:txBody>
      </p:sp>
      <p:sp>
        <p:nvSpPr>
          <p:cNvPr id="30723" name="Rectangle 3"/>
          <p:cNvSpPr>
            <a:spLocks noGrp="1" noChangeArrowheads="1"/>
          </p:cNvSpPr>
          <p:nvPr>
            <p:ph type="body" idx="1"/>
          </p:nvPr>
        </p:nvSpPr>
        <p:spPr>
          <a:xfrm>
            <a:off x="468313" y="1196975"/>
            <a:ext cx="8229600" cy="4608513"/>
          </a:xfrm>
        </p:spPr>
        <p:txBody>
          <a:bodyPr/>
          <a:lstStyle/>
          <a:p>
            <a:pPr eaLnBrk="1" hangingPunct="1">
              <a:lnSpc>
                <a:spcPct val="150000"/>
              </a:lnSpc>
              <a:buFont typeface="Wingdings" pitchFamily="2" charset="2"/>
              <a:buNone/>
            </a:pPr>
            <a:r>
              <a:rPr lang="zh-CN" altLang="en-US" smtClean="0"/>
              <a:t>二、数字计算机基本组成</a:t>
            </a:r>
          </a:p>
          <a:p>
            <a:pPr eaLnBrk="1" hangingPunct="1">
              <a:lnSpc>
                <a:spcPct val="150000"/>
              </a:lnSpc>
            </a:pPr>
            <a:r>
              <a:rPr lang="zh-CN" altLang="en-US" smtClean="0"/>
              <a:t>控制器：人的大脑的操作控制功能</a:t>
            </a:r>
          </a:p>
          <a:p>
            <a:pPr eaLnBrk="1" hangingPunct="1">
              <a:lnSpc>
                <a:spcPct val="150000"/>
              </a:lnSpc>
            </a:pPr>
            <a:r>
              <a:rPr lang="zh-CN" altLang="en-US" smtClean="0"/>
              <a:t>运算器：算盘</a:t>
            </a:r>
          </a:p>
          <a:p>
            <a:pPr eaLnBrk="1" hangingPunct="1">
              <a:lnSpc>
                <a:spcPct val="150000"/>
              </a:lnSpc>
            </a:pPr>
            <a:r>
              <a:rPr lang="zh-CN" altLang="en-US" smtClean="0"/>
              <a:t>存储器：纸</a:t>
            </a:r>
          </a:p>
          <a:p>
            <a:pPr eaLnBrk="1" hangingPunct="1">
              <a:lnSpc>
                <a:spcPct val="150000"/>
              </a:lnSpc>
            </a:pPr>
            <a:r>
              <a:rPr lang="zh-CN" altLang="en-US" smtClean="0"/>
              <a:t>输入设备：交互接口，笔</a:t>
            </a:r>
          </a:p>
          <a:p>
            <a:pPr eaLnBrk="1" hangingPunct="1">
              <a:lnSpc>
                <a:spcPct val="150000"/>
              </a:lnSpc>
            </a:pPr>
            <a:r>
              <a:rPr lang="zh-CN" altLang="en-US" smtClean="0"/>
              <a:t>输出设备：交互接口，笔</a:t>
            </a:r>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1746" name="Rectangle 2"/>
          <p:cNvSpPr>
            <a:spLocks noGrp="1" noChangeArrowheads="1"/>
          </p:cNvSpPr>
          <p:nvPr>
            <p:ph type="title"/>
          </p:nvPr>
        </p:nvSpPr>
        <p:spPr>
          <a:xfrm>
            <a:off x="457200" y="122238"/>
            <a:ext cx="7543800" cy="930275"/>
          </a:xfrm>
        </p:spPr>
        <p:txBody>
          <a:bodyPr/>
          <a:lstStyle/>
          <a:p>
            <a:pPr eaLnBrk="1" hangingPunct="1"/>
            <a:r>
              <a:rPr lang="en-US" altLang="zh-CN" smtClean="0">
                <a:cs typeface="Arial" charset="0"/>
              </a:rPr>
              <a:t>1.3</a:t>
            </a:r>
            <a:r>
              <a:rPr lang="zh-CN" altLang="en-US" smtClean="0"/>
              <a:t>计算机的硬件</a:t>
            </a:r>
          </a:p>
        </p:txBody>
      </p:sp>
      <p:sp>
        <p:nvSpPr>
          <p:cNvPr id="31747" name="Rectangle 3"/>
          <p:cNvSpPr>
            <a:spLocks noGrp="1" noChangeArrowheads="1"/>
          </p:cNvSpPr>
          <p:nvPr>
            <p:ph type="body" idx="1"/>
          </p:nvPr>
        </p:nvSpPr>
        <p:spPr>
          <a:xfrm>
            <a:off x="468313" y="1268413"/>
            <a:ext cx="8229600" cy="4411662"/>
          </a:xfrm>
        </p:spPr>
        <p:txBody>
          <a:bodyPr/>
          <a:lstStyle/>
          <a:p>
            <a:pPr eaLnBrk="1" hangingPunct="1">
              <a:lnSpc>
                <a:spcPct val="150000"/>
              </a:lnSpc>
              <a:buFont typeface="Wingdings" pitchFamily="2" charset="2"/>
              <a:buNone/>
            </a:pPr>
            <a:r>
              <a:rPr lang="zh-CN" altLang="en-US" smtClean="0"/>
              <a:t>三、</a:t>
            </a:r>
            <a:r>
              <a:rPr lang="zh-CN" altLang="en-US" sz="3400" smtClean="0"/>
              <a:t>冯</a:t>
            </a:r>
            <a:r>
              <a:rPr lang="en-US" altLang="zh-CN" sz="3400" smtClean="0"/>
              <a:t>·</a:t>
            </a:r>
            <a:r>
              <a:rPr lang="zh-CN" altLang="en-US" sz="3400" smtClean="0"/>
              <a:t>诺依曼型计算机</a:t>
            </a:r>
            <a:r>
              <a:rPr lang="zh-CN" altLang="en-US" sz="3800" smtClean="0"/>
              <a:t> </a:t>
            </a:r>
          </a:p>
          <a:p>
            <a:pPr lvl="1" eaLnBrk="1" hangingPunct="1"/>
            <a:r>
              <a:rPr lang="zh-CN" altLang="en-US" sz="2900" smtClean="0"/>
              <a:t>存储程序</a:t>
            </a:r>
          </a:p>
          <a:p>
            <a:pPr lvl="1" eaLnBrk="1" hangingPunct="1"/>
            <a:r>
              <a:rPr lang="zh-CN" altLang="en-US" sz="2900" smtClean="0"/>
              <a:t>按地址自动执行</a:t>
            </a:r>
          </a:p>
          <a:p>
            <a:pPr lvl="1" eaLnBrk="1" hangingPunct="1"/>
            <a:r>
              <a:rPr lang="zh-CN" altLang="en-US" sz="2900" smtClean="0"/>
              <a:t>采用二进制 </a:t>
            </a:r>
          </a:p>
          <a:p>
            <a:pPr lvl="1" eaLnBrk="1" hangingPunct="1"/>
            <a:r>
              <a:rPr lang="zh-CN" altLang="en-US" sz="2900" smtClean="0"/>
              <a:t>五大部件：包括控制器、运算器、存储器、输入设备、输出设备</a:t>
            </a:r>
          </a:p>
          <a:p>
            <a:pPr lvl="1" eaLnBrk="1" hangingPunct="1"/>
            <a:r>
              <a:rPr lang="zh-CN" altLang="en-US" sz="2900" smtClean="0"/>
              <a:t>以运算器为中心</a:t>
            </a:r>
          </a:p>
          <a:p>
            <a:pPr lvl="1" eaLnBrk="1" hangingPunct="1">
              <a:buFont typeface="Wingdings" pitchFamily="2" charset="2"/>
              <a:buNone/>
            </a:pPr>
            <a:endParaRPr lang="en-US" altLang="zh-CN" smtClean="0"/>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2770" name="Rectangle 2"/>
          <p:cNvSpPr>
            <a:spLocks noGrp="1" noChangeArrowheads="1"/>
          </p:cNvSpPr>
          <p:nvPr>
            <p:ph type="title"/>
          </p:nvPr>
        </p:nvSpPr>
        <p:spPr>
          <a:xfrm>
            <a:off x="457200" y="122238"/>
            <a:ext cx="7543800" cy="1003300"/>
          </a:xfrm>
        </p:spPr>
        <p:txBody>
          <a:bodyPr/>
          <a:lstStyle/>
          <a:p>
            <a:pPr eaLnBrk="1" hangingPunct="1"/>
            <a:r>
              <a:rPr lang="en-US" altLang="zh-CN" smtClean="0">
                <a:cs typeface="Arial" charset="0"/>
              </a:rPr>
              <a:t>1.3</a:t>
            </a:r>
            <a:r>
              <a:rPr lang="zh-CN" altLang="en-US" smtClean="0"/>
              <a:t>计算机的硬件</a:t>
            </a:r>
          </a:p>
        </p:txBody>
      </p:sp>
      <p:sp>
        <p:nvSpPr>
          <p:cNvPr id="32771" name="Rectangle 3"/>
          <p:cNvSpPr>
            <a:spLocks noGrp="1" noChangeArrowheads="1"/>
          </p:cNvSpPr>
          <p:nvPr>
            <p:ph type="body" sz="half" idx="1"/>
          </p:nvPr>
        </p:nvSpPr>
        <p:spPr>
          <a:xfrm>
            <a:off x="684213" y="1557338"/>
            <a:ext cx="4038600" cy="4411662"/>
          </a:xfrm>
        </p:spPr>
        <p:txBody>
          <a:bodyPr/>
          <a:lstStyle/>
          <a:p>
            <a:pPr marL="571500" indent="-571500" eaLnBrk="1" hangingPunct="1">
              <a:buFont typeface="Wingdings" pitchFamily="2" charset="2"/>
              <a:buNone/>
            </a:pPr>
            <a:r>
              <a:rPr lang="zh-CN" altLang="en-US" sz="2600" smtClean="0"/>
              <a:t>冯</a:t>
            </a:r>
            <a:r>
              <a:rPr lang="en-US" altLang="zh-CN" sz="2600" smtClean="0"/>
              <a:t>·</a:t>
            </a:r>
            <a:r>
              <a:rPr lang="zh-CN" altLang="en-US" sz="2600" smtClean="0"/>
              <a:t>诺依曼型计算机</a:t>
            </a:r>
          </a:p>
        </p:txBody>
      </p:sp>
      <p:sp>
        <p:nvSpPr>
          <p:cNvPr id="32772" name="AutoShape 4"/>
          <p:cNvSpPr>
            <a:spLocks noChangeAspect="1" noChangeArrowheads="1" noTextEdit="1"/>
          </p:cNvSpPr>
          <p:nvPr/>
        </p:nvSpPr>
        <p:spPr bwMode="auto">
          <a:xfrm>
            <a:off x="1835150" y="2420938"/>
            <a:ext cx="6049963" cy="3949700"/>
          </a:xfrm>
          <a:prstGeom prst="rect">
            <a:avLst/>
          </a:prstGeom>
          <a:noFill/>
          <a:ln w="9525">
            <a:noFill/>
            <a:miter lim="800000"/>
            <a:headEnd/>
            <a:tailEnd/>
          </a:ln>
        </p:spPr>
        <p:txBody>
          <a:bodyPr/>
          <a:lstStyle/>
          <a:p>
            <a:endParaRPr lang="zh-CN" altLang="en-US"/>
          </a:p>
        </p:txBody>
      </p:sp>
      <p:sp>
        <p:nvSpPr>
          <p:cNvPr id="32773" name="Rectangle 5"/>
          <p:cNvSpPr>
            <a:spLocks noChangeArrowheads="1"/>
          </p:cNvSpPr>
          <p:nvPr/>
        </p:nvSpPr>
        <p:spPr bwMode="auto">
          <a:xfrm>
            <a:off x="3262313" y="6034088"/>
            <a:ext cx="1587" cy="274637"/>
          </a:xfrm>
          <a:prstGeom prst="rect">
            <a:avLst/>
          </a:prstGeom>
          <a:noFill/>
          <a:ln w="9525">
            <a:noFill/>
            <a:miter lim="800000"/>
            <a:headEnd/>
            <a:tailEnd/>
          </a:ln>
        </p:spPr>
        <p:txBody>
          <a:bodyPr wrap="none" lIns="0" tIns="0" rIns="0" bIns="0">
            <a:spAutoFit/>
          </a:bodyPr>
          <a:lstStyle/>
          <a:p>
            <a:endParaRPr lang="zh-CN" altLang="zh-CN"/>
          </a:p>
        </p:txBody>
      </p:sp>
      <p:sp>
        <p:nvSpPr>
          <p:cNvPr id="32774" name="Rectangle 6"/>
          <p:cNvSpPr>
            <a:spLocks noChangeArrowheads="1"/>
          </p:cNvSpPr>
          <p:nvPr/>
        </p:nvSpPr>
        <p:spPr bwMode="auto">
          <a:xfrm>
            <a:off x="3548063" y="6018213"/>
            <a:ext cx="1587" cy="274637"/>
          </a:xfrm>
          <a:prstGeom prst="rect">
            <a:avLst/>
          </a:prstGeom>
          <a:noFill/>
          <a:ln w="9525">
            <a:noFill/>
            <a:miter lim="800000"/>
            <a:headEnd/>
            <a:tailEnd/>
          </a:ln>
        </p:spPr>
        <p:txBody>
          <a:bodyPr wrap="none" lIns="0" tIns="0" rIns="0" bIns="0">
            <a:spAutoFit/>
          </a:bodyPr>
          <a:lstStyle/>
          <a:p>
            <a:endParaRPr lang="zh-CN" altLang="zh-CN"/>
          </a:p>
        </p:txBody>
      </p:sp>
      <p:sp>
        <p:nvSpPr>
          <p:cNvPr id="32775" name="Rectangle 7"/>
          <p:cNvSpPr>
            <a:spLocks noChangeArrowheads="1"/>
          </p:cNvSpPr>
          <p:nvPr/>
        </p:nvSpPr>
        <p:spPr bwMode="auto">
          <a:xfrm>
            <a:off x="3984625" y="6034088"/>
            <a:ext cx="1588" cy="274637"/>
          </a:xfrm>
          <a:prstGeom prst="rect">
            <a:avLst/>
          </a:prstGeom>
          <a:noFill/>
          <a:ln w="9525">
            <a:noFill/>
            <a:miter lim="800000"/>
            <a:headEnd/>
            <a:tailEnd/>
          </a:ln>
        </p:spPr>
        <p:txBody>
          <a:bodyPr wrap="none" lIns="0" tIns="0" rIns="0" bIns="0">
            <a:spAutoFit/>
          </a:bodyPr>
          <a:lstStyle/>
          <a:p>
            <a:endParaRPr lang="zh-CN" altLang="zh-CN"/>
          </a:p>
        </p:txBody>
      </p:sp>
      <p:grpSp>
        <p:nvGrpSpPr>
          <p:cNvPr id="32776" name="Group 8"/>
          <p:cNvGrpSpPr>
            <a:grpSpLocks/>
          </p:cNvGrpSpPr>
          <p:nvPr/>
        </p:nvGrpSpPr>
        <p:grpSpPr bwMode="auto">
          <a:xfrm>
            <a:off x="3968750" y="2606675"/>
            <a:ext cx="1260475" cy="520700"/>
            <a:chOff x="2427" y="1493"/>
            <a:chExt cx="709" cy="293"/>
          </a:xfrm>
        </p:grpSpPr>
        <p:sp>
          <p:nvSpPr>
            <p:cNvPr id="32851" name="Freeform 9"/>
            <p:cNvSpPr>
              <a:spLocks/>
            </p:cNvSpPr>
            <p:nvPr/>
          </p:nvSpPr>
          <p:spPr bwMode="auto">
            <a:xfrm>
              <a:off x="3107" y="1493"/>
              <a:ext cx="29" cy="293"/>
            </a:xfrm>
            <a:custGeom>
              <a:avLst/>
              <a:gdLst>
                <a:gd name="T0" fmla="*/ 0 w 29"/>
                <a:gd name="T1" fmla="*/ 293 h 293"/>
                <a:gd name="T2" fmla="*/ 0 w 29"/>
                <a:gd name="T3" fmla="*/ 28 h 293"/>
                <a:gd name="T4" fmla="*/ 29 w 29"/>
                <a:gd name="T5" fmla="*/ 0 h 293"/>
                <a:gd name="T6" fmla="*/ 29 w 29"/>
                <a:gd name="T7" fmla="*/ 265 h 293"/>
                <a:gd name="T8" fmla="*/ 0 w 29"/>
                <a:gd name="T9" fmla="*/ 293 h 293"/>
                <a:gd name="T10" fmla="*/ 0 60000 65536"/>
                <a:gd name="T11" fmla="*/ 0 60000 65536"/>
                <a:gd name="T12" fmla="*/ 0 60000 65536"/>
                <a:gd name="T13" fmla="*/ 0 60000 65536"/>
                <a:gd name="T14" fmla="*/ 0 60000 65536"/>
                <a:gd name="T15" fmla="*/ 0 w 29"/>
                <a:gd name="T16" fmla="*/ 0 h 293"/>
                <a:gd name="T17" fmla="*/ 29 w 29"/>
                <a:gd name="T18" fmla="*/ 293 h 293"/>
              </a:gdLst>
              <a:ahLst/>
              <a:cxnLst>
                <a:cxn ang="T10">
                  <a:pos x="T0" y="T1"/>
                </a:cxn>
                <a:cxn ang="T11">
                  <a:pos x="T2" y="T3"/>
                </a:cxn>
                <a:cxn ang="T12">
                  <a:pos x="T4" y="T5"/>
                </a:cxn>
                <a:cxn ang="T13">
                  <a:pos x="T6" y="T7"/>
                </a:cxn>
                <a:cxn ang="T14">
                  <a:pos x="T8" y="T9"/>
                </a:cxn>
              </a:cxnLst>
              <a:rect l="T15" t="T16" r="T17" b="T18"/>
              <a:pathLst>
                <a:path w="29" h="293">
                  <a:moveTo>
                    <a:pt x="0" y="293"/>
                  </a:moveTo>
                  <a:lnTo>
                    <a:pt x="0" y="28"/>
                  </a:lnTo>
                  <a:lnTo>
                    <a:pt x="29" y="0"/>
                  </a:lnTo>
                  <a:lnTo>
                    <a:pt x="29" y="265"/>
                  </a:lnTo>
                  <a:lnTo>
                    <a:pt x="0" y="293"/>
                  </a:lnTo>
                  <a:close/>
                </a:path>
              </a:pathLst>
            </a:custGeom>
            <a:solidFill>
              <a:srgbClr val="E0B386"/>
            </a:solidFill>
            <a:ln w="9525">
              <a:noFill/>
              <a:round/>
              <a:headEnd/>
              <a:tailEnd/>
            </a:ln>
          </p:spPr>
          <p:txBody>
            <a:bodyPr/>
            <a:lstStyle/>
            <a:p>
              <a:endParaRPr lang="zh-CN" altLang="en-US"/>
            </a:p>
          </p:txBody>
        </p:sp>
        <p:sp>
          <p:nvSpPr>
            <p:cNvPr id="32852" name="Freeform 10"/>
            <p:cNvSpPr>
              <a:spLocks/>
            </p:cNvSpPr>
            <p:nvPr/>
          </p:nvSpPr>
          <p:spPr bwMode="auto">
            <a:xfrm>
              <a:off x="2427" y="1493"/>
              <a:ext cx="709" cy="28"/>
            </a:xfrm>
            <a:custGeom>
              <a:avLst/>
              <a:gdLst>
                <a:gd name="T0" fmla="*/ 680 w 709"/>
                <a:gd name="T1" fmla="*/ 28 h 28"/>
                <a:gd name="T2" fmla="*/ 0 w 709"/>
                <a:gd name="T3" fmla="*/ 28 h 28"/>
                <a:gd name="T4" fmla="*/ 28 w 709"/>
                <a:gd name="T5" fmla="*/ 0 h 28"/>
                <a:gd name="T6" fmla="*/ 709 w 709"/>
                <a:gd name="T7" fmla="*/ 0 h 28"/>
                <a:gd name="T8" fmla="*/ 680 w 709"/>
                <a:gd name="T9" fmla="*/ 28 h 28"/>
                <a:gd name="T10" fmla="*/ 0 60000 65536"/>
                <a:gd name="T11" fmla="*/ 0 60000 65536"/>
                <a:gd name="T12" fmla="*/ 0 60000 65536"/>
                <a:gd name="T13" fmla="*/ 0 60000 65536"/>
                <a:gd name="T14" fmla="*/ 0 60000 65536"/>
                <a:gd name="T15" fmla="*/ 0 w 709"/>
                <a:gd name="T16" fmla="*/ 0 h 28"/>
                <a:gd name="T17" fmla="*/ 709 w 709"/>
                <a:gd name="T18" fmla="*/ 28 h 28"/>
              </a:gdLst>
              <a:ahLst/>
              <a:cxnLst>
                <a:cxn ang="T10">
                  <a:pos x="T0" y="T1"/>
                </a:cxn>
                <a:cxn ang="T11">
                  <a:pos x="T2" y="T3"/>
                </a:cxn>
                <a:cxn ang="T12">
                  <a:pos x="T4" y="T5"/>
                </a:cxn>
                <a:cxn ang="T13">
                  <a:pos x="T6" y="T7"/>
                </a:cxn>
                <a:cxn ang="T14">
                  <a:pos x="T8" y="T9"/>
                </a:cxn>
              </a:cxnLst>
              <a:rect l="T15" t="T16" r="T17" b="T18"/>
              <a:pathLst>
                <a:path w="709" h="28">
                  <a:moveTo>
                    <a:pt x="680" y="28"/>
                  </a:moveTo>
                  <a:lnTo>
                    <a:pt x="0" y="28"/>
                  </a:lnTo>
                  <a:lnTo>
                    <a:pt x="28" y="0"/>
                  </a:lnTo>
                  <a:lnTo>
                    <a:pt x="709" y="0"/>
                  </a:lnTo>
                  <a:lnTo>
                    <a:pt x="680" y="28"/>
                  </a:lnTo>
                  <a:close/>
                </a:path>
              </a:pathLst>
            </a:custGeom>
            <a:solidFill>
              <a:srgbClr val="97795B"/>
            </a:solidFill>
            <a:ln w="9525">
              <a:noFill/>
              <a:round/>
              <a:headEnd/>
              <a:tailEnd/>
            </a:ln>
          </p:spPr>
          <p:txBody>
            <a:bodyPr/>
            <a:lstStyle/>
            <a:p>
              <a:endParaRPr lang="zh-CN" altLang="en-US"/>
            </a:p>
          </p:txBody>
        </p:sp>
        <p:sp>
          <p:nvSpPr>
            <p:cNvPr id="32853" name="Rectangle 11"/>
            <p:cNvSpPr>
              <a:spLocks noChangeArrowheads="1"/>
            </p:cNvSpPr>
            <p:nvPr/>
          </p:nvSpPr>
          <p:spPr bwMode="auto">
            <a:xfrm>
              <a:off x="2427" y="1521"/>
              <a:ext cx="680" cy="265"/>
            </a:xfrm>
            <a:prstGeom prst="rect">
              <a:avLst/>
            </a:prstGeom>
            <a:solidFill>
              <a:srgbClr val="C39C75"/>
            </a:solidFill>
            <a:ln w="9525">
              <a:noFill/>
              <a:miter lim="800000"/>
              <a:headEnd/>
              <a:tailEnd/>
            </a:ln>
          </p:spPr>
          <p:txBody>
            <a:bodyPr/>
            <a:lstStyle/>
            <a:p>
              <a:endParaRPr lang="zh-CN" altLang="en-US"/>
            </a:p>
          </p:txBody>
        </p:sp>
      </p:grpSp>
      <p:sp>
        <p:nvSpPr>
          <p:cNvPr id="32777" name="Rectangle 12"/>
          <p:cNvSpPr>
            <a:spLocks noChangeArrowheads="1"/>
          </p:cNvSpPr>
          <p:nvPr/>
        </p:nvSpPr>
        <p:spPr bwMode="auto">
          <a:xfrm>
            <a:off x="4221163" y="2722563"/>
            <a:ext cx="646112" cy="258762"/>
          </a:xfrm>
          <a:prstGeom prst="rect">
            <a:avLst/>
          </a:prstGeom>
          <a:noFill/>
          <a:ln w="9525">
            <a:noFill/>
            <a:miter lim="800000"/>
            <a:headEnd/>
            <a:tailEnd/>
          </a:ln>
        </p:spPr>
        <p:txBody>
          <a:bodyPr wrap="none" lIns="0" tIns="0" rIns="0" bIns="0">
            <a:spAutoFit/>
          </a:bodyPr>
          <a:lstStyle/>
          <a:p>
            <a:r>
              <a:rPr lang="zh-CN" altLang="en-US" sz="1700">
                <a:solidFill>
                  <a:srgbClr val="000000"/>
                </a:solidFill>
                <a:latin typeface="宋体" pitchFamily="2" charset="-122"/>
              </a:rPr>
              <a:t>存储器</a:t>
            </a:r>
            <a:endParaRPr lang="zh-CN" altLang="en-US"/>
          </a:p>
        </p:txBody>
      </p:sp>
      <p:grpSp>
        <p:nvGrpSpPr>
          <p:cNvPr id="32778" name="Group 13"/>
          <p:cNvGrpSpPr>
            <a:grpSpLocks/>
          </p:cNvGrpSpPr>
          <p:nvPr/>
        </p:nvGrpSpPr>
        <p:grpSpPr bwMode="auto">
          <a:xfrm>
            <a:off x="5849938" y="2722563"/>
            <a:ext cx="857250" cy="1917700"/>
            <a:chOff x="3485" y="1559"/>
            <a:chExt cx="482" cy="1078"/>
          </a:xfrm>
        </p:grpSpPr>
        <p:sp>
          <p:nvSpPr>
            <p:cNvPr id="32848" name="Freeform 14"/>
            <p:cNvSpPr>
              <a:spLocks/>
            </p:cNvSpPr>
            <p:nvPr/>
          </p:nvSpPr>
          <p:spPr bwMode="auto">
            <a:xfrm>
              <a:off x="3939" y="1559"/>
              <a:ext cx="28" cy="1078"/>
            </a:xfrm>
            <a:custGeom>
              <a:avLst/>
              <a:gdLst>
                <a:gd name="T0" fmla="*/ 0 w 28"/>
                <a:gd name="T1" fmla="*/ 1078 h 1078"/>
                <a:gd name="T2" fmla="*/ 0 w 28"/>
                <a:gd name="T3" fmla="*/ 28 h 1078"/>
                <a:gd name="T4" fmla="*/ 28 w 28"/>
                <a:gd name="T5" fmla="*/ 0 h 1078"/>
                <a:gd name="T6" fmla="*/ 28 w 28"/>
                <a:gd name="T7" fmla="*/ 1049 h 1078"/>
                <a:gd name="T8" fmla="*/ 0 w 28"/>
                <a:gd name="T9" fmla="*/ 1078 h 1078"/>
                <a:gd name="T10" fmla="*/ 0 60000 65536"/>
                <a:gd name="T11" fmla="*/ 0 60000 65536"/>
                <a:gd name="T12" fmla="*/ 0 60000 65536"/>
                <a:gd name="T13" fmla="*/ 0 60000 65536"/>
                <a:gd name="T14" fmla="*/ 0 60000 65536"/>
                <a:gd name="T15" fmla="*/ 0 w 28"/>
                <a:gd name="T16" fmla="*/ 0 h 1078"/>
                <a:gd name="T17" fmla="*/ 28 w 28"/>
                <a:gd name="T18" fmla="*/ 1078 h 1078"/>
              </a:gdLst>
              <a:ahLst/>
              <a:cxnLst>
                <a:cxn ang="T10">
                  <a:pos x="T0" y="T1"/>
                </a:cxn>
                <a:cxn ang="T11">
                  <a:pos x="T2" y="T3"/>
                </a:cxn>
                <a:cxn ang="T12">
                  <a:pos x="T4" y="T5"/>
                </a:cxn>
                <a:cxn ang="T13">
                  <a:pos x="T6" y="T7"/>
                </a:cxn>
                <a:cxn ang="T14">
                  <a:pos x="T8" y="T9"/>
                </a:cxn>
              </a:cxnLst>
              <a:rect l="T15" t="T16" r="T17" b="T18"/>
              <a:pathLst>
                <a:path w="28" h="1078">
                  <a:moveTo>
                    <a:pt x="0" y="1078"/>
                  </a:moveTo>
                  <a:lnTo>
                    <a:pt x="0" y="28"/>
                  </a:lnTo>
                  <a:lnTo>
                    <a:pt x="28" y="0"/>
                  </a:lnTo>
                  <a:lnTo>
                    <a:pt x="28" y="1049"/>
                  </a:lnTo>
                  <a:lnTo>
                    <a:pt x="0" y="1078"/>
                  </a:lnTo>
                  <a:close/>
                </a:path>
              </a:pathLst>
            </a:custGeom>
            <a:solidFill>
              <a:srgbClr val="E0E086"/>
            </a:solidFill>
            <a:ln w="9525">
              <a:noFill/>
              <a:round/>
              <a:headEnd/>
              <a:tailEnd/>
            </a:ln>
          </p:spPr>
          <p:txBody>
            <a:bodyPr/>
            <a:lstStyle/>
            <a:p>
              <a:endParaRPr lang="zh-CN" altLang="en-US"/>
            </a:p>
          </p:txBody>
        </p:sp>
        <p:sp>
          <p:nvSpPr>
            <p:cNvPr id="32849" name="Freeform 15"/>
            <p:cNvSpPr>
              <a:spLocks/>
            </p:cNvSpPr>
            <p:nvPr/>
          </p:nvSpPr>
          <p:spPr bwMode="auto">
            <a:xfrm>
              <a:off x="3485" y="1559"/>
              <a:ext cx="482" cy="28"/>
            </a:xfrm>
            <a:custGeom>
              <a:avLst/>
              <a:gdLst>
                <a:gd name="T0" fmla="*/ 454 w 482"/>
                <a:gd name="T1" fmla="*/ 28 h 28"/>
                <a:gd name="T2" fmla="*/ 0 w 482"/>
                <a:gd name="T3" fmla="*/ 28 h 28"/>
                <a:gd name="T4" fmla="*/ 29 w 482"/>
                <a:gd name="T5" fmla="*/ 0 h 28"/>
                <a:gd name="T6" fmla="*/ 482 w 482"/>
                <a:gd name="T7" fmla="*/ 0 h 28"/>
                <a:gd name="T8" fmla="*/ 454 w 482"/>
                <a:gd name="T9" fmla="*/ 28 h 28"/>
                <a:gd name="T10" fmla="*/ 0 60000 65536"/>
                <a:gd name="T11" fmla="*/ 0 60000 65536"/>
                <a:gd name="T12" fmla="*/ 0 60000 65536"/>
                <a:gd name="T13" fmla="*/ 0 60000 65536"/>
                <a:gd name="T14" fmla="*/ 0 60000 65536"/>
                <a:gd name="T15" fmla="*/ 0 w 482"/>
                <a:gd name="T16" fmla="*/ 0 h 28"/>
                <a:gd name="T17" fmla="*/ 482 w 482"/>
                <a:gd name="T18" fmla="*/ 28 h 28"/>
              </a:gdLst>
              <a:ahLst/>
              <a:cxnLst>
                <a:cxn ang="T10">
                  <a:pos x="T0" y="T1"/>
                </a:cxn>
                <a:cxn ang="T11">
                  <a:pos x="T2" y="T3"/>
                </a:cxn>
                <a:cxn ang="T12">
                  <a:pos x="T4" y="T5"/>
                </a:cxn>
                <a:cxn ang="T13">
                  <a:pos x="T6" y="T7"/>
                </a:cxn>
                <a:cxn ang="T14">
                  <a:pos x="T8" y="T9"/>
                </a:cxn>
              </a:cxnLst>
              <a:rect l="T15" t="T16" r="T17" b="T18"/>
              <a:pathLst>
                <a:path w="482" h="28">
                  <a:moveTo>
                    <a:pt x="454" y="28"/>
                  </a:moveTo>
                  <a:lnTo>
                    <a:pt x="0" y="28"/>
                  </a:lnTo>
                  <a:lnTo>
                    <a:pt x="29" y="0"/>
                  </a:lnTo>
                  <a:lnTo>
                    <a:pt x="482" y="0"/>
                  </a:lnTo>
                  <a:lnTo>
                    <a:pt x="454" y="28"/>
                  </a:lnTo>
                  <a:close/>
                </a:path>
              </a:pathLst>
            </a:custGeom>
            <a:solidFill>
              <a:srgbClr val="97975B"/>
            </a:solidFill>
            <a:ln w="9525">
              <a:noFill/>
              <a:round/>
              <a:headEnd/>
              <a:tailEnd/>
            </a:ln>
          </p:spPr>
          <p:txBody>
            <a:bodyPr/>
            <a:lstStyle/>
            <a:p>
              <a:endParaRPr lang="zh-CN" altLang="en-US"/>
            </a:p>
          </p:txBody>
        </p:sp>
        <p:sp>
          <p:nvSpPr>
            <p:cNvPr id="32850" name="Rectangle 16"/>
            <p:cNvSpPr>
              <a:spLocks noChangeArrowheads="1"/>
            </p:cNvSpPr>
            <p:nvPr/>
          </p:nvSpPr>
          <p:spPr bwMode="auto">
            <a:xfrm>
              <a:off x="3485" y="1587"/>
              <a:ext cx="454" cy="1050"/>
            </a:xfrm>
            <a:prstGeom prst="rect">
              <a:avLst/>
            </a:prstGeom>
            <a:solidFill>
              <a:srgbClr val="C3C375"/>
            </a:solidFill>
            <a:ln w="9525">
              <a:noFill/>
              <a:miter lim="800000"/>
              <a:headEnd/>
              <a:tailEnd/>
            </a:ln>
          </p:spPr>
          <p:txBody>
            <a:bodyPr/>
            <a:lstStyle/>
            <a:p>
              <a:endParaRPr lang="zh-CN" altLang="en-US"/>
            </a:p>
          </p:txBody>
        </p:sp>
      </p:grpSp>
      <p:sp>
        <p:nvSpPr>
          <p:cNvPr id="32779" name="Rectangle 17"/>
          <p:cNvSpPr>
            <a:spLocks noChangeArrowheads="1"/>
          </p:cNvSpPr>
          <p:nvPr/>
        </p:nvSpPr>
        <p:spPr bwMode="auto">
          <a:xfrm>
            <a:off x="6018213" y="3413125"/>
            <a:ext cx="431800" cy="258763"/>
          </a:xfrm>
          <a:prstGeom prst="rect">
            <a:avLst/>
          </a:prstGeom>
          <a:noFill/>
          <a:ln w="9525">
            <a:noFill/>
            <a:miter lim="800000"/>
            <a:headEnd/>
            <a:tailEnd/>
          </a:ln>
        </p:spPr>
        <p:txBody>
          <a:bodyPr wrap="none" lIns="0" tIns="0" rIns="0" bIns="0">
            <a:spAutoFit/>
          </a:bodyPr>
          <a:lstStyle/>
          <a:p>
            <a:r>
              <a:rPr lang="zh-CN" altLang="en-US" sz="1700">
                <a:solidFill>
                  <a:srgbClr val="000000"/>
                </a:solidFill>
                <a:latin typeface="宋体" pitchFamily="2" charset="-122"/>
              </a:rPr>
              <a:t>输出</a:t>
            </a:r>
            <a:endParaRPr lang="zh-CN" altLang="en-US"/>
          </a:p>
        </p:txBody>
      </p:sp>
      <p:grpSp>
        <p:nvGrpSpPr>
          <p:cNvPr id="32780" name="Group 18"/>
          <p:cNvGrpSpPr>
            <a:grpSpLocks/>
          </p:cNvGrpSpPr>
          <p:nvPr/>
        </p:nvGrpSpPr>
        <p:grpSpPr bwMode="auto">
          <a:xfrm>
            <a:off x="2624138" y="2722563"/>
            <a:ext cx="857250" cy="1917700"/>
            <a:chOff x="1671" y="1559"/>
            <a:chExt cx="482" cy="1078"/>
          </a:xfrm>
        </p:grpSpPr>
        <p:sp>
          <p:nvSpPr>
            <p:cNvPr id="32845" name="Freeform 19"/>
            <p:cNvSpPr>
              <a:spLocks/>
            </p:cNvSpPr>
            <p:nvPr/>
          </p:nvSpPr>
          <p:spPr bwMode="auto">
            <a:xfrm>
              <a:off x="2124" y="1559"/>
              <a:ext cx="29" cy="1078"/>
            </a:xfrm>
            <a:custGeom>
              <a:avLst/>
              <a:gdLst>
                <a:gd name="T0" fmla="*/ 0 w 29"/>
                <a:gd name="T1" fmla="*/ 1078 h 1078"/>
                <a:gd name="T2" fmla="*/ 0 w 29"/>
                <a:gd name="T3" fmla="*/ 28 h 1078"/>
                <a:gd name="T4" fmla="*/ 29 w 29"/>
                <a:gd name="T5" fmla="*/ 0 h 1078"/>
                <a:gd name="T6" fmla="*/ 29 w 29"/>
                <a:gd name="T7" fmla="*/ 1049 h 1078"/>
                <a:gd name="T8" fmla="*/ 0 w 29"/>
                <a:gd name="T9" fmla="*/ 1078 h 1078"/>
                <a:gd name="T10" fmla="*/ 0 60000 65536"/>
                <a:gd name="T11" fmla="*/ 0 60000 65536"/>
                <a:gd name="T12" fmla="*/ 0 60000 65536"/>
                <a:gd name="T13" fmla="*/ 0 60000 65536"/>
                <a:gd name="T14" fmla="*/ 0 60000 65536"/>
                <a:gd name="T15" fmla="*/ 0 w 29"/>
                <a:gd name="T16" fmla="*/ 0 h 1078"/>
                <a:gd name="T17" fmla="*/ 29 w 29"/>
                <a:gd name="T18" fmla="*/ 1078 h 1078"/>
              </a:gdLst>
              <a:ahLst/>
              <a:cxnLst>
                <a:cxn ang="T10">
                  <a:pos x="T0" y="T1"/>
                </a:cxn>
                <a:cxn ang="T11">
                  <a:pos x="T2" y="T3"/>
                </a:cxn>
                <a:cxn ang="T12">
                  <a:pos x="T4" y="T5"/>
                </a:cxn>
                <a:cxn ang="T13">
                  <a:pos x="T6" y="T7"/>
                </a:cxn>
                <a:cxn ang="T14">
                  <a:pos x="T8" y="T9"/>
                </a:cxn>
              </a:cxnLst>
              <a:rect l="T15" t="T16" r="T17" b="T18"/>
              <a:pathLst>
                <a:path w="29" h="1078">
                  <a:moveTo>
                    <a:pt x="0" y="1078"/>
                  </a:moveTo>
                  <a:lnTo>
                    <a:pt x="0" y="28"/>
                  </a:lnTo>
                  <a:lnTo>
                    <a:pt x="29" y="0"/>
                  </a:lnTo>
                  <a:lnTo>
                    <a:pt x="29" y="1049"/>
                  </a:lnTo>
                  <a:lnTo>
                    <a:pt x="0" y="1078"/>
                  </a:lnTo>
                  <a:close/>
                </a:path>
              </a:pathLst>
            </a:custGeom>
            <a:solidFill>
              <a:srgbClr val="E0E086"/>
            </a:solidFill>
            <a:ln w="9525">
              <a:noFill/>
              <a:round/>
              <a:headEnd/>
              <a:tailEnd/>
            </a:ln>
          </p:spPr>
          <p:txBody>
            <a:bodyPr/>
            <a:lstStyle/>
            <a:p>
              <a:endParaRPr lang="zh-CN" altLang="en-US"/>
            </a:p>
          </p:txBody>
        </p:sp>
        <p:sp>
          <p:nvSpPr>
            <p:cNvPr id="32846" name="Freeform 20"/>
            <p:cNvSpPr>
              <a:spLocks/>
            </p:cNvSpPr>
            <p:nvPr/>
          </p:nvSpPr>
          <p:spPr bwMode="auto">
            <a:xfrm>
              <a:off x="1671" y="1559"/>
              <a:ext cx="482" cy="28"/>
            </a:xfrm>
            <a:custGeom>
              <a:avLst/>
              <a:gdLst>
                <a:gd name="T0" fmla="*/ 453 w 482"/>
                <a:gd name="T1" fmla="*/ 28 h 28"/>
                <a:gd name="T2" fmla="*/ 0 w 482"/>
                <a:gd name="T3" fmla="*/ 28 h 28"/>
                <a:gd name="T4" fmla="*/ 28 w 482"/>
                <a:gd name="T5" fmla="*/ 0 h 28"/>
                <a:gd name="T6" fmla="*/ 482 w 482"/>
                <a:gd name="T7" fmla="*/ 0 h 28"/>
                <a:gd name="T8" fmla="*/ 453 w 482"/>
                <a:gd name="T9" fmla="*/ 28 h 28"/>
                <a:gd name="T10" fmla="*/ 0 60000 65536"/>
                <a:gd name="T11" fmla="*/ 0 60000 65536"/>
                <a:gd name="T12" fmla="*/ 0 60000 65536"/>
                <a:gd name="T13" fmla="*/ 0 60000 65536"/>
                <a:gd name="T14" fmla="*/ 0 60000 65536"/>
                <a:gd name="T15" fmla="*/ 0 w 482"/>
                <a:gd name="T16" fmla="*/ 0 h 28"/>
                <a:gd name="T17" fmla="*/ 482 w 482"/>
                <a:gd name="T18" fmla="*/ 28 h 28"/>
              </a:gdLst>
              <a:ahLst/>
              <a:cxnLst>
                <a:cxn ang="T10">
                  <a:pos x="T0" y="T1"/>
                </a:cxn>
                <a:cxn ang="T11">
                  <a:pos x="T2" y="T3"/>
                </a:cxn>
                <a:cxn ang="T12">
                  <a:pos x="T4" y="T5"/>
                </a:cxn>
                <a:cxn ang="T13">
                  <a:pos x="T6" y="T7"/>
                </a:cxn>
                <a:cxn ang="T14">
                  <a:pos x="T8" y="T9"/>
                </a:cxn>
              </a:cxnLst>
              <a:rect l="T15" t="T16" r="T17" b="T18"/>
              <a:pathLst>
                <a:path w="482" h="28">
                  <a:moveTo>
                    <a:pt x="453" y="28"/>
                  </a:moveTo>
                  <a:lnTo>
                    <a:pt x="0" y="28"/>
                  </a:lnTo>
                  <a:lnTo>
                    <a:pt x="28" y="0"/>
                  </a:lnTo>
                  <a:lnTo>
                    <a:pt x="482" y="0"/>
                  </a:lnTo>
                  <a:lnTo>
                    <a:pt x="453" y="28"/>
                  </a:lnTo>
                  <a:close/>
                </a:path>
              </a:pathLst>
            </a:custGeom>
            <a:solidFill>
              <a:srgbClr val="97975B"/>
            </a:solidFill>
            <a:ln w="9525">
              <a:noFill/>
              <a:round/>
              <a:headEnd/>
              <a:tailEnd/>
            </a:ln>
          </p:spPr>
          <p:txBody>
            <a:bodyPr/>
            <a:lstStyle/>
            <a:p>
              <a:endParaRPr lang="zh-CN" altLang="en-US"/>
            </a:p>
          </p:txBody>
        </p:sp>
        <p:sp>
          <p:nvSpPr>
            <p:cNvPr id="32847" name="Rectangle 21"/>
            <p:cNvSpPr>
              <a:spLocks noChangeArrowheads="1"/>
            </p:cNvSpPr>
            <p:nvPr/>
          </p:nvSpPr>
          <p:spPr bwMode="auto">
            <a:xfrm>
              <a:off x="1671" y="1587"/>
              <a:ext cx="453" cy="1050"/>
            </a:xfrm>
            <a:prstGeom prst="rect">
              <a:avLst/>
            </a:prstGeom>
            <a:solidFill>
              <a:srgbClr val="C3C375"/>
            </a:solidFill>
            <a:ln w="9525">
              <a:noFill/>
              <a:miter lim="800000"/>
              <a:headEnd/>
              <a:tailEnd/>
            </a:ln>
          </p:spPr>
          <p:txBody>
            <a:bodyPr/>
            <a:lstStyle/>
            <a:p>
              <a:endParaRPr lang="zh-CN" altLang="en-US"/>
            </a:p>
          </p:txBody>
        </p:sp>
      </p:grpSp>
      <p:sp>
        <p:nvSpPr>
          <p:cNvPr id="32781" name="Rectangle 22"/>
          <p:cNvSpPr>
            <a:spLocks noChangeArrowheads="1"/>
          </p:cNvSpPr>
          <p:nvPr/>
        </p:nvSpPr>
        <p:spPr bwMode="auto">
          <a:xfrm>
            <a:off x="2790825" y="3413125"/>
            <a:ext cx="431800" cy="258763"/>
          </a:xfrm>
          <a:prstGeom prst="rect">
            <a:avLst/>
          </a:prstGeom>
          <a:noFill/>
          <a:ln w="9525">
            <a:noFill/>
            <a:miter lim="800000"/>
            <a:headEnd/>
            <a:tailEnd/>
          </a:ln>
        </p:spPr>
        <p:txBody>
          <a:bodyPr wrap="none" lIns="0" tIns="0" rIns="0" bIns="0">
            <a:spAutoFit/>
          </a:bodyPr>
          <a:lstStyle/>
          <a:p>
            <a:r>
              <a:rPr lang="zh-CN" altLang="en-US" sz="1700">
                <a:solidFill>
                  <a:srgbClr val="000000"/>
                </a:solidFill>
                <a:latin typeface="宋体" pitchFamily="2" charset="-122"/>
              </a:rPr>
              <a:t>输入</a:t>
            </a:r>
            <a:endParaRPr lang="zh-CN" altLang="en-US"/>
          </a:p>
        </p:txBody>
      </p:sp>
      <p:grpSp>
        <p:nvGrpSpPr>
          <p:cNvPr id="32782" name="Group 23"/>
          <p:cNvGrpSpPr>
            <a:grpSpLocks/>
          </p:cNvGrpSpPr>
          <p:nvPr/>
        </p:nvGrpSpPr>
        <p:grpSpPr bwMode="auto">
          <a:xfrm>
            <a:off x="3968750" y="3429000"/>
            <a:ext cx="1260475" cy="520700"/>
            <a:chOff x="2427" y="1956"/>
            <a:chExt cx="709" cy="293"/>
          </a:xfrm>
        </p:grpSpPr>
        <p:sp>
          <p:nvSpPr>
            <p:cNvPr id="32842" name="Freeform 24"/>
            <p:cNvSpPr>
              <a:spLocks/>
            </p:cNvSpPr>
            <p:nvPr/>
          </p:nvSpPr>
          <p:spPr bwMode="auto">
            <a:xfrm>
              <a:off x="3107" y="1956"/>
              <a:ext cx="29" cy="293"/>
            </a:xfrm>
            <a:custGeom>
              <a:avLst/>
              <a:gdLst>
                <a:gd name="T0" fmla="*/ 0 w 29"/>
                <a:gd name="T1" fmla="*/ 293 h 293"/>
                <a:gd name="T2" fmla="*/ 0 w 29"/>
                <a:gd name="T3" fmla="*/ 28 h 293"/>
                <a:gd name="T4" fmla="*/ 29 w 29"/>
                <a:gd name="T5" fmla="*/ 0 h 293"/>
                <a:gd name="T6" fmla="*/ 29 w 29"/>
                <a:gd name="T7" fmla="*/ 265 h 293"/>
                <a:gd name="T8" fmla="*/ 0 w 29"/>
                <a:gd name="T9" fmla="*/ 293 h 293"/>
                <a:gd name="T10" fmla="*/ 0 60000 65536"/>
                <a:gd name="T11" fmla="*/ 0 60000 65536"/>
                <a:gd name="T12" fmla="*/ 0 60000 65536"/>
                <a:gd name="T13" fmla="*/ 0 60000 65536"/>
                <a:gd name="T14" fmla="*/ 0 60000 65536"/>
                <a:gd name="T15" fmla="*/ 0 w 29"/>
                <a:gd name="T16" fmla="*/ 0 h 293"/>
                <a:gd name="T17" fmla="*/ 29 w 29"/>
                <a:gd name="T18" fmla="*/ 293 h 293"/>
              </a:gdLst>
              <a:ahLst/>
              <a:cxnLst>
                <a:cxn ang="T10">
                  <a:pos x="T0" y="T1"/>
                </a:cxn>
                <a:cxn ang="T11">
                  <a:pos x="T2" y="T3"/>
                </a:cxn>
                <a:cxn ang="T12">
                  <a:pos x="T4" y="T5"/>
                </a:cxn>
                <a:cxn ang="T13">
                  <a:pos x="T6" y="T7"/>
                </a:cxn>
                <a:cxn ang="T14">
                  <a:pos x="T8" y="T9"/>
                </a:cxn>
              </a:cxnLst>
              <a:rect l="T15" t="T16" r="T17" b="T18"/>
              <a:pathLst>
                <a:path w="29" h="293">
                  <a:moveTo>
                    <a:pt x="0" y="293"/>
                  </a:moveTo>
                  <a:lnTo>
                    <a:pt x="0" y="28"/>
                  </a:lnTo>
                  <a:lnTo>
                    <a:pt x="29" y="0"/>
                  </a:lnTo>
                  <a:lnTo>
                    <a:pt x="29" y="265"/>
                  </a:lnTo>
                  <a:lnTo>
                    <a:pt x="0" y="293"/>
                  </a:lnTo>
                  <a:close/>
                </a:path>
              </a:pathLst>
            </a:custGeom>
            <a:solidFill>
              <a:srgbClr val="B3E0E0"/>
            </a:solidFill>
            <a:ln w="9525">
              <a:noFill/>
              <a:round/>
              <a:headEnd/>
              <a:tailEnd/>
            </a:ln>
          </p:spPr>
          <p:txBody>
            <a:bodyPr/>
            <a:lstStyle/>
            <a:p>
              <a:endParaRPr lang="zh-CN" altLang="en-US"/>
            </a:p>
          </p:txBody>
        </p:sp>
        <p:sp>
          <p:nvSpPr>
            <p:cNvPr id="32843" name="Freeform 25"/>
            <p:cNvSpPr>
              <a:spLocks/>
            </p:cNvSpPr>
            <p:nvPr/>
          </p:nvSpPr>
          <p:spPr bwMode="auto">
            <a:xfrm>
              <a:off x="2427" y="1956"/>
              <a:ext cx="709" cy="28"/>
            </a:xfrm>
            <a:custGeom>
              <a:avLst/>
              <a:gdLst>
                <a:gd name="T0" fmla="*/ 680 w 709"/>
                <a:gd name="T1" fmla="*/ 28 h 28"/>
                <a:gd name="T2" fmla="*/ 0 w 709"/>
                <a:gd name="T3" fmla="*/ 28 h 28"/>
                <a:gd name="T4" fmla="*/ 28 w 709"/>
                <a:gd name="T5" fmla="*/ 0 h 28"/>
                <a:gd name="T6" fmla="*/ 709 w 709"/>
                <a:gd name="T7" fmla="*/ 0 h 28"/>
                <a:gd name="T8" fmla="*/ 680 w 709"/>
                <a:gd name="T9" fmla="*/ 28 h 28"/>
                <a:gd name="T10" fmla="*/ 0 60000 65536"/>
                <a:gd name="T11" fmla="*/ 0 60000 65536"/>
                <a:gd name="T12" fmla="*/ 0 60000 65536"/>
                <a:gd name="T13" fmla="*/ 0 60000 65536"/>
                <a:gd name="T14" fmla="*/ 0 60000 65536"/>
                <a:gd name="T15" fmla="*/ 0 w 709"/>
                <a:gd name="T16" fmla="*/ 0 h 28"/>
                <a:gd name="T17" fmla="*/ 709 w 709"/>
                <a:gd name="T18" fmla="*/ 28 h 28"/>
              </a:gdLst>
              <a:ahLst/>
              <a:cxnLst>
                <a:cxn ang="T10">
                  <a:pos x="T0" y="T1"/>
                </a:cxn>
                <a:cxn ang="T11">
                  <a:pos x="T2" y="T3"/>
                </a:cxn>
                <a:cxn ang="T12">
                  <a:pos x="T4" y="T5"/>
                </a:cxn>
                <a:cxn ang="T13">
                  <a:pos x="T6" y="T7"/>
                </a:cxn>
                <a:cxn ang="T14">
                  <a:pos x="T8" y="T9"/>
                </a:cxn>
              </a:cxnLst>
              <a:rect l="T15" t="T16" r="T17" b="T18"/>
              <a:pathLst>
                <a:path w="709" h="28">
                  <a:moveTo>
                    <a:pt x="680" y="28"/>
                  </a:moveTo>
                  <a:lnTo>
                    <a:pt x="0" y="28"/>
                  </a:lnTo>
                  <a:lnTo>
                    <a:pt x="28" y="0"/>
                  </a:lnTo>
                  <a:lnTo>
                    <a:pt x="709" y="0"/>
                  </a:lnTo>
                  <a:lnTo>
                    <a:pt x="680" y="28"/>
                  </a:lnTo>
                  <a:close/>
                </a:path>
              </a:pathLst>
            </a:custGeom>
            <a:solidFill>
              <a:srgbClr val="799797"/>
            </a:solidFill>
            <a:ln w="9525">
              <a:noFill/>
              <a:round/>
              <a:headEnd/>
              <a:tailEnd/>
            </a:ln>
          </p:spPr>
          <p:txBody>
            <a:bodyPr/>
            <a:lstStyle/>
            <a:p>
              <a:endParaRPr lang="zh-CN" altLang="en-US"/>
            </a:p>
          </p:txBody>
        </p:sp>
        <p:sp>
          <p:nvSpPr>
            <p:cNvPr id="32844" name="Rectangle 26"/>
            <p:cNvSpPr>
              <a:spLocks noChangeArrowheads="1"/>
            </p:cNvSpPr>
            <p:nvPr/>
          </p:nvSpPr>
          <p:spPr bwMode="auto">
            <a:xfrm>
              <a:off x="2427" y="1984"/>
              <a:ext cx="680" cy="265"/>
            </a:xfrm>
            <a:prstGeom prst="rect">
              <a:avLst/>
            </a:prstGeom>
            <a:solidFill>
              <a:srgbClr val="9CC3C3"/>
            </a:solidFill>
            <a:ln w="9525">
              <a:noFill/>
              <a:miter lim="800000"/>
              <a:headEnd/>
              <a:tailEnd/>
            </a:ln>
          </p:spPr>
          <p:txBody>
            <a:bodyPr/>
            <a:lstStyle/>
            <a:p>
              <a:endParaRPr lang="zh-CN" altLang="en-US"/>
            </a:p>
          </p:txBody>
        </p:sp>
      </p:grpSp>
      <p:sp>
        <p:nvSpPr>
          <p:cNvPr id="32783" name="Rectangle 27"/>
          <p:cNvSpPr>
            <a:spLocks noChangeArrowheads="1"/>
          </p:cNvSpPr>
          <p:nvPr/>
        </p:nvSpPr>
        <p:spPr bwMode="auto">
          <a:xfrm>
            <a:off x="4221163" y="3546475"/>
            <a:ext cx="646112" cy="258763"/>
          </a:xfrm>
          <a:prstGeom prst="rect">
            <a:avLst/>
          </a:prstGeom>
          <a:noFill/>
          <a:ln w="9525">
            <a:noFill/>
            <a:miter lim="800000"/>
            <a:headEnd/>
            <a:tailEnd/>
          </a:ln>
        </p:spPr>
        <p:txBody>
          <a:bodyPr wrap="none" lIns="0" tIns="0" rIns="0" bIns="0">
            <a:spAutoFit/>
          </a:bodyPr>
          <a:lstStyle/>
          <a:p>
            <a:r>
              <a:rPr lang="zh-CN" altLang="en-US" sz="1700">
                <a:solidFill>
                  <a:srgbClr val="000000"/>
                </a:solidFill>
                <a:latin typeface="宋体" pitchFamily="2" charset="-122"/>
              </a:rPr>
              <a:t>运算器</a:t>
            </a:r>
            <a:endParaRPr lang="zh-CN" altLang="en-US"/>
          </a:p>
        </p:txBody>
      </p:sp>
      <p:grpSp>
        <p:nvGrpSpPr>
          <p:cNvPr id="32784" name="Group 28"/>
          <p:cNvGrpSpPr>
            <a:grpSpLocks/>
          </p:cNvGrpSpPr>
          <p:nvPr/>
        </p:nvGrpSpPr>
        <p:grpSpPr bwMode="auto">
          <a:xfrm>
            <a:off x="3962400" y="4267200"/>
            <a:ext cx="1260475" cy="520700"/>
            <a:chOff x="2427" y="2419"/>
            <a:chExt cx="709" cy="293"/>
          </a:xfrm>
        </p:grpSpPr>
        <p:sp>
          <p:nvSpPr>
            <p:cNvPr id="32839" name="Freeform 29"/>
            <p:cNvSpPr>
              <a:spLocks/>
            </p:cNvSpPr>
            <p:nvPr/>
          </p:nvSpPr>
          <p:spPr bwMode="auto">
            <a:xfrm>
              <a:off x="3107" y="2419"/>
              <a:ext cx="29" cy="293"/>
            </a:xfrm>
            <a:custGeom>
              <a:avLst/>
              <a:gdLst>
                <a:gd name="T0" fmla="*/ 0 w 29"/>
                <a:gd name="T1" fmla="*/ 293 h 293"/>
                <a:gd name="T2" fmla="*/ 0 w 29"/>
                <a:gd name="T3" fmla="*/ 29 h 293"/>
                <a:gd name="T4" fmla="*/ 29 w 29"/>
                <a:gd name="T5" fmla="*/ 0 h 293"/>
                <a:gd name="T6" fmla="*/ 29 w 29"/>
                <a:gd name="T7" fmla="*/ 265 h 293"/>
                <a:gd name="T8" fmla="*/ 0 w 29"/>
                <a:gd name="T9" fmla="*/ 293 h 293"/>
                <a:gd name="T10" fmla="*/ 0 60000 65536"/>
                <a:gd name="T11" fmla="*/ 0 60000 65536"/>
                <a:gd name="T12" fmla="*/ 0 60000 65536"/>
                <a:gd name="T13" fmla="*/ 0 60000 65536"/>
                <a:gd name="T14" fmla="*/ 0 60000 65536"/>
                <a:gd name="T15" fmla="*/ 0 w 29"/>
                <a:gd name="T16" fmla="*/ 0 h 293"/>
                <a:gd name="T17" fmla="*/ 29 w 29"/>
                <a:gd name="T18" fmla="*/ 293 h 293"/>
              </a:gdLst>
              <a:ahLst/>
              <a:cxnLst>
                <a:cxn ang="T10">
                  <a:pos x="T0" y="T1"/>
                </a:cxn>
                <a:cxn ang="T11">
                  <a:pos x="T2" y="T3"/>
                </a:cxn>
                <a:cxn ang="T12">
                  <a:pos x="T4" y="T5"/>
                </a:cxn>
                <a:cxn ang="T13">
                  <a:pos x="T6" y="T7"/>
                </a:cxn>
                <a:cxn ang="T14">
                  <a:pos x="T8" y="T9"/>
                </a:cxn>
              </a:cxnLst>
              <a:rect l="T15" t="T16" r="T17" b="T18"/>
              <a:pathLst>
                <a:path w="29" h="293">
                  <a:moveTo>
                    <a:pt x="0" y="293"/>
                  </a:moveTo>
                  <a:lnTo>
                    <a:pt x="0" y="29"/>
                  </a:lnTo>
                  <a:lnTo>
                    <a:pt x="29" y="0"/>
                  </a:lnTo>
                  <a:lnTo>
                    <a:pt x="29" y="265"/>
                  </a:lnTo>
                  <a:lnTo>
                    <a:pt x="0" y="293"/>
                  </a:lnTo>
                  <a:close/>
                </a:path>
              </a:pathLst>
            </a:custGeom>
            <a:solidFill>
              <a:srgbClr val="B3E0B3"/>
            </a:solidFill>
            <a:ln w="9525">
              <a:noFill/>
              <a:round/>
              <a:headEnd/>
              <a:tailEnd/>
            </a:ln>
          </p:spPr>
          <p:txBody>
            <a:bodyPr/>
            <a:lstStyle/>
            <a:p>
              <a:endParaRPr lang="zh-CN" altLang="en-US"/>
            </a:p>
          </p:txBody>
        </p:sp>
        <p:sp>
          <p:nvSpPr>
            <p:cNvPr id="32840" name="Freeform 30"/>
            <p:cNvSpPr>
              <a:spLocks/>
            </p:cNvSpPr>
            <p:nvPr/>
          </p:nvSpPr>
          <p:spPr bwMode="auto">
            <a:xfrm>
              <a:off x="2427" y="2419"/>
              <a:ext cx="709" cy="29"/>
            </a:xfrm>
            <a:custGeom>
              <a:avLst/>
              <a:gdLst>
                <a:gd name="T0" fmla="*/ 680 w 709"/>
                <a:gd name="T1" fmla="*/ 29 h 29"/>
                <a:gd name="T2" fmla="*/ 0 w 709"/>
                <a:gd name="T3" fmla="*/ 29 h 29"/>
                <a:gd name="T4" fmla="*/ 28 w 709"/>
                <a:gd name="T5" fmla="*/ 0 h 29"/>
                <a:gd name="T6" fmla="*/ 709 w 709"/>
                <a:gd name="T7" fmla="*/ 0 h 29"/>
                <a:gd name="T8" fmla="*/ 680 w 709"/>
                <a:gd name="T9" fmla="*/ 29 h 29"/>
                <a:gd name="T10" fmla="*/ 0 60000 65536"/>
                <a:gd name="T11" fmla="*/ 0 60000 65536"/>
                <a:gd name="T12" fmla="*/ 0 60000 65536"/>
                <a:gd name="T13" fmla="*/ 0 60000 65536"/>
                <a:gd name="T14" fmla="*/ 0 60000 65536"/>
                <a:gd name="T15" fmla="*/ 0 w 709"/>
                <a:gd name="T16" fmla="*/ 0 h 29"/>
                <a:gd name="T17" fmla="*/ 709 w 709"/>
                <a:gd name="T18" fmla="*/ 29 h 29"/>
              </a:gdLst>
              <a:ahLst/>
              <a:cxnLst>
                <a:cxn ang="T10">
                  <a:pos x="T0" y="T1"/>
                </a:cxn>
                <a:cxn ang="T11">
                  <a:pos x="T2" y="T3"/>
                </a:cxn>
                <a:cxn ang="T12">
                  <a:pos x="T4" y="T5"/>
                </a:cxn>
                <a:cxn ang="T13">
                  <a:pos x="T6" y="T7"/>
                </a:cxn>
                <a:cxn ang="T14">
                  <a:pos x="T8" y="T9"/>
                </a:cxn>
              </a:cxnLst>
              <a:rect l="T15" t="T16" r="T17" b="T18"/>
              <a:pathLst>
                <a:path w="709" h="29">
                  <a:moveTo>
                    <a:pt x="680" y="29"/>
                  </a:moveTo>
                  <a:lnTo>
                    <a:pt x="0" y="29"/>
                  </a:lnTo>
                  <a:lnTo>
                    <a:pt x="28" y="0"/>
                  </a:lnTo>
                  <a:lnTo>
                    <a:pt x="709" y="0"/>
                  </a:lnTo>
                  <a:lnTo>
                    <a:pt x="680" y="29"/>
                  </a:lnTo>
                  <a:close/>
                </a:path>
              </a:pathLst>
            </a:custGeom>
            <a:solidFill>
              <a:srgbClr val="799779"/>
            </a:solidFill>
            <a:ln w="9525">
              <a:noFill/>
              <a:round/>
              <a:headEnd/>
              <a:tailEnd/>
            </a:ln>
          </p:spPr>
          <p:txBody>
            <a:bodyPr/>
            <a:lstStyle/>
            <a:p>
              <a:endParaRPr lang="zh-CN" altLang="en-US"/>
            </a:p>
          </p:txBody>
        </p:sp>
        <p:sp>
          <p:nvSpPr>
            <p:cNvPr id="32841" name="Rectangle 31"/>
            <p:cNvSpPr>
              <a:spLocks noChangeArrowheads="1"/>
            </p:cNvSpPr>
            <p:nvPr/>
          </p:nvSpPr>
          <p:spPr bwMode="auto">
            <a:xfrm>
              <a:off x="2427" y="2448"/>
              <a:ext cx="680" cy="264"/>
            </a:xfrm>
            <a:prstGeom prst="rect">
              <a:avLst/>
            </a:prstGeom>
            <a:solidFill>
              <a:srgbClr val="9CC39C"/>
            </a:solidFill>
            <a:ln w="9525">
              <a:noFill/>
              <a:miter lim="800000"/>
              <a:headEnd/>
              <a:tailEnd/>
            </a:ln>
          </p:spPr>
          <p:txBody>
            <a:bodyPr/>
            <a:lstStyle/>
            <a:p>
              <a:endParaRPr lang="zh-CN" altLang="en-US"/>
            </a:p>
          </p:txBody>
        </p:sp>
      </p:grpSp>
      <p:sp>
        <p:nvSpPr>
          <p:cNvPr id="32785" name="Rectangle 32"/>
          <p:cNvSpPr>
            <a:spLocks noChangeArrowheads="1"/>
          </p:cNvSpPr>
          <p:nvPr/>
        </p:nvSpPr>
        <p:spPr bwMode="auto">
          <a:xfrm>
            <a:off x="4221163" y="4370388"/>
            <a:ext cx="646112" cy="258762"/>
          </a:xfrm>
          <a:prstGeom prst="rect">
            <a:avLst/>
          </a:prstGeom>
          <a:noFill/>
          <a:ln w="9525">
            <a:noFill/>
            <a:miter lim="800000"/>
            <a:headEnd/>
            <a:tailEnd/>
          </a:ln>
        </p:spPr>
        <p:txBody>
          <a:bodyPr wrap="none" lIns="0" tIns="0" rIns="0" bIns="0">
            <a:spAutoFit/>
          </a:bodyPr>
          <a:lstStyle/>
          <a:p>
            <a:r>
              <a:rPr lang="zh-CN" altLang="en-US" sz="1700">
                <a:solidFill>
                  <a:srgbClr val="000000"/>
                </a:solidFill>
                <a:latin typeface="宋体" pitchFamily="2" charset="-122"/>
              </a:rPr>
              <a:t>控制器</a:t>
            </a:r>
            <a:endParaRPr lang="zh-CN" altLang="en-US"/>
          </a:p>
        </p:txBody>
      </p:sp>
      <p:sp>
        <p:nvSpPr>
          <p:cNvPr id="32786" name="Rectangle 33"/>
          <p:cNvSpPr>
            <a:spLocks noChangeArrowheads="1"/>
          </p:cNvSpPr>
          <p:nvPr/>
        </p:nvSpPr>
        <p:spPr bwMode="auto">
          <a:xfrm>
            <a:off x="3027363" y="4891088"/>
            <a:ext cx="1225550" cy="487362"/>
          </a:xfrm>
          <a:prstGeom prst="rect">
            <a:avLst/>
          </a:prstGeom>
          <a:noFill/>
          <a:ln w="9525">
            <a:noFill/>
            <a:miter lim="800000"/>
            <a:headEnd/>
            <a:tailEnd/>
          </a:ln>
        </p:spPr>
        <p:txBody>
          <a:bodyPr/>
          <a:lstStyle/>
          <a:p>
            <a:endParaRPr lang="zh-CN" altLang="en-US"/>
          </a:p>
        </p:txBody>
      </p:sp>
      <p:sp>
        <p:nvSpPr>
          <p:cNvPr id="32787" name="Rectangle 34"/>
          <p:cNvSpPr>
            <a:spLocks noChangeArrowheads="1"/>
          </p:cNvSpPr>
          <p:nvPr/>
        </p:nvSpPr>
        <p:spPr bwMode="auto">
          <a:xfrm>
            <a:off x="3144838" y="4941888"/>
            <a:ext cx="863600" cy="258762"/>
          </a:xfrm>
          <a:prstGeom prst="rect">
            <a:avLst/>
          </a:prstGeom>
          <a:noFill/>
          <a:ln w="9525">
            <a:noFill/>
            <a:miter lim="800000"/>
            <a:headEnd/>
            <a:tailEnd/>
          </a:ln>
        </p:spPr>
        <p:txBody>
          <a:bodyPr wrap="none" lIns="0" tIns="0" rIns="0" bIns="0">
            <a:spAutoFit/>
          </a:bodyPr>
          <a:lstStyle/>
          <a:p>
            <a:r>
              <a:rPr lang="zh-CN" altLang="en-US" sz="1700">
                <a:solidFill>
                  <a:srgbClr val="000000"/>
                </a:solidFill>
                <a:latin typeface="宋体" pitchFamily="2" charset="-122"/>
              </a:rPr>
              <a:t>数据信号</a:t>
            </a:r>
            <a:endParaRPr lang="zh-CN" altLang="en-US"/>
          </a:p>
        </p:txBody>
      </p:sp>
      <p:sp>
        <p:nvSpPr>
          <p:cNvPr id="32788" name="Rectangle 35"/>
          <p:cNvSpPr>
            <a:spLocks noChangeArrowheads="1"/>
          </p:cNvSpPr>
          <p:nvPr/>
        </p:nvSpPr>
        <p:spPr bwMode="auto">
          <a:xfrm>
            <a:off x="3027363" y="5245100"/>
            <a:ext cx="1225550" cy="487363"/>
          </a:xfrm>
          <a:prstGeom prst="rect">
            <a:avLst/>
          </a:prstGeom>
          <a:noFill/>
          <a:ln w="9525">
            <a:noFill/>
            <a:miter lim="800000"/>
            <a:headEnd/>
            <a:tailEnd/>
          </a:ln>
        </p:spPr>
        <p:txBody>
          <a:bodyPr/>
          <a:lstStyle/>
          <a:p>
            <a:endParaRPr lang="zh-CN" altLang="en-US"/>
          </a:p>
        </p:txBody>
      </p:sp>
      <p:sp>
        <p:nvSpPr>
          <p:cNvPr id="32789" name="Rectangle 36"/>
          <p:cNvSpPr>
            <a:spLocks noChangeArrowheads="1"/>
          </p:cNvSpPr>
          <p:nvPr/>
        </p:nvSpPr>
        <p:spPr bwMode="auto">
          <a:xfrm>
            <a:off x="3144838" y="5294313"/>
            <a:ext cx="863600" cy="258762"/>
          </a:xfrm>
          <a:prstGeom prst="rect">
            <a:avLst/>
          </a:prstGeom>
          <a:noFill/>
          <a:ln w="9525">
            <a:noFill/>
            <a:miter lim="800000"/>
            <a:headEnd/>
            <a:tailEnd/>
          </a:ln>
        </p:spPr>
        <p:txBody>
          <a:bodyPr wrap="none" lIns="0" tIns="0" rIns="0" bIns="0">
            <a:spAutoFit/>
          </a:bodyPr>
          <a:lstStyle/>
          <a:p>
            <a:r>
              <a:rPr lang="zh-CN" altLang="en-US" sz="1700">
                <a:solidFill>
                  <a:srgbClr val="000000"/>
                </a:solidFill>
                <a:latin typeface="宋体" pitchFamily="2" charset="-122"/>
              </a:rPr>
              <a:t>控制信号</a:t>
            </a:r>
            <a:endParaRPr lang="zh-CN" altLang="en-US"/>
          </a:p>
        </p:txBody>
      </p:sp>
      <p:grpSp>
        <p:nvGrpSpPr>
          <p:cNvPr id="32790" name="Group 37"/>
          <p:cNvGrpSpPr>
            <a:grpSpLocks/>
          </p:cNvGrpSpPr>
          <p:nvPr/>
        </p:nvGrpSpPr>
        <p:grpSpPr bwMode="auto">
          <a:xfrm>
            <a:off x="3429000" y="3663950"/>
            <a:ext cx="539750" cy="119063"/>
            <a:chOff x="2124" y="2088"/>
            <a:chExt cx="303" cy="67"/>
          </a:xfrm>
        </p:grpSpPr>
        <p:sp>
          <p:nvSpPr>
            <p:cNvPr id="32837" name="Line 38"/>
            <p:cNvSpPr>
              <a:spLocks noChangeShapeType="1"/>
            </p:cNvSpPr>
            <p:nvPr/>
          </p:nvSpPr>
          <p:spPr bwMode="auto">
            <a:xfrm>
              <a:off x="2124" y="2117"/>
              <a:ext cx="265" cy="1"/>
            </a:xfrm>
            <a:prstGeom prst="line">
              <a:avLst/>
            </a:prstGeom>
            <a:noFill/>
            <a:ln w="14288">
              <a:solidFill>
                <a:srgbClr val="000000"/>
              </a:solidFill>
              <a:round/>
              <a:headEnd/>
              <a:tailEnd/>
            </a:ln>
          </p:spPr>
          <p:txBody>
            <a:bodyPr/>
            <a:lstStyle/>
            <a:p>
              <a:endParaRPr lang="zh-CN" altLang="en-US"/>
            </a:p>
          </p:txBody>
        </p:sp>
        <p:sp>
          <p:nvSpPr>
            <p:cNvPr id="32838" name="Freeform 39"/>
            <p:cNvSpPr>
              <a:spLocks/>
            </p:cNvSpPr>
            <p:nvPr/>
          </p:nvSpPr>
          <p:spPr bwMode="auto">
            <a:xfrm>
              <a:off x="2370" y="2088"/>
              <a:ext cx="57" cy="67"/>
            </a:xfrm>
            <a:custGeom>
              <a:avLst/>
              <a:gdLst>
                <a:gd name="T0" fmla="*/ 0 w 57"/>
                <a:gd name="T1" fmla="*/ 67 h 67"/>
                <a:gd name="T2" fmla="*/ 57 w 57"/>
                <a:gd name="T3" fmla="*/ 29 h 67"/>
                <a:gd name="T4" fmla="*/ 0 w 57"/>
                <a:gd name="T5" fmla="*/ 0 h 67"/>
                <a:gd name="T6" fmla="*/ 0 w 57"/>
                <a:gd name="T7" fmla="*/ 67 h 67"/>
                <a:gd name="T8" fmla="*/ 0 60000 65536"/>
                <a:gd name="T9" fmla="*/ 0 60000 65536"/>
                <a:gd name="T10" fmla="*/ 0 60000 65536"/>
                <a:gd name="T11" fmla="*/ 0 60000 65536"/>
                <a:gd name="T12" fmla="*/ 0 w 57"/>
                <a:gd name="T13" fmla="*/ 0 h 67"/>
                <a:gd name="T14" fmla="*/ 57 w 57"/>
                <a:gd name="T15" fmla="*/ 67 h 67"/>
              </a:gdLst>
              <a:ahLst/>
              <a:cxnLst>
                <a:cxn ang="T8">
                  <a:pos x="T0" y="T1"/>
                </a:cxn>
                <a:cxn ang="T9">
                  <a:pos x="T2" y="T3"/>
                </a:cxn>
                <a:cxn ang="T10">
                  <a:pos x="T4" y="T5"/>
                </a:cxn>
                <a:cxn ang="T11">
                  <a:pos x="T6" y="T7"/>
                </a:cxn>
              </a:cxnLst>
              <a:rect l="T12" t="T13" r="T14" b="T15"/>
              <a:pathLst>
                <a:path w="57" h="67">
                  <a:moveTo>
                    <a:pt x="0" y="67"/>
                  </a:moveTo>
                  <a:lnTo>
                    <a:pt x="57" y="29"/>
                  </a:lnTo>
                  <a:lnTo>
                    <a:pt x="0" y="0"/>
                  </a:lnTo>
                  <a:lnTo>
                    <a:pt x="0" y="67"/>
                  </a:lnTo>
                  <a:close/>
                </a:path>
              </a:pathLst>
            </a:custGeom>
            <a:solidFill>
              <a:srgbClr val="000000"/>
            </a:solidFill>
            <a:ln w="9525">
              <a:noFill/>
              <a:round/>
              <a:headEnd/>
              <a:tailEnd/>
            </a:ln>
          </p:spPr>
          <p:txBody>
            <a:bodyPr/>
            <a:lstStyle/>
            <a:p>
              <a:endParaRPr lang="zh-CN" altLang="en-US"/>
            </a:p>
          </p:txBody>
        </p:sp>
      </p:grpSp>
      <p:grpSp>
        <p:nvGrpSpPr>
          <p:cNvPr id="32791" name="Group 40"/>
          <p:cNvGrpSpPr>
            <a:grpSpLocks/>
          </p:cNvGrpSpPr>
          <p:nvPr/>
        </p:nvGrpSpPr>
        <p:grpSpPr bwMode="auto">
          <a:xfrm>
            <a:off x="5176838" y="3663950"/>
            <a:ext cx="673100" cy="119063"/>
            <a:chOff x="3107" y="2088"/>
            <a:chExt cx="378" cy="67"/>
          </a:xfrm>
        </p:grpSpPr>
        <p:sp>
          <p:nvSpPr>
            <p:cNvPr id="32835" name="Line 41"/>
            <p:cNvSpPr>
              <a:spLocks noChangeShapeType="1"/>
            </p:cNvSpPr>
            <p:nvPr/>
          </p:nvSpPr>
          <p:spPr bwMode="auto">
            <a:xfrm>
              <a:off x="3107" y="2117"/>
              <a:ext cx="340" cy="1"/>
            </a:xfrm>
            <a:prstGeom prst="line">
              <a:avLst/>
            </a:prstGeom>
            <a:noFill/>
            <a:ln w="14288">
              <a:solidFill>
                <a:srgbClr val="000000"/>
              </a:solidFill>
              <a:round/>
              <a:headEnd/>
              <a:tailEnd/>
            </a:ln>
          </p:spPr>
          <p:txBody>
            <a:bodyPr/>
            <a:lstStyle/>
            <a:p>
              <a:endParaRPr lang="zh-CN" altLang="en-US"/>
            </a:p>
          </p:txBody>
        </p:sp>
        <p:sp>
          <p:nvSpPr>
            <p:cNvPr id="32836" name="Freeform 42"/>
            <p:cNvSpPr>
              <a:spLocks/>
            </p:cNvSpPr>
            <p:nvPr/>
          </p:nvSpPr>
          <p:spPr bwMode="auto">
            <a:xfrm>
              <a:off x="3429" y="2088"/>
              <a:ext cx="56" cy="67"/>
            </a:xfrm>
            <a:custGeom>
              <a:avLst/>
              <a:gdLst>
                <a:gd name="T0" fmla="*/ 0 w 56"/>
                <a:gd name="T1" fmla="*/ 67 h 67"/>
                <a:gd name="T2" fmla="*/ 56 w 56"/>
                <a:gd name="T3" fmla="*/ 29 h 67"/>
                <a:gd name="T4" fmla="*/ 0 w 56"/>
                <a:gd name="T5" fmla="*/ 0 h 67"/>
                <a:gd name="T6" fmla="*/ 0 w 56"/>
                <a:gd name="T7" fmla="*/ 67 h 67"/>
                <a:gd name="T8" fmla="*/ 0 60000 65536"/>
                <a:gd name="T9" fmla="*/ 0 60000 65536"/>
                <a:gd name="T10" fmla="*/ 0 60000 65536"/>
                <a:gd name="T11" fmla="*/ 0 60000 65536"/>
                <a:gd name="T12" fmla="*/ 0 w 56"/>
                <a:gd name="T13" fmla="*/ 0 h 67"/>
                <a:gd name="T14" fmla="*/ 56 w 56"/>
                <a:gd name="T15" fmla="*/ 67 h 67"/>
              </a:gdLst>
              <a:ahLst/>
              <a:cxnLst>
                <a:cxn ang="T8">
                  <a:pos x="T0" y="T1"/>
                </a:cxn>
                <a:cxn ang="T9">
                  <a:pos x="T2" y="T3"/>
                </a:cxn>
                <a:cxn ang="T10">
                  <a:pos x="T4" y="T5"/>
                </a:cxn>
                <a:cxn ang="T11">
                  <a:pos x="T6" y="T7"/>
                </a:cxn>
              </a:cxnLst>
              <a:rect l="T12" t="T13" r="T14" b="T15"/>
              <a:pathLst>
                <a:path w="56" h="67">
                  <a:moveTo>
                    <a:pt x="0" y="67"/>
                  </a:moveTo>
                  <a:lnTo>
                    <a:pt x="56" y="29"/>
                  </a:lnTo>
                  <a:lnTo>
                    <a:pt x="0" y="0"/>
                  </a:lnTo>
                  <a:lnTo>
                    <a:pt x="0" y="67"/>
                  </a:lnTo>
                  <a:close/>
                </a:path>
              </a:pathLst>
            </a:custGeom>
            <a:solidFill>
              <a:srgbClr val="000000"/>
            </a:solidFill>
            <a:ln w="9525">
              <a:noFill/>
              <a:round/>
              <a:headEnd/>
              <a:tailEnd/>
            </a:ln>
          </p:spPr>
          <p:txBody>
            <a:bodyPr/>
            <a:lstStyle/>
            <a:p>
              <a:endParaRPr lang="zh-CN" altLang="en-US"/>
            </a:p>
          </p:txBody>
        </p:sp>
      </p:grpSp>
      <p:grpSp>
        <p:nvGrpSpPr>
          <p:cNvPr id="32792" name="Group 43"/>
          <p:cNvGrpSpPr>
            <a:grpSpLocks/>
          </p:cNvGrpSpPr>
          <p:nvPr/>
        </p:nvGrpSpPr>
        <p:grpSpPr bwMode="auto">
          <a:xfrm>
            <a:off x="2219325" y="3648075"/>
            <a:ext cx="404813" cy="117475"/>
            <a:chOff x="1444" y="2079"/>
            <a:chExt cx="227" cy="66"/>
          </a:xfrm>
        </p:grpSpPr>
        <p:sp>
          <p:nvSpPr>
            <p:cNvPr id="32833" name="Line 44"/>
            <p:cNvSpPr>
              <a:spLocks noChangeShapeType="1"/>
            </p:cNvSpPr>
            <p:nvPr/>
          </p:nvSpPr>
          <p:spPr bwMode="auto">
            <a:xfrm>
              <a:off x="1444" y="2107"/>
              <a:ext cx="189" cy="1"/>
            </a:xfrm>
            <a:prstGeom prst="line">
              <a:avLst/>
            </a:prstGeom>
            <a:noFill/>
            <a:ln w="14288">
              <a:solidFill>
                <a:srgbClr val="000000"/>
              </a:solidFill>
              <a:round/>
              <a:headEnd/>
              <a:tailEnd/>
            </a:ln>
          </p:spPr>
          <p:txBody>
            <a:bodyPr/>
            <a:lstStyle/>
            <a:p>
              <a:endParaRPr lang="zh-CN" altLang="en-US"/>
            </a:p>
          </p:txBody>
        </p:sp>
        <p:sp>
          <p:nvSpPr>
            <p:cNvPr id="32834" name="Freeform 45"/>
            <p:cNvSpPr>
              <a:spLocks/>
            </p:cNvSpPr>
            <p:nvPr/>
          </p:nvSpPr>
          <p:spPr bwMode="auto">
            <a:xfrm>
              <a:off x="1614" y="2079"/>
              <a:ext cx="57" cy="66"/>
            </a:xfrm>
            <a:custGeom>
              <a:avLst/>
              <a:gdLst>
                <a:gd name="T0" fmla="*/ 0 w 57"/>
                <a:gd name="T1" fmla="*/ 66 h 66"/>
                <a:gd name="T2" fmla="*/ 57 w 57"/>
                <a:gd name="T3" fmla="*/ 28 h 66"/>
                <a:gd name="T4" fmla="*/ 0 w 57"/>
                <a:gd name="T5" fmla="*/ 0 h 66"/>
                <a:gd name="T6" fmla="*/ 0 w 57"/>
                <a:gd name="T7" fmla="*/ 66 h 66"/>
                <a:gd name="T8" fmla="*/ 0 60000 65536"/>
                <a:gd name="T9" fmla="*/ 0 60000 65536"/>
                <a:gd name="T10" fmla="*/ 0 60000 65536"/>
                <a:gd name="T11" fmla="*/ 0 60000 65536"/>
                <a:gd name="T12" fmla="*/ 0 w 57"/>
                <a:gd name="T13" fmla="*/ 0 h 66"/>
                <a:gd name="T14" fmla="*/ 57 w 57"/>
                <a:gd name="T15" fmla="*/ 66 h 66"/>
              </a:gdLst>
              <a:ahLst/>
              <a:cxnLst>
                <a:cxn ang="T8">
                  <a:pos x="T0" y="T1"/>
                </a:cxn>
                <a:cxn ang="T9">
                  <a:pos x="T2" y="T3"/>
                </a:cxn>
                <a:cxn ang="T10">
                  <a:pos x="T4" y="T5"/>
                </a:cxn>
                <a:cxn ang="T11">
                  <a:pos x="T6" y="T7"/>
                </a:cxn>
              </a:cxnLst>
              <a:rect l="T12" t="T13" r="T14" b="T15"/>
              <a:pathLst>
                <a:path w="57" h="66">
                  <a:moveTo>
                    <a:pt x="0" y="66"/>
                  </a:moveTo>
                  <a:lnTo>
                    <a:pt x="57" y="28"/>
                  </a:lnTo>
                  <a:lnTo>
                    <a:pt x="0" y="0"/>
                  </a:lnTo>
                  <a:lnTo>
                    <a:pt x="0" y="66"/>
                  </a:lnTo>
                  <a:close/>
                </a:path>
              </a:pathLst>
            </a:custGeom>
            <a:solidFill>
              <a:srgbClr val="000000"/>
            </a:solidFill>
            <a:ln w="9525">
              <a:noFill/>
              <a:round/>
              <a:headEnd/>
              <a:tailEnd/>
            </a:ln>
          </p:spPr>
          <p:txBody>
            <a:bodyPr/>
            <a:lstStyle/>
            <a:p>
              <a:endParaRPr lang="zh-CN" altLang="en-US"/>
            </a:p>
          </p:txBody>
        </p:sp>
      </p:grpSp>
      <p:grpSp>
        <p:nvGrpSpPr>
          <p:cNvPr id="32793" name="Group 46"/>
          <p:cNvGrpSpPr>
            <a:grpSpLocks/>
          </p:cNvGrpSpPr>
          <p:nvPr/>
        </p:nvGrpSpPr>
        <p:grpSpPr bwMode="auto">
          <a:xfrm>
            <a:off x="6656388" y="3663950"/>
            <a:ext cx="404812" cy="119063"/>
            <a:chOff x="3939" y="2088"/>
            <a:chExt cx="227" cy="67"/>
          </a:xfrm>
        </p:grpSpPr>
        <p:sp>
          <p:nvSpPr>
            <p:cNvPr id="32831" name="Line 47"/>
            <p:cNvSpPr>
              <a:spLocks noChangeShapeType="1"/>
            </p:cNvSpPr>
            <p:nvPr/>
          </p:nvSpPr>
          <p:spPr bwMode="auto">
            <a:xfrm>
              <a:off x="3939" y="2117"/>
              <a:ext cx="189" cy="1"/>
            </a:xfrm>
            <a:prstGeom prst="line">
              <a:avLst/>
            </a:prstGeom>
            <a:noFill/>
            <a:ln w="14288">
              <a:solidFill>
                <a:srgbClr val="000000"/>
              </a:solidFill>
              <a:round/>
              <a:headEnd/>
              <a:tailEnd/>
            </a:ln>
          </p:spPr>
          <p:txBody>
            <a:bodyPr/>
            <a:lstStyle/>
            <a:p>
              <a:endParaRPr lang="zh-CN" altLang="en-US"/>
            </a:p>
          </p:txBody>
        </p:sp>
        <p:sp>
          <p:nvSpPr>
            <p:cNvPr id="32832" name="Freeform 48"/>
            <p:cNvSpPr>
              <a:spLocks/>
            </p:cNvSpPr>
            <p:nvPr/>
          </p:nvSpPr>
          <p:spPr bwMode="auto">
            <a:xfrm>
              <a:off x="4109" y="2088"/>
              <a:ext cx="57" cy="67"/>
            </a:xfrm>
            <a:custGeom>
              <a:avLst/>
              <a:gdLst>
                <a:gd name="T0" fmla="*/ 0 w 57"/>
                <a:gd name="T1" fmla="*/ 67 h 67"/>
                <a:gd name="T2" fmla="*/ 57 w 57"/>
                <a:gd name="T3" fmla="*/ 29 h 67"/>
                <a:gd name="T4" fmla="*/ 0 w 57"/>
                <a:gd name="T5" fmla="*/ 0 h 67"/>
                <a:gd name="T6" fmla="*/ 0 w 57"/>
                <a:gd name="T7" fmla="*/ 67 h 67"/>
                <a:gd name="T8" fmla="*/ 0 60000 65536"/>
                <a:gd name="T9" fmla="*/ 0 60000 65536"/>
                <a:gd name="T10" fmla="*/ 0 60000 65536"/>
                <a:gd name="T11" fmla="*/ 0 60000 65536"/>
                <a:gd name="T12" fmla="*/ 0 w 57"/>
                <a:gd name="T13" fmla="*/ 0 h 67"/>
                <a:gd name="T14" fmla="*/ 57 w 57"/>
                <a:gd name="T15" fmla="*/ 67 h 67"/>
              </a:gdLst>
              <a:ahLst/>
              <a:cxnLst>
                <a:cxn ang="T8">
                  <a:pos x="T0" y="T1"/>
                </a:cxn>
                <a:cxn ang="T9">
                  <a:pos x="T2" y="T3"/>
                </a:cxn>
                <a:cxn ang="T10">
                  <a:pos x="T4" y="T5"/>
                </a:cxn>
                <a:cxn ang="T11">
                  <a:pos x="T6" y="T7"/>
                </a:cxn>
              </a:cxnLst>
              <a:rect l="T12" t="T13" r="T14" b="T15"/>
              <a:pathLst>
                <a:path w="57" h="67">
                  <a:moveTo>
                    <a:pt x="0" y="67"/>
                  </a:moveTo>
                  <a:lnTo>
                    <a:pt x="57" y="29"/>
                  </a:lnTo>
                  <a:lnTo>
                    <a:pt x="0" y="0"/>
                  </a:lnTo>
                  <a:lnTo>
                    <a:pt x="0" y="67"/>
                  </a:lnTo>
                  <a:close/>
                </a:path>
              </a:pathLst>
            </a:custGeom>
            <a:solidFill>
              <a:srgbClr val="000000"/>
            </a:solidFill>
            <a:ln w="9525">
              <a:noFill/>
              <a:round/>
              <a:headEnd/>
              <a:tailEnd/>
            </a:ln>
          </p:spPr>
          <p:txBody>
            <a:bodyPr/>
            <a:lstStyle/>
            <a:p>
              <a:endParaRPr lang="zh-CN" altLang="en-US"/>
            </a:p>
          </p:txBody>
        </p:sp>
      </p:grpSp>
      <p:grpSp>
        <p:nvGrpSpPr>
          <p:cNvPr id="32794" name="Group 49"/>
          <p:cNvGrpSpPr>
            <a:grpSpLocks/>
          </p:cNvGrpSpPr>
          <p:nvPr/>
        </p:nvGrpSpPr>
        <p:grpSpPr bwMode="auto">
          <a:xfrm>
            <a:off x="5176838" y="4354513"/>
            <a:ext cx="404812" cy="117475"/>
            <a:chOff x="3107" y="2476"/>
            <a:chExt cx="227" cy="66"/>
          </a:xfrm>
        </p:grpSpPr>
        <p:sp>
          <p:nvSpPr>
            <p:cNvPr id="32829" name="Line 50"/>
            <p:cNvSpPr>
              <a:spLocks noChangeShapeType="1"/>
            </p:cNvSpPr>
            <p:nvPr/>
          </p:nvSpPr>
          <p:spPr bwMode="auto">
            <a:xfrm flipH="1">
              <a:off x="3145" y="2514"/>
              <a:ext cx="189" cy="1"/>
            </a:xfrm>
            <a:prstGeom prst="line">
              <a:avLst/>
            </a:prstGeom>
            <a:noFill/>
            <a:ln w="14288">
              <a:solidFill>
                <a:schemeClr val="tx1"/>
              </a:solidFill>
              <a:round/>
              <a:headEnd/>
              <a:tailEnd/>
            </a:ln>
          </p:spPr>
          <p:txBody>
            <a:bodyPr/>
            <a:lstStyle/>
            <a:p>
              <a:endParaRPr lang="zh-CN" altLang="en-US"/>
            </a:p>
          </p:txBody>
        </p:sp>
        <p:sp>
          <p:nvSpPr>
            <p:cNvPr id="32830" name="Freeform 51"/>
            <p:cNvSpPr>
              <a:spLocks/>
            </p:cNvSpPr>
            <p:nvPr/>
          </p:nvSpPr>
          <p:spPr bwMode="auto">
            <a:xfrm>
              <a:off x="3107" y="2476"/>
              <a:ext cx="57" cy="66"/>
            </a:xfrm>
            <a:custGeom>
              <a:avLst/>
              <a:gdLst>
                <a:gd name="T0" fmla="*/ 57 w 57"/>
                <a:gd name="T1" fmla="*/ 0 h 66"/>
                <a:gd name="T2" fmla="*/ 0 w 57"/>
                <a:gd name="T3" fmla="*/ 38 h 66"/>
                <a:gd name="T4" fmla="*/ 57 w 57"/>
                <a:gd name="T5" fmla="*/ 66 h 66"/>
                <a:gd name="T6" fmla="*/ 57 w 57"/>
                <a:gd name="T7" fmla="*/ 0 h 66"/>
                <a:gd name="T8" fmla="*/ 0 60000 65536"/>
                <a:gd name="T9" fmla="*/ 0 60000 65536"/>
                <a:gd name="T10" fmla="*/ 0 60000 65536"/>
                <a:gd name="T11" fmla="*/ 0 60000 65536"/>
                <a:gd name="T12" fmla="*/ 0 w 57"/>
                <a:gd name="T13" fmla="*/ 0 h 66"/>
                <a:gd name="T14" fmla="*/ 57 w 57"/>
                <a:gd name="T15" fmla="*/ 66 h 66"/>
              </a:gdLst>
              <a:ahLst/>
              <a:cxnLst>
                <a:cxn ang="T8">
                  <a:pos x="T0" y="T1"/>
                </a:cxn>
                <a:cxn ang="T9">
                  <a:pos x="T2" y="T3"/>
                </a:cxn>
                <a:cxn ang="T10">
                  <a:pos x="T4" y="T5"/>
                </a:cxn>
                <a:cxn ang="T11">
                  <a:pos x="T6" y="T7"/>
                </a:cxn>
              </a:cxnLst>
              <a:rect l="T12" t="T13" r="T14" b="T15"/>
              <a:pathLst>
                <a:path w="57" h="66">
                  <a:moveTo>
                    <a:pt x="57" y="0"/>
                  </a:moveTo>
                  <a:lnTo>
                    <a:pt x="0" y="38"/>
                  </a:lnTo>
                  <a:lnTo>
                    <a:pt x="57" y="66"/>
                  </a:lnTo>
                  <a:lnTo>
                    <a:pt x="57" y="0"/>
                  </a:lnTo>
                  <a:close/>
                </a:path>
              </a:pathLst>
            </a:custGeom>
            <a:solidFill>
              <a:srgbClr val="000000"/>
            </a:solidFill>
            <a:ln w="9525">
              <a:solidFill>
                <a:schemeClr val="tx1"/>
              </a:solidFill>
              <a:round/>
              <a:headEnd/>
              <a:tailEnd/>
            </a:ln>
          </p:spPr>
          <p:txBody>
            <a:bodyPr/>
            <a:lstStyle/>
            <a:p>
              <a:endParaRPr lang="zh-CN" altLang="en-US"/>
            </a:p>
          </p:txBody>
        </p:sp>
      </p:grpSp>
      <p:sp>
        <p:nvSpPr>
          <p:cNvPr id="32795" name="Line 52"/>
          <p:cNvSpPr>
            <a:spLocks noChangeShapeType="1"/>
          </p:cNvSpPr>
          <p:nvPr/>
        </p:nvSpPr>
        <p:spPr bwMode="auto">
          <a:xfrm>
            <a:off x="5176838" y="2773363"/>
            <a:ext cx="404812" cy="1587"/>
          </a:xfrm>
          <a:prstGeom prst="line">
            <a:avLst/>
          </a:prstGeom>
          <a:noFill/>
          <a:ln w="14351">
            <a:solidFill>
              <a:srgbClr val="000000"/>
            </a:solidFill>
            <a:round/>
            <a:headEnd type="triangle" w="med" len="med"/>
            <a:tailEnd/>
          </a:ln>
        </p:spPr>
        <p:txBody>
          <a:bodyPr/>
          <a:lstStyle/>
          <a:p>
            <a:endParaRPr lang="zh-CN" altLang="en-US"/>
          </a:p>
        </p:txBody>
      </p:sp>
      <p:sp>
        <p:nvSpPr>
          <p:cNvPr id="32796" name="Line 53"/>
          <p:cNvSpPr>
            <a:spLocks noChangeShapeType="1"/>
          </p:cNvSpPr>
          <p:nvPr/>
        </p:nvSpPr>
        <p:spPr bwMode="auto">
          <a:xfrm>
            <a:off x="5581650" y="2773363"/>
            <a:ext cx="1588" cy="1630362"/>
          </a:xfrm>
          <a:prstGeom prst="line">
            <a:avLst/>
          </a:prstGeom>
          <a:noFill/>
          <a:ln w="14351">
            <a:solidFill>
              <a:schemeClr val="tx1"/>
            </a:solidFill>
            <a:round/>
            <a:headEnd/>
            <a:tailEnd/>
          </a:ln>
        </p:spPr>
        <p:txBody>
          <a:bodyPr/>
          <a:lstStyle/>
          <a:p>
            <a:endParaRPr lang="zh-CN" altLang="en-US"/>
          </a:p>
        </p:txBody>
      </p:sp>
      <p:grpSp>
        <p:nvGrpSpPr>
          <p:cNvPr id="32797" name="Group 54"/>
          <p:cNvGrpSpPr>
            <a:grpSpLocks/>
          </p:cNvGrpSpPr>
          <p:nvPr/>
        </p:nvGrpSpPr>
        <p:grpSpPr bwMode="auto">
          <a:xfrm>
            <a:off x="4437063" y="3127375"/>
            <a:ext cx="136525" cy="352425"/>
            <a:chOff x="2691" y="1786"/>
            <a:chExt cx="76" cy="198"/>
          </a:xfrm>
        </p:grpSpPr>
        <p:sp>
          <p:nvSpPr>
            <p:cNvPr id="32826" name="Line 55"/>
            <p:cNvSpPr>
              <a:spLocks noChangeShapeType="1"/>
            </p:cNvSpPr>
            <p:nvPr/>
          </p:nvSpPr>
          <p:spPr bwMode="auto">
            <a:xfrm>
              <a:off x="2729" y="1824"/>
              <a:ext cx="1" cy="123"/>
            </a:xfrm>
            <a:prstGeom prst="line">
              <a:avLst/>
            </a:prstGeom>
            <a:noFill/>
            <a:ln w="14288">
              <a:solidFill>
                <a:srgbClr val="000000"/>
              </a:solidFill>
              <a:round/>
              <a:headEnd/>
              <a:tailEnd/>
            </a:ln>
          </p:spPr>
          <p:txBody>
            <a:bodyPr/>
            <a:lstStyle/>
            <a:p>
              <a:endParaRPr lang="zh-CN" altLang="en-US"/>
            </a:p>
          </p:txBody>
        </p:sp>
        <p:sp>
          <p:nvSpPr>
            <p:cNvPr id="32827" name="Freeform 56"/>
            <p:cNvSpPr>
              <a:spLocks/>
            </p:cNvSpPr>
            <p:nvPr/>
          </p:nvSpPr>
          <p:spPr bwMode="auto">
            <a:xfrm>
              <a:off x="2701" y="1786"/>
              <a:ext cx="66" cy="57"/>
            </a:xfrm>
            <a:custGeom>
              <a:avLst/>
              <a:gdLst>
                <a:gd name="T0" fmla="*/ 66 w 66"/>
                <a:gd name="T1" fmla="*/ 57 h 57"/>
                <a:gd name="T2" fmla="*/ 28 w 66"/>
                <a:gd name="T3" fmla="*/ 0 h 57"/>
                <a:gd name="T4" fmla="*/ 0 w 66"/>
                <a:gd name="T5" fmla="*/ 57 h 57"/>
                <a:gd name="T6" fmla="*/ 66 w 66"/>
                <a:gd name="T7" fmla="*/ 57 h 57"/>
                <a:gd name="T8" fmla="*/ 0 60000 65536"/>
                <a:gd name="T9" fmla="*/ 0 60000 65536"/>
                <a:gd name="T10" fmla="*/ 0 60000 65536"/>
                <a:gd name="T11" fmla="*/ 0 60000 65536"/>
                <a:gd name="T12" fmla="*/ 0 w 66"/>
                <a:gd name="T13" fmla="*/ 0 h 57"/>
                <a:gd name="T14" fmla="*/ 66 w 66"/>
                <a:gd name="T15" fmla="*/ 57 h 57"/>
              </a:gdLst>
              <a:ahLst/>
              <a:cxnLst>
                <a:cxn ang="T8">
                  <a:pos x="T0" y="T1"/>
                </a:cxn>
                <a:cxn ang="T9">
                  <a:pos x="T2" y="T3"/>
                </a:cxn>
                <a:cxn ang="T10">
                  <a:pos x="T4" y="T5"/>
                </a:cxn>
                <a:cxn ang="T11">
                  <a:pos x="T6" y="T7"/>
                </a:cxn>
              </a:cxnLst>
              <a:rect l="T12" t="T13" r="T14" b="T15"/>
              <a:pathLst>
                <a:path w="66" h="57">
                  <a:moveTo>
                    <a:pt x="66" y="57"/>
                  </a:moveTo>
                  <a:lnTo>
                    <a:pt x="28" y="0"/>
                  </a:lnTo>
                  <a:lnTo>
                    <a:pt x="0" y="57"/>
                  </a:lnTo>
                  <a:lnTo>
                    <a:pt x="66" y="57"/>
                  </a:lnTo>
                  <a:close/>
                </a:path>
              </a:pathLst>
            </a:custGeom>
            <a:solidFill>
              <a:srgbClr val="000000"/>
            </a:solidFill>
            <a:ln w="9525">
              <a:noFill/>
              <a:round/>
              <a:headEnd/>
              <a:tailEnd/>
            </a:ln>
          </p:spPr>
          <p:txBody>
            <a:bodyPr/>
            <a:lstStyle/>
            <a:p>
              <a:endParaRPr lang="zh-CN" altLang="en-US"/>
            </a:p>
          </p:txBody>
        </p:sp>
        <p:sp>
          <p:nvSpPr>
            <p:cNvPr id="32828" name="Freeform 57"/>
            <p:cNvSpPr>
              <a:spLocks/>
            </p:cNvSpPr>
            <p:nvPr/>
          </p:nvSpPr>
          <p:spPr bwMode="auto">
            <a:xfrm>
              <a:off x="2691" y="1928"/>
              <a:ext cx="67" cy="56"/>
            </a:xfrm>
            <a:custGeom>
              <a:avLst/>
              <a:gdLst>
                <a:gd name="T0" fmla="*/ 0 w 67"/>
                <a:gd name="T1" fmla="*/ 0 h 56"/>
                <a:gd name="T2" fmla="*/ 38 w 67"/>
                <a:gd name="T3" fmla="*/ 56 h 56"/>
                <a:gd name="T4" fmla="*/ 67 w 67"/>
                <a:gd name="T5" fmla="*/ 0 h 56"/>
                <a:gd name="T6" fmla="*/ 0 w 67"/>
                <a:gd name="T7" fmla="*/ 0 h 56"/>
                <a:gd name="T8" fmla="*/ 0 60000 65536"/>
                <a:gd name="T9" fmla="*/ 0 60000 65536"/>
                <a:gd name="T10" fmla="*/ 0 60000 65536"/>
                <a:gd name="T11" fmla="*/ 0 60000 65536"/>
                <a:gd name="T12" fmla="*/ 0 w 67"/>
                <a:gd name="T13" fmla="*/ 0 h 56"/>
                <a:gd name="T14" fmla="*/ 67 w 67"/>
                <a:gd name="T15" fmla="*/ 56 h 56"/>
              </a:gdLst>
              <a:ahLst/>
              <a:cxnLst>
                <a:cxn ang="T8">
                  <a:pos x="T0" y="T1"/>
                </a:cxn>
                <a:cxn ang="T9">
                  <a:pos x="T2" y="T3"/>
                </a:cxn>
                <a:cxn ang="T10">
                  <a:pos x="T4" y="T5"/>
                </a:cxn>
                <a:cxn ang="T11">
                  <a:pos x="T6" y="T7"/>
                </a:cxn>
              </a:cxnLst>
              <a:rect l="T12" t="T13" r="T14" b="T15"/>
              <a:pathLst>
                <a:path w="67" h="56">
                  <a:moveTo>
                    <a:pt x="0" y="0"/>
                  </a:moveTo>
                  <a:lnTo>
                    <a:pt x="38" y="56"/>
                  </a:lnTo>
                  <a:lnTo>
                    <a:pt x="67" y="0"/>
                  </a:lnTo>
                  <a:lnTo>
                    <a:pt x="0" y="0"/>
                  </a:lnTo>
                  <a:close/>
                </a:path>
              </a:pathLst>
            </a:custGeom>
            <a:solidFill>
              <a:srgbClr val="000000"/>
            </a:solidFill>
            <a:ln w="9525">
              <a:noFill/>
              <a:round/>
              <a:headEnd/>
              <a:tailEnd/>
            </a:ln>
          </p:spPr>
          <p:txBody>
            <a:bodyPr/>
            <a:lstStyle/>
            <a:p>
              <a:endParaRPr lang="zh-CN" altLang="en-US"/>
            </a:p>
          </p:txBody>
        </p:sp>
      </p:grpSp>
      <p:grpSp>
        <p:nvGrpSpPr>
          <p:cNvPr id="32798" name="Group 58"/>
          <p:cNvGrpSpPr>
            <a:grpSpLocks/>
          </p:cNvGrpSpPr>
          <p:nvPr/>
        </p:nvGrpSpPr>
        <p:grpSpPr bwMode="auto">
          <a:xfrm>
            <a:off x="4437063" y="3949700"/>
            <a:ext cx="119062" cy="354013"/>
            <a:chOff x="2691" y="2249"/>
            <a:chExt cx="67" cy="199"/>
          </a:xfrm>
        </p:grpSpPr>
        <p:sp>
          <p:nvSpPr>
            <p:cNvPr id="32824" name="Line 59"/>
            <p:cNvSpPr>
              <a:spLocks noChangeShapeType="1"/>
            </p:cNvSpPr>
            <p:nvPr/>
          </p:nvSpPr>
          <p:spPr bwMode="auto">
            <a:xfrm flipV="1">
              <a:off x="2729" y="2249"/>
              <a:ext cx="1" cy="161"/>
            </a:xfrm>
            <a:prstGeom prst="line">
              <a:avLst/>
            </a:prstGeom>
            <a:noFill/>
            <a:ln w="14288">
              <a:solidFill>
                <a:srgbClr val="000000"/>
              </a:solidFill>
              <a:round/>
              <a:headEnd/>
              <a:tailEnd/>
            </a:ln>
          </p:spPr>
          <p:txBody>
            <a:bodyPr/>
            <a:lstStyle/>
            <a:p>
              <a:endParaRPr lang="zh-CN" altLang="en-US"/>
            </a:p>
          </p:txBody>
        </p:sp>
        <p:sp>
          <p:nvSpPr>
            <p:cNvPr id="32825" name="Freeform 60"/>
            <p:cNvSpPr>
              <a:spLocks/>
            </p:cNvSpPr>
            <p:nvPr/>
          </p:nvSpPr>
          <p:spPr bwMode="auto">
            <a:xfrm>
              <a:off x="2691" y="2391"/>
              <a:ext cx="67" cy="57"/>
            </a:xfrm>
            <a:custGeom>
              <a:avLst/>
              <a:gdLst>
                <a:gd name="T0" fmla="*/ 0 w 67"/>
                <a:gd name="T1" fmla="*/ 0 h 57"/>
                <a:gd name="T2" fmla="*/ 38 w 67"/>
                <a:gd name="T3" fmla="*/ 57 h 57"/>
                <a:gd name="T4" fmla="*/ 67 w 67"/>
                <a:gd name="T5" fmla="*/ 0 h 57"/>
                <a:gd name="T6" fmla="*/ 0 w 67"/>
                <a:gd name="T7" fmla="*/ 0 h 57"/>
                <a:gd name="T8" fmla="*/ 0 60000 65536"/>
                <a:gd name="T9" fmla="*/ 0 60000 65536"/>
                <a:gd name="T10" fmla="*/ 0 60000 65536"/>
                <a:gd name="T11" fmla="*/ 0 60000 65536"/>
                <a:gd name="T12" fmla="*/ 0 w 67"/>
                <a:gd name="T13" fmla="*/ 0 h 57"/>
                <a:gd name="T14" fmla="*/ 67 w 67"/>
                <a:gd name="T15" fmla="*/ 57 h 57"/>
              </a:gdLst>
              <a:ahLst/>
              <a:cxnLst>
                <a:cxn ang="T8">
                  <a:pos x="T0" y="T1"/>
                </a:cxn>
                <a:cxn ang="T9">
                  <a:pos x="T2" y="T3"/>
                </a:cxn>
                <a:cxn ang="T10">
                  <a:pos x="T4" y="T5"/>
                </a:cxn>
                <a:cxn ang="T11">
                  <a:pos x="T6" y="T7"/>
                </a:cxn>
              </a:cxnLst>
              <a:rect l="T12" t="T13" r="T14" b="T15"/>
              <a:pathLst>
                <a:path w="67" h="57">
                  <a:moveTo>
                    <a:pt x="0" y="0"/>
                  </a:moveTo>
                  <a:lnTo>
                    <a:pt x="38" y="57"/>
                  </a:lnTo>
                  <a:lnTo>
                    <a:pt x="67" y="0"/>
                  </a:lnTo>
                  <a:lnTo>
                    <a:pt x="0" y="0"/>
                  </a:lnTo>
                  <a:close/>
                </a:path>
              </a:pathLst>
            </a:custGeom>
            <a:solidFill>
              <a:srgbClr val="000000"/>
            </a:solidFill>
            <a:ln w="9525">
              <a:noFill/>
              <a:round/>
              <a:headEnd/>
              <a:tailEnd/>
            </a:ln>
          </p:spPr>
          <p:txBody>
            <a:bodyPr/>
            <a:lstStyle/>
            <a:p>
              <a:endParaRPr lang="zh-CN" altLang="en-US"/>
            </a:p>
          </p:txBody>
        </p:sp>
      </p:grpSp>
      <p:grpSp>
        <p:nvGrpSpPr>
          <p:cNvPr id="32799" name="Group 61"/>
          <p:cNvGrpSpPr>
            <a:grpSpLocks/>
          </p:cNvGrpSpPr>
          <p:nvPr/>
        </p:nvGrpSpPr>
        <p:grpSpPr bwMode="auto">
          <a:xfrm>
            <a:off x="3563938" y="2722563"/>
            <a:ext cx="404812" cy="117475"/>
            <a:chOff x="2200" y="1559"/>
            <a:chExt cx="227" cy="66"/>
          </a:xfrm>
        </p:grpSpPr>
        <p:sp>
          <p:nvSpPr>
            <p:cNvPr id="32822" name="Line 62"/>
            <p:cNvSpPr>
              <a:spLocks noChangeShapeType="1"/>
            </p:cNvSpPr>
            <p:nvPr/>
          </p:nvSpPr>
          <p:spPr bwMode="auto">
            <a:xfrm>
              <a:off x="2200" y="1587"/>
              <a:ext cx="227" cy="1"/>
            </a:xfrm>
            <a:prstGeom prst="line">
              <a:avLst/>
            </a:prstGeom>
            <a:noFill/>
            <a:ln w="14351">
              <a:solidFill>
                <a:srgbClr val="FF0000"/>
              </a:solidFill>
              <a:round/>
              <a:headEnd/>
              <a:tailEnd/>
            </a:ln>
          </p:spPr>
          <p:txBody>
            <a:bodyPr/>
            <a:lstStyle/>
            <a:p>
              <a:endParaRPr lang="zh-CN" altLang="en-US"/>
            </a:p>
          </p:txBody>
        </p:sp>
        <p:sp>
          <p:nvSpPr>
            <p:cNvPr id="32823" name="Freeform 63"/>
            <p:cNvSpPr>
              <a:spLocks/>
            </p:cNvSpPr>
            <p:nvPr/>
          </p:nvSpPr>
          <p:spPr bwMode="auto">
            <a:xfrm>
              <a:off x="2370" y="1559"/>
              <a:ext cx="57" cy="66"/>
            </a:xfrm>
            <a:custGeom>
              <a:avLst/>
              <a:gdLst>
                <a:gd name="T0" fmla="*/ 0 w 57"/>
                <a:gd name="T1" fmla="*/ 66 h 66"/>
                <a:gd name="T2" fmla="*/ 57 w 57"/>
                <a:gd name="T3" fmla="*/ 28 h 66"/>
                <a:gd name="T4" fmla="*/ 0 w 57"/>
                <a:gd name="T5" fmla="*/ 0 h 66"/>
                <a:gd name="T6" fmla="*/ 0 60000 65536"/>
                <a:gd name="T7" fmla="*/ 0 60000 65536"/>
                <a:gd name="T8" fmla="*/ 0 60000 65536"/>
                <a:gd name="T9" fmla="*/ 0 w 57"/>
                <a:gd name="T10" fmla="*/ 0 h 66"/>
                <a:gd name="T11" fmla="*/ 57 w 57"/>
                <a:gd name="T12" fmla="*/ 66 h 66"/>
              </a:gdLst>
              <a:ahLst/>
              <a:cxnLst>
                <a:cxn ang="T6">
                  <a:pos x="T0" y="T1"/>
                </a:cxn>
                <a:cxn ang="T7">
                  <a:pos x="T2" y="T3"/>
                </a:cxn>
                <a:cxn ang="T8">
                  <a:pos x="T4" y="T5"/>
                </a:cxn>
              </a:cxnLst>
              <a:rect l="T9" t="T10" r="T11" b="T12"/>
              <a:pathLst>
                <a:path w="57" h="66">
                  <a:moveTo>
                    <a:pt x="0" y="66"/>
                  </a:moveTo>
                  <a:lnTo>
                    <a:pt x="57" y="28"/>
                  </a:lnTo>
                  <a:lnTo>
                    <a:pt x="0" y="0"/>
                  </a:lnTo>
                </a:path>
              </a:pathLst>
            </a:custGeom>
            <a:noFill/>
            <a:ln w="14351">
              <a:solidFill>
                <a:srgbClr val="FF0000"/>
              </a:solidFill>
              <a:prstDash val="solid"/>
              <a:round/>
              <a:headEnd/>
              <a:tailEnd/>
            </a:ln>
          </p:spPr>
          <p:txBody>
            <a:bodyPr/>
            <a:lstStyle/>
            <a:p>
              <a:endParaRPr lang="zh-CN" altLang="en-US"/>
            </a:p>
          </p:txBody>
        </p:sp>
      </p:grpSp>
      <p:sp>
        <p:nvSpPr>
          <p:cNvPr id="32800" name="Line 64"/>
          <p:cNvSpPr>
            <a:spLocks noChangeShapeType="1"/>
          </p:cNvSpPr>
          <p:nvPr/>
        </p:nvSpPr>
        <p:spPr bwMode="auto">
          <a:xfrm>
            <a:off x="3563938" y="4421188"/>
            <a:ext cx="404812" cy="1587"/>
          </a:xfrm>
          <a:prstGeom prst="line">
            <a:avLst/>
          </a:prstGeom>
          <a:noFill/>
          <a:ln w="14351">
            <a:solidFill>
              <a:srgbClr val="FF0000"/>
            </a:solidFill>
            <a:round/>
            <a:headEnd/>
            <a:tailEnd/>
          </a:ln>
        </p:spPr>
        <p:txBody>
          <a:bodyPr/>
          <a:lstStyle/>
          <a:p>
            <a:endParaRPr lang="zh-CN" altLang="en-US"/>
          </a:p>
        </p:txBody>
      </p:sp>
      <p:sp>
        <p:nvSpPr>
          <p:cNvPr id="32801" name="Line 65"/>
          <p:cNvSpPr>
            <a:spLocks noChangeShapeType="1"/>
          </p:cNvSpPr>
          <p:nvPr/>
        </p:nvSpPr>
        <p:spPr bwMode="auto">
          <a:xfrm>
            <a:off x="3563938" y="2773363"/>
            <a:ext cx="1587" cy="1630362"/>
          </a:xfrm>
          <a:prstGeom prst="line">
            <a:avLst/>
          </a:prstGeom>
          <a:noFill/>
          <a:ln w="14351">
            <a:solidFill>
              <a:srgbClr val="FF0000"/>
            </a:solidFill>
            <a:round/>
            <a:headEnd/>
            <a:tailEnd/>
          </a:ln>
        </p:spPr>
        <p:txBody>
          <a:bodyPr/>
          <a:lstStyle/>
          <a:p>
            <a:endParaRPr lang="zh-CN" altLang="en-US"/>
          </a:p>
        </p:txBody>
      </p:sp>
      <p:grpSp>
        <p:nvGrpSpPr>
          <p:cNvPr id="32802" name="Group 66"/>
          <p:cNvGrpSpPr>
            <a:grpSpLocks/>
          </p:cNvGrpSpPr>
          <p:nvPr/>
        </p:nvGrpSpPr>
        <p:grpSpPr bwMode="auto">
          <a:xfrm>
            <a:off x="3429000" y="4471988"/>
            <a:ext cx="539750" cy="117475"/>
            <a:chOff x="2124" y="2542"/>
            <a:chExt cx="303" cy="66"/>
          </a:xfrm>
        </p:grpSpPr>
        <p:sp>
          <p:nvSpPr>
            <p:cNvPr id="32820" name="Line 67"/>
            <p:cNvSpPr>
              <a:spLocks noChangeShapeType="1"/>
            </p:cNvSpPr>
            <p:nvPr/>
          </p:nvSpPr>
          <p:spPr bwMode="auto">
            <a:xfrm>
              <a:off x="2124" y="2580"/>
              <a:ext cx="303" cy="1"/>
            </a:xfrm>
            <a:prstGeom prst="line">
              <a:avLst/>
            </a:prstGeom>
            <a:noFill/>
            <a:ln w="14351">
              <a:solidFill>
                <a:srgbClr val="0000FF"/>
              </a:solidFill>
              <a:round/>
              <a:headEnd/>
              <a:tailEnd/>
            </a:ln>
          </p:spPr>
          <p:txBody>
            <a:bodyPr/>
            <a:lstStyle/>
            <a:p>
              <a:endParaRPr lang="zh-CN" altLang="en-US"/>
            </a:p>
          </p:txBody>
        </p:sp>
        <p:sp>
          <p:nvSpPr>
            <p:cNvPr id="32821" name="Freeform 68"/>
            <p:cNvSpPr>
              <a:spLocks/>
            </p:cNvSpPr>
            <p:nvPr/>
          </p:nvSpPr>
          <p:spPr bwMode="auto">
            <a:xfrm>
              <a:off x="2124" y="2542"/>
              <a:ext cx="57" cy="66"/>
            </a:xfrm>
            <a:custGeom>
              <a:avLst/>
              <a:gdLst>
                <a:gd name="T0" fmla="*/ 57 w 57"/>
                <a:gd name="T1" fmla="*/ 0 h 66"/>
                <a:gd name="T2" fmla="*/ 0 w 57"/>
                <a:gd name="T3" fmla="*/ 38 h 66"/>
                <a:gd name="T4" fmla="*/ 57 w 57"/>
                <a:gd name="T5" fmla="*/ 66 h 66"/>
                <a:gd name="T6" fmla="*/ 0 60000 65536"/>
                <a:gd name="T7" fmla="*/ 0 60000 65536"/>
                <a:gd name="T8" fmla="*/ 0 60000 65536"/>
                <a:gd name="T9" fmla="*/ 0 w 57"/>
                <a:gd name="T10" fmla="*/ 0 h 66"/>
                <a:gd name="T11" fmla="*/ 57 w 57"/>
                <a:gd name="T12" fmla="*/ 66 h 66"/>
              </a:gdLst>
              <a:ahLst/>
              <a:cxnLst>
                <a:cxn ang="T6">
                  <a:pos x="T0" y="T1"/>
                </a:cxn>
                <a:cxn ang="T7">
                  <a:pos x="T2" y="T3"/>
                </a:cxn>
                <a:cxn ang="T8">
                  <a:pos x="T4" y="T5"/>
                </a:cxn>
              </a:cxnLst>
              <a:rect l="T9" t="T10" r="T11" b="T12"/>
              <a:pathLst>
                <a:path w="57" h="66">
                  <a:moveTo>
                    <a:pt x="57" y="0"/>
                  </a:moveTo>
                  <a:lnTo>
                    <a:pt x="0" y="38"/>
                  </a:lnTo>
                  <a:lnTo>
                    <a:pt x="57" y="66"/>
                  </a:lnTo>
                </a:path>
              </a:pathLst>
            </a:custGeom>
            <a:noFill/>
            <a:ln w="14351">
              <a:solidFill>
                <a:srgbClr val="0000FF"/>
              </a:solidFill>
              <a:prstDash val="solid"/>
              <a:round/>
              <a:headEnd/>
              <a:tailEnd/>
            </a:ln>
          </p:spPr>
          <p:txBody>
            <a:bodyPr/>
            <a:lstStyle/>
            <a:p>
              <a:endParaRPr lang="zh-CN" altLang="en-US"/>
            </a:p>
          </p:txBody>
        </p:sp>
      </p:grpSp>
      <p:grpSp>
        <p:nvGrpSpPr>
          <p:cNvPr id="32803" name="Group 72"/>
          <p:cNvGrpSpPr>
            <a:grpSpLocks/>
          </p:cNvGrpSpPr>
          <p:nvPr/>
        </p:nvGrpSpPr>
        <p:grpSpPr bwMode="auto">
          <a:xfrm>
            <a:off x="2219325" y="5454650"/>
            <a:ext cx="523875" cy="92075"/>
            <a:chOff x="1444" y="3081"/>
            <a:chExt cx="302" cy="66"/>
          </a:xfrm>
        </p:grpSpPr>
        <p:sp>
          <p:nvSpPr>
            <p:cNvPr id="32818" name="Line 73"/>
            <p:cNvSpPr>
              <a:spLocks noChangeShapeType="1"/>
            </p:cNvSpPr>
            <p:nvPr/>
          </p:nvSpPr>
          <p:spPr bwMode="auto">
            <a:xfrm>
              <a:off x="1444" y="3109"/>
              <a:ext cx="302" cy="1"/>
            </a:xfrm>
            <a:prstGeom prst="line">
              <a:avLst/>
            </a:prstGeom>
            <a:noFill/>
            <a:ln w="14351">
              <a:solidFill>
                <a:srgbClr val="0000FF"/>
              </a:solidFill>
              <a:round/>
              <a:headEnd/>
              <a:tailEnd/>
            </a:ln>
          </p:spPr>
          <p:txBody>
            <a:bodyPr/>
            <a:lstStyle/>
            <a:p>
              <a:endParaRPr lang="zh-CN" altLang="en-US"/>
            </a:p>
          </p:txBody>
        </p:sp>
        <p:sp>
          <p:nvSpPr>
            <p:cNvPr id="32819" name="Freeform 74"/>
            <p:cNvSpPr>
              <a:spLocks/>
            </p:cNvSpPr>
            <p:nvPr/>
          </p:nvSpPr>
          <p:spPr bwMode="auto">
            <a:xfrm>
              <a:off x="1690" y="3081"/>
              <a:ext cx="56" cy="66"/>
            </a:xfrm>
            <a:custGeom>
              <a:avLst/>
              <a:gdLst>
                <a:gd name="T0" fmla="*/ 0 w 56"/>
                <a:gd name="T1" fmla="*/ 66 h 66"/>
                <a:gd name="T2" fmla="*/ 56 w 56"/>
                <a:gd name="T3" fmla="*/ 28 h 66"/>
                <a:gd name="T4" fmla="*/ 0 w 56"/>
                <a:gd name="T5" fmla="*/ 0 h 66"/>
                <a:gd name="T6" fmla="*/ 0 60000 65536"/>
                <a:gd name="T7" fmla="*/ 0 60000 65536"/>
                <a:gd name="T8" fmla="*/ 0 60000 65536"/>
                <a:gd name="T9" fmla="*/ 0 w 56"/>
                <a:gd name="T10" fmla="*/ 0 h 66"/>
                <a:gd name="T11" fmla="*/ 56 w 56"/>
                <a:gd name="T12" fmla="*/ 66 h 66"/>
              </a:gdLst>
              <a:ahLst/>
              <a:cxnLst>
                <a:cxn ang="T6">
                  <a:pos x="T0" y="T1"/>
                </a:cxn>
                <a:cxn ang="T7">
                  <a:pos x="T2" y="T3"/>
                </a:cxn>
                <a:cxn ang="T8">
                  <a:pos x="T4" y="T5"/>
                </a:cxn>
              </a:cxnLst>
              <a:rect l="T9" t="T10" r="T11" b="T12"/>
              <a:pathLst>
                <a:path w="56" h="66">
                  <a:moveTo>
                    <a:pt x="0" y="66"/>
                  </a:moveTo>
                  <a:lnTo>
                    <a:pt x="56" y="28"/>
                  </a:lnTo>
                  <a:lnTo>
                    <a:pt x="0" y="0"/>
                  </a:lnTo>
                </a:path>
              </a:pathLst>
            </a:custGeom>
            <a:noFill/>
            <a:ln w="14351">
              <a:solidFill>
                <a:srgbClr val="0000FF"/>
              </a:solidFill>
              <a:prstDash val="solid"/>
              <a:round/>
              <a:headEnd/>
              <a:tailEnd/>
            </a:ln>
          </p:spPr>
          <p:txBody>
            <a:bodyPr/>
            <a:lstStyle/>
            <a:p>
              <a:endParaRPr lang="zh-CN" altLang="en-US"/>
            </a:p>
          </p:txBody>
        </p:sp>
      </p:grpSp>
      <p:grpSp>
        <p:nvGrpSpPr>
          <p:cNvPr id="32804" name="Group 75"/>
          <p:cNvGrpSpPr>
            <a:grpSpLocks/>
          </p:cNvGrpSpPr>
          <p:nvPr/>
        </p:nvGrpSpPr>
        <p:grpSpPr bwMode="auto">
          <a:xfrm>
            <a:off x="4724400" y="3933825"/>
            <a:ext cx="117475" cy="352425"/>
            <a:chOff x="2852" y="2240"/>
            <a:chExt cx="66" cy="198"/>
          </a:xfrm>
        </p:grpSpPr>
        <p:sp>
          <p:nvSpPr>
            <p:cNvPr id="32816" name="Line 76"/>
            <p:cNvSpPr>
              <a:spLocks noChangeShapeType="1"/>
            </p:cNvSpPr>
            <p:nvPr/>
          </p:nvSpPr>
          <p:spPr bwMode="auto">
            <a:xfrm flipV="1">
              <a:off x="2880" y="2240"/>
              <a:ext cx="1" cy="198"/>
            </a:xfrm>
            <a:prstGeom prst="line">
              <a:avLst/>
            </a:prstGeom>
            <a:noFill/>
            <a:ln w="14351">
              <a:solidFill>
                <a:srgbClr val="0000FF"/>
              </a:solidFill>
              <a:round/>
              <a:headEnd/>
              <a:tailEnd/>
            </a:ln>
          </p:spPr>
          <p:txBody>
            <a:bodyPr/>
            <a:lstStyle/>
            <a:p>
              <a:endParaRPr lang="zh-CN" altLang="en-US"/>
            </a:p>
          </p:txBody>
        </p:sp>
        <p:sp>
          <p:nvSpPr>
            <p:cNvPr id="32817" name="Freeform 77"/>
            <p:cNvSpPr>
              <a:spLocks/>
            </p:cNvSpPr>
            <p:nvPr/>
          </p:nvSpPr>
          <p:spPr bwMode="auto">
            <a:xfrm>
              <a:off x="2852" y="2240"/>
              <a:ext cx="66" cy="56"/>
            </a:xfrm>
            <a:custGeom>
              <a:avLst/>
              <a:gdLst>
                <a:gd name="T0" fmla="*/ 66 w 66"/>
                <a:gd name="T1" fmla="*/ 56 h 56"/>
                <a:gd name="T2" fmla="*/ 28 w 66"/>
                <a:gd name="T3" fmla="*/ 0 h 56"/>
                <a:gd name="T4" fmla="*/ 0 w 66"/>
                <a:gd name="T5" fmla="*/ 56 h 56"/>
                <a:gd name="T6" fmla="*/ 0 60000 65536"/>
                <a:gd name="T7" fmla="*/ 0 60000 65536"/>
                <a:gd name="T8" fmla="*/ 0 60000 65536"/>
                <a:gd name="T9" fmla="*/ 0 w 66"/>
                <a:gd name="T10" fmla="*/ 0 h 56"/>
                <a:gd name="T11" fmla="*/ 66 w 66"/>
                <a:gd name="T12" fmla="*/ 56 h 56"/>
              </a:gdLst>
              <a:ahLst/>
              <a:cxnLst>
                <a:cxn ang="T6">
                  <a:pos x="T0" y="T1"/>
                </a:cxn>
                <a:cxn ang="T7">
                  <a:pos x="T2" y="T3"/>
                </a:cxn>
                <a:cxn ang="T8">
                  <a:pos x="T4" y="T5"/>
                </a:cxn>
              </a:cxnLst>
              <a:rect l="T9" t="T10" r="T11" b="T12"/>
              <a:pathLst>
                <a:path w="66" h="56">
                  <a:moveTo>
                    <a:pt x="66" y="56"/>
                  </a:moveTo>
                  <a:lnTo>
                    <a:pt x="28" y="0"/>
                  </a:lnTo>
                  <a:lnTo>
                    <a:pt x="0" y="56"/>
                  </a:lnTo>
                </a:path>
              </a:pathLst>
            </a:custGeom>
            <a:noFill/>
            <a:ln w="14351">
              <a:solidFill>
                <a:srgbClr val="0000FF"/>
              </a:solidFill>
              <a:prstDash val="solid"/>
              <a:round/>
              <a:headEnd/>
              <a:tailEnd/>
            </a:ln>
          </p:spPr>
          <p:txBody>
            <a:bodyPr/>
            <a:lstStyle/>
            <a:p>
              <a:endParaRPr lang="zh-CN" altLang="en-US"/>
            </a:p>
          </p:txBody>
        </p:sp>
      </p:grpSp>
      <p:grpSp>
        <p:nvGrpSpPr>
          <p:cNvPr id="32805" name="Group 78"/>
          <p:cNvGrpSpPr>
            <a:grpSpLocks/>
          </p:cNvGrpSpPr>
          <p:nvPr/>
        </p:nvGrpSpPr>
        <p:grpSpPr bwMode="auto">
          <a:xfrm>
            <a:off x="5176838" y="4487863"/>
            <a:ext cx="673100" cy="119062"/>
            <a:chOff x="3107" y="2551"/>
            <a:chExt cx="378" cy="67"/>
          </a:xfrm>
        </p:grpSpPr>
        <p:sp>
          <p:nvSpPr>
            <p:cNvPr id="32814" name="Line 79"/>
            <p:cNvSpPr>
              <a:spLocks noChangeShapeType="1"/>
            </p:cNvSpPr>
            <p:nvPr/>
          </p:nvSpPr>
          <p:spPr bwMode="auto">
            <a:xfrm flipH="1">
              <a:off x="3107" y="2580"/>
              <a:ext cx="378" cy="1"/>
            </a:xfrm>
            <a:prstGeom prst="line">
              <a:avLst/>
            </a:prstGeom>
            <a:noFill/>
            <a:ln w="14351">
              <a:solidFill>
                <a:srgbClr val="0000FF"/>
              </a:solidFill>
              <a:round/>
              <a:headEnd/>
              <a:tailEnd/>
            </a:ln>
          </p:spPr>
          <p:txBody>
            <a:bodyPr/>
            <a:lstStyle/>
            <a:p>
              <a:endParaRPr lang="zh-CN" altLang="en-US"/>
            </a:p>
          </p:txBody>
        </p:sp>
        <p:sp>
          <p:nvSpPr>
            <p:cNvPr id="32815" name="Freeform 80"/>
            <p:cNvSpPr>
              <a:spLocks/>
            </p:cNvSpPr>
            <p:nvPr/>
          </p:nvSpPr>
          <p:spPr bwMode="auto">
            <a:xfrm>
              <a:off x="3429" y="2551"/>
              <a:ext cx="56" cy="67"/>
            </a:xfrm>
            <a:custGeom>
              <a:avLst/>
              <a:gdLst>
                <a:gd name="T0" fmla="*/ 0 w 56"/>
                <a:gd name="T1" fmla="*/ 67 h 67"/>
                <a:gd name="T2" fmla="*/ 56 w 56"/>
                <a:gd name="T3" fmla="*/ 29 h 67"/>
                <a:gd name="T4" fmla="*/ 0 w 56"/>
                <a:gd name="T5" fmla="*/ 0 h 67"/>
                <a:gd name="T6" fmla="*/ 0 60000 65536"/>
                <a:gd name="T7" fmla="*/ 0 60000 65536"/>
                <a:gd name="T8" fmla="*/ 0 60000 65536"/>
                <a:gd name="T9" fmla="*/ 0 w 56"/>
                <a:gd name="T10" fmla="*/ 0 h 67"/>
                <a:gd name="T11" fmla="*/ 56 w 56"/>
                <a:gd name="T12" fmla="*/ 67 h 67"/>
              </a:gdLst>
              <a:ahLst/>
              <a:cxnLst>
                <a:cxn ang="T6">
                  <a:pos x="T0" y="T1"/>
                </a:cxn>
                <a:cxn ang="T7">
                  <a:pos x="T2" y="T3"/>
                </a:cxn>
                <a:cxn ang="T8">
                  <a:pos x="T4" y="T5"/>
                </a:cxn>
              </a:cxnLst>
              <a:rect l="T9" t="T10" r="T11" b="T12"/>
              <a:pathLst>
                <a:path w="56" h="67">
                  <a:moveTo>
                    <a:pt x="0" y="67"/>
                  </a:moveTo>
                  <a:lnTo>
                    <a:pt x="56" y="29"/>
                  </a:lnTo>
                  <a:lnTo>
                    <a:pt x="0" y="0"/>
                  </a:lnTo>
                </a:path>
              </a:pathLst>
            </a:custGeom>
            <a:noFill/>
            <a:ln w="14351">
              <a:solidFill>
                <a:srgbClr val="0000FF"/>
              </a:solidFill>
              <a:prstDash val="solid"/>
              <a:round/>
              <a:headEnd/>
              <a:tailEnd/>
            </a:ln>
          </p:spPr>
          <p:txBody>
            <a:bodyPr/>
            <a:lstStyle/>
            <a:p>
              <a:endParaRPr lang="zh-CN" altLang="en-US"/>
            </a:p>
          </p:txBody>
        </p:sp>
      </p:grpSp>
      <p:grpSp>
        <p:nvGrpSpPr>
          <p:cNvPr id="32806" name="Group 81"/>
          <p:cNvGrpSpPr>
            <a:grpSpLocks/>
          </p:cNvGrpSpPr>
          <p:nvPr/>
        </p:nvGrpSpPr>
        <p:grpSpPr bwMode="auto">
          <a:xfrm>
            <a:off x="5181600" y="5040313"/>
            <a:ext cx="398463" cy="141287"/>
            <a:chOff x="2200" y="1559"/>
            <a:chExt cx="227" cy="66"/>
          </a:xfrm>
        </p:grpSpPr>
        <p:sp>
          <p:nvSpPr>
            <p:cNvPr id="32812" name="Line 82"/>
            <p:cNvSpPr>
              <a:spLocks noChangeShapeType="1"/>
            </p:cNvSpPr>
            <p:nvPr/>
          </p:nvSpPr>
          <p:spPr bwMode="auto">
            <a:xfrm>
              <a:off x="2200" y="1587"/>
              <a:ext cx="227" cy="1"/>
            </a:xfrm>
            <a:prstGeom prst="line">
              <a:avLst/>
            </a:prstGeom>
            <a:noFill/>
            <a:ln w="14351">
              <a:solidFill>
                <a:srgbClr val="FF0000"/>
              </a:solidFill>
              <a:round/>
              <a:headEnd/>
              <a:tailEnd/>
            </a:ln>
          </p:spPr>
          <p:txBody>
            <a:bodyPr/>
            <a:lstStyle/>
            <a:p>
              <a:endParaRPr lang="zh-CN" altLang="en-US"/>
            </a:p>
          </p:txBody>
        </p:sp>
        <p:sp>
          <p:nvSpPr>
            <p:cNvPr id="32813" name="Freeform 83"/>
            <p:cNvSpPr>
              <a:spLocks/>
            </p:cNvSpPr>
            <p:nvPr/>
          </p:nvSpPr>
          <p:spPr bwMode="auto">
            <a:xfrm>
              <a:off x="2370" y="1559"/>
              <a:ext cx="57" cy="66"/>
            </a:xfrm>
            <a:custGeom>
              <a:avLst/>
              <a:gdLst>
                <a:gd name="T0" fmla="*/ 0 w 57"/>
                <a:gd name="T1" fmla="*/ 66 h 66"/>
                <a:gd name="T2" fmla="*/ 57 w 57"/>
                <a:gd name="T3" fmla="*/ 28 h 66"/>
                <a:gd name="T4" fmla="*/ 0 w 57"/>
                <a:gd name="T5" fmla="*/ 0 h 66"/>
                <a:gd name="T6" fmla="*/ 0 60000 65536"/>
                <a:gd name="T7" fmla="*/ 0 60000 65536"/>
                <a:gd name="T8" fmla="*/ 0 60000 65536"/>
                <a:gd name="T9" fmla="*/ 0 w 57"/>
                <a:gd name="T10" fmla="*/ 0 h 66"/>
                <a:gd name="T11" fmla="*/ 57 w 57"/>
                <a:gd name="T12" fmla="*/ 66 h 66"/>
              </a:gdLst>
              <a:ahLst/>
              <a:cxnLst>
                <a:cxn ang="T6">
                  <a:pos x="T0" y="T1"/>
                </a:cxn>
                <a:cxn ang="T7">
                  <a:pos x="T2" y="T3"/>
                </a:cxn>
                <a:cxn ang="T8">
                  <a:pos x="T4" y="T5"/>
                </a:cxn>
              </a:cxnLst>
              <a:rect l="T9" t="T10" r="T11" b="T12"/>
              <a:pathLst>
                <a:path w="57" h="66">
                  <a:moveTo>
                    <a:pt x="0" y="66"/>
                  </a:moveTo>
                  <a:lnTo>
                    <a:pt x="57" y="28"/>
                  </a:lnTo>
                  <a:lnTo>
                    <a:pt x="0" y="0"/>
                  </a:lnTo>
                </a:path>
              </a:pathLst>
            </a:custGeom>
            <a:noFill/>
            <a:ln w="14351">
              <a:solidFill>
                <a:srgbClr val="FF0000"/>
              </a:solidFill>
              <a:prstDash val="solid"/>
              <a:round/>
              <a:headEnd/>
              <a:tailEnd/>
            </a:ln>
          </p:spPr>
          <p:txBody>
            <a:bodyPr/>
            <a:lstStyle/>
            <a:p>
              <a:endParaRPr lang="zh-CN" altLang="en-US"/>
            </a:p>
          </p:txBody>
        </p:sp>
      </p:grpSp>
      <p:sp>
        <p:nvSpPr>
          <p:cNvPr id="32807" name="Rectangle 84"/>
          <p:cNvSpPr>
            <a:spLocks noChangeArrowheads="1"/>
          </p:cNvSpPr>
          <p:nvPr/>
        </p:nvSpPr>
        <p:spPr bwMode="auto">
          <a:xfrm>
            <a:off x="5867400" y="4941888"/>
            <a:ext cx="863600" cy="258762"/>
          </a:xfrm>
          <a:prstGeom prst="rect">
            <a:avLst/>
          </a:prstGeom>
          <a:noFill/>
          <a:ln w="9525">
            <a:noFill/>
            <a:miter lim="800000"/>
            <a:headEnd/>
            <a:tailEnd/>
          </a:ln>
        </p:spPr>
        <p:txBody>
          <a:bodyPr wrap="none" lIns="0" tIns="0" rIns="0" bIns="0">
            <a:spAutoFit/>
          </a:bodyPr>
          <a:lstStyle/>
          <a:p>
            <a:r>
              <a:rPr lang="zh-CN" altLang="en-US" sz="1700">
                <a:solidFill>
                  <a:srgbClr val="000000"/>
                </a:solidFill>
                <a:latin typeface="宋体" pitchFamily="2" charset="-122"/>
              </a:rPr>
              <a:t>地址信号</a:t>
            </a:r>
            <a:endParaRPr lang="zh-CN" altLang="en-US"/>
          </a:p>
        </p:txBody>
      </p:sp>
      <p:grpSp>
        <p:nvGrpSpPr>
          <p:cNvPr id="32808" name="Group 85"/>
          <p:cNvGrpSpPr>
            <a:grpSpLocks/>
          </p:cNvGrpSpPr>
          <p:nvPr/>
        </p:nvGrpSpPr>
        <p:grpSpPr bwMode="auto">
          <a:xfrm>
            <a:off x="4932363" y="3068638"/>
            <a:ext cx="71437" cy="1152525"/>
            <a:chOff x="2852" y="2240"/>
            <a:chExt cx="66" cy="198"/>
          </a:xfrm>
        </p:grpSpPr>
        <p:sp>
          <p:nvSpPr>
            <p:cNvPr id="32810" name="Line 86"/>
            <p:cNvSpPr>
              <a:spLocks noChangeShapeType="1"/>
            </p:cNvSpPr>
            <p:nvPr/>
          </p:nvSpPr>
          <p:spPr bwMode="auto">
            <a:xfrm flipV="1">
              <a:off x="2880" y="2240"/>
              <a:ext cx="1" cy="198"/>
            </a:xfrm>
            <a:prstGeom prst="line">
              <a:avLst/>
            </a:prstGeom>
            <a:noFill/>
            <a:ln w="14351">
              <a:solidFill>
                <a:srgbClr val="0000FF"/>
              </a:solidFill>
              <a:round/>
              <a:headEnd/>
              <a:tailEnd/>
            </a:ln>
          </p:spPr>
          <p:txBody>
            <a:bodyPr/>
            <a:lstStyle/>
            <a:p>
              <a:endParaRPr lang="zh-CN" altLang="en-US"/>
            </a:p>
          </p:txBody>
        </p:sp>
        <p:sp>
          <p:nvSpPr>
            <p:cNvPr id="32811" name="Freeform 87"/>
            <p:cNvSpPr>
              <a:spLocks/>
            </p:cNvSpPr>
            <p:nvPr/>
          </p:nvSpPr>
          <p:spPr bwMode="auto">
            <a:xfrm>
              <a:off x="2852" y="2240"/>
              <a:ext cx="66" cy="56"/>
            </a:xfrm>
            <a:custGeom>
              <a:avLst/>
              <a:gdLst>
                <a:gd name="T0" fmla="*/ 66 w 66"/>
                <a:gd name="T1" fmla="*/ 56 h 56"/>
                <a:gd name="T2" fmla="*/ 28 w 66"/>
                <a:gd name="T3" fmla="*/ 0 h 56"/>
                <a:gd name="T4" fmla="*/ 0 w 66"/>
                <a:gd name="T5" fmla="*/ 56 h 56"/>
                <a:gd name="T6" fmla="*/ 0 60000 65536"/>
                <a:gd name="T7" fmla="*/ 0 60000 65536"/>
                <a:gd name="T8" fmla="*/ 0 60000 65536"/>
                <a:gd name="T9" fmla="*/ 0 w 66"/>
                <a:gd name="T10" fmla="*/ 0 h 56"/>
                <a:gd name="T11" fmla="*/ 66 w 66"/>
                <a:gd name="T12" fmla="*/ 56 h 56"/>
              </a:gdLst>
              <a:ahLst/>
              <a:cxnLst>
                <a:cxn ang="T6">
                  <a:pos x="T0" y="T1"/>
                </a:cxn>
                <a:cxn ang="T7">
                  <a:pos x="T2" y="T3"/>
                </a:cxn>
                <a:cxn ang="T8">
                  <a:pos x="T4" y="T5"/>
                </a:cxn>
              </a:cxnLst>
              <a:rect l="T9" t="T10" r="T11" b="T12"/>
              <a:pathLst>
                <a:path w="66" h="56">
                  <a:moveTo>
                    <a:pt x="66" y="56"/>
                  </a:moveTo>
                  <a:lnTo>
                    <a:pt x="28" y="0"/>
                  </a:lnTo>
                  <a:lnTo>
                    <a:pt x="0" y="56"/>
                  </a:lnTo>
                </a:path>
              </a:pathLst>
            </a:custGeom>
            <a:noFill/>
            <a:ln w="14351">
              <a:solidFill>
                <a:srgbClr val="0000FF"/>
              </a:solidFill>
              <a:prstDash val="solid"/>
              <a:round/>
              <a:headEnd/>
              <a:tailEnd/>
            </a:ln>
          </p:spPr>
          <p:txBody>
            <a:bodyPr/>
            <a:lstStyle/>
            <a:p>
              <a:endParaRPr lang="zh-CN" altLang="en-US"/>
            </a:p>
          </p:txBody>
        </p:sp>
      </p:grpSp>
      <p:sp>
        <p:nvSpPr>
          <p:cNvPr id="32809" name="Line 88"/>
          <p:cNvSpPr>
            <a:spLocks noChangeShapeType="1"/>
          </p:cNvSpPr>
          <p:nvPr/>
        </p:nvSpPr>
        <p:spPr bwMode="auto">
          <a:xfrm>
            <a:off x="2209800" y="5105400"/>
            <a:ext cx="533400" cy="0"/>
          </a:xfrm>
          <a:prstGeom prst="line">
            <a:avLst/>
          </a:prstGeom>
          <a:noFill/>
          <a:ln w="9525">
            <a:solidFill>
              <a:schemeClr val="tx1"/>
            </a:solidFill>
            <a:round/>
            <a:headEnd type="triangle" w="lg" len="med"/>
            <a:tailEnd type="triangle" w="lg" len="med"/>
          </a:ln>
        </p:spPr>
        <p:txBody>
          <a:bodyPr wrap="none"/>
          <a:lstStyle/>
          <a:p>
            <a:endParaRPr lang="zh-CN" altLang="en-US"/>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3794" name="Rectangle 2"/>
          <p:cNvSpPr>
            <a:spLocks noGrp="1" noChangeArrowheads="1"/>
          </p:cNvSpPr>
          <p:nvPr>
            <p:ph type="title"/>
          </p:nvPr>
        </p:nvSpPr>
        <p:spPr>
          <a:xfrm>
            <a:off x="457200" y="122238"/>
            <a:ext cx="7543800" cy="858837"/>
          </a:xfrm>
        </p:spPr>
        <p:txBody>
          <a:bodyPr/>
          <a:lstStyle/>
          <a:p>
            <a:pPr eaLnBrk="1" hangingPunct="1"/>
            <a:r>
              <a:rPr lang="en-US" altLang="zh-CN" smtClean="0">
                <a:cs typeface="Arial" charset="0"/>
              </a:rPr>
              <a:t>1.3</a:t>
            </a:r>
            <a:r>
              <a:rPr lang="zh-CN" altLang="en-US" smtClean="0"/>
              <a:t>计算机的硬件</a:t>
            </a:r>
          </a:p>
        </p:txBody>
      </p:sp>
      <p:sp>
        <p:nvSpPr>
          <p:cNvPr id="33795" name="Rectangle 3"/>
          <p:cNvSpPr>
            <a:spLocks noGrp="1" noChangeArrowheads="1"/>
          </p:cNvSpPr>
          <p:nvPr>
            <p:ph type="body" sz="half" idx="1"/>
          </p:nvPr>
        </p:nvSpPr>
        <p:spPr>
          <a:xfrm>
            <a:off x="468313" y="1268413"/>
            <a:ext cx="4038600" cy="4608512"/>
          </a:xfrm>
        </p:spPr>
        <p:txBody>
          <a:bodyPr/>
          <a:lstStyle/>
          <a:p>
            <a:pPr marL="762000" indent="-762000" eaLnBrk="1" hangingPunct="1">
              <a:lnSpc>
                <a:spcPct val="150000"/>
              </a:lnSpc>
              <a:buFont typeface="Wingdings" pitchFamily="2" charset="2"/>
              <a:buNone/>
            </a:pPr>
            <a:r>
              <a:rPr lang="zh-CN" altLang="en-US" sz="2600" smtClean="0"/>
              <a:t>四、运算器</a:t>
            </a:r>
          </a:p>
          <a:p>
            <a:pPr marL="762000" indent="-762000" eaLnBrk="1" hangingPunct="1">
              <a:lnSpc>
                <a:spcPct val="150000"/>
              </a:lnSpc>
            </a:pPr>
            <a:r>
              <a:rPr lang="zh-CN" altLang="en-US" sz="2400" smtClean="0">
                <a:latin typeface="宋体" pitchFamily="2" charset="-122"/>
              </a:rPr>
              <a:t>算术运算和逻辑运算</a:t>
            </a:r>
          </a:p>
          <a:p>
            <a:pPr marL="762000" indent="-762000" eaLnBrk="1" hangingPunct="1">
              <a:lnSpc>
                <a:spcPct val="150000"/>
              </a:lnSpc>
            </a:pPr>
            <a:r>
              <a:rPr lang="zh-CN" altLang="en-US" sz="2400" smtClean="0">
                <a:latin typeface="宋体" pitchFamily="2" charset="-122"/>
              </a:rPr>
              <a:t>在计算机中参与运算的数是二进制的</a:t>
            </a:r>
          </a:p>
          <a:p>
            <a:pPr marL="762000" indent="-762000" eaLnBrk="1" hangingPunct="1">
              <a:lnSpc>
                <a:spcPct val="150000"/>
              </a:lnSpc>
            </a:pPr>
            <a:r>
              <a:rPr lang="zh-CN" altLang="en-US" sz="2400" smtClean="0">
                <a:latin typeface="宋体" pitchFamily="2" charset="-122"/>
              </a:rPr>
              <a:t>运算器的长度一般是</a:t>
            </a:r>
            <a:r>
              <a:rPr lang="en-US" altLang="zh-CN" sz="2400" smtClean="0">
                <a:latin typeface="宋体" pitchFamily="2" charset="-122"/>
              </a:rPr>
              <a:t>8</a:t>
            </a:r>
            <a:r>
              <a:rPr lang="zh-CN" altLang="en-US" sz="2400" smtClean="0">
                <a:latin typeface="宋体" pitchFamily="2" charset="-122"/>
              </a:rPr>
              <a:t>、</a:t>
            </a:r>
            <a:r>
              <a:rPr lang="en-US" altLang="zh-CN" sz="2400" smtClean="0">
                <a:latin typeface="宋体" pitchFamily="2" charset="-122"/>
              </a:rPr>
              <a:t>16</a:t>
            </a:r>
            <a:r>
              <a:rPr lang="zh-CN" altLang="en-US" sz="2400" smtClean="0">
                <a:latin typeface="宋体" pitchFamily="2" charset="-122"/>
              </a:rPr>
              <a:t>、</a:t>
            </a:r>
            <a:r>
              <a:rPr lang="en-US" altLang="zh-CN" sz="2400" smtClean="0">
                <a:latin typeface="宋体" pitchFamily="2" charset="-122"/>
              </a:rPr>
              <a:t>32</a:t>
            </a:r>
            <a:r>
              <a:rPr lang="zh-CN" altLang="en-US" sz="2400" smtClean="0">
                <a:latin typeface="宋体" pitchFamily="2" charset="-122"/>
              </a:rPr>
              <a:t>或</a:t>
            </a:r>
            <a:r>
              <a:rPr lang="en-US" altLang="zh-CN" sz="2400" smtClean="0">
                <a:latin typeface="宋体" pitchFamily="2" charset="-122"/>
              </a:rPr>
              <a:t>64</a:t>
            </a:r>
            <a:r>
              <a:rPr lang="zh-CN" altLang="en-US" sz="2400" smtClean="0">
                <a:latin typeface="宋体" pitchFamily="2" charset="-122"/>
              </a:rPr>
              <a:t>位</a:t>
            </a:r>
          </a:p>
        </p:txBody>
      </p:sp>
      <p:graphicFrame>
        <p:nvGraphicFramePr>
          <p:cNvPr id="33796" name="Object 4"/>
          <p:cNvGraphicFramePr>
            <a:graphicFrameLocks noGrp="1" noChangeAspect="1"/>
          </p:cNvGraphicFramePr>
          <p:nvPr>
            <p:ph sz="half" idx="2"/>
          </p:nvPr>
        </p:nvGraphicFramePr>
        <p:xfrm>
          <a:off x="4859338" y="1700213"/>
          <a:ext cx="3171825" cy="2965450"/>
        </p:xfrm>
        <a:graphic>
          <a:graphicData uri="http://schemas.openxmlformats.org/presentationml/2006/ole">
            <mc:AlternateContent xmlns:mc="http://schemas.openxmlformats.org/markup-compatibility/2006">
              <mc:Choice xmlns:v="urn:schemas-microsoft-com:vml" Requires="v">
                <p:oleObj spid="_x0000_s33822" name="Visio" r:id="rId3" imgW="3171720" imgH="2965895" progId="Visio.Drawing.11">
                  <p:embed/>
                </p:oleObj>
              </mc:Choice>
              <mc:Fallback>
                <p:oleObj name="Visio" r:id="rId3" imgW="3171720" imgH="2965895" progId="Visio.Drawing.11">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859338" y="1700213"/>
                        <a:ext cx="3171825" cy="2965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4818" name="Rectangle 2"/>
          <p:cNvSpPr>
            <a:spLocks noGrp="1" noChangeArrowheads="1"/>
          </p:cNvSpPr>
          <p:nvPr>
            <p:ph type="title"/>
          </p:nvPr>
        </p:nvSpPr>
        <p:spPr>
          <a:xfrm>
            <a:off x="457200" y="122238"/>
            <a:ext cx="7543800" cy="930275"/>
          </a:xfrm>
        </p:spPr>
        <p:txBody>
          <a:bodyPr/>
          <a:lstStyle/>
          <a:p>
            <a:pPr eaLnBrk="1" hangingPunct="1"/>
            <a:r>
              <a:rPr lang="en-US" altLang="zh-CN" smtClean="0">
                <a:cs typeface="Arial" charset="0"/>
              </a:rPr>
              <a:t>1.3</a:t>
            </a:r>
            <a:r>
              <a:rPr lang="zh-CN" altLang="en-US" smtClean="0"/>
              <a:t>计算机的硬件</a:t>
            </a:r>
          </a:p>
        </p:txBody>
      </p:sp>
      <p:sp>
        <p:nvSpPr>
          <p:cNvPr id="34819" name="Rectangle 3"/>
          <p:cNvSpPr>
            <a:spLocks noGrp="1" noChangeArrowheads="1"/>
          </p:cNvSpPr>
          <p:nvPr>
            <p:ph type="body" idx="1"/>
          </p:nvPr>
        </p:nvSpPr>
        <p:spPr>
          <a:xfrm>
            <a:off x="468313" y="1196975"/>
            <a:ext cx="8229600" cy="4679950"/>
          </a:xfrm>
        </p:spPr>
        <p:txBody>
          <a:bodyPr/>
          <a:lstStyle/>
          <a:p>
            <a:pPr eaLnBrk="1" hangingPunct="1">
              <a:buFont typeface="Wingdings" pitchFamily="2" charset="2"/>
              <a:buNone/>
            </a:pPr>
            <a:r>
              <a:rPr lang="zh-CN" altLang="en-US" smtClean="0"/>
              <a:t>五、存储器</a:t>
            </a:r>
          </a:p>
          <a:p>
            <a:pPr eaLnBrk="1" hangingPunct="1"/>
            <a:r>
              <a:rPr lang="zh-CN" altLang="en-US" sz="3100" smtClean="0"/>
              <a:t>存储数据和程序（指令）</a:t>
            </a:r>
          </a:p>
          <a:p>
            <a:pPr eaLnBrk="1" hangingPunct="1"/>
            <a:r>
              <a:rPr lang="zh-CN" altLang="en-US" sz="3100" smtClean="0"/>
              <a:t>容量（存储单元、存储单元地址、容量单位）</a:t>
            </a:r>
          </a:p>
          <a:p>
            <a:pPr eaLnBrk="1" hangingPunct="1"/>
            <a:r>
              <a:rPr lang="zh-CN" altLang="en-US" sz="3100" smtClean="0"/>
              <a:t>分类内存（</a:t>
            </a:r>
            <a:r>
              <a:rPr lang="en-US" altLang="zh-CN" sz="3100" smtClean="0"/>
              <a:t>ROM</a:t>
            </a:r>
            <a:r>
              <a:rPr lang="zh-CN" altLang="en-US" sz="3100" smtClean="0"/>
              <a:t>、</a:t>
            </a:r>
            <a:r>
              <a:rPr lang="en-US" altLang="zh-CN" sz="3100" smtClean="0"/>
              <a:t>RAM</a:t>
            </a:r>
            <a:r>
              <a:rPr lang="zh-CN" altLang="en-US" sz="3100" smtClean="0"/>
              <a:t>）、外存</a:t>
            </a:r>
          </a:p>
          <a:p>
            <a:pPr eaLnBrk="1" hangingPunct="1"/>
            <a:r>
              <a:rPr lang="zh-CN" altLang="en-US" sz="3100" smtClean="0"/>
              <a:t>存储器单位：</a:t>
            </a:r>
          </a:p>
          <a:p>
            <a:pPr lvl="2" eaLnBrk="1" hangingPunct="1"/>
            <a:r>
              <a:rPr kumimoji="1" lang="en-US" altLang="zh-CN" smtClean="0"/>
              <a:t>2</a:t>
            </a:r>
            <a:r>
              <a:rPr kumimoji="1" lang="en-US" altLang="zh-CN" baseline="30000" smtClean="0"/>
              <a:t>10</a:t>
            </a:r>
            <a:r>
              <a:rPr kumimoji="1" lang="en-US" altLang="zh-CN" smtClean="0"/>
              <a:t> byte</a:t>
            </a:r>
            <a:r>
              <a:rPr kumimoji="1" lang="zh-CN" altLang="en-US" smtClean="0"/>
              <a:t>＝</a:t>
            </a:r>
            <a:r>
              <a:rPr kumimoji="1" lang="en-US" altLang="zh-CN" smtClean="0"/>
              <a:t>1K</a:t>
            </a:r>
          </a:p>
          <a:p>
            <a:pPr lvl="2" eaLnBrk="1" hangingPunct="1"/>
            <a:r>
              <a:rPr kumimoji="1" lang="en-US" altLang="zh-CN" smtClean="0"/>
              <a:t>2</a:t>
            </a:r>
            <a:r>
              <a:rPr kumimoji="1" lang="en-US" altLang="zh-CN" baseline="30000" smtClean="0"/>
              <a:t>10</a:t>
            </a:r>
            <a:r>
              <a:rPr kumimoji="1" lang="en-US" altLang="zh-CN" smtClean="0"/>
              <a:t> K</a:t>
            </a:r>
            <a:r>
              <a:rPr kumimoji="1" lang="zh-CN" altLang="en-US" smtClean="0"/>
              <a:t>＝</a:t>
            </a:r>
            <a:r>
              <a:rPr kumimoji="1" lang="en-US" altLang="zh-CN" smtClean="0"/>
              <a:t>1M</a:t>
            </a:r>
          </a:p>
          <a:p>
            <a:pPr lvl="2" eaLnBrk="1" hangingPunct="1"/>
            <a:r>
              <a:rPr kumimoji="1" lang="en-US" altLang="zh-CN" smtClean="0"/>
              <a:t>2</a:t>
            </a:r>
            <a:r>
              <a:rPr kumimoji="1" lang="en-US" altLang="zh-CN" baseline="30000" smtClean="0"/>
              <a:t>10</a:t>
            </a:r>
            <a:r>
              <a:rPr kumimoji="1" lang="en-US" altLang="zh-CN" smtClean="0"/>
              <a:t> M</a:t>
            </a:r>
            <a:r>
              <a:rPr kumimoji="1" lang="zh-CN" altLang="en-US" smtClean="0"/>
              <a:t>＝</a:t>
            </a:r>
            <a:r>
              <a:rPr kumimoji="1" lang="en-US" altLang="zh-CN" smtClean="0"/>
              <a:t>1G</a:t>
            </a:r>
          </a:p>
          <a:p>
            <a:pPr lvl="2" eaLnBrk="1" hangingPunct="1"/>
            <a:r>
              <a:rPr kumimoji="1" lang="en-US" altLang="zh-CN" smtClean="0"/>
              <a:t>2</a:t>
            </a:r>
            <a:r>
              <a:rPr kumimoji="1" lang="en-US" altLang="zh-CN" baseline="30000" smtClean="0"/>
              <a:t>10 </a:t>
            </a:r>
            <a:r>
              <a:rPr kumimoji="1" lang="en-US" altLang="zh-CN" smtClean="0"/>
              <a:t>G</a:t>
            </a:r>
            <a:r>
              <a:rPr kumimoji="1" lang="zh-CN" altLang="en-US" smtClean="0"/>
              <a:t>＝</a:t>
            </a:r>
            <a:r>
              <a:rPr kumimoji="1" lang="en-US" altLang="zh-CN" smtClean="0"/>
              <a:t>1T</a:t>
            </a:r>
          </a:p>
        </p:txBody>
      </p:sp>
      <p:pic>
        <p:nvPicPr>
          <p:cNvPr id="34820" name="Picture 4" descr="1a4">
            <a:hlinkClick r:id="rId2" action="ppaction://hlinkfile"/>
          </p:cNvPr>
          <p:cNvPicPr>
            <a:picLocks noChangeAspect="1" noChangeArrowheads="1"/>
          </p:cNvPicPr>
          <p:nvPr/>
        </p:nvPicPr>
        <p:blipFill>
          <a:blip r:embed="rId3"/>
          <a:srcRect/>
          <a:stretch>
            <a:fillRect/>
          </a:stretch>
        </p:blipFill>
        <p:spPr bwMode="auto">
          <a:xfrm>
            <a:off x="3779838" y="3573463"/>
            <a:ext cx="2305050" cy="2628900"/>
          </a:xfrm>
          <a:prstGeom prst="rect">
            <a:avLst/>
          </a:prstGeom>
          <a:noFill/>
          <a:ln w="9525">
            <a:noFill/>
            <a:miter lim="800000"/>
            <a:headEnd/>
            <a:tailEnd/>
          </a:ln>
        </p:spPr>
      </p:pic>
      <p:pic>
        <p:nvPicPr>
          <p:cNvPr id="34821" name="Picture 5" descr="1a5">
            <a:hlinkClick r:id="rId4" action="ppaction://hlinkfile"/>
          </p:cNvPr>
          <p:cNvPicPr>
            <a:picLocks noChangeAspect="1" noChangeArrowheads="1"/>
          </p:cNvPicPr>
          <p:nvPr/>
        </p:nvPicPr>
        <p:blipFill>
          <a:blip r:embed="rId5"/>
          <a:srcRect/>
          <a:stretch>
            <a:fillRect/>
          </a:stretch>
        </p:blipFill>
        <p:spPr bwMode="auto">
          <a:xfrm>
            <a:off x="6084888" y="3573463"/>
            <a:ext cx="2519362" cy="2643187"/>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5842" name="Rectangle 2"/>
          <p:cNvSpPr>
            <a:spLocks noGrp="1" noChangeArrowheads="1"/>
          </p:cNvSpPr>
          <p:nvPr>
            <p:ph type="title"/>
          </p:nvPr>
        </p:nvSpPr>
        <p:spPr>
          <a:xfrm>
            <a:off x="457200" y="122238"/>
            <a:ext cx="7543800" cy="930275"/>
          </a:xfrm>
        </p:spPr>
        <p:txBody>
          <a:bodyPr/>
          <a:lstStyle/>
          <a:p>
            <a:pPr eaLnBrk="1" hangingPunct="1"/>
            <a:r>
              <a:rPr lang="en-US" altLang="zh-CN" smtClean="0">
                <a:cs typeface="Arial" charset="0"/>
              </a:rPr>
              <a:t>1.3</a:t>
            </a:r>
            <a:r>
              <a:rPr lang="zh-CN" altLang="en-US" smtClean="0"/>
              <a:t>计算机的硬件</a:t>
            </a:r>
          </a:p>
        </p:txBody>
      </p:sp>
      <p:sp>
        <p:nvSpPr>
          <p:cNvPr id="35843" name="Rectangle 3"/>
          <p:cNvSpPr>
            <a:spLocks noGrp="1" noChangeArrowheads="1"/>
          </p:cNvSpPr>
          <p:nvPr>
            <p:ph type="body" idx="1"/>
          </p:nvPr>
        </p:nvSpPr>
        <p:spPr>
          <a:xfrm>
            <a:off x="468313" y="1125538"/>
            <a:ext cx="8435975" cy="5327650"/>
          </a:xfrm>
        </p:spPr>
        <p:txBody>
          <a:bodyPr/>
          <a:lstStyle/>
          <a:p>
            <a:pPr marL="0" indent="0" eaLnBrk="1" hangingPunct="1">
              <a:buFont typeface="Wingdings" pitchFamily="2" charset="2"/>
              <a:buNone/>
            </a:pPr>
            <a:r>
              <a:rPr lang="zh-CN" altLang="en-US" sz="2800" smtClean="0">
                <a:latin typeface="宋体" pitchFamily="2" charset="-122"/>
              </a:rPr>
              <a:t>六、控制器</a:t>
            </a:r>
            <a:endParaRPr lang="zh-CN" altLang="en-US" sz="2800" b="1" smtClean="0">
              <a:latin typeface="宋体" pitchFamily="2" charset="-122"/>
            </a:endParaRPr>
          </a:p>
          <a:p>
            <a:pPr marL="0" indent="0" eaLnBrk="1" hangingPunct="1">
              <a:buFont typeface="Wingdings" pitchFamily="2" charset="2"/>
              <a:buNone/>
            </a:pPr>
            <a:r>
              <a:rPr lang="zh-CN" altLang="en-US" sz="2800" smtClean="0">
                <a:latin typeface="宋体" pitchFamily="2" charset="-122"/>
              </a:rPr>
              <a:t>    控制器是分析和执行指令的部件，也是统一指挥和控制计算机各个部件按时序协调操作的部件。计算机之所以能够自动、连续地工作是依赖于人们事先编制好的程序（一组指令序列），而程序的执行则是由控制器统一指挥完成的，它保证计算机内部的数据，信息按照预定的目标和步骤有条不紊地操作和处理</a:t>
            </a:r>
            <a:r>
              <a:rPr lang="zh-CN" altLang="en-US" sz="2800" b="1" smtClean="0">
                <a:latin typeface="宋体" pitchFamily="2" charset="-122"/>
              </a:rPr>
              <a:t>。</a:t>
            </a:r>
          </a:p>
          <a:p>
            <a:pPr marL="0" indent="0" eaLnBrk="1" hangingPunct="1">
              <a:buFont typeface="Wingdings" pitchFamily="2" charset="2"/>
              <a:buNone/>
            </a:pPr>
            <a:r>
              <a:rPr lang="zh-CN" altLang="en-US" sz="2800" b="1" smtClean="0">
                <a:latin typeface="宋体" pitchFamily="2" charset="-122"/>
              </a:rPr>
              <a:t>基本功能</a:t>
            </a:r>
          </a:p>
          <a:p>
            <a:pPr marL="0" indent="0" eaLnBrk="1" hangingPunct="1">
              <a:buFont typeface="Wingdings" pitchFamily="2" charset="2"/>
              <a:buNone/>
            </a:pPr>
            <a:r>
              <a:rPr lang="zh-CN" altLang="en-US" sz="2800" smtClean="0">
                <a:latin typeface="宋体" pitchFamily="2" charset="-122"/>
              </a:rPr>
              <a:t>  </a:t>
            </a:r>
            <a:r>
              <a:rPr lang="en-US" altLang="zh-CN" sz="2800" smtClean="0">
                <a:latin typeface="宋体" pitchFamily="2" charset="-122"/>
              </a:rPr>
              <a:t>1</a:t>
            </a:r>
            <a:r>
              <a:rPr lang="zh-CN" altLang="en-US" sz="2800" smtClean="0">
                <a:latin typeface="宋体" pitchFamily="2" charset="-122"/>
              </a:rPr>
              <a:t>．执行指令 </a:t>
            </a:r>
          </a:p>
          <a:p>
            <a:pPr marL="0" indent="0" eaLnBrk="1" hangingPunct="1">
              <a:buFont typeface="Wingdings" pitchFamily="2" charset="2"/>
              <a:buNone/>
            </a:pPr>
            <a:r>
              <a:rPr lang="zh-CN" altLang="en-US" sz="2800" smtClean="0">
                <a:latin typeface="宋体" pitchFamily="2" charset="-122"/>
              </a:rPr>
              <a:t>  </a:t>
            </a:r>
            <a:r>
              <a:rPr lang="en-US" altLang="zh-CN" sz="2800" smtClean="0">
                <a:latin typeface="宋体" pitchFamily="2" charset="-122"/>
              </a:rPr>
              <a:t>2</a:t>
            </a:r>
            <a:r>
              <a:rPr lang="zh-CN" altLang="en-US" sz="2800" smtClean="0">
                <a:latin typeface="宋体" pitchFamily="2" charset="-122"/>
              </a:rPr>
              <a:t>．控制程序、数据的输入和结果的输出</a:t>
            </a:r>
          </a:p>
          <a:p>
            <a:pPr marL="0" indent="0" eaLnBrk="1" hangingPunct="1">
              <a:buFont typeface="Wingdings" pitchFamily="2" charset="2"/>
              <a:buNone/>
            </a:pPr>
            <a:r>
              <a:rPr lang="zh-CN" altLang="en-US" sz="2800" smtClean="0">
                <a:latin typeface="宋体" pitchFamily="2" charset="-122"/>
              </a:rPr>
              <a:t>  </a:t>
            </a:r>
            <a:r>
              <a:rPr lang="en-US" altLang="zh-CN" sz="2800" smtClean="0">
                <a:latin typeface="宋体" pitchFamily="2" charset="-122"/>
              </a:rPr>
              <a:t>3</a:t>
            </a:r>
            <a:r>
              <a:rPr lang="zh-CN" altLang="en-US" sz="2800" smtClean="0">
                <a:latin typeface="宋体" pitchFamily="2" charset="-122"/>
              </a:rPr>
              <a:t>．异常情况和某些请求的处理</a:t>
            </a:r>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6866" name="Rectangle 2"/>
          <p:cNvSpPr>
            <a:spLocks noGrp="1" noChangeArrowheads="1"/>
          </p:cNvSpPr>
          <p:nvPr>
            <p:ph type="title"/>
          </p:nvPr>
        </p:nvSpPr>
        <p:spPr>
          <a:xfrm>
            <a:off x="457200" y="122238"/>
            <a:ext cx="7543800" cy="930275"/>
          </a:xfrm>
        </p:spPr>
        <p:txBody>
          <a:bodyPr/>
          <a:lstStyle/>
          <a:p>
            <a:pPr eaLnBrk="1" hangingPunct="1"/>
            <a:r>
              <a:rPr lang="en-US" altLang="zh-CN" smtClean="0">
                <a:cs typeface="Arial" charset="0"/>
              </a:rPr>
              <a:t>1.3</a:t>
            </a:r>
            <a:r>
              <a:rPr lang="zh-CN" altLang="en-US" smtClean="0"/>
              <a:t>计算机的硬件</a:t>
            </a:r>
          </a:p>
        </p:txBody>
      </p:sp>
      <p:sp>
        <p:nvSpPr>
          <p:cNvPr id="36867" name="Rectangle 3"/>
          <p:cNvSpPr>
            <a:spLocks noGrp="1" noChangeArrowheads="1"/>
          </p:cNvSpPr>
          <p:nvPr>
            <p:ph type="body" idx="1"/>
          </p:nvPr>
        </p:nvSpPr>
        <p:spPr>
          <a:xfrm>
            <a:off x="468313" y="1117600"/>
            <a:ext cx="8229600" cy="4411663"/>
          </a:xfrm>
        </p:spPr>
        <p:txBody>
          <a:bodyPr/>
          <a:lstStyle/>
          <a:p>
            <a:pPr eaLnBrk="1" hangingPunct="1">
              <a:buFont typeface="Wingdings" pitchFamily="2" charset="2"/>
              <a:buNone/>
            </a:pPr>
            <a:r>
              <a:rPr lang="zh-CN" altLang="en-US" smtClean="0"/>
              <a:t>七、</a:t>
            </a:r>
            <a:r>
              <a:rPr lang="zh-CN" altLang="en-US" sz="2600" smtClean="0"/>
              <a:t>控制器的基本任务</a:t>
            </a:r>
            <a:endParaRPr lang="zh-CN" altLang="en-US" smtClean="0"/>
          </a:p>
          <a:p>
            <a:pPr eaLnBrk="1" hangingPunct="1">
              <a:buClr>
                <a:schemeClr val="accent2"/>
              </a:buClr>
            </a:pPr>
            <a:r>
              <a:rPr lang="zh-CN" altLang="en-US" sz="2600" smtClean="0"/>
              <a:t>控制器的基本任务：按照一定的顺序一条接着一条取指令、指令译码、执行指令。取指周期和执行周期</a:t>
            </a:r>
          </a:p>
          <a:p>
            <a:pPr eaLnBrk="1" hangingPunct="1">
              <a:buClr>
                <a:schemeClr val="accent2"/>
              </a:buClr>
            </a:pPr>
            <a:r>
              <a:rPr lang="zh-CN" altLang="en-US" sz="2600" smtClean="0"/>
              <a:t>控制器完全可以区分开哪些是指令字，哪些是数据字。一般来讲，取指周期中从内存读出的信息流是指令流，它流向控制器；而在执行器周期中从内存读出的信息流是数据流，它由内存流向运算器。</a:t>
            </a:r>
          </a:p>
        </p:txBody>
      </p:sp>
      <p:pic>
        <p:nvPicPr>
          <p:cNvPr id="36868" name="Picture 4" descr="1a6">
            <a:hlinkClick r:id="rId2" action="ppaction://hlinkfile"/>
          </p:cNvPr>
          <p:cNvPicPr>
            <a:picLocks noChangeAspect="1" noChangeArrowheads="1"/>
          </p:cNvPicPr>
          <p:nvPr/>
        </p:nvPicPr>
        <p:blipFill>
          <a:blip r:embed="rId3"/>
          <a:srcRect/>
          <a:stretch>
            <a:fillRect/>
          </a:stretch>
        </p:blipFill>
        <p:spPr bwMode="auto">
          <a:xfrm>
            <a:off x="2051050" y="4365625"/>
            <a:ext cx="4824413" cy="1990725"/>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7890" name="Rectangle 2"/>
          <p:cNvSpPr>
            <a:spLocks noGrp="1" noChangeArrowheads="1"/>
          </p:cNvSpPr>
          <p:nvPr>
            <p:ph type="title"/>
          </p:nvPr>
        </p:nvSpPr>
        <p:spPr>
          <a:xfrm>
            <a:off x="457200" y="122238"/>
            <a:ext cx="7543800" cy="714375"/>
          </a:xfrm>
        </p:spPr>
        <p:txBody>
          <a:bodyPr/>
          <a:lstStyle/>
          <a:p>
            <a:pPr eaLnBrk="1" hangingPunct="1"/>
            <a:r>
              <a:rPr lang="en-US" altLang="zh-CN" smtClean="0">
                <a:cs typeface="Arial" charset="0"/>
              </a:rPr>
              <a:t>1.3</a:t>
            </a:r>
            <a:r>
              <a:rPr lang="zh-CN" altLang="en-US" smtClean="0"/>
              <a:t>计算机的硬件</a:t>
            </a:r>
          </a:p>
        </p:txBody>
      </p:sp>
      <p:sp>
        <p:nvSpPr>
          <p:cNvPr id="37891" name="Rectangle 3"/>
          <p:cNvSpPr>
            <a:spLocks noGrp="1" noChangeArrowheads="1"/>
          </p:cNvSpPr>
          <p:nvPr>
            <p:ph type="body" idx="1"/>
          </p:nvPr>
        </p:nvSpPr>
        <p:spPr>
          <a:xfrm>
            <a:off x="395288" y="908050"/>
            <a:ext cx="8229600" cy="5689600"/>
          </a:xfrm>
        </p:spPr>
        <p:txBody>
          <a:bodyPr/>
          <a:lstStyle/>
          <a:p>
            <a:pPr eaLnBrk="1" hangingPunct="1">
              <a:spcAft>
                <a:spcPts val="600"/>
              </a:spcAft>
              <a:buFont typeface="Wingdings" pitchFamily="2" charset="2"/>
              <a:buNone/>
            </a:pPr>
            <a:r>
              <a:rPr lang="zh-CN" altLang="en-US" sz="2600" dirty="0" smtClean="0">
                <a:latin typeface="宋体" pitchFamily="2" charset="-122"/>
              </a:rPr>
              <a:t>八、适配器与</a:t>
            </a:r>
            <a:r>
              <a:rPr lang="en-US" altLang="zh-CN" sz="2600" dirty="0" smtClean="0">
                <a:latin typeface="宋体" pitchFamily="2" charset="-122"/>
              </a:rPr>
              <a:t>I/O</a:t>
            </a:r>
            <a:r>
              <a:rPr lang="zh-CN" altLang="en-US" sz="2600" dirty="0" smtClean="0">
                <a:latin typeface="宋体" pitchFamily="2" charset="-122"/>
              </a:rPr>
              <a:t>设备</a:t>
            </a:r>
          </a:p>
          <a:p>
            <a:pPr eaLnBrk="1" hangingPunct="1">
              <a:spcAft>
                <a:spcPts val="600"/>
              </a:spcAft>
            </a:pPr>
            <a:r>
              <a:rPr lang="zh-CN" altLang="en-US" sz="2600" dirty="0" smtClean="0">
                <a:latin typeface="宋体" pitchFamily="2" charset="-122"/>
              </a:rPr>
              <a:t>输入设备：</a:t>
            </a:r>
            <a:r>
              <a:rPr lang="zh-CN" altLang="en-US" sz="2600" dirty="0" smtClean="0"/>
              <a:t>把人们所熟悉的某种信息形式变换为机器内部所能接收和识别的二进制信息形式</a:t>
            </a:r>
          </a:p>
          <a:p>
            <a:pPr eaLnBrk="1" hangingPunct="1">
              <a:spcAft>
                <a:spcPts val="600"/>
              </a:spcAft>
            </a:pPr>
            <a:r>
              <a:rPr lang="zh-CN" altLang="en-US" sz="2600" dirty="0" smtClean="0"/>
              <a:t>输出设备：把计算机处理的结果变换为人或其他机器设备所能接收和识别的信息形式</a:t>
            </a:r>
          </a:p>
          <a:p>
            <a:pPr eaLnBrk="1" hangingPunct="1">
              <a:spcAft>
                <a:spcPts val="600"/>
              </a:spcAft>
            </a:pPr>
            <a:r>
              <a:rPr lang="zh-CN" altLang="en-US" sz="2600" dirty="0" smtClean="0"/>
              <a:t>适配器：它使得被连接的外围设备通过系统总线与主机进行联系，以便使主机和外围设备并行协调地工作</a:t>
            </a:r>
          </a:p>
          <a:p>
            <a:pPr eaLnBrk="1" hangingPunct="1">
              <a:spcAft>
                <a:spcPts val="600"/>
              </a:spcAft>
            </a:pPr>
            <a:r>
              <a:rPr lang="zh-CN" altLang="en-US" sz="2600" dirty="0" smtClean="0"/>
              <a:t>总线：构成计算机系统的骨架，是多个系统部件之间进行数据传送的公共通路。</a:t>
            </a:r>
          </a:p>
          <a:p>
            <a:pPr eaLnBrk="1" hangingPunct="1">
              <a:spcAft>
                <a:spcPts val="600"/>
              </a:spcAft>
              <a:buFont typeface="Wingdings" pitchFamily="2" charset="2"/>
              <a:buNone/>
            </a:pPr>
            <a:r>
              <a:rPr lang="zh-CN" altLang="en-US" sz="2600" dirty="0" smtClean="0"/>
              <a:t>		总之，现代电子计算机是由运算器、存储器、控制器、适配器、总线和输入</a:t>
            </a:r>
            <a:r>
              <a:rPr lang="en-US" altLang="zh-CN" sz="2600" dirty="0" smtClean="0"/>
              <a:t>/</a:t>
            </a:r>
            <a:r>
              <a:rPr lang="zh-CN" altLang="en-US" sz="2600" dirty="0" smtClean="0"/>
              <a:t>输出设备组成的。这也是人们常说的计算机硬件。</a:t>
            </a:r>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6" name="Rectangle 8"/>
          <p:cNvSpPr>
            <a:spLocks noChangeArrowheads="1"/>
          </p:cNvSpPr>
          <p:nvPr/>
        </p:nvSpPr>
        <p:spPr bwMode="auto">
          <a:xfrm>
            <a:off x="218012" y="284890"/>
            <a:ext cx="8712968" cy="646331"/>
          </a:xfrm>
          <a:prstGeom prst="rect">
            <a:avLst/>
          </a:prstGeom>
          <a:ln>
            <a:headEnd/>
            <a:tailEnd/>
          </a:ln>
        </p:spPr>
        <p:style>
          <a:lnRef idx="3">
            <a:schemeClr val="lt1"/>
          </a:lnRef>
          <a:fillRef idx="1">
            <a:schemeClr val="accent2"/>
          </a:fillRef>
          <a:effectRef idx="1">
            <a:schemeClr val="accent2"/>
          </a:effectRef>
          <a:fontRef idx="minor">
            <a:schemeClr val="lt1"/>
          </a:fontRef>
        </p:style>
        <p:txBody>
          <a:bodyPr wrap="square">
            <a:spAutoFit/>
          </a:bodyPr>
          <a:lstStyle/>
          <a:p>
            <a:pPr eaLnBrk="0" hangingPunct="0">
              <a:spcBef>
                <a:spcPts val="0"/>
              </a:spcBef>
            </a:pPr>
            <a:r>
              <a:rPr lang="zh-CN" altLang="en-US" sz="3600" dirty="0" smtClean="0">
                <a:latin typeface="华文新魏" panose="02010800040101010101" pitchFamily="2" charset="-122"/>
                <a:ea typeface="华文新魏" panose="02010800040101010101" pitchFamily="2" charset="-122"/>
              </a:rPr>
              <a:t>冯</a:t>
            </a:r>
            <a:r>
              <a:rPr lang="en-US" altLang="zh-CN" sz="3600" dirty="0">
                <a:latin typeface="华文新魏" panose="02010800040101010101" pitchFamily="2" charset="-122"/>
                <a:ea typeface="华文新魏" panose="02010800040101010101" pitchFamily="2" charset="-122"/>
              </a:rPr>
              <a:t>·</a:t>
            </a:r>
            <a:r>
              <a:rPr lang="zh-CN" altLang="en-US" sz="3600" dirty="0">
                <a:latin typeface="华文新魏" panose="02010800040101010101" pitchFamily="2" charset="-122"/>
                <a:ea typeface="华文新魏" panose="02010800040101010101" pitchFamily="2" charset="-122"/>
              </a:rPr>
              <a:t>诺依曼型计算机设计思想</a:t>
            </a:r>
            <a:r>
              <a:rPr lang="zh-CN" altLang="en-US" sz="3600" dirty="0" smtClean="0">
                <a:latin typeface="华文新魏" panose="02010800040101010101" pitchFamily="2" charset="-122"/>
                <a:ea typeface="华文新魏" panose="02010800040101010101" pitchFamily="2" charset="-122"/>
              </a:rPr>
              <a:t>、主要特点</a:t>
            </a:r>
            <a:endParaRPr lang="zh-CN" altLang="en-US" sz="3600" dirty="0">
              <a:latin typeface="华文新魏" panose="02010800040101010101" pitchFamily="2" charset="-122"/>
              <a:ea typeface="华文新魏" panose="02010800040101010101" pitchFamily="2" charset="-122"/>
            </a:endParaRPr>
          </a:p>
        </p:txBody>
      </p:sp>
      <p:sp>
        <p:nvSpPr>
          <p:cNvPr id="3" name="Rectangle 8"/>
          <p:cNvSpPr>
            <a:spLocks noChangeArrowheads="1"/>
          </p:cNvSpPr>
          <p:nvPr/>
        </p:nvSpPr>
        <p:spPr bwMode="auto">
          <a:xfrm>
            <a:off x="270770" y="1216002"/>
            <a:ext cx="8712968" cy="5082225"/>
          </a:xfrm>
          <a:prstGeom prst="rect">
            <a:avLst/>
          </a:prstGeom>
          <a:noFill/>
          <a:ln w="9525">
            <a:noFill/>
            <a:miter lim="800000"/>
            <a:headEnd/>
            <a:tailEnd/>
          </a:ln>
        </p:spPr>
        <p:txBody>
          <a:bodyPr wrap="square">
            <a:spAutoFit/>
          </a:bodyPr>
          <a:lstStyle/>
          <a:p>
            <a:pPr eaLnBrk="0" hangingPunct="0">
              <a:lnSpc>
                <a:spcPct val="130000"/>
              </a:lnSpc>
              <a:spcBef>
                <a:spcPts val="0"/>
              </a:spcBef>
            </a:pPr>
            <a:r>
              <a:rPr lang="en-US" altLang="zh-CN" sz="3600" dirty="0" smtClean="0">
                <a:latin typeface="华文新魏" panose="02010800040101010101" pitchFamily="2" charset="-122"/>
                <a:ea typeface="华文新魏" panose="02010800040101010101" pitchFamily="2" charset="-122"/>
              </a:rPr>
              <a:t>1. </a:t>
            </a:r>
            <a:r>
              <a:rPr lang="zh-CN" altLang="en-US" sz="3600" dirty="0" smtClean="0">
                <a:latin typeface="华文新魏" panose="02010800040101010101" pitchFamily="2" charset="-122"/>
                <a:ea typeface="华文新魏" panose="02010800040101010101" pitchFamily="2" charset="-122"/>
              </a:rPr>
              <a:t>计算机</a:t>
            </a:r>
            <a:r>
              <a:rPr lang="zh-CN" altLang="en-US" sz="3600" dirty="0">
                <a:latin typeface="华文新魏" panose="02010800040101010101" pitchFamily="2" charset="-122"/>
                <a:ea typeface="华文新魏" panose="02010800040101010101" pitchFamily="2" charset="-122"/>
              </a:rPr>
              <a:t>由运算器、控制器、存储器</a:t>
            </a:r>
            <a:r>
              <a:rPr lang="zh-CN" altLang="en-US" sz="3600" dirty="0" smtClean="0">
                <a:latin typeface="华文新魏" panose="02010800040101010101" pitchFamily="2" charset="-122"/>
                <a:ea typeface="华文新魏" panose="02010800040101010101" pitchFamily="2" charset="-122"/>
              </a:rPr>
              <a:t>、</a:t>
            </a:r>
            <a:endParaRPr lang="en-US" altLang="zh-CN" sz="3600" dirty="0" smtClean="0">
              <a:latin typeface="华文新魏" panose="02010800040101010101" pitchFamily="2" charset="-122"/>
              <a:ea typeface="华文新魏" panose="02010800040101010101" pitchFamily="2" charset="-122"/>
            </a:endParaRPr>
          </a:p>
          <a:p>
            <a:pPr eaLnBrk="0" hangingPunct="0">
              <a:lnSpc>
                <a:spcPct val="130000"/>
              </a:lnSpc>
              <a:spcBef>
                <a:spcPts val="0"/>
              </a:spcBef>
            </a:pPr>
            <a:r>
              <a:rPr lang="zh-CN" altLang="en-US" sz="3600" dirty="0" smtClean="0">
                <a:latin typeface="华文新魏" panose="02010800040101010101" pitchFamily="2" charset="-122"/>
                <a:ea typeface="华文新魏" panose="02010800040101010101" pitchFamily="2" charset="-122"/>
              </a:rPr>
              <a:t>   输入</a:t>
            </a:r>
            <a:r>
              <a:rPr lang="zh-CN" altLang="en-US" sz="3600" dirty="0">
                <a:latin typeface="华文新魏" panose="02010800040101010101" pitchFamily="2" charset="-122"/>
                <a:ea typeface="华文新魏" panose="02010800040101010101" pitchFamily="2" charset="-122"/>
              </a:rPr>
              <a:t>和输出设备五部分</a:t>
            </a:r>
            <a:r>
              <a:rPr lang="zh-CN" altLang="en-US" sz="3600" dirty="0" smtClean="0">
                <a:latin typeface="华文新魏" panose="02010800040101010101" pitchFamily="2" charset="-122"/>
                <a:ea typeface="华文新魏" panose="02010800040101010101" pitchFamily="2" charset="-122"/>
              </a:rPr>
              <a:t>组成；</a:t>
            </a:r>
            <a:endParaRPr lang="zh-CN" altLang="en-US" sz="3600" dirty="0">
              <a:latin typeface="华文新魏" panose="02010800040101010101" pitchFamily="2" charset="-122"/>
              <a:ea typeface="华文新魏" panose="02010800040101010101" pitchFamily="2" charset="-122"/>
            </a:endParaRPr>
          </a:p>
          <a:p>
            <a:pPr eaLnBrk="0" hangingPunct="0">
              <a:lnSpc>
                <a:spcPct val="130000"/>
              </a:lnSpc>
              <a:spcBef>
                <a:spcPts val="0"/>
              </a:spcBef>
            </a:pPr>
            <a:r>
              <a:rPr lang="en-US" altLang="zh-CN" sz="3600" dirty="0" smtClean="0">
                <a:latin typeface="华文新魏" panose="02010800040101010101" pitchFamily="2" charset="-122"/>
                <a:ea typeface="华文新魏" panose="02010800040101010101" pitchFamily="2" charset="-122"/>
              </a:rPr>
              <a:t>2.</a:t>
            </a:r>
            <a:r>
              <a:rPr lang="zh-CN" altLang="en-US" sz="3600" dirty="0" smtClean="0">
                <a:latin typeface="华文新魏" panose="02010800040101010101" pitchFamily="2" charset="-122"/>
                <a:ea typeface="华文新魏" panose="02010800040101010101" pitchFamily="2" charset="-122"/>
              </a:rPr>
              <a:t> </a:t>
            </a:r>
            <a:r>
              <a:rPr lang="zh-CN" altLang="en-US" sz="3600" dirty="0">
                <a:latin typeface="华文新魏" panose="02010800040101010101" pitchFamily="2" charset="-122"/>
                <a:ea typeface="华文新魏" panose="02010800040101010101" pitchFamily="2" charset="-122"/>
              </a:rPr>
              <a:t>数据以二进制码</a:t>
            </a:r>
            <a:r>
              <a:rPr lang="zh-CN" altLang="en-US" sz="3600" dirty="0" smtClean="0">
                <a:latin typeface="华文新魏" panose="02010800040101010101" pitchFamily="2" charset="-122"/>
                <a:ea typeface="华文新魏" panose="02010800040101010101" pitchFamily="2" charset="-122"/>
              </a:rPr>
              <a:t>表示；</a:t>
            </a:r>
            <a:endParaRPr lang="zh-CN" altLang="en-US" sz="3600" dirty="0">
              <a:latin typeface="华文新魏" panose="02010800040101010101" pitchFamily="2" charset="-122"/>
              <a:ea typeface="华文新魏" panose="02010800040101010101" pitchFamily="2" charset="-122"/>
            </a:endParaRPr>
          </a:p>
          <a:p>
            <a:pPr eaLnBrk="0" hangingPunct="0">
              <a:lnSpc>
                <a:spcPct val="130000"/>
              </a:lnSpc>
              <a:spcBef>
                <a:spcPts val="0"/>
              </a:spcBef>
            </a:pPr>
            <a:r>
              <a:rPr lang="en-US" altLang="zh-CN" sz="3600" dirty="0" smtClean="0">
                <a:latin typeface="华文新魏" panose="02010800040101010101" pitchFamily="2" charset="-122"/>
                <a:ea typeface="华文新魏" panose="02010800040101010101" pitchFamily="2" charset="-122"/>
              </a:rPr>
              <a:t>3. </a:t>
            </a:r>
            <a:r>
              <a:rPr lang="zh-CN" altLang="en-US" sz="3600" dirty="0" smtClean="0">
                <a:latin typeface="华文新魏" panose="02010800040101010101" pitchFamily="2" charset="-122"/>
                <a:ea typeface="华文新魏" panose="02010800040101010101" pitchFamily="2" charset="-122"/>
              </a:rPr>
              <a:t>采用</a:t>
            </a:r>
            <a:r>
              <a:rPr lang="zh-CN" altLang="en-US" sz="3600" dirty="0">
                <a:latin typeface="华文新魏" panose="02010800040101010101" pitchFamily="2" charset="-122"/>
                <a:ea typeface="华文新魏" panose="02010800040101010101" pitchFamily="2" charset="-122"/>
              </a:rPr>
              <a:t>存储程序的方式，程序和数据放</a:t>
            </a:r>
            <a:r>
              <a:rPr lang="zh-CN" altLang="en-US" sz="3600" dirty="0" smtClean="0">
                <a:latin typeface="华文新魏" panose="02010800040101010101" pitchFamily="2" charset="-122"/>
                <a:ea typeface="华文新魏" panose="02010800040101010101" pitchFamily="2" charset="-122"/>
              </a:rPr>
              <a:t>在</a:t>
            </a:r>
            <a:endParaRPr lang="en-US" altLang="zh-CN" sz="3600" dirty="0" smtClean="0">
              <a:latin typeface="华文新魏" panose="02010800040101010101" pitchFamily="2" charset="-122"/>
              <a:ea typeface="华文新魏" panose="02010800040101010101" pitchFamily="2" charset="-122"/>
            </a:endParaRPr>
          </a:p>
          <a:p>
            <a:pPr eaLnBrk="0" hangingPunct="0">
              <a:lnSpc>
                <a:spcPct val="130000"/>
              </a:lnSpc>
              <a:spcBef>
                <a:spcPts val="0"/>
              </a:spcBef>
            </a:pPr>
            <a:r>
              <a:rPr lang="en-US" altLang="zh-CN" sz="3600" dirty="0">
                <a:latin typeface="华文新魏" panose="02010800040101010101" pitchFamily="2" charset="-122"/>
                <a:ea typeface="华文新魏" panose="02010800040101010101" pitchFamily="2" charset="-122"/>
              </a:rPr>
              <a:t> </a:t>
            </a:r>
            <a:r>
              <a:rPr lang="en-US" altLang="zh-CN" sz="3600" dirty="0" smtClean="0">
                <a:latin typeface="华文新魏" panose="02010800040101010101" pitchFamily="2" charset="-122"/>
                <a:ea typeface="华文新魏" panose="02010800040101010101" pitchFamily="2" charset="-122"/>
              </a:rPr>
              <a:t>    </a:t>
            </a:r>
            <a:r>
              <a:rPr lang="zh-CN" altLang="en-US" sz="3600" dirty="0" smtClean="0">
                <a:latin typeface="华文新魏" panose="02010800040101010101" pitchFamily="2" charset="-122"/>
                <a:ea typeface="华文新魏" panose="02010800040101010101" pitchFamily="2" charset="-122"/>
              </a:rPr>
              <a:t>同</a:t>
            </a:r>
            <a:r>
              <a:rPr lang="zh-CN" altLang="en-US" sz="3600" dirty="0">
                <a:latin typeface="华文新魏" panose="02010800040101010101" pitchFamily="2" charset="-122"/>
                <a:ea typeface="华文新魏" panose="02010800040101010101" pitchFamily="2" charset="-122"/>
              </a:rPr>
              <a:t>一个存储器中并按地址顺序</a:t>
            </a:r>
            <a:r>
              <a:rPr lang="zh-CN" altLang="en-US" sz="3600" dirty="0" smtClean="0">
                <a:latin typeface="华文新魏" panose="02010800040101010101" pitchFamily="2" charset="-122"/>
                <a:ea typeface="华文新魏" panose="02010800040101010101" pitchFamily="2" charset="-122"/>
              </a:rPr>
              <a:t>执行；</a:t>
            </a:r>
            <a:endParaRPr lang="zh-CN" altLang="en-US" sz="3600" dirty="0">
              <a:latin typeface="华文新魏" panose="02010800040101010101" pitchFamily="2" charset="-122"/>
              <a:ea typeface="华文新魏" panose="02010800040101010101" pitchFamily="2" charset="-122"/>
            </a:endParaRPr>
          </a:p>
          <a:p>
            <a:pPr eaLnBrk="0" hangingPunct="0">
              <a:lnSpc>
                <a:spcPct val="130000"/>
              </a:lnSpc>
              <a:spcBef>
                <a:spcPts val="0"/>
              </a:spcBef>
            </a:pPr>
            <a:r>
              <a:rPr lang="en-US" altLang="zh-CN" sz="3600" dirty="0" smtClean="0">
                <a:latin typeface="华文新魏" panose="02010800040101010101" pitchFamily="2" charset="-122"/>
                <a:ea typeface="华文新魏" panose="02010800040101010101" pitchFamily="2" charset="-122"/>
              </a:rPr>
              <a:t>4. </a:t>
            </a:r>
            <a:r>
              <a:rPr lang="zh-CN" altLang="en-US" sz="3600" dirty="0" smtClean="0">
                <a:latin typeface="华文新魏" panose="02010800040101010101" pitchFamily="2" charset="-122"/>
                <a:ea typeface="华文新魏" panose="02010800040101010101" pitchFamily="2" charset="-122"/>
              </a:rPr>
              <a:t>机器</a:t>
            </a:r>
            <a:r>
              <a:rPr lang="zh-CN" altLang="en-US" sz="3600" dirty="0">
                <a:latin typeface="华文新魏" panose="02010800040101010101" pitchFamily="2" charset="-122"/>
                <a:ea typeface="华文新魏" panose="02010800040101010101" pitchFamily="2" charset="-122"/>
              </a:rPr>
              <a:t>以运算器为中心，输入输出设备</a:t>
            </a:r>
            <a:r>
              <a:rPr lang="zh-CN" altLang="en-US" sz="3600" dirty="0" smtClean="0">
                <a:latin typeface="华文新魏" panose="02010800040101010101" pitchFamily="2" charset="-122"/>
                <a:ea typeface="华文新魏" panose="02010800040101010101" pitchFamily="2" charset="-122"/>
              </a:rPr>
              <a:t>与</a:t>
            </a:r>
            <a:endParaRPr lang="en-US" altLang="zh-CN" sz="3600" dirty="0" smtClean="0">
              <a:latin typeface="华文新魏" panose="02010800040101010101" pitchFamily="2" charset="-122"/>
              <a:ea typeface="华文新魏" panose="02010800040101010101" pitchFamily="2" charset="-122"/>
            </a:endParaRPr>
          </a:p>
          <a:p>
            <a:pPr eaLnBrk="0" hangingPunct="0">
              <a:lnSpc>
                <a:spcPct val="130000"/>
              </a:lnSpc>
              <a:spcBef>
                <a:spcPts val="0"/>
              </a:spcBef>
            </a:pPr>
            <a:r>
              <a:rPr lang="en-US" altLang="zh-CN" sz="3600" dirty="0">
                <a:latin typeface="华文新魏" panose="02010800040101010101" pitchFamily="2" charset="-122"/>
                <a:ea typeface="华文新魏" panose="02010800040101010101" pitchFamily="2" charset="-122"/>
              </a:rPr>
              <a:t> </a:t>
            </a:r>
            <a:r>
              <a:rPr lang="en-US" altLang="zh-CN" sz="3600" dirty="0" smtClean="0">
                <a:latin typeface="华文新魏" panose="02010800040101010101" pitchFamily="2" charset="-122"/>
                <a:ea typeface="华文新魏" panose="02010800040101010101" pitchFamily="2" charset="-122"/>
              </a:rPr>
              <a:t>    </a:t>
            </a:r>
            <a:r>
              <a:rPr lang="zh-CN" altLang="en-US" sz="3600" dirty="0" smtClean="0">
                <a:latin typeface="华文新魏" panose="02010800040101010101" pitchFamily="2" charset="-122"/>
                <a:ea typeface="华文新魏" panose="02010800040101010101" pitchFamily="2" charset="-122"/>
              </a:rPr>
              <a:t>存储器</a:t>
            </a:r>
            <a:r>
              <a:rPr lang="zh-CN" altLang="en-US" sz="3600" dirty="0">
                <a:latin typeface="华文新魏" panose="02010800040101010101" pitchFamily="2" charset="-122"/>
                <a:ea typeface="华文新魏" panose="02010800040101010101" pitchFamily="2" charset="-122"/>
              </a:rPr>
              <a:t>间的数据传送都通过运算器。</a:t>
            </a:r>
          </a:p>
        </p:txBody>
      </p:sp>
    </p:spTree>
    <p:extLst>
      <p:ext uri="{BB962C8B-B14F-4D97-AF65-F5344CB8AC3E}">
        <p14:creationId xmlns:p14="http://schemas.microsoft.com/office/powerpoint/2010/main" val="179567949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2056"/>
                                        </p:tgtEl>
                                        <p:attrNameLst>
                                          <p:attrName>style.visibility</p:attrName>
                                        </p:attrNameLst>
                                      </p:cBhvr>
                                      <p:to>
                                        <p:strVal val="visible"/>
                                      </p:to>
                                    </p:set>
                                    <p:animEffect transition="in" filter="dissolve">
                                      <p:cBhvr>
                                        <p:cTn id="7" dur="500"/>
                                        <p:tgtEl>
                                          <p:spTgt spid="2056"/>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dissolve">
                                      <p:cBhvr>
                                        <p:cTn id="12"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56" grpId="0" animBg="1"/>
      <p:bldP spid="3" grpId="0"/>
    </p:bldLst>
  </p:timing>
</p:sld>
</file>

<file path=ppt/slides/slide3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8914" name="Rectangle 2"/>
          <p:cNvSpPr>
            <a:spLocks noGrp="1" noChangeArrowheads="1"/>
          </p:cNvSpPr>
          <p:nvPr>
            <p:ph type="title"/>
          </p:nvPr>
        </p:nvSpPr>
        <p:spPr>
          <a:xfrm>
            <a:off x="457200" y="122238"/>
            <a:ext cx="7543800" cy="715962"/>
          </a:xfrm>
        </p:spPr>
        <p:txBody>
          <a:bodyPr/>
          <a:lstStyle/>
          <a:p>
            <a:pPr eaLnBrk="1" hangingPunct="1"/>
            <a:r>
              <a:rPr lang="en-US" altLang="zh-CN" smtClean="0">
                <a:cs typeface="Arial" charset="0"/>
              </a:rPr>
              <a:t>1.4</a:t>
            </a:r>
            <a:r>
              <a:rPr lang="zh-CN" altLang="en-US" smtClean="0"/>
              <a:t>计算机的软件</a:t>
            </a:r>
          </a:p>
        </p:txBody>
      </p:sp>
      <p:sp>
        <p:nvSpPr>
          <p:cNvPr id="38915" name="Rectangle 3"/>
          <p:cNvSpPr>
            <a:spLocks noGrp="1" noChangeArrowheads="1"/>
          </p:cNvSpPr>
          <p:nvPr>
            <p:ph type="body" idx="1"/>
          </p:nvPr>
        </p:nvSpPr>
        <p:spPr>
          <a:xfrm>
            <a:off x="228600" y="914400"/>
            <a:ext cx="8663880" cy="5791200"/>
          </a:xfrm>
        </p:spPr>
        <p:txBody>
          <a:bodyPr/>
          <a:lstStyle/>
          <a:p>
            <a:pPr marL="762000" indent="-762000" eaLnBrk="1" hangingPunct="1">
              <a:buFont typeface="Wingdings" pitchFamily="2" charset="2"/>
              <a:buNone/>
            </a:pPr>
            <a:r>
              <a:rPr lang="zh-CN" altLang="en-US" sz="2400" dirty="0" smtClean="0"/>
              <a:t>一、软件的组成与分类</a:t>
            </a:r>
          </a:p>
          <a:p>
            <a:pPr marL="762000" indent="-762000" eaLnBrk="1" hangingPunct="1">
              <a:buFont typeface="Wingdings" pitchFamily="2" charset="2"/>
              <a:buNone/>
            </a:pPr>
            <a:r>
              <a:rPr lang="zh-CN" altLang="en-US" sz="2400" dirty="0" smtClean="0"/>
              <a:t>	计算机软件相对计算机硬件来说是看不见，是计算机系统中不可少的无形部件。主要有两大类：</a:t>
            </a:r>
          </a:p>
          <a:p>
            <a:pPr marL="762000" indent="-762000" eaLnBrk="1" hangingPunct="1"/>
            <a:r>
              <a:rPr lang="zh-CN" altLang="en-US" sz="2400" dirty="0" smtClean="0"/>
              <a:t>系统软件：用来简化程序设计，简化使用方法，提高计算机的使用效率，发挥和扩大计算机的功能及用途。它包括以下四类：</a:t>
            </a:r>
          </a:p>
          <a:p>
            <a:pPr marL="1277938" lvl="2" indent="-584200" eaLnBrk="1" hangingPunct="1">
              <a:buFont typeface="Wingdings" pitchFamily="2" charset="2"/>
              <a:buNone/>
            </a:pPr>
            <a:r>
              <a:rPr lang="zh-CN" altLang="en-US" sz="2400" dirty="0" smtClean="0"/>
              <a:t>①各种服务性程序，如诊断程序、排错程序、练习程序等</a:t>
            </a:r>
          </a:p>
          <a:p>
            <a:pPr marL="1277938" lvl="2" indent="-584200" eaLnBrk="1" hangingPunct="1">
              <a:buFont typeface="Wingdings" pitchFamily="2" charset="2"/>
              <a:buNone/>
            </a:pPr>
            <a:r>
              <a:rPr lang="zh-CN" altLang="en-US" sz="2400" dirty="0" smtClean="0"/>
              <a:t>②语言程序，如汇编程序、编译程序、解释程序等</a:t>
            </a:r>
          </a:p>
          <a:p>
            <a:pPr marL="1277938" lvl="2" indent="-584200" eaLnBrk="1" hangingPunct="1">
              <a:buFont typeface="Wingdings" pitchFamily="2" charset="2"/>
              <a:buNone/>
            </a:pPr>
            <a:r>
              <a:rPr lang="zh-CN" altLang="en-US" sz="2400" dirty="0" smtClean="0"/>
              <a:t>③操作系统</a:t>
            </a:r>
          </a:p>
          <a:p>
            <a:pPr marL="1277938" lvl="2" indent="-584200" eaLnBrk="1" hangingPunct="1">
              <a:buFont typeface="Wingdings" pitchFamily="2" charset="2"/>
              <a:buNone/>
            </a:pPr>
            <a:r>
              <a:rPr lang="zh-CN" altLang="en-US" sz="2400" dirty="0" smtClean="0"/>
              <a:t>④数据库管理系统</a:t>
            </a:r>
          </a:p>
          <a:p>
            <a:pPr marL="762000" indent="-762000" eaLnBrk="1" hangingPunct="1"/>
            <a:r>
              <a:rPr lang="zh-CN" altLang="en-US" sz="2400" dirty="0" smtClean="0"/>
              <a:t>应用软件：用户利用计算机来解决某些问题而编制的程序，如工程设计程序、数据处理程序、自动控制程序、企业管理程序、情报检索程序、科学计算程序等</a:t>
            </a:r>
          </a:p>
        </p:txBody>
      </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9938" name="Rectangle 2"/>
          <p:cNvSpPr>
            <a:spLocks noGrp="1" noChangeArrowheads="1"/>
          </p:cNvSpPr>
          <p:nvPr>
            <p:ph type="title"/>
          </p:nvPr>
        </p:nvSpPr>
        <p:spPr>
          <a:xfrm>
            <a:off x="457200" y="122238"/>
            <a:ext cx="7543800" cy="858837"/>
          </a:xfrm>
        </p:spPr>
        <p:txBody>
          <a:bodyPr/>
          <a:lstStyle/>
          <a:p>
            <a:pPr eaLnBrk="1" hangingPunct="1"/>
            <a:r>
              <a:rPr lang="en-US" altLang="zh-CN" smtClean="0">
                <a:cs typeface="Arial" charset="0"/>
              </a:rPr>
              <a:t>1.4</a:t>
            </a:r>
            <a:r>
              <a:rPr lang="zh-CN" altLang="en-US" smtClean="0"/>
              <a:t>计算机的软件</a:t>
            </a:r>
          </a:p>
        </p:txBody>
      </p:sp>
      <p:sp>
        <p:nvSpPr>
          <p:cNvPr id="39939" name="Rectangle 3"/>
          <p:cNvSpPr>
            <a:spLocks noGrp="1" noChangeArrowheads="1"/>
          </p:cNvSpPr>
          <p:nvPr>
            <p:ph type="body" idx="1"/>
          </p:nvPr>
        </p:nvSpPr>
        <p:spPr>
          <a:xfrm>
            <a:off x="468313" y="1125538"/>
            <a:ext cx="8229600" cy="5040312"/>
          </a:xfrm>
        </p:spPr>
        <p:txBody>
          <a:bodyPr/>
          <a:lstStyle/>
          <a:p>
            <a:pPr eaLnBrk="1" hangingPunct="1">
              <a:spcAft>
                <a:spcPts val="600"/>
              </a:spcAft>
              <a:buFont typeface="Wingdings" pitchFamily="2" charset="2"/>
              <a:buNone/>
            </a:pPr>
            <a:r>
              <a:rPr lang="zh-CN" altLang="en-US" smtClean="0"/>
              <a:t>二、软件的发展演变</a:t>
            </a:r>
          </a:p>
          <a:p>
            <a:pPr eaLnBrk="1" hangingPunct="1">
              <a:spcAft>
                <a:spcPts val="600"/>
              </a:spcAft>
            </a:pPr>
            <a:r>
              <a:rPr lang="zh-CN" altLang="en-US" smtClean="0"/>
              <a:t>编程语言的发展</a:t>
            </a:r>
          </a:p>
          <a:p>
            <a:pPr lvl="1" eaLnBrk="1" hangingPunct="1">
              <a:spcAft>
                <a:spcPts val="600"/>
              </a:spcAft>
              <a:buFont typeface="Wingdings" pitchFamily="2" charset="2"/>
              <a:buChar char="Ø"/>
            </a:pPr>
            <a:r>
              <a:rPr lang="zh-CN" altLang="en-US" smtClean="0"/>
              <a:t>手编程序：机器语言程序，手工编译二进制码</a:t>
            </a:r>
          </a:p>
          <a:p>
            <a:pPr lvl="1" eaLnBrk="1" hangingPunct="1">
              <a:spcAft>
                <a:spcPts val="600"/>
              </a:spcAft>
              <a:buFont typeface="Wingdings" pitchFamily="2" charset="2"/>
              <a:buChar char="Ø"/>
            </a:pPr>
            <a:r>
              <a:rPr lang="zh-CN" altLang="en-US" smtClean="0"/>
              <a:t>汇编程序：符号语言程序，汇编程序汇编</a:t>
            </a:r>
          </a:p>
          <a:p>
            <a:pPr lvl="1" eaLnBrk="1" hangingPunct="1">
              <a:spcAft>
                <a:spcPts val="600"/>
              </a:spcAft>
              <a:buFont typeface="Wingdings" pitchFamily="2" charset="2"/>
              <a:buChar char="Ø"/>
            </a:pPr>
            <a:r>
              <a:rPr lang="zh-CN" altLang="en-US" smtClean="0"/>
              <a:t>高级程序：算法语言</a:t>
            </a:r>
            <a:r>
              <a:rPr lang="en-US" altLang="zh-CN" smtClean="0"/>
              <a:t>/</a:t>
            </a:r>
            <a:r>
              <a:rPr lang="zh-CN" altLang="en-US" smtClean="0"/>
              <a:t>高级语言，机器编译程序</a:t>
            </a:r>
            <a:r>
              <a:rPr lang="en-US" altLang="zh-CN" smtClean="0"/>
              <a:t>/</a:t>
            </a:r>
            <a:r>
              <a:rPr lang="zh-CN" altLang="en-US" smtClean="0"/>
              <a:t>解释程序</a:t>
            </a:r>
          </a:p>
          <a:p>
            <a:pPr eaLnBrk="1" hangingPunct="1">
              <a:spcAft>
                <a:spcPts val="600"/>
              </a:spcAft>
            </a:pPr>
            <a:r>
              <a:rPr lang="zh-CN" altLang="en-US" smtClean="0"/>
              <a:t>系统软件的发展</a:t>
            </a:r>
          </a:p>
          <a:p>
            <a:pPr lvl="1" eaLnBrk="1" hangingPunct="1">
              <a:spcAft>
                <a:spcPts val="600"/>
              </a:spcAft>
              <a:buFont typeface="Wingdings" pitchFamily="2" charset="2"/>
              <a:buChar char="Ø"/>
            </a:pPr>
            <a:r>
              <a:rPr lang="zh-CN" altLang="en-US" smtClean="0"/>
              <a:t>操作系统</a:t>
            </a:r>
          </a:p>
          <a:p>
            <a:pPr lvl="1" eaLnBrk="1" hangingPunct="1">
              <a:spcAft>
                <a:spcPts val="600"/>
              </a:spcAft>
              <a:buFont typeface="Wingdings" pitchFamily="2" charset="2"/>
              <a:buChar char="Ø"/>
            </a:pPr>
            <a:r>
              <a:rPr lang="zh-CN" altLang="en-US" smtClean="0"/>
              <a:t>分布式系统软件</a:t>
            </a:r>
          </a:p>
        </p:txBody>
      </p:sp>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323528" y="116595"/>
            <a:ext cx="2441694" cy="769441"/>
          </a:xfrm>
          <a:prstGeom prst="rect">
            <a:avLst/>
          </a:prstGeom>
        </p:spPr>
        <p:txBody>
          <a:bodyPr wrap="none">
            <a:spAutoFit/>
          </a:bodyPr>
          <a:lstStyle/>
          <a:p>
            <a:pPr lvl="0">
              <a:spcBef>
                <a:spcPts val="0"/>
              </a:spcBef>
            </a:pPr>
            <a:r>
              <a:rPr lang="zh-CN" altLang="en-US" sz="4400" dirty="0">
                <a:solidFill>
                  <a:schemeClr val="tx2">
                    <a:lumMod val="60000"/>
                    <a:lumOff val="40000"/>
                  </a:schemeClr>
                </a:solidFill>
                <a:effectLst>
                  <a:outerShdw blurRad="38100" dist="38100" dir="2700000" algn="tl">
                    <a:srgbClr val="000000">
                      <a:alpha val="43137"/>
                    </a:srgbClr>
                  </a:outerShdw>
                </a:effectLst>
                <a:latin typeface="华文新魏" panose="02010800040101010101" pitchFamily="2" charset="-122"/>
                <a:ea typeface="华文新魏" panose="02010800040101010101" pitchFamily="2" charset="-122"/>
              </a:rPr>
              <a:t>课</a:t>
            </a:r>
            <a:r>
              <a:rPr lang="zh-CN" altLang="en-US" sz="4400" dirty="0" smtClean="0">
                <a:solidFill>
                  <a:schemeClr val="tx2">
                    <a:lumMod val="60000"/>
                    <a:lumOff val="40000"/>
                  </a:schemeClr>
                </a:solidFill>
                <a:effectLst>
                  <a:outerShdw blurRad="38100" dist="38100" dir="2700000" algn="tl">
                    <a:srgbClr val="000000">
                      <a:alpha val="43137"/>
                    </a:srgbClr>
                  </a:outerShdw>
                </a:effectLst>
                <a:latin typeface="华文新魏" panose="02010800040101010101" pitchFamily="2" charset="-122"/>
                <a:ea typeface="华文新魏" panose="02010800040101010101" pitchFamily="2" charset="-122"/>
              </a:rPr>
              <a:t>内练习</a:t>
            </a:r>
            <a:endParaRPr lang="zh-CN" altLang="en-US" sz="4400" dirty="0">
              <a:solidFill>
                <a:schemeClr val="tx2">
                  <a:lumMod val="60000"/>
                  <a:lumOff val="40000"/>
                </a:schemeClr>
              </a:solidFill>
              <a:effectLst>
                <a:outerShdw blurRad="38100" dist="38100" dir="2700000" algn="tl">
                  <a:srgbClr val="000000">
                    <a:alpha val="43137"/>
                  </a:srgbClr>
                </a:outerShdw>
              </a:effectLst>
              <a:latin typeface="华文新魏" panose="02010800040101010101" pitchFamily="2" charset="-122"/>
              <a:ea typeface="华文新魏" panose="02010800040101010101" pitchFamily="2" charset="-122"/>
            </a:endParaRPr>
          </a:p>
        </p:txBody>
      </p:sp>
      <p:sp>
        <p:nvSpPr>
          <p:cNvPr id="13" name="矩形 12"/>
          <p:cNvSpPr/>
          <p:nvPr/>
        </p:nvSpPr>
        <p:spPr>
          <a:xfrm>
            <a:off x="323528" y="968028"/>
            <a:ext cx="8423854" cy="3323987"/>
          </a:xfrm>
          <a:prstGeom prst="rect">
            <a:avLst/>
          </a:prstGeom>
        </p:spPr>
        <p:txBody>
          <a:bodyPr wrap="square">
            <a:spAutoFit/>
          </a:bodyPr>
          <a:lstStyle/>
          <a:p>
            <a:pPr>
              <a:lnSpc>
                <a:spcPct val="150000"/>
              </a:lnSpc>
            </a:pPr>
            <a:r>
              <a:rPr lang="zh-CN" altLang="zh-CN" sz="2800" dirty="0" smtClean="0">
                <a:latin typeface="华文新魏" panose="02010800040101010101" pitchFamily="2" charset="-122"/>
                <a:ea typeface="华文新魏" panose="02010800040101010101" pitchFamily="2" charset="-122"/>
              </a:rPr>
              <a:t>一</a:t>
            </a:r>
            <a:r>
              <a:rPr lang="zh-CN" altLang="zh-CN" sz="2800" dirty="0">
                <a:latin typeface="华文新魏" panose="02010800040101010101" pitchFamily="2" charset="-122"/>
                <a:ea typeface="华文新魏" panose="02010800040101010101" pitchFamily="2" charset="-122"/>
              </a:rPr>
              <a:t>台完整的计算机应包括</a:t>
            </a:r>
            <a:r>
              <a:rPr lang="en-US" altLang="zh-CN" sz="2800" dirty="0" smtClean="0">
                <a:latin typeface="华文新魏" panose="02010800040101010101" pitchFamily="2" charset="-122"/>
                <a:ea typeface="华文新魏" panose="02010800040101010101" pitchFamily="2" charset="-122"/>
              </a:rPr>
              <a:t>_________ </a:t>
            </a:r>
            <a:r>
              <a:rPr lang="zh-CN" altLang="zh-CN" sz="2800" dirty="0">
                <a:latin typeface="华文新魏" panose="02010800040101010101" pitchFamily="2" charset="-122"/>
                <a:ea typeface="华文新魏" panose="02010800040101010101" pitchFamily="2" charset="-122"/>
              </a:rPr>
              <a:t>。</a:t>
            </a:r>
          </a:p>
          <a:p>
            <a:pPr>
              <a:lnSpc>
                <a:spcPct val="150000"/>
              </a:lnSpc>
            </a:pPr>
            <a:r>
              <a:rPr lang="en-US" altLang="zh-CN" sz="2800" dirty="0" smtClean="0">
                <a:latin typeface="华文新魏" panose="02010800040101010101" pitchFamily="2" charset="-122"/>
                <a:ea typeface="华文新魏" panose="02010800040101010101" pitchFamily="2" charset="-122"/>
              </a:rPr>
              <a:t>      A. </a:t>
            </a:r>
            <a:r>
              <a:rPr lang="zh-CN" altLang="zh-CN" sz="2800" dirty="0" smtClean="0">
                <a:latin typeface="华文新魏" panose="02010800040101010101" pitchFamily="2" charset="-122"/>
                <a:ea typeface="华文新魏" panose="02010800040101010101" pitchFamily="2" charset="-122"/>
              </a:rPr>
              <a:t>运算器</a:t>
            </a:r>
            <a:r>
              <a:rPr lang="zh-CN" altLang="zh-CN" sz="2800" dirty="0">
                <a:latin typeface="华文新魏" panose="02010800040101010101" pitchFamily="2" charset="-122"/>
                <a:ea typeface="华文新魏" panose="02010800040101010101" pitchFamily="2" charset="-122"/>
              </a:rPr>
              <a:t>、存储器、控制器</a:t>
            </a:r>
            <a:r>
              <a:rPr lang="en-US" altLang="zh-CN" sz="2800" dirty="0">
                <a:latin typeface="华文新魏" panose="02010800040101010101" pitchFamily="2" charset="-122"/>
                <a:ea typeface="华文新魏" panose="02010800040101010101" pitchFamily="2" charset="-122"/>
              </a:rPr>
              <a:t>     </a:t>
            </a:r>
            <a:endParaRPr lang="en-US" altLang="zh-CN" sz="2800" dirty="0" smtClean="0">
              <a:latin typeface="华文新魏" panose="02010800040101010101" pitchFamily="2" charset="-122"/>
              <a:ea typeface="华文新魏" panose="02010800040101010101" pitchFamily="2" charset="-122"/>
            </a:endParaRPr>
          </a:p>
          <a:p>
            <a:pPr>
              <a:lnSpc>
                <a:spcPct val="150000"/>
              </a:lnSpc>
            </a:pPr>
            <a:r>
              <a:rPr lang="en-US" altLang="zh-CN" sz="2800" dirty="0" smtClean="0">
                <a:latin typeface="华文新魏" panose="02010800040101010101" pitchFamily="2" charset="-122"/>
                <a:ea typeface="华文新魏" panose="02010800040101010101" pitchFamily="2" charset="-122"/>
              </a:rPr>
              <a:t>      B</a:t>
            </a:r>
            <a:r>
              <a:rPr lang="en-US" altLang="zh-CN" sz="2800" dirty="0">
                <a:latin typeface="华文新魏" panose="02010800040101010101" pitchFamily="2" charset="-122"/>
                <a:ea typeface="华文新魏" panose="02010800040101010101" pitchFamily="2" charset="-122"/>
              </a:rPr>
              <a:t>. </a:t>
            </a:r>
            <a:r>
              <a:rPr lang="zh-CN" altLang="zh-CN" sz="2800" dirty="0">
                <a:latin typeface="华文新魏" panose="02010800040101010101" pitchFamily="2" charset="-122"/>
                <a:ea typeface="华文新魏" panose="02010800040101010101" pitchFamily="2" charset="-122"/>
              </a:rPr>
              <a:t>外部设备和主机</a:t>
            </a:r>
          </a:p>
          <a:p>
            <a:pPr>
              <a:lnSpc>
                <a:spcPct val="150000"/>
              </a:lnSpc>
            </a:pPr>
            <a:r>
              <a:rPr lang="en-US" altLang="zh-CN" sz="2800" dirty="0" smtClean="0">
                <a:latin typeface="华文新魏" panose="02010800040101010101" pitchFamily="2" charset="-122"/>
                <a:ea typeface="华文新魏" panose="02010800040101010101" pitchFamily="2" charset="-122"/>
              </a:rPr>
              <a:t>      C</a:t>
            </a:r>
            <a:r>
              <a:rPr lang="en-US" altLang="zh-CN" sz="2800" dirty="0">
                <a:latin typeface="华文新魏" panose="02010800040101010101" pitchFamily="2" charset="-122"/>
                <a:ea typeface="华文新魏" panose="02010800040101010101" pitchFamily="2" charset="-122"/>
              </a:rPr>
              <a:t>. </a:t>
            </a:r>
            <a:r>
              <a:rPr lang="zh-CN" altLang="zh-CN" sz="2800" dirty="0">
                <a:latin typeface="华文新魏" panose="02010800040101010101" pitchFamily="2" charset="-122"/>
                <a:ea typeface="华文新魏" panose="02010800040101010101" pitchFamily="2" charset="-122"/>
              </a:rPr>
              <a:t>主机和实用程序</a:t>
            </a:r>
            <a:r>
              <a:rPr lang="en-US" altLang="zh-CN" sz="2800" dirty="0">
                <a:latin typeface="华文新魏" panose="02010800040101010101" pitchFamily="2" charset="-122"/>
                <a:ea typeface="华文新魏" panose="02010800040101010101" pitchFamily="2" charset="-122"/>
              </a:rPr>
              <a:t>     </a:t>
            </a:r>
            <a:endParaRPr lang="en-US" altLang="zh-CN" sz="2800" dirty="0" smtClean="0">
              <a:latin typeface="华文新魏" panose="02010800040101010101" pitchFamily="2" charset="-122"/>
              <a:ea typeface="华文新魏" panose="02010800040101010101" pitchFamily="2" charset="-122"/>
            </a:endParaRPr>
          </a:p>
          <a:p>
            <a:pPr>
              <a:lnSpc>
                <a:spcPct val="150000"/>
              </a:lnSpc>
            </a:pPr>
            <a:r>
              <a:rPr lang="en-US" altLang="zh-CN" sz="2800" dirty="0" smtClean="0">
                <a:latin typeface="华文新魏" panose="02010800040101010101" pitchFamily="2" charset="-122"/>
                <a:ea typeface="华文新魏" panose="02010800040101010101" pitchFamily="2" charset="-122"/>
              </a:rPr>
              <a:t>      D</a:t>
            </a:r>
            <a:r>
              <a:rPr lang="en-US" altLang="zh-CN" sz="2800" dirty="0">
                <a:latin typeface="华文新魏" panose="02010800040101010101" pitchFamily="2" charset="-122"/>
                <a:ea typeface="华文新魏" panose="02010800040101010101" pitchFamily="2" charset="-122"/>
              </a:rPr>
              <a:t>. </a:t>
            </a:r>
            <a:r>
              <a:rPr lang="zh-CN" altLang="zh-CN" sz="2800" dirty="0">
                <a:latin typeface="华文新魏" panose="02010800040101010101" pitchFamily="2" charset="-122"/>
                <a:ea typeface="华文新魏" panose="02010800040101010101" pitchFamily="2" charset="-122"/>
              </a:rPr>
              <a:t>配套的硬件设备和软件</a:t>
            </a:r>
            <a:r>
              <a:rPr lang="zh-CN" altLang="zh-CN" sz="2800" dirty="0" smtClean="0">
                <a:latin typeface="华文新魏" panose="02010800040101010101" pitchFamily="2" charset="-122"/>
                <a:ea typeface="华文新魏" panose="02010800040101010101" pitchFamily="2" charset="-122"/>
              </a:rPr>
              <a:t>系统</a:t>
            </a:r>
            <a:endParaRPr lang="zh-CN" altLang="zh-CN" sz="2800" dirty="0">
              <a:latin typeface="华文新魏" panose="02010800040101010101" pitchFamily="2" charset="-122"/>
              <a:ea typeface="华文新魏" panose="02010800040101010101" pitchFamily="2" charset="-122"/>
            </a:endParaRPr>
          </a:p>
        </p:txBody>
      </p:sp>
      <p:sp>
        <p:nvSpPr>
          <p:cNvPr id="14" name="矩形 13"/>
          <p:cNvSpPr/>
          <p:nvPr/>
        </p:nvSpPr>
        <p:spPr>
          <a:xfrm>
            <a:off x="323528" y="4365104"/>
            <a:ext cx="8820472" cy="2031325"/>
          </a:xfrm>
          <a:prstGeom prst="rect">
            <a:avLst/>
          </a:prstGeom>
        </p:spPr>
        <p:txBody>
          <a:bodyPr wrap="square">
            <a:spAutoFit/>
          </a:bodyPr>
          <a:lstStyle/>
          <a:p>
            <a:pPr>
              <a:lnSpc>
                <a:spcPct val="150000"/>
              </a:lnSpc>
            </a:pPr>
            <a:r>
              <a:rPr lang="zh-CN" altLang="zh-CN" sz="2800" dirty="0" smtClean="0">
                <a:latin typeface="华文新魏" panose="02010800040101010101" pitchFamily="2" charset="-122"/>
                <a:ea typeface="华文新魏" panose="02010800040101010101" pitchFamily="2" charset="-122"/>
              </a:rPr>
              <a:t>冯</a:t>
            </a:r>
            <a:r>
              <a:rPr lang="en-US" altLang="zh-CN" sz="2800" dirty="0">
                <a:latin typeface="华文新魏" panose="02010800040101010101" pitchFamily="2" charset="-122"/>
                <a:ea typeface="华文新魏" panose="02010800040101010101" pitchFamily="2" charset="-122"/>
              </a:rPr>
              <a:t>.</a:t>
            </a:r>
            <a:r>
              <a:rPr lang="zh-CN" altLang="zh-CN" sz="2800" dirty="0">
                <a:latin typeface="华文新魏" panose="02010800040101010101" pitchFamily="2" charset="-122"/>
                <a:ea typeface="华文新魏" panose="02010800040101010101" pitchFamily="2" charset="-122"/>
              </a:rPr>
              <a:t>诺依曼机工作的基本方式的特点</a:t>
            </a:r>
            <a:r>
              <a:rPr lang="zh-CN" altLang="zh-CN" sz="2800" dirty="0" smtClean="0">
                <a:latin typeface="华文新魏" panose="02010800040101010101" pitchFamily="2" charset="-122"/>
                <a:ea typeface="华文新魏" panose="02010800040101010101" pitchFamily="2" charset="-122"/>
              </a:rPr>
              <a:t>是</a:t>
            </a:r>
            <a:r>
              <a:rPr lang="en-US" altLang="zh-CN" sz="2800" dirty="0" smtClean="0">
                <a:latin typeface="华文新魏" panose="02010800040101010101" pitchFamily="2" charset="-122"/>
                <a:ea typeface="华文新魏" panose="02010800040101010101" pitchFamily="2" charset="-122"/>
              </a:rPr>
              <a:t>_____ </a:t>
            </a:r>
            <a:r>
              <a:rPr lang="zh-CN" altLang="zh-CN" sz="2800" dirty="0">
                <a:latin typeface="华文新魏" panose="02010800040101010101" pitchFamily="2" charset="-122"/>
                <a:ea typeface="华文新魏" panose="02010800040101010101" pitchFamily="2" charset="-122"/>
              </a:rPr>
              <a:t>。</a:t>
            </a:r>
          </a:p>
          <a:p>
            <a:pPr>
              <a:lnSpc>
                <a:spcPct val="150000"/>
              </a:lnSpc>
            </a:pPr>
            <a:r>
              <a:rPr lang="en-US" altLang="zh-CN" sz="2800" dirty="0" smtClean="0">
                <a:latin typeface="华文新魏" panose="02010800040101010101" pitchFamily="2" charset="-122"/>
                <a:ea typeface="华文新魏" panose="02010800040101010101" pitchFamily="2" charset="-122"/>
              </a:rPr>
              <a:t>     A. </a:t>
            </a:r>
            <a:r>
              <a:rPr lang="zh-CN" altLang="zh-CN" sz="2800" dirty="0" smtClean="0">
                <a:latin typeface="华文新魏" panose="02010800040101010101" pitchFamily="2" charset="-122"/>
                <a:ea typeface="华文新魏" panose="02010800040101010101" pitchFamily="2" charset="-122"/>
              </a:rPr>
              <a:t>堆栈操作</a:t>
            </a:r>
            <a:r>
              <a:rPr lang="en-US" altLang="zh-CN" sz="2800" dirty="0" smtClean="0">
                <a:latin typeface="华文新魏" panose="02010800040101010101" pitchFamily="2" charset="-122"/>
                <a:ea typeface="华文新魏" panose="02010800040101010101" pitchFamily="2" charset="-122"/>
              </a:rPr>
              <a:t>                 B</a:t>
            </a:r>
            <a:r>
              <a:rPr lang="en-US" altLang="zh-CN" sz="2800" dirty="0">
                <a:latin typeface="华文新魏" panose="02010800040101010101" pitchFamily="2" charset="-122"/>
                <a:ea typeface="华文新魏" panose="02010800040101010101" pitchFamily="2" charset="-122"/>
              </a:rPr>
              <a:t>. </a:t>
            </a:r>
            <a:r>
              <a:rPr lang="zh-CN" altLang="zh-CN" sz="2800" dirty="0">
                <a:latin typeface="华文新魏" panose="02010800040101010101" pitchFamily="2" charset="-122"/>
                <a:ea typeface="华文新魏" panose="02010800040101010101" pitchFamily="2" charset="-122"/>
              </a:rPr>
              <a:t>按地址访问并顺序执行指令</a:t>
            </a:r>
          </a:p>
          <a:p>
            <a:pPr>
              <a:lnSpc>
                <a:spcPct val="150000"/>
              </a:lnSpc>
            </a:pPr>
            <a:r>
              <a:rPr lang="en-US" altLang="zh-CN" sz="2800" dirty="0" smtClean="0">
                <a:latin typeface="华文新魏" panose="02010800040101010101" pitchFamily="2" charset="-122"/>
                <a:ea typeface="华文新魏" panose="02010800040101010101" pitchFamily="2" charset="-122"/>
              </a:rPr>
              <a:t>     C.</a:t>
            </a:r>
            <a:r>
              <a:rPr lang="zh-CN" altLang="zh-CN" sz="2800" dirty="0" smtClean="0">
                <a:latin typeface="华文新魏" panose="02010800040101010101" pitchFamily="2" charset="-122"/>
                <a:ea typeface="华文新魏" panose="02010800040101010101" pitchFamily="2" charset="-122"/>
              </a:rPr>
              <a:t>多指令流单数据流</a:t>
            </a:r>
            <a:r>
              <a:rPr lang="en-US" altLang="zh-CN" sz="2800" dirty="0" smtClean="0">
                <a:latin typeface="华文新魏" panose="02010800040101010101" pitchFamily="2" charset="-122"/>
                <a:ea typeface="华文新魏" panose="02010800040101010101" pitchFamily="2" charset="-122"/>
              </a:rPr>
              <a:t>  D</a:t>
            </a:r>
            <a:r>
              <a:rPr lang="en-US" altLang="zh-CN" sz="2800" dirty="0">
                <a:latin typeface="华文新魏" panose="02010800040101010101" pitchFamily="2" charset="-122"/>
                <a:ea typeface="华文新魏" panose="02010800040101010101" pitchFamily="2" charset="-122"/>
              </a:rPr>
              <a:t>. </a:t>
            </a:r>
            <a:r>
              <a:rPr lang="zh-CN" altLang="zh-CN" sz="2800" dirty="0">
                <a:latin typeface="华文新魏" panose="02010800040101010101" pitchFamily="2" charset="-122"/>
                <a:ea typeface="华文新魏" panose="02010800040101010101" pitchFamily="2" charset="-122"/>
              </a:rPr>
              <a:t>存储器按内容选择</a:t>
            </a:r>
            <a:r>
              <a:rPr lang="zh-CN" altLang="zh-CN" sz="2800" dirty="0" smtClean="0">
                <a:latin typeface="华文新魏" panose="02010800040101010101" pitchFamily="2" charset="-122"/>
                <a:ea typeface="华文新魏" panose="02010800040101010101" pitchFamily="2" charset="-122"/>
              </a:rPr>
              <a:t>地址</a:t>
            </a:r>
            <a:endParaRPr lang="zh-CN" altLang="zh-CN" sz="2800" dirty="0">
              <a:latin typeface="华文新魏" panose="02010800040101010101" pitchFamily="2" charset="-122"/>
              <a:ea typeface="华文新魏" panose="02010800040101010101" pitchFamily="2" charset="-122"/>
            </a:endParaRPr>
          </a:p>
        </p:txBody>
      </p:sp>
      <p:sp>
        <p:nvSpPr>
          <p:cNvPr id="11" name="椭圆 10"/>
          <p:cNvSpPr/>
          <p:nvPr/>
        </p:nvSpPr>
        <p:spPr bwMode="auto">
          <a:xfrm>
            <a:off x="784008" y="3654942"/>
            <a:ext cx="540000" cy="540000"/>
          </a:xfrm>
          <a:prstGeom prst="ellipse">
            <a:avLst/>
          </a:prstGeom>
          <a:solidFill>
            <a:srgbClr val="FF3300">
              <a:alpha val="0"/>
            </a:srgbClr>
          </a:solidFill>
          <a:ln w="76200" cap="sq" cmpd="sng" algn="ctr">
            <a:solidFill>
              <a:srgbClr val="FF66FF"/>
            </a:solidFill>
            <a:prstDash val="solid"/>
            <a:round/>
            <a:headEnd type="none" w="med" len="med"/>
            <a:tailEnd type="none" w="med" len="med"/>
          </a:ln>
          <a:effectLst>
            <a:glow rad="63500">
              <a:schemeClr val="accent2">
                <a:satMod val="175000"/>
                <a:alpha val="40000"/>
              </a:schemeClr>
            </a:glow>
          </a:effectLst>
        </p:spPr>
        <p:txBody>
          <a:bodyPr vert="horz" wrap="square" lIns="91440" tIns="45720" rIns="91440" bIns="45720" numCol="1" rtlCol="0" anchor="t" anchorCtr="0" compatLnSpc="1">
            <a:prstTxWarp prst="textNoShape">
              <a:avLst/>
            </a:prstTxWarp>
            <a:spAutoFit/>
          </a:bodyPr>
          <a:lstStyle/>
          <a:p>
            <a:pPr marL="0" marR="0" indent="0" algn="l" defTabSz="914400" rtl="0" eaLnBrk="1" fontAlgn="base" latinLnBrk="0" hangingPunct="1">
              <a:lnSpc>
                <a:spcPct val="120000"/>
              </a:lnSpc>
              <a:spcBef>
                <a:spcPct val="0"/>
              </a:spcBef>
              <a:spcAft>
                <a:spcPct val="0"/>
              </a:spcAft>
              <a:buClrTx/>
              <a:buSzTx/>
              <a:buFontTx/>
              <a:buNone/>
              <a:tabLst/>
            </a:pPr>
            <a:endParaRPr kumimoji="0" lang="zh-CN" altLang="en-US" sz="2800" b="1" i="0" u="none" strike="noStrike" cap="none" normalizeH="0" baseline="0" smtClean="0">
              <a:ln>
                <a:noFill/>
              </a:ln>
              <a:solidFill>
                <a:schemeClr val="tx1"/>
              </a:solidFill>
              <a:effectLst/>
              <a:latin typeface="华文新魏" panose="02010800040101010101" pitchFamily="2" charset="-122"/>
              <a:ea typeface="华文新魏" panose="02010800040101010101" pitchFamily="2" charset="-122"/>
            </a:endParaRPr>
          </a:p>
        </p:txBody>
      </p:sp>
      <p:sp>
        <p:nvSpPr>
          <p:cNvPr id="19" name="椭圆 18"/>
          <p:cNvSpPr/>
          <p:nvPr/>
        </p:nvSpPr>
        <p:spPr bwMode="auto">
          <a:xfrm>
            <a:off x="4014705" y="5142575"/>
            <a:ext cx="540000" cy="540000"/>
          </a:xfrm>
          <a:prstGeom prst="ellipse">
            <a:avLst/>
          </a:prstGeom>
          <a:solidFill>
            <a:srgbClr val="FF3300">
              <a:alpha val="0"/>
            </a:srgbClr>
          </a:solidFill>
          <a:ln w="76200" cap="sq" cmpd="sng" algn="ctr">
            <a:solidFill>
              <a:srgbClr val="FF66FF"/>
            </a:solidFill>
            <a:prstDash val="solid"/>
            <a:round/>
            <a:headEnd type="none" w="med" len="med"/>
            <a:tailEnd type="none" w="med" len="med"/>
          </a:ln>
          <a:effectLst>
            <a:glow rad="63500">
              <a:schemeClr val="accent2">
                <a:satMod val="175000"/>
                <a:alpha val="40000"/>
              </a:schemeClr>
            </a:glow>
          </a:effectLst>
        </p:spPr>
        <p:txBody>
          <a:bodyPr vert="horz" wrap="square" lIns="91440" tIns="45720" rIns="91440" bIns="45720" numCol="1" rtlCol="0" anchor="t" anchorCtr="0" compatLnSpc="1">
            <a:prstTxWarp prst="textNoShape">
              <a:avLst/>
            </a:prstTxWarp>
            <a:spAutoFit/>
          </a:bodyPr>
          <a:lstStyle/>
          <a:p>
            <a:pPr marL="0" marR="0" indent="0" algn="l" defTabSz="914400" rtl="0" eaLnBrk="1" fontAlgn="base" latinLnBrk="0" hangingPunct="1">
              <a:lnSpc>
                <a:spcPct val="120000"/>
              </a:lnSpc>
              <a:spcBef>
                <a:spcPct val="0"/>
              </a:spcBef>
              <a:spcAft>
                <a:spcPct val="0"/>
              </a:spcAft>
              <a:buClrTx/>
              <a:buSzTx/>
              <a:buFontTx/>
              <a:buNone/>
              <a:tabLst/>
            </a:pPr>
            <a:endParaRPr kumimoji="0" lang="zh-CN" altLang="en-US" sz="2800" b="1" i="0" u="none" strike="noStrike" cap="none" normalizeH="0" baseline="0" smtClean="0">
              <a:ln>
                <a:noFill/>
              </a:ln>
              <a:solidFill>
                <a:schemeClr val="tx1"/>
              </a:solidFill>
              <a:effectLst/>
              <a:latin typeface="华文新魏" panose="02010800040101010101" pitchFamily="2" charset="-122"/>
              <a:ea typeface="华文新魏" panose="02010800040101010101" pitchFamily="2" charset="-122"/>
            </a:endParaRPr>
          </a:p>
        </p:txBody>
      </p:sp>
    </p:spTree>
    <p:extLst>
      <p:ext uri="{BB962C8B-B14F-4D97-AF65-F5344CB8AC3E}">
        <p14:creationId xmlns:p14="http://schemas.microsoft.com/office/powerpoint/2010/main" val="272853449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9"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323528" y="116595"/>
            <a:ext cx="2441694" cy="769441"/>
          </a:xfrm>
          <a:prstGeom prst="rect">
            <a:avLst/>
          </a:prstGeom>
        </p:spPr>
        <p:txBody>
          <a:bodyPr wrap="none">
            <a:spAutoFit/>
          </a:bodyPr>
          <a:lstStyle/>
          <a:p>
            <a:pPr lvl="0">
              <a:spcBef>
                <a:spcPts val="0"/>
              </a:spcBef>
            </a:pPr>
            <a:r>
              <a:rPr lang="zh-CN" altLang="en-US" sz="4400" dirty="0">
                <a:solidFill>
                  <a:schemeClr val="tx2">
                    <a:lumMod val="60000"/>
                    <a:lumOff val="40000"/>
                  </a:schemeClr>
                </a:solidFill>
                <a:effectLst>
                  <a:outerShdw blurRad="38100" dist="38100" dir="2700000" algn="tl">
                    <a:srgbClr val="000000">
                      <a:alpha val="43137"/>
                    </a:srgbClr>
                  </a:outerShdw>
                </a:effectLst>
                <a:latin typeface="华文新魏" panose="02010800040101010101" pitchFamily="2" charset="-122"/>
                <a:ea typeface="华文新魏" panose="02010800040101010101" pitchFamily="2" charset="-122"/>
              </a:rPr>
              <a:t>课</a:t>
            </a:r>
            <a:r>
              <a:rPr lang="zh-CN" altLang="en-US" sz="4400" dirty="0" smtClean="0">
                <a:solidFill>
                  <a:schemeClr val="tx2">
                    <a:lumMod val="60000"/>
                    <a:lumOff val="40000"/>
                  </a:schemeClr>
                </a:solidFill>
                <a:effectLst>
                  <a:outerShdw blurRad="38100" dist="38100" dir="2700000" algn="tl">
                    <a:srgbClr val="000000">
                      <a:alpha val="43137"/>
                    </a:srgbClr>
                  </a:outerShdw>
                </a:effectLst>
                <a:latin typeface="华文新魏" panose="02010800040101010101" pitchFamily="2" charset="-122"/>
                <a:ea typeface="华文新魏" panose="02010800040101010101" pitchFamily="2" charset="-122"/>
              </a:rPr>
              <a:t>内练习</a:t>
            </a:r>
            <a:endParaRPr lang="zh-CN" altLang="en-US" sz="4400" dirty="0">
              <a:solidFill>
                <a:schemeClr val="tx2">
                  <a:lumMod val="60000"/>
                  <a:lumOff val="40000"/>
                </a:schemeClr>
              </a:solidFill>
              <a:effectLst>
                <a:outerShdw blurRad="38100" dist="38100" dir="2700000" algn="tl">
                  <a:srgbClr val="000000">
                    <a:alpha val="43137"/>
                  </a:srgbClr>
                </a:outerShdw>
              </a:effectLst>
              <a:latin typeface="华文新魏" panose="02010800040101010101" pitchFamily="2" charset="-122"/>
              <a:ea typeface="华文新魏" panose="02010800040101010101" pitchFamily="2" charset="-122"/>
            </a:endParaRPr>
          </a:p>
        </p:txBody>
      </p:sp>
      <p:sp>
        <p:nvSpPr>
          <p:cNvPr id="9" name="矩形 8"/>
          <p:cNvSpPr/>
          <p:nvPr/>
        </p:nvSpPr>
        <p:spPr>
          <a:xfrm>
            <a:off x="250861" y="1028649"/>
            <a:ext cx="8142196" cy="2031325"/>
          </a:xfrm>
          <a:prstGeom prst="rect">
            <a:avLst/>
          </a:prstGeom>
        </p:spPr>
        <p:txBody>
          <a:bodyPr wrap="square">
            <a:spAutoFit/>
          </a:bodyPr>
          <a:lstStyle/>
          <a:p>
            <a:pPr>
              <a:lnSpc>
                <a:spcPct val="150000"/>
              </a:lnSpc>
            </a:pPr>
            <a:r>
              <a:rPr lang="zh-CN" altLang="zh-CN" sz="2800" dirty="0" smtClean="0">
                <a:latin typeface="华文新魏" panose="02010800040101010101" pitchFamily="2" charset="-122"/>
                <a:ea typeface="华文新魏" panose="02010800040101010101" pitchFamily="2" charset="-122"/>
              </a:rPr>
              <a:t>对</a:t>
            </a:r>
            <a:r>
              <a:rPr lang="zh-CN" altLang="zh-CN" sz="2800" dirty="0">
                <a:latin typeface="华文新魏" panose="02010800040101010101" pitchFamily="2" charset="-122"/>
                <a:ea typeface="华文新魏" panose="02010800040101010101" pitchFamily="2" charset="-122"/>
              </a:rPr>
              <a:t>计算机的软、硬件资源进行管理</a:t>
            </a:r>
            <a:r>
              <a:rPr lang="zh-CN" altLang="zh-CN" sz="2800" dirty="0" smtClean="0">
                <a:latin typeface="华文新魏" panose="02010800040101010101" pitchFamily="2" charset="-122"/>
                <a:ea typeface="华文新魏" panose="02010800040101010101" pitchFamily="2" charset="-122"/>
              </a:rPr>
              <a:t>，是</a:t>
            </a:r>
            <a:r>
              <a:rPr lang="en-US" altLang="zh-CN" sz="2800" dirty="0" smtClean="0">
                <a:latin typeface="华文新魏" panose="02010800040101010101" pitchFamily="2" charset="-122"/>
                <a:ea typeface="华文新魏" panose="02010800040101010101" pitchFamily="2" charset="-122"/>
              </a:rPr>
              <a:t>___</a:t>
            </a:r>
            <a:r>
              <a:rPr lang="zh-CN" altLang="zh-CN" sz="2800" dirty="0">
                <a:latin typeface="华文新魏" panose="02010800040101010101" pitchFamily="2" charset="-122"/>
                <a:ea typeface="华文新魏" panose="02010800040101010101" pitchFamily="2" charset="-122"/>
              </a:rPr>
              <a:t>的功能。</a:t>
            </a:r>
          </a:p>
          <a:p>
            <a:pPr>
              <a:lnSpc>
                <a:spcPct val="150000"/>
              </a:lnSpc>
            </a:pPr>
            <a:r>
              <a:rPr lang="en-US" altLang="zh-CN" sz="2800" dirty="0" smtClean="0">
                <a:latin typeface="华文新魏" panose="02010800040101010101" pitchFamily="2" charset="-122"/>
                <a:ea typeface="华文新魏" panose="02010800040101010101" pitchFamily="2" charset="-122"/>
              </a:rPr>
              <a:t>     A. </a:t>
            </a:r>
            <a:r>
              <a:rPr lang="zh-CN" altLang="zh-CN" sz="2800" dirty="0" smtClean="0">
                <a:latin typeface="华文新魏" panose="02010800040101010101" pitchFamily="2" charset="-122"/>
                <a:ea typeface="华文新魏" panose="02010800040101010101" pitchFamily="2" charset="-122"/>
              </a:rPr>
              <a:t>操作系统</a:t>
            </a:r>
            <a:r>
              <a:rPr lang="en-US" altLang="zh-CN" sz="2800" dirty="0" smtClean="0">
                <a:latin typeface="华文新魏" panose="02010800040101010101" pitchFamily="2" charset="-122"/>
                <a:ea typeface="华文新魏" panose="02010800040101010101" pitchFamily="2" charset="-122"/>
              </a:rPr>
              <a:t>                  B</a:t>
            </a:r>
            <a:r>
              <a:rPr lang="en-US" altLang="zh-CN" sz="2800" dirty="0">
                <a:latin typeface="华文新魏" panose="02010800040101010101" pitchFamily="2" charset="-122"/>
                <a:ea typeface="华文新魏" panose="02010800040101010101" pitchFamily="2" charset="-122"/>
              </a:rPr>
              <a:t>. </a:t>
            </a:r>
            <a:r>
              <a:rPr lang="zh-CN" altLang="zh-CN" sz="2800" dirty="0">
                <a:latin typeface="华文新魏" panose="02010800040101010101" pitchFamily="2" charset="-122"/>
                <a:ea typeface="华文新魏" panose="02010800040101010101" pitchFamily="2" charset="-122"/>
              </a:rPr>
              <a:t>语言处理程序</a:t>
            </a:r>
            <a:r>
              <a:rPr lang="en-US" altLang="zh-CN" sz="2800" dirty="0">
                <a:latin typeface="华文新魏" panose="02010800040101010101" pitchFamily="2" charset="-122"/>
                <a:ea typeface="华文新魏" panose="02010800040101010101" pitchFamily="2" charset="-122"/>
              </a:rPr>
              <a:t> </a:t>
            </a:r>
            <a:endParaRPr lang="en-US" altLang="zh-CN" sz="2800" dirty="0" smtClean="0">
              <a:latin typeface="华文新魏" panose="02010800040101010101" pitchFamily="2" charset="-122"/>
              <a:ea typeface="华文新魏" panose="02010800040101010101" pitchFamily="2" charset="-122"/>
            </a:endParaRPr>
          </a:p>
          <a:p>
            <a:pPr>
              <a:lnSpc>
                <a:spcPct val="150000"/>
              </a:lnSpc>
            </a:pPr>
            <a:r>
              <a:rPr lang="en-US" altLang="zh-CN" sz="2800" dirty="0" smtClean="0">
                <a:latin typeface="华文新魏" panose="02010800040101010101" pitchFamily="2" charset="-122"/>
                <a:ea typeface="华文新魏" panose="02010800040101010101" pitchFamily="2" charset="-122"/>
              </a:rPr>
              <a:t>     C</a:t>
            </a:r>
            <a:r>
              <a:rPr lang="en-US" altLang="zh-CN" sz="2800" dirty="0">
                <a:latin typeface="华文新魏" panose="02010800040101010101" pitchFamily="2" charset="-122"/>
                <a:ea typeface="华文新魏" panose="02010800040101010101" pitchFamily="2" charset="-122"/>
              </a:rPr>
              <a:t>. </a:t>
            </a:r>
            <a:r>
              <a:rPr lang="zh-CN" altLang="zh-CN" sz="2800" dirty="0">
                <a:latin typeface="华文新魏" panose="02010800040101010101" pitchFamily="2" charset="-122"/>
                <a:ea typeface="华文新魏" panose="02010800040101010101" pitchFamily="2" charset="-122"/>
              </a:rPr>
              <a:t>数据库管理系统</a:t>
            </a:r>
            <a:r>
              <a:rPr lang="en-US" altLang="zh-CN" sz="2800" dirty="0">
                <a:latin typeface="华文新魏" panose="02010800040101010101" pitchFamily="2" charset="-122"/>
                <a:ea typeface="华文新魏" panose="02010800040101010101" pitchFamily="2" charset="-122"/>
              </a:rPr>
              <a:t> </a:t>
            </a:r>
            <a:r>
              <a:rPr lang="en-US" altLang="zh-CN" sz="2800" dirty="0" smtClean="0">
                <a:latin typeface="华文新魏" panose="02010800040101010101" pitchFamily="2" charset="-122"/>
                <a:ea typeface="华文新魏" panose="02010800040101010101" pitchFamily="2" charset="-122"/>
              </a:rPr>
              <a:t>     D</a:t>
            </a:r>
            <a:r>
              <a:rPr lang="en-US" altLang="zh-CN" sz="2800" dirty="0">
                <a:latin typeface="华文新魏" panose="02010800040101010101" pitchFamily="2" charset="-122"/>
                <a:ea typeface="华文新魏" panose="02010800040101010101" pitchFamily="2" charset="-122"/>
              </a:rPr>
              <a:t>. </a:t>
            </a:r>
            <a:r>
              <a:rPr lang="zh-CN" altLang="zh-CN" sz="2800" dirty="0">
                <a:latin typeface="华文新魏" panose="02010800040101010101" pitchFamily="2" charset="-122"/>
                <a:ea typeface="华文新魏" panose="02010800040101010101" pitchFamily="2" charset="-122"/>
              </a:rPr>
              <a:t>用户程序 </a:t>
            </a:r>
          </a:p>
        </p:txBody>
      </p:sp>
      <p:sp>
        <p:nvSpPr>
          <p:cNvPr id="10" name="矩形 9"/>
          <p:cNvSpPr/>
          <p:nvPr/>
        </p:nvSpPr>
        <p:spPr>
          <a:xfrm>
            <a:off x="302550" y="3284984"/>
            <a:ext cx="8568952" cy="1600438"/>
          </a:xfrm>
          <a:prstGeom prst="rect">
            <a:avLst/>
          </a:prstGeom>
        </p:spPr>
        <p:txBody>
          <a:bodyPr wrap="square">
            <a:spAutoFit/>
          </a:bodyPr>
          <a:lstStyle/>
          <a:p>
            <a:r>
              <a:rPr lang="zh-TW" altLang="zh-CN" sz="2800" dirty="0" smtClean="0">
                <a:latin typeface="华文新魏" panose="02010800040101010101" pitchFamily="2" charset="-122"/>
                <a:ea typeface="华文新魏" panose="02010800040101010101" pitchFamily="2" charset="-122"/>
              </a:rPr>
              <a:t>系统软件</a:t>
            </a:r>
            <a:r>
              <a:rPr lang="zh-CN" altLang="zh-CN" sz="2800" dirty="0">
                <a:latin typeface="华文新魏" panose="02010800040101010101" pitchFamily="2" charset="-122"/>
                <a:ea typeface="华文新魏" panose="02010800040101010101" pitchFamily="2" charset="-122"/>
              </a:rPr>
              <a:t>是</a:t>
            </a:r>
            <a:r>
              <a:rPr lang="zh-TW" altLang="zh-CN" sz="2800" dirty="0">
                <a:latin typeface="华文新魏" panose="02010800040101010101" pitchFamily="2" charset="-122"/>
                <a:ea typeface="华文新魏" panose="02010800040101010101" pitchFamily="2" charset="-122"/>
              </a:rPr>
              <a:t>计算机系统的一部分，与具体的应用领域无关。</a:t>
            </a:r>
            <a:endParaRPr lang="zh-CN" altLang="zh-CN" sz="2800" dirty="0">
              <a:latin typeface="华文新魏" panose="02010800040101010101" pitchFamily="2" charset="-122"/>
              <a:ea typeface="华文新魏" panose="02010800040101010101" pitchFamily="2" charset="-122"/>
            </a:endParaRPr>
          </a:p>
          <a:p>
            <a:pPr>
              <a:lnSpc>
                <a:spcPct val="150000"/>
              </a:lnSpc>
            </a:pPr>
            <a:r>
              <a:rPr lang="en-US" altLang="zh-CN" sz="2800" dirty="0" smtClean="0">
                <a:latin typeface="华文新魏" panose="02010800040101010101" pitchFamily="2" charset="-122"/>
                <a:ea typeface="华文新魏" panose="02010800040101010101" pitchFamily="2" charset="-122"/>
              </a:rPr>
              <a:t>                   A</a:t>
            </a:r>
            <a:r>
              <a:rPr lang="en-US" altLang="zh-CN" sz="2800" dirty="0">
                <a:latin typeface="华文新魏" panose="02010800040101010101" pitchFamily="2" charset="-122"/>
                <a:ea typeface="华文新魏" panose="02010800040101010101" pitchFamily="2" charset="-122"/>
              </a:rPr>
              <a:t>. </a:t>
            </a:r>
            <a:r>
              <a:rPr lang="zh-CN" altLang="zh-CN" sz="2800" dirty="0">
                <a:latin typeface="华文新魏" panose="02010800040101010101" pitchFamily="2" charset="-122"/>
                <a:ea typeface="华文新魏" panose="02010800040101010101" pitchFamily="2" charset="-122"/>
              </a:rPr>
              <a:t>对</a:t>
            </a:r>
            <a:r>
              <a:rPr lang="en-US" altLang="zh-CN" sz="2800" dirty="0">
                <a:latin typeface="华文新魏" panose="02010800040101010101" pitchFamily="2" charset="-122"/>
                <a:ea typeface="华文新魏" panose="02010800040101010101" pitchFamily="2" charset="-122"/>
              </a:rPr>
              <a:t>   </a:t>
            </a:r>
            <a:r>
              <a:rPr lang="en-US" altLang="zh-CN" sz="2800" dirty="0" smtClean="0">
                <a:latin typeface="华文新魏" panose="02010800040101010101" pitchFamily="2" charset="-122"/>
                <a:ea typeface="华文新魏" panose="02010800040101010101" pitchFamily="2" charset="-122"/>
              </a:rPr>
              <a:t>            B</a:t>
            </a:r>
            <a:r>
              <a:rPr lang="en-US" altLang="zh-CN" sz="2800" dirty="0">
                <a:latin typeface="华文新魏" panose="02010800040101010101" pitchFamily="2" charset="-122"/>
                <a:ea typeface="华文新魏" panose="02010800040101010101" pitchFamily="2" charset="-122"/>
              </a:rPr>
              <a:t>. </a:t>
            </a:r>
            <a:r>
              <a:rPr lang="zh-CN" altLang="zh-CN" sz="2800" dirty="0">
                <a:latin typeface="华文新魏" panose="02010800040101010101" pitchFamily="2" charset="-122"/>
                <a:ea typeface="华文新魏" panose="02010800040101010101" pitchFamily="2" charset="-122"/>
              </a:rPr>
              <a:t>错</a:t>
            </a:r>
            <a:endParaRPr lang="zh-CN" altLang="zh-CN" sz="2800" i="1" dirty="0">
              <a:latin typeface="华文新魏" panose="02010800040101010101" pitchFamily="2" charset="-122"/>
              <a:ea typeface="华文新魏" panose="02010800040101010101" pitchFamily="2" charset="-122"/>
            </a:endParaRPr>
          </a:p>
        </p:txBody>
      </p:sp>
      <p:sp>
        <p:nvSpPr>
          <p:cNvPr id="12" name="矩形 11"/>
          <p:cNvSpPr/>
          <p:nvPr/>
        </p:nvSpPr>
        <p:spPr>
          <a:xfrm>
            <a:off x="307631" y="4995271"/>
            <a:ext cx="7992888" cy="1384995"/>
          </a:xfrm>
          <a:prstGeom prst="rect">
            <a:avLst/>
          </a:prstGeom>
        </p:spPr>
        <p:txBody>
          <a:bodyPr wrap="square">
            <a:spAutoFit/>
          </a:bodyPr>
          <a:lstStyle/>
          <a:p>
            <a:pPr>
              <a:lnSpc>
                <a:spcPct val="150000"/>
              </a:lnSpc>
            </a:pPr>
            <a:r>
              <a:rPr lang="zh-CN" altLang="zh-CN" sz="2800" dirty="0" smtClean="0">
                <a:latin typeface="华文新魏" panose="02010800040101010101" pitchFamily="2" charset="-122"/>
                <a:ea typeface="华文新魏" panose="02010800040101010101" pitchFamily="2" charset="-122"/>
              </a:rPr>
              <a:t>用</a:t>
            </a:r>
            <a:r>
              <a:rPr lang="zh-CN" altLang="zh-CN" sz="2800" dirty="0">
                <a:latin typeface="华文新魏" panose="02010800040101010101" pitchFamily="2" charset="-122"/>
                <a:ea typeface="华文新魏" panose="02010800040101010101" pitchFamily="2" charset="-122"/>
              </a:rPr>
              <a:t>机器语言编写的程序可以由计算机直接执行。</a:t>
            </a:r>
          </a:p>
          <a:p>
            <a:pPr>
              <a:lnSpc>
                <a:spcPct val="150000"/>
              </a:lnSpc>
            </a:pPr>
            <a:r>
              <a:rPr lang="en-US" altLang="zh-CN" sz="2800" dirty="0" smtClean="0">
                <a:latin typeface="华文新魏" panose="02010800040101010101" pitchFamily="2" charset="-122"/>
                <a:ea typeface="华文新魏" panose="02010800040101010101" pitchFamily="2" charset="-122"/>
              </a:rPr>
              <a:t>                   A</a:t>
            </a:r>
            <a:r>
              <a:rPr lang="en-US" altLang="zh-CN" sz="2800" dirty="0">
                <a:latin typeface="华文新魏" panose="02010800040101010101" pitchFamily="2" charset="-122"/>
                <a:ea typeface="华文新魏" panose="02010800040101010101" pitchFamily="2" charset="-122"/>
              </a:rPr>
              <a:t>. </a:t>
            </a:r>
            <a:r>
              <a:rPr lang="zh-CN" altLang="zh-CN" sz="2800" dirty="0">
                <a:latin typeface="华文新魏" panose="02010800040101010101" pitchFamily="2" charset="-122"/>
                <a:ea typeface="华文新魏" panose="02010800040101010101" pitchFamily="2" charset="-122"/>
              </a:rPr>
              <a:t>对</a:t>
            </a:r>
            <a:r>
              <a:rPr lang="en-US" altLang="zh-CN" sz="2800" dirty="0">
                <a:latin typeface="华文新魏" panose="02010800040101010101" pitchFamily="2" charset="-122"/>
                <a:ea typeface="华文新魏" panose="02010800040101010101" pitchFamily="2" charset="-122"/>
              </a:rPr>
              <a:t>   </a:t>
            </a:r>
            <a:r>
              <a:rPr lang="en-US" altLang="zh-CN" sz="2800" dirty="0" smtClean="0">
                <a:latin typeface="华文新魏" panose="02010800040101010101" pitchFamily="2" charset="-122"/>
                <a:ea typeface="华文新魏" panose="02010800040101010101" pitchFamily="2" charset="-122"/>
              </a:rPr>
              <a:t>            B</a:t>
            </a:r>
            <a:r>
              <a:rPr lang="en-US" altLang="zh-CN" sz="2800" dirty="0">
                <a:latin typeface="华文新魏" panose="02010800040101010101" pitchFamily="2" charset="-122"/>
                <a:ea typeface="华文新魏" panose="02010800040101010101" pitchFamily="2" charset="-122"/>
              </a:rPr>
              <a:t>. </a:t>
            </a:r>
            <a:r>
              <a:rPr lang="zh-CN" altLang="zh-CN" sz="2800" dirty="0" smtClean="0">
                <a:latin typeface="华文新魏" panose="02010800040101010101" pitchFamily="2" charset="-122"/>
                <a:ea typeface="华文新魏" panose="02010800040101010101" pitchFamily="2" charset="-122"/>
              </a:rPr>
              <a:t>错</a:t>
            </a:r>
            <a:endParaRPr lang="zh-CN" altLang="zh-CN" sz="2800" dirty="0">
              <a:latin typeface="华文新魏" panose="02010800040101010101" pitchFamily="2" charset="-122"/>
              <a:ea typeface="华文新魏" panose="02010800040101010101" pitchFamily="2" charset="-122"/>
            </a:endParaRPr>
          </a:p>
        </p:txBody>
      </p:sp>
      <p:sp>
        <p:nvSpPr>
          <p:cNvPr id="15" name="椭圆 14"/>
          <p:cNvSpPr/>
          <p:nvPr/>
        </p:nvSpPr>
        <p:spPr bwMode="auto">
          <a:xfrm>
            <a:off x="630008" y="1811316"/>
            <a:ext cx="540000" cy="540000"/>
          </a:xfrm>
          <a:prstGeom prst="ellipse">
            <a:avLst/>
          </a:prstGeom>
          <a:solidFill>
            <a:srgbClr val="FF3300">
              <a:alpha val="0"/>
            </a:srgbClr>
          </a:solidFill>
          <a:ln w="76200" cap="sq" cmpd="sng" algn="ctr">
            <a:solidFill>
              <a:srgbClr val="FF66FF"/>
            </a:solidFill>
            <a:prstDash val="solid"/>
            <a:round/>
            <a:headEnd type="none" w="med" len="med"/>
            <a:tailEnd type="none" w="med" len="med"/>
          </a:ln>
          <a:effectLst>
            <a:glow rad="63500">
              <a:schemeClr val="accent2">
                <a:satMod val="175000"/>
                <a:alpha val="40000"/>
              </a:schemeClr>
            </a:glow>
          </a:effectLst>
        </p:spPr>
        <p:txBody>
          <a:bodyPr vert="horz" wrap="square" lIns="91440" tIns="45720" rIns="91440" bIns="45720" numCol="1" rtlCol="0" anchor="t" anchorCtr="0" compatLnSpc="1">
            <a:prstTxWarp prst="textNoShape">
              <a:avLst/>
            </a:prstTxWarp>
            <a:spAutoFit/>
          </a:bodyPr>
          <a:lstStyle/>
          <a:p>
            <a:pPr marL="0" marR="0" indent="0" algn="l" defTabSz="914400" rtl="0" eaLnBrk="1" fontAlgn="base" latinLnBrk="0" hangingPunct="1">
              <a:lnSpc>
                <a:spcPct val="120000"/>
              </a:lnSpc>
              <a:spcBef>
                <a:spcPct val="0"/>
              </a:spcBef>
              <a:spcAft>
                <a:spcPct val="0"/>
              </a:spcAft>
              <a:buClrTx/>
              <a:buSzTx/>
              <a:buFontTx/>
              <a:buNone/>
              <a:tabLst/>
            </a:pPr>
            <a:endParaRPr kumimoji="0" lang="zh-CN" altLang="en-US" sz="2800" b="1" i="0" u="none" strike="noStrike" cap="none" normalizeH="0" baseline="0" smtClean="0">
              <a:ln>
                <a:noFill/>
              </a:ln>
              <a:solidFill>
                <a:schemeClr val="tx1"/>
              </a:solidFill>
              <a:effectLst/>
              <a:latin typeface="华文新魏" panose="02010800040101010101" pitchFamily="2" charset="-122"/>
              <a:ea typeface="华文新魏" panose="02010800040101010101" pitchFamily="2" charset="-122"/>
            </a:endParaRPr>
          </a:p>
        </p:txBody>
      </p:sp>
      <p:sp>
        <p:nvSpPr>
          <p:cNvPr id="16" name="椭圆 15"/>
          <p:cNvSpPr/>
          <p:nvPr/>
        </p:nvSpPr>
        <p:spPr bwMode="auto">
          <a:xfrm>
            <a:off x="1883821" y="4293983"/>
            <a:ext cx="540000" cy="540000"/>
          </a:xfrm>
          <a:prstGeom prst="ellipse">
            <a:avLst/>
          </a:prstGeom>
          <a:solidFill>
            <a:srgbClr val="FF3300">
              <a:alpha val="0"/>
            </a:srgbClr>
          </a:solidFill>
          <a:ln w="76200" cap="sq" cmpd="sng" algn="ctr">
            <a:solidFill>
              <a:srgbClr val="FF66FF"/>
            </a:solidFill>
            <a:prstDash val="solid"/>
            <a:round/>
            <a:headEnd type="none" w="med" len="med"/>
            <a:tailEnd type="none" w="med" len="med"/>
          </a:ln>
          <a:effectLst>
            <a:glow rad="63500">
              <a:schemeClr val="accent2">
                <a:satMod val="175000"/>
                <a:alpha val="40000"/>
              </a:schemeClr>
            </a:glow>
          </a:effectLst>
        </p:spPr>
        <p:txBody>
          <a:bodyPr vert="horz" wrap="square" lIns="91440" tIns="45720" rIns="91440" bIns="45720" numCol="1" rtlCol="0" anchor="t" anchorCtr="0" compatLnSpc="1">
            <a:prstTxWarp prst="textNoShape">
              <a:avLst/>
            </a:prstTxWarp>
            <a:spAutoFit/>
          </a:bodyPr>
          <a:lstStyle/>
          <a:p>
            <a:pPr marL="0" marR="0" indent="0" algn="l" defTabSz="914400" rtl="0" eaLnBrk="1" fontAlgn="base" latinLnBrk="0" hangingPunct="1">
              <a:lnSpc>
                <a:spcPct val="120000"/>
              </a:lnSpc>
              <a:spcBef>
                <a:spcPct val="0"/>
              </a:spcBef>
              <a:spcAft>
                <a:spcPct val="0"/>
              </a:spcAft>
              <a:buClrTx/>
              <a:buSzTx/>
              <a:buFontTx/>
              <a:buNone/>
              <a:tabLst/>
            </a:pPr>
            <a:endParaRPr kumimoji="0" lang="zh-CN" altLang="en-US" sz="2800" b="1" i="0" u="none" strike="noStrike" cap="none" normalizeH="0" baseline="0" smtClean="0">
              <a:ln>
                <a:noFill/>
              </a:ln>
              <a:solidFill>
                <a:schemeClr val="tx1"/>
              </a:solidFill>
              <a:effectLst/>
              <a:latin typeface="华文新魏" panose="02010800040101010101" pitchFamily="2" charset="-122"/>
              <a:ea typeface="华文新魏" panose="02010800040101010101" pitchFamily="2" charset="-122"/>
            </a:endParaRPr>
          </a:p>
        </p:txBody>
      </p:sp>
      <p:sp>
        <p:nvSpPr>
          <p:cNvPr id="17" name="椭圆 16"/>
          <p:cNvSpPr/>
          <p:nvPr/>
        </p:nvSpPr>
        <p:spPr bwMode="auto">
          <a:xfrm>
            <a:off x="1892169" y="5789482"/>
            <a:ext cx="540000" cy="540000"/>
          </a:xfrm>
          <a:prstGeom prst="ellipse">
            <a:avLst/>
          </a:prstGeom>
          <a:solidFill>
            <a:srgbClr val="FF3300">
              <a:alpha val="0"/>
            </a:srgbClr>
          </a:solidFill>
          <a:ln w="76200" cap="sq" cmpd="sng" algn="ctr">
            <a:solidFill>
              <a:srgbClr val="FF66FF"/>
            </a:solidFill>
            <a:prstDash val="solid"/>
            <a:round/>
            <a:headEnd type="none" w="med" len="med"/>
            <a:tailEnd type="none" w="med" len="med"/>
          </a:ln>
          <a:effectLst>
            <a:glow rad="63500">
              <a:schemeClr val="accent2">
                <a:satMod val="175000"/>
                <a:alpha val="40000"/>
              </a:schemeClr>
            </a:glow>
          </a:effectLst>
        </p:spPr>
        <p:txBody>
          <a:bodyPr vert="horz" wrap="square" lIns="91440" tIns="45720" rIns="91440" bIns="45720" numCol="1" rtlCol="0" anchor="t" anchorCtr="0" compatLnSpc="1">
            <a:prstTxWarp prst="textNoShape">
              <a:avLst/>
            </a:prstTxWarp>
            <a:spAutoFit/>
          </a:bodyPr>
          <a:lstStyle/>
          <a:p>
            <a:pPr marL="0" marR="0" indent="0" algn="l" defTabSz="914400" rtl="0" eaLnBrk="1" fontAlgn="base" latinLnBrk="0" hangingPunct="1">
              <a:lnSpc>
                <a:spcPct val="120000"/>
              </a:lnSpc>
              <a:spcBef>
                <a:spcPct val="0"/>
              </a:spcBef>
              <a:spcAft>
                <a:spcPct val="0"/>
              </a:spcAft>
              <a:buClrTx/>
              <a:buSzTx/>
              <a:buFontTx/>
              <a:buNone/>
              <a:tabLst/>
            </a:pPr>
            <a:endParaRPr kumimoji="0" lang="zh-CN" altLang="en-US" sz="2800" b="1" i="0" u="none" strike="noStrike" cap="none" normalizeH="0" baseline="0" smtClean="0">
              <a:ln>
                <a:noFill/>
              </a:ln>
              <a:solidFill>
                <a:schemeClr val="tx1"/>
              </a:solidFill>
              <a:effectLst/>
              <a:latin typeface="华文新魏" panose="02010800040101010101" pitchFamily="2" charset="-122"/>
              <a:ea typeface="华文新魏" panose="02010800040101010101" pitchFamily="2" charset="-122"/>
            </a:endParaRPr>
          </a:p>
        </p:txBody>
      </p:sp>
    </p:spTree>
    <p:extLst>
      <p:ext uri="{BB962C8B-B14F-4D97-AF65-F5344CB8AC3E}">
        <p14:creationId xmlns:p14="http://schemas.microsoft.com/office/powerpoint/2010/main" val="422082213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6" grpId="0" animBg="1"/>
      <p:bldP spid="17" grpId="0" animBg="1"/>
    </p:bldLst>
  </p:timing>
</p:sld>
</file>

<file path=ppt/slides/slide3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0962" name="Rectangle 2"/>
          <p:cNvSpPr>
            <a:spLocks noGrp="1" noChangeArrowheads="1"/>
          </p:cNvSpPr>
          <p:nvPr>
            <p:ph type="title"/>
          </p:nvPr>
        </p:nvSpPr>
        <p:spPr>
          <a:xfrm>
            <a:off x="457200" y="122238"/>
            <a:ext cx="7543800" cy="930275"/>
          </a:xfrm>
        </p:spPr>
        <p:txBody>
          <a:bodyPr/>
          <a:lstStyle/>
          <a:p>
            <a:pPr eaLnBrk="1" hangingPunct="1"/>
            <a:r>
              <a:rPr lang="en-US" altLang="zh-CN" smtClean="0">
                <a:cs typeface="Arial" charset="0"/>
              </a:rPr>
              <a:t>1.5</a:t>
            </a:r>
            <a:r>
              <a:rPr lang="zh-CN" altLang="en-US" smtClean="0"/>
              <a:t>计算机系统的层次结构</a:t>
            </a:r>
          </a:p>
        </p:txBody>
      </p:sp>
      <p:sp>
        <p:nvSpPr>
          <p:cNvPr id="40963" name="Rectangle 3"/>
          <p:cNvSpPr>
            <a:spLocks noGrp="1" noChangeArrowheads="1"/>
          </p:cNvSpPr>
          <p:nvPr>
            <p:ph type="body" idx="1"/>
          </p:nvPr>
        </p:nvSpPr>
        <p:spPr>
          <a:xfrm>
            <a:off x="457200" y="1196975"/>
            <a:ext cx="8229600" cy="4933950"/>
          </a:xfrm>
        </p:spPr>
        <p:txBody>
          <a:bodyPr/>
          <a:lstStyle/>
          <a:p>
            <a:pPr eaLnBrk="1" hangingPunct="1">
              <a:buFont typeface="Wingdings" pitchFamily="2" charset="2"/>
              <a:buNone/>
            </a:pPr>
            <a:r>
              <a:rPr lang="zh-CN" altLang="en-US" sz="2900" smtClean="0"/>
              <a:t>一、多级计算机系统</a:t>
            </a:r>
          </a:p>
          <a:p>
            <a:pPr eaLnBrk="1" hangingPunct="1">
              <a:buFont typeface="Wingdings" pitchFamily="2" charset="2"/>
              <a:buNone/>
            </a:pPr>
            <a:r>
              <a:rPr lang="zh-CN" altLang="en-US" smtClean="0"/>
              <a:t>         计算机不能简单地认为是一种电子设备，而是一个十分复杂的硬、软件结合而成的整体。它通常由五个以上不同的级组成，每一级都能进行程序设计，如图所示。</a:t>
            </a:r>
          </a:p>
        </p:txBody>
      </p:sp>
      <p:pic>
        <p:nvPicPr>
          <p:cNvPr id="40964" name="Picture 4" descr="1a7">
            <a:hlinkClick r:id="rId3" action="ppaction://hlinkfile"/>
          </p:cNvPr>
          <p:cNvPicPr>
            <a:picLocks noChangeAspect="1" noChangeArrowheads="1"/>
          </p:cNvPicPr>
          <p:nvPr/>
        </p:nvPicPr>
        <p:blipFill>
          <a:blip r:embed="rId4"/>
          <a:srcRect/>
          <a:stretch>
            <a:fillRect/>
          </a:stretch>
        </p:blipFill>
        <p:spPr bwMode="auto">
          <a:xfrm>
            <a:off x="4643438" y="3789363"/>
            <a:ext cx="2735262" cy="2560637"/>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1986" name="Rectangle 2"/>
          <p:cNvSpPr>
            <a:spLocks noGrp="1" noChangeArrowheads="1"/>
          </p:cNvSpPr>
          <p:nvPr>
            <p:ph type="title"/>
          </p:nvPr>
        </p:nvSpPr>
        <p:spPr>
          <a:xfrm>
            <a:off x="457200" y="122238"/>
            <a:ext cx="7543800" cy="714375"/>
          </a:xfrm>
        </p:spPr>
        <p:txBody>
          <a:bodyPr/>
          <a:lstStyle/>
          <a:p>
            <a:pPr eaLnBrk="1" hangingPunct="1"/>
            <a:r>
              <a:rPr lang="en-US" altLang="zh-CN" smtClean="0">
                <a:cs typeface="Arial" charset="0"/>
              </a:rPr>
              <a:t>1.5</a:t>
            </a:r>
            <a:r>
              <a:rPr lang="zh-CN" altLang="en-US" smtClean="0"/>
              <a:t>计算机系统的层次结构</a:t>
            </a:r>
          </a:p>
        </p:txBody>
      </p:sp>
      <p:sp>
        <p:nvSpPr>
          <p:cNvPr id="41987" name="Rectangle 3"/>
          <p:cNvSpPr>
            <a:spLocks noGrp="1" noChangeArrowheads="1"/>
          </p:cNvSpPr>
          <p:nvPr>
            <p:ph type="body" idx="1"/>
          </p:nvPr>
        </p:nvSpPr>
        <p:spPr>
          <a:xfrm>
            <a:off x="457200" y="914400"/>
            <a:ext cx="8229600" cy="5394325"/>
          </a:xfrm>
        </p:spPr>
        <p:txBody>
          <a:bodyPr/>
          <a:lstStyle/>
          <a:p>
            <a:pPr eaLnBrk="1" hangingPunct="1">
              <a:lnSpc>
                <a:spcPct val="80000"/>
              </a:lnSpc>
              <a:buFont typeface="Wingdings" pitchFamily="2" charset="2"/>
              <a:buNone/>
            </a:pPr>
            <a:r>
              <a:rPr lang="zh-CN" altLang="en-US" sz="2400" smtClean="0"/>
              <a:t>二、五级计算机层次系统</a:t>
            </a:r>
          </a:p>
          <a:p>
            <a:pPr eaLnBrk="1" hangingPunct="1">
              <a:lnSpc>
                <a:spcPct val="80000"/>
              </a:lnSpc>
            </a:pPr>
            <a:r>
              <a:rPr lang="zh-CN" altLang="en-US" sz="2400" smtClean="0"/>
              <a:t>第一级是微程序设计级。这是一个实在的硬件级，它由机器硬件直接执行微指令。如果某一个应用程序直接用微指令来编写，那么可在这一级上运行应用程序。</a:t>
            </a:r>
          </a:p>
          <a:p>
            <a:pPr eaLnBrk="1" hangingPunct="1">
              <a:lnSpc>
                <a:spcPct val="80000"/>
              </a:lnSpc>
            </a:pPr>
            <a:r>
              <a:rPr lang="zh-CN" altLang="en-US" sz="2400" smtClean="0"/>
              <a:t>第二级是一般机器级，也称为机器语言级，它由微程序解释机器指令系统。这一级也是硬件级。</a:t>
            </a:r>
          </a:p>
          <a:p>
            <a:pPr eaLnBrk="1" hangingPunct="1">
              <a:lnSpc>
                <a:spcPct val="80000"/>
              </a:lnSpc>
            </a:pPr>
            <a:r>
              <a:rPr lang="zh-CN" altLang="en-US" sz="2400" smtClean="0"/>
              <a:t>第三级是操作系统级，它由操作系统程序实现。这些操作系统由机器指令和广义指令组成，广义指令是操作系统定义和解释的软件指令，所以这一级也称为混合级。</a:t>
            </a:r>
          </a:p>
          <a:p>
            <a:pPr eaLnBrk="1" hangingPunct="1">
              <a:lnSpc>
                <a:spcPct val="80000"/>
              </a:lnSpc>
            </a:pPr>
            <a:r>
              <a:rPr lang="zh-CN" altLang="en-US" sz="2400" smtClean="0"/>
              <a:t>第四级是汇编语言级，它给程序人员提供一种符号形式语言，以减少程序编写的复杂性。这一级由汇编程序支持和执行。如果应用程序采用汇编语言编写时，则机器必须要有这一级的功能；如果应用程序不采用汇编语言编写，则这一级可以不要。</a:t>
            </a:r>
          </a:p>
          <a:p>
            <a:pPr eaLnBrk="1" hangingPunct="1">
              <a:lnSpc>
                <a:spcPct val="80000"/>
              </a:lnSpc>
            </a:pPr>
            <a:r>
              <a:rPr lang="zh-CN" altLang="en-US" sz="2400" smtClean="0"/>
              <a:t>第五级是高级语言级，它是面向用户的，为方便用户编写应用程序而设置的。这一级由各种高级语言编译程序支持和执行。</a:t>
            </a:r>
          </a:p>
        </p:txBody>
      </p:sp>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3010" name="Rectangle 2"/>
          <p:cNvSpPr>
            <a:spLocks noGrp="1" noChangeArrowheads="1"/>
          </p:cNvSpPr>
          <p:nvPr>
            <p:ph type="title"/>
          </p:nvPr>
        </p:nvSpPr>
        <p:spPr>
          <a:xfrm>
            <a:off x="457200" y="122238"/>
            <a:ext cx="7543800" cy="858837"/>
          </a:xfrm>
        </p:spPr>
        <p:txBody>
          <a:bodyPr/>
          <a:lstStyle/>
          <a:p>
            <a:pPr eaLnBrk="1" hangingPunct="1"/>
            <a:r>
              <a:rPr lang="en-US" altLang="zh-CN" smtClean="0">
                <a:cs typeface="Arial" charset="0"/>
              </a:rPr>
              <a:t>1.5</a:t>
            </a:r>
            <a:r>
              <a:rPr lang="zh-CN" altLang="en-US" smtClean="0"/>
              <a:t>计算机系统的层次结构</a:t>
            </a:r>
          </a:p>
        </p:txBody>
      </p:sp>
      <p:sp>
        <p:nvSpPr>
          <p:cNvPr id="43011" name="Rectangle 3"/>
          <p:cNvSpPr>
            <a:spLocks noGrp="1" noChangeArrowheads="1"/>
          </p:cNvSpPr>
          <p:nvPr>
            <p:ph type="body" idx="1"/>
          </p:nvPr>
        </p:nvSpPr>
        <p:spPr>
          <a:xfrm>
            <a:off x="468313" y="1341438"/>
            <a:ext cx="8229600" cy="4646612"/>
          </a:xfrm>
        </p:spPr>
        <p:txBody>
          <a:bodyPr/>
          <a:lstStyle/>
          <a:p>
            <a:pPr eaLnBrk="1" hangingPunct="1">
              <a:buFont typeface="Wingdings" pitchFamily="2" charset="2"/>
              <a:buNone/>
            </a:pPr>
            <a:r>
              <a:rPr lang="zh-CN" altLang="en-US" sz="2600" smtClean="0"/>
              <a:t>三、软件与硬件逻辑等价性</a:t>
            </a:r>
          </a:p>
          <a:p>
            <a:pPr eaLnBrk="1" hangingPunct="1"/>
            <a:r>
              <a:rPr lang="zh-CN" altLang="en-US" sz="2600" smtClean="0"/>
              <a:t>随着大规模集成电路技术的发展和软件硬化的趋势，计算机系统的软、硬件界限已经变得模糊了。因为任何操作可以由软件来实现，也可以由硬件来实现；任何指令的执行可以由硬件完成，也可以由软件来完成。</a:t>
            </a:r>
          </a:p>
          <a:p>
            <a:pPr eaLnBrk="1" hangingPunct="1"/>
            <a:r>
              <a:rPr lang="zh-CN" altLang="en-US" sz="2600" smtClean="0"/>
              <a:t>任何操作可以由软件来实现也可以有硬件来实现（设计计算机系统时，应考虑各个方面的因素：价格、速度、可靠性、存储容量、变更周期）</a:t>
            </a:r>
          </a:p>
          <a:p>
            <a:pPr eaLnBrk="1" hangingPunct="1"/>
            <a:r>
              <a:rPr lang="zh-CN" altLang="en-US" sz="2600" smtClean="0"/>
              <a:t>实体硬件机功能的扩大</a:t>
            </a:r>
          </a:p>
          <a:p>
            <a:pPr eaLnBrk="1" hangingPunct="1"/>
            <a:r>
              <a:rPr lang="zh-CN" altLang="en-US" sz="2600" smtClean="0"/>
              <a:t>固件的概念（功能上是软件，形态上是硬件）</a:t>
            </a:r>
          </a:p>
        </p:txBody>
      </p:sp>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300998" y="476672"/>
            <a:ext cx="2441694" cy="769441"/>
          </a:xfrm>
          <a:prstGeom prst="rect">
            <a:avLst/>
          </a:prstGeom>
        </p:spPr>
        <p:txBody>
          <a:bodyPr wrap="none">
            <a:spAutoFit/>
          </a:bodyPr>
          <a:lstStyle/>
          <a:p>
            <a:pPr lvl="0">
              <a:spcBef>
                <a:spcPts val="0"/>
              </a:spcBef>
            </a:pPr>
            <a:r>
              <a:rPr lang="zh-CN" altLang="en-US" sz="4400" dirty="0">
                <a:solidFill>
                  <a:schemeClr val="tx2">
                    <a:lumMod val="60000"/>
                    <a:lumOff val="40000"/>
                  </a:schemeClr>
                </a:solidFill>
                <a:effectLst>
                  <a:outerShdw blurRad="38100" dist="38100" dir="2700000" algn="tl">
                    <a:srgbClr val="000000">
                      <a:alpha val="43137"/>
                    </a:srgbClr>
                  </a:outerShdw>
                </a:effectLst>
                <a:latin typeface="华文新魏" panose="02010800040101010101" pitchFamily="2" charset="-122"/>
                <a:ea typeface="华文新魏" panose="02010800040101010101" pitchFamily="2" charset="-122"/>
              </a:rPr>
              <a:t>课</a:t>
            </a:r>
            <a:r>
              <a:rPr lang="zh-CN" altLang="en-US" sz="4400" dirty="0" smtClean="0">
                <a:solidFill>
                  <a:schemeClr val="tx2">
                    <a:lumMod val="60000"/>
                    <a:lumOff val="40000"/>
                  </a:schemeClr>
                </a:solidFill>
                <a:effectLst>
                  <a:outerShdw blurRad="38100" dist="38100" dir="2700000" algn="tl">
                    <a:srgbClr val="000000">
                      <a:alpha val="43137"/>
                    </a:srgbClr>
                  </a:outerShdw>
                </a:effectLst>
                <a:latin typeface="华文新魏" panose="02010800040101010101" pitchFamily="2" charset="-122"/>
                <a:ea typeface="华文新魏" panose="02010800040101010101" pitchFamily="2" charset="-122"/>
              </a:rPr>
              <a:t>内练习</a:t>
            </a:r>
            <a:endParaRPr lang="zh-CN" altLang="en-US" sz="4400" dirty="0">
              <a:solidFill>
                <a:schemeClr val="tx2">
                  <a:lumMod val="60000"/>
                  <a:lumOff val="40000"/>
                </a:schemeClr>
              </a:solidFill>
              <a:effectLst>
                <a:outerShdw blurRad="38100" dist="38100" dir="2700000" algn="tl">
                  <a:srgbClr val="000000">
                    <a:alpha val="43137"/>
                  </a:srgbClr>
                </a:outerShdw>
              </a:effectLst>
              <a:latin typeface="华文新魏" panose="02010800040101010101" pitchFamily="2" charset="-122"/>
              <a:ea typeface="华文新魏" panose="02010800040101010101" pitchFamily="2" charset="-122"/>
            </a:endParaRPr>
          </a:p>
        </p:txBody>
      </p:sp>
      <p:sp>
        <p:nvSpPr>
          <p:cNvPr id="9" name="矩形 8"/>
          <p:cNvSpPr/>
          <p:nvPr/>
        </p:nvSpPr>
        <p:spPr>
          <a:xfrm>
            <a:off x="179512" y="2276871"/>
            <a:ext cx="8754219" cy="1815882"/>
          </a:xfrm>
          <a:prstGeom prst="rect">
            <a:avLst/>
          </a:prstGeom>
        </p:spPr>
        <p:txBody>
          <a:bodyPr wrap="square">
            <a:spAutoFit/>
          </a:bodyPr>
          <a:lstStyle/>
          <a:p>
            <a:pPr>
              <a:lnSpc>
                <a:spcPct val="200000"/>
              </a:lnSpc>
            </a:pPr>
            <a:r>
              <a:rPr lang="zh-CN" altLang="zh-CN" sz="2800" dirty="0" smtClean="0">
                <a:latin typeface="华文新魏" panose="02010800040101010101" pitchFamily="2" charset="-122"/>
                <a:ea typeface="华文新魏" panose="02010800040101010101" pitchFamily="2" charset="-122"/>
              </a:rPr>
              <a:t>计算机系统</a:t>
            </a:r>
            <a:r>
              <a:rPr lang="zh-CN" altLang="zh-CN" sz="2800" dirty="0">
                <a:latin typeface="华文新魏" panose="02010800040101010101" pitchFamily="2" charset="-122"/>
                <a:ea typeface="华文新魏" panose="02010800040101010101" pitchFamily="2" charset="-122"/>
              </a:rPr>
              <a:t>中的硬件和软件在逻辑功能上可以是等价的。</a:t>
            </a:r>
          </a:p>
          <a:p>
            <a:pPr>
              <a:lnSpc>
                <a:spcPct val="200000"/>
              </a:lnSpc>
            </a:pPr>
            <a:r>
              <a:rPr lang="en-US" altLang="zh-CN" sz="2800" dirty="0" smtClean="0">
                <a:latin typeface="华文新魏" panose="02010800040101010101" pitchFamily="2" charset="-122"/>
                <a:ea typeface="华文新魏" panose="02010800040101010101" pitchFamily="2" charset="-122"/>
              </a:rPr>
              <a:t>                              A</a:t>
            </a:r>
            <a:r>
              <a:rPr lang="en-US" altLang="zh-CN" sz="2800" dirty="0">
                <a:latin typeface="华文新魏" panose="02010800040101010101" pitchFamily="2" charset="-122"/>
                <a:ea typeface="华文新魏" panose="02010800040101010101" pitchFamily="2" charset="-122"/>
              </a:rPr>
              <a:t>. </a:t>
            </a:r>
            <a:r>
              <a:rPr lang="zh-CN" altLang="zh-CN" sz="2800" dirty="0">
                <a:latin typeface="华文新魏" panose="02010800040101010101" pitchFamily="2" charset="-122"/>
                <a:ea typeface="华文新魏" panose="02010800040101010101" pitchFamily="2" charset="-122"/>
              </a:rPr>
              <a:t>对</a:t>
            </a:r>
            <a:r>
              <a:rPr lang="en-US" altLang="zh-CN" sz="2800" dirty="0">
                <a:latin typeface="华文新魏" panose="02010800040101010101" pitchFamily="2" charset="-122"/>
                <a:ea typeface="华文新魏" panose="02010800040101010101" pitchFamily="2" charset="-122"/>
              </a:rPr>
              <a:t>  </a:t>
            </a:r>
            <a:r>
              <a:rPr lang="en-US" altLang="zh-CN" sz="2800" dirty="0" smtClean="0">
                <a:latin typeface="华文新魏" panose="02010800040101010101" pitchFamily="2" charset="-122"/>
                <a:ea typeface="华文新魏" panose="02010800040101010101" pitchFamily="2" charset="-122"/>
              </a:rPr>
              <a:t>             </a:t>
            </a:r>
            <a:r>
              <a:rPr lang="en-US" altLang="zh-CN" sz="2800" dirty="0">
                <a:latin typeface="华文新魏" panose="02010800040101010101" pitchFamily="2" charset="-122"/>
                <a:ea typeface="华文新魏" panose="02010800040101010101" pitchFamily="2" charset="-122"/>
              </a:rPr>
              <a:t>B. </a:t>
            </a:r>
            <a:r>
              <a:rPr lang="zh-CN" altLang="zh-CN" sz="2800" dirty="0">
                <a:latin typeface="华文新魏" panose="02010800040101010101" pitchFamily="2" charset="-122"/>
                <a:ea typeface="华文新魏" panose="02010800040101010101" pitchFamily="2" charset="-122"/>
              </a:rPr>
              <a:t>错</a:t>
            </a:r>
          </a:p>
        </p:txBody>
      </p:sp>
      <p:sp>
        <p:nvSpPr>
          <p:cNvPr id="15" name="椭圆 14"/>
          <p:cNvSpPr/>
          <p:nvPr/>
        </p:nvSpPr>
        <p:spPr bwMode="auto">
          <a:xfrm>
            <a:off x="2725808" y="3438625"/>
            <a:ext cx="540000" cy="540000"/>
          </a:xfrm>
          <a:prstGeom prst="ellipse">
            <a:avLst/>
          </a:prstGeom>
          <a:solidFill>
            <a:srgbClr val="FF3300">
              <a:alpha val="0"/>
            </a:srgbClr>
          </a:solidFill>
          <a:ln w="76200" cap="sq" cmpd="sng" algn="ctr">
            <a:solidFill>
              <a:srgbClr val="FF66FF"/>
            </a:solidFill>
            <a:prstDash val="solid"/>
            <a:round/>
            <a:headEnd type="none" w="med" len="med"/>
            <a:tailEnd type="none" w="med" len="med"/>
          </a:ln>
          <a:effectLst>
            <a:glow rad="63500">
              <a:schemeClr val="accent2">
                <a:satMod val="175000"/>
                <a:alpha val="40000"/>
              </a:schemeClr>
            </a:glow>
          </a:effectLst>
        </p:spPr>
        <p:txBody>
          <a:bodyPr vert="horz" wrap="square" lIns="91440" tIns="45720" rIns="91440" bIns="45720" numCol="1" rtlCol="0" anchor="t" anchorCtr="0" compatLnSpc="1">
            <a:prstTxWarp prst="textNoShape">
              <a:avLst/>
            </a:prstTxWarp>
            <a:spAutoFit/>
          </a:bodyPr>
          <a:lstStyle/>
          <a:p>
            <a:pPr marL="0" marR="0" indent="0" algn="l" defTabSz="914400" rtl="0" eaLnBrk="1" fontAlgn="base" latinLnBrk="0" hangingPunct="1">
              <a:lnSpc>
                <a:spcPct val="120000"/>
              </a:lnSpc>
              <a:spcBef>
                <a:spcPct val="0"/>
              </a:spcBef>
              <a:spcAft>
                <a:spcPct val="0"/>
              </a:spcAft>
              <a:buClrTx/>
              <a:buSzTx/>
              <a:buFontTx/>
              <a:buNone/>
              <a:tabLst/>
            </a:pPr>
            <a:endParaRPr kumimoji="0" lang="zh-CN" altLang="en-US" sz="2800" b="1" i="0" u="none" strike="noStrike" cap="none" normalizeH="0" baseline="0" smtClean="0">
              <a:ln>
                <a:noFill/>
              </a:ln>
              <a:solidFill>
                <a:schemeClr val="tx1"/>
              </a:solidFill>
              <a:effectLst/>
              <a:latin typeface="华文新魏" panose="02010800040101010101" pitchFamily="2" charset="-122"/>
              <a:ea typeface="华文新魏" panose="02010800040101010101" pitchFamily="2" charset="-122"/>
            </a:endParaRPr>
          </a:p>
        </p:txBody>
      </p:sp>
    </p:spTree>
    <p:extLst>
      <p:ext uri="{BB962C8B-B14F-4D97-AF65-F5344CB8AC3E}">
        <p14:creationId xmlns:p14="http://schemas.microsoft.com/office/powerpoint/2010/main" val="193322270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Lst>
  </p:timing>
</p:sld>
</file>

<file path=ppt/slides/slide3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4034" name="Rectangle 2"/>
          <p:cNvSpPr>
            <a:spLocks noGrp="1" noChangeArrowheads="1"/>
          </p:cNvSpPr>
          <p:nvPr>
            <p:ph type="title"/>
          </p:nvPr>
        </p:nvSpPr>
        <p:spPr>
          <a:xfrm>
            <a:off x="457200" y="152400"/>
            <a:ext cx="7543800" cy="609600"/>
          </a:xfrm>
        </p:spPr>
        <p:txBody>
          <a:bodyPr/>
          <a:lstStyle/>
          <a:p>
            <a:pPr eaLnBrk="1" hangingPunct="1"/>
            <a:r>
              <a:rPr lang="zh-CN" altLang="en-US" smtClean="0"/>
              <a:t>第一章小结</a:t>
            </a:r>
          </a:p>
        </p:txBody>
      </p:sp>
      <p:pic>
        <p:nvPicPr>
          <p:cNvPr id="44035" name="Picture 8" descr="G:\第一章\image\jg.jpg"/>
          <p:cNvPicPr>
            <a:picLocks noChangeAspect="1" noChangeArrowheads="1"/>
          </p:cNvPicPr>
          <p:nvPr/>
        </p:nvPicPr>
        <p:blipFill>
          <a:blip r:embed="rId2"/>
          <a:srcRect/>
          <a:stretch>
            <a:fillRect/>
          </a:stretch>
        </p:blipFill>
        <p:spPr bwMode="auto">
          <a:xfrm>
            <a:off x="381000" y="762000"/>
            <a:ext cx="8382000" cy="59436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7"/>
          <p:cNvSpPr>
            <a:spLocks noChangeArrowheads="1"/>
          </p:cNvSpPr>
          <p:nvPr/>
        </p:nvSpPr>
        <p:spPr bwMode="auto">
          <a:xfrm>
            <a:off x="539552" y="1916832"/>
            <a:ext cx="8280920" cy="2062103"/>
          </a:xfrm>
          <a:prstGeom prst="rect">
            <a:avLst/>
          </a:prstGeom>
          <a:solidFill>
            <a:srgbClr val="CCFFFF"/>
          </a:solidFill>
          <a:ln w="9525">
            <a:noFill/>
            <a:miter lim="800000"/>
            <a:headEnd/>
            <a:tailEnd/>
          </a:ln>
        </p:spPr>
        <p:txBody>
          <a:bodyPr wrap="square">
            <a:spAutoFit/>
          </a:bodyPr>
          <a:lstStyle/>
          <a:p>
            <a:pPr>
              <a:spcBef>
                <a:spcPct val="50000"/>
              </a:spcBef>
            </a:pPr>
            <a:r>
              <a:rPr lang="zh-CN" altLang="en-US" sz="3200" dirty="0" smtClean="0">
                <a:latin typeface="微软雅黑" pitchFamily="34" charset="-122"/>
                <a:ea typeface="微软雅黑" pitchFamily="34" charset="-122"/>
              </a:rPr>
              <a:t>作业</a:t>
            </a:r>
            <a:r>
              <a:rPr lang="en-US" altLang="zh-CN" sz="3200" smtClean="0">
                <a:latin typeface="微软雅黑" pitchFamily="34" charset="-122"/>
                <a:ea typeface="微软雅黑" pitchFamily="34" charset="-122"/>
              </a:rPr>
              <a:t>1</a:t>
            </a:r>
            <a:endParaRPr lang="en-US" altLang="zh-CN" sz="3200" dirty="0">
              <a:latin typeface="微软雅黑" pitchFamily="34" charset="-122"/>
              <a:ea typeface="微软雅黑" pitchFamily="34" charset="-122"/>
            </a:endParaRPr>
          </a:p>
          <a:p>
            <a:pPr>
              <a:spcBef>
                <a:spcPct val="50000"/>
              </a:spcBef>
            </a:pPr>
            <a:r>
              <a:rPr lang="en-US" altLang="zh-CN" sz="3200" dirty="0">
                <a:latin typeface="微软雅黑" pitchFamily="34" charset="-122"/>
                <a:ea typeface="微软雅黑" pitchFamily="34" charset="-122"/>
              </a:rPr>
              <a:t> 1</a:t>
            </a:r>
            <a:r>
              <a:rPr lang="zh-CN" altLang="en-US" sz="3200" dirty="0">
                <a:latin typeface="微软雅黑" pitchFamily="34" charset="-122"/>
                <a:ea typeface="微软雅黑" pitchFamily="34" charset="-122"/>
              </a:rPr>
              <a:t>、简述计算机系统。</a:t>
            </a:r>
            <a:endParaRPr lang="en-US" altLang="zh-CN" sz="3200" dirty="0">
              <a:latin typeface="微软雅黑" pitchFamily="34" charset="-122"/>
              <a:ea typeface="微软雅黑" pitchFamily="34" charset="-122"/>
            </a:endParaRPr>
          </a:p>
          <a:p>
            <a:pPr>
              <a:spcBef>
                <a:spcPct val="50000"/>
              </a:spcBef>
            </a:pPr>
            <a:r>
              <a:rPr lang="en-US" altLang="zh-CN" sz="3200" dirty="0">
                <a:latin typeface="微软雅黑" pitchFamily="34" charset="-122"/>
                <a:ea typeface="微软雅黑" pitchFamily="34" charset="-122"/>
              </a:rPr>
              <a:t> 2</a:t>
            </a:r>
            <a:r>
              <a:rPr lang="zh-CN" altLang="en-US" sz="3200" dirty="0">
                <a:latin typeface="微软雅黑" pitchFamily="34" charset="-122"/>
                <a:ea typeface="微软雅黑" pitchFamily="34" charset="-122"/>
              </a:rPr>
              <a:t>、冯</a:t>
            </a:r>
            <a:r>
              <a:rPr lang="en-US" altLang="zh-CN" sz="3200" dirty="0">
                <a:latin typeface="微软雅黑" pitchFamily="34" charset="-122"/>
                <a:ea typeface="微软雅黑" pitchFamily="34" charset="-122"/>
              </a:rPr>
              <a:t>·</a:t>
            </a:r>
            <a:r>
              <a:rPr lang="zh-CN" altLang="en-US" sz="3200" dirty="0">
                <a:latin typeface="微软雅黑" pitchFamily="34" charset="-122"/>
                <a:ea typeface="微软雅黑" pitchFamily="34" charset="-122"/>
              </a:rPr>
              <a:t>诺依曼型计算机设计思想、主要特点。</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dissolve">
                                      <p:cBhvr>
                                        <p:cTn id="7" dur="500"/>
                                        <p:tgtEl>
                                          <p:spTgt spid="4"/>
                                        </p:tgtEl>
                                      </p:cBhvr>
                                    </p:animEffect>
                                  </p:childTnLst>
                                  <p:subTnLst>
                                    <p:set>
                                      <p:cBhvr override="childStyle">
                                        <p:cTn dur="1" fill="hold" display="0" masterRel="nextClick" afterEffect="1"/>
                                        <p:tgtEl>
                                          <p:spTgt spid="4"/>
                                        </p:tgtEl>
                                        <p:attrNameLst>
                                          <p:attrName>style.visibility</p:attrName>
                                        </p:attrNameLst>
                                      </p:cBhvr>
                                      <p:to>
                                        <p:strVal val="hidden"/>
                                      </p:to>
                                    </p:set>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autoUpdateAnimBg="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p:cNvSpPr>
            <a:spLocks noChangeArrowheads="1"/>
          </p:cNvSpPr>
          <p:nvPr/>
        </p:nvSpPr>
        <p:spPr bwMode="auto">
          <a:xfrm>
            <a:off x="201613" y="415925"/>
            <a:ext cx="8763000" cy="5892800"/>
          </a:xfrm>
          <a:prstGeom prst="rect">
            <a:avLst/>
          </a:prstGeom>
          <a:solidFill>
            <a:srgbClr val="CCFFFF"/>
          </a:solidFill>
          <a:ln w="9525">
            <a:noFill/>
            <a:miter lim="800000"/>
            <a:headEnd/>
            <a:tailEnd/>
          </a:ln>
        </p:spPr>
        <p:txBody>
          <a:bodyPr>
            <a:spAutoFit/>
          </a:bodyPr>
          <a:lstStyle/>
          <a:p>
            <a:pPr>
              <a:spcBef>
                <a:spcPct val="50000"/>
              </a:spcBef>
            </a:pPr>
            <a:r>
              <a:rPr lang="en-US" altLang="zh-CN" sz="2600">
                <a:latin typeface="宋体" pitchFamily="2" charset="-122"/>
              </a:rPr>
              <a:t>1</a:t>
            </a:r>
            <a:r>
              <a:rPr lang="zh-CN" altLang="en-US" sz="2600">
                <a:latin typeface="宋体" pitchFamily="2" charset="-122"/>
              </a:rPr>
              <a:t>、简述计算机系统</a:t>
            </a:r>
          </a:p>
          <a:p>
            <a:pPr eaLnBrk="0" hangingPunct="0">
              <a:spcBef>
                <a:spcPct val="50000"/>
              </a:spcBef>
            </a:pPr>
            <a:r>
              <a:rPr lang="zh-CN" altLang="en-US" sz="2600">
                <a:latin typeface="宋体" pitchFamily="2" charset="-122"/>
              </a:rPr>
              <a:t>    计算机系统是由硬件、软件组成的多级层次结构。</a:t>
            </a:r>
          </a:p>
          <a:p>
            <a:pPr eaLnBrk="0" hangingPunct="0">
              <a:spcBef>
                <a:spcPct val="50000"/>
              </a:spcBef>
            </a:pPr>
            <a:r>
              <a:rPr lang="zh-CN" altLang="en-US" sz="2600">
                <a:latin typeface="宋体" pitchFamily="2" charset="-122"/>
              </a:rPr>
              <a:t>    计算机硬件是由有形的电子器件等构成的，它包括运算器、存储器、控制器、适配器、输入输出设备。传统上将运算器和控制器称为ＣＰＵ，而将ＣＰＵ和存储器称为主机。</a:t>
            </a:r>
          </a:p>
          <a:p>
            <a:pPr eaLnBrk="0" hangingPunct="0">
              <a:spcBef>
                <a:spcPct val="50000"/>
              </a:spcBef>
            </a:pPr>
            <a:r>
              <a:rPr lang="zh-CN" altLang="en-US" sz="2600">
                <a:latin typeface="宋体" pitchFamily="2" charset="-122"/>
              </a:rPr>
              <a:t>    计算机软件是计算机系统结构的重要组成部分，也是计算机不同于一般电子设备的本质所在。计算机软件一般分为系统程序和应用程序两大类。系统程序用来简化程序设计，简化使用方法，提高计算机的使用效率，发挥和扩大计算机的功能和用途，它包括：</a:t>
            </a:r>
            <a:r>
              <a:rPr lang="en-US" altLang="zh-CN" sz="2600">
                <a:latin typeface="宋体" pitchFamily="2" charset="-122"/>
              </a:rPr>
              <a:t>(1)</a:t>
            </a:r>
            <a:r>
              <a:rPr lang="zh-CN" altLang="en-US" sz="2600">
                <a:latin typeface="宋体" pitchFamily="2" charset="-122"/>
              </a:rPr>
              <a:t>各种服务程序，</a:t>
            </a:r>
            <a:r>
              <a:rPr lang="en-US" altLang="zh-CN" sz="2600">
                <a:latin typeface="宋体" pitchFamily="2" charset="-122"/>
              </a:rPr>
              <a:t>(2)</a:t>
            </a:r>
            <a:r>
              <a:rPr lang="zh-CN" altLang="en-US" sz="2600">
                <a:latin typeface="宋体" pitchFamily="2" charset="-122"/>
              </a:rPr>
              <a:t>语言类程序，</a:t>
            </a:r>
            <a:r>
              <a:rPr lang="en-US" altLang="zh-CN" sz="2600">
                <a:latin typeface="宋体" pitchFamily="2" charset="-122"/>
              </a:rPr>
              <a:t>(3)</a:t>
            </a:r>
            <a:r>
              <a:rPr lang="zh-CN" altLang="en-US" sz="2600">
                <a:latin typeface="宋体" pitchFamily="2" charset="-122"/>
              </a:rPr>
              <a:t>操作系统，</a:t>
            </a:r>
            <a:r>
              <a:rPr lang="en-US" altLang="zh-CN" sz="2600">
                <a:latin typeface="宋体" pitchFamily="2" charset="-122"/>
              </a:rPr>
              <a:t>(4)</a:t>
            </a:r>
            <a:r>
              <a:rPr lang="zh-CN" altLang="en-US" sz="2600">
                <a:latin typeface="宋体" pitchFamily="2" charset="-122"/>
              </a:rPr>
              <a:t>数据库管理系统。应用程序是针对某一应用课题领域开发的软件。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dissolve">
                                      <p:cBhvr>
                                        <p:cTn id="7" dur="500"/>
                                        <p:tgtEl>
                                          <p:spTgt spid="5"/>
                                        </p:tgtEl>
                                      </p:cBhvr>
                                    </p:animEffect>
                                  </p:childTnLst>
                                  <p:subTnLst>
                                    <p:set>
                                      <p:cBhvr override="childStyle">
                                        <p:cTn dur="1" fill="hold" display="0" masterRel="nextClick" afterEffect="1"/>
                                        <p:tgtEl>
                                          <p:spTgt spid="5"/>
                                        </p:tgtEl>
                                        <p:attrNameLst>
                                          <p:attrName>style.visibility</p:attrName>
                                        </p:attrNameLst>
                                      </p:cBhvr>
                                      <p:to>
                                        <p:strVal val="hidden"/>
                                      </p:to>
                                    </p:set>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autoUpdateAnimBg="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6" name="Rectangle 8"/>
          <p:cNvSpPr>
            <a:spLocks noChangeArrowheads="1"/>
          </p:cNvSpPr>
          <p:nvPr/>
        </p:nvSpPr>
        <p:spPr bwMode="auto">
          <a:xfrm>
            <a:off x="179512" y="1268760"/>
            <a:ext cx="8839200" cy="4060825"/>
          </a:xfrm>
          <a:prstGeom prst="rect">
            <a:avLst/>
          </a:prstGeom>
          <a:solidFill>
            <a:srgbClr val="CCFFFF"/>
          </a:solidFill>
          <a:ln w="9525">
            <a:noFill/>
            <a:miter lim="800000"/>
            <a:headEnd/>
            <a:tailEnd/>
          </a:ln>
        </p:spPr>
        <p:txBody>
          <a:bodyPr>
            <a:spAutoFit/>
          </a:bodyPr>
          <a:lstStyle/>
          <a:p>
            <a:pPr eaLnBrk="0" hangingPunct="0">
              <a:spcBef>
                <a:spcPct val="50000"/>
              </a:spcBef>
            </a:pPr>
            <a:r>
              <a:rPr lang="en-US" altLang="zh-CN" sz="2600" dirty="0">
                <a:latin typeface="宋体" pitchFamily="2" charset="-122"/>
              </a:rPr>
              <a:t>2</a:t>
            </a:r>
            <a:r>
              <a:rPr lang="zh-CN" altLang="en-US" sz="2600" dirty="0">
                <a:latin typeface="宋体" pitchFamily="2" charset="-122"/>
              </a:rPr>
              <a:t>、冯</a:t>
            </a:r>
            <a:r>
              <a:rPr lang="en-US" altLang="zh-CN" sz="2600" dirty="0"/>
              <a:t>·</a:t>
            </a:r>
            <a:r>
              <a:rPr lang="zh-CN" altLang="en-US" sz="2600" dirty="0">
                <a:latin typeface="宋体" pitchFamily="2" charset="-122"/>
              </a:rPr>
              <a:t>诺依曼型计算机设计思想、主要特点。</a:t>
            </a:r>
          </a:p>
          <a:p>
            <a:pPr eaLnBrk="0" hangingPunct="0">
              <a:spcBef>
                <a:spcPct val="50000"/>
              </a:spcBef>
            </a:pPr>
            <a:r>
              <a:rPr lang="zh-CN" altLang="en-US" sz="2600" dirty="0">
                <a:latin typeface="宋体" pitchFamily="2" charset="-122"/>
              </a:rPr>
              <a:t>    计算机由运算器、控制器、存储器、输入和输出设备五部分</a:t>
            </a:r>
            <a:r>
              <a:rPr lang="zh-CN" altLang="en-US" sz="2600" dirty="0" smtClean="0">
                <a:latin typeface="宋体" pitchFamily="2" charset="-122"/>
              </a:rPr>
              <a:t>组成；</a:t>
            </a:r>
            <a:endParaRPr lang="zh-CN" altLang="en-US" sz="2600" dirty="0">
              <a:latin typeface="宋体" pitchFamily="2" charset="-122"/>
            </a:endParaRPr>
          </a:p>
          <a:p>
            <a:pPr eaLnBrk="0" hangingPunct="0">
              <a:spcBef>
                <a:spcPct val="50000"/>
              </a:spcBef>
            </a:pPr>
            <a:r>
              <a:rPr lang="zh-CN" altLang="en-US" sz="2600" dirty="0">
                <a:latin typeface="宋体" pitchFamily="2" charset="-122"/>
              </a:rPr>
              <a:t>    数据以二进制码</a:t>
            </a:r>
            <a:r>
              <a:rPr lang="zh-CN" altLang="en-US" sz="2600" dirty="0" smtClean="0">
                <a:latin typeface="宋体" pitchFamily="2" charset="-122"/>
              </a:rPr>
              <a:t>表示；</a:t>
            </a:r>
            <a:endParaRPr lang="zh-CN" altLang="en-US" sz="2600" dirty="0">
              <a:latin typeface="宋体" pitchFamily="2" charset="-122"/>
            </a:endParaRPr>
          </a:p>
          <a:p>
            <a:pPr eaLnBrk="0" hangingPunct="0">
              <a:spcBef>
                <a:spcPct val="50000"/>
              </a:spcBef>
            </a:pPr>
            <a:r>
              <a:rPr lang="zh-CN" altLang="en-US" sz="2600" dirty="0">
                <a:latin typeface="宋体" pitchFamily="2" charset="-122"/>
              </a:rPr>
              <a:t>    采用存储程序的方式，程序和数据放在同一个存储器中并按地址顺序</a:t>
            </a:r>
            <a:r>
              <a:rPr lang="zh-CN" altLang="en-US" sz="2600" dirty="0" smtClean="0">
                <a:latin typeface="宋体" pitchFamily="2" charset="-122"/>
              </a:rPr>
              <a:t>执行；</a:t>
            </a:r>
            <a:endParaRPr lang="zh-CN" altLang="en-US" sz="2600" dirty="0">
              <a:latin typeface="宋体" pitchFamily="2" charset="-122"/>
            </a:endParaRPr>
          </a:p>
          <a:p>
            <a:pPr eaLnBrk="0" hangingPunct="0">
              <a:spcBef>
                <a:spcPct val="50000"/>
              </a:spcBef>
            </a:pPr>
            <a:r>
              <a:rPr lang="zh-CN" altLang="en-US" sz="2600" dirty="0">
                <a:latin typeface="宋体" pitchFamily="2" charset="-122"/>
              </a:rPr>
              <a:t>    机器以运算器为中心，输入输出设备与存储器间的数据传送都通过运算器。</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2056"/>
                                        </p:tgtEl>
                                        <p:attrNameLst>
                                          <p:attrName>style.visibility</p:attrName>
                                        </p:attrNameLst>
                                      </p:cBhvr>
                                      <p:to>
                                        <p:strVal val="visible"/>
                                      </p:to>
                                    </p:set>
                                    <p:animEffect transition="in" filter="dissolve">
                                      <p:cBhvr>
                                        <p:cTn id="7" dur="500"/>
                                        <p:tgtEl>
                                          <p:spTgt spid="205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56" grpId="0" animBg="1" autoUpdateAnimBg="0"/>
    </p:bldLst>
  </p:timing>
</p:sld>
</file>

<file path=ppt/theme/theme1.xml><?xml version="1.0" encoding="utf-8"?>
<a:theme xmlns:a="http://schemas.openxmlformats.org/drawingml/2006/main" name="chp1">
  <a:themeElements>
    <a:clrScheme name="Network 10">
      <a:dk1>
        <a:srgbClr val="000000"/>
      </a:dk1>
      <a:lt1>
        <a:srgbClr val="FFFFFF"/>
      </a:lt1>
      <a:dk2>
        <a:srgbClr val="330066"/>
      </a:dk2>
      <a:lt2>
        <a:srgbClr val="808080"/>
      </a:lt2>
      <a:accent1>
        <a:srgbClr val="CCCC00"/>
      </a:accent1>
      <a:accent2>
        <a:srgbClr val="669999"/>
      </a:accent2>
      <a:accent3>
        <a:srgbClr val="FFFFFF"/>
      </a:accent3>
      <a:accent4>
        <a:srgbClr val="000000"/>
      </a:accent4>
      <a:accent5>
        <a:srgbClr val="E2E2AA"/>
      </a:accent5>
      <a:accent6>
        <a:srgbClr val="5C8A8A"/>
      </a:accent6>
      <a:hlink>
        <a:srgbClr val="7E9CE8"/>
      </a:hlink>
      <a:folHlink>
        <a:srgbClr val="D8D8EC"/>
      </a:folHlink>
    </a:clrScheme>
    <a:fontScheme name="Network">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zh-CN" altLang="en-US" sz="1800" b="0" i="0" u="none" strike="noStrike" cap="none" normalizeH="0" baseline="0" smtClean="0">
            <a:ln>
              <a:noFill/>
            </a:ln>
            <a:solidFill>
              <a:schemeClr val="tx1"/>
            </a:solidFill>
            <a:effectLst/>
            <a:latin typeface="Arial" charset="0"/>
            <a:ea typeface="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zh-CN" altLang="en-US" sz="1800" b="0" i="0" u="none" strike="noStrike" cap="none" normalizeH="0" baseline="0" smtClean="0">
            <a:ln>
              <a:noFill/>
            </a:ln>
            <a:solidFill>
              <a:schemeClr val="tx1"/>
            </a:solidFill>
            <a:effectLst/>
            <a:latin typeface="Arial" charset="0"/>
            <a:ea typeface="宋体" pitchFamily="2" charset="-122"/>
          </a:defRPr>
        </a:defPPr>
      </a:lstStyle>
    </a:lnDef>
  </a:objectDefaults>
  <a:extraClrSchemeLst>
    <a:extraClrScheme>
      <a:clrScheme name="Network 1">
        <a:dk1>
          <a:srgbClr val="4F747B"/>
        </a:dk1>
        <a:lt1>
          <a:srgbClr val="FFFFFF"/>
        </a:lt1>
        <a:dk2>
          <a:srgbClr val="000000"/>
        </a:dk2>
        <a:lt2>
          <a:srgbClr val="C0C0C0"/>
        </a:lt2>
        <a:accent1>
          <a:srgbClr val="859868"/>
        </a:accent1>
        <a:accent2>
          <a:srgbClr val="5F5F5F"/>
        </a:accent2>
        <a:accent3>
          <a:srgbClr val="AAAAAA"/>
        </a:accent3>
        <a:accent4>
          <a:srgbClr val="DADADA"/>
        </a:accent4>
        <a:accent5>
          <a:srgbClr val="C2CAB9"/>
        </a:accent5>
        <a:accent6>
          <a:srgbClr val="555555"/>
        </a:accent6>
        <a:hlink>
          <a:srgbClr val="5F5F5F"/>
        </a:hlink>
        <a:folHlink>
          <a:srgbClr val="BA1212"/>
        </a:folHlink>
      </a:clrScheme>
      <a:clrMap bg1="dk2" tx1="lt1" bg2="dk1" tx2="lt2" accent1="accent1" accent2="accent2" accent3="accent3" accent4="accent4" accent5="accent5" accent6="accent6" hlink="hlink" folHlink="folHlink"/>
    </a:extraClrScheme>
    <a:extraClrScheme>
      <a:clrScheme name="Network 2">
        <a:dk1>
          <a:srgbClr val="3C0000"/>
        </a:dk1>
        <a:lt1>
          <a:srgbClr val="FFFFFF"/>
        </a:lt1>
        <a:dk2>
          <a:srgbClr val="4D0B0B"/>
        </a:dk2>
        <a:lt2>
          <a:srgbClr val="FFFFFF"/>
        </a:lt2>
        <a:accent1>
          <a:srgbClr val="666633"/>
        </a:accent1>
        <a:accent2>
          <a:srgbClr val="CC3300"/>
        </a:accent2>
        <a:accent3>
          <a:srgbClr val="B2AAAA"/>
        </a:accent3>
        <a:accent4>
          <a:srgbClr val="DADADA"/>
        </a:accent4>
        <a:accent5>
          <a:srgbClr val="B8B8AD"/>
        </a:accent5>
        <a:accent6>
          <a:srgbClr val="B92D00"/>
        </a:accent6>
        <a:hlink>
          <a:srgbClr val="CC9900"/>
        </a:hlink>
        <a:folHlink>
          <a:srgbClr val="CCCC33"/>
        </a:folHlink>
      </a:clrScheme>
      <a:clrMap bg1="dk2" tx1="lt1" bg2="dk1" tx2="lt2" accent1="accent1" accent2="accent2" accent3="accent3" accent4="accent4" accent5="accent5" accent6="accent6" hlink="hlink" folHlink="folHlink"/>
    </a:extraClrScheme>
    <a:extraClrScheme>
      <a:clrScheme name="Network 3">
        <a:dk1>
          <a:srgbClr val="666699"/>
        </a:dk1>
        <a:lt1>
          <a:srgbClr val="FFFFFF"/>
        </a:lt1>
        <a:dk2>
          <a:srgbClr val="15192B"/>
        </a:dk2>
        <a:lt2>
          <a:srgbClr val="CCCCFF"/>
        </a:lt2>
        <a:accent1>
          <a:srgbClr val="4F893D"/>
        </a:accent1>
        <a:accent2>
          <a:srgbClr val="666699"/>
        </a:accent2>
        <a:accent3>
          <a:srgbClr val="AAABAC"/>
        </a:accent3>
        <a:accent4>
          <a:srgbClr val="DADADA"/>
        </a:accent4>
        <a:accent5>
          <a:srgbClr val="B2C4AF"/>
        </a:accent5>
        <a:accent6>
          <a:srgbClr val="5C5C8A"/>
        </a:accent6>
        <a:hlink>
          <a:srgbClr val="CC9900"/>
        </a:hlink>
        <a:folHlink>
          <a:srgbClr val="4837C7"/>
        </a:folHlink>
      </a:clrScheme>
      <a:clrMap bg1="dk2" tx1="lt1" bg2="dk1" tx2="lt2" accent1="accent1" accent2="accent2" accent3="accent3" accent4="accent4" accent5="accent5" accent6="accent6" hlink="hlink" folHlink="folHlink"/>
    </a:extraClrScheme>
    <a:extraClrScheme>
      <a:clrScheme name="Network 4">
        <a:dk1>
          <a:srgbClr val="666699"/>
        </a:dk1>
        <a:lt1>
          <a:srgbClr val="FFFFFF"/>
        </a:lt1>
        <a:dk2>
          <a:srgbClr val="86001A"/>
        </a:dk2>
        <a:lt2>
          <a:srgbClr val="CCCC66"/>
        </a:lt2>
        <a:accent1>
          <a:srgbClr val="FF3300"/>
        </a:accent1>
        <a:accent2>
          <a:srgbClr val="FF6600"/>
        </a:accent2>
        <a:accent3>
          <a:srgbClr val="C3AAAB"/>
        </a:accent3>
        <a:accent4>
          <a:srgbClr val="DADADA"/>
        </a:accent4>
        <a:accent5>
          <a:srgbClr val="FFADAA"/>
        </a:accent5>
        <a:accent6>
          <a:srgbClr val="E75C00"/>
        </a:accent6>
        <a:hlink>
          <a:srgbClr val="CC9900"/>
        </a:hlink>
        <a:folHlink>
          <a:srgbClr val="FF0000"/>
        </a:folHlink>
      </a:clrScheme>
      <a:clrMap bg1="dk2" tx1="lt1" bg2="dk1" tx2="lt2" accent1="accent1" accent2="accent2" accent3="accent3" accent4="accent4" accent5="accent5" accent6="accent6" hlink="hlink" folHlink="folHlink"/>
    </a:extraClrScheme>
    <a:extraClrScheme>
      <a:clrScheme name="Network 5">
        <a:dk1>
          <a:srgbClr val="666699"/>
        </a:dk1>
        <a:lt1>
          <a:srgbClr val="FFFFFF"/>
        </a:lt1>
        <a:dk2>
          <a:srgbClr val="000054"/>
        </a:dk2>
        <a:lt2>
          <a:srgbClr val="FFFFFF"/>
        </a:lt2>
        <a:accent1>
          <a:srgbClr val="3333FF"/>
        </a:accent1>
        <a:accent2>
          <a:srgbClr val="006699"/>
        </a:accent2>
        <a:accent3>
          <a:srgbClr val="AAAAB3"/>
        </a:accent3>
        <a:accent4>
          <a:srgbClr val="DADADA"/>
        </a:accent4>
        <a:accent5>
          <a:srgbClr val="ADADFF"/>
        </a:accent5>
        <a:accent6>
          <a:srgbClr val="005C8A"/>
        </a:accent6>
        <a:hlink>
          <a:srgbClr val="669900"/>
        </a:hlink>
        <a:folHlink>
          <a:srgbClr val="0000FF"/>
        </a:folHlink>
      </a:clrScheme>
      <a:clrMap bg1="dk2" tx1="lt1" bg2="dk1" tx2="lt2" accent1="accent1" accent2="accent2" accent3="accent3" accent4="accent4" accent5="accent5" accent6="accent6" hlink="hlink" folHlink="folHlink"/>
    </a:extraClrScheme>
    <a:extraClrScheme>
      <a:clrScheme name="Network 6">
        <a:dk1>
          <a:srgbClr val="808080"/>
        </a:dk1>
        <a:lt1>
          <a:srgbClr val="FFFFFF"/>
        </a:lt1>
        <a:dk2>
          <a:srgbClr val="30054B"/>
        </a:dk2>
        <a:lt2>
          <a:srgbClr val="FFFFFF"/>
        </a:lt2>
        <a:accent1>
          <a:srgbClr val="797B9B"/>
        </a:accent1>
        <a:accent2>
          <a:srgbClr val="6B4FB1"/>
        </a:accent2>
        <a:accent3>
          <a:srgbClr val="ADAAB1"/>
        </a:accent3>
        <a:accent4>
          <a:srgbClr val="DADADA"/>
        </a:accent4>
        <a:accent5>
          <a:srgbClr val="BEBFCB"/>
        </a:accent5>
        <a:accent6>
          <a:srgbClr val="6047A0"/>
        </a:accent6>
        <a:hlink>
          <a:srgbClr val="7AACCE"/>
        </a:hlink>
        <a:folHlink>
          <a:srgbClr val="D8D8EC"/>
        </a:folHlink>
      </a:clrScheme>
      <a:clrMap bg1="dk2" tx1="lt1" bg2="dk1" tx2="lt2" accent1="accent1" accent2="accent2" accent3="accent3" accent4="accent4" accent5="accent5" accent6="accent6" hlink="hlink" folHlink="folHlink"/>
    </a:extraClrScheme>
    <a:extraClrScheme>
      <a:clrScheme name="Network 7">
        <a:dk1>
          <a:srgbClr val="808080"/>
        </a:dk1>
        <a:lt1>
          <a:srgbClr val="FFFFCC"/>
        </a:lt1>
        <a:dk2>
          <a:srgbClr val="29527B"/>
        </a:dk2>
        <a:lt2>
          <a:srgbClr val="FFFFFF"/>
        </a:lt2>
        <a:accent1>
          <a:srgbClr val="CCCC00"/>
        </a:accent1>
        <a:accent2>
          <a:srgbClr val="669999"/>
        </a:accent2>
        <a:accent3>
          <a:srgbClr val="ACB3BF"/>
        </a:accent3>
        <a:accent4>
          <a:srgbClr val="DADAAE"/>
        </a:accent4>
        <a:accent5>
          <a:srgbClr val="E2E2AA"/>
        </a:accent5>
        <a:accent6>
          <a:srgbClr val="5C8A8A"/>
        </a:accent6>
        <a:hlink>
          <a:srgbClr val="D8D8EC"/>
        </a:hlink>
        <a:folHlink>
          <a:srgbClr val="B2B2B2"/>
        </a:folHlink>
      </a:clrScheme>
      <a:clrMap bg1="dk2" tx1="lt1" bg2="dk1" tx2="lt2" accent1="accent1" accent2="accent2" accent3="accent3" accent4="accent4" accent5="accent5" accent6="accent6" hlink="hlink" folHlink="folHlink"/>
    </a:extraClrScheme>
    <a:extraClrScheme>
      <a:clrScheme name="Network 8">
        <a:dk1>
          <a:srgbClr val="666699"/>
        </a:dk1>
        <a:lt1>
          <a:srgbClr val="FFFFFF"/>
        </a:lt1>
        <a:dk2>
          <a:srgbClr val="476949"/>
        </a:dk2>
        <a:lt2>
          <a:srgbClr val="FFFFFF"/>
        </a:lt2>
        <a:accent1>
          <a:srgbClr val="CC6600"/>
        </a:accent1>
        <a:accent2>
          <a:srgbClr val="CC9900"/>
        </a:accent2>
        <a:accent3>
          <a:srgbClr val="B1B9B1"/>
        </a:accent3>
        <a:accent4>
          <a:srgbClr val="DADADA"/>
        </a:accent4>
        <a:accent5>
          <a:srgbClr val="E2B8AA"/>
        </a:accent5>
        <a:accent6>
          <a:srgbClr val="B98A00"/>
        </a:accent6>
        <a:hlink>
          <a:srgbClr val="669900"/>
        </a:hlink>
        <a:folHlink>
          <a:srgbClr val="A45200"/>
        </a:folHlink>
      </a:clrScheme>
      <a:clrMap bg1="dk2" tx1="lt1" bg2="dk1" tx2="lt2" accent1="accent1" accent2="accent2" accent3="accent3" accent4="accent4" accent5="accent5" accent6="accent6" hlink="hlink" folHlink="folHlink"/>
    </a:extraClrScheme>
    <a:extraClrScheme>
      <a:clrScheme name="Network 9">
        <a:dk1>
          <a:srgbClr val="000000"/>
        </a:dk1>
        <a:lt1>
          <a:srgbClr val="FFFFFF"/>
        </a:lt1>
        <a:dk2>
          <a:srgbClr val="7C1302"/>
        </a:dk2>
        <a:lt2>
          <a:srgbClr val="CC9900"/>
        </a:lt2>
        <a:accent1>
          <a:srgbClr val="CC9900"/>
        </a:accent1>
        <a:accent2>
          <a:srgbClr val="CC3300"/>
        </a:accent2>
        <a:accent3>
          <a:srgbClr val="FFFFFF"/>
        </a:accent3>
        <a:accent4>
          <a:srgbClr val="000000"/>
        </a:accent4>
        <a:accent5>
          <a:srgbClr val="E2CAAA"/>
        </a:accent5>
        <a:accent6>
          <a:srgbClr val="B92D00"/>
        </a:accent6>
        <a:hlink>
          <a:srgbClr val="808080"/>
        </a:hlink>
        <a:folHlink>
          <a:srgbClr val="CCCC66"/>
        </a:folHlink>
      </a:clrScheme>
      <a:clrMap bg1="lt1" tx1="dk1" bg2="lt2" tx2="dk2" accent1="accent1" accent2="accent2" accent3="accent3" accent4="accent4" accent5="accent5" accent6="accent6" hlink="hlink" folHlink="folHlink"/>
    </a:extraClrScheme>
    <a:extraClrScheme>
      <a:clrScheme name="Network 10">
        <a:dk1>
          <a:srgbClr val="000000"/>
        </a:dk1>
        <a:lt1>
          <a:srgbClr val="FFFFFF"/>
        </a:lt1>
        <a:dk2>
          <a:srgbClr val="330066"/>
        </a:dk2>
        <a:lt2>
          <a:srgbClr val="808080"/>
        </a:lt2>
        <a:accent1>
          <a:srgbClr val="CCCC00"/>
        </a:accent1>
        <a:accent2>
          <a:srgbClr val="669999"/>
        </a:accent2>
        <a:accent3>
          <a:srgbClr val="FFFFFF"/>
        </a:accent3>
        <a:accent4>
          <a:srgbClr val="000000"/>
        </a:accent4>
        <a:accent5>
          <a:srgbClr val="E2E2AA"/>
        </a:accent5>
        <a:accent6>
          <a:srgbClr val="5C8A8A"/>
        </a:accent6>
        <a:hlink>
          <a:srgbClr val="7E9CE8"/>
        </a:hlink>
        <a:folHlink>
          <a:srgbClr val="D8D8EC"/>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chp1</Template>
  <TotalTime>564</TotalTime>
  <Words>2423</Words>
  <Application>Microsoft Office PowerPoint</Application>
  <PresentationFormat>全屏显示(4:3)</PresentationFormat>
  <Paragraphs>210</Paragraphs>
  <Slides>41</Slides>
  <Notes>2</Notes>
  <HiddenSlides>0</HiddenSlides>
  <MMClips>0</MMClips>
  <ScaleCrop>false</ScaleCrop>
  <HeadingPairs>
    <vt:vector size="6" baseType="variant">
      <vt:variant>
        <vt:lpstr>主题</vt:lpstr>
      </vt:variant>
      <vt:variant>
        <vt:i4>1</vt:i4>
      </vt:variant>
      <vt:variant>
        <vt:lpstr>嵌入 OLE 服务器</vt:lpstr>
      </vt:variant>
      <vt:variant>
        <vt:i4>1</vt:i4>
      </vt:variant>
      <vt:variant>
        <vt:lpstr>幻灯片标题</vt:lpstr>
      </vt:variant>
      <vt:variant>
        <vt:i4>41</vt:i4>
      </vt:variant>
    </vt:vector>
  </HeadingPairs>
  <TitlesOfParts>
    <vt:vector size="43" baseType="lpstr">
      <vt:lpstr>chp1</vt:lpstr>
      <vt:lpstr>Visio</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1.3计算机的硬件</vt:lpstr>
      <vt:lpstr>手工模仿计算机工作</vt:lpstr>
      <vt:lpstr>1.3计算机的硬件</vt:lpstr>
      <vt:lpstr>1.3计算机的硬件</vt:lpstr>
      <vt:lpstr>1.3计算机的硬件</vt:lpstr>
      <vt:lpstr>1.3计算机的硬件</vt:lpstr>
      <vt:lpstr>1.3计算机的硬件</vt:lpstr>
      <vt:lpstr>1.3计算机的硬件</vt:lpstr>
      <vt:lpstr>1.3计算机的硬件</vt:lpstr>
      <vt:lpstr>1.3计算机的硬件</vt:lpstr>
      <vt:lpstr>PowerPoint 演示文稿</vt:lpstr>
      <vt:lpstr>1.4计算机的软件</vt:lpstr>
      <vt:lpstr>1.4计算机的软件</vt:lpstr>
      <vt:lpstr>PowerPoint 演示文稿</vt:lpstr>
      <vt:lpstr>PowerPoint 演示文稿</vt:lpstr>
      <vt:lpstr>1.5计算机系统的层次结构</vt:lpstr>
      <vt:lpstr>1.5计算机系统的层次结构</vt:lpstr>
      <vt:lpstr>1.5计算机系统的层次结构</vt:lpstr>
      <vt:lpstr>PowerPoint 演示文稿</vt:lpstr>
      <vt:lpstr>第一章小结</vt:lpstr>
      <vt:lpstr>PowerPoint 演示文稿</vt:lpstr>
      <vt:lpstr>PowerPoint 演示文稿</vt:lpstr>
      <vt:lpstr>PowerPoint 演示文稿</vt:lpstr>
    </vt:vector>
  </TitlesOfParts>
  <Company>Sky123.Org</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Sky123.Org</dc:creator>
  <cp:lastModifiedBy>msi</cp:lastModifiedBy>
  <cp:revision>28</cp:revision>
  <dcterms:created xsi:type="dcterms:W3CDTF">2019-08-07T06:25:30Z</dcterms:created>
  <dcterms:modified xsi:type="dcterms:W3CDTF">2021-08-21T04:41:10Z</dcterms:modified>
</cp:coreProperties>
</file>