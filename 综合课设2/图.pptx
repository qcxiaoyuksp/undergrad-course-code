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50" d="100"/>
          <a:sy n="50" d="100"/>
        </p:scale>
        <p:origin x="1834" y="48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43043A-5CEA-794C-D0E7-F3368D67DC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BE785CD-265F-1E12-1282-B32446E171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251CC7-013A-601F-AB30-E767AEB6D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51B7C-DB11-41E4-B496-4981412A62EA}" type="datetimeFigureOut">
              <a:rPr lang="zh-CN" altLang="en-US" smtClean="0"/>
              <a:t>2024-12-30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6D5BD8-1014-05DE-2AF8-959B482EF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DA9F10-7CB5-A900-E9B7-5C999FAFC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3729B-695C-47E9-8201-ABE4CCB1C6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2454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668D35-3913-B7F1-C858-B4D23A6DA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5784A7-0EAE-657C-4C39-1231317ACA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11CAEE-B9E0-556B-7058-63FD6C784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51B7C-DB11-41E4-B496-4981412A62EA}" type="datetimeFigureOut">
              <a:rPr lang="zh-CN" altLang="en-US" smtClean="0"/>
              <a:t>2024-12-30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4C1BA5-DC73-8E2F-F31B-1DE84A336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6F2369-188C-2D64-3ABD-3B126A2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3729B-695C-47E9-8201-ABE4CCB1C6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7297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AD1ED1-8F60-7153-1766-F830E914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505B193-944A-3E08-B827-98E78F31B9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9942A1-5E71-8365-9F03-8F2E21B7A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51B7C-DB11-41E4-B496-4981412A62EA}" type="datetimeFigureOut">
              <a:rPr lang="zh-CN" altLang="en-US" smtClean="0"/>
              <a:t>2024-12-30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358B0B-FCF2-C378-C468-AD4C7639D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113AD7-3660-E5D1-70E4-6AF8895EF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3729B-695C-47E9-8201-ABE4CCB1C6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5937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999B42-B941-19F3-3A37-C2E310625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E73A2E-6125-A604-8649-43626FC0B1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6B6B1FF-40B2-D40E-FD44-509C66BBDC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0F4F91F-97A7-921D-BF16-B5E664E70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51B7C-DB11-41E4-B496-4981412A62EA}" type="datetimeFigureOut">
              <a:rPr lang="zh-CN" altLang="en-US" smtClean="0"/>
              <a:t>2024-12-30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7FCCB59-C251-66B0-636D-CD9E34589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40335DB-30F2-2515-3E52-6E27506C1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3729B-695C-47E9-8201-ABE4CCB1C6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7720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193A00-4706-D2B0-C21D-4A6826FAF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EAF2125-EAA6-1017-003C-8952408039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1218984-8166-1D79-4F9E-8BA8E88DE8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9AF88CD-B19E-7AF0-7366-04C2EAC175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A1E5C09-06C0-F551-176F-D9E5EC08C9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3661551-05D6-6CFB-F76F-3CFC27259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51B7C-DB11-41E4-B496-4981412A62EA}" type="datetimeFigureOut">
              <a:rPr lang="zh-CN" altLang="en-US" smtClean="0"/>
              <a:t>2024-12-30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B8FCAD9-0FB7-1C6E-1320-E49ECF155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7694247-EC3D-D2AC-B8FA-44929768A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3729B-695C-47E9-8201-ABE4CCB1C6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709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D77B6F-10DD-78B6-A629-C26297439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5C4BF27-D0DC-F93E-E8F4-A079A2011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51B7C-DB11-41E4-B496-4981412A62EA}" type="datetimeFigureOut">
              <a:rPr lang="zh-CN" altLang="en-US" smtClean="0"/>
              <a:t>2024-12-30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ECE5037-095C-FD80-2466-743AF8576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041FC54-3E2C-EC4D-923C-D79FD9206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3729B-695C-47E9-8201-ABE4CCB1C6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291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36B9DE2-70BA-143A-6C32-5E42646EF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51B7C-DB11-41E4-B496-4981412A62EA}" type="datetimeFigureOut">
              <a:rPr lang="zh-CN" altLang="en-US" smtClean="0"/>
              <a:t>2024-12-30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432F172-1ADD-7D6A-F626-FF8BA4FEA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B42C06-4C5D-F646-84E9-CE3892165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3729B-695C-47E9-8201-ABE4CCB1C6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8642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88310D-37E8-CB93-A16A-7D3DAB20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A8197B-0BCA-2828-8D6C-4E4553E670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3781A5B-ED5D-0163-194E-F1C28BB728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17A5E89-2692-A5B4-7D86-C1A02C9C2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51B7C-DB11-41E4-B496-4981412A62EA}" type="datetimeFigureOut">
              <a:rPr lang="zh-CN" altLang="en-US" smtClean="0"/>
              <a:t>2024-12-30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BDFBD3F-3F3B-420A-9D7C-1068DF02C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9C813F3-8DB6-F83F-015A-B4034DA25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3729B-695C-47E9-8201-ABE4CCB1C6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6781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C2BDE3-2D6E-BF19-E9DE-993816F3C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2C7C788-218E-61AE-0E05-7D0A230F7C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FAA2B88-369A-5CCA-A950-51690708EC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583C733-1C3D-3A95-3BEB-A52BAA4A0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51B7C-DB11-41E4-B496-4981412A62EA}" type="datetimeFigureOut">
              <a:rPr lang="zh-CN" altLang="en-US" smtClean="0"/>
              <a:t>2024-12-30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674E41D-39BA-A717-B1E4-A6BCFDBB0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21215E7-A43D-B8FB-187F-87E174671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3729B-695C-47E9-8201-ABE4CCB1C6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6988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423526-3627-46C0-D70B-22EE1295F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19FA112-E0EA-DC80-566A-E30B65DB9B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A5CDDA-283C-88A6-9C09-6EA5199D8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51B7C-DB11-41E4-B496-4981412A62EA}" type="datetimeFigureOut">
              <a:rPr lang="zh-CN" altLang="en-US" smtClean="0"/>
              <a:t>2024-12-30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E3F81E5-EA2E-F605-122F-76947D1EE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FCCEEF-7E06-D42C-D1D8-BDDC589C1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3729B-695C-47E9-8201-ABE4CCB1C6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2512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A9805BD-6C53-01ED-B317-31B56C3D21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9FC0E6F-A0E0-68D5-BFB3-AADA796846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A6BD80-6735-B394-B92D-AFD782706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51B7C-DB11-41E4-B496-4981412A62EA}" type="datetimeFigureOut">
              <a:rPr lang="zh-CN" altLang="en-US" smtClean="0"/>
              <a:t>2024-12-30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0E0783-D577-7B65-88FE-008F47F2C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1AD495-E61E-4191-C214-F0009D263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3729B-695C-47E9-8201-ABE4CCB1C6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3593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C5BA5A8-0657-01C2-3186-B40A49728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0A6B4DB-1FD5-5FCD-8051-C507616D79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7172F4-E0C3-2C4D-681F-2424BE7EFD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A51B7C-DB11-41E4-B496-4981412A62EA}" type="datetimeFigureOut">
              <a:rPr lang="zh-CN" altLang="en-US" smtClean="0"/>
              <a:t>2024-12-30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614BFE-653F-C2ED-76DE-9DA3304796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D7520D-24D2-276A-4DDE-7B68C23587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3729B-695C-47E9-8201-ABE4CCB1C6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474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组合 49">
            <a:extLst>
              <a:ext uri="{FF2B5EF4-FFF2-40B4-BE49-F238E27FC236}">
                <a16:creationId xmlns:a16="http://schemas.microsoft.com/office/drawing/2014/main" id="{8E595401-E507-B768-7BF9-47CCD0455C65}"/>
              </a:ext>
            </a:extLst>
          </p:cNvPr>
          <p:cNvGrpSpPr/>
          <p:nvPr/>
        </p:nvGrpSpPr>
        <p:grpSpPr>
          <a:xfrm>
            <a:off x="476422" y="-2"/>
            <a:ext cx="11260925" cy="7721969"/>
            <a:chOff x="476422" y="-2"/>
            <a:chExt cx="11260925" cy="7721969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B1A220EF-9C29-FB0A-864E-F789D4117EC9}"/>
                </a:ext>
              </a:extLst>
            </p:cNvPr>
            <p:cNvSpPr/>
            <p:nvPr/>
          </p:nvSpPr>
          <p:spPr>
            <a:xfrm>
              <a:off x="4147456" y="3151414"/>
              <a:ext cx="3897088" cy="55517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</a:rPr>
                <a:t>物联网医疗线上挂号系统</a:t>
              </a: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6C58924B-8B52-5517-1E32-E6B3FD7E738B}"/>
                </a:ext>
              </a:extLst>
            </p:cNvPr>
            <p:cNvSpPr/>
            <p:nvPr/>
          </p:nvSpPr>
          <p:spPr>
            <a:xfrm>
              <a:off x="5435599" y="2277835"/>
              <a:ext cx="1342573" cy="55517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</a:rPr>
                <a:t>前台</a:t>
              </a: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BE35A146-180E-7E22-9ACB-59D9115EEEB3}"/>
                </a:ext>
              </a:extLst>
            </p:cNvPr>
            <p:cNvSpPr/>
            <p:nvPr/>
          </p:nvSpPr>
          <p:spPr>
            <a:xfrm>
              <a:off x="4604656" y="3"/>
              <a:ext cx="511630" cy="195942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</a:rPr>
                <a:t>首页</a:t>
              </a: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A6C9950-B12A-A1A2-8951-EC0F5639506D}"/>
                </a:ext>
              </a:extLst>
            </p:cNvPr>
            <p:cNvSpPr/>
            <p:nvPr/>
          </p:nvSpPr>
          <p:spPr>
            <a:xfrm>
              <a:off x="5435599" y="2"/>
              <a:ext cx="511630" cy="195942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</a:rPr>
                <a:t>系统公告</a:t>
              </a: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71F2E86D-EBBA-AB53-5B6D-8DDB79039840}"/>
                </a:ext>
              </a:extLst>
            </p:cNvPr>
            <p:cNvSpPr/>
            <p:nvPr/>
          </p:nvSpPr>
          <p:spPr>
            <a:xfrm>
              <a:off x="6266542" y="0"/>
              <a:ext cx="511630" cy="195942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</a:rPr>
                <a:t>个人中西</a:t>
              </a: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708B9E92-B855-EF0A-928F-7B6FD0604297}"/>
                </a:ext>
              </a:extLst>
            </p:cNvPr>
            <p:cNvSpPr/>
            <p:nvPr/>
          </p:nvSpPr>
          <p:spPr>
            <a:xfrm>
              <a:off x="7097484" y="-2"/>
              <a:ext cx="511630" cy="195942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</a:rPr>
                <a:t>后台管理</a:t>
              </a: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F618A596-EFE3-C79B-F949-B5016BFACA7A}"/>
                </a:ext>
              </a:extLst>
            </p:cNvPr>
            <p:cNvSpPr/>
            <p:nvPr/>
          </p:nvSpPr>
          <p:spPr>
            <a:xfrm>
              <a:off x="5424712" y="4014371"/>
              <a:ext cx="1342573" cy="55517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</a:rPr>
                <a:t>后台</a:t>
              </a: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4AB894B1-7E0F-621A-0C24-E1D99A909465}"/>
                </a:ext>
              </a:extLst>
            </p:cNvPr>
            <p:cNvSpPr/>
            <p:nvPr/>
          </p:nvSpPr>
          <p:spPr>
            <a:xfrm>
              <a:off x="2229756" y="4874072"/>
              <a:ext cx="1342573" cy="55517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</a:rPr>
                <a:t>管理员</a:t>
              </a: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8621EE96-7FBE-DE77-FCD1-F163BAEC9DEC}"/>
                </a:ext>
              </a:extLst>
            </p:cNvPr>
            <p:cNvSpPr/>
            <p:nvPr/>
          </p:nvSpPr>
          <p:spPr>
            <a:xfrm>
              <a:off x="5424713" y="4874072"/>
              <a:ext cx="1342573" cy="55517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</a:rPr>
                <a:t>医生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26A68D58-9153-D39C-B3EC-B7319AF2B9E4}"/>
                </a:ext>
              </a:extLst>
            </p:cNvPr>
            <p:cNvSpPr/>
            <p:nvPr/>
          </p:nvSpPr>
          <p:spPr>
            <a:xfrm>
              <a:off x="8490857" y="4874072"/>
              <a:ext cx="1342573" cy="55517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</a:rPr>
                <a:t>患者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D0AA6A50-8893-5592-C41E-4B173358C55A}"/>
                </a:ext>
              </a:extLst>
            </p:cNvPr>
            <p:cNvSpPr/>
            <p:nvPr/>
          </p:nvSpPr>
          <p:spPr>
            <a:xfrm>
              <a:off x="476422" y="5762538"/>
              <a:ext cx="511630" cy="195942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</a:rPr>
                <a:t>登录</a:t>
              </a: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C6B41340-5D0F-56AD-8172-EDF984CBE72E}"/>
                </a:ext>
              </a:extLst>
            </p:cNvPr>
            <p:cNvSpPr/>
            <p:nvPr/>
          </p:nvSpPr>
          <p:spPr>
            <a:xfrm>
              <a:off x="1303291" y="5762537"/>
              <a:ext cx="511630" cy="195942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</a:rPr>
                <a:t>个人信息管理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BAF88267-8106-D60B-DE61-3340345217A9}"/>
                </a:ext>
              </a:extLst>
            </p:cNvPr>
            <p:cNvSpPr/>
            <p:nvPr/>
          </p:nvSpPr>
          <p:spPr>
            <a:xfrm>
              <a:off x="2130160" y="5762535"/>
              <a:ext cx="511630" cy="195942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</a:rPr>
                <a:t>修改密码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9C71E4DF-02F5-F788-F29B-8366268ED9DC}"/>
                </a:ext>
              </a:extLst>
            </p:cNvPr>
            <p:cNvSpPr/>
            <p:nvPr/>
          </p:nvSpPr>
          <p:spPr>
            <a:xfrm>
              <a:off x="2957029" y="5762533"/>
              <a:ext cx="511630" cy="195942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</a:rPr>
                <a:t>管理后台数据</a:t>
              </a: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A82A1168-2AD9-5B9C-AF37-60E8B75CE4EB}"/>
                </a:ext>
              </a:extLst>
            </p:cNvPr>
            <p:cNvSpPr/>
            <p:nvPr/>
          </p:nvSpPr>
          <p:spPr>
            <a:xfrm>
              <a:off x="3783898" y="5762533"/>
              <a:ext cx="511630" cy="195942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</a:rPr>
                <a:t>注册与登录</a:t>
              </a: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366DD1FE-2A8C-FECB-D476-E64DADF8C197}"/>
                </a:ext>
              </a:extLst>
            </p:cNvPr>
            <p:cNvSpPr/>
            <p:nvPr/>
          </p:nvSpPr>
          <p:spPr>
            <a:xfrm>
              <a:off x="4610767" y="5762537"/>
              <a:ext cx="511630" cy="195942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</a:rPr>
                <a:t>个人信息管理</a:t>
              </a: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08535AAA-1E7D-A5DB-3DDA-1C5C6FABE027}"/>
                </a:ext>
              </a:extLst>
            </p:cNvPr>
            <p:cNvSpPr/>
            <p:nvPr/>
          </p:nvSpPr>
          <p:spPr>
            <a:xfrm>
              <a:off x="5437636" y="5762535"/>
              <a:ext cx="511630" cy="195942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</a:rPr>
                <a:t>系统公告查看</a:t>
              </a: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A892D875-E1CE-2D62-2AEB-9D3F3D53C4D4}"/>
                </a:ext>
              </a:extLst>
            </p:cNvPr>
            <p:cNvSpPr/>
            <p:nvPr/>
          </p:nvSpPr>
          <p:spPr>
            <a:xfrm>
              <a:off x="6264505" y="5762533"/>
              <a:ext cx="511630" cy="195942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</a:rPr>
                <a:t>患者叫号</a:t>
              </a: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D651DF0B-483B-91D6-240F-05E3FE010632}"/>
                </a:ext>
              </a:extLst>
            </p:cNvPr>
            <p:cNvSpPr/>
            <p:nvPr/>
          </p:nvSpPr>
          <p:spPr>
            <a:xfrm>
              <a:off x="7091374" y="5762533"/>
              <a:ext cx="511630" cy="195942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</a:rPr>
                <a:t>填写医嘱和病历</a:t>
              </a: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A0990954-0C65-3E32-34AA-B1ECCE2C4CB2}"/>
                </a:ext>
              </a:extLst>
            </p:cNvPr>
            <p:cNvSpPr/>
            <p:nvPr/>
          </p:nvSpPr>
          <p:spPr>
            <a:xfrm>
              <a:off x="7918243" y="5762533"/>
              <a:ext cx="511630" cy="195942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</a:rPr>
                <a:t>预约挂号</a:t>
              </a: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E1BBFB44-67E1-4731-0B47-15A4CAE18106}"/>
                </a:ext>
              </a:extLst>
            </p:cNvPr>
            <p:cNvSpPr/>
            <p:nvPr/>
          </p:nvSpPr>
          <p:spPr>
            <a:xfrm>
              <a:off x="8745112" y="5762537"/>
              <a:ext cx="511630" cy="195942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</a:rPr>
                <a:t>取消挂号</a:t>
              </a:r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658046D1-E518-3062-1226-AB268827CD57}"/>
                </a:ext>
              </a:extLst>
            </p:cNvPr>
            <p:cNvSpPr/>
            <p:nvPr/>
          </p:nvSpPr>
          <p:spPr>
            <a:xfrm>
              <a:off x="9571981" y="5762535"/>
              <a:ext cx="511630" cy="195942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</a:rPr>
                <a:t>查看就诊记录</a:t>
              </a: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F86668DA-AD09-C20F-A936-2554888A5311}"/>
                </a:ext>
              </a:extLst>
            </p:cNvPr>
            <p:cNvSpPr/>
            <p:nvPr/>
          </p:nvSpPr>
          <p:spPr>
            <a:xfrm>
              <a:off x="10398850" y="5762533"/>
              <a:ext cx="511630" cy="195942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</a:rPr>
                <a:t>住院登记</a:t>
              </a: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8A4F9E5E-CE28-4C2F-36FC-B8D39FFAC78C}"/>
                </a:ext>
              </a:extLst>
            </p:cNvPr>
            <p:cNvSpPr/>
            <p:nvPr/>
          </p:nvSpPr>
          <p:spPr>
            <a:xfrm>
              <a:off x="11225717" y="5762533"/>
              <a:ext cx="511630" cy="195942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</a:rPr>
                <a:t>余额充值</a:t>
              </a:r>
            </a:p>
          </p:txBody>
        </p:sp>
        <p:cxnSp>
          <p:nvCxnSpPr>
            <p:cNvPr id="35" name="直接箭头连接符 34">
              <a:extLst>
                <a:ext uri="{FF2B5EF4-FFF2-40B4-BE49-F238E27FC236}">
                  <a16:creationId xmlns:a16="http://schemas.microsoft.com/office/drawing/2014/main" id="{6BF143ED-1A09-5DCC-5750-345F73E81ABA}"/>
                </a:ext>
              </a:extLst>
            </p:cNvPr>
            <p:cNvCxnSpPr>
              <a:cxnSpLocks/>
              <a:stCxn id="4" idx="0"/>
            </p:cNvCxnSpPr>
            <p:nvPr/>
          </p:nvCxnSpPr>
          <p:spPr>
            <a:xfrm flipH="1" flipV="1">
              <a:off x="6095999" y="2845251"/>
              <a:ext cx="1" cy="30616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EFE63830-3978-C2C0-C79D-A3E72F40E3E1}"/>
                </a:ext>
              </a:extLst>
            </p:cNvPr>
            <p:cNvCxnSpPr>
              <a:cxnSpLocks/>
              <a:stCxn id="4" idx="2"/>
              <a:endCxn id="10" idx="0"/>
            </p:cNvCxnSpPr>
            <p:nvPr/>
          </p:nvCxnSpPr>
          <p:spPr>
            <a:xfrm flipH="1">
              <a:off x="6095999" y="3706585"/>
              <a:ext cx="1" cy="30778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右大括号 44">
              <a:extLst>
                <a:ext uri="{FF2B5EF4-FFF2-40B4-BE49-F238E27FC236}">
                  <a16:creationId xmlns:a16="http://schemas.microsoft.com/office/drawing/2014/main" id="{6E0D4302-AB1C-7719-E01B-645E4E184824}"/>
                </a:ext>
              </a:extLst>
            </p:cNvPr>
            <p:cNvSpPr/>
            <p:nvPr/>
          </p:nvSpPr>
          <p:spPr>
            <a:xfrm rot="5400000">
              <a:off x="5942252" y="840467"/>
              <a:ext cx="302079" cy="2540004"/>
            </a:xfrm>
            <a:prstGeom prst="rightBrac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右大括号 45">
              <a:extLst>
                <a:ext uri="{FF2B5EF4-FFF2-40B4-BE49-F238E27FC236}">
                  <a16:creationId xmlns:a16="http://schemas.microsoft.com/office/drawing/2014/main" id="{B5A5A489-932B-83BA-14E0-2D0B82A6163F}"/>
                </a:ext>
              </a:extLst>
            </p:cNvPr>
            <p:cNvSpPr/>
            <p:nvPr/>
          </p:nvSpPr>
          <p:spPr>
            <a:xfrm rot="16200000" flipV="1">
              <a:off x="5944960" y="1587916"/>
              <a:ext cx="302079" cy="6277942"/>
            </a:xfrm>
            <a:prstGeom prst="rightBrac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右大括号 46">
              <a:extLst>
                <a:ext uri="{FF2B5EF4-FFF2-40B4-BE49-F238E27FC236}">
                  <a16:creationId xmlns:a16="http://schemas.microsoft.com/office/drawing/2014/main" id="{272A94F3-EB00-12BA-0AE3-8E5EA3B5CAFD}"/>
                </a:ext>
              </a:extLst>
            </p:cNvPr>
            <p:cNvSpPr/>
            <p:nvPr/>
          </p:nvSpPr>
          <p:spPr>
            <a:xfrm rot="16200000" flipV="1">
              <a:off x="1802880" y="4351549"/>
              <a:ext cx="302079" cy="2489201"/>
            </a:xfrm>
            <a:prstGeom prst="rightBrace">
              <a:avLst>
                <a:gd name="adj1" fmla="val 8333"/>
                <a:gd name="adj2" fmla="val 13703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右大括号 47">
              <a:extLst>
                <a:ext uri="{FF2B5EF4-FFF2-40B4-BE49-F238E27FC236}">
                  <a16:creationId xmlns:a16="http://schemas.microsoft.com/office/drawing/2014/main" id="{FDD1F98B-49DA-6DD6-B740-B7D5ADE85B91}"/>
                </a:ext>
              </a:extLst>
            </p:cNvPr>
            <p:cNvSpPr/>
            <p:nvPr/>
          </p:nvSpPr>
          <p:spPr>
            <a:xfrm rot="16200000" flipV="1">
              <a:off x="5535770" y="3919666"/>
              <a:ext cx="302079" cy="3352966"/>
            </a:xfrm>
            <a:prstGeom prst="rightBrace">
              <a:avLst>
                <a:gd name="adj1" fmla="val 8333"/>
                <a:gd name="adj2" fmla="val 37884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右大括号 48">
              <a:extLst>
                <a:ext uri="{FF2B5EF4-FFF2-40B4-BE49-F238E27FC236}">
                  <a16:creationId xmlns:a16="http://schemas.microsoft.com/office/drawing/2014/main" id="{DB9DA030-A190-42EE-5D61-ED01675D8267}"/>
                </a:ext>
              </a:extLst>
            </p:cNvPr>
            <p:cNvSpPr/>
            <p:nvPr/>
          </p:nvSpPr>
          <p:spPr>
            <a:xfrm rot="16200000" flipV="1">
              <a:off x="9620822" y="3919666"/>
              <a:ext cx="302079" cy="3352966"/>
            </a:xfrm>
            <a:prstGeom prst="rightBrace">
              <a:avLst>
                <a:gd name="adj1" fmla="val 8333"/>
                <a:gd name="adj2" fmla="val 66519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94981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53</Words>
  <Application>Microsoft Office PowerPoint</Application>
  <PresentationFormat>宽屏</PresentationFormat>
  <Paragraphs>24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清晨 张</dc:creator>
  <cp:lastModifiedBy>清晨 张</cp:lastModifiedBy>
  <cp:revision>14</cp:revision>
  <dcterms:created xsi:type="dcterms:W3CDTF">2024-12-30T14:51:32Z</dcterms:created>
  <dcterms:modified xsi:type="dcterms:W3CDTF">2024-12-30T15:25:56Z</dcterms:modified>
</cp:coreProperties>
</file>